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ink/ink1967.xml" ContentType="application/inkml+xml"/>
  <Override PartName="/ppt/ink/ink1968.xml" ContentType="application/inkml+xml"/>
  <Override PartName="/ppt/ink/ink1969.xml" ContentType="application/inkml+xml"/>
  <Override PartName="/ppt/ink/ink1970.xml" ContentType="application/inkml+xml"/>
  <Override PartName="/ppt/ink/ink1971.xml" ContentType="application/inkml+xml"/>
  <Override PartName="/ppt/ink/ink1972.xml" ContentType="application/inkml+xml"/>
  <Override PartName="/ppt/ink/ink1973.xml" ContentType="application/inkml+xml"/>
  <Override PartName="/ppt/ink/ink1974.xml" ContentType="application/inkml+xml"/>
  <Override PartName="/ppt/ink/ink1975.xml" ContentType="application/inkml+xml"/>
  <Override PartName="/ppt/ink/ink1976.xml" ContentType="application/inkml+xml"/>
  <Override PartName="/ppt/ink/ink1977.xml" ContentType="application/inkml+xml"/>
  <Override PartName="/ppt/ink/ink1978.xml" ContentType="application/inkml+xml"/>
  <Override PartName="/ppt/ink/ink1979.xml" ContentType="application/inkml+xml"/>
  <Override PartName="/ppt/ink/ink1980.xml" ContentType="application/inkml+xml"/>
  <Override PartName="/ppt/ink/ink1981.xml" ContentType="application/inkml+xml"/>
  <Override PartName="/ppt/ink/ink1982.xml" ContentType="application/inkml+xml"/>
  <Override PartName="/ppt/ink/ink1983.xml" ContentType="application/inkml+xml"/>
  <Override PartName="/ppt/ink/ink1984.xml" ContentType="application/inkml+xml"/>
  <Override PartName="/ppt/ink/ink1985.xml" ContentType="application/inkml+xml"/>
  <Override PartName="/ppt/ink/ink1986.xml" ContentType="application/inkml+xml"/>
  <Override PartName="/ppt/ink/ink1987.xml" ContentType="application/inkml+xml"/>
  <Override PartName="/ppt/ink/ink1988.xml" ContentType="application/inkml+xml"/>
  <Override PartName="/ppt/ink/ink1989.xml" ContentType="application/inkml+xml"/>
  <Override PartName="/ppt/ink/ink1990.xml" ContentType="application/inkml+xml"/>
  <Override PartName="/ppt/ink/ink1991.xml" ContentType="application/inkml+xml"/>
  <Override PartName="/ppt/ink/ink1992.xml" ContentType="application/inkml+xml"/>
  <Override PartName="/ppt/ink/ink1993.xml" ContentType="application/inkml+xml"/>
  <Override PartName="/ppt/ink/ink1994.xml" ContentType="application/inkml+xml"/>
  <Override PartName="/ppt/ink/ink1995.xml" ContentType="application/inkml+xml"/>
  <Override PartName="/ppt/ink/ink1996.xml" ContentType="application/inkml+xml"/>
  <Override PartName="/ppt/ink/ink1997.xml" ContentType="application/inkml+xml"/>
  <Override PartName="/ppt/ink/ink1998.xml" ContentType="application/inkml+xml"/>
  <Override PartName="/ppt/ink/ink1999.xml" ContentType="application/inkml+xml"/>
  <Override PartName="/ppt/ink/ink2000.xml" ContentType="application/inkml+xml"/>
  <Override PartName="/ppt/ink/ink2001.xml" ContentType="application/inkml+xml"/>
  <Override PartName="/ppt/ink/ink2002.xml" ContentType="application/inkml+xml"/>
  <Override PartName="/ppt/ink/ink2003.xml" ContentType="application/inkml+xml"/>
  <Override PartName="/ppt/ink/ink2004.xml" ContentType="application/inkml+xml"/>
  <Override PartName="/ppt/ink/ink2005.xml" ContentType="application/inkml+xml"/>
  <Override PartName="/ppt/ink/ink2006.xml" ContentType="application/inkml+xml"/>
  <Override PartName="/ppt/ink/ink2007.xml" ContentType="application/inkml+xml"/>
  <Override PartName="/ppt/ink/ink2008.xml" ContentType="application/inkml+xml"/>
  <Override PartName="/ppt/ink/ink2009.xml" ContentType="application/inkml+xml"/>
  <Override PartName="/ppt/ink/ink2010.xml" ContentType="application/inkml+xml"/>
  <Override PartName="/ppt/ink/ink2011.xml" ContentType="application/inkml+xml"/>
  <Override PartName="/ppt/ink/ink2012.xml" ContentType="application/inkml+xml"/>
  <Override PartName="/ppt/ink/ink2013.xml" ContentType="application/inkml+xml"/>
  <Override PartName="/ppt/ink/ink2014.xml" ContentType="application/inkml+xml"/>
  <Override PartName="/ppt/ink/ink2015.xml" ContentType="application/inkml+xml"/>
  <Override PartName="/ppt/ink/ink2016.xml" ContentType="application/inkml+xml"/>
  <Override PartName="/ppt/ink/ink2017.xml" ContentType="application/inkml+xml"/>
  <Override PartName="/ppt/ink/ink2018.xml" ContentType="application/inkml+xml"/>
  <Override PartName="/ppt/ink/ink2019.xml" ContentType="application/inkml+xml"/>
  <Override PartName="/ppt/ink/ink2020.xml" ContentType="application/inkml+xml"/>
  <Override PartName="/ppt/ink/ink2021.xml" ContentType="application/inkml+xml"/>
  <Override PartName="/ppt/ink/ink2022.xml" ContentType="application/inkml+xml"/>
  <Override PartName="/ppt/ink/ink2023.xml" ContentType="application/inkml+xml"/>
  <Override PartName="/ppt/ink/ink2024.xml" ContentType="application/inkml+xml"/>
  <Override PartName="/ppt/ink/ink2025.xml" ContentType="application/inkml+xml"/>
  <Override PartName="/ppt/ink/ink2026.xml" ContentType="application/inkml+xml"/>
  <Override PartName="/ppt/ink/ink2027.xml" ContentType="application/inkml+xml"/>
  <Override PartName="/ppt/ink/ink2028.xml" ContentType="application/inkml+xml"/>
  <Override PartName="/ppt/ink/ink2029.xml" ContentType="application/inkml+xml"/>
  <Override PartName="/ppt/ink/ink2030.xml" ContentType="application/inkml+xml"/>
  <Override PartName="/ppt/ink/ink2031.xml" ContentType="application/inkml+xml"/>
  <Override PartName="/ppt/ink/ink2032.xml" ContentType="application/inkml+xml"/>
  <Override PartName="/ppt/ink/ink2033.xml" ContentType="application/inkml+xml"/>
  <Override PartName="/ppt/ink/ink2034.xml" ContentType="application/inkml+xml"/>
  <Override PartName="/ppt/ink/ink2035.xml" ContentType="application/inkml+xml"/>
  <Override PartName="/ppt/ink/ink2036.xml" ContentType="application/inkml+xml"/>
  <Override PartName="/ppt/ink/ink2037.xml" ContentType="application/inkml+xml"/>
  <Override PartName="/ppt/ink/ink2038.xml" ContentType="application/inkml+xml"/>
  <Override PartName="/ppt/ink/ink2039.xml" ContentType="application/inkml+xml"/>
  <Override PartName="/ppt/ink/ink2040.xml" ContentType="application/inkml+xml"/>
  <Override PartName="/ppt/ink/ink2041.xml" ContentType="application/inkml+xml"/>
  <Override PartName="/ppt/ink/ink2042.xml" ContentType="application/inkml+xml"/>
  <Override PartName="/ppt/ink/ink2043.xml" ContentType="application/inkml+xml"/>
  <Override PartName="/ppt/ink/ink2044.xml" ContentType="application/inkml+xml"/>
  <Override PartName="/ppt/ink/ink2045.xml" ContentType="application/inkml+xml"/>
  <Override PartName="/ppt/ink/ink2046.xml" ContentType="application/inkml+xml"/>
  <Override PartName="/ppt/ink/ink2047.xml" ContentType="application/inkml+xml"/>
  <Override PartName="/ppt/ink/ink2048.xml" ContentType="application/inkml+xml"/>
  <Override PartName="/ppt/ink/ink2049.xml" ContentType="application/inkml+xml"/>
  <Override PartName="/ppt/ink/ink2050.xml" ContentType="application/inkml+xml"/>
  <Override PartName="/ppt/ink/ink2051.xml" ContentType="application/inkml+xml"/>
  <Override PartName="/ppt/ink/ink2052.xml" ContentType="application/inkml+xml"/>
  <Override PartName="/ppt/ink/ink2053.xml" ContentType="application/inkml+xml"/>
  <Override PartName="/ppt/ink/ink2054.xml" ContentType="application/inkml+xml"/>
  <Override PartName="/ppt/ink/ink2055.xml" ContentType="application/inkml+xml"/>
  <Override PartName="/ppt/ink/ink2056.xml" ContentType="application/inkml+xml"/>
  <Override PartName="/ppt/ink/ink2057.xml" ContentType="application/inkml+xml"/>
  <Override PartName="/ppt/ink/ink2058.xml" ContentType="application/inkml+xml"/>
  <Override PartName="/ppt/ink/ink2059.xml" ContentType="application/inkml+xml"/>
  <Override PartName="/ppt/ink/ink2060.xml" ContentType="application/inkml+xml"/>
  <Override PartName="/ppt/ink/ink2061.xml" ContentType="application/inkml+xml"/>
  <Override PartName="/ppt/ink/ink2062.xml" ContentType="application/inkml+xml"/>
  <Override PartName="/ppt/ink/ink2063.xml" ContentType="application/inkml+xml"/>
  <Override PartName="/ppt/ink/ink2064.xml" ContentType="application/inkml+xml"/>
  <Override PartName="/ppt/ink/ink2065.xml" ContentType="application/inkml+xml"/>
  <Override PartName="/ppt/ink/ink2066.xml" ContentType="application/inkml+xml"/>
  <Override PartName="/ppt/ink/ink2067.xml" ContentType="application/inkml+xml"/>
  <Override PartName="/ppt/ink/ink2068.xml" ContentType="application/inkml+xml"/>
  <Override PartName="/ppt/ink/ink2069.xml" ContentType="application/inkml+xml"/>
  <Override PartName="/ppt/ink/ink2070.xml" ContentType="application/inkml+xml"/>
  <Override PartName="/ppt/ink/ink2071.xml" ContentType="application/inkml+xml"/>
  <Override PartName="/ppt/ink/ink2072.xml" ContentType="application/inkml+xml"/>
  <Override PartName="/ppt/ink/ink2073.xml" ContentType="application/inkml+xml"/>
  <Override PartName="/ppt/ink/ink2074.xml" ContentType="application/inkml+xml"/>
  <Override PartName="/ppt/ink/ink2075.xml" ContentType="application/inkml+xml"/>
  <Override PartName="/ppt/ink/ink2076.xml" ContentType="application/inkml+xml"/>
  <Override PartName="/ppt/ink/ink2077.xml" ContentType="application/inkml+xml"/>
  <Override PartName="/ppt/ink/ink2078.xml" ContentType="application/inkml+xml"/>
  <Override PartName="/ppt/ink/ink2079.xml" ContentType="application/inkml+xml"/>
  <Override PartName="/ppt/ink/ink2080.xml" ContentType="application/inkml+xml"/>
  <Override PartName="/ppt/ink/ink2081.xml" ContentType="application/inkml+xml"/>
  <Override PartName="/ppt/ink/ink2082.xml" ContentType="application/inkml+xml"/>
  <Override PartName="/ppt/ink/ink2083.xml" ContentType="application/inkml+xml"/>
  <Override PartName="/ppt/ink/ink2084.xml" ContentType="application/inkml+xml"/>
  <Override PartName="/ppt/ink/ink2085.xml" ContentType="application/inkml+xml"/>
  <Override PartName="/ppt/ink/ink2086.xml" ContentType="application/inkml+xml"/>
  <Override PartName="/ppt/ink/ink2087.xml" ContentType="application/inkml+xml"/>
  <Override PartName="/ppt/ink/ink2088.xml" ContentType="application/inkml+xml"/>
  <Override PartName="/ppt/ink/ink2089.xml" ContentType="application/inkml+xml"/>
  <Override PartName="/ppt/ink/ink2090.xml" ContentType="application/inkml+xml"/>
  <Override PartName="/ppt/ink/ink2091.xml" ContentType="application/inkml+xml"/>
  <Override PartName="/ppt/ink/ink2092.xml" ContentType="application/inkml+xml"/>
  <Override PartName="/ppt/ink/ink2093.xml" ContentType="application/inkml+xml"/>
  <Override PartName="/ppt/ink/ink2094.xml" ContentType="application/inkml+xml"/>
  <Override PartName="/ppt/ink/ink2095.xml" ContentType="application/inkml+xml"/>
  <Override PartName="/ppt/ink/ink2096.xml" ContentType="application/inkml+xml"/>
  <Override PartName="/ppt/ink/ink2097.xml" ContentType="application/inkml+xml"/>
  <Override PartName="/ppt/ink/ink2098.xml" ContentType="application/inkml+xml"/>
  <Override PartName="/ppt/ink/ink2099.xml" ContentType="application/inkml+xml"/>
  <Override PartName="/ppt/ink/ink2100.xml" ContentType="application/inkml+xml"/>
  <Override PartName="/ppt/ink/ink2101.xml" ContentType="application/inkml+xml"/>
  <Override PartName="/ppt/ink/ink2102.xml" ContentType="application/inkml+xml"/>
  <Override PartName="/ppt/ink/ink2103.xml" ContentType="application/inkml+xml"/>
  <Override PartName="/ppt/ink/ink2104.xml" ContentType="application/inkml+xml"/>
  <Override PartName="/ppt/ink/ink2105.xml" ContentType="application/inkml+xml"/>
  <Override PartName="/ppt/ink/ink2106.xml" ContentType="application/inkml+xml"/>
  <Override PartName="/ppt/ink/ink2107.xml" ContentType="application/inkml+xml"/>
  <Override PartName="/ppt/ink/ink2108.xml" ContentType="application/inkml+xml"/>
  <Override PartName="/ppt/ink/ink2109.xml" ContentType="application/inkml+xml"/>
  <Override PartName="/ppt/ink/ink2110.xml" ContentType="application/inkml+xml"/>
  <Override PartName="/ppt/ink/ink2111.xml" ContentType="application/inkml+xml"/>
  <Override PartName="/ppt/ink/ink2112.xml" ContentType="application/inkml+xml"/>
  <Override PartName="/ppt/ink/ink2113.xml" ContentType="application/inkml+xml"/>
  <Override PartName="/ppt/ink/ink2114.xml" ContentType="application/inkml+xml"/>
  <Override PartName="/ppt/ink/ink2115.xml" ContentType="application/inkml+xml"/>
  <Override PartName="/ppt/ink/ink2116.xml" ContentType="application/inkml+xml"/>
  <Override PartName="/ppt/ink/ink2117.xml" ContentType="application/inkml+xml"/>
  <Override PartName="/ppt/ink/ink2118.xml" ContentType="application/inkml+xml"/>
  <Override PartName="/ppt/ink/ink2119.xml" ContentType="application/inkml+xml"/>
  <Override PartName="/ppt/ink/ink2120.xml" ContentType="application/inkml+xml"/>
  <Override PartName="/ppt/ink/ink2121.xml" ContentType="application/inkml+xml"/>
  <Override PartName="/ppt/ink/ink2122.xml" ContentType="application/inkml+xml"/>
  <Override PartName="/ppt/ink/ink2123.xml" ContentType="application/inkml+xml"/>
  <Override PartName="/ppt/ink/ink2124.xml" ContentType="application/inkml+xml"/>
  <Override PartName="/ppt/ink/ink2125.xml" ContentType="application/inkml+xml"/>
  <Override PartName="/ppt/ink/ink2126.xml" ContentType="application/inkml+xml"/>
  <Override PartName="/ppt/ink/ink2127.xml" ContentType="application/inkml+xml"/>
  <Override PartName="/ppt/ink/ink2128.xml" ContentType="application/inkml+xml"/>
  <Override PartName="/ppt/ink/ink2129.xml" ContentType="application/inkml+xml"/>
  <Override PartName="/ppt/ink/ink2130.xml" ContentType="application/inkml+xml"/>
  <Override PartName="/ppt/ink/ink2131.xml" ContentType="application/inkml+xml"/>
  <Override PartName="/ppt/ink/ink2132.xml" ContentType="application/inkml+xml"/>
  <Override PartName="/ppt/ink/ink2133.xml" ContentType="application/inkml+xml"/>
  <Override PartName="/ppt/ink/ink2134.xml" ContentType="application/inkml+xml"/>
  <Override PartName="/ppt/ink/ink2135.xml" ContentType="application/inkml+xml"/>
  <Override PartName="/ppt/ink/ink2136.xml" ContentType="application/inkml+xml"/>
  <Override PartName="/ppt/ink/ink2137.xml" ContentType="application/inkml+xml"/>
  <Override PartName="/ppt/ink/ink2138.xml" ContentType="application/inkml+xml"/>
  <Override PartName="/ppt/ink/ink2139.xml" ContentType="application/inkml+xml"/>
  <Override PartName="/ppt/ink/ink2140.xml" ContentType="application/inkml+xml"/>
  <Override PartName="/ppt/ink/ink2141.xml" ContentType="application/inkml+xml"/>
  <Override PartName="/ppt/ink/ink2142.xml" ContentType="application/inkml+xml"/>
  <Override PartName="/ppt/ink/ink2143.xml" ContentType="application/inkml+xml"/>
  <Override PartName="/ppt/ink/ink2144.xml" ContentType="application/inkml+xml"/>
  <Override PartName="/ppt/ink/ink2145.xml" ContentType="application/inkml+xml"/>
  <Override PartName="/ppt/ink/ink2146.xml" ContentType="application/inkml+xml"/>
  <Override PartName="/ppt/ink/ink2147.xml" ContentType="application/inkml+xml"/>
  <Override PartName="/ppt/ink/ink2148.xml" ContentType="application/inkml+xml"/>
  <Override PartName="/ppt/ink/ink2149.xml" ContentType="application/inkml+xml"/>
  <Override PartName="/ppt/ink/ink2150.xml" ContentType="application/inkml+xml"/>
  <Override PartName="/ppt/ink/ink2151.xml" ContentType="application/inkml+xml"/>
  <Override PartName="/ppt/ink/ink2152.xml" ContentType="application/inkml+xml"/>
  <Override PartName="/ppt/ink/ink2153.xml" ContentType="application/inkml+xml"/>
  <Override PartName="/ppt/ink/ink2154.xml" ContentType="application/inkml+xml"/>
  <Override PartName="/ppt/ink/ink2155.xml" ContentType="application/inkml+xml"/>
  <Override PartName="/ppt/ink/ink2156.xml" ContentType="application/inkml+xml"/>
  <Override PartName="/ppt/ink/ink2157.xml" ContentType="application/inkml+xml"/>
  <Override PartName="/ppt/ink/ink2158.xml" ContentType="application/inkml+xml"/>
  <Override PartName="/ppt/ink/ink2159.xml" ContentType="application/inkml+xml"/>
  <Override PartName="/ppt/ink/ink2160.xml" ContentType="application/inkml+xml"/>
  <Override PartName="/ppt/ink/ink2161.xml" ContentType="application/inkml+xml"/>
  <Override PartName="/ppt/ink/ink2162.xml" ContentType="application/inkml+xml"/>
  <Override PartName="/ppt/ink/ink2163.xml" ContentType="application/inkml+xml"/>
  <Override PartName="/ppt/ink/ink2164.xml" ContentType="application/inkml+xml"/>
  <Override PartName="/ppt/ink/ink2165.xml" ContentType="application/inkml+xml"/>
  <Override PartName="/ppt/ink/ink2166.xml" ContentType="application/inkml+xml"/>
  <Override PartName="/ppt/ink/ink2167.xml" ContentType="application/inkml+xml"/>
  <Override PartName="/ppt/ink/ink2168.xml" ContentType="application/inkml+xml"/>
  <Override PartName="/ppt/ink/ink2169.xml" ContentType="application/inkml+xml"/>
  <Override PartName="/ppt/ink/ink2170.xml" ContentType="application/inkml+xml"/>
  <Override PartName="/ppt/ink/ink2171.xml" ContentType="application/inkml+xml"/>
  <Override PartName="/ppt/ink/ink2172.xml" ContentType="application/inkml+xml"/>
  <Override PartName="/ppt/ink/ink2173.xml" ContentType="application/inkml+xml"/>
  <Override PartName="/ppt/ink/ink2174.xml" ContentType="application/inkml+xml"/>
  <Override PartName="/ppt/ink/ink2175.xml" ContentType="application/inkml+xml"/>
  <Override PartName="/ppt/ink/ink2176.xml" ContentType="application/inkml+xml"/>
  <Override PartName="/ppt/ink/ink2177.xml" ContentType="application/inkml+xml"/>
  <Override PartName="/ppt/ink/ink2178.xml" ContentType="application/inkml+xml"/>
  <Override PartName="/ppt/ink/ink2179.xml" ContentType="application/inkml+xml"/>
  <Override PartName="/ppt/ink/ink2180.xml" ContentType="application/inkml+xml"/>
  <Override PartName="/ppt/ink/ink2181.xml" ContentType="application/inkml+xml"/>
  <Override PartName="/ppt/ink/ink2182.xml" ContentType="application/inkml+xml"/>
  <Override PartName="/ppt/ink/ink2183.xml" ContentType="application/inkml+xml"/>
  <Override PartName="/ppt/ink/ink2184.xml" ContentType="application/inkml+xml"/>
  <Override PartName="/ppt/ink/ink2185.xml" ContentType="application/inkml+xml"/>
  <Override PartName="/ppt/ink/ink2186.xml" ContentType="application/inkml+xml"/>
  <Override PartName="/ppt/ink/ink2187.xml" ContentType="application/inkml+xml"/>
  <Override PartName="/ppt/ink/ink2188.xml" ContentType="application/inkml+xml"/>
  <Override PartName="/ppt/ink/ink2189.xml" ContentType="application/inkml+xml"/>
  <Override PartName="/ppt/ink/ink2190.xml" ContentType="application/inkml+xml"/>
  <Override PartName="/ppt/ink/ink2191.xml" ContentType="application/inkml+xml"/>
  <Override PartName="/ppt/ink/ink2192.xml" ContentType="application/inkml+xml"/>
  <Override PartName="/ppt/ink/ink2193.xml" ContentType="application/inkml+xml"/>
  <Override PartName="/ppt/ink/ink2194.xml" ContentType="application/inkml+xml"/>
  <Override PartName="/ppt/ink/ink2195.xml" ContentType="application/inkml+xml"/>
  <Override PartName="/ppt/ink/ink2196.xml" ContentType="application/inkml+xml"/>
  <Override PartName="/ppt/ink/ink2197.xml" ContentType="application/inkml+xml"/>
  <Override PartName="/ppt/ink/ink2198.xml" ContentType="application/inkml+xml"/>
  <Override PartName="/ppt/ink/ink2199.xml" ContentType="application/inkml+xml"/>
  <Override PartName="/ppt/ink/ink2200.xml" ContentType="application/inkml+xml"/>
  <Override PartName="/ppt/ink/ink2201.xml" ContentType="application/inkml+xml"/>
  <Override PartName="/ppt/ink/ink2202.xml" ContentType="application/inkml+xml"/>
  <Override PartName="/ppt/ink/ink2203.xml" ContentType="application/inkml+xml"/>
  <Override PartName="/ppt/ink/ink2204.xml" ContentType="application/inkml+xml"/>
  <Override PartName="/ppt/ink/ink2205.xml" ContentType="application/inkml+xml"/>
  <Override PartName="/ppt/ink/ink2206.xml" ContentType="application/inkml+xml"/>
  <Override PartName="/ppt/ink/ink2207.xml" ContentType="application/inkml+xml"/>
  <Override PartName="/ppt/ink/ink2208.xml" ContentType="application/inkml+xml"/>
  <Override PartName="/ppt/ink/ink2209.xml" ContentType="application/inkml+xml"/>
  <Override PartName="/ppt/ink/ink2210.xml" ContentType="application/inkml+xml"/>
  <Override PartName="/ppt/ink/ink2211.xml" ContentType="application/inkml+xml"/>
  <Override PartName="/ppt/ink/ink2212.xml" ContentType="application/inkml+xml"/>
  <Override PartName="/ppt/ink/ink2213.xml" ContentType="application/inkml+xml"/>
  <Override PartName="/ppt/ink/ink2214.xml" ContentType="application/inkml+xml"/>
  <Override PartName="/ppt/ink/ink2215.xml" ContentType="application/inkml+xml"/>
  <Override PartName="/ppt/ink/ink2216.xml" ContentType="application/inkml+xml"/>
  <Override PartName="/ppt/ink/ink2217.xml" ContentType="application/inkml+xml"/>
  <Override PartName="/ppt/ink/ink2218.xml" ContentType="application/inkml+xml"/>
  <Override PartName="/ppt/ink/ink2219.xml" ContentType="application/inkml+xml"/>
  <Override PartName="/ppt/ink/ink2220.xml" ContentType="application/inkml+xml"/>
  <Override PartName="/ppt/ink/ink2221.xml" ContentType="application/inkml+xml"/>
  <Override PartName="/ppt/ink/ink2222.xml" ContentType="application/inkml+xml"/>
  <Override PartName="/ppt/ink/ink2223.xml" ContentType="application/inkml+xml"/>
  <Override PartName="/ppt/ink/ink2224.xml" ContentType="application/inkml+xml"/>
  <Override PartName="/ppt/ink/ink2225.xml" ContentType="application/inkml+xml"/>
  <Override PartName="/ppt/ink/ink2226.xml" ContentType="application/inkml+xml"/>
  <Override PartName="/ppt/ink/ink2227.xml" ContentType="application/inkml+xml"/>
  <Override PartName="/ppt/ink/ink2228.xml" ContentType="application/inkml+xml"/>
  <Override PartName="/ppt/ink/ink2229.xml" ContentType="application/inkml+xml"/>
  <Override PartName="/ppt/ink/ink2230.xml" ContentType="application/inkml+xml"/>
  <Override PartName="/ppt/ink/ink2231.xml" ContentType="application/inkml+xml"/>
  <Override PartName="/ppt/ink/ink2232.xml" ContentType="application/inkml+xml"/>
  <Override PartName="/ppt/ink/ink2233.xml" ContentType="application/inkml+xml"/>
  <Override PartName="/ppt/ink/ink2234.xml" ContentType="application/inkml+xml"/>
  <Override PartName="/ppt/ink/ink2235.xml" ContentType="application/inkml+xml"/>
  <Override PartName="/ppt/ink/ink2236.xml" ContentType="application/inkml+xml"/>
  <Override PartName="/ppt/ink/ink2237.xml" ContentType="application/inkml+xml"/>
  <Override PartName="/ppt/ink/ink2238.xml" ContentType="application/inkml+xml"/>
  <Override PartName="/ppt/ink/ink2239.xml" ContentType="application/inkml+xml"/>
  <Override PartName="/ppt/ink/ink2240.xml" ContentType="application/inkml+xml"/>
  <Override PartName="/ppt/ink/ink2241.xml" ContentType="application/inkml+xml"/>
  <Override PartName="/ppt/ink/ink2242.xml" ContentType="application/inkml+xml"/>
  <Override PartName="/ppt/ink/ink2243.xml" ContentType="application/inkml+xml"/>
  <Override PartName="/ppt/ink/ink2244.xml" ContentType="application/inkml+xml"/>
  <Override PartName="/ppt/ink/ink2245.xml" ContentType="application/inkml+xml"/>
  <Override PartName="/ppt/ink/ink2246.xml" ContentType="application/inkml+xml"/>
  <Override PartName="/ppt/ink/ink2247.xml" ContentType="application/inkml+xml"/>
  <Override PartName="/ppt/ink/ink2248.xml" ContentType="application/inkml+xml"/>
  <Override PartName="/ppt/ink/ink2249.xml" ContentType="application/inkml+xml"/>
  <Override PartName="/ppt/ink/ink2250.xml" ContentType="application/inkml+xml"/>
  <Override PartName="/ppt/ink/ink2251.xml" ContentType="application/inkml+xml"/>
  <Override PartName="/ppt/ink/ink2252.xml" ContentType="application/inkml+xml"/>
  <Override PartName="/ppt/ink/ink2253.xml" ContentType="application/inkml+xml"/>
  <Override PartName="/ppt/ink/ink2254.xml" ContentType="application/inkml+xml"/>
  <Override PartName="/ppt/ink/ink2255.xml" ContentType="application/inkml+xml"/>
  <Override PartName="/ppt/ink/ink2256.xml" ContentType="application/inkml+xml"/>
  <Override PartName="/ppt/ink/ink2257.xml" ContentType="application/inkml+xml"/>
  <Override PartName="/ppt/ink/ink2258.xml" ContentType="application/inkml+xml"/>
  <Override PartName="/ppt/ink/ink2259.xml" ContentType="application/inkml+xml"/>
  <Override PartName="/ppt/ink/ink2260.xml" ContentType="application/inkml+xml"/>
  <Override PartName="/ppt/ink/ink2261.xml" ContentType="application/inkml+xml"/>
  <Override PartName="/ppt/ink/ink2262.xml" ContentType="application/inkml+xml"/>
  <Override PartName="/ppt/ink/ink2263.xml" ContentType="application/inkml+xml"/>
  <Override PartName="/ppt/ink/ink2264.xml" ContentType="application/inkml+xml"/>
  <Override PartName="/ppt/ink/ink2265.xml" ContentType="application/inkml+xml"/>
  <Override PartName="/ppt/ink/ink2266.xml" ContentType="application/inkml+xml"/>
  <Override PartName="/ppt/ink/ink2267.xml" ContentType="application/inkml+xml"/>
  <Override PartName="/ppt/ink/ink2268.xml" ContentType="application/inkml+xml"/>
  <Override PartName="/ppt/ink/ink2269.xml" ContentType="application/inkml+xml"/>
  <Override PartName="/ppt/ink/ink2270.xml" ContentType="application/inkml+xml"/>
  <Override PartName="/ppt/ink/ink2271.xml" ContentType="application/inkml+xml"/>
  <Override PartName="/ppt/ink/ink2272.xml" ContentType="application/inkml+xml"/>
  <Override PartName="/ppt/ink/ink2273.xml" ContentType="application/inkml+xml"/>
  <Override PartName="/ppt/ink/ink2274.xml" ContentType="application/inkml+xml"/>
  <Override PartName="/ppt/ink/ink2275.xml" ContentType="application/inkml+xml"/>
  <Override PartName="/ppt/ink/ink2276.xml" ContentType="application/inkml+xml"/>
  <Override PartName="/ppt/ink/ink2277.xml" ContentType="application/inkml+xml"/>
  <Override PartName="/ppt/ink/ink2278.xml" ContentType="application/inkml+xml"/>
  <Override PartName="/ppt/ink/ink2279.xml" ContentType="application/inkml+xml"/>
  <Override PartName="/ppt/ink/ink2280.xml" ContentType="application/inkml+xml"/>
  <Override PartName="/ppt/ink/ink2281.xml" ContentType="application/inkml+xml"/>
  <Override PartName="/ppt/ink/ink2282.xml" ContentType="application/inkml+xml"/>
  <Override PartName="/ppt/ink/ink2283.xml" ContentType="application/inkml+xml"/>
  <Override PartName="/ppt/ink/ink2284.xml" ContentType="application/inkml+xml"/>
  <Override PartName="/ppt/ink/ink2285.xml" ContentType="application/inkml+xml"/>
  <Override PartName="/ppt/ink/ink2286.xml" ContentType="application/inkml+xml"/>
  <Override PartName="/ppt/ink/ink2287.xml" ContentType="application/inkml+xml"/>
  <Override PartName="/ppt/ink/ink2288.xml" ContentType="application/inkml+xml"/>
  <Override PartName="/ppt/ink/ink2289.xml" ContentType="application/inkml+xml"/>
  <Override PartName="/ppt/ink/ink2290.xml" ContentType="application/inkml+xml"/>
  <Override PartName="/ppt/ink/ink2291.xml" ContentType="application/inkml+xml"/>
  <Override PartName="/ppt/ink/ink2292.xml" ContentType="application/inkml+xml"/>
  <Override PartName="/ppt/ink/ink2293.xml" ContentType="application/inkml+xml"/>
  <Override PartName="/ppt/ink/ink2294.xml" ContentType="application/inkml+xml"/>
  <Override PartName="/ppt/ink/ink2295.xml" ContentType="application/inkml+xml"/>
  <Override PartName="/ppt/ink/ink2296.xml" ContentType="application/inkml+xml"/>
  <Override PartName="/ppt/ink/ink2297.xml" ContentType="application/inkml+xml"/>
  <Override PartName="/ppt/ink/ink2298.xml" ContentType="application/inkml+xml"/>
  <Override PartName="/ppt/ink/ink2299.xml" ContentType="application/inkml+xml"/>
  <Override PartName="/ppt/ink/ink2300.xml" ContentType="application/inkml+xml"/>
  <Override PartName="/ppt/ink/ink2301.xml" ContentType="application/inkml+xml"/>
  <Override PartName="/ppt/ink/ink2302.xml" ContentType="application/inkml+xml"/>
  <Override PartName="/ppt/ink/ink2303.xml" ContentType="application/inkml+xml"/>
  <Override PartName="/ppt/ink/ink2304.xml" ContentType="application/inkml+xml"/>
  <Override PartName="/ppt/ink/ink2305.xml" ContentType="application/inkml+xml"/>
  <Override PartName="/ppt/ink/ink2306.xml" ContentType="application/inkml+xml"/>
  <Override PartName="/ppt/ink/ink2307.xml" ContentType="application/inkml+xml"/>
  <Override PartName="/ppt/ink/ink2308.xml" ContentType="application/inkml+xml"/>
  <Override PartName="/ppt/ink/ink2309.xml" ContentType="application/inkml+xml"/>
  <Override PartName="/ppt/ink/ink2310.xml" ContentType="application/inkml+xml"/>
  <Override PartName="/ppt/ink/ink2311.xml" ContentType="application/inkml+xml"/>
  <Override PartName="/ppt/ink/ink2312.xml" ContentType="application/inkml+xml"/>
  <Override PartName="/ppt/ink/ink2313.xml" ContentType="application/inkml+xml"/>
  <Override PartName="/ppt/ink/ink2314.xml" ContentType="application/inkml+xml"/>
  <Override PartName="/ppt/ink/ink2315.xml" ContentType="application/inkml+xml"/>
  <Override PartName="/ppt/ink/ink2316.xml" ContentType="application/inkml+xml"/>
  <Override PartName="/ppt/ink/ink2317.xml" ContentType="application/inkml+xml"/>
  <Override PartName="/ppt/ink/ink2318.xml" ContentType="application/inkml+xml"/>
  <Override PartName="/ppt/ink/ink2319.xml" ContentType="application/inkml+xml"/>
  <Override PartName="/ppt/ink/ink2320.xml" ContentType="application/inkml+xml"/>
  <Override PartName="/ppt/ink/ink2321.xml" ContentType="application/inkml+xml"/>
  <Override PartName="/ppt/ink/ink2322.xml" ContentType="application/inkml+xml"/>
  <Override PartName="/ppt/ink/ink2323.xml" ContentType="application/inkml+xml"/>
  <Override PartName="/ppt/ink/ink2324.xml" ContentType="application/inkml+xml"/>
  <Override PartName="/ppt/ink/ink2325.xml" ContentType="application/inkml+xml"/>
  <Override PartName="/ppt/ink/ink2326.xml" ContentType="application/inkml+xml"/>
  <Override PartName="/ppt/ink/ink2327.xml" ContentType="application/inkml+xml"/>
  <Override PartName="/ppt/ink/ink2328.xml" ContentType="application/inkml+xml"/>
  <Override PartName="/ppt/ink/ink2329.xml" ContentType="application/inkml+xml"/>
  <Override PartName="/ppt/ink/ink2330.xml" ContentType="application/inkml+xml"/>
  <Override PartName="/ppt/ink/ink2331.xml" ContentType="application/inkml+xml"/>
  <Override PartName="/ppt/ink/ink2332.xml" ContentType="application/inkml+xml"/>
  <Override PartName="/ppt/ink/ink2333.xml" ContentType="application/inkml+xml"/>
  <Override PartName="/ppt/ink/ink2334.xml" ContentType="application/inkml+xml"/>
  <Override PartName="/ppt/ink/ink2335.xml" ContentType="application/inkml+xml"/>
  <Override PartName="/ppt/ink/ink2336.xml" ContentType="application/inkml+xml"/>
  <Override PartName="/ppt/ink/ink2337.xml" ContentType="application/inkml+xml"/>
  <Override PartName="/ppt/ink/ink2338.xml" ContentType="application/inkml+xml"/>
  <Override PartName="/ppt/ink/ink2339.xml" ContentType="application/inkml+xml"/>
  <Override PartName="/ppt/ink/ink2340.xml" ContentType="application/inkml+xml"/>
  <Override PartName="/ppt/ink/ink2341.xml" ContentType="application/inkml+xml"/>
  <Override PartName="/ppt/ink/ink2342.xml" ContentType="application/inkml+xml"/>
  <Override PartName="/ppt/ink/ink2343.xml" ContentType="application/inkml+xml"/>
  <Override PartName="/ppt/ink/ink2344.xml" ContentType="application/inkml+xml"/>
  <Override PartName="/ppt/ink/ink2345.xml" ContentType="application/inkml+xml"/>
  <Override PartName="/ppt/ink/ink2346.xml" ContentType="application/inkml+xml"/>
  <Override PartName="/ppt/ink/ink2347.xml" ContentType="application/inkml+xml"/>
  <Override PartName="/ppt/ink/ink2348.xml" ContentType="application/inkml+xml"/>
  <Override PartName="/ppt/ink/ink2349.xml" ContentType="application/inkml+xml"/>
  <Override PartName="/ppt/ink/ink2350.xml" ContentType="application/inkml+xml"/>
  <Override PartName="/ppt/ink/ink2351.xml" ContentType="application/inkml+xml"/>
  <Override PartName="/ppt/ink/ink2352.xml" ContentType="application/inkml+xml"/>
  <Override PartName="/ppt/ink/ink2353.xml" ContentType="application/inkml+xml"/>
  <Override PartName="/ppt/ink/ink2354.xml" ContentType="application/inkml+xml"/>
  <Override PartName="/ppt/ink/ink2355.xml" ContentType="application/inkml+xml"/>
  <Override PartName="/ppt/ink/ink2356.xml" ContentType="application/inkml+xml"/>
  <Override PartName="/ppt/ink/ink2357.xml" ContentType="application/inkml+xml"/>
  <Override PartName="/ppt/ink/ink2358.xml" ContentType="application/inkml+xml"/>
  <Override PartName="/ppt/ink/ink2359.xml" ContentType="application/inkml+xml"/>
  <Override PartName="/ppt/ink/ink2360.xml" ContentType="application/inkml+xml"/>
  <Override PartName="/ppt/ink/ink2361.xml" ContentType="application/inkml+xml"/>
  <Override PartName="/ppt/ink/ink2362.xml" ContentType="application/inkml+xml"/>
  <Override PartName="/ppt/ink/ink2363.xml" ContentType="application/inkml+xml"/>
  <Override PartName="/ppt/ink/ink2364.xml" ContentType="application/inkml+xml"/>
  <Override PartName="/ppt/ink/ink2365.xml" ContentType="application/inkml+xml"/>
  <Override PartName="/ppt/ink/ink2366.xml" ContentType="application/inkml+xml"/>
  <Override PartName="/ppt/ink/ink2367.xml" ContentType="application/inkml+xml"/>
  <Override PartName="/ppt/ink/ink2368.xml" ContentType="application/inkml+xml"/>
  <Override PartName="/ppt/ink/ink2369.xml" ContentType="application/inkml+xml"/>
  <Override PartName="/ppt/ink/ink2370.xml" ContentType="application/inkml+xml"/>
  <Override PartName="/ppt/ink/ink2371.xml" ContentType="application/inkml+xml"/>
  <Override PartName="/ppt/ink/ink2372.xml" ContentType="application/inkml+xml"/>
  <Override PartName="/ppt/ink/ink2373.xml" ContentType="application/inkml+xml"/>
  <Override PartName="/ppt/ink/ink2374.xml" ContentType="application/inkml+xml"/>
  <Override PartName="/ppt/ink/ink2375.xml" ContentType="application/inkml+xml"/>
  <Override PartName="/ppt/ink/ink2376.xml" ContentType="application/inkml+xml"/>
  <Override PartName="/ppt/ink/ink2377.xml" ContentType="application/inkml+xml"/>
  <Override PartName="/ppt/ink/ink2378.xml" ContentType="application/inkml+xml"/>
  <Override PartName="/ppt/ink/ink2379.xml" ContentType="application/inkml+xml"/>
  <Override PartName="/ppt/ink/ink2380.xml" ContentType="application/inkml+xml"/>
  <Override PartName="/ppt/ink/ink2381.xml" ContentType="application/inkml+xml"/>
  <Override PartName="/ppt/ink/ink2382.xml" ContentType="application/inkml+xml"/>
  <Override PartName="/ppt/ink/ink2383.xml" ContentType="application/inkml+xml"/>
  <Override PartName="/ppt/ink/ink2384.xml" ContentType="application/inkml+xml"/>
  <Override PartName="/ppt/ink/ink2385.xml" ContentType="application/inkml+xml"/>
  <Override PartName="/ppt/ink/ink2386.xml" ContentType="application/inkml+xml"/>
  <Override PartName="/ppt/ink/ink2387.xml" ContentType="application/inkml+xml"/>
  <Override PartName="/ppt/ink/ink2388.xml" ContentType="application/inkml+xml"/>
  <Override PartName="/ppt/ink/ink2389.xml" ContentType="application/inkml+xml"/>
  <Override PartName="/ppt/ink/ink2390.xml" ContentType="application/inkml+xml"/>
  <Override PartName="/ppt/ink/ink2391.xml" ContentType="application/inkml+xml"/>
  <Override PartName="/ppt/ink/ink2392.xml" ContentType="application/inkml+xml"/>
  <Override PartName="/ppt/ink/ink2393.xml" ContentType="application/inkml+xml"/>
  <Override PartName="/ppt/ink/ink2394.xml" ContentType="application/inkml+xml"/>
  <Override PartName="/ppt/ink/ink2395.xml" ContentType="application/inkml+xml"/>
  <Override PartName="/ppt/ink/ink2396.xml" ContentType="application/inkml+xml"/>
  <Override PartName="/ppt/ink/ink2397.xml" ContentType="application/inkml+xml"/>
  <Override PartName="/ppt/ink/ink2398.xml" ContentType="application/inkml+xml"/>
  <Override PartName="/ppt/ink/ink2399.xml" ContentType="application/inkml+xml"/>
  <Override PartName="/ppt/ink/ink2400.xml" ContentType="application/inkml+xml"/>
  <Override PartName="/ppt/ink/ink2401.xml" ContentType="application/inkml+xml"/>
  <Override PartName="/ppt/ink/ink2402.xml" ContentType="application/inkml+xml"/>
  <Override PartName="/ppt/ink/ink2403.xml" ContentType="application/inkml+xml"/>
  <Override PartName="/ppt/ink/ink2404.xml" ContentType="application/inkml+xml"/>
  <Override PartName="/ppt/ink/ink2405.xml" ContentType="application/inkml+xml"/>
  <Override PartName="/ppt/ink/ink2406.xml" ContentType="application/inkml+xml"/>
  <Override PartName="/ppt/ink/ink2407.xml" ContentType="application/inkml+xml"/>
  <Override PartName="/ppt/ink/ink2408.xml" ContentType="application/inkml+xml"/>
  <Override PartName="/ppt/ink/ink2409.xml" ContentType="application/inkml+xml"/>
  <Override PartName="/ppt/ink/ink2410.xml" ContentType="application/inkml+xml"/>
  <Override PartName="/ppt/ink/ink2411.xml" ContentType="application/inkml+xml"/>
  <Override PartName="/ppt/ink/ink2412.xml" ContentType="application/inkml+xml"/>
  <Override PartName="/ppt/ink/ink2413.xml" ContentType="application/inkml+xml"/>
  <Override PartName="/ppt/ink/ink2414.xml" ContentType="application/inkml+xml"/>
  <Override PartName="/ppt/ink/ink2415.xml" ContentType="application/inkml+xml"/>
  <Override PartName="/ppt/ink/ink2416.xml" ContentType="application/inkml+xml"/>
  <Override PartName="/ppt/ink/ink2417.xml" ContentType="application/inkml+xml"/>
  <Override PartName="/ppt/ink/ink2418.xml" ContentType="application/inkml+xml"/>
  <Override PartName="/ppt/ink/ink2419.xml" ContentType="application/inkml+xml"/>
  <Override PartName="/ppt/ink/ink2420.xml" ContentType="application/inkml+xml"/>
  <Override PartName="/ppt/ink/ink2421.xml" ContentType="application/inkml+xml"/>
  <Override PartName="/ppt/ink/ink2422.xml" ContentType="application/inkml+xml"/>
  <Override PartName="/ppt/ink/ink2423.xml" ContentType="application/inkml+xml"/>
  <Override PartName="/ppt/ink/ink2424.xml" ContentType="application/inkml+xml"/>
  <Override PartName="/ppt/ink/ink2425.xml" ContentType="application/inkml+xml"/>
  <Override PartName="/ppt/ink/ink2426.xml" ContentType="application/inkml+xml"/>
  <Override PartName="/ppt/ink/ink2427.xml" ContentType="application/inkml+xml"/>
  <Override PartName="/ppt/ink/ink2428.xml" ContentType="application/inkml+xml"/>
  <Override PartName="/ppt/ink/ink2429.xml" ContentType="application/inkml+xml"/>
  <Override PartName="/ppt/ink/ink2430.xml" ContentType="application/inkml+xml"/>
  <Override PartName="/ppt/ink/ink2431.xml" ContentType="application/inkml+xml"/>
  <Override PartName="/ppt/ink/ink2432.xml" ContentType="application/inkml+xml"/>
  <Override PartName="/ppt/ink/ink2433.xml" ContentType="application/inkml+xml"/>
  <Override PartName="/ppt/ink/ink2434.xml" ContentType="application/inkml+xml"/>
  <Override PartName="/ppt/ink/ink2435.xml" ContentType="application/inkml+xml"/>
  <Override PartName="/ppt/ink/ink2436.xml" ContentType="application/inkml+xml"/>
  <Override PartName="/ppt/ink/ink2437.xml" ContentType="application/inkml+xml"/>
  <Override PartName="/ppt/ink/ink2438.xml" ContentType="application/inkml+xml"/>
  <Override PartName="/ppt/ink/ink2439.xml" ContentType="application/inkml+xml"/>
  <Override PartName="/ppt/ink/ink2440.xml" ContentType="application/inkml+xml"/>
  <Override PartName="/ppt/ink/ink2441.xml" ContentType="application/inkml+xml"/>
  <Override PartName="/ppt/ink/ink2442.xml" ContentType="application/inkml+xml"/>
  <Override PartName="/ppt/ink/ink2443.xml" ContentType="application/inkml+xml"/>
  <Override PartName="/ppt/ink/ink2444.xml" ContentType="application/inkml+xml"/>
  <Override PartName="/ppt/ink/ink2445.xml" ContentType="application/inkml+xml"/>
  <Override PartName="/ppt/ink/ink2446.xml" ContentType="application/inkml+xml"/>
  <Override PartName="/ppt/ink/ink2447.xml" ContentType="application/inkml+xml"/>
  <Override PartName="/ppt/ink/ink2448.xml" ContentType="application/inkml+xml"/>
  <Override PartName="/ppt/ink/ink2449.xml" ContentType="application/inkml+xml"/>
  <Override PartName="/ppt/ink/ink2450.xml" ContentType="application/inkml+xml"/>
  <Override PartName="/ppt/ink/ink2451.xml" ContentType="application/inkml+xml"/>
  <Override PartName="/ppt/ink/ink2452.xml" ContentType="application/inkml+xml"/>
  <Override PartName="/ppt/ink/ink2453.xml" ContentType="application/inkml+xml"/>
  <Override PartName="/ppt/ink/ink2454.xml" ContentType="application/inkml+xml"/>
  <Override PartName="/ppt/ink/ink2455.xml" ContentType="application/inkml+xml"/>
  <Override PartName="/ppt/ink/ink2456.xml" ContentType="application/inkml+xml"/>
  <Override PartName="/ppt/ink/ink2457.xml" ContentType="application/inkml+xml"/>
  <Override PartName="/ppt/ink/ink2458.xml" ContentType="application/inkml+xml"/>
  <Override PartName="/ppt/ink/ink2459.xml" ContentType="application/inkml+xml"/>
  <Override PartName="/ppt/ink/ink2460.xml" ContentType="application/inkml+xml"/>
  <Override PartName="/ppt/ink/ink2461.xml" ContentType="application/inkml+xml"/>
  <Override PartName="/ppt/ink/ink2462.xml" ContentType="application/inkml+xml"/>
  <Override PartName="/ppt/ink/ink2463.xml" ContentType="application/inkml+xml"/>
  <Override PartName="/ppt/ink/ink2464.xml" ContentType="application/inkml+xml"/>
  <Override PartName="/ppt/ink/ink2465.xml" ContentType="application/inkml+xml"/>
  <Override PartName="/ppt/ink/ink2466.xml" ContentType="application/inkml+xml"/>
  <Override PartName="/ppt/ink/ink2467.xml" ContentType="application/inkml+xml"/>
  <Override PartName="/ppt/ink/ink2468.xml" ContentType="application/inkml+xml"/>
  <Override PartName="/ppt/ink/ink2469.xml" ContentType="application/inkml+xml"/>
  <Override PartName="/ppt/ink/ink2470.xml" ContentType="application/inkml+xml"/>
  <Override PartName="/ppt/ink/ink2471.xml" ContentType="application/inkml+xml"/>
  <Override PartName="/ppt/ink/ink2472.xml" ContentType="application/inkml+xml"/>
  <Override PartName="/ppt/ink/ink2473.xml" ContentType="application/inkml+xml"/>
  <Override PartName="/ppt/ink/ink2474.xml" ContentType="application/inkml+xml"/>
  <Override PartName="/ppt/ink/ink2475.xml" ContentType="application/inkml+xml"/>
  <Override PartName="/ppt/ink/ink2476.xml" ContentType="application/inkml+xml"/>
  <Override PartName="/ppt/ink/ink2477.xml" ContentType="application/inkml+xml"/>
  <Override PartName="/ppt/ink/ink2478.xml" ContentType="application/inkml+xml"/>
  <Override PartName="/ppt/ink/ink2479.xml" ContentType="application/inkml+xml"/>
  <Override PartName="/ppt/ink/ink2480.xml" ContentType="application/inkml+xml"/>
  <Override PartName="/ppt/ink/ink2481.xml" ContentType="application/inkml+xml"/>
  <Override PartName="/ppt/ink/ink2482.xml" ContentType="application/inkml+xml"/>
  <Override PartName="/ppt/ink/ink2483.xml" ContentType="application/inkml+xml"/>
  <Override PartName="/ppt/ink/ink2484.xml" ContentType="application/inkml+xml"/>
  <Override PartName="/ppt/ink/ink2485.xml" ContentType="application/inkml+xml"/>
  <Override PartName="/ppt/ink/ink2486.xml" ContentType="application/inkml+xml"/>
  <Override PartName="/ppt/ink/ink2487.xml" ContentType="application/inkml+xml"/>
  <Override PartName="/ppt/ink/ink2488.xml" ContentType="application/inkml+xml"/>
  <Override PartName="/ppt/ink/ink2489.xml" ContentType="application/inkml+xml"/>
  <Override PartName="/ppt/ink/ink2490.xml" ContentType="application/inkml+xml"/>
  <Override PartName="/ppt/ink/ink2491.xml" ContentType="application/inkml+xml"/>
  <Override PartName="/ppt/ink/ink2492.xml" ContentType="application/inkml+xml"/>
  <Override PartName="/ppt/ink/ink2493.xml" ContentType="application/inkml+xml"/>
  <Override PartName="/ppt/ink/ink2494.xml" ContentType="application/inkml+xml"/>
  <Override PartName="/ppt/ink/ink2495.xml" ContentType="application/inkml+xml"/>
  <Override PartName="/ppt/ink/ink2496.xml" ContentType="application/inkml+xml"/>
  <Override PartName="/ppt/ink/ink2497.xml" ContentType="application/inkml+xml"/>
  <Override PartName="/ppt/ink/ink2498.xml" ContentType="application/inkml+xml"/>
  <Override PartName="/ppt/ink/ink2499.xml" ContentType="application/inkml+xml"/>
  <Override PartName="/ppt/ink/ink2500.xml" ContentType="application/inkml+xml"/>
  <Override PartName="/ppt/ink/ink2501.xml" ContentType="application/inkml+xml"/>
  <Override PartName="/ppt/ink/ink2502.xml" ContentType="application/inkml+xml"/>
  <Override PartName="/ppt/ink/ink2503.xml" ContentType="application/inkml+xml"/>
  <Override PartName="/ppt/ink/ink2504.xml" ContentType="application/inkml+xml"/>
  <Override PartName="/ppt/ink/ink2505.xml" ContentType="application/inkml+xml"/>
  <Override PartName="/ppt/ink/ink2506.xml" ContentType="application/inkml+xml"/>
  <Override PartName="/ppt/ink/ink2507.xml" ContentType="application/inkml+xml"/>
  <Override PartName="/ppt/ink/ink2508.xml" ContentType="application/inkml+xml"/>
  <Override PartName="/ppt/ink/ink2509.xml" ContentType="application/inkml+xml"/>
  <Override PartName="/ppt/ink/ink2510.xml" ContentType="application/inkml+xml"/>
  <Override PartName="/ppt/ink/ink2511.xml" ContentType="application/inkml+xml"/>
  <Override PartName="/ppt/ink/ink2512.xml" ContentType="application/inkml+xml"/>
  <Override PartName="/ppt/ink/ink2513.xml" ContentType="application/inkml+xml"/>
  <Override PartName="/ppt/ink/ink2514.xml" ContentType="application/inkml+xml"/>
  <Override PartName="/ppt/ink/ink2515.xml" ContentType="application/inkml+xml"/>
  <Override PartName="/ppt/ink/ink2516.xml" ContentType="application/inkml+xml"/>
  <Override PartName="/ppt/ink/ink2517.xml" ContentType="application/inkml+xml"/>
  <Override PartName="/ppt/ink/ink2518.xml" ContentType="application/inkml+xml"/>
  <Override PartName="/ppt/ink/ink2519.xml" ContentType="application/inkml+xml"/>
  <Override PartName="/ppt/ink/ink2520.xml" ContentType="application/inkml+xml"/>
  <Override PartName="/ppt/ink/ink2521.xml" ContentType="application/inkml+xml"/>
  <Override PartName="/ppt/ink/ink2522.xml" ContentType="application/inkml+xml"/>
  <Override PartName="/ppt/ink/ink2523.xml" ContentType="application/inkml+xml"/>
  <Override PartName="/ppt/ink/ink2524.xml" ContentType="application/inkml+xml"/>
  <Override PartName="/ppt/ink/ink2525.xml" ContentType="application/inkml+xml"/>
  <Override PartName="/ppt/ink/ink2526.xml" ContentType="application/inkml+xml"/>
  <Override PartName="/ppt/ink/ink2527.xml" ContentType="application/inkml+xml"/>
  <Override PartName="/ppt/ink/ink2528.xml" ContentType="application/inkml+xml"/>
  <Override PartName="/ppt/ink/ink2529.xml" ContentType="application/inkml+xml"/>
  <Override PartName="/ppt/ink/ink2530.xml" ContentType="application/inkml+xml"/>
  <Override PartName="/ppt/ink/ink2531.xml" ContentType="application/inkml+xml"/>
  <Override PartName="/ppt/ink/ink2532.xml" ContentType="application/inkml+xml"/>
  <Override PartName="/ppt/ink/ink2533.xml" ContentType="application/inkml+xml"/>
  <Override PartName="/ppt/ink/ink2534.xml" ContentType="application/inkml+xml"/>
  <Override PartName="/ppt/ink/ink2535.xml" ContentType="application/inkml+xml"/>
  <Override PartName="/ppt/ink/ink2536.xml" ContentType="application/inkml+xml"/>
  <Override PartName="/ppt/ink/ink2537.xml" ContentType="application/inkml+xml"/>
  <Override PartName="/ppt/ink/ink2538.xml" ContentType="application/inkml+xml"/>
  <Override PartName="/ppt/ink/ink2539.xml" ContentType="application/inkml+xml"/>
  <Override PartName="/ppt/ink/ink2540.xml" ContentType="application/inkml+xml"/>
  <Override PartName="/ppt/ink/ink2541.xml" ContentType="application/inkml+xml"/>
  <Override PartName="/ppt/ink/ink2542.xml" ContentType="application/inkml+xml"/>
  <Override PartName="/ppt/ink/ink2543.xml" ContentType="application/inkml+xml"/>
  <Override PartName="/ppt/ink/ink2544.xml" ContentType="application/inkml+xml"/>
  <Override PartName="/ppt/ink/ink2545.xml" ContentType="application/inkml+xml"/>
  <Override PartName="/ppt/ink/ink2546.xml" ContentType="application/inkml+xml"/>
  <Override PartName="/ppt/ink/ink2547.xml" ContentType="application/inkml+xml"/>
  <Override PartName="/ppt/ink/ink2548.xml" ContentType="application/inkml+xml"/>
  <Override PartName="/ppt/ink/ink2549.xml" ContentType="application/inkml+xml"/>
  <Override PartName="/ppt/ink/ink2550.xml" ContentType="application/inkml+xml"/>
  <Override PartName="/ppt/ink/ink2551.xml" ContentType="application/inkml+xml"/>
  <Override PartName="/ppt/ink/ink2552.xml" ContentType="application/inkml+xml"/>
  <Override PartName="/ppt/ink/ink2553.xml" ContentType="application/inkml+xml"/>
  <Override PartName="/ppt/ink/ink2554.xml" ContentType="application/inkml+xml"/>
  <Override PartName="/ppt/ink/ink2555.xml" ContentType="application/inkml+xml"/>
  <Override PartName="/ppt/ink/ink2556.xml" ContentType="application/inkml+xml"/>
  <Override PartName="/ppt/ink/ink2557.xml" ContentType="application/inkml+xml"/>
  <Override PartName="/ppt/ink/ink2558.xml" ContentType="application/inkml+xml"/>
  <Override PartName="/ppt/ink/ink2559.xml" ContentType="application/inkml+xml"/>
  <Override PartName="/ppt/ink/ink2560.xml" ContentType="application/inkml+xml"/>
  <Override PartName="/ppt/ink/ink2561.xml" ContentType="application/inkml+xml"/>
  <Override PartName="/ppt/ink/ink2562.xml" ContentType="application/inkml+xml"/>
  <Override PartName="/ppt/ink/ink2563.xml" ContentType="application/inkml+xml"/>
  <Override PartName="/ppt/ink/ink2564.xml" ContentType="application/inkml+xml"/>
  <Override PartName="/ppt/ink/ink2565.xml" ContentType="application/inkml+xml"/>
  <Override PartName="/ppt/ink/ink2566.xml" ContentType="application/inkml+xml"/>
  <Override PartName="/ppt/ink/ink2567.xml" ContentType="application/inkml+xml"/>
  <Override PartName="/ppt/ink/ink2568.xml" ContentType="application/inkml+xml"/>
  <Override PartName="/ppt/ink/ink2569.xml" ContentType="application/inkml+xml"/>
  <Override PartName="/ppt/ink/ink2570.xml" ContentType="application/inkml+xml"/>
  <Override PartName="/ppt/ink/ink2571.xml" ContentType="application/inkml+xml"/>
  <Override PartName="/ppt/ink/ink2572.xml" ContentType="application/inkml+xml"/>
  <Override PartName="/ppt/ink/ink2573.xml" ContentType="application/inkml+xml"/>
  <Override PartName="/ppt/ink/ink2574.xml" ContentType="application/inkml+xml"/>
  <Override PartName="/ppt/ink/ink2575.xml" ContentType="application/inkml+xml"/>
  <Override PartName="/ppt/ink/ink2576.xml" ContentType="application/inkml+xml"/>
  <Override PartName="/ppt/ink/ink2577.xml" ContentType="application/inkml+xml"/>
  <Override PartName="/ppt/ink/ink2578.xml" ContentType="application/inkml+xml"/>
  <Override PartName="/ppt/ink/ink2579.xml" ContentType="application/inkml+xml"/>
  <Override PartName="/ppt/ink/ink2580.xml" ContentType="application/inkml+xml"/>
  <Override PartName="/ppt/ink/ink2581.xml" ContentType="application/inkml+xml"/>
  <Override PartName="/ppt/ink/ink2582.xml" ContentType="application/inkml+xml"/>
  <Override PartName="/ppt/ink/ink2583.xml" ContentType="application/inkml+xml"/>
  <Override PartName="/ppt/ink/ink2584.xml" ContentType="application/inkml+xml"/>
  <Override PartName="/ppt/ink/ink2585.xml" ContentType="application/inkml+xml"/>
  <Override PartName="/ppt/ink/ink2586.xml" ContentType="application/inkml+xml"/>
  <Override PartName="/ppt/ink/ink2587.xml" ContentType="application/inkml+xml"/>
  <Override PartName="/ppt/ink/ink2588.xml" ContentType="application/inkml+xml"/>
  <Override PartName="/ppt/ink/ink2589.xml" ContentType="application/inkml+xml"/>
  <Override PartName="/ppt/ink/ink2590.xml" ContentType="application/inkml+xml"/>
  <Override PartName="/ppt/ink/ink2591.xml" ContentType="application/inkml+xml"/>
  <Override PartName="/ppt/ink/ink2592.xml" ContentType="application/inkml+xml"/>
  <Override PartName="/ppt/ink/ink2593.xml" ContentType="application/inkml+xml"/>
  <Override PartName="/ppt/ink/ink2594.xml" ContentType="application/inkml+xml"/>
  <Override PartName="/ppt/ink/ink2595.xml" ContentType="application/inkml+xml"/>
  <Override PartName="/ppt/ink/ink2596.xml" ContentType="application/inkml+xml"/>
  <Override PartName="/ppt/ink/ink2597.xml" ContentType="application/inkml+xml"/>
  <Override PartName="/ppt/ink/ink2598.xml" ContentType="application/inkml+xml"/>
  <Override PartName="/ppt/ink/ink2599.xml" ContentType="application/inkml+xml"/>
  <Override PartName="/ppt/ink/ink2600.xml" ContentType="application/inkml+xml"/>
  <Override PartName="/ppt/ink/ink2601.xml" ContentType="application/inkml+xml"/>
  <Override PartName="/ppt/ink/ink2602.xml" ContentType="application/inkml+xml"/>
  <Override PartName="/ppt/ink/ink2603.xml" ContentType="application/inkml+xml"/>
  <Override PartName="/ppt/ink/ink2604.xml" ContentType="application/inkml+xml"/>
  <Override PartName="/ppt/ink/ink2605.xml" ContentType="application/inkml+xml"/>
  <Override PartName="/ppt/ink/ink2606.xml" ContentType="application/inkml+xml"/>
  <Override PartName="/ppt/ink/ink2607.xml" ContentType="application/inkml+xml"/>
  <Override PartName="/ppt/ink/ink2608.xml" ContentType="application/inkml+xml"/>
  <Override PartName="/ppt/ink/ink2609.xml" ContentType="application/inkml+xml"/>
  <Override PartName="/ppt/ink/ink2610.xml" ContentType="application/inkml+xml"/>
  <Override PartName="/ppt/ink/ink2611.xml" ContentType="application/inkml+xml"/>
  <Override PartName="/ppt/ink/ink2612.xml" ContentType="application/inkml+xml"/>
  <Override PartName="/ppt/ink/ink2613.xml" ContentType="application/inkml+xml"/>
  <Override PartName="/ppt/ink/ink2614.xml" ContentType="application/inkml+xml"/>
  <Override PartName="/ppt/ink/ink2615.xml" ContentType="application/inkml+xml"/>
  <Override PartName="/ppt/ink/ink2616.xml" ContentType="application/inkml+xml"/>
  <Override PartName="/ppt/ink/ink2617.xml" ContentType="application/inkml+xml"/>
  <Override PartName="/ppt/ink/ink2618.xml" ContentType="application/inkml+xml"/>
  <Override PartName="/ppt/ink/ink2619.xml" ContentType="application/inkml+xml"/>
  <Override PartName="/ppt/ink/ink2620.xml" ContentType="application/inkml+xml"/>
  <Override PartName="/ppt/ink/ink2621.xml" ContentType="application/inkml+xml"/>
  <Override PartName="/ppt/ink/ink2622.xml" ContentType="application/inkml+xml"/>
  <Override PartName="/ppt/ink/ink2623.xml" ContentType="application/inkml+xml"/>
  <Override PartName="/ppt/ink/ink2624.xml" ContentType="application/inkml+xml"/>
  <Override PartName="/ppt/ink/ink2625.xml" ContentType="application/inkml+xml"/>
  <Override PartName="/ppt/ink/ink2626.xml" ContentType="application/inkml+xml"/>
  <Override PartName="/ppt/ink/ink2627.xml" ContentType="application/inkml+xml"/>
  <Override PartName="/ppt/ink/ink2628.xml" ContentType="application/inkml+xml"/>
  <Override PartName="/ppt/ink/ink2629.xml" ContentType="application/inkml+xml"/>
  <Override PartName="/ppt/ink/ink2630.xml" ContentType="application/inkml+xml"/>
  <Override PartName="/ppt/ink/ink2631.xml" ContentType="application/inkml+xml"/>
  <Override PartName="/ppt/ink/ink2632.xml" ContentType="application/inkml+xml"/>
  <Override PartName="/ppt/ink/ink2633.xml" ContentType="application/inkml+xml"/>
  <Override PartName="/ppt/ink/ink2634.xml" ContentType="application/inkml+xml"/>
  <Override PartName="/ppt/ink/ink2635.xml" ContentType="application/inkml+xml"/>
  <Override PartName="/ppt/ink/ink2636.xml" ContentType="application/inkml+xml"/>
  <Override PartName="/ppt/ink/ink2637.xml" ContentType="application/inkml+xml"/>
  <Override PartName="/ppt/ink/ink2638.xml" ContentType="application/inkml+xml"/>
  <Override PartName="/ppt/ink/ink2639.xml" ContentType="application/inkml+xml"/>
  <Override PartName="/ppt/ink/ink2640.xml" ContentType="application/inkml+xml"/>
  <Override PartName="/ppt/ink/ink2641.xml" ContentType="application/inkml+xml"/>
  <Override PartName="/ppt/ink/ink2642.xml" ContentType="application/inkml+xml"/>
  <Override PartName="/ppt/ink/ink2643.xml" ContentType="application/inkml+xml"/>
  <Override PartName="/ppt/ink/ink2644.xml" ContentType="application/inkml+xml"/>
  <Override PartName="/ppt/ink/ink2645.xml" ContentType="application/inkml+xml"/>
  <Override PartName="/ppt/ink/ink2646.xml" ContentType="application/inkml+xml"/>
  <Override PartName="/ppt/ink/ink2647.xml" ContentType="application/inkml+xml"/>
  <Override PartName="/ppt/ink/ink2648.xml" ContentType="application/inkml+xml"/>
  <Override PartName="/ppt/ink/ink2649.xml" ContentType="application/inkml+xml"/>
  <Override PartName="/ppt/ink/ink2650.xml" ContentType="application/inkml+xml"/>
  <Override PartName="/ppt/ink/ink2651.xml" ContentType="application/inkml+xml"/>
  <Override PartName="/ppt/ink/ink2652.xml" ContentType="application/inkml+xml"/>
  <Override PartName="/ppt/ink/ink2653.xml" ContentType="application/inkml+xml"/>
  <Override PartName="/ppt/ink/ink2654.xml" ContentType="application/inkml+xml"/>
  <Override PartName="/ppt/ink/ink2655.xml" ContentType="application/inkml+xml"/>
  <Override PartName="/ppt/ink/ink2656.xml" ContentType="application/inkml+xml"/>
  <Override PartName="/ppt/ink/ink2657.xml" ContentType="application/inkml+xml"/>
  <Override PartName="/ppt/ink/ink2658.xml" ContentType="application/inkml+xml"/>
  <Override PartName="/ppt/ink/ink2659.xml" ContentType="application/inkml+xml"/>
  <Override PartName="/ppt/ink/ink2660.xml" ContentType="application/inkml+xml"/>
  <Override PartName="/ppt/ink/ink2661.xml" ContentType="application/inkml+xml"/>
  <Override PartName="/ppt/ink/ink2662.xml" ContentType="application/inkml+xml"/>
  <Override PartName="/ppt/ink/ink2663.xml" ContentType="application/inkml+xml"/>
  <Override PartName="/ppt/ink/ink2664.xml" ContentType="application/inkml+xml"/>
  <Override PartName="/ppt/ink/ink2665.xml" ContentType="application/inkml+xml"/>
  <Override PartName="/ppt/ink/ink2666.xml" ContentType="application/inkml+xml"/>
  <Override PartName="/ppt/ink/ink2667.xml" ContentType="application/inkml+xml"/>
  <Override PartName="/ppt/ink/ink2668.xml" ContentType="application/inkml+xml"/>
  <Override PartName="/ppt/ink/ink2669.xml" ContentType="application/inkml+xml"/>
  <Override PartName="/ppt/ink/ink2670.xml" ContentType="application/inkml+xml"/>
  <Override PartName="/ppt/ink/ink2671.xml" ContentType="application/inkml+xml"/>
  <Override PartName="/ppt/ink/ink2672.xml" ContentType="application/inkml+xml"/>
  <Override PartName="/ppt/ink/ink2673.xml" ContentType="application/inkml+xml"/>
  <Override PartName="/ppt/ink/ink2674.xml" ContentType="application/inkml+xml"/>
  <Override PartName="/ppt/ink/ink2675.xml" ContentType="application/inkml+xml"/>
  <Override PartName="/ppt/ink/ink2676.xml" ContentType="application/inkml+xml"/>
  <Override PartName="/ppt/ink/ink2677.xml" ContentType="application/inkml+xml"/>
  <Override PartName="/ppt/ink/ink2678.xml" ContentType="application/inkml+xml"/>
  <Override PartName="/ppt/ink/ink2679.xml" ContentType="application/inkml+xml"/>
  <Override PartName="/ppt/ink/ink2680.xml" ContentType="application/inkml+xml"/>
  <Override PartName="/ppt/ink/ink2681.xml" ContentType="application/inkml+xml"/>
  <Override PartName="/ppt/ink/ink2682.xml" ContentType="application/inkml+xml"/>
  <Override PartName="/ppt/ink/ink2683.xml" ContentType="application/inkml+xml"/>
  <Override PartName="/ppt/ink/ink2684.xml" ContentType="application/inkml+xml"/>
  <Override PartName="/ppt/ink/ink2685.xml" ContentType="application/inkml+xml"/>
  <Override PartName="/ppt/ink/ink2686.xml" ContentType="application/inkml+xml"/>
  <Override PartName="/ppt/ink/ink2687.xml" ContentType="application/inkml+xml"/>
  <Override PartName="/ppt/ink/ink2688.xml" ContentType="application/inkml+xml"/>
  <Override PartName="/ppt/ink/ink2689.xml" ContentType="application/inkml+xml"/>
  <Override PartName="/ppt/ink/ink2690.xml" ContentType="application/inkml+xml"/>
  <Override PartName="/ppt/ink/ink2691.xml" ContentType="application/inkml+xml"/>
  <Override PartName="/ppt/ink/ink2692.xml" ContentType="application/inkml+xml"/>
  <Override PartName="/ppt/ink/ink2693.xml" ContentType="application/inkml+xml"/>
  <Override PartName="/ppt/ink/ink2694.xml" ContentType="application/inkml+xml"/>
  <Override PartName="/ppt/ink/ink2695.xml" ContentType="application/inkml+xml"/>
  <Override PartName="/ppt/ink/ink2696.xml" ContentType="application/inkml+xml"/>
  <Override PartName="/ppt/ink/ink2697.xml" ContentType="application/inkml+xml"/>
  <Override PartName="/ppt/ink/ink2698.xml" ContentType="application/inkml+xml"/>
  <Override PartName="/ppt/ink/ink2699.xml" ContentType="application/inkml+xml"/>
  <Override PartName="/ppt/ink/ink2700.xml" ContentType="application/inkml+xml"/>
  <Override PartName="/ppt/ink/ink2701.xml" ContentType="application/inkml+xml"/>
  <Override PartName="/ppt/ink/ink2702.xml" ContentType="application/inkml+xml"/>
  <Override PartName="/ppt/ink/ink2703.xml" ContentType="application/inkml+xml"/>
  <Override PartName="/ppt/ink/ink2704.xml" ContentType="application/inkml+xml"/>
  <Override PartName="/ppt/ink/ink2705.xml" ContentType="application/inkml+xml"/>
  <Override PartName="/ppt/ink/ink2706.xml" ContentType="application/inkml+xml"/>
  <Override PartName="/ppt/ink/ink2707.xml" ContentType="application/inkml+xml"/>
  <Override PartName="/ppt/ink/ink2708.xml" ContentType="application/inkml+xml"/>
  <Override PartName="/ppt/ink/ink2709.xml" ContentType="application/inkml+xml"/>
  <Override PartName="/ppt/ink/ink2710.xml" ContentType="application/inkml+xml"/>
  <Override PartName="/ppt/ink/ink2711.xml" ContentType="application/inkml+xml"/>
  <Override PartName="/ppt/ink/ink2712.xml" ContentType="application/inkml+xml"/>
  <Override PartName="/ppt/ink/ink2713.xml" ContentType="application/inkml+xml"/>
  <Override PartName="/ppt/ink/ink2714.xml" ContentType="application/inkml+xml"/>
  <Override PartName="/ppt/ink/ink2715.xml" ContentType="application/inkml+xml"/>
  <Override PartName="/ppt/ink/ink2716.xml" ContentType="application/inkml+xml"/>
  <Override PartName="/ppt/ink/ink2717.xml" ContentType="application/inkml+xml"/>
  <Override PartName="/ppt/ink/ink2718.xml" ContentType="application/inkml+xml"/>
  <Override PartName="/ppt/ink/ink2719.xml" ContentType="application/inkml+xml"/>
  <Override PartName="/ppt/ink/ink2720.xml" ContentType="application/inkml+xml"/>
  <Override PartName="/ppt/ink/ink2721.xml" ContentType="application/inkml+xml"/>
  <Override PartName="/ppt/ink/ink2722.xml" ContentType="application/inkml+xml"/>
  <Override PartName="/ppt/ink/ink2723.xml" ContentType="application/inkml+xml"/>
  <Override PartName="/ppt/ink/ink2724.xml" ContentType="application/inkml+xml"/>
  <Override PartName="/ppt/ink/ink2725.xml" ContentType="application/inkml+xml"/>
  <Override PartName="/ppt/ink/ink2726.xml" ContentType="application/inkml+xml"/>
  <Override PartName="/ppt/ink/ink2727.xml" ContentType="application/inkml+xml"/>
  <Override PartName="/ppt/ink/ink2728.xml" ContentType="application/inkml+xml"/>
  <Override PartName="/ppt/ink/ink2729.xml" ContentType="application/inkml+xml"/>
  <Override PartName="/ppt/ink/ink2730.xml" ContentType="application/inkml+xml"/>
  <Override PartName="/ppt/ink/ink2731.xml" ContentType="application/inkml+xml"/>
  <Override PartName="/ppt/ink/ink2732.xml" ContentType="application/inkml+xml"/>
  <Override PartName="/ppt/ink/ink2733.xml" ContentType="application/inkml+xml"/>
  <Override PartName="/ppt/ink/ink2734.xml" ContentType="application/inkml+xml"/>
  <Override PartName="/ppt/ink/ink2735.xml" ContentType="application/inkml+xml"/>
  <Override PartName="/ppt/ink/ink2736.xml" ContentType="application/inkml+xml"/>
  <Override PartName="/ppt/ink/ink2737.xml" ContentType="application/inkml+xml"/>
  <Override PartName="/ppt/ink/ink2738.xml" ContentType="application/inkml+xml"/>
  <Override PartName="/ppt/ink/ink2739.xml" ContentType="application/inkml+xml"/>
  <Override PartName="/ppt/ink/ink2740.xml" ContentType="application/inkml+xml"/>
  <Override PartName="/ppt/ink/ink2741.xml" ContentType="application/inkml+xml"/>
  <Override PartName="/ppt/ink/ink2742.xml" ContentType="application/inkml+xml"/>
  <Override PartName="/ppt/ink/ink2743.xml" ContentType="application/inkml+xml"/>
  <Override PartName="/ppt/ink/ink2744.xml" ContentType="application/inkml+xml"/>
  <Override PartName="/ppt/ink/ink2745.xml" ContentType="application/inkml+xml"/>
  <Override PartName="/ppt/ink/ink2746.xml" ContentType="application/inkml+xml"/>
  <Override PartName="/ppt/ink/ink2747.xml" ContentType="application/inkml+xml"/>
  <Override PartName="/ppt/ink/ink2748.xml" ContentType="application/inkml+xml"/>
  <Override PartName="/ppt/ink/ink2749.xml" ContentType="application/inkml+xml"/>
  <Override PartName="/ppt/ink/ink2750.xml" ContentType="application/inkml+xml"/>
  <Override PartName="/ppt/ink/ink2751.xml" ContentType="application/inkml+xml"/>
  <Override PartName="/ppt/ink/ink2752.xml" ContentType="application/inkml+xml"/>
  <Override PartName="/ppt/ink/ink2753.xml" ContentType="application/inkml+xml"/>
  <Override PartName="/ppt/ink/ink2754.xml" ContentType="application/inkml+xml"/>
  <Override PartName="/ppt/ink/ink2755.xml" ContentType="application/inkml+xml"/>
  <Override PartName="/ppt/ink/ink2756.xml" ContentType="application/inkml+xml"/>
  <Override PartName="/ppt/ink/ink2757.xml" ContentType="application/inkml+xml"/>
  <Override PartName="/ppt/ink/ink2758.xml" ContentType="application/inkml+xml"/>
  <Override PartName="/ppt/ink/ink2759.xml" ContentType="application/inkml+xml"/>
  <Override PartName="/ppt/ink/ink2760.xml" ContentType="application/inkml+xml"/>
  <Override PartName="/ppt/ink/ink2761.xml" ContentType="application/inkml+xml"/>
  <Override PartName="/ppt/ink/ink2762.xml" ContentType="application/inkml+xml"/>
  <Override PartName="/ppt/ink/ink2763.xml" ContentType="application/inkml+xml"/>
  <Override PartName="/ppt/ink/ink2764.xml" ContentType="application/inkml+xml"/>
  <Override PartName="/ppt/ink/ink2765.xml" ContentType="application/inkml+xml"/>
  <Override PartName="/ppt/ink/ink2766.xml" ContentType="application/inkml+xml"/>
  <Override PartName="/ppt/ink/ink2767.xml" ContentType="application/inkml+xml"/>
  <Override PartName="/ppt/ink/ink2768.xml" ContentType="application/inkml+xml"/>
  <Override PartName="/ppt/ink/ink2769.xml" ContentType="application/inkml+xml"/>
  <Override PartName="/ppt/ink/ink2770.xml" ContentType="application/inkml+xml"/>
  <Override PartName="/ppt/ink/ink2771.xml" ContentType="application/inkml+xml"/>
  <Override PartName="/ppt/ink/ink2772.xml" ContentType="application/inkml+xml"/>
  <Override PartName="/ppt/ink/ink2773.xml" ContentType="application/inkml+xml"/>
  <Override PartName="/ppt/ink/ink2774.xml" ContentType="application/inkml+xml"/>
  <Override PartName="/ppt/ink/ink2775.xml" ContentType="application/inkml+xml"/>
  <Override PartName="/ppt/ink/ink2776.xml" ContentType="application/inkml+xml"/>
  <Override PartName="/ppt/ink/ink2777.xml" ContentType="application/inkml+xml"/>
  <Override PartName="/ppt/ink/ink2778.xml" ContentType="application/inkml+xml"/>
  <Override PartName="/ppt/ink/ink2779.xml" ContentType="application/inkml+xml"/>
  <Override PartName="/ppt/ink/ink2780.xml" ContentType="application/inkml+xml"/>
  <Override PartName="/ppt/ink/ink2781.xml" ContentType="application/inkml+xml"/>
  <Override PartName="/ppt/ink/ink2782.xml" ContentType="application/inkml+xml"/>
  <Override PartName="/ppt/ink/ink2783.xml" ContentType="application/inkml+xml"/>
  <Override PartName="/ppt/ink/ink2784.xml" ContentType="application/inkml+xml"/>
  <Override PartName="/ppt/ink/ink2785.xml" ContentType="application/inkml+xml"/>
  <Override PartName="/ppt/ink/ink2786.xml" ContentType="application/inkml+xml"/>
  <Override PartName="/ppt/ink/ink2787.xml" ContentType="application/inkml+xml"/>
  <Override PartName="/ppt/ink/ink2788.xml" ContentType="application/inkml+xml"/>
  <Override PartName="/ppt/ink/ink2789.xml" ContentType="application/inkml+xml"/>
  <Override PartName="/ppt/ink/ink2790.xml" ContentType="application/inkml+xml"/>
  <Override PartName="/ppt/ink/ink2791.xml" ContentType="application/inkml+xml"/>
  <Override PartName="/ppt/ink/ink2792.xml" ContentType="application/inkml+xml"/>
  <Override PartName="/ppt/ink/ink2793.xml" ContentType="application/inkml+xml"/>
  <Override PartName="/ppt/ink/ink2794.xml" ContentType="application/inkml+xml"/>
  <Override PartName="/ppt/ink/ink2795.xml" ContentType="application/inkml+xml"/>
  <Override PartName="/ppt/ink/ink2796.xml" ContentType="application/inkml+xml"/>
  <Override PartName="/ppt/ink/ink2797.xml" ContentType="application/inkml+xml"/>
  <Override PartName="/ppt/ink/ink2798.xml" ContentType="application/inkml+xml"/>
  <Override PartName="/ppt/ink/ink2799.xml" ContentType="application/inkml+xml"/>
  <Override PartName="/ppt/ink/ink2800.xml" ContentType="application/inkml+xml"/>
  <Override PartName="/ppt/ink/ink2801.xml" ContentType="application/inkml+xml"/>
  <Override PartName="/ppt/ink/ink2802.xml" ContentType="application/inkml+xml"/>
  <Override PartName="/ppt/ink/ink2803.xml" ContentType="application/inkml+xml"/>
  <Override PartName="/ppt/ink/ink2804.xml" ContentType="application/inkml+xml"/>
  <Override PartName="/ppt/ink/ink2805.xml" ContentType="application/inkml+xml"/>
  <Override PartName="/ppt/ink/ink2806.xml" ContentType="application/inkml+xml"/>
  <Override PartName="/ppt/ink/ink2807.xml" ContentType="application/inkml+xml"/>
  <Override PartName="/ppt/ink/ink2808.xml" ContentType="application/inkml+xml"/>
  <Override PartName="/ppt/ink/ink2809.xml" ContentType="application/inkml+xml"/>
  <Override PartName="/ppt/ink/ink2810.xml" ContentType="application/inkml+xml"/>
  <Override PartName="/ppt/ink/ink2811.xml" ContentType="application/inkml+xml"/>
  <Override PartName="/ppt/ink/ink2812.xml" ContentType="application/inkml+xml"/>
  <Override PartName="/ppt/ink/ink2813.xml" ContentType="application/inkml+xml"/>
  <Override PartName="/ppt/ink/ink2814.xml" ContentType="application/inkml+xml"/>
  <Override PartName="/ppt/ink/ink2815.xml" ContentType="application/inkml+xml"/>
  <Override PartName="/ppt/ink/ink2816.xml" ContentType="application/inkml+xml"/>
  <Override PartName="/ppt/ink/ink2817.xml" ContentType="application/inkml+xml"/>
  <Override PartName="/ppt/ink/ink2818.xml" ContentType="application/inkml+xml"/>
  <Override PartName="/ppt/ink/ink2819.xml" ContentType="application/inkml+xml"/>
  <Override PartName="/ppt/ink/ink2820.xml" ContentType="application/inkml+xml"/>
  <Override PartName="/ppt/ink/ink2821.xml" ContentType="application/inkml+xml"/>
  <Override PartName="/ppt/ink/ink2822.xml" ContentType="application/inkml+xml"/>
  <Override PartName="/ppt/ink/ink2823.xml" ContentType="application/inkml+xml"/>
  <Override PartName="/ppt/ink/ink2824.xml" ContentType="application/inkml+xml"/>
  <Override PartName="/ppt/ink/ink2825.xml" ContentType="application/inkml+xml"/>
  <Override PartName="/ppt/ink/ink2826.xml" ContentType="application/inkml+xml"/>
  <Override PartName="/ppt/ink/ink2827.xml" ContentType="application/inkml+xml"/>
  <Override PartName="/ppt/ink/ink2828.xml" ContentType="application/inkml+xml"/>
  <Override PartName="/ppt/ink/ink2829.xml" ContentType="application/inkml+xml"/>
  <Override PartName="/ppt/ink/ink2830.xml" ContentType="application/inkml+xml"/>
  <Override PartName="/ppt/ink/ink2831.xml" ContentType="application/inkml+xml"/>
  <Override PartName="/ppt/ink/ink2832.xml" ContentType="application/inkml+xml"/>
  <Override PartName="/ppt/ink/ink2833.xml" ContentType="application/inkml+xml"/>
  <Override PartName="/ppt/ink/ink2834.xml" ContentType="application/inkml+xml"/>
  <Override PartName="/ppt/ink/ink2835.xml" ContentType="application/inkml+xml"/>
  <Override PartName="/ppt/ink/ink2836.xml" ContentType="application/inkml+xml"/>
  <Override PartName="/ppt/ink/ink2837.xml" ContentType="application/inkml+xml"/>
  <Override PartName="/ppt/ink/ink2838.xml" ContentType="application/inkml+xml"/>
  <Override PartName="/ppt/ink/ink2839.xml" ContentType="application/inkml+xml"/>
  <Override PartName="/ppt/ink/ink2840.xml" ContentType="application/inkml+xml"/>
  <Override PartName="/ppt/ink/ink2841.xml" ContentType="application/inkml+xml"/>
  <Override PartName="/ppt/ink/ink2842.xml" ContentType="application/inkml+xml"/>
  <Override PartName="/ppt/ink/ink2843.xml" ContentType="application/inkml+xml"/>
  <Override PartName="/ppt/ink/ink2844.xml" ContentType="application/inkml+xml"/>
  <Override PartName="/ppt/ink/ink2845.xml" ContentType="application/inkml+xml"/>
  <Override PartName="/ppt/ink/ink2846.xml" ContentType="application/inkml+xml"/>
  <Override PartName="/ppt/ink/ink2847.xml" ContentType="application/inkml+xml"/>
  <Override PartName="/ppt/ink/ink2848.xml" ContentType="application/inkml+xml"/>
  <Override PartName="/ppt/ink/ink2849.xml" ContentType="application/inkml+xml"/>
  <Override PartName="/ppt/ink/ink2850.xml" ContentType="application/inkml+xml"/>
  <Override PartName="/ppt/ink/ink2851.xml" ContentType="application/inkml+xml"/>
  <Override PartName="/ppt/ink/ink2852.xml" ContentType="application/inkml+xml"/>
  <Override PartName="/ppt/ink/ink2853.xml" ContentType="application/inkml+xml"/>
  <Override PartName="/ppt/ink/ink2854.xml" ContentType="application/inkml+xml"/>
  <Override PartName="/ppt/ink/ink2855.xml" ContentType="application/inkml+xml"/>
  <Override PartName="/ppt/ink/ink2856.xml" ContentType="application/inkml+xml"/>
  <Override PartName="/ppt/ink/ink2857.xml" ContentType="application/inkml+xml"/>
  <Override PartName="/ppt/ink/ink2858.xml" ContentType="application/inkml+xml"/>
  <Override PartName="/ppt/ink/ink2859.xml" ContentType="application/inkml+xml"/>
  <Override PartName="/ppt/ink/ink2860.xml" ContentType="application/inkml+xml"/>
  <Override PartName="/ppt/ink/ink2861.xml" ContentType="application/inkml+xml"/>
  <Override PartName="/ppt/ink/ink2862.xml" ContentType="application/inkml+xml"/>
  <Override PartName="/ppt/ink/ink2863.xml" ContentType="application/inkml+xml"/>
  <Override PartName="/ppt/ink/ink2864.xml" ContentType="application/inkml+xml"/>
  <Override PartName="/ppt/ink/ink2865.xml" ContentType="application/inkml+xml"/>
  <Override PartName="/ppt/ink/ink2866.xml" ContentType="application/inkml+xml"/>
  <Override PartName="/ppt/ink/ink2867.xml" ContentType="application/inkml+xml"/>
  <Override PartName="/ppt/ink/ink2868.xml" ContentType="application/inkml+xml"/>
  <Override PartName="/ppt/ink/ink2869.xml" ContentType="application/inkml+xml"/>
  <Override PartName="/ppt/ink/ink2870.xml" ContentType="application/inkml+xml"/>
  <Override PartName="/ppt/ink/ink2871.xml" ContentType="application/inkml+xml"/>
  <Override PartName="/ppt/ink/ink2872.xml" ContentType="application/inkml+xml"/>
  <Override PartName="/ppt/ink/ink2873.xml" ContentType="application/inkml+xml"/>
  <Override PartName="/ppt/ink/ink2874.xml" ContentType="application/inkml+xml"/>
  <Override PartName="/ppt/ink/ink2875.xml" ContentType="application/inkml+xml"/>
  <Override PartName="/ppt/ink/ink2876.xml" ContentType="application/inkml+xml"/>
  <Override PartName="/ppt/ink/ink2877.xml" ContentType="application/inkml+xml"/>
  <Override PartName="/ppt/ink/ink2878.xml" ContentType="application/inkml+xml"/>
  <Override PartName="/ppt/ink/ink2879.xml" ContentType="application/inkml+xml"/>
  <Override PartName="/ppt/ink/ink2880.xml" ContentType="application/inkml+xml"/>
  <Override PartName="/ppt/ink/ink2881.xml" ContentType="application/inkml+xml"/>
  <Override PartName="/ppt/ink/ink2882.xml" ContentType="application/inkml+xml"/>
  <Override PartName="/ppt/ink/ink2883.xml" ContentType="application/inkml+xml"/>
  <Override PartName="/ppt/ink/ink2884.xml" ContentType="application/inkml+xml"/>
  <Override PartName="/ppt/ink/ink2885.xml" ContentType="application/inkml+xml"/>
  <Override PartName="/ppt/ink/ink2886.xml" ContentType="application/inkml+xml"/>
  <Override PartName="/ppt/ink/ink2887.xml" ContentType="application/inkml+xml"/>
  <Override PartName="/ppt/ink/ink2888.xml" ContentType="application/inkml+xml"/>
  <Override PartName="/ppt/ink/ink2889.xml" ContentType="application/inkml+xml"/>
  <Override PartName="/ppt/ink/ink2890.xml" ContentType="application/inkml+xml"/>
  <Override PartName="/ppt/ink/ink2891.xml" ContentType="application/inkml+xml"/>
  <Override PartName="/ppt/ink/ink2892.xml" ContentType="application/inkml+xml"/>
  <Override PartName="/ppt/ink/ink2893.xml" ContentType="application/inkml+xml"/>
  <Override PartName="/ppt/ink/ink2894.xml" ContentType="application/inkml+xml"/>
  <Override PartName="/ppt/ink/ink2895.xml" ContentType="application/inkml+xml"/>
  <Override PartName="/ppt/ink/ink2896.xml" ContentType="application/inkml+xml"/>
  <Override PartName="/ppt/ink/ink2897.xml" ContentType="application/inkml+xml"/>
  <Override PartName="/ppt/ink/ink2898.xml" ContentType="application/inkml+xml"/>
  <Override PartName="/ppt/ink/ink2899.xml" ContentType="application/inkml+xml"/>
  <Override PartName="/ppt/ink/ink2900.xml" ContentType="application/inkml+xml"/>
  <Override PartName="/ppt/ink/ink2901.xml" ContentType="application/inkml+xml"/>
  <Override PartName="/ppt/ink/ink2902.xml" ContentType="application/inkml+xml"/>
  <Override PartName="/ppt/ink/ink2903.xml" ContentType="application/inkml+xml"/>
  <Override PartName="/ppt/ink/ink2904.xml" ContentType="application/inkml+xml"/>
  <Override PartName="/ppt/ink/ink2905.xml" ContentType="application/inkml+xml"/>
  <Override PartName="/ppt/ink/ink2906.xml" ContentType="application/inkml+xml"/>
  <Override PartName="/ppt/ink/ink2907.xml" ContentType="application/inkml+xml"/>
  <Override PartName="/ppt/ink/ink2908.xml" ContentType="application/inkml+xml"/>
  <Override PartName="/ppt/ink/ink2909.xml" ContentType="application/inkml+xml"/>
  <Override PartName="/ppt/ink/ink2910.xml" ContentType="application/inkml+xml"/>
  <Override PartName="/ppt/ink/ink2911.xml" ContentType="application/inkml+xml"/>
  <Override PartName="/ppt/ink/ink2912.xml" ContentType="application/inkml+xml"/>
  <Override PartName="/ppt/ink/ink2913.xml" ContentType="application/inkml+xml"/>
  <Override PartName="/ppt/ink/ink2914.xml" ContentType="application/inkml+xml"/>
  <Override PartName="/ppt/ink/ink2915.xml" ContentType="application/inkml+xml"/>
  <Override PartName="/ppt/ink/ink2916.xml" ContentType="application/inkml+xml"/>
  <Override PartName="/ppt/ink/ink2917.xml" ContentType="application/inkml+xml"/>
  <Override PartName="/ppt/ink/ink2918.xml" ContentType="application/inkml+xml"/>
  <Override PartName="/ppt/ink/ink2919.xml" ContentType="application/inkml+xml"/>
  <Override PartName="/ppt/ink/ink2920.xml" ContentType="application/inkml+xml"/>
  <Override PartName="/ppt/ink/ink2921.xml" ContentType="application/inkml+xml"/>
  <Override PartName="/ppt/ink/ink2922.xml" ContentType="application/inkml+xml"/>
  <Override PartName="/ppt/ink/ink2923.xml" ContentType="application/inkml+xml"/>
  <Override PartName="/ppt/ink/ink2924.xml" ContentType="application/inkml+xml"/>
  <Override PartName="/ppt/ink/ink2925.xml" ContentType="application/inkml+xml"/>
  <Override PartName="/ppt/ink/ink2926.xml" ContentType="application/inkml+xml"/>
  <Override PartName="/ppt/ink/ink2927.xml" ContentType="application/inkml+xml"/>
  <Override PartName="/ppt/ink/ink2928.xml" ContentType="application/inkml+xml"/>
  <Override PartName="/ppt/ink/ink2929.xml" ContentType="application/inkml+xml"/>
  <Override PartName="/ppt/ink/ink2930.xml" ContentType="application/inkml+xml"/>
  <Override PartName="/ppt/ink/ink2931.xml" ContentType="application/inkml+xml"/>
  <Override PartName="/ppt/ink/ink2932.xml" ContentType="application/inkml+xml"/>
  <Override PartName="/ppt/ink/ink2933.xml" ContentType="application/inkml+xml"/>
  <Override PartName="/ppt/ink/ink2934.xml" ContentType="application/inkml+xml"/>
  <Override PartName="/ppt/ink/ink2935.xml" ContentType="application/inkml+xml"/>
  <Override PartName="/ppt/ink/ink2936.xml" ContentType="application/inkml+xml"/>
  <Override PartName="/ppt/ink/ink2937.xml" ContentType="application/inkml+xml"/>
  <Override PartName="/ppt/ink/ink2938.xml" ContentType="application/inkml+xml"/>
  <Override PartName="/ppt/ink/ink2939.xml" ContentType="application/inkml+xml"/>
  <Override PartName="/ppt/ink/ink2940.xml" ContentType="application/inkml+xml"/>
  <Override PartName="/ppt/ink/ink2941.xml" ContentType="application/inkml+xml"/>
  <Override PartName="/ppt/ink/ink2942.xml" ContentType="application/inkml+xml"/>
  <Override PartName="/ppt/ink/ink2943.xml" ContentType="application/inkml+xml"/>
  <Override PartName="/ppt/ink/ink2944.xml" ContentType="application/inkml+xml"/>
  <Override PartName="/ppt/ink/ink2945.xml" ContentType="application/inkml+xml"/>
  <Override PartName="/ppt/ink/ink2946.xml" ContentType="application/inkml+xml"/>
  <Override PartName="/ppt/ink/ink2947.xml" ContentType="application/inkml+xml"/>
  <Override PartName="/ppt/ink/ink2948.xml" ContentType="application/inkml+xml"/>
  <Override PartName="/ppt/ink/ink2949.xml" ContentType="application/inkml+xml"/>
  <Override PartName="/ppt/ink/ink2950.xml" ContentType="application/inkml+xml"/>
  <Override PartName="/ppt/ink/ink2951.xml" ContentType="application/inkml+xml"/>
  <Override PartName="/ppt/ink/ink2952.xml" ContentType="application/inkml+xml"/>
  <Override PartName="/ppt/ink/ink2953.xml" ContentType="application/inkml+xml"/>
  <Override PartName="/ppt/ink/ink2954.xml" ContentType="application/inkml+xml"/>
  <Override PartName="/ppt/ink/ink2955.xml" ContentType="application/inkml+xml"/>
  <Override PartName="/ppt/ink/ink2956.xml" ContentType="application/inkml+xml"/>
  <Override PartName="/ppt/ink/ink2957.xml" ContentType="application/inkml+xml"/>
  <Override PartName="/ppt/ink/ink2958.xml" ContentType="application/inkml+xml"/>
  <Override PartName="/ppt/ink/ink2959.xml" ContentType="application/inkml+xml"/>
  <Override PartName="/ppt/ink/ink2960.xml" ContentType="application/inkml+xml"/>
  <Override PartName="/ppt/ink/ink2961.xml" ContentType="application/inkml+xml"/>
  <Override PartName="/ppt/ink/ink2962.xml" ContentType="application/inkml+xml"/>
  <Override PartName="/ppt/ink/ink2963.xml" ContentType="application/inkml+xml"/>
  <Override PartName="/ppt/ink/ink2964.xml" ContentType="application/inkml+xml"/>
  <Override PartName="/ppt/ink/ink2965.xml" ContentType="application/inkml+xml"/>
  <Override PartName="/ppt/ink/ink2966.xml" ContentType="application/inkml+xml"/>
  <Override PartName="/ppt/ink/ink2967.xml" ContentType="application/inkml+xml"/>
  <Override PartName="/ppt/ink/ink2968.xml" ContentType="application/inkml+xml"/>
  <Override PartName="/ppt/ink/ink2969.xml" ContentType="application/inkml+xml"/>
  <Override PartName="/ppt/ink/ink2970.xml" ContentType="application/inkml+xml"/>
  <Override PartName="/ppt/ink/ink2971.xml" ContentType="application/inkml+xml"/>
  <Override PartName="/ppt/ink/ink2972.xml" ContentType="application/inkml+xml"/>
  <Override PartName="/ppt/ink/ink2973.xml" ContentType="application/inkml+xml"/>
  <Override PartName="/ppt/ink/ink2974.xml" ContentType="application/inkml+xml"/>
  <Override PartName="/ppt/ink/ink2975.xml" ContentType="application/inkml+xml"/>
  <Override PartName="/ppt/ink/ink2976.xml" ContentType="application/inkml+xml"/>
  <Override PartName="/ppt/ink/ink2977.xml" ContentType="application/inkml+xml"/>
  <Override PartName="/ppt/ink/ink2978.xml" ContentType="application/inkml+xml"/>
  <Override PartName="/ppt/ink/ink2979.xml" ContentType="application/inkml+xml"/>
  <Override PartName="/ppt/ink/ink2980.xml" ContentType="application/inkml+xml"/>
  <Override PartName="/ppt/ink/ink2981.xml" ContentType="application/inkml+xml"/>
  <Override PartName="/ppt/ink/ink2982.xml" ContentType="application/inkml+xml"/>
  <Override PartName="/ppt/ink/ink2983.xml" ContentType="application/inkml+xml"/>
  <Override PartName="/ppt/ink/ink2984.xml" ContentType="application/inkml+xml"/>
  <Override PartName="/ppt/ink/ink2985.xml" ContentType="application/inkml+xml"/>
  <Override PartName="/ppt/ink/ink2986.xml" ContentType="application/inkml+xml"/>
  <Override PartName="/ppt/ink/ink2987.xml" ContentType="application/inkml+xml"/>
  <Override PartName="/ppt/ink/ink2988.xml" ContentType="application/inkml+xml"/>
  <Override PartName="/ppt/ink/ink2989.xml" ContentType="application/inkml+xml"/>
  <Override PartName="/ppt/ink/ink2990.xml" ContentType="application/inkml+xml"/>
  <Override PartName="/ppt/ink/ink2991.xml" ContentType="application/inkml+xml"/>
  <Override PartName="/ppt/ink/ink2992.xml" ContentType="application/inkml+xml"/>
  <Override PartName="/ppt/ink/ink2993.xml" ContentType="application/inkml+xml"/>
  <Override PartName="/ppt/ink/ink2994.xml" ContentType="application/inkml+xml"/>
  <Override PartName="/ppt/ink/ink2995.xml" ContentType="application/inkml+xml"/>
  <Override PartName="/ppt/ink/ink2996.xml" ContentType="application/inkml+xml"/>
  <Override PartName="/ppt/ink/ink2997.xml" ContentType="application/inkml+xml"/>
  <Override PartName="/ppt/ink/ink2998.xml" ContentType="application/inkml+xml"/>
  <Override PartName="/ppt/ink/ink2999.xml" ContentType="application/inkml+xml"/>
  <Override PartName="/ppt/ink/ink3000.xml" ContentType="application/inkml+xml"/>
  <Override PartName="/ppt/ink/ink3001.xml" ContentType="application/inkml+xml"/>
  <Override PartName="/ppt/ink/ink3002.xml" ContentType="application/inkml+xml"/>
  <Override PartName="/ppt/ink/ink3003.xml" ContentType="application/inkml+xml"/>
  <Override PartName="/ppt/ink/ink3004.xml" ContentType="application/inkml+xml"/>
  <Override PartName="/ppt/ink/ink3005.xml" ContentType="application/inkml+xml"/>
  <Override PartName="/ppt/ink/ink3006.xml" ContentType="application/inkml+xml"/>
  <Override PartName="/ppt/ink/ink3007.xml" ContentType="application/inkml+xml"/>
  <Override PartName="/ppt/ink/ink3008.xml" ContentType="application/inkml+xml"/>
  <Override PartName="/ppt/ink/ink3009.xml" ContentType="application/inkml+xml"/>
  <Override PartName="/ppt/ink/ink3010.xml" ContentType="application/inkml+xml"/>
  <Override PartName="/ppt/ink/ink3011.xml" ContentType="application/inkml+xml"/>
  <Override PartName="/ppt/ink/ink3012.xml" ContentType="application/inkml+xml"/>
  <Override PartName="/ppt/ink/ink3013.xml" ContentType="application/inkml+xml"/>
  <Override PartName="/ppt/ink/ink3014.xml" ContentType="application/inkml+xml"/>
  <Override PartName="/ppt/ink/ink3015.xml" ContentType="application/inkml+xml"/>
  <Override PartName="/ppt/ink/ink3016.xml" ContentType="application/inkml+xml"/>
  <Override PartName="/ppt/ink/ink3017.xml" ContentType="application/inkml+xml"/>
  <Override PartName="/ppt/ink/ink3018.xml" ContentType="application/inkml+xml"/>
  <Override PartName="/ppt/ink/ink3019.xml" ContentType="application/inkml+xml"/>
  <Override PartName="/ppt/ink/ink3020.xml" ContentType="application/inkml+xml"/>
  <Override PartName="/ppt/ink/ink3021.xml" ContentType="application/inkml+xml"/>
  <Override PartName="/ppt/ink/ink3022.xml" ContentType="application/inkml+xml"/>
  <Override PartName="/ppt/ink/ink3023.xml" ContentType="application/inkml+xml"/>
  <Override PartName="/ppt/ink/ink3024.xml" ContentType="application/inkml+xml"/>
  <Override PartName="/ppt/ink/ink3025.xml" ContentType="application/inkml+xml"/>
  <Override PartName="/ppt/ink/ink3026.xml" ContentType="application/inkml+xml"/>
  <Override PartName="/ppt/ink/ink3027.xml" ContentType="application/inkml+xml"/>
  <Override PartName="/ppt/ink/ink3028.xml" ContentType="application/inkml+xml"/>
  <Override PartName="/ppt/ink/ink3029.xml" ContentType="application/inkml+xml"/>
  <Override PartName="/ppt/ink/ink3030.xml" ContentType="application/inkml+xml"/>
  <Override PartName="/ppt/ink/ink3031.xml" ContentType="application/inkml+xml"/>
  <Override PartName="/ppt/ink/ink3032.xml" ContentType="application/inkml+xml"/>
  <Override PartName="/ppt/ink/ink3033.xml" ContentType="application/inkml+xml"/>
  <Override PartName="/ppt/ink/ink3034.xml" ContentType="application/inkml+xml"/>
  <Override PartName="/ppt/ink/ink3035.xml" ContentType="application/inkml+xml"/>
  <Override PartName="/ppt/ink/ink3036.xml" ContentType="application/inkml+xml"/>
  <Override PartName="/ppt/ink/ink3037.xml" ContentType="application/inkml+xml"/>
  <Override PartName="/ppt/ink/ink3038.xml" ContentType="application/inkml+xml"/>
  <Override PartName="/ppt/ink/ink3039.xml" ContentType="application/inkml+xml"/>
  <Override PartName="/ppt/ink/ink3040.xml" ContentType="application/inkml+xml"/>
  <Override PartName="/ppt/ink/ink3041.xml" ContentType="application/inkml+xml"/>
  <Override PartName="/ppt/ink/ink3042.xml" ContentType="application/inkml+xml"/>
  <Override PartName="/ppt/ink/ink3043.xml" ContentType="application/inkml+xml"/>
  <Override PartName="/ppt/ink/ink3044.xml" ContentType="application/inkml+xml"/>
  <Override PartName="/ppt/ink/ink3045.xml" ContentType="application/inkml+xml"/>
  <Override PartName="/ppt/ink/ink3046.xml" ContentType="application/inkml+xml"/>
  <Override PartName="/ppt/ink/ink3047.xml" ContentType="application/inkml+xml"/>
  <Override PartName="/ppt/ink/ink3048.xml" ContentType="application/inkml+xml"/>
  <Override PartName="/ppt/ink/ink3049.xml" ContentType="application/inkml+xml"/>
  <Override PartName="/ppt/ink/ink3050.xml" ContentType="application/inkml+xml"/>
  <Override PartName="/ppt/ink/ink3051.xml" ContentType="application/inkml+xml"/>
  <Override PartName="/ppt/ink/ink3052.xml" ContentType="application/inkml+xml"/>
  <Override PartName="/ppt/ink/ink3053.xml" ContentType="application/inkml+xml"/>
  <Override PartName="/ppt/ink/ink3054.xml" ContentType="application/inkml+xml"/>
  <Override PartName="/ppt/ink/ink3055.xml" ContentType="application/inkml+xml"/>
  <Override PartName="/ppt/ink/ink3056.xml" ContentType="application/inkml+xml"/>
  <Override PartName="/ppt/ink/ink3057.xml" ContentType="application/inkml+xml"/>
  <Override PartName="/ppt/ink/ink3058.xml" ContentType="application/inkml+xml"/>
  <Override PartName="/ppt/ink/ink3059.xml" ContentType="application/inkml+xml"/>
  <Override PartName="/ppt/ink/ink3060.xml" ContentType="application/inkml+xml"/>
  <Override PartName="/ppt/ink/ink3061.xml" ContentType="application/inkml+xml"/>
  <Override PartName="/ppt/ink/ink3062.xml" ContentType="application/inkml+xml"/>
  <Override PartName="/ppt/ink/ink3063.xml" ContentType="application/inkml+xml"/>
  <Override PartName="/ppt/ink/ink3064.xml" ContentType="application/inkml+xml"/>
  <Override PartName="/ppt/ink/ink3065.xml" ContentType="application/inkml+xml"/>
  <Override PartName="/ppt/ink/ink3066.xml" ContentType="application/inkml+xml"/>
  <Override PartName="/ppt/ink/ink3067.xml" ContentType="application/inkml+xml"/>
  <Override PartName="/ppt/ink/ink3068.xml" ContentType="application/inkml+xml"/>
  <Override PartName="/ppt/ink/ink3069.xml" ContentType="application/inkml+xml"/>
  <Override PartName="/ppt/ink/ink3070.xml" ContentType="application/inkml+xml"/>
  <Override PartName="/ppt/ink/ink3071.xml" ContentType="application/inkml+xml"/>
  <Override PartName="/ppt/ink/ink3072.xml" ContentType="application/inkml+xml"/>
  <Override PartName="/ppt/ink/ink3073.xml" ContentType="application/inkml+xml"/>
  <Override PartName="/ppt/ink/ink3074.xml" ContentType="application/inkml+xml"/>
  <Override PartName="/ppt/ink/ink3075.xml" ContentType="application/inkml+xml"/>
  <Override PartName="/ppt/ink/ink3076.xml" ContentType="application/inkml+xml"/>
  <Override PartName="/ppt/ink/ink3077.xml" ContentType="application/inkml+xml"/>
  <Override PartName="/ppt/ink/ink3078.xml" ContentType="application/inkml+xml"/>
  <Override PartName="/ppt/ink/ink3079.xml" ContentType="application/inkml+xml"/>
  <Override PartName="/ppt/ink/ink3080.xml" ContentType="application/inkml+xml"/>
  <Override PartName="/ppt/ink/ink3081.xml" ContentType="application/inkml+xml"/>
  <Override PartName="/ppt/ink/ink3082.xml" ContentType="application/inkml+xml"/>
  <Override PartName="/ppt/ink/ink3083.xml" ContentType="application/inkml+xml"/>
  <Override PartName="/ppt/ink/ink3084.xml" ContentType="application/inkml+xml"/>
  <Override PartName="/ppt/ink/ink3085.xml" ContentType="application/inkml+xml"/>
  <Override PartName="/ppt/ink/ink3086.xml" ContentType="application/inkml+xml"/>
  <Override PartName="/ppt/ink/ink3087.xml" ContentType="application/inkml+xml"/>
  <Override PartName="/ppt/ink/ink3088.xml" ContentType="application/inkml+xml"/>
  <Override PartName="/ppt/ink/ink3089.xml" ContentType="application/inkml+xml"/>
  <Override PartName="/ppt/ink/ink3090.xml" ContentType="application/inkml+xml"/>
  <Override PartName="/ppt/ink/ink3091.xml" ContentType="application/inkml+xml"/>
  <Override PartName="/ppt/ink/ink3092.xml" ContentType="application/inkml+xml"/>
  <Override PartName="/ppt/ink/ink3093.xml" ContentType="application/inkml+xml"/>
  <Override PartName="/ppt/ink/ink3094.xml" ContentType="application/inkml+xml"/>
  <Override PartName="/ppt/ink/ink3095.xml" ContentType="application/inkml+xml"/>
  <Override PartName="/ppt/ink/ink3096.xml" ContentType="application/inkml+xml"/>
  <Override PartName="/ppt/ink/ink3097.xml" ContentType="application/inkml+xml"/>
  <Override PartName="/ppt/ink/ink3098.xml" ContentType="application/inkml+xml"/>
  <Override PartName="/ppt/ink/ink3099.xml" ContentType="application/inkml+xml"/>
  <Override PartName="/ppt/ink/ink3100.xml" ContentType="application/inkml+xml"/>
  <Override PartName="/ppt/ink/ink3101.xml" ContentType="application/inkml+xml"/>
  <Override PartName="/ppt/ink/ink3102.xml" ContentType="application/inkml+xml"/>
  <Override PartName="/ppt/ink/ink3103.xml" ContentType="application/inkml+xml"/>
  <Override PartName="/ppt/ink/ink3104.xml" ContentType="application/inkml+xml"/>
  <Override PartName="/ppt/ink/ink3105.xml" ContentType="application/inkml+xml"/>
  <Override PartName="/ppt/ink/ink3106.xml" ContentType="application/inkml+xml"/>
  <Override PartName="/ppt/ink/ink3107.xml" ContentType="application/inkml+xml"/>
  <Override PartName="/ppt/ink/ink3108.xml" ContentType="application/inkml+xml"/>
  <Override PartName="/ppt/ink/ink3109.xml" ContentType="application/inkml+xml"/>
  <Override PartName="/ppt/ink/ink3110.xml" ContentType="application/inkml+xml"/>
  <Override PartName="/ppt/ink/ink3111.xml" ContentType="application/inkml+xml"/>
  <Override PartName="/ppt/ink/ink3112.xml" ContentType="application/inkml+xml"/>
  <Override PartName="/ppt/ink/ink3113.xml" ContentType="application/inkml+xml"/>
  <Override PartName="/ppt/ink/ink3114.xml" ContentType="application/inkml+xml"/>
  <Override PartName="/ppt/ink/ink3115.xml" ContentType="application/inkml+xml"/>
  <Override PartName="/ppt/ink/ink3116.xml" ContentType="application/inkml+xml"/>
  <Override PartName="/ppt/ink/ink3117.xml" ContentType="application/inkml+xml"/>
  <Override PartName="/ppt/ink/ink3118.xml" ContentType="application/inkml+xml"/>
  <Override PartName="/ppt/ink/ink3119.xml" ContentType="application/inkml+xml"/>
  <Override PartName="/ppt/ink/ink3120.xml" ContentType="application/inkml+xml"/>
  <Override PartName="/ppt/ink/ink3121.xml" ContentType="application/inkml+xml"/>
  <Override PartName="/ppt/ink/ink3122.xml" ContentType="application/inkml+xml"/>
  <Override PartName="/ppt/ink/ink3123.xml" ContentType="application/inkml+xml"/>
  <Override PartName="/ppt/ink/ink3124.xml" ContentType="application/inkml+xml"/>
  <Override PartName="/ppt/ink/ink3125.xml" ContentType="application/inkml+xml"/>
  <Override PartName="/ppt/ink/ink3126.xml" ContentType="application/inkml+xml"/>
  <Override PartName="/ppt/ink/ink3127.xml" ContentType="application/inkml+xml"/>
  <Override PartName="/ppt/ink/ink3128.xml" ContentType="application/inkml+xml"/>
  <Override PartName="/ppt/ink/ink3129.xml" ContentType="application/inkml+xml"/>
  <Override PartName="/ppt/ink/ink3130.xml" ContentType="application/inkml+xml"/>
  <Override PartName="/ppt/ink/ink3131.xml" ContentType="application/inkml+xml"/>
  <Override PartName="/ppt/ink/ink3132.xml" ContentType="application/inkml+xml"/>
  <Override PartName="/ppt/ink/ink3133.xml" ContentType="application/inkml+xml"/>
  <Override PartName="/ppt/ink/ink3134.xml" ContentType="application/inkml+xml"/>
  <Override PartName="/ppt/ink/ink3135.xml" ContentType="application/inkml+xml"/>
  <Override PartName="/ppt/ink/ink3136.xml" ContentType="application/inkml+xml"/>
  <Override PartName="/ppt/ink/ink3137.xml" ContentType="application/inkml+xml"/>
  <Override PartName="/ppt/ink/ink3138.xml" ContentType="application/inkml+xml"/>
  <Override PartName="/ppt/ink/ink3139.xml" ContentType="application/inkml+xml"/>
  <Override PartName="/ppt/ink/ink3140.xml" ContentType="application/inkml+xml"/>
  <Override PartName="/ppt/ink/ink3141.xml" ContentType="application/inkml+xml"/>
  <Override PartName="/ppt/ink/ink3142.xml" ContentType="application/inkml+xml"/>
  <Override PartName="/ppt/ink/ink3143.xml" ContentType="application/inkml+xml"/>
  <Override PartName="/ppt/ink/ink3144.xml" ContentType="application/inkml+xml"/>
  <Override PartName="/ppt/ink/ink3145.xml" ContentType="application/inkml+xml"/>
  <Override PartName="/ppt/ink/ink3146.xml" ContentType="application/inkml+xml"/>
  <Override PartName="/ppt/ink/ink3147.xml" ContentType="application/inkml+xml"/>
  <Override PartName="/ppt/ink/ink3148.xml" ContentType="application/inkml+xml"/>
  <Override PartName="/ppt/ink/ink3149.xml" ContentType="application/inkml+xml"/>
  <Override PartName="/ppt/ink/ink3150.xml" ContentType="application/inkml+xml"/>
  <Override PartName="/ppt/ink/ink3151.xml" ContentType="application/inkml+xml"/>
  <Override PartName="/ppt/ink/ink3152.xml" ContentType="application/inkml+xml"/>
  <Override PartName="/ppt/ink/ink3153.xml" ContentType="application/inkml+xml"/>
  <Override PartName="/ppt/ink/ink3154.xml" ContentType="application/inkml+xml"/>
  <Override PartName="/ppt/ink/ink3155.xml" ContentType="application/inkml+xml"/>
  <Override PartName="/ppt/ink/ink3156.xml" ContentType="application/inkml+xml"/>
  <Override PartName="/ppt/ink/ink3157.xml" ContentType="application/inkml+xml"/>
  <Override PartName="/ppt/ink/ink3158.xml" ContentType="application/inkml+xml"/>
  <Override PartName="/ppt/ink/ink3159.xml" ContentType="application/inkml+xml"/>
  <Override PartName="/ppt/ink/ink3160.xml" ContentType="application/inkml+xml"/>
  <Override PartName="/ppt/ink/ink3161.xml" ContentType="application/inkml+xml"/>
  <Override PartName="/ppt/ink/ink3162.xml" ContentType="application/inkml+xml"/>
  <Override PartName="/ppt/ink/ink3163.xml" ContentType="application/inkml+xml"/>
  <Override PartName="/ppt/ink/ink3164.xml" ContentType="application/inkml+xml"/>
  <Override PartName="/ppt/ink/ink3165.xml" ContentType="application/inkml+xml"/>
  <Override PartName="/ppt/ink/ink3166.xml" ContentType="application/inkml+xml"/>
  <Override PartName="/ppt/ink/ink3167.xml" ContentType="application/inkml+xml"/>
  <Override PartName="/ppt/ink/ink3168.xml" ContentType="application/inkml+xml"/>
  <Override PartName="/ppt/ink/ink3169.xml" ContentType="application/inkml+xml"/>
  <Override PartName="/ppt/ink/ink3170.xml" ContentType="application/inkml+xml"/>
  <Override PartName="/ppt/ink/ink3171.xml" ContentType="application/inkml+xml"/>
  <Override PartName="/ppt/ink/ink3172.xml" ContentType="application/inkml+xml"/>
  <Override PartName="/ppt/ink/ink3173.xml" ContentType="application/inkml+xml"/>
  <Override PartName="/ppt/ink/ink3174.xml" ContentType="application/inkml+xml"/>
  <Override PartName="/ppt/ink/ink3175.xml" ContentType="application/inkml+xml"/>
  <Override PartName="/ppt/notesSlides/notesSlide1.xml" ContentType="application/vnd.openxmlformats-officedocument.presentationml.notesSlide+xml"/>
  <Override PartName="/ppt/ink/ink3176.xml" ContentType="application/inkml+xml"/>
  <Override PartName="/ppt/ink/ink3177.xml" ContentType="application/inkml+xml"/>
  <Override PartName="/ppt/ink/ink3178.xml" ContentType="application/inkml+xml"/>
  <Override PartName="/ppt/ink/ink3179.xml" ContentType="application/inkml+xml"/>
  <Override PartName="/ppt/ink/ink3180.xml" ContentType="application/inkml+xml"/>
  <Override PartName="/ppt/ink/ink3181.xml" ContentType="application/inkml+xml"/>
  <Override PartName="/ppt/ink/ink3182.xml" ContentType="application/inkml+xml"/>
  <Override PartName="/ppt/ink/ink3183.xml" ContentType="application/inkml+xml"/>
  <Override PartName="/ppt/ink/ink3184.xml" ContentType="application/inkml+xml"/>
  <Override PartName="/ppt/ink/ink3185.xml" ContentType="application/inkml+xml"/>
  <Override PartName="/ppt/ink/ink3186.xml" ContentType="application/inkml+xml"/>
  <Override PartName="/ppt/ink/ink3187.xml" ContentType="application/inkml+xml"/>
  <Override PartName="/ppt/ink/ink3188.xml" ContentType="application/inkml+xml"/>
  <Override PartName="/ppt/ink/ink3189.xml" ContentType="application/inkml+xml"/>
  <Override PartName="/ppt/ink/ink3190.xml" ContentType="application/inkml+xml"/>
  <Override PartName="/ppt/ink/ink3191.xml" ContentType="application/inkml+xml"/>
  <Override PartName="/ppt/ink/ink3192.xml" ContentType="application/inkml+xml"/>
  <Override PartName="/ppt/ink/ink3193.xml" ContentType="application/inkml+xml"/>
  <Override PartName="/ppt/ink/ink3194.xml" ContentType="application/inkml+xml"/>
  <Override PartName="/ppt/ink/ink3195.xml" ContentType="application/inkml+xml"/>
  <Override PartName="/ppt/ink/ink3196.xml" ContentType="application/inkml+xml"/>
  <Override PartName="/ppt/ink/ink3197.xml" ContentType="application/inkml+xml"/>
  <Override PartName="/ppt/ink/ink3198.xml" ContentType="application/inkml+xml"/>
  <Override PartName="/ppt/ink/ink3199.xml" ContentType="application/inkml+xml"/>
  <Override PartName="/ppt/ink/ink3200.xml" ContentType="application/inkml+xml"/>
  <Override PartName="/ppt/ink/ink3201.xml" ContentType="application/inkml+xml"/>
  <Override PartName="/ppt/ink/ink3202.xml" ContentType="application/inkml+xml"/>
  <Override PartName="/ppt/ink/ink3203.xml" ContentType="application/inkml+xml"/>
  <Override PartName="/ppt/ink/ink3204.xml" ContentType="application/inkml+xml"/>
  <Override PartName="/ppt/ink/ink3205.xml" ContentType="application/inkml+xml"/>
  <Override PartName="/ppt/ink/ink3206.xml" ContentType="application/inkml+xml"/>
  <Override PartName="/ppt/ink/ink3207.xml" ContentType="application/inkml+xml"/>
  <Override PartName="/ppt/ink/ink3208.xml" ContentType="application/inkml+xml"/>
  <Override PartName="/ppt/ink/ink3209.xml" ContentType="application/inkml+xml"/>
  <Override PartName="/ppt/ink/ink3210.xml" ContentType="application/inkml+xml"/>
  <Override PartName="/ppt/ink/ink3211.xml" ContentType="application/inkml+xml"/>
  <Override PartName="/ppt/ink/ink3212.xml" ContentType="application/inkml+xml"/>
  <Override PartName="/ppt/ink/ink3213.xml" ContentType="application/inkml+xml"/>
  <Override PartName="/ppt/ink/ink3214.xml" ContentType="application/inkml+xml"/>
  <Override PartName="/ppt/ink/ink3215.xml" ContentType="application/inkml+xml"/>
  <Override PartName="/ppt/ink/ink3216.xml" ContentType="application/inkml+xml"/>
  <Override PartName="/ppt/ink/ink3217.xml" ContentType="application/inkml+xml"/>
  <Override PartName="/ppt/ink/ink3218.xml" ContentType="application/inkml+xml"/>
  <Override PartName="/ppt/ink/ink3219.xml" ContentType="application/inkml+xml"/>
  <Override PartName="/ppt/ink/ink3220.xml" ContentType="application/inkml+xml"/>
  <Override PartName="/ppt/ink/ink3221.xml" ContentType="application/inkml+xml"/>
  <Override PartName="/ppt/ink/ink3222.xml" ContentType="application/inkml+xml"/>
  <Override PartName="/ppt/ink/ink3223.xml" ContentType="application/inkml+xml"/>
  <Override PartName="/ppt/ink/ink3224.xml" ContentType="application/inkml+xml"/>
  <Override PartName="/ppt/ink/ink3225.xml" ContentType="application/inkml+xml"/>
  <Override PartName="/ppt/ink/ink3226.xml" ContentType="application/inkml+xml"/>
  <Override PartName="/ppt/ink/ink3227.xml" ContentType="application/inkml+xml"/>
  <Override PartName="/ppt/ink/ink3228.xml" ContentType="application/inkml+xml"/>
  <Override PartName="/ppt/ink/ink3229.xml" ContentType="application/inkml+xml"/>
  <Override PartName="/ppt/ink/ink3230.xml" ContentType="application/inkml+xml"/>
  <Override PartName="/ppt/ink/ink3231.xml" ContentType="application/inkml+xml"/>
  <Override PartName="/ppt/ink/ink3232.xml" ContentType="application/inkml+xml"/>
  <Override PartName="/ppt/ink/ink3233.xml" ContentType="application/inkml+xml"/>
  <Override PartName="/ppt/ink/ink3234.xml" ContentType="application/inkml+xml"/>
  <Override PartName="/ppt/ink/ink3235.xml" ContentType="application/inkml+xml"/>
  <Override PartName="/ppt/ink/ink3236.xml" ContentType="application/inkml+xml"/>
  <Override PartName="/ppt/ink/ink3237.xml" ContentType="application/inkml+xml"/>
  <Override PartName="/ppt/ink/ink3238.xml" ContentType="application/inkml+xml"/>
  <Override PartName="/ppt/ink/ink3239.xml" ContentType="application/inkml+xml"/>
  <Override PartName="/ppt/ink/ink3240.xml" ContentType="application/inkml+xml"/>
  <Override PartName="/ppt/ink/ink3241.xml" ContentType="application/inkml+xml"/>
  <Override PartName="/ppt/ink/ink3242.xml" ContentType="application/inkml+xml"/>
  <Override PartName="/ppt/ink/ink3243.xml" ContentType="application/inkml+xml"/>
  <Override PartName="/ppt/ink/ink3244.xml" ContentType="application/inkml+xml"/>
  <Override PartName="/ppt/ink/ink3245.xml" ContentType="application/inkml+xml"/>
  <Override PartName="/ppt/ink/ink3246.xml" ContentType="application/inkml+xml"/>
  <Override PartName="/ppt/ink/ink3247.xml" ContentType="application/inkml+xml"/>
  <Override PartName="/ppt/ink/ink3248.xml" ContentType="application/inkml+xml"/>
  <Override PartName="/ppt/ink/ink3249.xml" ContentType="application/inkml+xml"/>
  <Override PartName="/ppt/ink/ink3250.xml" ContentType="application/inkml+xml"/>
  <Override PartName="/ppt/ink/ink3251.xml" ContentType="application/inkml+xml"/>
  <Override PartName="/ppt/ink/ink3252.xml" ContentType="application/inkml+xml"/>
  <Override PartName="/ppt/ink/ink3253.xml" ContentType="application/inkml+xml"/>
  <Override PartName="/ppt/ink/ink3254.xml" ContentType="application/inkml+xml"/>
  <Override PartName="/ppt/ink/ink3255.xml" ContentType="application/inkml+xml"/>
  <Override PartName="/ppt/ink/ink3256.xml" ContentType="application/inkml+xml"/>
  <Override PartName="/ppt/ink/ink3257.xml" ContentType="application/inkml+xml"/>
  <Override PartName="/ppt/ink/ink3258.xml" ContentType="application/inkml+xml"/>
  <Override PartName="/ppt/ink/ink3259.xml" ContentType="application/inkml+xml"/>
  <Override PartName="/ppt/ink/ink3260.xml" ContentType="application/inkml+xml"/>
  <Override PartName="/ppt/ink/ink3261.xml" ContentType="application/inkml+xml"/>
  <Override PartName="/ppt/ink/ink3262.xml" ContentType="application/inkml+xml"/>
  <Override PartName="/ppt/ink/ink3263.xml" ContentType="application/inkml+xml"/>
  <Override PartName="/ppt/ink/ink3264.xml" ContentType="application/inkml+xml"/>
  <Override PartName="/ppt/ink/ink3265.xml" ContentType="application/inkml+xml"/>
  <Override PartName="/ppt/ink/ink3266.xml" ContentType="application/inkml+xml"/>
  <Override PartName="/ppt/ink/ink3267.xml" ContentType="application/inkml+xml"/>
  <Override PartName="/ppt/ink/ink3268.xml" ContentType="application/inkml+xml"/>
  <Override PartName="/ppt/ink/ink3269.xml" ContentType="application/inkml+xml"/>
  <Override PartName="/ppt/ink/ink3270.xml" ContentType="application/inkml+xml"/>
  <Override PartName="/ppt/ink/ink3271.xml" ContentType="application/inkml+xml"/>
  <Override PartName="/ppt/ink/ink3272.xml" ContentType="application/inkml+xml"/>
  <Override PartName="/ppt/ink/ink3273.xml" ContentType="application/inkml+xml"/>
  <Override PartName="/ppt/ink/ink3274.xml" ContentType="application/inkml+xml"/>
  <Override PartName="/ppt/ink/ink3275.xml" ContentType="application/inkml+xml"/>
  <Override PartName="/ppt/ink/ink3276.xml" ContentType="application/inkml+xml"/>
  <Override PartName="/ppt/ink/ink3277.xml" ContentType="application/inkml+xml"/>
  <Override PartName="/ppt/ink/ink3278.xml" ContentType="application/inkml+xml"/>
  <Override PartName="/ppt/ink/ink3279.xml" ContentType="application/inkml+xml"/>
  <Override PartName="/ppt/ink/ink3280.xml" ContentType="application/inkml+xml"/>
  <Override PartName="/ppt/ink/ink3281.xml" ContentType="application/inkml+xml"/>
  <Override PartName="/ppt/ink/ink3282.xml" ContentType="application/inkml+xml"/>
  <Override PartName="/ppt/ink/ink3283.xml" ContentType="application/inkml+xml"/>
  <Override PartName="/ppt/ink/ink3284.xml" ContentType="application/inkml+xml"/>
  <Override PartName="/ppt/ink/ink3285.xml" ContentType="application/inkml+xml"/>
  <Override PartName="/ppt/ink/ink3286.xml" ContentType="application/inkml+xml"/>
  <Override PartName="/ppt/ink/ink3287.xml" ContentType="application/inkml+xml"/>
  <Override PartName="/ppt/ink/ink3288.xml" ContentType="application/inkml+xml"/>
  <Override PartName="/ppt/ink/ink3289.xml" ContentType="application/inkml+xml"/>
  <Override PartName="/ppt/ink/ink3290.xml" ContentType="application/inkml+xml"/>
  <Override PartName="/ppt/ink/ink3291.xml" ContentType="application/inkml+xml"/>
  <Override PartName="/ppt/ink/ink3292.xml" ContentType="application/inkml+xml"/>
  <Override PartName="/ppt/ink/ink3293.xml" ContentType="application/inkml+xml"/>
  <Override PartName="/ppt/ink/ink3294.xml" ContentType="application/inkml+xml"/>
  <Override PartName="/ppt/ink/ink3295.xml" ContentType="application/inkml+xml"/>
  <Override PartName="/ppt/ink/ink3296.xml" ContentType="application/inkml+xml"/>
  <Override PartName="/ppt/ink/ink3297.xml" ContentType="application/inkml+xml"/>
  <Override PartName="/ppt/ink/ink3298.xml" ContentType="application/inkml+xml"/>
  <Override PartName="/ppt/ink/ink3299.xml" ContentType="application/inkml+xml"/>
  <Override PartName="/ppt/ink/ink3300.xml" ContentType="application/inkml+xml"/>
  <Override PartName="/ppt/ink/ink3301.xml" ContentType="application/inkml+xml"/>
  <Override PartName="/ppt/ink/ink3302.xml" ContentType="application/inkml+xml"/>
  <Override PartName="/ppt/ink/ink3303.xml" ContentType="application/inkml+xml"/>
  <Override PartName="/ppt/ink/ink3304.xml" ContentType="application/inkml+xml"/>
  <Override PartName="/ppt/ink/ink3305.xml" ContentType="application/inkml+xml"/>
  <Override PartName="/ppt/ink/ink3306.xml" ContentType="application/inkml+xml"/>
  <Override PartName="/ppt/ink/ink3307.xml" ContentType="application/inkml+xml"/>
  <Override PartName="/ppt/ink/ink3308.xml" ContentType="application/inkml+xml"/>
  <Override PartName="/ppt/ink/ink3309.xml" ContentType="application/inkml+xml"/>
  <Override PartName="/ppt/ink/ink3310.xml" ContentType="application/inkml+xml"/>
  <Override PartName="/ppt/ink/ink3311.xml" ContentType="application/inkml+xml"/>
  <Override PartName="/ppt/ink/ink3312.xml" ContentType="application/inkml+xml"/>
  <Override PartName="/ppt/ink/ink3313.xml" ContentType="application/inkml+xml"/>
  <Override PartName="/ppt/ink/ink3314.xml" ContentType="application/inkml+xml"/>
  <Override PartName="/ppt/ink/ink3315.xml" ContentType="application/inkml+xml"/>
  <Override PartName="/ppt/ink/ink3316.xml" ContentType="application/inkml+xml"/>
  <Override PartName="/ppt/ink/ink3317.xml" ContentType="application/inkml+xml"/>
  <Override PartName="/ppt/ink/ink3318.xml" ContentType="application/inkml+xml"/>
  <Override PartName="/ppt/ink/ink3319.xml" ContentType="application/inkml+xml"/>
  <Override PartName="/ppt/ink/ink3320.xml" ContentType="application/inkml+xml"/>
  <Override PartName="/ppt/ink/ink3321.xml" ContentType="application/inkml+xml"/>
  <Override PartName="/ppt/ink/ink3322.xml" ContentType="application/inkml+xml"/>
  <Override PartName="/ppt/ink/ink3323.xml" ContentType="application/inkml+xml"/>
  <Override PartName="/ppt/ink/ink3324.xml" ContentType="application/inkml+xml"/>
  <Override PartName="/ppt/ink/ink3325.xml" ContentType="application/inkml+xml"/>
  <Override PartName="/ppt/ink/ink3326.xml" ContentType="application/inkml+xml"/>
  <Override PartName="/ppt/ink/ink3327.xml" ContentType="application/inkml+xml"/>
  <Override PartName="/ppt/ink/ink3328.xml" ContentType="application/inkml+xml"/>
  <Override PartName="/ppt/ink/ink3329.xml" ContentType="application/inkml+xml"/>
  <Override PartName="/ppt/ink/ink3330.xml" ContentType="application/inkml+xml"/>
  <Override PartName="/ppt/ink/ink3331.xml" ContentType="application/inkml+xml"/>
  <Override PartName="/ppt/ink/ink3332.xml" ContentType="application/inkml+xml"/>
  <Override PartName="/ppt/ink/ink3333.xml" ContentType="application/inkml+xml"/>
  <Override PartName="/ppt/ink/ink3334.xml" ContentType="application/inkml+xml"/>
  <Override PartName="/ppt/ink/ink3335.xml" ContentType="application/inkml+xml"/>
  <Override PartName="/ppt/ink/ink3336.xml" ContentType="application/inkml+xml"/>
  <Override PartName="/ppt/ink/ink3337.xml" ContentType="application/inkml+xml"/>
  <Override PartName="/ppt/ink/ink3338.xml" ContentType="application/inkml+xml"/>
  <Override PartName="/ppt/ink/ink3339.xml" ContentType="application/inkml+xml"/>
  <Override PartName="/ppt/ink/ink3340.xml" ContentType="application/inkml+xml"/>
  <Override PartName="/ppt/ink/ink3341.xml" ContentType="application/inkml+xml"/>
  <Override PartName="/ppt/ink/ink3342.xml" ContentType="application/inkml+xml"/>
  <Override PartName="/ppt/ink/ink3343.xml" ContentType="application/inkml+xml"/>
  <Override PartName="/ppt/ink/ink3344.xml" ContentType="application/inkml+xml"/>
  <Override PartName="/ppt/ink/ink3345.xml" ContentType="application/inkml+xml"/>
  <Override PartName="/ppt/ink/ink3346.xml" ContentType="application/inkml+xml"/>
  <Override PartName="/ppt/ink/ink3347.xml" ContentType="application/inkml+xml"/>
  <Override PartName="/ppt/ink/ink3348.xml" ContentType="application/inkml+xml"/>
  <Override PartName="/ppt/ink/ink3349.xml" ContentType="application/inkml+xml"/>
  <Override PartName="/ppt/ink/ink3350.xml" ContentType="application/inkml+xml"/>
  <Override PartName="/ppt/ink/ink3351.xml" ContentType="application/inkml+xml"/>
  <Override PartName="/ppt/ink/ink3352.xml" ContentType="application/inkml+xml"/>
  <Override PartName="/ppt/ink/ink3353.xml" ContentType="application/inkml+xml"/>
  <Override PartName="/ppt/ink/ink3354.xml" ContentType="application/inkml+xml"/>
  <Override PartName="/ppt/ink/ink3355.xml" ContentType="application/inkml+xml"/>
  <Override PartName="/ppt/ink/ink3356.xml" ContentType="application/inkml+xml"/>
  <Override PartName="/ppt/ink/ink3357.xml" ContentType="application/inkml+xml"/>
  <Override PartName="/ppt/ink/ink3358.xml" ContentType="application/inkml+xml"/>
  <Override PartName="/ppt/ink/ink3359.xml" ContentType="application/inkml+xml"/>
  <Override PartName="/ppt/ink/ink3360.xml" ContentType="application/inkml+xml"/>
  <Override PartName="/ppt/ink/ink3361.xml" ContentType="application/inkml+xml"/>
  <Override PartName="/ppt/ink/ink3362.xml" ContentType="application/inkml+xml"/>
  <Override PartName="/ppt/ink/ink3363.xml" ContentType="application/inkml+xml"/>
  <Override PartName="/ppt/ink/ink3364.xml" ContentType="application/inkml+xml"/>
  <Override PartName="/ppt/ink/ink3365.xml" ContentType="application/inkml+xml"/>
  <Override PartName="/ppt/ink/ink3366.xml" ContentType="application/inkml+xml"/>
  <Override PartName="/ppt/ink/ink3367.xml" ContentType="application/inkml+xml"/>
  <Override PartName="/ppt/ink/ink3368.xml" ContentType="application/inkml+xml"/>
  <Override PartName="/ppt/ink/ink3369.xml" ContentType="application/inkml+xml"/>
  <Override PartName="/ppt/ink/ink3370.xml" ContentType="application/inkml+xml"/>
  <Override PartName="/ppt/ink/ink3371.xml" ContentType="application/inkml+xml"/>
  <Override PartName="/ppt/ink/ink3372.xml" ContentType="application/inkml+xml"/>
  <Override PartName="/ppt/ink/ink3373.xml" ContentType="application/inkml+xml"/>
  <Override PartName="/ppt/ink/ink3374.xml" ContentType="application/inkml+xml"/>
  <Override PartName="/ppt/ink/ink3375.xml" ContentType="application/inkml+xml"/>
  <Override PartName="/ppt/ink/ink3376.xml" ContentType="application/inkml+xml"/>
  <Override PartName="/ppt/ink/ink3377.xml" ContentType="application/inkml+xml"/>
  <Override PartName="/ppt/ink/ink3378.xml" ContentType="application/inkml+xml"/>
  <Override PartName="/ppt/ink/ink3379.xml" ContentType="application/inkml+xml"/>
  <Override PartName="/ppt/ink/ink3380.xml" ContentType="application/inkml+xml"/>
  <Override PartName="/ppt/ink/ink3381.xml" ContentType="application/inkml+xml"/>
  <Override PartName="/ppt/ink/ink3382.xml" ContentType="application/inkml+xml"/>
  <Override PartName="/ppt/ink/ink3383.xml" ContentType="application/inkml+xml"/>
  <Override PartName="/ppt/ink/ink3384.xml" ContentType="application/inkml+xml"/>
  <Override PartName="/ppt/ink/ink3385.xml" ContentType="application/inkml+xml"/>
  <Override PartName="/ppt/ink/ink3386.xml" ContentType="application/inkml+xml"/>
  <Override PartName="/ppt/ink/ink3387.xml" ContentType="application/inkml+xml"/>
  <Override PartName="/ppt/ink/ink3388.xml" ContentType="application/inkml+xml"/>
  <Override PartName="/ppt/ink/ink3389.xml" ContentType="application/inkml+xml"/>
  <Override PartName="/ppt/ink/ink3390.xml" ContentType="application/inkml+xml"/>
  <Override PartName="/ppt/ink/ink3391.xml" ContentType="application/inkml+xml"/>
  <Override PartName="/ppt/ink/ink3392.xml" ContentType="application/inkml+xml"/>
  <Override PartName="/ppt/ink/ink3393.xml" ContentType="application/inkml+xml"/>
  <Override PartName="/ppt/ink/ink3394.xml" ContentType="application/inkml+xml"/>
  <Override PartName="/ppt/ink/ink3395.xml" ContentType="application/inkml+xml"/>
  <Override PartName="/ppt/ink/ink3396.xml" ContentType="application/inkml+xml"/>
  <Override PartName="/ppt/ink/ink3397.xml" ContentType="application/inkml+xml"/>
  <Override PartName="/ppt/ink/ink3398.xml" ContentType="application/inkml+xml"/>
  <Override PartName="/ppt/ink/ink3399.xml" ContentType="application/inkml+xml"/>
  <Override PartName="/ppt/ink/ink3400.xml" ContentType="application/inkml+xml"/>
  <Override PartName="/ppt/ink/ink3401.xml" ContentType="application/inkml+xml"/>
  <Override PartName="/ppt/ink/ink3402.xml" ContentType="application/inkml+xml"/>
  <Override PartName="/ppt/ink/ink3403.xml" ContentType="application/inkml+xml"/>
  <Override PartName="/ppt/ink/ink3404.xml" ContentType="application/inkml+xml"/>
  <Override PartName="/ppt/ink/ink3405.xml" ContentType="application/inkml+xml"/>
  <Override PartName="/ppt/ink/ink3406.xml" ContentType="application/inkml+xml"/>
  <Override PartName="/ppt/ink/ink3407.xml" ContentType="application/inkml+xml"/>
  <Override PartName="/ppt/ink/ink3408.xml" ContentType="application/inkml+xml"/>
  <Override PartName="/ppt/ink/ink3409.xml" ContentType="application/inkml+xml"/>
  <Override PartName="/ppt/ink/ink3410.xml" ContentType="application/inkml+xml"/>
  <Override PartName="/ppt/ink/ink3411.xml" ContentType="application/inkml+xml"/>
  <Override PartName="/ppt/ink/ink3412.xml" ContentType="application/inkml+xml"/>
  <Override PartName="/ppt/ink/ink3413.xml" ContentType="application/inkml+xml"/>
  <Override PartName="/ppt/ink/ink3414.xml" ContentType="application/inkml+xml"/>
  <Override PartName="/ppt/ink/ink3415.xml" ContentType="application/inkml+xml"/>
  <Override PartName="/ppt/ink/ink3416.xml" ContentType="application/inkml+xml"/>
  <Override PartName="/ppt/ink/ink3417.xml" ContentType="application/inkml+xml"/>
  <Override PartName="/ppt/ink/ink3418.xml" ContentType="application/inkml+xml"/>
  <Override PartName="/ppt/ink/ink3419.xml" ContentType="application/inkml+xml"/>
  <Override PartName="/ppt/ink/ink3420.xml" ContentType="application/inkml+xml"/>
  <Override PartName="/ppt/ink/ink3421.xml" ContentType="application/inkml+xml"/>
  <Override PartName="/ppt/ink/ink3422.xml" ContentType="application/inkml+xml"/>
  <Override PartName="/ppt/ink/ink3423.xml" ContentType="application/inkml+xml"/>
  <Override PartName="/ppt/ink/ink3424.xml" ContentType="application/inkml+xml"/>
  <Override PartName="/ppt/ink/ink3425.xml" ContentType="application/inkml+xml"/>
  <Override PartName="/ppt/ink/ink3426.xml" ContentType="application/inkml+xml"/>
  <Override PartName="/ppt/ink/ink3427.xml" ContentType="application/inkml+xml"/>
  <Override PartName="/ppt/ink/ink3428.xml" ContentType="application/inkml+xml"/>
  <Override PartName="/ppt/ink/ink3429.xml" ContentType="application/inkml+xml"/>
  <Override PartName="/ppt/ink/ink3430.xml" ContentType="application/inkml+xml"/>
  <Override PartName="/ppt/ink/ink3431.xml" ContentType="application/inkml+xml"/>
  <Override PartName="/ppt/ink/ink3432.xml" ContentType="application/inkml+xml"/>
  <Override PartName="/ppt/ink/ink3433.xml" ContentType="application/inkml+xml"/>
  <Override PartName="/ppt/ink/ink3434.xml" ContentType="application/inkml+xml"/>
  <Override PartName="/ppt/ink/ink3435.xml" ContentType="application/inkml+xml"/>
  <Override PartName="/ppt/ink/ink3436.xml" ContentType="application/inkml+xml"/>
  <Override PartName="/ppt/ink/ink3437.xml" ContentType="application/inkml+xml"/>
  <Override PartName="/ppt/ink/ink3438.xml" ContentType="application/inkml+xml"/>
  <Override PartName="/ppt/ink/ink3439.xml" ContentType="application/inkml+xml"/>
  <Override PartName="/ppt/ink/ink3440.xml" ContentType="application/inkml+xml"/>
  <Override PartName="/ppt/ink/ink3441.xml" ContentType="application/inkml+xml"/>
  <Override PartName="/ppt/ink/ink3442.xml" ContentType="application/inkml+xml"/>
  <Override PartName="/ppt/ink/ink3443.xml" ContentType="application/inkml+xml"/>
  <Override PartName="/ppt/ink/ink3444.xml" ContentType="application/inkml+xml"/>
  <Override PartName="/ppt/ink/ink3445.xml" ContentType="application/inkml+xml"/>
  <Override PartName="/ppt/ink/ink3446.xml" ContentType="application/inkml+xml"/>
  <Override PartName="/ppt/ink/ink3447.xml" ContentType="application/inkml+xml"/>
  <Override PartName="/ppt/ink/ink3448.xml" ContentType="application/inkml+xml"/>
  <Override PartName="/ppt/ink/ink3449.xml" ContentType="application/inkml+xml"/>
  <Override PartName="/ppt/ink/ink3450.xml" ContentType="application/inkml+xml"/>
  <Override PartName="/ppt/ink/ink3451.xml" ContentType="application/inkml+xml"/>
  <Override PartName="/ppt/ink/ink3452.xml" ContentType="application/inkml+xml"/>
  <Override PartName="/ppt/ink/ink3453.xml" ContentType="application/inkml+xml"/>
  <Override PartName="/ppt/ink/ink3454.xml" ContentType="application/inkml+xml"/>
  <Override PartName="/ppt/ink/ink3455.xml" ContentType="application/inkml+xml"/>
  <Override PartName="/ppt/ink/ink3456.xml" ContentType="application/inkml+xml"/>
  <Override PartName="/ppt/ink/ink3457.xml" ContentType="application/inkml+xml"/>
  <Override PartName="/ppt/ink/ink3458.xml" ContentType="application/inkml+xml"/>
  <Override PartName="/ppt/ink/ink3459.xml" ContentType="application/inkml+xml"/>
  <Override PartName="/ppt/ink/ink3460.xml" ContentType="application/inkml+xml"/>
  <Override PartName="/ppt/ink/ink3461.xml" ContentType="application/inkml+xml"/>
  <Override PartName="/ppt/ink/ink3462.xml" ContentType="application/inkml+xml"/>
  <Override PartName="/ppt/ink/ink3463.xml" ContentType="application/inkml+xml"/>
  <Override PartName="/ppt/ink/ink3464.xml" ContentType="application/inkml+xml"/>
  <Override PartName="/ppt/ink/ink3465.xml" ContentType="application/inkml+xml"/>
  <Override PartName="/ppt/ink/ink3466.xml" ContentType="application/inkml+xml"/>
  <Override PartName="/ppt/ink/ink3467.xml" ContentType="application/inkml+xml"/>
  <Override PartName="/ppt/ink/ink3468.xml" ContentType="application/inkml+xml"/>
  <Override PartName="/ppt/ink/ink3469.xml" ContentType="application/inkml+xml"/>
  <Override PartName="/ppt/ink/ink3470.xml" ContentType="application/inkml+xml"/>
  <Override PartName="/ppt/ink/ink3471.xml" ContentType="application/inkml+xml"/>
  <Override PartName="/ppt/ink/ink3472.xml" ContentType="application/inkml+xml"/>
  <Override PartName="/ppt/ink/ink3473.xml" ContentType="application/inkml+xml"/>
  <Override PartName="/ppt/ink/ink3474.xml" ContentType="application/inkml+xml"/>
  <Override PartName="/ppt/ink/ink3475.xml" ContentType="application/inkml+xml"/>
  <Override PartName="/ppt/ink/ink3476.xml" ContentType="application/inkml+xml"/>
  <Override PartName="/ppt/ink/ink3477.xml" ContentType="application/inkml+xml"/>
  <Override PartName="/ppt/ink/ink3478.xml" ContentType="application/inkml+xml"/>
  <Override PartName="/ppt/ink/ink3479.xml" ContentType="application/inkml+xml"/>
  <Override PartName="/ppt/ink/ink3480.xml" ContentType="application/inkml+xml"/>
  <Override PartName="/ppt/ink/ink3481.xml" ContentType="application/inkml+xml"/>
  <Override PartName="/ppt/ink/ink3482.xml" ContentType="application/inkml+xml"/>
  <Override PartName="/ppt/ink/ink3483.xml" ContentType="application/inkml+xml"/>
  <Override PartName="/ppt/ink/ink3484.xml" ContentType="application/inkml+xml"/>
  <Override PartName="/ppt/ink/ink3485.xml" ContentType="application/inkml+xml"/>
  <Override PartName="/ppt/ink/ink3486.xml" ContentType="application/inkml+xml"/>
  <Override PartName="/ppt/ink/ink3487.xml" ContentType="application/inkml+xml"/>
  <Override PartName="/ppt/ink/ink3488.xml" ContentType="application/inkml+xml"/>
  <Override PartName="/ppt/ink/ink3489.xml" ContentType="application/inkml+xml"/>
  <Override PartName="/ppt/ink/ink3490.xml" ContentType="application/inkml+xml"/>
  <Override PartName="/ppt/ink/ink3491.xml" ContentType="application/inkml+xml"/>
  <Override PartName="/ppt/ink/ink3492.xml" ContentType="application/inkml+xml"/>
  <Override PartName="/ppt/ink/ink3493.xml" ContentType="application/inkml+xml"/>
  <Override PartName="/ppt/ink/ink3494.xml" ContentType="application/inkml+xml"/>
  <Override PartName="/ppt/ink/ink3495.xml" ContentType="application/inkml+xml"/>
  <Override PartName="/ppt/ink/ink3496.xml" ContentType="application/inkml+xml"/>
  <Override PartName="/ppt/ink/ink3497.xml" ContentType="application/inkml+xml"/>
  <Override PartName="/ppt/ink/ink3498.xml" ContentType="application/inkml+xml"/>
  <Override PartName="/ppt/ink/ink3499.xml" ContentType="application/inkml+xml"/>
  <Override PartName="/ppt/ink/ink3500.xml" ContentType="application/inkml+xml"/>
  <Override PartName="/ppt/ink/ink3501.xml" ContentType="application/inkml+xml"/>
  <Override PartName="/ppt/ink/ink3502.xml" ContentType="application/inkml+xml"/>
  <Override PartName="/ppt/ink/ink3503.xml" ContentType="application/inkml+xml"/>
  <Override PartName="/ppt/ink/ink3504.xml" ContentType="application/inkml+xml"/>
  <Override PartName="/ppt/ink/ink3505.xml" ContentType="application/inkml+xml"/>
  <Override PartName="/ppt/ink/ink3506.xml" ContentType="application/inkml+xml"/>
  <Override PartName="/ppt/ink/ink3507.xml" ContentType="application/inkml+xml"/>
  <Override PartName="/ppt/ink/ink3508.xml" ContentType="application/inkml+xml"/>
  <Override PartName="/ppt/ink/ink3509.xml" ContentType="application/inkml+xml"/>
  <Override PartName="/ppt/ink/ink3510.xml" ContentType="application/inkml+xml"/>
  <Override PartName="/ppt/ink/ink3511.xml" ContentType="application/inkml+xml"/>
  <Override PartName="/ppt/ink/ink3512.xml" ContentType="application/inkml+xml"/>
  <Override PartName="/ppt/ink/ink3513.xml" ContentType="application/inkml+xml"/>
  <Override PartName="/ppt/ink/ink3514.xml" ContentType="application/inkml+xml"/>
  <Override PartName="/ppt/ink/ink3515.xml" ContentType="application/inkml+xml"/>
  <Override PartName="/ppt/ink/ink3516.xml" ContentType="application/inkml+xml"/>
  <Override PartName="/ppt/ink/ink3517.xml" ContentType="application/inkml+xml"/>
  <Override PartName="/ppt/ink/ink3518.xml" ContentType="application/inkml+xml"/>
  <Override PartName="/ppt/ink/ink3519.xml" ContentType="application/inkml+xml"/>
  <Override PartName="/ppt/ink/ink3520.xml" ContentType="application/inkml+xml"/>
  <Override PartName="/ppt/ink/ink3521.xml" ContentType="application/inkml+xml"/>
  <Override PartName="/ppt/ink/ink3522.xml" ContentType="application/inkml+xml"/>
  <Override PartName="/ppt/ink/ink3523.xml" ContentType="application/inkml+xml"/>
  <Override PartName="/ppt/ink/ink3524.xml" ContentType="application/inkml+xml"/>
  <Override PartName="/ppt/ink/ink3525.xml" ContentType="application/inkml+xml"/>
  <Override PartName="/ppt/ink/ink3526.xml" ContentType="application/inkml+xml"/>
  <Override PartName="/ppt/ink/ink3527.xml" ContentType="application/inkml+xml"/>
  <Override PartName="/ppt/ink/ink3528.xml" ContentType="application/inkml+xml"/>
  <Override PartName="/ppt/ink/ink3529.xml" ContentType="application/inkml+xml"/>
  <Override PartName="/ppt/ink/ink3530.xml" ContentType="application/inkml+xml"/>
  <Override PartName="/ppt/ink/ink3531.xml" ContentType="application/inkml+xml"/>
  <Override PartName="/ppt/ink/ink3532.xml" ContentType="application/inkml+xml"/>
  <Override PartName="/ppt/ink/ink3533.xml" ContentType="application/inkml+xml"/>
  <Override PartName="/ppt/ink/ink3534.xml" ContentType="application/inkml+xml"/>
  <Override PartName="/ppt/ink/ink3535.xml" ContentType="application/inkml+xml"/>
  <Override PartName="/ppt/ink/ink3536.xml" ContentType="application/inkml+xml"/>
  <Override PartName="/ppt/ink/ink3537.xml" ContentType="application/inkml+xml"/>
  <Override PartName="/ppt/ink/ink3538.xml" ContentType="application/inkml+xml"/>
  <Override PartName="/ppt/ink/ink3539.xml" ContentType="application/inkml+xml"/>
  <Override PartName="/ppt/ink/ink3540.xml" ContentType="application/inkml+xml"/>
  <Override PartName="/ppt/ink/ink3541.xml" ContentType="application/inkml+xml"/>
  <Override PartName="/ppt/ink/ink3542.xml" ContentType="application/inkml+xml"/>
  <Override PartName="/ppt/ink/ink3543.xml" ContentType="application/inkml+xml"/>
  <Override PartName="/ppt/ink/ink3544.xml" ContentType="application/inkml+xml"/>
  <Override PartName="/ppt/ink/ink3545.xml" ContentType="application/inkml+xml"/>
  <Override PartName="/ppt/ink/ink3546.xml" ContentType="application/inkml+xml"/>
  <Override PartName="/ppt/ink/ink3547.xml" ContentType="application/inkml+xml"/>
  <Override PartName="/ppt/ink/ink3548.xml" ContentType="application/inkml+xml"/>
  <Override PartName="/ppt/ink/ink3549.xml" ContentType="application/inkml+xml"/>
  <Override PartName="/ppt/ink/ink3550.xml" ContentType="application/inkml+xml"/>
  <Override PartName="/ppt/ink/ink3551.xml" ContentType="application/inkml+xml"/>
  <Override PartName="/ppt/ink/ink3552.xml" ContentType="application/inkml+xml"/>
  <Override PartName="/ppt/ink/ink3553.xml" ContentType="application/inkml+xml"/>
  <Override PartName="/ppt/ink/ink3554.xml" ContentType="application/inkml+xml"/>
  <Override PartName="/ppt/ink/ink3555.xml" ContentType="application/inkml+xml"/>
  <Override PartName="/ppt/ink/ink3556.xml" ContentType="application/inkml+xml"/>
  <Override PartName="/ppt/ink/ink3557.xml" ContentType="application/inkml+xml"/>
  <Override PartName="/ppt/ink/ink3558.xml" ContentType="application/inkml+xml"/>
  <Override PartName="/ppt/ink/ink3559.xml" ContentType="application/inkml+xml"/>
  <Override PartName="/ppt/ink/ink3560.xml" ContentType="application/inkml+xml"/>
  <Override PartName="/ppt/ink/ink3561.xml" ContentType="application/inkml+xml"/>
  <Override PartName="/ppt/ink/ink3562.xml" ContentType="application/inkml+xml"/>
  <Override PartName="/ppt/ink/ink3563.xml" ContentType="application/inkml+xml"/>
  <Override PartName="/ppt/ink/ink3564.xml" ContentType="application/inkml+xml"/>
  <Override PartName="/ppt/ink/ink3565.xml" ContentType="application/inkml+xml"/>
  <Override PartName="/ppt/ink/ink3566.xml" ContentType="application/inkml+xml"/>
  <Override PartName="/ppt/ink/ink3567.xml" ContentType="application/inkml+xml"/>
  <Override PartName="/ppt/ink/ink3568.xml" ContentType="application/inkml+xml"/>
  <Override PartName="/ppt/ink/ink3569.xml" ContentType="application/inkml+xml"/>
  <Override PartName="/ppt/ink/ink3570.xml" ContentType="application/inkml+xml"/>
  <Override PartName="/ppt/ink/ink3571.xml" ContentType="application/inkml+xml"/>
  <Override PartName="/ppt/ink/ink3572.xml" ContentType="application/inkml+xml"/>
  <Override PartName="/ppt/ink/ink3573.xml" ContentType="application/inkml+xml"/>
  <Override PartName="/ppt/ink/ink3574.xml" ContentType="application/inkml+xml"/>
  <Override PartName="/ppt/ink/ink3575.xml" ContentType="application/inkml+xml"/>
  <Override PartName="/ppt/ink/ink3576.xml" ContentType="application/inkml+xml"/>
  <Override PartName="/ppt/ink/ink3577.xml" ContentType="application/inkml+xml"/>
  <Override PartName="/ppt/ink/ink3578.xml" ContentType="application/inkml+xml"/>
  <Override PartName="/ppt/ink/ink3579.xml" ContentType="application/inkml+xml"/>
  <Override PartName="/ppt/ink/ink3580.xml" ContentType="application/inkml+xml"/>
  <Override PartName="/ppt/ink/ink3581.xml" ContentType="application/inkml+xml"/>
  <Override PartName="/ppt/ink/ink3582.xml" ContentType="application/inkml+xml"/>
  <Override PartName="/ppt/ink/ink3583.xml" ContentType="application/inkml+xml"/>
  <Override PartName="/ppt/ink/ink3584.xml" ContentType="application/inkml+xml"/>
  <Override PartName="/ppt/ink/ink3585.xml" ContentType="application/inkml+xml"/>
  <Override PartName="/ppt/ink/ink3586.xml" ContentType="application/inkml+xml"/>
  <Override PartName="/ppt/ink/ink3587.xml" ContentType="application/inkml+xml"/>
  <Override PartName="/ppt/ink/ink3588.xml" ContentType="application/inkml+xml"/>
  <Override PartName="/ppt/ink/ink3589.xml" ContentType="application/inkml+xml"/>
  <Override PartName="/ppt/ink/ink3590.xml" ContentType="application/inkml+xml"/>
  <Override PartName="/ppt/ink/ink3591.xml" ContentType="application/inkml+xml"/>
  <Override PartName="/ppt/ink/ink3592.xml" ContentType="application/inkml+xml"/>
  <Override PartName="/ppt/ink/ink3593.xml" ContentType="application/inkml+xml"/>
  <Override PartName="/ppt/ink/ink3594.xml" ContentType="application/inkml+xml"/>
  <Override PartName="/ppt/ink/ink3595.xml" ContentType="application/inkml+xml"/>
  <Override PartName="/ppt/ink/ink3596.xml" ContentType="application/inkml+xml"/>
  <Override PartName="/ppt/ink/ink3597.xml" ContentType="application/inkml+xml"/>
  <Override PartName="/ppt/ink/ink3598.xml" ContentType="application/inkml+xml"/>
  <Override PartName="/ppt/ink/ink3599.xml" ContentType="application/inkml+xml"/>
  <Override PartName="/ppt/ink/ink3600.xml" ContentType="application/inkml+xml"/>
  <Override PartName="/ppt/ink/ink3601.xml" ContentType="application/inkml+xml"/>
  <Override PartName="/ppt/ink/ink3602.xml" ContentType="application/inkml+xml"/>
  <Override PartName="/ppt/ink/ink3603.xml" ContentType="application/inkml+xml"/>
  <Override PartName="/ppt/ink/ink3604.xml" ContentType="application/inkml+xml"/>
  <Override PartName="/ppt/ink/ink3605.xml" ContentType="application/inkml+xml"/>
  <Override PartName="/ppt/ink/ink3606.xml" ContentType="application/inkml+xml"/>
  <Override PartName="/ppt/ink/ink3607.xml" ContentType="application/inkml+xml"/>
  <Override PartName="/ppt/ink/ink3608.xml" ContentType="application/inkml+xml"/>
  <Override PartName="/ppt/ink/ink3609.xml" ContentType="application/inkml+xml"/>
  <Override PartName="/ppt/ink/ink3610.xml" ContentType="application/inkml+xml"/>
  <Override PartName="/ppt/ink/ink3611.xml" ContentType="application/inkml+xml"/>
  <Override PartName="/ppt/ink/ink3612.xml" ContentType="application/inkml+xml"/>
  <Override PartName="/ppt/ink/ink3613.xml" ContentType="application/inkml+xml"/>
  <Override PartName="/ppt/ink/ink3614.xml" ContentType="application/inkml+xml"/>
  <Override PartName="/ppt/ink/ink3615.xml" ContentType="application/inkml+xml"/>
  <Override PartName="/ppt/ink/ink3616.xml" ContentType="application/inkml+xml"/>
  <Override PartName="/ppt/ink/ink3617.xml" ContentType="application/inkml+xml"/>
  <Override PartName="/ppt/ink/ink3618.xml" ContentType="application/inkml+xml"/>
  <Override PartName="/ppt/ink/ink3619.xml" ContentType="application/inkml+xml"/>
  <Override PartName="/ppt/ink/ink3620.xml" ContentType="application/inkml+xml"/>
  <Override PartName="/ppt/ink/ink3621.xml" ContentType="application/inkml+xml"/>
  <Override PartName="/ppt/ink/ink3622.xml" ContentType="application/inkml+xml"/>
  <Override PartName="/ppt/ink/ink3623.xml" ContentType="application/inkml+xml"/>
  <Override PartName="/ppt/ink/ink3624.xml" ContentType="application/inkml+xml"/>
  <Override PartName="/ppt/ink/ink3625.xml" ContentType="application/inkml+xml"/>
  <Override PartName="/ppt/ink/ink3626.xml" ContentType="application/inkml+xml"/>
  <Override PartName="/ppt/ink/ink3627.xml" ContentType="application/inkml+xml"/>
  <Override PartName="/ppt/ink/ink3628.xml" ContentType="application/inkml+xml"/>
  <Override PartName="/ppt/ink/ink3629.xml" ContentType="application/inkml+xml"/>
  <Override PartName="/ppt/ink/ink3630.xml" ContentType="application/inkml+xml"/>
  <Override PartName="/ppt/ink/ink3631.xml" ContentType="application/inkml+xml"/>
  <Override PartName="/ppt/ink/ink3632.xml" ContentType="application/inkml+xml"/>
  <Override PartName="/ppt/ink/ink3633.xml" ContentType="application/inkml+xml"/>
  <Override PartName="/ppt/ink/ink3634.xml" ContentType="application/inkml+xml"/>
  <Override PartName="/ppt/ink/ink3635.xml" ContentType="application/inkml+xml"/>
  <Override PartName="/ppt/ink/ink3636.xml" ContentType="application/inkml+xml"/>
  <Override PartName="/ppt/ink/ink3637.xml" ContentType="application/inkml+xml"/>
  <Override PartName="/ppt/ink/ink3638.xml" ContentType="application/inkml+xml"/>
  <Override PartName="/ppt/ink/ink3639.xml" ContentType="application/inkml+xml"/>
  <Override PartName="/ppt/ink/ink3640.xml" ContentType="application/inkml+xml"/>
  <Override PartName="/ppt/ink/ink3641.xml" ContentType="application/inkml+xml"/>
  <Override PartName="/ppt/ink/ink3642.xml" ContentType="application/inkml+xml"/>
  <Override PartName="/ppt/ink/ink3643.xml" ContentType="application/inkml+xml"/>
  <Override PartName="/ppt/ink/ink3644.xml" ContentType="application/inkml+xml"/>
  <Override PartName="/ppt/ink/ink3645.xml" ContentType="application/inkml+xml"/>
  <Override PartName="/ppt/ink/ink3646.xml" ContentType="application/inkml+xml"/>
  <Override PartName="/ppt/ink/ink3647.xml" ContentType="application/inkml+xml"/>
  <Override PartName="/ppt/ink/ink3648.xml" ContentType="application/inkml+xml"/>
  <Override PartName="/ppt/ink/ink3649.xml" ContentType="application/inkml+xml"/>
  <Override PartName="/ppt/ink/ink3650.xml" ContentType="application/inkml+xml"/>
  <Override PartName="/ppt/ink/ink3651.xml" ContentType="application/inkml+xml"/>
  <Override PartName="/ppt/ink/ink3652.xml" ContentType="application/inkml+xml"/>
  <Override PartName="/ppt/ink/ink3653.xml" ContentType="application/inkml+xml"/>
  <Override PartName="/ppt/ink/ink3654.xml" ContentType="application/inkml+xml"/>
  <Override PartName="/ppt/ink/ink3655.xml" ContentType="application/inkml+xml"/>
  <Override PartName="/ppt/ink/ink3656.xml" ContentType="application/inkml+xml"/>
  <Override PartName="/ppt/ink/ink3657.xml" ContentType="application/inkml+xml"/>
  <Override PartName="/ppt/ink/ink3658.xml" ContentType="application/inkml+xml"/>
  <Override PartName="/ppt/ink/ink3659.xml" ContentType="application/inkml+xml"/>
  <Override PartName="/ppt/ink/ink3660.xml" ContentType="application/inkml+xml"/>
  <Override PartName="/ppt/ink/ink3661.xml" ContentType="application/inkml+xml"/>
  <Override PartName="/ppt/ink/ink3662.xml" ContentType="application/inkml+xml"/>
  <Override PartName="/ppt/ink/ink3663.xml" ContentType="application/inkml+xml"/>
  <Override PartName="/ppt/ink/ink3664.xml" ContentType="application/inkml+xml"/>
  <Override PartName="/ppt/ink/ink3665.xml" ContentType="application/inkml+xml"/>
  <Override PartName="/ppt/ink/ink3666.xml" ContentType="application/inkml+xml"/>
  <Override PartName="/ppt/ink/ink3667.xml" ContentType="application/inkml+xml"/>
  <Override PartName="/ppt/ink/ink3668.xml" ContentType="application/inkml+xml"/>
  <Override PartName="/ppt/ink/ink3669.xml" ContentType="application/inkml+xml"/>
  <Override PartName="/ppt/ink/ink3670.xml" ContentType="application/inkml+xml"/>
  <Override PartName="/ppt/ink/ink3671.xml" ContentType="application/inkml+xml"/>
  <Override PartName="/ppt/ink/ink3672.xml" ContentType="application/inkml+xml"/>
  <Override PartName="/ppt/ink/ink3673.xml" ContentType="application/inkml+xml"/>
  <Override PartName="/ppt/ink/ink3674.xml" ContentType="application/inkml+xml"/>
  <Override PartName="/ppt/ink/ink3675.xml" ContentType="application/inkml+xml"/>
  <Override PartName="/ppt/ink/ink3676.xml" ContentType="application/inkml+xml"/>
  <Override PartName="/ppt/ink/ink3677.xml" ContentType="application/inkml+xml"/>
  <Override PartName="/ppt/ink/ink3678.xml" ContentType="application/inkml+xml"/>
  <Override PartName="/ppt/ink/ink3679.xml" ContentType="application/inkml+xml"/>
  <Override PartName="/ppt/ink/ink3680.xml" ContentType="application/inkml+xml"/>
  <Override PartName="/ppt/ink/ink3681.xml" ContentType="application/inkml+xml"/>
  <Override PartName="/ppt/ink/ink3682.xml" ContentType="application/inkml+xml"/>
  <Override PartName="/ppt/ink/ink3683.xml" ContentType="application/inkml+xml"/>
  <Override PartName="/ppt/ink/ink3684.xml" ContentType="application/inkml+xml"/>
  <Override PartName="/ppt/ink/ink3685.xml" ContentType="application/inkml+xml"/>
  <Override PartName="/ppt/ink/ink3686.xml" ContentType="application/inkml+xml"/>
  <Override PartName="/ppt/ink/ink3687.xml" ContentType="application/inkml+xml"/>
  <Override PartName="/ppt/ink/ink3688.xml" ContentType="application/inkml+xml"/>
  <Override PartName="/ppt/ink/ink3689.xml" ContentType="application/inkml+xml"/>
  <Override PartName="/ppt/ink/ink3690.xml" ContentType="application/inkml+xml"/>
  <Override PartName="/ppt/ink/ink3691.xml" ContentType="application/inkml+xml"/>
  <Override PartName="/ppt/ink/ink3692.xml" ContentType="application/inkml+xml"/>
  <Override PartName="/ppt/ink/ink3693.xml" ContentType="application/inkml+xml"/>
  <Override PartName="/ppt/ink/ink3694.xml" ContentType="application/inkml+xml"/>
  <Override PartName="/ppt/ink/ink3695.xml" ContentType="application/inkml+xml"/>
  <Override PartName="/ppt/ink/ink3696.xml" ContentType="application/inkml+xml"/>
  <Override PartName="/ppt/ink/ink3697.xml" ContentType="application/inkml+xml"/>
  <Override PartName="/ppt/ink/ink3698.xml" ContentType="application/inkml+xml"/>
  <Override PartName="/ppt/ink/ink3699.xml" ContentType="application/inkml+xml"/>
  <Override PartName="/ppt/ink/ink3700.xml" ContentType="application/inkml+xml"/>
  <Override PartName="/ppt/ink/ink3701.xml" ContentType="application/inkml+xml"/>
  <Override PartName="/ppt/ink/ink3702.xml" ContentType="application/inkml+xml"/>
  <Override PartName="/ppt/ink/ink3703.xml" ContentType="application/inkml+xml"/>
  <Override PartName="/ppt/ink/ink3704.xml" ContentType="application/inkml+xml"/>
  <Override PartName="/ppt/ink/ink3705.xml" ContentType="application/inkml+xml"/>
  <Override PartName="/ppt/ink/ink3706.xml" ContentType="application/inkml+xml"/>
  <Override PartName="/ppt/ink/ink3707.xml" ContentType="application/inkml+xml"/>
  <Override PartName="/ppt/ink/ink3708.xml" ContentType="application/inkml+xml"/>
  <Override PartName="/ppt/ink/ink3709.xml" ContentType="application/inkml+xml"/>
  <Override PartName="/ppt/ink/ink3710.xml" ContentType="application/inkml+xml"/>
  <Override PartName="/ppt/ink/ink3711.xml" ContentType="application/inkml+xml"/>
  <Override PartName="/ppt/ink/ink3712.xml" ContentType="application/inkml+xml"/>
  <Override PartName="/ppt/ink/ink3713.xml" ContentType="application/inkml+xml"/>
  <Override PartName="/ppt/ink/ink3714.xml" ContentType="application/inkml+xml"/>
  <Override PartName="/ppt/ink/ink3715.xml" ContentType="application/inkml+xml"/>
  <Override PartName="/ppt/ink/ink3716.xml" ContentType="application/inkml+xml"/>
  <Override PartName="/ppt/ink/ink3717.xml" ContentType="application/inkml+xml"/>
  <Override PartName="/ppt/ink/ink3718.xml" ContentType="application/inkml+xml"/>
  <Override PartName="/ppt/ink/ink3719.xml" ContentType="application/inkml+xml"/>
  <Override PartName="/ppt/ink/ink3720.xml" ContentType="application/inkml+xml"/>
  <Override PartName="/ppt/ink/ink3721.xml" ContentType="application/inkml+xml"/>
  <Override PartName="/ppt/ink/ink3722.xml" ContentType="application/inkml+xml"/>
  <Override PartName="/ppt/ink/ink3723.xml" ContentType="application/inkml+xml"/>
  <Override PartName="/ppt/ink/ink3724.xml" ContentType="application/inkml+xml"/>
  <Override PartName="/ppt/ink/ink3725.xml" ContentType="application/inkml+xml"/>
  <Override PartName="/ppt/ink/ink3726.xml" ContentType="application/inkml+xml"/>
  <Override PartName="/ppt/ink/ink3727.xml" ContentType="application/inkml+xml"/>
  <Override PartName="/ppt/ink/ink3728.xml" ContentType="application/inkml+xml"/>
  <Override PartName="/ppt/ink/ink3729.xml" ContentType="application/inkml+xml"/>
  <Override PartName="/ppt/ink/ink3730.xml" ContentType="application/inkml+xml"/>
  <Override PartName="/ppt/ink/ink3731.xml" ContentType="application/inkml+xml"/>
  <Override PartName="/ppt/ink/ink3732.xml" ContentType="application/inkml+xml"/>
  <Override PartName="/ppt/ink/ink3733.xml" ContentType="application/inkml+xml"/>
  <Override PartName="/ppt/ink/ink3734.xml" ContentType="application/inkml+xml"/>
  <Override PartName="/ppt/ink/ink3735.xml" ContentType="application/inkml+xml"/>
  <Override PartName="/ppt/ink/ink3736.xml" ContentType="application/inkml+xml"/>
  <Override PartName="/ppt/ink/ink3737.xml" ContentType="application/inkml+xml"/>
  <Override PartName="/ppt/ink/ink3738.xml" ContentType="application/inkml+xml"/>
  <Override PartName="/ppt/ink/ink3739.xml" ContentType="application/inkml+xml"/>
  <Override PartName="/ppt/ink/ink3740.xml" ContentType="application/inkml+xml"/>
  <Override PartName="/ppt/ink/ink3741.xml" ContentType="application/inkml+xml"/>
  <Override PartName="/ppt/ink/ink3742.xml" ContentType="application/inkml+xml"/>
  <Override PartName="/ppt/ink/ink3743.xml" ContentType="application/inkml+xml"/>
  <Override PartName="/ppt/ink/ink3744.xml" ContentType="application/inkml+xml"/>
  <Override PartName="/ppt/ink/ink3745.xml" ContentType="application/inkml+xml"/>
  <Override PartName="/ppt/ink/ink3746.xml" ContentType="application/inkml+xml"/>
  <Override PartName="/ppt/ink/ink3747.xml" ContentType="application/inkml+xml"/>
  <Override PartName="/ppt/ink/ink3748.xml" ContentType="application/inkml+xml"/>
  <Override PartName="/ppt/ink/ink3749.xml" ContentType="application/inkml+xml"/>
  <Override PartName="/ppt/ink/ink3750.xml" ContentType="application/inkml+xml"/>
  <Override PartName="/ppt/ink/ink3751.xml" ContentType="application/inkml+xml"/>
  <Override PartName="/ppt/ink/ink3752.xml" ContentType="application/inkml+xml"/>
  <Override PartName="/ppt/ink/ink3753.xml" ContentType="application/inkml+xml"/>
  <Override PartName="/ppt/ink/ink3754.xml" ContentType="application/inkml+xml"/>
  <Override PartName="/ppt/ink/ink3755.xml" ContentType="application/inkml+xml"/>
  <Override PartName="/ppt/ink/ink3756.xml" ContentType="application/inkml+xml"/>
  <Override PartName="/ppt/ink/ink3757.xml" ContentType="application/inkml+xml"/>
  <Override PartName="/ppt/ink/ink3758.xml" ContentType="application/inkml+xml"/>
  <Override PartName="/ppt/ink/ink3759.xml" ContentType="application/inkml+xml"/>
  <Override PartName="/ppt/ink/ink3760.xml" ContentType="application/inkml+xml"/>
  <Override PartName="/ppt/ink/ink3761.xml" ContentType="application/inkml+xml"/>
  <Override PartName="/ppt/ink/ink3762.xml" ContentType="application/inkml+xml"/>
  <Override PartName="/ppt/ink/ink3763.xml" ContentType="application/inkml+xml"/>
  <Override PartName="/ppt/ink/ink3764.xml" ContentType="application/inkml+xml"/>
  <Override PartName="/ppt/ink/ink3765.xml" ContentType="application/inkml+xml"/>
  <Override PartName="/ppt/ink/ink3766.xml" ContentType="application/inkml+xml"/>
  <Override PartName="/ppt/ink/ink3767.xml" ContentType="application/inkml+xml"/>
  <Override PartName="/ppt/ink/ink3768.xml" ContentType="application/inkml+xml"/>
  <Override PartName="/ppt/ink/ink3769.xml" ContentType="application/inkml+xml"/>
  <Override PartName="/ppt/ink/ink3770.xml" ContentType="application/inkml+xml"/>
  <Override PartName="/ppt/ink/ink3771.xml" ContentType="application/inkml+xml"/>
  <Override PartName="/ppt/ink/ink3772.xml" ContentType="application/inkml+xml"/>
  <Override PartName="/ppt/ink/ink3773.xml" ContentType="application/inkml+xml"/>
  <Override PartName="/ppt/ink/ink3774.xml" ContentType="application/inkml+xml"/>
  <Override PartName="/ppt/ink/ink3775.xml" ContentType="application/inkml+xml"/>
  <Override PartName="/ppt/ink/ink3776.xml" ContentType="application/inkml+xml"/>
  <Override PartName="/ppt/ink/ink3777.xml" ContentType="application/inkml+xml"/>
  <Override PartName="/ppt/ink/ink3778.xml" ContentType="application/inkml+xml"/>
  <Override PartName="/ppt/ink/ink3779.xml" ContentType="application/inkml+xml"/>
  <Override PartName="/ppt/ink/ink3780.xml" ContentType="application/inkml+xml"/>
  <Override PartName="/ppt/ink/ink3781.xml" ContentType="application/inkml+xml"/>
  <Override PartName="/ppt/ink/ink3782.xml" ContentType="application/inkml+xml"/>
  <Override PartName="/ppt/ink/ink3783.xml" ContentType="application/inkml+xml"/>
  <Override PartName="/ppt/ink/ink3784.xml" ContentType="application/inkml+xml"/>
  <Override PartName="/ppt/ink/ink3785.xml" ContentType="application/inkml+xml"/>
  <Override PartName="/ppt/ink/ink3786.xml" ContentType="application/inkml+xml"/>
  <Override PartName="/ppt/ink/ink3787.xml" ContentType="application/inkml+xml"/>
  <Override PartName="/ppt/ink/ink3788.xml" ContentType="application/inkml+xml"/>
  <Override PartName="/ppt/ink/ink3789.xml" ContentType="application/inkml+xml"/>
  <Override PartName="/ppt/ink/ink3790.xml" ContentType="application/inkml+xml"/>
  <Override PartName="/ppt/ink/ink3791.xml" ContentType="application/inkml+xml"/>
  <Override PartName="/ppt/ink/ink3792.xml" ContentType="application/inkml+xml"/>
  <Override PartName="/ppt/ink/ink3793.xml" ContentType="application/inkml+xml"/>
  <Override PartName="/ppt/ink/ink3794.xml" ContentType="application/inkml+xml"/>
  <Override PartName="/ppt/ink/ink3795.xml" ContentType="application/inkml+xml"/>
  <Override PartName="/ppt/ink/ink3796.xml" ContentType="application/inkml+xml"/>
  <Override PartName="/ppt/ink/ink3797.xml" ContentType="application/inkml+xml"/>
  <Override PartName="/ppt/ink/ink3798.xml" ContentType="application/inkml+xml"/>
  <Override PartName="/ppt/ink/ink3799.xml" ContentType="application/inkml+xml"/>
  <Override PartName="/ppt/ink/ink3800.xml" ContentType="application/inkml+xml"/>
  <Override PartName="/ppt/ink/ink3801.xml" ContentType="application/inkml+xml"/>
  <Override PartName="/ppt/ink/ink3802.xml" ContentType="application/inkml+xml"/>
  <Override PartName="/ppt/ink/ink3803.xml" ContentType="application/inkml+xml"/>
  <Override PartName="/ppt/ink/ink3804.xml" ContentType="application/inkml+xml"/>
  <Override PartName="/ppt/ink/ink3805.xml" ContentType="application/inkml+xml"/>
  <Override PartName="/ppt/ink/ink3806.xml" ContentType="application/inkml+xml"/>
  <Override PartName="/ppt/ink/ink3807.xml" ContentType="application/inkml+xml"/>
  <Override PartName="/ppt/ink/ink3808.xml" ContentType="application/inkml+xml"/>
  <Override PartName="/ppt/ink/ink3809.xml" ContentType="application/inkml+xml"/>
  <Override PartName="/ppt/ink/ink3810.xml" ContentType="application/inkml+xml"/>
  <Override PartName="/ppt/ink/ink3811.xml" ContentType="application/inkml+xml"/>
  <Override PartName="/ppt/ink/ink3812.xml" ContentType="application/inkml+xml"/>
  <Override PartName="/ppt/ink/ink3813.xml" ContentType="application/inkml+xml"/>
  <Override PartName="/ppt/ink/ink3814.xml" ContentType="application/inkml+xml"/>
  <Override PartName="/ppt/ink/ink3815.xml" ContentType="application/inkml+xml"/>
  <Override PartName="/ppt/ink/ink3816.xml" ContentType="application/inkml+xml"/>
  <Override PartName="/ppt/ink/ink3817.xml" ContentType="application/inkml+xml"/>
  <Override PartName="/ppt/ink/ink3818.xml" ContentType="application/inkml+xml"/>
  <Override PartName="/ppt/ink/ink3819.xml" ContentType="application/inkml+xml"/>
  <Override PartName="/ppt/ink/ink3820.xml" ContentType="application/inkml+xml"/>
  <Override PartName="/ppt/ink/ink3821.xml" ContentType="application/inkml+xml"/>
  <Override PartName="/ppt/ink/ink3822.xml" ContentType="application/inkml+xml"/>
  <Override PartName="/ppt/ink/ink3823.xml" ContentType="application/inkml+xml"/>
  <Override PartName="/ppt/ink/ink3824.xml" ContentType="application/inkml+xml"/>
  <Override PartName="/ppt/ink/ink3825.xml" ContentType="application/inkml+xml"/>
  <Override PartName="/ppt/ink/ink3826.xml" ContentType="application/inkml+xml"/>
  <Override PartName="/ppt/ink/ink3827.xml" ContentType="application/inkml+xml"/>
  <Override PartName="/ppt/ink/ink3828.xml" ContentType="application/inkml+xml"/>
  <Override PartName="/ppt/ink/ink3829.xml" ContentType="application/inkml+xml"/>
  <Override PartName="/ppt/ink/ink3830.xml" ContentType="application/inkml+xml"/>
  <Override PartName="/ppt/ink/ink3831.xml" ContentType="application/inkml+xml"/>
  <Override PartName="/ppt/ink/ink3832.xml" ContentType="application/inkml+xml"/>
  <Override PartName="/ppt/ink/ink3833.xml" ContentType="application/inkml+xml"/>
  <Override PartName="/ppt/ink/ink3834.xml" ContentType="application/inkml+xml"/>
  <Override PartName="/ppt/ink/ink3835.xml" ContentType="application/inkml+xml"/>
  <Override PartName="/ppt/ink/ink3836.xml" ContentType="application/inkml+xml"/>
  <Override PartName="/ppt/ink/ink3837.xml" ContentType="application/inkml+xml"/>
  <Override PartName="/ppt/ink/ink3838.xml" ContentType="application/inkml+xml"/>
  <Override PartName="/ppt/ink/ink3839.xml" ContentType="application/inkml+xml"/>
  <Override PartName="/ppt/ink/ink3840.xml" ContentType="application/inkml+xml"/>
  <Override PartName="/ppt/ink/ink3841.xml" ContentType="application/inkml+xml"/>
  <Override PartName="/ppt/ink/ink3842.xml" ContentType="application/inkml+xml"/>
  <Override PartName="/ppt/ink/ink3843.xml" ContentType="application/inkml+xml"/>
  <Override PartName="/ppt/ink/ink3844.xml" ContentType="application/inkml+xml"/>
  <Override PartName="/ppt/ink/ink3845.xml" ContentType="application/inkml+xml"/>
  <Override PartName="/ppt/ink/ink3846.xml" ContentType="application/inkml+xml"/>
  <Override PartName="/ppt/ink/ink3847.xml" ContentType="application/inkml+xml"/>
  <Override PartName="/ppt/ink/ink3848.xml" ContentType="application/inkml+xml"/>
  <Override PartName="/ppt/ink/ink3849.xml" ContentType="application/inkml+xml"/>
  <Override PartName="/ppt/ink/ink3850.xml" ContentType="application/inkml+xml"/>
  <Override PartName="/ppt/ink/ink3851.xml" ContentType="application/inkml+xml"/>
  <Override PartName="/ppt/ink/ink3852.xml" ContentType="application/inkml+xml"/>
  <Override PartName="/ppt/ink/ink3853.xml" ContentType="application/inkml+xml"/>
  <Override PartName="/ppt/ink/ink3854.xml" ContentType="application/inkml+xml"/>
  <Override PartName="/ppt/ink/ink3855.xml" ContentType="application/inkml+xml"/>
  <Override PartName="/ppt/ink/ink3856.xml" ContentType="application/inkml+xml"/>
  <Override PartName="/ppt/ink/ink3857.xml" ContentType="application/inkml+xml"/>
  <Override PartName="/ppt/ink/ink3858.xml" ContentType="application/inkml+xml"/>
  <Override PartName="/ppt/ink/ink3859.xml" ContentType="application/inkml+xml"/>
  <Override PartName="/ppt/ink/ink3860.xml" ContentType="application/inkml+xml"/>
  <Override PartName="/ppt/ink/ink3861.xml" ContentType="application/inkml+xml"/>
  <Override PartName="/ppt/ink/ink3862.xml" ContentType="application/inkml+xml"/>
  <Override PartName="/ppt/ink/ink3863.xml" ContentType="application/inkml+xml"/>
  <Override PartName="/ppt/ink/ink3864.xml" ContentType="application/inkml+xml"/>
  <Override PartName="/ppt/ink/ink3865.xml" ContentType="application/inkml+xml"/>
  <Override PartName="/ppt/ink/ink3866.xml" ContentType="application/inkml+xml"/>
  <Override PartName="/ppt/ink/ink3867.xml" ContentType="application/inkml+xml"/>
  <Override PartName="/ppt/ink/ink3868.xml" ContentType="application/inkml+xml"/>
  <Override PartName="/ppt/ink/ink3869.xml" ContentType="application/inkml+xml"/>
  <Override PartName="/ppt/ink/ink3870.xml" ContentType="application/inkml+xml"/>
  <Override PartName="/ppt/ink/ink3871.xml" ContentType="application/inkml+xml"/>
  <Override PartName="/ppt/ink/ink3872.xml" ContentType="application/inkml+xml"/>
  <Override PartName="/ppt/ink/ink3873.xml" ContentType="application/inkml+xml"/>
  <Override PartName="/ppt/ink/ink3874.xml" ContentType="application/inkml+xml"/>
  <Override PartName="/ppt/ink/ink3875.xml" ContentType="application/inkml+xml"/>
  <Override PartName="/ppt/ink/ink3876.xml" ContentType="application/inkml+xml"/>
  <Override PartName="/ppt/ink/ink3877.xml" ContentType="application/inkml+xml"/>
  <Override PartName="/ppt/ink/ink3878.xml" ContentType="application/inkml+xml"/>
  <Override PartName="/ppt/ink/ink3879.xml" ContentType="application/inkml+xml"/>
  <Override PartName="/ppt/ink/ink3880.xml" ContentType="application/inkml+xml"/>
  <Override PartName="/ppt/ink/ink3881.xml" ContentType="application/inkml+xml"/>
  <Override PartName="/ppt/ink/ink3882.xml" ContentType="application/inkml+xml"/>
  <Override PartName="/ppt/ink/ink3883.xml" ContentType="application/inkml+xml"/>
  <Override PartName="/ppt/ink/ink3884.xml" ContentType="application/inkml+xml"/>
  <Override PartName="/ppt/ink/ink3885.xml" ContentType="application/inkml+xml"/>
  <Override PartName="/ppt/ink/ink3886.xml" ContentType="application/inkml+xml"/>
  <Override PartName="/ppt/ink/ink3887.xml" ContentType="application/inkml+xml"/>
  <Override PartName="/ppt/ink/ink3888.xml" ContentType="application/inkml+xml"/>
  <Override PartName="/ppt/ink/ink3889.xml" ContentType="application/inkml+xml"/>
  <Override PartName="/ppt/ink/ink3890.xml" ContentType="application/inkml+xml"/>
  <Override PartName="/ppt/ink/ink3891.xml" ContentType="application/inkml+xml"/>
  <Override PartName="/ppt/ink/ink3892.xml" ContentType="application/inkml+xml"/>
  <Override PartName="/ppt/ink/ink3893.xml" ContentType="application/inkml+xml"/>
  <Override PartName="/ppt/ink/ink3894.xml" ContentType="application/inkml+xml"/>
  <Override PartName="/ppt/ink/ink3895.xml" ContentType="application/inkml+xml"/>
  <Override PartName="/ppt/ink/ink3896.xml" ContentType="application/inkml+xml"/>
  <Override PartName="/ppt/ink/ink3897.xml" ContentType="application/inkml+xml"/>
  <Override PartName="/ppt/ink/ink3898.xml" ContentType="application/inkml+xml"/>
  <Override PartName="/ppt/ink/ink3899.xml" ContentType="application/inkml+xml"/>
  <Override PartName="/ppt/ink/ink3900.xml" ContentType="application/inkml+xml"/>
  <Override PartName="/ppt/ink/ink3901.xml" ContentType="application/inkml+xml"/>
  <Override PartName="/ppt/ink/ink3902.xml" ContentType="application/inkml+xml"/>
  <Override PartName="/ppt/ink/ink3903.xml" ContentType="application/inkml+xml"/>
  <Override PartName="/ppt/ink/ink3904.xml" ContentType="application/inkml+xml"/>
  <Override PartName="/ppt/ink/ink3905.xml" ContentType="application/inkml+xml"/>
  <Override PartName="/ppt/ink/ink3906.xml" ContentType="application/inkml+xml"/>
  <Override PartName="/ppt/ink/ink3907.xml" ContentType="application/inkml+xml"/>
  <Override PartName="/ppt/ink/ink3908.xml" ContentType="application/inkml+xml"/>
  <Override PartName="/ppt/ink/ink3909.xml" ContentType="application/inkml+xml"/>
  <Override PartName="/ppt/ink/ink3910.xml" ContentType="application/inkml+xml"/>
  <Override PartName="/ppt/ink/ink3911.xml" ContentType="application/inkml+xml"/>
  <Override PartName="/ppt/ink/ink3912.xml" ContentType="application/inkml+xml"/>
  <Override PartName="/ppt/ink/ink3913.xml" ContentType="application/inkml+xml"/>
  <Override PartName="/ppt/ink/ink3914.xml" ContentType="application/inkml+xml"/>
  <Override PartName="/ppt/ink/ink3915.xml" ContentType="application/inkml+xml"/>
  <Override PartName="/ppt/ink/ink3916.xml" ContentType="application/inkml+xml"/>
  <Override PartName="/ppt/ink/ink3917.xml" ContentType="application/inkml+xml"/>
  <Override PartName="/ppt/ink/ink3918.xml" ContentType="application/inkml+xml"/>
  <Override PartName="/ppt/ink/ink3919.xml" ContentType="application/inkml+xml"/>
  <Override PartName="/ppt/ink/ink3920.xml" ContentType="application/inkml+xml"/>
  <Override PartName="/ppt/ink/ink3921.xml" ContentType="application/inkml+xml"/>
  <Override PartName="/ppt/ink/ink3922.xml" ContentType="application/inkml+xml"/>
  <Override PartName="/ppt/ink/ink3923.xml" ContentType="application/inkml+xml"/>
  <Override PartName="/ppt/ink/ink3924.xml" ContentType="application/inkml+xml"/>
  <Override PartName="/ppt/ink/ink3925.xml" ContentType="application/inkml+xml"/>
  <Override PartName="/ppt/ink/ink3926.xml" ContentType="application/inkml+xml"/>
  <Override PartName="/ppt/ink/ink3927.xml" ContentType="application/inkml+xml"/>
  <Override PartName="/ppt/ink/ink3928.xml" ContentType="application/inkml+xml"/>
  <Override PartName="/ppt/ink/ink3929.xml" ContentType="application/inkml+xml"/>
  <Override PartName="/ppt/ink/ink3930.xml" ContentType="application/inkml+xml"/>
  <Override PartName="/ppt/ink/ink3931.xml" ContentType="application/inkml+xml"/>
  <Override PartName="/ppt/ink/ink3932.xml" ContentType="application/inkml+xml"/>
  <Override PartName="/ppt/ink/ink3933.xml" ContentType="application/inkml+xml"/>
  <Override PartName="/ppt/ink/ink3934.xml" ContentType="application/inkml+xml"/>
  <Override PartName="/ppt/ink/ink3935.xml" ContentType="application/inkml+xml"/>
  <Override PartName="/ppt/ink/ink3936.xml" ContentType="application/inkml+xml"/>
  <Override PartName="/ppt/ink/ink3937.xml" ContentType="application/inkml+xml"/>
  <Override PartName="/ppt/ink/ink3938.xml" ContentType="application/inkml+xml"/>
  <Override PartName="/ppt/ink/ink3939.xml" ContentType="application/inkml+xml"/>
  <Override PartName="/ppt/ink/ink3940.xml" ContentType="application/inkml+xml"/>
  <Override PartName="/ppt/ink/ink3941.xml" ContentType="application/inkml+xml"/>
  <Override PartName="/ppt/ink/ink3942.xml" ContentType="application/inkml+xml"/>
  <Override PartName="/ppt/ink/ink3943.xml" ContentType="application/inkml+xml"/>
  <Override PartName="/ppt/ink/ink3944.xml" ContentType="application/inkml+xml"/>
  <Override PartName="/ppt/ink/ink3945.xml" ContentType="application/inkml+xml"/>
  <Override PartName="/ppt/ink/ink3946.xml" ContentType="application/inkml+xml"/>
  <Override PartName="/ppt/ink/ink3947.xml" ContentType="application/inkml+xml"/>
  <Override PartName="/ppt/ink/ink3948.xml" ContentType="application/inkml+xml"/>
  <Override PartName="/ppt/ink/ink3949.xml" ContentType="application/inkml+xml"/>
  <Override PartName="/ppt/ink/ink3950.xml" ContentType="application/inkml+xml"/>
  <Override PartName="/ppt/ink/ink3951.xml" ContentType="application/inkml+xml"/>
  <Override PartName="/ppt/ink/ink3952.xml" ContentType="application/inkml+xml"/>
  <Override PartName="/ppt/ink/ink3953.xml" ContentType="application/inkml+xml"/>
  <Override PartName="/ppt/ink/ink3954.xml" ContentType="application/inkml+xml"/>
  <Override PartName="/ppt/ink/ink3955.xml" ContentType="application/inkml+xml"/>
  <Override PartName="/ppt/ink/ink3956.xml" ContentType="application/inkml+xml"/>
  <Override PartName="/ppt/ink/ink3957.xml" ContentType="application/inkml+xml"/>
  <Override PartName="/ppt/ink/ink3958.xml" ContentType="application/inkml+xml"/>
  <Override PartName="/ppt/ink/ink3959.xml" ContentType="application/inkml+xml"/>
  <Override PartName="/ppt/ink/ink3960.xml" ContentType="application/inkml+xml"/>
  <Override PartName="/ppt/ink/ink3961.xml" ContentType="application/inkml+xml"/>
  <Override PartName="/ppt/ink/ink3962.xml" ContentType="application/inkml+xml"/>
  <Override PartName="/ppt/ink/ink3963.xml" ContentType="application/inkml+xml"/>
  <Override PartName="/ppt/ink/ink3964.xml" ContentType="application/inkml+xml"/>
  <Override PartName="/ppt/ink/ink3965.xml" ContentType="application/inkml+xml"/>
  <Override PartName="/ppt/ink/ink3966.xml" ContentType="application/inkml+xml"/>
  <Override PartName="/ppt/ink/ink3967.xml" ContentType="application/inkml+xml"/>
  <Override PartName="/ppt/ink/ink3968.xml" ContentType="application/inkml+xml"/>
  <Override PartName="/ppt/ink/ink3969.xml" ContentType="application/inkml+xml"/>
  <Override PartName="/ppt/ink/ink3970.xml" ContentType="application/inkml+xml"/>
  <Override PartName="/ppt/ink/ink3971.xml" ContentType="application/inkml+xml"/>
  <Override PartName="/ppt/ink/ink3972.xml" ContentType="application/inkml+xml"/>
  <Override PartName="/ppt/ink/ink3973.xml" ContentType="application/inkml+xml"/>
  <Override PartName="/ppt/ink/ink3974.xml" ContentType="application/inkml+xml"/>
  <Override PartName="/ppt/ink/ink3975.xml" ContentType="application/inkml+xml"/>
  <Override PartName="/ppt/ink/ink3976.xml" ContentType="application/inkml+xml"/>
  <Override PartName="/ppt/ink/ink3977.xml" ContentType="application/inkml+xml"/>
  <Override PartName="/ppt/ink/ink3978.xml" ContentType="application/inkml+xml"/>
  <Override PartName="/ppt/ink/ink3979.xml" ContentType="application/inkml+xml"/>
  <Override PartName="/ppt/ink/ink3980.xml" ContentType="application/inkml+xml"/>
  <Override PartName="/ppt/ink/ink3981.xml" ContentType="application/inkml+xml"/>
  <Override PartName="/ppt/ink/ink3982.xml" ContentType="application/inkml+xml"/>
  <Override PartName="/ppt/ink/ink3983.xml" ContentType="application/inkml+xml"/>
  <Override PartName="/ppt/ink/ink3984.xml" ContentType="application/inkml+xml"/>
  <Override PartName="/ppt/ink/ink3985.xml" ContentType="application/inkml+xml"/>
  <Override PartName="/ppt/ink/ink3986.xml" ContentType="application/inkml+xml"/>
  <Override PartName="/ppt/ink/ink3987.xml" ContentType="application/inkml+xml"/>
  <Override PartName="/ppt/ink/ink3988.xml" ContentType="application/inkml+xml"/>
  <Override PartName="/ppt/ink/ink3989.xml" ContentType="application/inkml+xml"/>
  <Override PartName="/ppt/ink/ink3990.xml" ContentType="application/inkml+xml"/>
  <Override PartName="/ppt/ink/ink3991.xml" ContentType="application/inkml+xml"/>
  <Override PartName="/ppt/ink/ink3992.xml" ContentType="application/inkml+xml"/>
  <Override PartName="/ppt/ink/ink3993.xml" ContentType="application/inkml+xml"/>
  <Override PartName="/ppt/ink/ink3994.xml" ContentType="application/inkml+xml"/>
  <Override PartName="/ppt/ink/ink3995.xml" ContentType="application/inkml+xml"/>
  <Override PartName="/ppt/ink/ink3996.xml" ContentType="application/inkml+xml"/>
  <Override PartName="/ppt/ink/ink3997.xml" ContentType="application/inkml+xml"/>
  <Override PartName="/ppt/ink/ink3998.xml" ContentType="application/inkml+xml"/>
  <Override PartName="/ppt/ink/ink3999.xml" ContentType="application/inkml+xml"/>
  <Override PartName="/ppt/ink/ink4000.xml" ContentType="application/inkml+xml"/>
  <Override PartName="/ppt/ink/ink4001.xml" ContentType="application/inkml+xml"/>
  <Override PartName="/ppt/ink/ink4002.xml" ContentType="application/inkml+xml"/>
  <Override PartName="/ppt/ink/ink4003.xml" ContentType="application/inkml+xml"/>
  <Override PartName="/ppt/ink/ink4004.xml" ContentType="application/inkml+xml"/>
  <Override PartName="/ppt/ink/ink4005.xml" ContentType="application/inkml+xml"/>
  <Override PartName="/ppt/ink/ink4006.xml" ContentType="application/inkml+xml"/>
  <Override PartName="/ppt/ink/ink4007.xml" ContentType="application/inkml+xml"/>
  <Override PartName="/ppt/ink/ink4008.xml" ContentType="application/inkml+xml"/>
  <Override PartName="/ppt/ink/ink4009.xml" ContentType="application/inkml+xml"/>
  <Override PartName="/ppt/ink/ink4010.xml" ContentType="application/inkml+xml"/>
  <Override PartName="/ppt/ink/ink4011.xml" ContentType="application/inkml+xml"/>
  <Override PartName="/ppt/ink/ink4012.xml" ContentType="application/inkml+xml"/>
  <Override PartName="/ppt/ink/ink4013.xml" ContentType="application/inkml+xml"/>
  <Override PartName="/ppt/ink/ink4014.xml" ContentType="application/inkml+xml"/>
  <Override PartName="/ppt/ink/ink4015.xml" ContentType="application/inkml+xml"/>
  <Override PartName="/ppt/ink/ink4016.xml" ContentType="application/inkml+xml"/>
  <Override PartName="/ppt/ink/ink4017.xml" ContentType="application/inkml+xml"/>
  <Override PartName="/ppt/ink/ink4018.xml" ContentType="application/inkml+xml"/>
  <Override PartName="/ppt/ink/ink4019.xml" ContentType="application/inkml+xml"/>
  <Override PartName="/ppt/ink/ink4020.xml" ContentType="application/inkml+xml"/>
  <Override PartName="/ppt/ink/ink4021.xml" ContentType="application/inkml+xml"/>
  <Override PartName="/ppt/ink/ink4022.xml" ContentType="application/inkml+xml"/>
  <Override PartName="/ppt/ink/ink4023.xml" ContentType="application/inkml+xml"/>
  <Override PartName="/ppt/ink/ink4024.xml" ContentType="application/inkml+xml"/>
  <Override PartName="/ppt/ink/ink4025.xml" ContentType="application/inkml+xml"/>
  <Override PartName="/ppt/ink/ink4026.xml" ContentType="application/inkml+xml"/>
  <Override PartName="/ppt/ink/ink4027.xml" ContentType="application/inkml+xml"/>
  <Override PartName="/ppt/ink/ink4028.xml" ContentType="application/inkml+xml"/>
  <Override PartName="/ppt/ink/ink4029.xml" ContentType="application/inkml+xml"/>
  <Override PartName="/ppt/ink/ink4030.xml" ContentType="application/inkml+xml"/>
  <Override PartName="/ppt/ink/ink4031.xml" ContentType="application/inkml+xml"/>
  <Override PartName="/ppt/ink/ink4032.xml" ContentType="application/inkml+xml"/>
  <Override PartName="/ppt/notesSlides/notesSlide2.xml" ContentType="application/vnd.openxmlformats-officedocument.presentationml.notesSlide+xml"/>
  <Override PartName="/ppt/ink/ink4033.xml" ContentType="application/inkml+xml"/>
  <Override PartName="/ppt/ink/ink4034.xml" ContentType="application/inkml+xml"/>
  <Override PartName="/ppt/ink/ink4035.xml" ContentType="application/inkml+xml"/>
  <Override PartName="/ppt/ink/ink4036.xml" ContentType="application/inkml+xml"/>
  <Override PartName="/ppt/ink/ink4037.xml" ContentType="application/inkml+xml"/>
  <Override PartName="/ppt/ink/ink4038.xml" ContentType="application/inkml+xml"/>
  <Override PartName="/ppt/ink/ink4039.xml" ContentType="application/inkml+xml"/>
  <Override PartName="/ppt/ink/ink4040.xml" ContentType="application/inkml+xml"/>
  <Override PartName="/ppt/ink/ink4041.xml" ContentType="application/inkml+xml"/>
  <Override PartName="/ppt/ink/ink4042.xml" ContentType="application/inkml+xml"/>
  <Override PartName="/ppt/ink/ink4043.xml" ContentType="application/inkml+xml"/>
  <Override PartName="/ppt/ink/ink4044.xml" ContentType="application/inkml+xml"/>
  <Override PartName="/ppt/ink/ink4045.xml" ContentType="application/inkml+xml"/>
  <Override PartName="/ppt/ink/ink4046.xml" ContentType="application/inkml+xml"/>
  <Override PartName="/ppt/ink/ink4047.xml" ContentType="application/inkml+xml"/>
  <Override PartName="/ppt/ink/ink4048.xml" ContentType="application/inkml+xml"/>
  <Override PartName="/ppt/ink/ink4049.xml" ContentType="application/inkml+xml"/>
  <Override PartName="/ppt/ink/ink4050.xml" ContentType="application/inkml+xml"/>
  <Override PartName="/ppt/ink/ink4051.xml" ContentType="application/inkml+xml"/>
  <Override PartName="/ppt/ink/ink4052.xml" ContentType="application/inkml+xml"/>
  <Override PartName="/ppt/ink/ink4053.xml" ContentType="application/inkml+xml"/>
  <Override PartName="/ppt/ink/ink4054.xml" ContentType="application/inkml+xml"/>
  <Override PartName="/ppt/ink/ink4055.xml" ContentType="application/inkml+xml"/>
  <Override PartName="/ppt/ink/ink4056.xml" ContentType="application/inkml+xml"/>
  <Override PartName="/ppt/ink/ink4057.xml" ContentType="application/inkml+xml"/>
  <Override PartName="/ppt/ink/ink4058.xml" ContentType="application/inkml+xml"/>
  <Override PartName="/ppt/ink/ink4059.xml" ContentType="application/inkml+xml"/>
  <Override PartName="/ppt/ink/ink4060.xml" ContentType="application/inkml+xml"/>
  <Override PartName="/ppt/ink/ink4061.xml" ContentType="application/inkml+xml"/>
  <Override PartName="/ppt/ink/ink4062.xml" ContentType="application/inkml+xml"/>
  <Override PartName="/ppt/ink/ink4063.xml" ContentType="application/inkml+xml"/>
  <Override PartName="/ppt/ink/ink4064.xml" ContentType="application/inkml+xml"/>
  <Override PartName="/ppt/ink/ink4065.xml" ContentType="application/inkml+xml"/>
  <Override PartName="/ppt/ink/ink4066.xml" ContentType="application/inkml+xml"/>
  <Override PartName="/ppt/ink/ink4067.xml" ContentType="application/inkml+xml"/>
  <Override PartName="/ppt/ink/ink4068.xml" ContentType="application/inkml+xml"/>
  <Override PartName="/ppt/ink/ink4069.xml" ContentType="application/inkml+xml"/>
  <Override PartName="/ppt/ink/ink4070.xml" ContentType="application/inkml+xml"/>
  <Override PartName="/ppt/ink/ink4071.xml" ContentType="application/inkml+xml"/>
  <Override PartName="/ppt/ink/ink4072.xml" ContentType="application/inkml+xml"/>
  <Override PartName="/ppt/ink/ink4073.xml" ContentType="application/inkml+xml"/>
  <Override PartName="/ppt/ink/ink4074.xml" ContentType="application/inkml+xml"/>
  <Override PartName="/ppt/ink/ink4075.xml" ContentType="application/inkml+xml"/>
  <Override PartName="/ppt/ink/ink4076.xml" ContentType="application/inkml+xml"/>
  <Override PartName="/ppt/ink/ink4077.xml" ContentType="application/inkml+xml"/>
  <Override PartName="/ppt/ink/ink4078.xml" ContentType="application/inkml+xml"/>
  <Override PartName="/ppt/ink/ink4079.xml" ContentType="application/inkml+xml"/>
  <Override PartName="/ppt/ink/ink4080.xml" ContentType="application/inkml+xml"/>
  <Override PartName="/ppt/ink/ink4081.xml" ContentType="application/inkml+xml"/>
  <Override PartName="/ppt/ink/ink4082.xml" ContentType="application/inkml+xml"/>
  <Override PartName="/ppt/ink/ink4083.xml" ContentType="application/inkml+xml"/>
  <Override PartName="/ppt/ink/ink4084.xml" ContentType="application/inkml+xml"/>
  <Override PartName="/ppt/ink/ink4085.xml" ContentType="application/inkml+xml"/>
  <Override PartName="/ppt/ink/ink4086.xml" ContentType="application/inkml+xml"/>
  <Override PartName="/ppt/ink/ink4087.xml" ContentType="application/inkml+xml"/>
  <Override PartName="/ppt/ink/ink4088.xml" ContentType="application/inkml+xml"/>
  <Override PartName="/ppt/ink/ink4089.xml" ContentType="application/inkml+xml"/>
  <Override PartName="/ppt/ink/ink4090.xml" ContentType="application/inkml+xml"/>
  <Override PartName="/ppt/ink/ink4091.xml" ContentType="application/inkml+xml"/>
  <Override PartName="/ppt/ink/ink4092.xml" ContentType="application/inkml+xml"/>
  <Override PartName="/ppt/ink/ink4093.xml" ContentType="application/inkml+xml"/>
  <Override PartName="/ppt/ink/ink4094.xml" ContentType="application/inkml+xml"/>
  <Override PartName="/ppt/ink/ink4095.xml" ContentType="application/inkml+xml"/>
  <Override PartName="/ppt/ink/ink4096.xml" ContentType="application/inkml+xml"/>
  <Override PartName="/ppt/ink/ink4097.xml" ContentType="application/inkml+xml"/>
  <Override PartName="/ppt/ink/ink4098.xml" ContentType="application/inkml+xml"/>
  <Override PartName="/ppt/ink/ink4099.xml" ContentType="application/inkml+xml"/>
  <Override PartName="/ppt/ink/ink4100.xml" ContentType="application/inkml+xml"/>
  <Override PartName="/ppt/ink/ink4101.xml" ContentType="application/inkml+xml"/>
  <Override PartName="/ppt/ink/ink4102.xml" ContentType="application/inkml+xml"/>
  <Override PartName="/ppt/ink/ink4103.xml" ContentType="application/inkml+xml"/>
  <Override PartName="/ppt/ink/ink4104.xml" ContentType="application/inkml+xml"/>
  <Override PartName="/ppt/ink/ink4105.xml" ContentType="application/inkml+xml"/>
  <Override PartName="/ppt/ink/ink4106.xml" ContentType="application/inkml+xml"/>
  <Override PartName="/ppt/ink/ink4107.xml" ContentType="application/inkml+xml"/>
  <Override PartName="/ppt/ink/ink4108.xml" ContentType="application/inkml+xml"/>
  <Override PartName="/ppt/ink/ink4109.xml" ContentType="application/inkml+xml"/>
  <Override PartName="/ppt/ink/ink4110.xml" ContentType="application/inkml+xml"/>
  <Override PartName="/ppt/ink/ink4111.xml" ContentType="application/inkml+xml"/>
  <Override PartName="/ppt/ink/ink4112.xml" ContentType="application/inkml+xml"/>
  <Override PartName="/ppt/ink/ink4113.xml" ContentType="application/inkml+xml"/>
  <Override PartName="/ppt/ink/ink4114.xml" ContentType="application/inkml+xml"/>
  <Override PartName="/ppt/ink/ink4115.xml" ContentType="application/inkml+xml"/>
  <Override PartName="/ppt/ink/ink4116.xml" ContentType="application/inkml+xml"/>
  <Override PartName="/ppt/ink/ink4117.xml" ContentType="application/inkml+xml"/>
  <Override PartName="/ppt/ink/ink4118.xml" ContentType="application/inkml+xml"/>
  <Override PartName="/ppt/ink/ink4119.xml" ContentType="application/inkml+xml"/>
  <Override PartName="/ppt/ink/ink4120.xml" ContentType="application/inkml+xml"/>
  <Override PartName="/ppt/ink/ink4121.xml" ContentType="application/inkml+xml"/>
  <Override PartName="/ppt/ink/ink4122.xml" ContentType="application/inkml+xml"/>
  <Override PartName="/ppt/ink/ink4123.xml" ContentType="application/inkml+xml"/>
  <Override PartName="/ppt/ink/ink4124.xml" ContentType="application/inkml+xml"/>
  <Override PartName="/ppt/ink/ink4125.xml" ContentType="application/inkml+xml"/>
  <Override PartName="/ppt/ink/ink4126.xml" ContentType="application/inkml+xml"/>
  <Override PartName="/ppt/ink/ink4127.xml" ContentType="application/inkml+xml"/>
  <Override PartName="/ppt/ink/ink4128.xml" ContentType="application/inkml+xml"/>
  <Override PartName="/ppt/ink/ink4129.xml" ContentType="application/inkml+xml"/>
  <Override PartName="/ppt/ink/ink4130.xml" ContentType="application/inkml+xml"/>
  <Override PartName="/ppt/ink/ink4131.xml" ContentType="application/inkml+xml"/>
  <Override PartName="/ppt/ink/ink4132.xml" ContentType="application/inkml+xml"/>
  <Override PartName="/ppt/ink/ink4133.xml" ContentType="application/inkml+xml"/>
  <Override PartName="/ppt/ink/ink4134.xml" ContentType="application/inkml+xml"/>
  <Override PartName="/ppt/ink/ink4135.xml" ContentType="application/inkml+xml"/>
  <Override PartName="/ppt/ink/ink4136.xml" ContentType="application/inkml+xml"/>
  <Override PartName="/ppt/ink/ink4137.xml" ContentType="application/inkml+xml"/>
  <Override PartName="/ppt/ink/ink4138.xml" ContentType="application/inkml+xml"/>
  <Override PartName="/ppt/ink/ink4139.xml" ContentType="application/inkml+xml"/>
  <Override PartName="/ppt/ink/ink4140.xml" ContentType="application/inkml+xml"/>
  <Override PartName="/ppt/ink/ink4141.xml" ContentType="application/inkml+xml"/>
  <Override PartName="/ppt/ink/ink4142.xml" ContentType="application/inkml+xml"/>
  <Override PartName="/ppt/ink/ink4143.xml" ContentType="application/inkml+xml"/>
  <Override PartName="/ppt/ink/ink4144.xml" ContentType="application/inkml+xml"/>
  <Override PartName="/ppt/ink/ink4145.xml" ContentType="application/inkml+xml"/>
  <Override PartName="/ppt/ink/ink4146.xml" ContentType="application/inkml+xml"/>
  <Override PartName="/ppt/ink/ink4147.xml" ContentType="application/inkml+xml"/>
  <Override PartName="/ppt/ink/ink4148.xml" ContentType="application/inkml+xml"/>
  <Override PartName="/ppt/ink/ink4149.xml" ContentType="application/inkml+xml"/>
  <Override PartName="/ppt/ink/ink4150.xml" ContentType="application/inkml+xml"/>
  <Override PartName="/ppt/ink/ink4151.xml" ContentType="application/inkml+xml"/>
  <Override PartName="/ppt/ink/ink4152.xml" ContentType="application/inkml+xml"/>
  <Override PartName="/ppt/ink/ink4153.xml" ContentType="application/inkml+xml"/>
  <Override PartName="/ppt/ink/ink4154.xml" ContentType="application/inkml+xml"/>
  <Override PartName="/ppt/ink/ink4155.xml" ContentType="application/inkml+xml"/>
  <Override PartName="/ppt/ink/ink4156.xml" ContentType="application/inkml+xml"/>
  <Override PartName="/ppt/ink/ink4157.xml" ContentType="application/inkml+xml"/>
  <Override PartName="/ppt/ink/ink4158.xml" ContentType="application/inkml+xml"/>
  <Override PartName="/ppt/ink/ink4159.xml" ContentType="application/inkml+xml"/>
  <Override PartName="/ppt/ink/ink4160.xml" ContentType="application/inkml+xml"/>
  <Override PartName="/ppt/ink/ink4161.xml" ContentType="application/inkml+xml"/>
  <Override PartName="/ppt/ink/ink4162.xml" ContentType="application/inkml+xml"/>
  <Override PartName="/ppt/ink/ink4163.xml" ContentType="application/inkml+xml"/>
  <Override PartName="/ppt/ink/ink4164.xml" ContentType="application/inkml+xml"/>
  <Override PartName="/ppt/ink/ink4165.xml" ContentType="application/inkml+xml"/>
  <Override PartName="/ppt/ink/ink4166.xml" ContentType="application/inkml+xml"/>
  <Override PartName="/ppt/ink/ink4167.xml" ContentType="application/inkml+xml"/>
  <Override PartName="/ppt/ink/ink4168.xml" ContentType="application/inkml+xml"/>
  <Override PartName="/ppt/ink/ink4169.xml" ContentType="application/inkml+xml"/>
  <Override PartName="/ppt/ink/ink4170.xml" ContentType="application/inkml+xml"/>
  <Override PartName="/ppt/ink/ink4171.xml" ContentType="application/inkml+xml"/>
  <Override PartName="/ppt/ink/ink4172.xml" ContentType="application/inkml+xml"/>
  <Override PartName="/ppt/ink/ink4173.xml" ContentType="application/inkml+xml"/>
  <Override PartName="/ppt/ink/ink4174.xml" ContentType="application/inkml+xml"/>
  <Override PartName="/ppt/ink/ink4175.xml" ContentType="application/inkml+xml"/>
  <Override PartName="/ppt/ink/ink4176.xml" ContentType="application/inkml+xml"/>
  <Override PartName="/ppt/ink/ink4177.xml" ContentType="application/inkml+xml"/>
  <Override PartName="/ppt/ink/ink4178.xml" ContentType="application/inkml+xml"/>
  <Override PartName="/ppt/ink/ink4179.xml" ContentType="application/inkml+xml"/>
  <Override PartName="/ppt/ink/ink4180.xml" ContentType="application/inkml+xml"/>
  <Override PartName="/ppt/ink/ink4181.xml" ContentType="application/inkml+xml"/>
  <Override PartName="/ppt/ink/ink4182.xml" ContentType="application/inkml+xml"/>
  <Override PartName="/ppt/ink/ink4183.xml" ContentType="application/inkml+xml"/>
  <Override PartName="/ppt/ink/ink4184.xml" ContentType="application/inkml+xml"/>
  <Override PartName="/ppt/ink/ink4185.xml" ContentType="application/inkml+xml"/>
  <Override PartName="/ppt/ink/ink4186.xml" ContentType="application/inkml+xml"/>
  <Override PartName="/ppt/ink/ink4187.xml" ContentType="application/inkml+xml"/>
  <Override PartName="/ppt/ink/ink4188.xml" ContentType="application/inkml+xml"/>
  <Override PartName="/ppt/ink/ink4189.xml" ContentType="application/inkml+xml"/>
  <Override PartName="/ppt/ink/ink4190.xml" ContentType="application/inkml+xml"/>
  <Override PartName="/ppt/ink/ink4191.xml" ContentType="application/inkml+xml"/>
  <Override PartName="/ppt/ink/ink4192.xml" ContentType="application/inkml+xml"/>
  <Override PartName="/ppt/ink/ink4193.xml" ContentType="application/inkml+xml"/>
  <Override PartName="/ppt/ink/ink4194.xml" ContentType="application/inkml+xml"/>
  <Override PartName="/ppt/ink/ink4195.xml" ContentType="application/inkml+xml"/>
  <Override PartName="/ppt/ink/ink4196.xml" ContentType="application/inkml+xml"/>
  <Override PartName="/ppt/ink/ink4197.xml" ContentType="application/inkml+xml"/>
  <Override PartName="/ppt/ink/ink4198.xml" ContentType="application/inkml+xml"/>
  <Override PartName="/ppt/ink/ink4199.xml" ContentType="application/inkml+xml"/>
  <Override PartName="/ppt/ink/ink4200.xml" ContentType="application/inkml+xml"/>
  <Override PartName="/ppt/ink/ink4201.xml" ContentType="application/inkml+xml"/>
  <Override PartName="/ppt/ink/ink4202.xml" ContentType="application/inkml+xml"/>
  <Override PartName="/ppt/ink/ink4203.xml" ContentType="application/inkml+xml"/>
  <Override PartName="/ppt/ink/ink4204.xml" ContentType="application/inkml+xml"/>
  <Override PartName="/ppt/ink/ink4205.xml" ContentType="application/inkml+xml"/>
  <Override PartName="/ppt/ink/ink4206.xml" ContentType="application/inkml+xml"/>
  <Override PartName="/ppt/ink/ink4207.xml" ContentType="application/inkml+xml"/>
  <Override PartName="/ppt/ink/ink4208.xml" ContentType="application/inkml+xml"/>
  <Override PartName="/ppt/ink/ink4209.xml" ContentType="application/inkml+xml"/>
  <Override PartName="/ppt/ink/ink4210.xml" ContentType="application/inkml+xml"/>
  <Override PartName="/ppt/ink/ink4211.xml" ContentType="application/inkml+xml"/>
  <Override PartName="/ppt/ink/ink4212.xml" ContentType="application/inkml+xml"/>
  <Override PartName="/ppt/ink/ink4213.xml" ContentType="application/inkml+xml"/>
  <Override PartName="/ppt/ink/ink4214.xml" ContentType="application/inkml+xml"/>
  <Override PartName="/ppt/ink/ink4215.xml" ContentType="application/inkml+xml"/>
  <Override PartName="/ppt/ink/ink4216.xml" ContentType="application/inkml+xml"/>
  <Override PartName="/ppt/ink/ink4217.xml" ContentType="application/inkml+xml"/>
  <Override PartName="/ppt/ink/ink4218.xml" ContentType="application/inkml+xml"/>
  <Override PartName="/ppt/ink/ink4219.xml" ContentType="application/inkml+xml"/>
  <Override PartName="/ppt/ink/ink4220.xml" ContentType="application/inkml+xml"/>
  <Override PartName="/ppt/ink/ink4221.xml" ContentType="application/inkml+xml"/>
  <Override PartName="/ppt/ink/ink4222.xml" ContentType="application/inkml+xml"/>
  <Override PartName="/ppt/ink/ink4223.xml" ContentType="application/inkml+xml"/>
  <Override PartName="/ppt/ink/ink4224.xml" ContentType="application/inkml+xml"/>
  <Override PartName="/ppt/ink/ink4225.xml" ContentType="application/inkml+xml"/>
  <Override PartName="/ppt/ink/ink4226.xml" ContentType="application/inkml+xml"/>
  <Override PartName="/ppt/ink/ink4227.xml" ContentType="application/inkml+xml"/>
  <Override PartName="/ppt/ink/ink4228.xml" ContentType="application/inkml+xml"/>
  <Override PartName="/ppt/ink/ink4229.xml" ContentType="application/inkml+xml"/>
  <Override PartName="/ppt/ink/ink4230.xml" ContentType="application/inkml+xml"/>
  <Override PartName="/ppt/ink/ink4231.xml" ContentType="application/inkml+xml"/>
  <Override PartName="/ppt/ink/ink4232.xml" ContentType="application/inkml+xml"/>
  <Override PartName="/ppt/ink/ink423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304" r:id="rId3"/>
    <p:sldId id="305" r:id="rId4"/>
    <p:sldId id="306" r:id="rId5"/>
    <p:sldId id="307" r:id="rId6"/>
    <p:sldId id="308" r:id="rId7"/>
    <p:sldId id="320" r:id="rId8"/>
    <p:sldId id="312" r:id="rId9"/>
    <p:sldId id="309" r:id="rId10"/>
    <p:sldId id="259" r:id="rId11"/>
    <p:sldId id="310" r:id="rId12"/>
    <p:sldId id="313" r:id="rId13"/>
    <p:sldId id="314" r:id="rId14"/>
    <p:sldId id="311" r:id="rId15"/>
    <p:sldId id="315" r:id="rId16"/>
    <p:sldId id="316" r:id="rId17"/>
    <p:sldId id="317" r:id="rId18"/>
    <p:sldId id="318" r:id="rId19"/>
    <p:sldId id="319" r:id="rId20"/>
    <p:sldId id="321" r:id="rId21"/>
    <p:sldId id="257" r:id="rId22"/>
    <p:sldId id="260" r:id="rId23"/>
    <p:sldId id="261" r:id="rId24"/>
    <p:sldId id="262" r:id="rId25"/>
    <p:sldId id="276" r:id="rId26"/>
    <p:sldId id="263" r:id="rId27"/>
    <p:sldId id="267" r:id="rId28"/>
    <p:sldId id="264" r:id="rId29"/>
    <p:sldId id="265" r:id="rId30"/>
    <p:sldId id="285" r:id="rId31"/>
    <p:sldId id="294" r:id="rId32"/>
    <p:sldId id="296" r:id="rId33"/>
    <p:sldId id="295" r:id="rId34"/>
    <p:sldId id="297" r:id="rId35"/>
    <p:sldId id="298" r:id="rId36"/>
    <p:sldId id="299" r:id="rId37"/>
    <p:sldId id="300" r:id="rId38"/>
    <p:sldId id="302" r:id="rId39"/>
    <p:sldId id="301" r:id="rId40"/>
    <p:sldId id="303" r:id="rId41"/>
    <p:sldId id="277" r:id="rId42"/>
    <p:sldId id="278" r:id="rId43"/>
    <p:sldId id="279" r:id="rId44"/>
    <p:sldId id="280" r:id="rId45"/>
    <p:sldId id="281" r:id="rId46"/>
    <p:sldId id="282" r:id="rId47"/>
    <p:sldId id="283" r:id="rId48"/>
    <p:sldId id="284" r:id="rId49"/>
    <p:sldId id="266" r:id="rId50"/>
    <p:sldId id="288" r:id="rId51"/>
    <p:sldId id="268" r:id="rId52"/>
    <p:sldId id="289" r:id="rId53"/>
    <p:sldId id="290" r:id="rId54"/>
    <p:sldId id="286" r:id="rId55"/>
    <p:sldId id="275" r:id="rId56"/>
    <p:sldId id="287" r:id="rId57"/>
    <p:sldId id="291" r:id="rId58"/>
    <p:sldId id="292" r:id="rId59"/>
    <p:sldId id="269" r:id="rId60"/>
    <p:sldId id="270" r:id="rId61"/>
    <p:sldId id="293" r:id="rId62"/>
    <p:sldId id="271" r:id="rId63"/>
    <p:sldId id="272" r:id="rId64"/>
    <p:sldId id="273" r:id="rId65"/>
    <p:sldId id="274" r:id="rId66"/>
    <p:sldId id="322" r:id="rId67"/>
    <p:sldId id="323" r:id="rId68"/>
    <p:sldId id="258"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94" autoAdjust="0"/>
    <p:restoredTop sz="94660"/>
  </p:normalViewPr>
  <p:slideViewPr>
    <p:cSldViewPr>
      <p:cViewPr varScale="1">
        <p:scale>
          <a:sx n="105" d="100"/>
          <a:sy n="105" d="100"/>
        </p:scale>
        <p:origin x="200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06.344"/>
    </inkml:context>
    <inkml:brush xml:id="br0">
      <inkml:brushProperty name="width" value="0.025" units="cm"/>
      <inkml:brushProperty name="height" value="0.025" units="cm"/>
    </inkml:brush>
  </inkml:definitions>
  <inkml:trace contextRef="#ctx0" brushRef="#br0">0 1373 6241,'7'5'4826,"14"2"173,-12-6-154,-7-4-4790,0 1 1,0-1-1,0 1 0,0-1 1,0 0-1,-1 0 0,1 0 1,-1 1-1,0-1 0,0-1 1,1-4-1,-1 6-23,90-333 86,-4-20-87,-63 281-28,2 0 0,60-116 0,-41 97 5,-31 61 8,1 1 0,1 0 1,23-30-1,-5 11 168,-34 49-178,1 0-1,-1 0 0,0 0 1,1 0-1,-1 1 1,0-1-1,1 0 1,-1 0-1,1 0 1,-1 0-1,1 1 1,0-1-1,-1 0 1,1 1-1,0-1 1,-1 0-1,1 1 1,0-1-1,0 1 1,0-1-1,0 1 1,-1-1-1,1 1 1,0 0-1,0-1 1,0 1-1,0 0 0,0 0 1,0 0-1,1 0 1,0 0 17,-1 1 0,0 0 0,1 0 0,-1 0 0,0 1 0,0-1 0,1 0 0,-1 0 0,0 1 0,0-1 0,-1 1 0,1-1 0,0 1 0,0-1 0,0 3 0,4 10 171,0 1 0,4 23 0,-4-7-76,-1 0-1,-2 0 0,-2 35 1,-13 96 105,0 5-165,-4 30-23,0 30-7,17-209-29,5 250 19,-7-210-18,1-44 1,0-1 1,1 1-1,0-1 0,1 1 1,3 14-1,-5-46 12,2 10-352,-1 1 1,0 0 0,-1-1-1,0 1 1,-3-12-1,-7-8-6486,1 1 81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07.297"/>
    </inkml:context>
    <inkml:brush xml:id="br0">
      <inkml:brushProperty name="width" value="0.025" units="cm"/>
      <inkml:brushProperty name="height" value="0.025" units="cm"/>
    </inkml:brush>
  </inkml:definitions>
  <inkml:trace contextRef="#ctx0" brushRef="#br0">1 92 3625,'4'-7'4051,"2"-1"-1509,-6 8-2464,-1 0 0,1 0 0,0 0 1,0 0-1,0 0 0,1 0 0,-1 0 1,0 0-1,0 0 0,0 0 0,0 0 1,0 0-1,0 0 0,0 1 1,0-1-1,0 0 0,0 0 0,0 0 1,0 0-1,0 0 0,0 0 79,0 0-79,0 0 0,0 0 0,0 0 1,0 0-1,0 0 0,0 0 1,0 0-1,0 0 0,0 0 0,1 0 1,-1 0-1,0 0 0,0 0 0,0 0 1,0 0-1,0 0 0,0 0 0,0 0 1,0 0-1,0 0 0,0 0 1,0 0-1,0 0 0,0 0 0,0 0 1,1 0-1,-1 0 0,0 0 0,0 0 1,0 0-1,0 0 0,0 0 0,1 1 355,0 0 0,0-1 0,0 1 0,0 0-1,0-1 1,0 1 0,0 0 0,0-1 0,1 1-1,-1-1 1,0 0 0,0 1 0,1-1-1,0 0 1,26 5 1467,-15-4-1831,0 0 1,1-1-1,-1-1 1,0 0 0,0-1-1,17-5 1,74-28 461,-83 26-447,0 1 1,1 1 0,0 0-1,0 2 1,0 1 0,35-2 0,19 6 552,-76 0-471,-23 3 120,0 8-6131,-6 14-151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6.265"/>
    </inkml:context>
    <inkml:brush xml:id="br0">
      <inkml:brushProperty name="width" value="0.025" units="cm"/>
      <inkml:brushProperty name="height" value="0.025" units="cm"/>
    </inkml:brush>
  </inkml:definitions>
  <inkml:trace contextRef="#ctx0" brushRef="#br0">0 360 7242,'2'4'519,"0"-1"1,0 1-1,0 0 1,-1-1-1,0 1 1,0 0 0,0 0-1,1 6 1,2 8 303,70 186 3324,-66-186-3990,1 1 1,0-2 0,1 1 0,1-2 0,1 1 0,0-1 0,1-1 0,0-1 0,2 1-1,0-2 1,0 0 0,1-1 0,0-1 0,1 0 0,1-1 0,0-1 0,0-1-1,0 0 1,1-1 0,0-1 0,1-1 0,-1-1 0,1-1 0,0 0 0,30-1-1,9-4 232,-1-2 0,88-19 1,113-40-233,-208 49-140,863-197 6,-257 121 17,-637 88-40,49-4 2,135 4 0,-184 4 4,0 0 0,1 2 0,-1 0-1,-1 1 1,1 1 0,-1 0-1,0 2 1,0 0 0,-1 2 0,0 0-1,20 15 1,213 196 808,-242-210-517,0 0 0,-1 1 0,0 0 0,-1 0 0,-1 1 0,7 15 0,-29-76-87,13 42-248,1 0 1,0 1 0,0-1 0,0 0 0,0-1 0,1 1-1,0 0 1,0 0 0,1 0 0,0-1 0,0 1-1,0 0 1,2-7 0,-1 8-34,1 0 0,0 0 0,0 0 0,0 1 0,0-1 1,1 0-1,0 1 0,0 0 0,0 0 0,0 0 0,1 0 0,-1 0 0,1 1 0,0-1 0,0 1 0,1 0 0,-1 0 1,1 1-1,-1-1 0,10-2 0,5-2 15,1 1 1,0 1-1,40-4 0,-39 7 46,431-30-275,-160 18 174,143 3 105,-346 17 74,0 3 1,163 39-1,-168-27 41,0-3-1,1-5 1,0-2 0,1-5-1,110-5 1,-194-1-107,390-28 116,-4-32 31,49-21 20,-346 68-11,-1-4 1,0-4 0,156-59-1,-224 72-56,-1-1 0,-1-1-1,38-24 1,-50 29 2,0-1 0,0-1 1,-1 1-1,0-1 1,-1-1-1,0 1 0,0-1 1,0 0-1,-1 0 1,0-1-1,6-16 0,-3 8-22,1 1 0,0 0-1,1 0 1,19-24 0,10-15 8,-38 54-49,0-1-1,-1 1 1,1 0-1,0-1 1,-1 1 0,1 0-1,-1-1 1,0 1-1,1-1 1,-1 1-1,0-1 1,0 1 0,0-1-1,0 1 1,0 0-1,0-1 1,-1 1-1,1-1 1,0 1 0,-1-1-1,0-1 1,-1-1 11,0 1 1,0 0-1,0 1 1,0-1-1,0 0 1,-1 1 0,1-1-1,-6-3 1,-1-1 91,-1 2 1,1-1-1,-1 1 1,-19-7 0,27 11-117,0 0 1,1 1 0,-1-1-1,0 0 1,0 1 0,0-1 0,1 1-1,-1 0 1,0 0 0,0 0 0,0 0-1,0 0 1,0 0 0,0 0 0,1 0-1,-1 1 1,0-1 0,0 1 0,0 0-1,1-1 1,-4 3 0,3-1-284,0 1 1,0-1 0,1 0-1,0 1 1,-1 0 0,1-1-1,0 1 1,0 0 0,0 0-1,1-1 1,-1 1 0,1 0-1,-1 4 1,-6 13-4852,-17 11-3952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7.459"/>
    </inkml:context>
    <inkml:brush xml:id="br0">
      <inkml:brushProperty name="width" value="0.025" units="cm"/>
      <inkml:brushProperty name="height" value="0.025" units="cm"/>
    </inkml:brush>
  </inkml:definitions>
  <inkml:trace contextRef="#ctx0" brushRef="#br0">1 139 7746,'0'-1'562,"0"0"-1,0 0 1,0 0 0,1 0 0,-1 0 0,0 0 0,1-1 0,-1 1-1,1 0 1,-1 0 0,1 0 0,-1 0 0,1 0 0,0 0 0,-1 1-1,1-1 1,2-1 0,20-12 2268,28 1-2745,-50 13 188,4-1-191,0 0 0,-1 1 0,1 0-1,-1-1 1,1 2 0,0-1 0,-1 0 0,1 1-1,-1 0 1,1 0 0,-1 0 0,1 1 0,-1 0-1,7 3 1,-8-3-26,0 0 0,-1 0 1,1 1-1,0-1 0,-1 1 0,1-1 0,-1 1 0,0 0 0,0 0 1,0 0-1,0 1 0,-1-1 0,1 0 0,-1 0 0,0 1 1,0-1-1,0 1 0,1 6 0,-1 5-9,1 0 0,-2 0-1,-1 18 1,0-26-37,0 0 1,0 1-1,0-2 0,-1 1 1,0 0-1,-1 0 0,1 0 1,-8 12-1,10-19-7,0 0 0,0 0 0,0 1-1,0-1 1,0 0 0,0 1 0,0-1 0,-1 0-1,1 0 1,0 1 0,0-1 0,0 0 0,0 0 0,0 0-1,-1 1 1,1-1 0,0 0 0,0 0 0,0 0-1,-1 1 1,1-1 0,0 0 0,0 0 0,-1 0 0,1 0-1,0 0 1,0 0 0,-1 1 0,1-1 0,0 0-1,-1 0 1,1 0 0,0 0 0,0 0 0,-1 0 0,1 0-1,0 0 1,-1 0 0,1 0 0,0-1 0,0 1-1,-1 0 1,1 0 0,0 0 0,0 0 0,-1 0 0,-4-17 40,5-23-44,1 29-4,1-1-1,1 0 1,0 1 0,0 0 0,1-1-1,0 1 1,1 1 0,1-1 0,10-16-1,-4 9-4,2 0 0,0 1 0,1 1 0,21-19 0,-32 31 26,1 1 1,0-1-1,0 1 0,0 0 1,0 0-1,1 0 0,-1 1 1,1 0-1,-1 0 0,1 1 1,0-1-1,0 1 0,11-1 1,-14 2-6,0 1 0,0-1 1,0 0-1,0 1 0,0 0 1,0-1-1,0 1 0,0 0 1,0 1-1,0-1 0,0 0 1,-1 1-1,1 0 0,-1-1 1,1 1-1,-1 0 0,1 0 1,-1 1-1,0-1 0,0 0 1,0 1-1,0-1 0,-1 1 1,1 0-1,-1-1 1,0 1-1,1 0 0,0 5 1,1 1 97,0-1 1,-1 1-1,0 0 1,-1-1 0,0 1-1,0 0 1,-1 0-1,0 0 1,-1 0 0,0-1-1,0 1 1,-1 0-1,0 0 1,0-1 0,-7 15-1,6-15 12,0 0 1,0 0-1,1 1 0,1-1 0,-1 1 0,1 0 1,0 14-1,1-23-127,0 0 1,1 0-1,-1 0 1,0 0-1,0 0 1,0 0-1,0 0 1,0 0-1,0 0 0,0 0 1,0 0-1,0 0 1,0 0-1,0 0 1,0 0-1,0 0 1,0 0-1,0 0 1,1 0-1,-1 0 1,0 0-1,0 0 1,0 0-1,0 0 1,0 0-1,0 0 0,0 0 1,0 0-1,0-1 1,0 1-1,0 0 1,0 0-1,0 0 1,0 0-1,0 0 1,0 0-1,0 0 1,0 0-1,0 0 1,0 0-1,1 2-1448,-6-15-11900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8.747"/>
    </inkml:context>
    <inkml:brush xml:id="br0">
      <inkml:brushProperty name="width" value="0.025" units="cm"/>
      <inkml:brushProperty name="height" value="0.025" units="cm"/>
    </inkml:brush>
  </inkml:definitions>
  <inkml:trace contextRef="#ctx0" brushRef="#br0">398 1 7754,'-3'2'7482,"-1"0"-3310,-31 10-1781,29-11-2350,-49 9 151,-59 18 0,99-23-195,0 0 0,0 1 0,1 0 0,0 2 0,0-1 0,0 2 0,1 0 0,-22 19 0,32-25-4,1-1 1,-1 1 0,0 0-1,1 0 1,0 1 0,-1-1-1,1 0 1,1 1 0,-1-1 0,0 1-1,1 0 1,0-1 0,0 1-1,0 0 1,0 0 0,0 0-1,1 0 1,0 0 0,0 0-1,0 0 1,0 0 0,2 6-1,-1-6 30,1-1 0,-1 1 0,1-1 0,0 0 0,0 0 0,0 0 0,0 0 0,1 0 0,-1-1 0,1 1 0,0-1 0,0 0 0,0 1 0,0-1 0,0 0 0,0-1 0,0 1 0,1-1 0,-1 1 0,1-1 0,-1 0 0,1 0 0,-1-1 0,7 2 0,8 1 78,1-1 0,0-1 0,0 0 1,0-1-1,0-1 0,0-1 0,0-1 0,-1 0 0,1-2 0,-1 0 0,0-1 0,0 0 1,-1-2-1,0 0 0,22-14 0,-33 23-2442,-7 0 2088,1-1 0,-1 0 0,1 0 0,0 1 0,-1-1 0,1 0 1,-1 0-1,1 1 0,0-1 0,-1 0 0,1 0 0,-1 0 0,1 0 0,-1 0 0,1 1 1,-1-1-1,1 0 0,-1 0 0,1 0 0,-1 0 0,1-1 0,-1 1 0,1 0 0,0 0 0,-1 0 1,1 0-1,-1-1 0,-31-3-5831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9.287"/>
    </inkml:context>
    <inkml:brush xml:id="br0">
      <inkml:brushProperty name="width" value="0.025" units="cm"/>
      <inkml:brushProperty name="height" value="0.025" units="cm"/>
    </inkml:brush>
  </inkml:definitions>
  <inkml:trace contextRef="#ctx0" brushRef="#br0">4 44 5865,'2'5'6012,"-7"-3"-22,8-2-4890,26 2 313,-13-1-1192,1-1-1,0 0 0,24-3 1,-21-1-72,0 0 1,0-2-1,-1 0 0,0-1 1,34-17-1,-80 43-900,18-12-5737,25-15 1467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9.957"/>
    </inkml:context>
    <inkml:brush xml:id="br0">
      <inkml:brushProperty name="width" value="0.025" units="cm"/>
      <inkml:brushProperty name="height" value="0.025" units="cm"/>
    </inkml:brush>
  </inkml:definitions>
  <inkml:trace contextRef="#ctx0" brushRef="#br0">49 56 5529,'-44'12'7980,"40"-9"-3906,27-9-1898,54-13-1426,2 3 1,88-7-1,-101 19-711,0 2 0,0 3 0,66 10 0,-132-11-39,8 1 3,-1 0 0,1 1 0,-1-1-1,1 2 1,-1-1 0,0 1 0,8 4 0,-15-6 1,1-1 1,0 1-1,-1 0 1,1 0 0,-1 0-1,1 0 1,-1-1-1,0 1 1,1 0-1,-1 0 1,0 0 0,0 0-1,1 0 1,-1 0-1,0 0 1,0 0-1,0 0 1,0 0 0,0 0-1,0 0 1,-1 0-1,1 0 1,0 0-1,0 0 1,-1 0 0,1 0-1,-1 0 1,1 0-1,-1-1 1,1 1-1,-1 0 1,1 0 0,-1 0-1,0 0 1,-27 33 170,23-28-157,-107 103 226,85-86-121,1 0 0,1 2 0,2 1 1,0 1-1,-36 59 0,38-50-43,9-16 114,1 1 0,-14 34-1,8-59-8421,0-7 3440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30.803"/>
    </inkml:context>
    <inkml:brush xml:id="br0">
      <inkml:brushProperty name="width" value="0.025" units="cm"/>
      <inkml:brushProperty name="height" value="0.025" units="cm"/>
    </inkml:brush>
  </inkml:definitions>
  <inkml:trace contextRef="#ctx0" brushRef="#br0">363 8 4969,'-10'-8'10209,"16"20"-4456,-5 9-4779,-2-8-799,0 0 1,-1 0-1,-1 0 1,0 0-1,0 0 1,-2-1-1,1 1 0,-9 14 1,-9 14 25,-28 37 0,16-31 180,-57 59-1,52-64-229,-46 66-1,85-107-142,-1-1 0,1 0 0,0 0 0,0 1 1,-1-1-1,1 0 0,0 1 0,0-1 0,0 0 0,-1 1 0,1-1 0,0 0 0,0 1 1,0-1-1,0 0 0,0 1 0,0-1 0,0 0 0,0 1 0,0-1 0,0 0 0,0 1 1,0-1-1,0 1 0,0-1 0,0 0 0,0 1 0,0-1 0,0 0 0,1 1 0,-1-1 0,0 0 1,0 1-1,0-1 0,1 0 0,-1 0 0,0 1 0,0-1 0,1 0 0,-1 0 0,0 1 1,1-1-1,22 3 113,41-11-105,-52 6 31,166-28 10,-73 10 234,0 4 1,128-1-1,-230 17-359,-49-2-10459,-20-4 1191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31.410"/>
    </inkml:context>
    <inkml:brush xml:id="br0">
      <inkml:brushProperty name="width" value="0.025" units="cm"/>
      <inkml:brushProperty name="height" value="0.025" units="cm"/>
    </inkml:brush>
  </inkml:definitions>
  <inkml:trace contextRef="#ctx0" brushRef="#br0">1 199 3833,'10'-3'6924,"-10"3"-6829,0-1 1,0 1-1,0 0 0,0 0 1,0 0-1,0 0 0,0-1 0,1 1 1,-1 0-1,0 0 0,0 0 1,0 0-1,0 0 0,0-1 0,1 1 1,-1 0-1,0 0 0,0 0 0,0 0 1,0 0-1,1 0 0,-1 0 1,0 0-1,0 0 0,0 0 0,1 0 1,-1 0-1,0 0 0,0 0 1,0 0-1,1 0 0,-1 0 0,0 0 1,0 0-1,0 0 0,0 0 1,1 0-1,-1 0 0,0 0 0,0 0 1,0 0-1,0 1 0,1-1 1,-1 0-1,0 0 0,0 0 0,0 0 1,0 0-1,0 1 0,1-1 0,-1 0 1,0 0-1,0 0 0,0 0 1,0 1-1,0-1 0,0 0 0,0 1 412,33 3 1678,1-4-1957,0-1 0,0-2 1,-1-2-1,55-13 0,-63 12-197,-3 1-19,216-53-24,-192 45 63,-1-3 1,0-1 0,45-26 0,-69 27 1875,-37 25-723,-6 17-3634,-5 6-3327,-12 1-443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09.147"/>
    </inkml:context>
    <inkml:brush xml:id="br0">
      <inkml:brushProperty name="width" value="0.025" units="cm"/>
      <inkml:brushProperty name="height" value="0.025" units="cm"/>
    </inkml:brush>
  </inkml:definitions>
  <inkml:trace contextRef="#ctx0" brushRef="#br0">225 121 1280,'-36'-6'4150,"27"6"-3606,-1-2 1,1 1-1,0-1 0,-15-5 0,21 5-417,0 1 0,0-1 0,0 0 0,0 1 0,0-1 0,0-1 0,1 1 0,-1 0 0,1-1 0,0 1 0,0-1 0,0 0 0,0 0 0,0 0 0,0 0 0,1 0 0,-2-3 0,-4-14 1092,-7-16 5428,15 49-3208,-5 28-2386,0 15-788,6 87 746,2-59-625,-5 1-1,-14 112 1,8-164-324,4-19-42,0-1 0,0 24-1,2-37-98,0 0-1,0 0 0,0-1 0,0 1 1,0 0-1,0-1 0,1 1 1,-1-1-1,0 1 0,0-1 0,1 1 1,-1-1-1,0 1 0,1-1 0,-1 0 1,0 1-1,1-1 0,-2-2 0,0-2-714,0 0-1,0 0 0,0 0 1,0-1-1,1 1 0,0-1 1,0 1-1,1-1 0,-1 0 1,1 1-1,0-1 0,1 0 1,0 1-1,-1-1 0,4-8 1,12-63-5917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0.548"/>
    </inkml:context>
    <inkml:brush xml:id="br0">
      <inkml:brushProperty name="width" value="0.025" units="cm"/>
      <inkml:brushProperty name="height" value="0.025" units="cm"/>
    </inkml:brush>
  </inkml:definitions>
  <inkml:trace contextRef="#ctx0" brushRef="#br0">57 296 3737,'-26'16'4521,"17"-9"-1680,15-9 2331,10-11-2005,-15 12-3163,0-1-1,0 1 0,0 0 1,1-1-1,-1 1 0,1 0 0,-1 0 1,1 0-1,-1 0 0,1 1 1,-1-1-1,1 0 0,0 0 0,0 1 1,-1-1-1,1 1 0,2 0 1,77-5 458,-48 4-350,-1-1 0,44-9 0,109-39 15,-102 26 191,141-23 0,-102 32-249,25-1 415,246-61-1,-356 66-295,1 2-1,-1 2 0,1 1 1,1 2-1,-1 2 0,51 2 0,-82 1-143,0 0 0,0 1 0,0-1 0,0 1-1,0 1 1,0-1 0,-1 1 0,1 0 0,-1 1 0,0-1-1,0 1 1,0 0 0,9 10 0,-13-12-7,-1 1 0,0 0 0,0-1 0,0 1 0,0 0-1,0 0 1,-1 0 0,1 0 0,-1 0 0,0 0 0,0 0 0,0 0 0,-1 5 0,-8 43 202,5-36-190,-40 148 370,24-94-295,-17 99 0,21-47-40,1 146 0,15-224-28,1-17-34,0 0 0,-3 0 0,-7 46 0,8-68-9,0 0-1,0-1 1,-1 1-1,1 0 1,-1-1-1,0 1 1,0-1-1,0 1 1,-1-1-1,-5 6 1,7-8-12,-1 0 1,0 0 0,1 0 0,-1 0 0,0 0 0,0-1 0,0 1 0,0 0 0,0-1 0,1 0 0,-1 1-1,0-1 1,0 0 0,0 0 0,0 0 0,0 0 0,-3-1 0,-38-7-5,29 5 10,-70-12-15,0 4 1,-1 4-1,0 4 0,-145 12 1,-127 28 11,37-3 0,198-30-10,89-5 47,0 2 0,1 1 0,-1 1 0,1 2 0,-36 10 0,68-15-35,0 0 1,-1 0-1,1 0 0,0 0 1,0 0-1,0 0 1,0 0-1,0 0 1,0 0-1,0 0 1,0 0-1,0 0 0,0 0 1,0 0-1,-1 0 1,1 0-1,0 0 1,0 0-1,0 0 1,0 0-1,0 0 1,0 0-1,0 0 0,0 0 1,0 0-1,0 0 1,-1 0-1,1 0 1,0 0-1,0 0 1,0 0-1,0 0 1,0 0-1,0 0 0,0 0 1,0 0-1,0-1 1,0 1-1,0 0 1,0 0-1,0 0 1,0 0-1,0 0 1,0 0-1,0 0 0,-1 0 1,1 0-1,0 0 1,0 0-1,0-1 1,0 1-1,0 0 1,0 0-1,0 0 1,0 0-1,0 0 0,0 0 1,0 0-1,0 0 1,1 0-1,-1 0 1,0-1-1,0 1 1,0 0-1,0 0 0,0 0 1,0 0-1,0 0 1,10-4 474,39 0-2347,17-11-3782,45-18-1727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1.349"/>
    </inkml:context>
    <inkml:brush xml:id="br0">
      <inkml:brushProperty name="width" value="0.025" units="cm"/>
      <inkml:brushProperty name="height" value="0.025" units="cm"/>
    </inkml:brush>
  </inkml:definitions>
  <inkml:trace contextRef="#ctx0" brushRef="#br0">9 303 4441,'-8'-1'5785,"8"-2"-1890,15-5-218,31-5-1880,91 3-511,472-44-493,289-99-617,-884 150-171,62-13 38,1 3 0,1 4 0,79 0 0,-121 9-15,-4 1 199,49 5 1,-72-3 929,-16-3-1615,-20-5-4458,0-10-582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1.886"/>
    </inkml:context>
    <inkml:brush xml:id="br0">
      <inkml:brushProperty name="width" value="0.025" units="cm"/>
      <inkml:brushProperty name="height" value="0.025" units="cm"/>
    </inkml:brush>
  </inkml:definitions>
  <inkml:trace contextRef="#ctx0" brushRef="#br0">168 1 8426,'19'14'8982,"-5"6"-4540,3 30-3395,1 2-622,-12-42-398,1-1-1,0 1 1,1-1-1,0 0 1,0-1-1,1 0 1,0 0-1,0-1 1,1 0-1,-1 0 0,2-1 1,-1-1-1,1 0 1,0 0-1,17 4 1,16 4 19,0-3 0,72 8-1,-113-17-35,40-2 632,-61 3-255,-1 0 1,1 0-1,0 2 0,-21 7 1,-76 28-269,109-37-66,-43 17 73,0 1 0,-70 43 0,100-52-104,1 1 0,0 1 0,1 1 0,1 0 0,0 1 0,1 1 0,1 0 0,-25 37 0,35-47-32,0 1 0,1 0 0,0 0 0,1 0 0,-1 0 0,-1 8-1,4-14-93,0 0-1,-1 1 0,1-1 0,0 0 0,0 0 0,0 1 0,0-1 0,0 0 0,0 0 0,0 1 0,0-1 0,1 0 0,-1 0 1,0 1-1,1-1 0,-1 0 0,1 0 0,0 0 0,-1 0 0,1 0 0,0 0 0,-1 0 0,1 0 0,0 0 0,0 0 0,0 0 1,0 0-1,0-1 0,0 1 0,0 0 0,0-1 0,0 1 0,0-1 0,1 1 0,-1-1 0,0 1 0,0-1 0,0 0 0,1 1 0,-1-1 1,0 0-1,0 0 0,2 0 0,0 0-361,0-1 0,0 1 0,0 0 1,0-1-1,0 0 0,-1 1 0,1-1 0,0 0 1,0-1-1,4-1 0,77-43-7509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2.395"/>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4.889"/>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5.527"/>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6.193"/>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6.868"/>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7.471"/>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8.274"/>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19.468"/>
    </inkml:context>
    <inkml:brush xml:id="br0">
      <inkml:brushProperty name="width" value="0.025" units="cm"/>
      <inkml:brushProperty name="height" value="0.025" units="cm"/>
    </inkml:brush>
  </inkml:definitions>
  <inkml:trace contextRef="#ctx0" brushRef="#br0">97 136 6625,'4'-4'3403,"18"-19"2124,-22 23-5446,1-1 0,-1 1 0,1-1 0,-1 1 0,1-1 0,-1 0 1,0 1-1,1-1 0,-1 0 0,0 1 0,1-1 0,-1 0 0,0 1 0,0-1 1,1 0-1,-1 0 0,0 1 0,0-1 0,0 0 0,0 0 0,0 1 0,0-1 0,0 0 1,-1 0-1,1 1 0,0-1 0,0 0 0,0 0 0,-1 1 0,1-1 0,-1 0 1,1 0 536,-17 10 1231,8-3-1798,-1 1 0,1 0 0,0 0 1,1 1-1,0 0 0,0 1 0,1 0 1,0 0-1,-10 18 0,14-23-47,1 0 0,0 0 0,0 0 0,1 1 1,-1-1-1,1 0 0,0 1 0,0-1 0,0 1 0,1-1 0,-1 1 0,1-1 0,0 1 0,1-1 0,-1 1 0,1-1 1,0 1-1,0-1 0,0 1 0,0-1 0,1 0 0,0 0 0,0 0 0,0 0 0,0 0 0,1 0 0,5 6 1,-6-7-5,1-1 0,-1 0 0,1 1 1,0-1-1,0-1 0,0 1 0,-1 0 1,2-1-1,-1 1 0,0-1 0,0 0 1,0 0-1,1 0 0,-1-1 0,7 1 1,-3-1 0,0 0 1,1 0-1,-1-1 1,0 0 0,0-1-1,0 0 1,8-3 0,4-2 55,0-2 1,-1-1 0,0 0 0,22-17 0,-36 24-6,0-1-1,0 1 1,-1-1-1,1 0 1,-1 1 0,0-2-1,0 1 1,0 0-1,-1-1 1,1 1-1,-1-1 1,0 0-1,0 1 1,-1-1 0,0 0-1,0 0 1,0 0-1,0 0 1,-1 0-1,1-1 1,-1 1-1,-1 0 1,1 0 0,-1 0-1,0 0 1,0 0-1,-3-8 1,0 0-15,-2 0 0,1 0-1,-1 0 1,-1 1 0,0 0 0,-1 0 0,-1 1 0,1 0 0,-12-10 0,17 19-44,19 7-1925,-12-3 1473,-1-1-1,0 0 1,1 1 0,-1-1-1,1 0 1,0-1-1,-1 1 1,6 0-1,84 0-6212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0.028"/>
    </inkml:context>
    <inkml:brush xml:id="br0">
      <inkml:brushProperty name="width" value="0.025" units="cm"/>
      <inkml:brushProperty name="height" value="0.025" units="cm"/>
    </inkml:brush>
  </inkml:definitions>
  <inkml:trace contextRef="#ctx0" brushRef="#br0">1 45 5361,'-1'-9'2899,"1"-14"647,0 22-3292,0 1 1,0-1-1,0 1 1,0-1-1,0 1 1,0-1-1,0 1 1,0-1-1,1 1 1,-1-1-1,0 1 1,0-1-1,0 1 1,0 0-1,1-1 1,-1 1-1,0-1 1,0 1-1,1 0 1,-1-1-1,0 1 1,1 0-1,-1-1 1,0 1-1,1 0 1,-1-1-1,1 1 1,-1 0-1,1 0 1,-1 0-1,1-1 1,0 1 374,8 39 3094,-1-10-3017,-6-11-558,-1 0 0,-1 0-1,-3 31 1,0 11-110,2-60-91,1 0 0,0 1 0,0-1 0,0 0-1,0 0 1,0 0 0,0 0 0,0 0-1,0 1 1,0-1 0,0 0 0,0 0-1,0 0 1,0 0 0,0 1 0,0-1-1,0 0 1,0 0 0,0 0 0,0 0-1,0 1 1,1-1 0,-1 0 0,0 0 0,0 0-1,0 0 1,0 0 0,0 1 0,0-1-1,0 0 1,1 0 0,-1 0 0,0 0-1,0 0 1,0 0 0,0 0 0,0 0-1,1 1 1,-1-1 0,0 0 0,0 0-1,0 0 1,0 0 0,1 0 0,-1 0 0,0 0-1,0 0 1,0 0 0,0 0 0,1 0-1,-1 0 1,13-10-3921,18-24-1726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0.842"/>
    </inkml:context>
    <inkml:brush xml:id="br0">
      <inkml:brushProperty name="width" value="0.025" units="cm"/>
      <inkml:brushProperty name="height" value="0.025" units="cm"/>
    </inkml:brush>
  </inkml:definitions>
  <inkml:trace contextRef="#ctx0" brushRef="#br0">1 5 7354,'13'-4'7926,"17"6"-5756,-16 0-1387,-6-3-610,-1 1 0,1 1 0,0 0 0,-1 0 0,1 0 1,-1 1-1,1 0 0,-1 0 0,0 1 0,0 0 0,0 0 0,0 1 0,0 0 0,-1 0 0,1 0 0,-1 1 0,0 0 0,-1 0 0,1 1 0,6 9 0,-9-13-141,-1 1 0,1 0-1,-1 1 1,0-1 0,0 0-1,0 1 1,0-1 0,0 1-1,-1-1 1,0 1 0,0 0-1,1 4 1,-2-6 1,0 1 0,-1-1 0,1 1 0,-1-1 0,0 1 0,0-1-1,0 0 1,0 1 0,0-1 0,0 0 0,-1 0 0,1 0 0,-1 0 0,1 0 0,-1 0 0,0 0 0,0 0 0,1-1-1,-1 1 1,-3 1 0,-23 18 186,17-14-133,1 0-1,0 1 0,0 0 1,1 1-1,1 0 0,-1 0 0,-9 14 1,18-22-73,0 0 0,-1 0 0,1 0 0,-1-1 1,1 1-1,0 0 0,-1 0 0,1 0 0,0 0 0,0 0 0,0 0 1,0 0-1,0 0 0,0 0 0,0 0 0,0-1 0,0 1 1,0 0-1,1 0 0,-1 0 0,0 0 0,1 0 0,-1 0 1,0 0-1,1-1 0,0 2 0,1 0 68,-1 0 0,1-1-1,0 1 1,0 0 0,0-1 0,0 0 0,0 1-1,1-1 1,3 2 0,5 1 252,0-1 0,0 0 0,15 2 0,8-1 90,0-2 0,-1-1 0,1-1 0,0-2 0,35-7 0,-47 3-170,-23 6-448,-9 4-1127,-16 7-4828,-13-2-898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2.510"/>
    </inkml:context>
    <inkml:brush xml:id="br0">
      <inkml:brushProperty name="width" value="0.025" units="cm"/>
      <inkml:brushProperty name="height" value="0.025" units="cm"/>
    </inkml:brush>
  </inkml:definitions>
  <inkml:trace contextRef="#ctx0" brushRef="#br0">1 48 5601,'8'-2'13555,"-3"3"-8991,-4 7-4524,0 1 1,1-1 0,0 0-1,0 0 1,1 0-1,4 10 1,-2-8-17,-1 1 0,-1-1 0,3 16 0,-5-22-30,1 38 48,-2-41-34,-1 1 0,1 0 1,0 0-1,-1-1 0,0 1 0,1 0 1,-1-1-1,0 1 0,0 0 0,0-1 1,0 1-1,0-1 0,0 0 0,0 1 1,-1-1-1,1 0 0,0 0 0,-1 0 0,1 0 1,-1 0-1,-1 1 0,2-3 35,0-1 0,0 0 0,0 0 0,1 0 0,-1 1 0,1-1 0,-1 0 0,1 0 0,0 0 0,0 0-1,0 0 1,0 0 0,0 0 0,0 0 0,0 0 0,1-3 0,5-45-45,-3 39-8,1 0-1,0 0 1,0 0 0,2 1-1,-1 0 1,1 0-1,0 1 1,1-1-1,0 1 1,1 1 0,0-1-1,0 1 1,1 1-1,0-1 1,0 2-1,12-8 1,-21 14 6,0 0 0,1 0 0,-1 0 0,0-1 0,1 1 0,-1 0 0,0 0 0,1 0 0,-1 0 0,1 0 0,-1 0 0,0 0 0,1 0 1,-1 0-1,1 0 0,-1 0 0,0 0 0,1 0 0,-1 0 0,0 0 0,1 0 0,-1 0 0,1 0 0,-1 0 0,0 1 0,1-1 0,-1 0 0,0 0 0,1 0 0,-1 1 0,0-1 0,0 0 0,1 1 0,9 16-14,1 26 125,-10-38-89,32 160 690,-32-158-594,-2-8-684,-2-17-5162,7-10-441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3.013"/>
    </inkml:context>
    <inkml:brush xml:id="br0">
      <inkml:brushProperty name="width" value="0.025" units="cm"/>
      <inkml:brushProperty name="height" value="0.025" units="cm"/>
    </inkml:brush>
  </inkml:definitions>
  <inkml:trace contextRef="#ctx0" brushRef="#br0">26 10 4409,'0'0'5145,"-8"5"3332,-9 4-5822,146 1-335,-20-18-2280,-87 5-33,-10-1 198,-11 2-601,-9 1-1904,-7-6-3784,7-2 1408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23.410"/>
    </inkml:context>
    <inkml:brush xml:id="br0">
      <inkml:brushProperty name="width" value="0.025" units="cm"/>
      <inkml:brushProperty name="height" value="0.025" units="cm"/>
    </inkml:brush>
  </inkml:definitions>
  <inkml:trace contextRef="#ctx0" brushRef="#br0">37 0 8106,'0'3'5752,"-1"15"-3291,-11 24 1102,9-35-3095,0 1 0,1 0 0,0-1-1,0 1 1,0 0 0,1 11 0,3 45 959,0-38-864,-2-1 0,-4 49-1,-4-24-270,13-64-3268,4-7-3639,3-13-3220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2.502"/>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3.055"/>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4.202"/>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5.339"/>
    </inkml:context>
    <inkml:brush xml:id="br0">
      <inkml:brushProperty name="width" value="0.025" units="cm"/>
      <inkml:brushProperty name="height" value="0.025" units="cm"/>
    </inkml:brush>
  </inkml:definitions>
  <inkml:trace contextRef="#ctx0" brushRef="#br0">70 68 6513,'8'-16'4940,"-5"9"-3555,0 0-1,1 0 1,0 0-1,0 0 1,9-9-1,-18 39 1563,2-9-2850,-32 87 6,21-64-76,1 2 1,-10 50-1,7 13-11,16-101-16,1 0 0,-1 0-1,0 0 1,0 0 0,0 0 0,1 0 0,-1-1-1,1 1 1,-1 0 0,1 0 0,-1 0 0,1-1-1,-1 1 1,1 0 0,-1 0 0,1-1 0,0 1-1,-1-1 1,1 1 0,0 0 0,0-1 0,0 1-1,-1-1 1,1 0 0,0 1 0,0-1 0,0 0-1,0 0 1,0 1 0,0-1 0,0 0 0,0 0-1,0 0 1,-1 0 0,3 0 0,42-1 48,-36 1-34,41-2 178,309-27 971,-290 22-517,-75 11-1633,4-3 635,1 1 0,-1-1 1,0 0-1,0 0 0,0 0 1,1 0-1,-1 0 0,0 0 1,0-1-1,0 1 0,0 0 1,-1-1-1,1 0 0,0 0 1,0 1-1,0-1 0,0 0 1,0 0-1,0-1 0,0 1 0,-3-1 1,-25-12-4279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5.641"/>
    </inkml:context>
    <inkml:brush xml:id="br0">
      <inkml:brushProperty name="width" value="0.025" units="cm"/>
      <inkml:brushProperty name="height" value="0.025" units="cm"/>
    </inkml:brush>
  </inkml:definitions>
  <inkml:trace contextRef="#ctx0" brushRef="#br0">10 0 9426,'1'30'7964,"0"0"-4096,0 64-1132,-6-33-1825,1-19-767,1 0 0,3 0 0,7 70 0,-6-107-370,0 0 0,0 0 0,0 0 0,1 0 0,0-1 0,0 1 0,5 7 0,-6-11 16,-1 1-1,1-1 1,0 0 0,0 0 0,0 0-1,0-1 1,0 1 0,1 0 0,-1 0-1,0-1 1,0 1 0,0 0-1,1-1 1,-1 1 0,2 0 0,-1-1-247,0 0 0,0 0 0,0 0 0,0-1 0,0 1 1,0 0-1,0-1 0,0 1 0,-1-1 0,1 1 0,0-1 1,0 0-1,-1 0 0,4-2 0,48-34-8110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6.711"/>
    </inkml:context>
    <inkml:brush xml:id="br0">
      <inkml:brushProperty name="width" value="0.025" units="cm"/>
      <inkml:brushProperty name="height" value="0.025" units="cm"/>
    </inkml:brush>
  </inkml:definitions>
  <inkml:trace contextRef="#ctx0" brushRef="#br0">27 28 4185,'-7'-12'9048,"5"-1"-4000,3 11-2363,2 20-747,6 76-1060,-3-1 0,-9 118 1,1-189-761,-2 0-1,-8 25 1,-3 18 50,15-49-365,16-28-4024,-6 4 2169,42-34-2727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47.886"/>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2.057"/>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8.414"/>
    </inkml:context>
    <inkml:brush xml:id="br0">
      <inkml:brushProperty name="width" value="0.025" units="cm"/>
      <inkml:brushProperty name="height" value="0.025" units="cm"/>
    </inkml:brush>
  </inkml:definitions>
  <inkml:trace contextRef="#ctx0" brushRef="#br0">1 960 8514,'4'-10'7671,"6"1"-3391,2-4-1897,201-359-1754,-104 144-629,-13 25 0,-85 183 3,1 0 1,1 0-1,1 1 1,26-26-1,-35 46 13,-1 10 2,0 14 51,22 494 432,-36-342-427,9-161-73,0-10-800,0 0 0,1 0 0,0 0 0,0 0 0,1 0 0,-1 0 0,1 0 0,3 7 0,-1-6-2097,1-14-1348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8.668"/>
    </inkml:context>
    <inkml:brush xml:id="br0">
      <inkml:brushProperty name="width" value="0.025" units="cm"/>
      <inkml:brushProperty name="height" value="0.025" units="cm"/>
    </inkml:brush>
  </inkml:definitions>
  <inkml:trace contextRef="#ctx0" brushRef="#br0">1 68 8594,'0'-2'5521,"2"2"-3745,4 0-671,-1-3-97,8 6 48,2-6-232,9 3-160,-1-2-200,11-4-231,5-2-161,8-7-64,6 2-8,-1 0-841,0 8-1543,-5 5-2337,31 23-4889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9.129"/>
    </inkml:context>
    <inkml:brush xml:id="br0">
      <inkml:brushProperty name="width" value="0.025" units="cm"/>
      <inkml:brushProperty name="height" value="0.025" units="cm"/>
    </inkml:brush>
  </inkml:definitions>
  <inkml:trace contextRef="#ctx0" brushRef="#br0">1 20 8986,'8'-3'8032,"26"-3"-4638,-32 6-3337,-1 1 0,1-1 0,0 1-1,0 0 1,0 0 0,0-1-1,-1 1 1,1 1 0,0-1 0,-1 0-1,1 0 1,-1 0 0,1 1 0,-1-1-1,0 1 1,0-1 0,1 1-1,-1 0 1,0-1 0,0 1 0,-1 0-1,1 0 1,0 0 0,-1 0 0,1-1-1,-1 1 1,1 3 0,2 9 41,0 0 0,1 21 1,-3-30-77,0 21 9,-1-18-23,0-1 0,1 1 1,0-1-1,3 12 0,-4-19-7,0 0 0,0 0-1,1 0 1,-1 0 0,0 0 0,0 0 0,1 0-1,-1 0 1,0 0 0,0 0 0,1 0 0,-1-1-1,0 1 1,0 0 0,0 0 0,1 0 0,-1 0-1,0 0 1,0-1 0,0 1 0,1 0 0,-1 0-1,0 0 1,0-1 0,0 1 0,0 0 0,0 0-1,0-1 1,1 1 0,-1 0 0,0 0 0,0-1-1,0 1 1,0 0 0,0 0 0,0-1 0,0 1-1,0 0 1,0 0 0,0-1 0,0 1 0,5-16 36,-5 16-37,6-15-2,0 1 0,0 0 0,2 0 0,0 0 0,0 1 0,1 0 1,1 0-1,0 1 0,1 1 0,0 0 0,20-16 0,-31 27 13,1 0 0,-1 0 0,0 1 1,1-1-1,-1 0 0,0 0 0,1 0 0,-1 0 0,0 0 0,0 0 0,1 1 0,-1-1 1,0 0-1,0 0 0,0 0 0,1 1 0,-1-1 0,0 0 0,0 0 0,0 1 0,1-1 0,-1 0 1,0 1-1,0-1 0,0 0 0,0 0 0,0 1 0,0-1 0,0 0 0,0 1 0,0-1 1,0 0-1,0 1 0,0-1 0,0 0 0,0 0 0,0 1 0,0-1 0,0 0 0,0 1 1,0-1-1,0 0 0,-1 1 0,3 31 410,0 11-269,0-36-181,-1-4-34,-1-1 0,1 1 0,0-1-1,0 0 1,0 1 0,0-1 0,0 0 0,0 1-1,1-1 1,-1 0 0,4 3 0,-4-4-212,1 1 1,-1-2 0,1 1-1,-1 0 1,1 0 0,-1 0-1,1-1 1,0 1 0,0-1-1,-1 1 1,1-1-1,0 0 1,0 0 0,3 0-1,58-3-6215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5:59.814"/>
    </inkml:context>
    <inkml:brush xml:id="br0">
      <inkml:brushProperty name="width" value="0.025" units="cm"/>
      <inkml:brushProperty name="height" value="0.025" units="cm"/>
    </inkml:brush>
  </inkml:definitions>
  <inkml:trace contextRef="#ctx0" brushRef="#br0">316 59 3769,'2'-12'9149,"3"0"-5540,-4 11-3329,-1-1-1,1 0 1,0 1-1,0-1 1,-1 0-1,1 0 1,-1 0-1,0 1 0,1-1 1,-1 0-1,0 0 1,0 0-1,0 0 1,-1-3-1,1 5-165,-1-1-1,1 1 0,0 0 1,-1-1-1,1 1 1,-1-1-1,1 1 1,-1 0-1,1 0 1,-1-1-1,0 1 0,1 0 1,-1 0-1,1 0 1,-1 0-1,0 0 1,1 0-1,-1 0 0,1 0 1,-1 0-1,0 0 1,1 0-1,-1 0 1,1 0-1,-1 0 1,0 1-1,-20 3 201,18-3-130,-11 3-114,0 1 0,0 1 0,0 0 0,1 1 0,0 0 0,-19 14 0,2 2 14,-38 37-1,55-47-76,0 0-1,-13 19 1,23-29-16,0 1 0,1 0 0,-1 1 0,1-1 0,0 0 1,0 1-1,0-1 0,1 1 0,0-1 0,0 1 0,0 0 1,0 0-1,1-1 0,0 6 0,0-8 5,0-1 0,0 1 0,0-1 0,0 1 1,0-1-1,1 0 0,-1 1 0,1-1 0,-1 1 0,1-1 0,0 0 0,-1 1 0,1-1 0,0 0 1,0 0-1,0 0 0,0 0 0,0 1 0,0-1 0,0-1 0,0 1 0,1 0 0,-1 0 1,2 1-1,0-1 0,-1-1 0,1 1 1,0-1-1,-1 1 0,1-1 1,0 0-1,0 0 0,0 0 1,-1-1-1,1 1 1,0-1-1,3 0 0,6-3-5,1-1 1,0 0-1,23-14 0,-22 10 2,0 0 0,-1-1 1,0-1-1,0 0 0,-1-1 0,-1 0 0,0 0 1,0-1-1,-1-1 0,-1 0 0,10-20 1,-15 21 442,-6 12 716,2 2-1105,-1 0 1,0 0 0,0 1 0,1-1 0,-1 0 0,1 0-1,-1 1 1,1-1 0,0 0 0,0 1 0,-1-1 0,1 1 0,0 1-1,1 10-85,0-1-1,0 0 1,1 0-1,1 0 1,0 0-1,1 0 1,0 0-1,10 19 1,-9-22-893,0-1 0,1 1 0,9 11 0,-13-19 564,-1 1 1,1-1-1,-1 1 0,1-1 0,0 1 1,0-1-1,0 0 0,0 0 0,0 0 1,0 0-1,0 0 0,4 0 1,46 5-6399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0.196"/>
    </inkml:context>
    <inkml:brush xml:id="br0">
      <inkml:brushProperty name="width" value="0.025" units="cm"/>
      <inkml:brushProperty name="height" value="0.025" units="cm"/>
    </inkml:brush>
  </inkml:definitions>
  <inkml:trace contextRef="#ctx0" brushRef="#br0">1 196 10770,'2'6'8011,"3"2"-5910,4 11-1245,0 21 550,5 57 1,-10-64-1281,-2-21-127,0-1 314,-6-19 333,0-7-595,0 0 0,1 0 0,1-1 1,0 0-1,1 1 0,1-1 0,0 0 0,1 1 0,1-1 1,0 1-1,1-1 0,6-14 0,-3 11-130,1 0 0,0 1 0,2 0-1,0 1 1,1 0 0,1 1 0,0-1 0,1 2-1,17-17 1,-29 31-13,1 1 1,-1-1-1,1 0 0,-1 1 1,1-1-1,-1 1 0,1-1 0,-1 1 1,1-1-1,0 1 0,-1-1 1,1 1-1,0-1 0,-1 1 0,1 0 1,0 0-1,-1-1 0,1 1 1,0 0-1,0 0 0,-1 0 0,1-1 1,0 1-1,0 0 0,-1 0 1,1 0-1,0 1 0,0-1 0,-1 0 1,1 0-1,0 0 0,0 0 1,-1 1-1,1-1 0,0 0 0,-1 1 1,1-1-1,0 0 0,-1 1 1,1-1-1,0 2 0,1 1-711,0 0-1,0 0 1,-1 0-1,1 0 1,-1 0-1,0 1 1,0-1-1,0 0 1,0 6 0,3 47-7746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0.594"/>
    </inkml:context>
    <inkml:brush xml:id="br0">
      <inkml:brushProperty name="width" value="0.025" units="cm"/>
      <inkml:brushProperty name="height" value="0.025" units="cm"/>
    </inkml:brush>
  </inkml:definitions>
  <inkml:trace contextRef="#ctx0" brushRef="#br0">0 245 7898,'27'4'10993,"-7"7"-7590,-14-5-3070,-1-1 0,0 1 0,0 0 1,6 11-1,-6-11-102,-1 1 0,1 0 0,-1 0 0,-1 0 0,1 1 0,-1-1-1,-1 1 1,1 0 0,-1 0 0,1 10 0,-5-22-140,0 0 0,0 0 0,0 0 0,0 0 0,-1 1 0,-4-6 0,-6-9-88,11 13-10,0-1-1,-1 1 0,2-1 1,-1 0-1,1 0 0,0 0 1,0 0-1,0 0 0,1 0 1,0 0-1,0 1 0,1-1 0,-1 0 1,1 0-1,4-11 0,-1 4-54,0 0 0,1 0 0,1 1 0,0 0 0,16-23-1,-11 19-205,1 0 0,22-21-1,-29 32-215,0 0 0,1 1 0,0 0 0,0 0 0,0 0 0,0 1 0,0 0 0,1 0 0,0 0 0,12-3 0,61-8-6496,24 2 3279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1.149"/>
    </inkml:context>
    <inkml:brush xml:id="br0">
      <inkml:brushProperty name="width" value="0.025" units="cm"/>
      <inkml:brushProperty name="height" value="0.025" units="cm"/>
    </inkml:brush>
  </inkml:definitions>
  <inkml:trace contextRef="#ctx0" brushRef="#br0">197 24 8122,'2'-3'7638,"6"-7"-1089,-9 9-6390,0 0 1,0 0 0,0 0-1,0 0 1,0 1 0,-1-1-1,1 0 1,0 1 0,0-1-1,0 1 1,-1-1 0,1 1-1,0 0 1,-1-1 0,1 1-1,0 0 1,-1 0 0,1 0-1,-3 0 1,-28 3 23,23-1-176,-1 1-1,1 0 0,0 0 0,0 1 0,0 1 0,1-1 1,-1 2-1,1-1 0,0 1 0,1 0 0,0 0 0,-8 9 1,12-11-14,0 0 0,-1 0 0,2 0 0,-1 0 0,0 1 0,1-1 0,0 1 0,0 0 0,0-1 0,1 1 1,-2 6-1,3-7 2,-1-1 0,1 1 1,0-1-1,1 1 0,-1-1 1,0 1-1,1-1 0,0 1 1,0-1-1,0 0 0,0 1 1,1-1-1,-1 0 0,1 0 1,0 0-1,0 0 0,4 5 1,-4-6 3,0 1 0,0 0 0,1-1 1,0 0-1,-1 1 0,1-1 0,0 0 0,0 0 1,0-1-1,0 1 0,0-1 0,0 1 0,1-1 1,-1 0-1,0 0 0,1-1 0,-1 1 0,5 0 1,-2-2-1,-1 1 1,1-1-1,-1 1 1,1-2 0,-1 1-1,0-1 1,0 1-1,1-1 1,-1-1-1,7-4 1,0 0 2,0-1-1,-1-1 1,0 0-1,-1 0 1,0-1 0,-1 0-1,0-1 1,11-16-1,-16 20 95,-2 6 13,-1-1 1,0 0-1,0 1 1,1-1-1,-2 0 1,1 0-1,0 0 1,0 0 0,0 0-1,-1 0 1,1-3-1,0 11 7,0 0 0,1 1 0,0-1 0,0 0 0,0 0 0,1 0 0,0 0 0,0-1 0,0 1 1,7 7-1,-4-4-655,1 0 1,0-1 0,0 0 0,1-1-1,0 1 1,11 6 0,-17-12-130,0-1 0,1 1 0,0-1 0,-1 0 0,1 0 0,0 0 0,-1 0 0,1 0 0,0 0 1,0-1-1,0 0 0,2 1 0,34 1-6303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1.451"/>
    </inkml:context>
    <inkml:brush xml:id="br0">
      <inkml:brushProperty name="width" value="0.025" units="cm"/>
      <inkml:brushProperty name="height" value="0.025" units="cm"/>
    </inkml:brush>
  </inkml:definitions>
  <inkml:trace contextRef="#ctx0" brushRef="#br0">0 1 7298,'12'4'12109,"11"14"-7245,14 10-4039,-19-20-510,-1 1-550,2-1 1,-1-1-1,28 7 1,-38-12-573,1-1 1,-1 0-1,1 0 1,11-2-1,-11 0-758,0 0 0,1-1 0,-1 0 0,14-5 0,44-20-8329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1.660"/>
    </inkml:context>
    <inkml:brush xml:id="br0">
      <inkml:brushProperty name="width" value="0.025" units="cm"/>
      <inkml:brushProperty name="height" value="0.025" units="cm"/>
    </inkml:brush>
  </inkml:definitions>
  <inkml:trace contextRef="#ctx0" brushRef="#br0">509 0 9562,'-5'0'4697,"-3"0"-2705,-8 8-135,0 2-137,-4 11-303,-9 13-41,-8 16-152,-4 4-152,-1 19-376,-2 0-207,2 6-177,3-4-224,5-7-88,5-8-144,3-8-753,5-5-1519,0-5-2361,-18 34-3137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2.250"/>
    </inkml:context>
    <inkml:brush xml:id="br0">
      <inkml:brushProperty name="width" value="0.025" units="cm"/>
      <inkml:brushProperty name="height" value="0.025" units="cm"/>
    </inkml:brush>
  </inkml:definitions>
  <inkml:trace contextRef="#ctx0" brushRef="#br0">235 40 9938,'-1'0'598,"0"-1"0,1 0-1,-1 1 1,0-1 0,0 1-1,0-1 1,0 1 0,0-1-1,1 1 1,-1 0 0,0 0 0,0-1-1,0 1 1,0 0 0,0 0-1,0 0 1,0 0 0,-2 0-1,-20 7 2836,-25 25-4832,35-23 2678,-4 3-1088,0 1 0,1 0 0,1 1-1,-24 26 1,36-37-189,0 1 0,1-1 0,-1 1 0,1 0 0,-1 0 0,1 0 0,1 0 0,-1 0-1,0 0 1,1 1 0,0-1 0,0 0 0,0 1 0,1-1 0,-1 1 0,1-1 0,0 1-1,0-1 1,1 1 0,0-1 0,-1 0 0,1 1 0,1-1 0,-1 0 0,1 1-1,-1-1 1,1 0 0,4 6 0,-4-6-3,1-1 0,0 0 0,-1 0-1,1 0 1,0 0 0,0 0 0,1 0 0,-1-1 0,1 1-1,-1-1 1,1 0 0,0 0 0,-1-1 0,1 1-1,7 1 1,-3-1 0,-1-1-1,0-1 0,0 1 1,1-1-1,-1 0 0,0-1 1,0 0-1,12-2 0,-4-1-3,0-1 0,-1-1-1,0 0 1,1 0 0,-2-2 0,1 1-1,-1-2 1,12-10 0,-17 13-8,-1-1-1,-1 0 1,0 0 0,0 0 0,0-1-1,-1 0 1,0 0 0,0 0 0,-1-1 0,0 0-1,0 1 1,-1-1 0,3-17 0,-5 20 14,0 1-1,-1 0 1,0 0 0,0-1 0,0 1 0,-1 0 0,1-1 0,-1 1 0,0 0-1,-1 0 1,0 0 0,1 0 0,-1 0 0,-1 0 0,1 1 0,-1-1 0,0 1-1,0-1 1,0 1 0,-1 0 0,1 0 0,-1 0 0,0 1 0,0 0 0,0-1 0,-6-2-1,5 3-31,1 1 0,-1 0 0,1 0 0,-1 0 0,0 1 0,1 0 0,-1-1 0,0 2 0,0-1 0,0 1 0,0-1 0,0 1 0,0 1 0,0-1 0,0 1 0,1-1-1,-1 2 1,0-1 0,0 0 0,-5 3 0,5-1-289,1-1-1,0 0 1,0 1-1,0-1 1,0 1 0,0 1-1,1-1 1,-1 0-1,1 1 1,0-1-1,0 1 1,0 0-1,-3 8 1,5-10-61,0-1 0,1 1 0,-1-1 0,1 1 0,-1 0 0,1 0 0,0-1 0,-1 1 0,1 0 0,0 0 0,1 2 0,6 30-6512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2.725"/>
    </inkml:context>
    <inkml:brush xml:id="br0">
      <inkml:brushProperty name="width" value="0.025" units="cm"/>
      <inkml:brushProperty name="height" value="0.025" units="cm"/>
    </inkml:brush>
  </inkml:definitions>
  <inkml:trace contextRef="#ctx0" brushRef="#br0">473 192 7858,'-2'-44'8225,"-5"3"-4049,6 36-3984,-1 0-1,0 1 0,0-1 1,-1 1-1,1 0 1,-1-1-1,0 1 1,0 0-1,-1 1 1,1-1-1,-1 0 1,0 1-1,1 0 0,-1 0 1,-6-3-1,-3-1-120,1 1-1,-1 1 0,0 0 0,-1 1 0,1 0 1,-1 1-1,0 0 0,0 1 0,0 1 1,0 1-1,0-1 0,0 2 0,1 0 0,-1 1 1,-17 4-1,22-4-51,0 0 0,0 1 1,0 0-1,1 0 0,-1 1 1,1 0-1,0 1 0,0-1 1,0 2-1,1-1 0,-1 1 1,1 0-1,1 1 0,-1-1 1,1 1-1,0 1 0,1-1 0,0 1 1,0 0-1,1 0 0,-1 0 1,2 1-1,-6 17 0,6-9-7,0 0-1,2 1 1,0-1-1,0 1 1,3 17-1,16 91 46,-4-39-47,-1 184 12,-9-136-66,-3-126 39,0 1 0,1 0 0,0-1 0,1 0 0,5 14 1,0-2-234,-6-16-2201,-3-13-1667,-8-17-574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2.955"/>
    </inkml:context>
    <inkml:brush xml:id="br0">
      <inkml:brushProperty name="width" value="0.025" units="cm"/>
      <inkml:brushProperty name="height" value="0.025" units="cm"/>
    </inkml:brush>
  </inkml:definitions>
  <inkml:trace contextRef="#ctx0" brushRef="#br0">1 74 11226,'0'0'5434,"5"0"-3586,-3 0-288,9 5-736,2-3 65,8 1-33,5 0-328,3-9-360,10 4-120,8-6-48,7-2-1400,137-50-4562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3.561"/>
    </inkml:context>
    <inkml:brush xml:id="br0">
      <inkml:brushProperty name="width" value="0.025" units="cm"/>
      <inkml:brushProperty name="height" value="0.025" units="cm"/>
    </inkml:brush>
  </inkml:definitions>
  <inkml:trace contextRef="#ctx0" brushRef="#br0">1 254 8258,'14'-15'6933,"25"-6"-4629,-22 13-1380,302-193 2366,-308 193-2757,-12 7 406,-19 17-154,8-3-770,0 0-1,2 1 0,-1 0 0,2 1 0,-1 0 0,2 0 0,-10 25 1,15-32-28,0 0 1,1-1-1,0 1 1,0 0 0,0 1-1,1-1 1,0 0-1,1 0 1,0 0 0,0 1-1,1-1 1,0 0-1,1 0 1,-1 0-1,1 0 1,1 0 0,0 0-1,4 9 1,-5-15-43,0 1 0,-1-1 0,1 0 0,0 0 0,0 0 0,0 0 0,0 0 0,1 0 0,-1-1 0,0 1 0,1-1 0,-1 0 0,1 1 0,0-1 0,-1 0 0,1 0 0,0-1 0,0 1 0,-1-1 0,1 1 0,0-1 0,0 0 0,0 0 0,4-1 0,2 0-446,1 0 0,0-1-1,-1 0 1,1-1 0,16-7-1,-11 3-717,0-1-1,-1 0 1,16-11-1,108-86-8362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3.751"/>
    </inkml:context>
    <inkml:brush xml:id="br0">
      <inkml:brushProperty name="width" value="0.025" units="cm"/>
      <inkml:brushProperty name="height" value="0.025" units="cm"/>
    </inkml:brush>
  </inkml:definitions>
  <inkml:trace contextRef="#ctx0" brushRef="#br0">13 1 10378,'-5'0'4833,"2"0"-3552,-2 0-185,5 8-376,3 2-528,2 3-192,3 8-296,2-5-1368,32 36-3129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4.213"/>
    </inkml:context>
    <inkml:brush xml:id="br0">
      <inkml:brushProperty name="width" value="0.025" units="cm"/>
      <inkml:brushProperty name="height" value="0.025" units="cm"/>
    </inkml:brush>
  </inkml:definitions>
  <inkml:trace contextRef="#ctx0" brushRef="#br0">0 28 7858,'0'0'294,"0"-1"0,0 1 0,0 0 0,0-1 0,0 1 0,1 0 0,-1-1 0,0 1 0,0 0 0,0-1 0,0 1 0,1 0 0,-1 0 0,0-1 0,0 1 0,0 0 0,1 0 0,-1-1 0,0 1 0,1 0 0,-1 0 0,0 0 0,0-1 0,1 1 0,-1 0 0,0 0 0,1 0 1,-1 0-1,1 0 0,15-1 2950,13 6-1309,-26-2-1783,1-1 0,-1 0-1,0 1 1,0 0 0,0 0 0,0 0-1,-1 0 1,1 0 0,-1 0 0,1 1-1,-1-1 1,0 1 0,-1 0 0,1-1-1,-1 1 1,1 0 0,-1 0 0,0 0-1,0 7 1,12 28 186,-11-40-385,0 0 1,0 0-1,0-1 1,0 1-1,-1 0 0,1-1 1,0 1-1,-1-1 1,1 0-1,1-1 1,-3 2 35,13-14-121,2 0 1,0 0-1,0 2 1,1-1-1,23-13 0,-21 13 78,-10 8 303,2 18 231,-8-7-485,2 3 15,0-1 0,0 1 0,1-1 0,8 11 0,9-2-2533,9-7-3909,11-8-105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4.500"/>
    </inkml:context>
    <inkml:brush xml:id="br0">
      <inkml:brushProperty name="width" value="0.025" units="cm"/>
      <inkml:brushProperty name="height" value="0.025" units="cm"/>
    </inkml:brush>
  </inkml:definitions>
  <inkml:trace contextRef="#ctx0" brushRef="#br0">74 1 10266,'0'0'6155,"0"9"-4679,-4 12 1272,-10 37 0,-2 4-1409,5 13 327,-2 153 0,13-96-3232,1-42-2244,-4-87-686,-10-8-1085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4.945"/>
    </inkml:context>
    <inkml:brush xml:id="br0">
      <inkml:brushProperty name="width" value="0.025" units="cm"/>
      <inkml:brushProperty name="height" value="0.025" units="cm"/>
    </inkml:brush>
  </inkml:definitions>
  <inkml:trace contextRef="#ctx0" brushRef="#br0">0 167 10082,'7'-4'1515,"0"1"-1,1-1 0,0 1 1,9-2-1,34-4 2116,-17 7-2765,37 4 0,-28 0 73,36-1 25,83-10 0,-152 8-915,0-1 1,0-1 0,0 0 0,0 0 0,0-1 0,10-5 0,-18 8-40,-1 0 0,1 0 1,0 0-1,0-1 0,-1 1 0,1 0 1,-1-1-1,1 1 0,-1-1 1,1 0-1,-1 1 0,0-1 0,0 0 1,0 0-1,1-2 0,-2 2 4,1 1-1,-1-1 0,0 1 0,0-1 1,-1 1-1,1-1 0,0 1 0,0-1 1,-1 1-1,1-1 0,-1 1 1,1-1-1,-1 1 0,0 0 0,1-1 1,-1 1-1,0 0 0,0-1 0,0 1 1,0 0-1,0 0 0,0 0 0,-1 0 1,0-1-1,-5-4 15,1 0-1,-1 1 1,0 0 0,-1 0-1,1 0 1,-11-4-1,15 8-18,0 0-1,0 0 0,0 0 0,0 1 0,0-1 0,0 1 1,0 0-1,0 0 0,-1 0 0,1 0 0,0 1 0,0-1 1,0 1-1,0 0 0,0 0 0,0 0 0,0 0 0,0 0 1,0 1-1,1-1 0,-5 4 0,-7 4 70,0 1 0,1 1 0,-22 22-1,32-29-55,0 0-1,0 0 0,0 0 0,0 0 1,1 0-1,0 0 0,-1 1 0,2-1 1,-1 1-1,0-1 0,1 1 0,0 0 1,0-1-1,0 1 0,1 0 1,0 0-1,0 0 0,1 6 0,-1-4-87,1-1 0,1 0 0,-1 0-1,1 0 1,0 0 0,0 0 0,1 0 0,0 0-1,0-1 1,0 1 0,1-1 0,-1 0 0,1 0-1,1 0 1,-1-1 0,1 1 0,-1-1 0,1 0-1,1-1 1,-1 1 0,0-1 0,1 0 0,0 0-1,-1-1 1,1 1 0,0-1 0,0-1-1,1 1 1,-1-1 0,0 0 0,0 0 0,8-1-1,-2 1-1340,1-1 0,-1 0 0,0-1-1,1-1 1,-1 0 0,13-4-1,50-17-8489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5.840"/>
    </inkml:context>
    <inkml:brush xml:id="br0">
      <inkml:brushProperty name="width" value="0.025" units="cm"/>
      <inkml:brushProperty name="height" value="0.025" units="cm"/>
    </inkml:brush>
  </inkml:definitions>
  <inkml:trace contextRef="#ctx0" brushRef="#br0">314 56 4953,'16'-21'9896,"-16"20"-9488,1 0 0,-1 0-1,0 0 1,1 0 0,-1 0 0,0 0 0,0 0-1,0 0 1,1 0 0,-1 0 0,0-1-1,-1 1 1,1 0 0,0-2 0,-1 2-248,0 0 0,0 0 1,0 0-1,1 0 1,-2-1-1,1 1 0,0 0 1,0 1-1,0-1 1,0 0-1,-1 0 0,1 0 1,0 1-1,0-1 0,-1 1 1,1-1-1,-1 1 1,1-1-1,-1 1 0,1 0 1,0 0-1,-1 0 1,1-1-1,-1 1 0,1 1 1,-4-1-1,-6 1-40,-1 0 1,1 0-1,0 1 0,-1 0 0,1 1 1,0 1-1,-14 5 0,18-5-110,0-1 1,0 1-1,0 0 1,0 1-1,0-1 0,1 2 1,0-1-1,0 0 1,0 1-1,-9 13 0,14-18-13,0 1 0,0-1 0,1 1 0,-1-1 0,0 1 0,1 0 0,-1-1 0,1 1 0,-1 0 0,1-1 0,0 1 0,0 0 0,0-1-1,0 1 1,0 0 0,0 0 0,0-1 0,0 1 0,1 0 0,0 2 0,1-1 1,-1 0 0,1 0 1,0-1-1,0 1 0,0-1 0,0 1 0,0-1 0,0 0 0,1 0 1,4 4-1,-1-3 1,0 1 0,0 0 0,0-1 0,1 0 0,0-1 0,0 1 0,-1-1 0,1-1 0,11 2 0,-2-4-65,-1-1 1,0 0-1,0-1 1,-1-1-1,1 0 1,-1-1-1,0 0 1,0-2-1,0 1 1,-1-2 0,24-16-1,-36 23 65,1 0 0,-1 0 0,1 0-1,-1 0 1,0 0 0,1 0 0,-1 0 0,0-1-1,0 1 1,0 0 0,0-1 0,0 1 0,0-1-1,-1 1 1,1-1 0,0 1 0,-1-1 0,1 0-1,-1 1 1,1-1 0,-1 0 0,0 1 0,0-1-1,0 0 1,0 1 0,0-1 0,0 0 0,0 1-1,-1-4 1,0 4 7,1 1-1,0 0 1,0-1-1,-1 1 1,1 0-1,0 0 1,0-1-1,-1 1 1,1 0-1,0 0 1,-1 0-1,1-1 1,0 1-1,-1 0 1,1 0-1,0 0 1,-1 0-1,1-1 1,0 1-1,-1 0 1,1 0-1,-1 0 1,1 0-1,0 0 1,-1 0-1,1 0 1,0 0-1,-1 0 1,1 0-1,-1 1 1,1-1-1,0 0 1,-1 0-1,1 0 1,0 0-1,-1 0 1,1 1-1,0-1 1,-1 0-1,1 0 1,0 1-1,0-1 1,-1 0-1,1 0 1,0 1-1,-15 13 150,4-1-133,1 0-1,0 1 1,2 1-1,-1-1 1,2 1-1,0 1 1,0-1-1,2 1 1,0 0-1,-5 28 1,2 14 40,-2 103 0,6-59-33,2-80-11,0 16 26,-12 62 1,12-90 31,0-1 0,-1 1 0,0-1 0,0 0 0,-1 0 0,-1 0 0,1 0 0,-1-1 0,-1 0 0,0 0-1,-11 13 1,15-20-66,0 1 0,0-1-1,0 1 1,0-1 0,0 0-1,0 0 1,0 0 0,-1 0-1,1 0 1,0 0 0,-1 0-1,1-1 1,0 0 0,-1 1-1,1-1 1,-1 0 0,1 0-1,-1 0 1,-3-1 0,1 0-26,0 0 0,0-1 1,-1 0-1,1 0 0,1 0 1,-1-1-1,0 1 1,-7-7-1,1 1-83,1-2 1,0 1-1,0-1 1,1-1-1,0 1 1,-8-16-1,13 20 40,0 0 0,1 0 0,0-1 0,0 1 0,1-1 0,0 0 0,0 0 0,0 0 0,1 0 0,0 0 0,1 0 0,-1-1 0,1 1 0,1 0 0,-1 0 0,1 0 0,1 0 0,-1 0 0,4-10 0,0 6 31,0 0 0,1 1 0,1 0 0,0 0 0,0 0 0,0 1 0,1 0 0,1 0 0,0 1 0,17-14 0,20-9 15,1 2 1,79-36-1,-80 43 7,0-2-1,-2-2 0,53-40 1,-68 43-81,43-47 0,-64 61 53,0-1-1,-1 1 1,0-1 0,0-1 0,-1 1-1,-1-1 1,1 0 0,-2 0 0,4-14 0,-7 24 41,-1 0 1,0 1 0,0-1 0,1 0-1,-1 0 1,0 0 0,0 0-1,0 0 1,0 0 0,0 0 0,0 0-1,0 1 1,0-1 0,-1 0 0,1 0-1,0 0 1,0 0 0,-1 0 0,1 0-1,-1 1 1,1-1 0,0 0 0,-1 0-1,0 1 1,0-2 0,0 1 3,-1 1 0,1-1 1,0 1-1,0-1 0,-1 1 1,1 0-1,0-1 0,-1 1 0,1 0 1,0 0-1,-1 0 0,1 0 1,-1 0-1,1 0 0,-2 1 1,-9 2 65,0 1 1,0 0 0,-13 6-1,14-5-5,-21 7 123,0 2 0,1 1 1,-48 32-1,78-46-190,-1 0 0,1 1 0,0-1 0,0 0-1,0 0 1,1 0 0,-1 1 0,0-1 0,0 0-1,1 1 1,-1-1 0,1 1 0,-1-1 0,1 1 0,0-1-1,-1 1 1,1-1 0,0 1 0,0 0 0,0-1 0,0 1-1,0-1 1,0 1 0,1-1 0,-1 1 0,1-1-1,-1 1 1,1-1 0,-1 1 0,1-1 0,0 0 0,-1 1-1,1-1 1,2 2 0,3 7 17,1-1 0,1 0 1,13 13-1,-13-14-20,-4-3-38,5 4-257,1 1-1,-1-1 1,21 14 0,-25-20-296,-1-1 1,1 1-1,0-1 0,0 0 1,0-1-1,0 1 1,0-1-1,0 0 1,0 0-1,1 0 0,-1-1 1,0 0-1,1 0 1,5-1-1,65-16-9520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6.188"/>
    </inkml:context>
    <inkml:brush xml:id="br0">
      <inkml:brushProperty name="width" value="0.025" units="cm"/>
      <inkml:brushProperty name="height" value="0.025" units="cm"/>
    </inkml:brush>
  </inkml:definitions>
  <inkml:trace contextRef="#ctx0" brushRef="#br0">0 204 8906,'8'9'8688,"-2"6"-4571,-1 18-2234,-3-22-642,8 38 573,-5-26-911,-1 0 1,3 42 0,-18-93-522,8 3-437,1-1-1,1 1 1,1-1 0,1 0-1,2 1 1,0-1-1,2 1 1,1 0-1,1 0 1,0 1-1,17-34 1,-22 55-89,-1 0 0,1 0-1,0 0 1,0 0 0,1 0 0,-1 1 0,0-1-1,1 1 1,-1 0 0,1-1 0,0 1 0,0 0-1,0 1 1,0-1 0,4-1 0,4-1-1917,2 1 0,-1 0 1,16-2-1,-16 3 88,60-8-4883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6.601"/>
    </inkml:context>
    <inkml:brush xml:id="br0">
      <inkml:brushProperty name="width" value="0.025" units="cm"/>
      <inkml:brushProperty name="height" value="0.025" units="cm"/>
    </inkml:brush>
  </inkml:definitions>
  <inkml:trace contextRef="#ctx0" brushRef="#br0">250 0 13123,'-2'4'780,"1"-1"1,-1 0-1,1 0 0,-1 1 1,0-1-1,0-1 0,0 1 1,-1 0-1,1 0 0,-1-1 1,0 1-1,1-1 1,-5 2-1,-43 22 2041,42-23-2650,0 0-1,1 1 1,0 0-1,-1 0 0,1 0 1,-8 8-1,14-11-173,1 0 0,-1 0 0,1 0-1,-1 0 1,1-1 0,0 1 0,-1 0 0,1 0 0,0 0 0,0 0 0,0 0-1,0 0 1,0 0 0,0 0 0,0 0 0,0 0 0,0 0 0,0 0 0,0 0-1,1-1 1,-1 1 0,0 0 0,1 0 0,-1 0 0,1 1 0,16 28-200,-6-11-16,5 12-157,-12-25 227,0 0 0,0 1 0,-1-1 0,0 1 0,0 0 0,-1 0 0,0 0 0,0 0 0,0 7 0,-2-13 146,0 0-1,0-1 1,0 1-1,0-1 0,-1 1 1,1-1-1,0 1 1,0-1-1,-1 1 0,1-1 1,0 0-1,-1 1 0,1-1 1,-1 1-1,1-1 1,0 0-1,-1 1 0,1-1 1,-1 0-1,1 1 1,-1-1-1,1 0 0,-1 0 1,1 0-1,-1 1 0,1-1 1,-1 0-1,0 0 1,0 0-1,-21 3 149,12-3-96,-31 9 146,22-4-702,0-2 0,-35 3 0,63-10-3787,32-18-3030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08.764"/>
    </inkml:context>
    <inkml:brush xml:id="br0">
      <inkml:brushProperty name="width" value="0.025" units="cm"/>
      <inkml:brushProperty name="height" value="0.025" units="cm"/>
    </inkml:brush>
  </inkml:definitions>
  <inkml:trace contextRef="#ctx0" brushRef="#br0">401 113 8570,'29'-21'8001,"-27"19"-7546,0 0 0,-1 0 0,1-1 0,-1 1 1,1 0-1,-1-1 0,0 1 0,0-1 0,1-3 0,-1 5-352,-1-1-1,0 0 1,0 1 0,0-1-1,0 0 1,0 0 0,0 1 0,-1-1-1,1 0 1,0 1 0,-1-1 0,1 0-1,-1 1 1,0-1 0,0 1-1,1-1 1,-1 1 0,0-1 0,0 1-1,0 0 1,-1-1 0,1 1 0,0 0-1,0 0 1,-1 0 0,1 0-1,-1 0 1,1 0 0,-1 0 0,1 1-1,-1-1 1,1 0 0,-1 1 0,0-1-1,-1 1 1,-10-5-68,0 2 0,0-1 0,0 2 1,-1 0-1,1 1 0,0 0 0,-1 0 0,1 2 1,-25 3-1,28-2-57,-1 0 1,1 1 0,-1 0-1,1 1 1,0 0 0,0 1 0,1 0-1,-1 0 1,1 1 0,0 0-1,0 1 1,-13 13 0,19-17 14,0 0 0,0 0 0,0 1 0,0-1 0,1 1 0,-1 0 0,1 0 0,0 0 0,0 0 0,1 0 1,-1 0-1,1 0 0,0 1 0,0-1 0,0 1 0,1-1 0,-1 0 0,1 1 0,0-1 0,1 1 0,-1-1 0,1 1 0,-1-1 1,2 0-1,-1 1 0,0-1 0,3 5 0,5 7 1,0 0 1,2 0 0,0-2-1,0 1 1,20 18 0,-17-18 2,-1 0 1,21 31-1,-30-40 4,-1 1 0,1 1 0,-2-1-1,1 0 1,-1 1 0,0-1 0,0 1-1,-1 0 1,0-1 0,-1 1 0,0 0-1,0 0 1,0 0 0,-1 0 0,0-1 0,-1 1-1,1 0 1,-2-1 0,1 0 0,-1 1-1,-7 13 1,2-9 19,0 1 0,0-1 0,-1-1-1,-1 1 1,0-2 0,0 1 0,-1-1 0,-1-1-1,1 0 1,-24 12 0,-69 36 147,111-61-194,21-9-225,31-12 0,-50 22 141,-1 0 0,1 1-1,0-1 1,0 2 0,0-1 0,0 1-1,0 1 1,0 0 0,15 1 0,-23 0 105,1-1 0,-1 0 1,0 1-1,0-1 0,1 1 0,-1-1 1,0 1-1,0 0 0,0-1 1,0 1-1,0 0 0,0 0 1,0 0-1,0 0 0,0 0 1,0 0-1,-1 0 0,1 0 0,0 0 1,-1 0-1,1 1 0,-1-1 1,1 0-1,-1 0 0,1 1 1,-1-1-1,0 0 0,0 0 0,0 1 1,0-1-1,0 0 0,0 1 1,0-1-1,0 0 0,-1 3 1,0 5 18,-1 0 1,0-1-1,-1 1 1,-3 8 0,3-10-13,-14 33 94,-38 65 0,-4 7 1026,58-110-1059,-1 1 0,1 0 1,0 0-1,0-1 0,0 1 1,0 0-1,0 0 0,1 0 1,-1 0-1,1 0 0,0 0 1,0 0-1,0 1 1,0-1-1,1 0 0,-1 0 1,1 0-1,0 0 0,-1-1 1,1 1-1,1 0 0,-1 0 1,0 0-1,1-1 0,-1 1 1,1-1-1,0 1 0,0-1 1,0 0-1,0 1 1,3 1-1,-1-1 23,0-1-1,1 0 1,0 1 0,-1-1 0,1-1-1,0 1 1,0-1 0,0 0 0,0 0-1,0 0 1,0-1 0,0 0 0,0 0-1,0 0 1,1 0 0,-1-1 0,8-2-1,20-5 494,-1-1 0,61-27 0,-92 36-410,-1 0-203,0 0 0,-1 0-1,1-1 1,0 1 0,0 0 0,0 0-1,0 0 1,0 0 0,0 0-1,0 0 1,0 0 0,0 0 0,-1 0-1,1 0 1,0 0 0,0 0 0,0 0-1,0 0 1,0 0 0,0 0 0,-1 0-1,1 0 1,0 0 0,0 0 0,0 0-1,0 0 1,0 0 0,0 0-1,0 0 1,0 0 0,-1 0 0,1 0-1,0 0 1,0 0 0,0 1 0,0-1-1,0 0 1,0 0 0,0 0 0,0 0-1,0 0 1,0 0 0,-1 0 0,1 0-1,0 0 1,0 1 0,0-1-1,0 0 1,0 0 0,0 0 0,0 0-1,0 0 1,0 0 0,0 0 0,0 1-1,0-1 1,0 0 0,0 0 0,0 0-1,-2-14-4841,10-14-1506,14-34-4649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28.082"/>
    </inkml:context>
    <inkml:brush xml:id="br0">
      <inkml:brushProperty name="width" value="0.025" units="cm"/>
      <inkml:brushProperty name="height" value="0.025" units="cm"/>
    </inkml:brush>
  </inkml:definitions>
  <inkml:trace contextRef="#ctx0" brushRef="#br0">27 142 2184,'15'-9'7355,"-13"9"-6916,-1-1-1,1 1 1,-1-1-1,1 0 1,-1 1 0,0-1-1,0 0 1,1 0-1,-1 0 1,0 0 0,0 0-1,0 0 1,0 0 0,1-2-1,0-4 6890,-10 4-4324,7 3-2981,0 0-1,0 0 1,0 0-1,-1 0 1,1-1-1,0 1 1,0 0 0,0-1-1,0 1 1,-1-1-1,1 1 1,0-1-1,0 0 1,0 1-1,0-1 1,0 0-1,1 0 1,-1 0 0,0 0-1,0 0 1,0 0-1,1 0 1,-1 0-1,0-2 1,0 1-21,0-1 0,0 0 0,1 1-1,-1-1 1,1 0 0,0 1 0,0-1 0,0 0 0,0 1 0,0-1 0,1 0 0,-1 1 0,1-1 0,0 1 0,-1-1 0,4-4 0,-1 1-7,0 0 0,0 1 1,1-1-1,0 1 0,0 0 0,6-5 1,-12 13-2,0-1 1,1 1 0,-1 0-1,1 0 1,0-1 0,0 1-1,0 0 1,0 0 0,0 0-1,1 0 1,-1 6 0,1-6 13,0 0 0,0-1 0,-1 1 0,1 0 1,-1-1-1,1 1 0,-1-1 0,0 1 0,0-1 0,0 1 0,0-1 1,-1 0-1,1 0 0,-1 1 0,1-1 0,-4 3 0,5-5 15,-1 0 0,1 0 0,-1 0-1,0 1 1,1-1 0,-1 0 0,1 0-1,-1 0 1,1 0 0,-1 0 0,1 0-1,-1 0 1,1 0 0,-1-1 0,0 1-1,1 0 1,-1 0 0,1 0 0,-1-1-1,1 1 1,-1 0 0,1 0-1,0-1 1,-1 1 0,1 0 0,-1-1-1,1 1 1,0-1 0,-1 1 0,1 0-1,0-1 1,-1 1 0,1-1 0,0 1-1,-1-2 1,-11-21 194,9 17-216,4 2-399,8 3-2173,7 1-2373,22-8-1689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28.798"/>
    </inkml:context>
    <inkml:brush xml:id="br0">
      <inkml:brushProperty name="width" value="0.025" units="cm"/>
      <inkml:brushProperty name="height" value="0.025" units="cm"/>
    </inkml:brush>
  </inkml:definitions>
  <inkml:trace contextRef="#ctx0" brushRef="#br0">102 0 2545,'-19'9'7505,"-5"15"-3778,-1-1 197,35-20 2999,-10-3-6890,1 1-1,0-1 1,0 1 0,-1-1-1,1 1 1,0 0-1,-1-1 1,1 1-1,0 0 1,-1 0 0,1-1-1,-1 1 1,0 0-1,1 0 1,-1 0 0,0 0-1,1-1 1,-1 1-1,0 0 1,0 0 0,0 0-1,1 0 1,-1 0-1,0 0 1,0 0-1,-1 0 1,1 0 0,0-1-1,0 1 1,0 0-1,-1 0 1,1 0 0,0 0-1,-1 0 1,1 0-1,0-1 1,-1 1-1,1 0 1,-1 0 0,-1 1-1,-32 24 391,20-17-289,19-12 449,19-7-132,-22 9-429,1 0 0,0 0-1,-1 0 1,1 0 0,-1 0 0,0 0 0,1-1-1,3-2 1,-14 18 1105,-8 15-10962,25-22 1150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29.497"/>
    </inkml:context>
    <inkml:brush xml:id="br0">
      <inkml:brushProperty name="width" value="0.025" units="cm"/>
      <inkml:brushProperty name="height" value="0.025" units="cm"/>
    </inkml:brush>
  </inkml:definitions>
  <inkml:trace contextRef="#ctx0" brushRef="#br0">173 67 1608,'0'0'10941,"0"-10"-3203,-3 9-7421,0 0 0,1 0 0,-1 1 0,0-1 1,0 1-1,1-1 0,-1 1 0,0 0 0,-3 0 0,-48 9-29,26-3 19,23-5-172,-1-1-1,1 0 1,0 0-1,-1 0 1,1 0-1,-10-2 1,15 1-94,-1 1 1,0 0-1,0 0 0,1-1 1,-1 1-1,0 0 0,1-1 1,-1 1-1,0 0 1,1-1-1,-1 1 0,1-1 1,-1 1-1,1-1 0,-1 1 1,1-1-1,-1 0 1,1 1-1,-1-1 0,1 1 1,-1-2-1,1 0-18,0 1 0,0 0 0,0-1 0,1 1 0,-1 0 0,0 0-1,0 0 1,1-1 0,-1 1 0,1 0 0,-1 0 0,1 0 0,-1 0 0,1 0 0,0 0 0,0 0-1,-1 0 1,2-1 0,0 0-18,0 0-1,-1 0 1,1 0-1,0 0 1,0 1-1,0-1 1,0 1-1,0 0 1,1-1-1,-1 1 1,0 0-1,1 0 1,-1 1-1,1-1 1,-1 0-1,1 1 1,3-1-1,-6 1-3,1 0 0,0 0-1,0 0 1,0 0 0,-1 0-1,1 1 1,0-1-1,0 0 1,0 0 0,-1 1-1,1-1 1,0 1 0,0-1-1,-1 1 1,1-1 0,0 1-1,-1-1 1,1 1 0,-1-1-1,1 1 1,0 0-1,0 1 9,-1-1 0,1 1-1,-1-1 1,1 1-1,-1-1 1,0 1-1,1-1 1,-1 1-1,0-1 1,0 1 0,0-1-1,0 1 1,0 0-1,-1-1 1,1 3-1,-1-3 13,-9 39 418,9-38-411,1 0 0,-1 0 0,0 0 0,0-1-1,0 1 1,0 0 0,0-1 0,-1 1 0,1-1 0,0 1 0,-1-1 0,1 1-1,-1-1 1,0 0 0,1 0 0,-1 0 0,-3 2 0,3-6 11,0 0 1,0 0-1,0 0 1,1 0-1,-1 0 1,1-1-1,0 1 1,0 0-1,0-5 1,0 4-38,1 0 0,0 1 1,0-1-1,1 0 0,-1 0 1,1 0-1,0 1 0,0-1 1,0 0-1,0 0 0,1 1 1,-1-1-1,1 1 0,0 0 1,0-1-1,0 1 0,0 0 1,1 0-1,4-4 0,-7 7-3,0-1-1,1 1 0,-1 0 0,0 0 1,1 0-1,-1-1 0,0 1 0,1 0 1,-1 0-1,0 0 0,1 0 0,-1 0 1,0 0-1,1-1 0,-1 1 0,0 0 1,1 0-1,-1 0 0,0 0 0,1 0 1,-1 0-1,0 1 0,1-1 0,-1 0 1,1 0-1,-1 0 0,0 0 0,0 0 1,1 0-1,-1 1 0,0-1 0,1 0 1,-1 0-1,1 1 0,8 14-5,0 18 100,-9-33-88,6 61 571,-8-54-584,-5-40-8353,-1-34-3737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1.233"/>
    </inkml:context>
    <inkml:brush xml:id="br0">
      <inkml:brushProperty name="width" value="0.025" units="cm"/>
      <inkml:brushProperty name="height" value="0.025" units="cm"/>
    </inkml:brush>
  </inkml:definitions>
  <inkml:trace contextRef="#ctx0" brushRef="#br0">1 66 6369,'1'0'6478,"3"3"-4435,7-2 4820,0 2-5102,21 1-2459,168-34 1070,-89 10-67,-109 20-283,-1-1 1,0 1-1,1 0 1,-1 0-1,0-1 1,1 1-1,-1 0 1,0 0-1,1 0 0,-1 1 1,0-1-1,1 0 1,-1 0-1,0 1 1,1-1-1,-1 1 0,0-1 1,0 1-1,0-1 1,1 1-1,-1 0 1,1 1-1,-1-1 389,-2-4-120,-2-4-1360,3 1-3473,12-11-1523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1.790"/>
    </inkml:context>
    <inkml:brush xml:id="br0">
      <inkml:brushProperty name="width" value="0.025" units="cm"/>
      <inkml:brushProperty name="height" value="0.025" units="cm"/>
    </inkml:brush>
  </inkml:definitions>
  <inkml:trace contextRef="#ctx0" brushRef="#br0">1 15 7210,'2'-1'9063,"3"-1"-4212,29-9-2737,-30 11-2099,0-1-1,-1 1 0,1 0 0,0 1 0,-1-1 1,1 1-1,-1 0 0,1-1 0,-1 1 1,1 1-1,-1-1 0,1 1 0,-1-1 1,0 1-1,0 0 0,0 0 0,0 0 1,0 0-1,0 1 0,-1-1 0,1 1 1,-1 0-1,0 0 0,0 0 0,3 4 0,1 1-11,-1 1 0,0 0 0,0 0-1,-1 0 1,0 1 0,0-1 0,4 20-1,-7-20 6,-1-1-1,1 1 0,-1-1 0,-1 1 1,1 0-1,-1-1 0,-1 1 0,0-1 1,0 0-1,-1 0 0,-6 16 0,-3-2 47,-1 0 1,-26 33-1,20-30-35,-16 30 0,35-54-18,0-1-1,-1 1 0,1 0 1,0-1-1,-1 1 0,1-1 1,0 1-1,0 0 0,-1-1 0,1 1 1,0 0-1,0 0 0,0-1 1,0 1-1,0 0 0,0-1 1,0 1-1,0 0 0,0-1 0,0 1 1,1 0-1,-1 0 0,0-1 1,0 1-1,1-1 0,-1 1 1,0 0-1,1-1 0,-1 1 0,1 0 1,1 0 11,-1 0 0,1 0 0,0 0 0,-1 0 0,1 0 0,0 0 0,0-1 0,0 1 0,-1-1 0,1 1 1,3 0-1,8 0 193,0-1-1,21-1 1,-27 1-56,16-1 209,-3 1 60,0-2-1,21-3 0,-35 4-361,0-1-1,-1 1 0,1-1 0,0-1 0,-1 1 0,0-1 1,1 0-1,-1 0 0,0 0 0,0-1 0,6-5 0,-6 3-203,9-8-397,-7 4-3130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2.060"/>
    </inkml:context>
    <inkml:brush xml:id="br0">
      <inkml:brushProperty name="width" value="0.025" units="cm"/>
      <inkml:brushProperty name="height" value="0.025" units="cm"/>
    </inkml:brush>
  </inkml:definitions>
  <inkml:trace contextRef="#ctx0" brushRef="#br0">152 0 7530,'0'0'2758,"-3"6"7292,-16 32-7298,-22 26-1005,-42 74-2578,83-138 723,-2 4-1834,-1-11-2577,2-28-1316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2.647"/>
    </inkml:context>
    <inkml:brush xml:id="br0">
      <inkml:brushProperty name="width" value="0.025" units="cm"/>
      <inkml:brushProperty name="height" value="0.025" units="cm"/>
    </inkml:brush>
  </inkml:definitions>
  <inkml:trace contextRef="#ctx0" brushRef="#br0">41 1 6833,'-10'7'6221,"-8"11"-3999,7-4-2060,11-14-98,0 0 0,0 0-1,0 0 1,0 0 0,0 0-1,0 0 1,-1 0 0,1 0-1,0 0 1,0 1 0,0-1-1,0 0 1,0 0 0,0 0-1,0 0 1,0 0 0,0 0-1,0 1 1,0-1 0,-1 0-1,1 0 1,0 0 0,0 0-1,0 0 1,0 0 0,0 1-1,0-1 1,0 0 0,0 0-1,0 0 1,0 0 0,0 0 0,1 1-1,-1-1 1,0 0 0,0 0-1,0 0 1,0 0 0,0 0-1,0 0 1,0 1 0,0-1-1,0 0 1,0 0 0,0 0-1,1 0 1,-1 0 0,0 0-1,0 0 1,0 0 0,0 1-1,54-1 6012,27 0-2712,-45 0-3283,-1-2 0,1-1 0,43-10 0,-34-2 12,-69 19-2012,22-3 1697,-19 8-3548,1 1-4033,10-4-1708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3.068"/>
    </inkml:context>
    <inkml:brush xml:id="br0">
      <inkml:brushProperty name="width" value="0.025" units="cm"/>
      <inkml:brushProperty name="height" value="0.025" units="cm"/>
    </inkml:brush>
  </inkml:definitions>
  <inkml:trace contextRef="#ctx0" brushRef="#br0">28 0 10010,'-1'3'12096,"-2"15"-10558,-2-3-495,0 0 1,1 0 0,-3 28-1,5-18-685,2-1 0,0 1-1,6 39 1,-2-18-121,-2 61 0,-2-67-186,-8 22-39,8-62-127,-4 8-8013,4 8 2220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3.272"/>
    </inkml:context>
    <inkml:brush xml:id="br0">
      <inkml:brushProperty name="width" value="0.025" units="cm"/>
      <inkml:brushProperty name="height" value="0.025" units="cm"/>
    </inkml:brush>
  </inkml:definitions>
  <inkml:trace contextRef="#ctx0" brushRef="#br0">191 1 10938,'0'9'2953,"0"-3"-817,-6 15-135,-3-4-657,-9 7-824,-6 3-352,1-6-168,-7 5-16,6-2-1304,-32 15-2809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3.893"/>
    </inkml:context>
    <inkml:brush xml:id="br0">
      <inkml:brushProperty name="width" value="0.025" units="cm"/>
      <inkml:brushProperty name="height" value="0.025" units="cm"/>
    </inkml:brush>
  </inkml:definitions>
  <inkml:trace contextRef="#ctx0" brushRef="#br0">64 11 7530,'24'-9'8804,"-16"8"-4537,-13 5 796,1-2-5020,0 0 0,1 1 0,0-1 0,0 1 0,0 0 1,0 0-1,0 0 0,1 1 0,-1-1 0,1 1 0,-4 6 0,-19 43-74,20-38 28,0 0 1,0 0-1,2 0 1,0 1-1,0-1 1,2 1-1,0 24 1,1-29-14,1-1 0,0 0 0,1 1 1,0-1-1,1 0 0,-1 0 0,2 0 0,0-1 0,0 1 1,1-1-1,0 0 0,8 11 0,-11-17 6,0-1 1,1 1-1,-1-1 0,1 0 0,0 0 0,0 0 1,0 0-1,0 0 0,0-1 0,0 1 0,0-1 1,0 0-1,0 1 0,1-2 0,4 2 1,-1-1 4,0-1 1,0 0 0,0 0 0,0 0 0,0-1 0,0 0-1,9-2 1,-2-2 6,0 1 0,0-2 0,-1 0 0,1 0 0,-1-1 0,19-14 0,-28 17 11,1 1 0,-1-1 1,0 0-1,0-1 0,0 1 0,-1 0 0,1-1 0,-1 0 0,0 0 0,0 0 0,-1 0 1,0-1-1,0 1 0,2-6 0,-2-1 7,0 0 0,-1 0 0,-1 0-1,0 0 1,-2-21 0,0 10 140,-1-1-1,-1 1 0,-1 0 1,-1 0-1,-12-31 0,17 53-119,1 0-1,0 0 0,-1 0 1,1 0-1,-1 0 1,1 0-1,-1 1 0,1-1 1,-1 0-1,0 0 0,1 0 1,-1 1-1,0-1 0,0 0 1,0 1-1,1-1 0,-1 0 1,0 1-1,0-1 0,0 1 1,0 0-1,0-1 0,-1 1 1,1 0-65,0 0 1,0 0 0,0 0-1,0 1 1,0-1 0,0 0 0,0 1-1,0-1 1,0 1 0,0-1-1,0 1 1,0-1 0,1 1-1,-1 0 1,0 0 0,1-1-1,-1 1 1,0 0 0,0 1-1,-1 1-611,0 0 0,0 0-1,0 1 1,1-1-1,-1 0 1,1 1 0,0-1-1,0 1 1,0 0 0,0-1-1,1 1 1,0 7-1,4 19-4957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4.210"/>
    </inkml:context>
    <inkml:brush xml:id="br0">
      <inkml:brushProperty name="width" value="0.025" units="cm"/>
      <inkml:brushProperty name="height" value="0.025" units="cm"/>
    </inkml:brush>
  </inkml:definitions>
  <inkml:trace contextRef="#ctx0" brushRef="#br0">176 0 10042,'0'0'8594,"-3"6"-6490,-6 3-687,0 9-257,-8-3-280,2 6-424,-3-7-280,0 1-88,6 3-88,-3 0-8,3 0-256,-2 5-912,2-2-2433,-9 33-1704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4.512"/>
    </inkml:context>
    <inkml:brush xml:id="br0">
      <inkml:brushProperty name="width" value="0.025" units="cm"/>
      <inkml:brushProperty name="height" value="0.025" units="cm"/>
    </inkml:brush>
  </inkml:definitions>
  <inkml:trace contextRef="#ctx0" brushRef="#br0">69 42 768,'0'-3'1849,"-3"0"-1417,3 0-264,-3 0 792,0 0 392,-3 0-272,3-3-95,-6 4-121,6-7-584,-3 6-280,0 0-1080,-21 3-913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5.053"/>
    </inkml:context>
    <inkml:brush xml:id="br0">
      <inkml:brushProperty name="width" value="0.025" units="cm"/>
      <inkml:brushProperty name="height" value="0.025" units="cm"/>
    </inkml:brush>
  </inkml:definitions>
  <inkml:trace contextRef="#ctx0" brushRef="#br0">1 54 6793,'1'0'558,"-1"0"-1,1 0 1,0 0-1,0-1 0,0 1 1,-1 0-1,1 0 0,0 0 1,-1-1-1,1 1 1,0 0-1,-1-1 0,1 1 1,0 0-1,-1-1 0,1 1 1,0-1-1,-1 1 1,1-1-1,0 0 0,6-16 3401,-6 15-3866,0 0 1,-1 0-1,1 1 0,0-1 1,0 0-1,0 0 1,0 0-1,0 1 0,0-1 1,0 0-1,1 1 1,-1-1-1,1 1 0,-1 0 1,1-1-1,2 0 0,-3 1 1193,4 19-851,1-1 1,-2 1 0,0 0-1,-2 0 1,0 0 0,0 20-1,-1-19-205,18 258 498,-19-274-724,0 1 4,0 1 0,0 0 0,0-1 0,1 1 1,0-1-1,0 1 0,0-1 0,0 1 0,1-1 0,2 6 0,8-15-7589,-4-1 4137,22-12-2459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5.278"/>
    </inkml:context>
    <inkml:brush xml:id="br0">
      <inkml:brushProperty name="width" value="0.025" units="cm"/>
      <inkml:brushProperty name="height" value="0.025" units="cm"/>
    </inkml:brush>
  </inkml:definitions>
  <inkml:trace contextRef="#ctx0" brushRef="#br0">111 1 6833,'0'6'5026,"3"6"-2674,0 5 193,0 7 87,-3 0-847,-6-3-729,0-1-416,-6 1-328,0 0-192,-3-6-120,-3 3-64,3-6-1336,-20 8-3409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5.880"/>
    </inkml:context>
    <inkml:brush xml:id="br0">
      <inkml:brushProperty name="width" value="0.025" units="cm"/>
      <inkml:brushProperty name="height" value="0.025" units="cm"/>
    </inkml:brush>
  </inkml:definitions>
  <inkml:trace contextRef="#ctx0" brushRef="#br0">1 107 4329,'0'-2'1033,"0"0"0,1-1 0,-1 1 0,1 0 0,0 0 0,0 1 0,0-1 1,0 0-1,0 0 0,2-3 0,22-24 2633,-19 23-3440,1 0 1,0 1-1,0-1 0,0 1 1,1 1-1,13-7 0,-13 9-112,1 0-1,-1 0 1,1 0-1,-1 1 0,1 1 1,0-1-1,-1 1 1,1 1-1,0 0 1,-1 0-1,1 1 1,12 3-1,-20-4-103,0 0 1,1 0-1,-1 0 0,0 1 1,0-1-1,0 0 0,0 0 1,0 1-1,0-1 0,0 1 1,0-1-1,-1 1 0,1-1 0,0 1 1,-1-1-1,1 1 0,-1 0 1,0-1-1,1 1 0,-1 0 1,0-1-1,0 1 0,0 0 1,0-1-1,-1 1 0,1 0 1,0-1-1,-2 4 0,0 6 61,-2 0 0,-8 22 0,9-27-61,-15 32 79,-27 42 1,26-51 33,2 2 0,-25 63 0,42-94-96,-1 1 0,1 0 0,0-1 0,0 1 0,0-1 0,-1 1 0,1-1 0,0 1 0,0 0 0,0-1 0,0 1 0,0-1 1,0 1-1,0 0 0,0-1 0,0 1 0,1-1 0,-1 1 0,0-1 0,0 1 0,0 0 0,1-1 0,-1 1 0,0-1 0,1 1 0,-1-1 1,0 1-1,1-1 0,-1 0 0,1 1 0,-1-1 0,2 1 0,-1 0 66,1 0 1,0-1-1,0 1 1,0-1 0,0 0-1,-1 1 1,1-1-1,0 0 1,0 0-1,3-1 1,50-11 975,-52 11-1125,20-6 55,31-7-1556,-13 10-7227,2 0-1000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6.119"/>
    </inkml:context>
    <inkml:brush xml:id="br0">
      <inkml:brushProperty name="width" value="0.025" units="cm"/>
      <inkml:brushProperty name="height" value="0.025" units="cm"/>
    </inkml:brush>
  </inkml:definitions>
  <inkml:trace contextRef="#ctx0" brushRef="#br0">229 0 8754,'0'9'4729,"-3"9"-2721,0 12 921,1-1-264,-4 1-1081,-3-3-864,-3-1-264,-6-2-232,-3 0-120,-3 0-104,-8-3-552,2-4-1960,-38 7-4362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6.628"/>
    </inkml:context>
    <inkml:brush xml:id="br0">
      <inkml:brushProperty name="width" value="0.025" units="cm"/>
      <inkml:brushProperty name="height" value="0.025" units="cm"/>
    </inkml:brush>
  </inkml:definitions>
  <inkml:trace contextRef="#ctx0" brushRef="#br0">1 7 6105,'9'-7'24395,"-8"8"-24785,-1 0-30,1 0 1,0 0-1,0-1 1,-1 1 0,1 0-1,0-1 1,0 1-1,0 0 1,0-1 0,0 1-1,0-1 1,0 1-1,0-1 1,0 0-1,0 0 1,0 1 0,0-1-1,0 0 1,0 0-1,2 0 1,31-4-6904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7.104"/>
    </inkml:context>
    <inkml:brush xml:id="br0">
      <inkml:brushProperty name="width" value="0.025" units="cm"/>
      <inkml:brushProperty name="height" value="0.025" units="cm"/>
    </inkml:brush>
  </inkml:definitions>
  <inkml:trace contextRef="#ctx0" brushRef="#br0">28 1 3977,'-7'12'13024,"-13"12"-1719,21-25-9072,2 0-2516,-1 9-4368,-1-3-196,7-4-2044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7.565"/>
    </inkml:context>
    <inkml:brush xml:id="br0">
      <inkml:brushProperty name="width" value="0.025" units="cm"/>
      <inkml:brushProperty name="height" value="0.025" units="cm"/>
    </inkml:brush>
  </inkml:definitions>
  <inkml:trace contextRef="#ctx0" brushRef="#br0">21 0 5305,'-1'0'517,"-13"12"23783,13 11-24160,0-17-471,-2 26-237,7-21-2283,-3-11 2574,-1 1 1,1-1 0,0 0 0,-1 0 0,1 0 0,-1 0 0,1 0-1,-1 1 1,1-1 0,-1 0 0,1 0 0,0 0 0,-1 0 0,1-1-1,-1 1 1,1 0 0,-1 0 0,1 0 0,-1 0 0,1-1 0,0 1 0,-1 0-1,1-1 1,45-26-9830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6:38.681"/>
    </inkml:context>
    <inkml:brush xml:id="br0">
      <inkml:brushProperty name="width" value="0.025" units="cm"/>
      <inkml:brushProperty name="height" value="0.025" units="cm"/>
    </inkml:brush>
  </inkml:definitions>
  <inkml:trace contextRef="#ctx0" brushRef="#br0">62 12 7730,'0'0'2782,"5"1"6429,11 0-6660,98-13 1194,59 11-3350,-165 1-394,1 1 0,0 0 1,-1 0-1,1 1 1,-1 0-1,0 1 0,0 0 1,0 0-1,9 6 1,-14-8-2,0 1 0,0 0 1,0 1-1,-1-1 1,1 0-1,-1 1 0,0 0 1,0-1-1,0 1 0,0 0 1,0 0-1,0 0 1,-1 0-1,1 0 0,-1 1 1,0-1-1,0 0 1,-1 1-1,1-1 0,0 0 1,-1 1-1,0-1 0,0 1 1,0-1-1,-1 7 1,-1-1 4,0 0 0,0 0 0,-1-1 0,0 1-1,0-1 1,-1 1 0,-7 11 0,-41 53 61,31-45-50,-17 25-7,-149 222 13,184-269-27,0 0 0,0 0 1,0 0-1,1 1 1,0-1-1,0 0 0,1 1 1,-1 0-1,1-1 1,1 1-1,0 0 0,0 0 1,0-1-1,0 1 1,1 0-1,0-1 0,1 1 1,0-1-1,0 1 1,2 6-1,-1-8 0,0 0-1,0 0 1,1 0-1,-1 0 1,1 0-1,0-1 1,0 1 0,1-1-1,-1 0 1,1 0-1,0-1 1,0 0 0,0 0-1,0 0 1,1 0-1,-1-1 1,1 1-1,0-2 1,-1 1 0,1 0-1,0-1 1,10 0-1,-3 0-143,0-1 0,0 0 0,-1-1 0,1 0 0,0-2 0,0 1 0,0-1 0,-1-1-1,13-5 1,-25 9 133,1-1 0,0 1-1,-1 0 1,1 0 0,-1 0-1,1-1 1,-1 1 0,1 0-1,-1-1 1,1 1 0,0 0-1,-1-1 1,0 1 0,1-1-1,-1 1 1,1-1-1,-1 1 1,0-1 0,1 1-1,-1-1 1,0 1 0,1-1-1,-1 1 1,0-1 0,0 0-1,1 0 1,-12-9-159,-24 0 98,31 10 78,0-1 0,1 1 0,-1 1 0,1-1 1,-1 0-1,0 1 0,1 0 0,-1 0 0,1 0 0,0 0 1,-1 0-1,1 1 0,0-1 0,0 1 0,-1 0 0,2 0 1,-1 0-1,0 1 0,0-1 0,1 1 0,-1-1 0,1 1 1,0 0-1,0 0 0,0 0 0,0 0 0,0 0 0,1 1 1,-1-1-1,1 0 0,0 1 0,0-1 0,0 1 0,0 3 1,0 7 3,0 0 1,1 0-1,1 0 1,0 0-1,1 0 1,0 0 0,6 19-1,4 5 12,24 51-1,-22-59 0,-2 1 0,16 59-1,-28-88-1,0 0 0,0 0-1,0 0 1,0 0 0,0 0-1,0 0 1,-1 0 0,1 0-1,-1 0 1,1-1 0,-1 1-1,0 0 1,0 0 0,0 0 0,0-1-1,0 1 1,0 0 0,0-1-1,-1 1 1,1-1 0,-1 1-1,1-1 1,-1 0 0,1 1-1,-1-1 1,0 0 0,1 0-1,-5 1 1,-5 3 170,0 0 1,-1-1-1,-18 5 0,19-6-84,-68 17 624,41-11-150,1 1 1,0 1-1,-64 31 1,100-42-571,1 0 1,-1 0 0,1 0-1,0 0 1,-1 0 0,1 0-1,-1 0 1,1 0 0,0 1-1,-1-1 1,1 0-1,-1 0 1,1 0 0,0 1-1,-1-1 1,1 0 0,0 0-1,-1 1 1,1-1 0,0 0-1,0 1 1,-1-1-1,1 0 1,0 1 0,0-1-1,-1 0 1,1 1 0,0-1-1,0 0 1,0 1 0,0-1-1,0 1 1,0-1-1,-1 1 1,18-2 53,28-10-692,-38 9-453,1-1-1,-1 0 1,0-1 0,10-6-1,14-12-5415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0.942"/>
    </inkml:context>
    <inkml:brush xml:id="br0">
      <inkml:brushProperty name="width" value="0.025" units="cm"/>
      <inkml:brushProperty name="height" value="0.025" units="cm"/>
    </inkml:brush>
  </inkml:definitions>
  <inkml:trace contextRef="#ctx0" brushRef="#br0">57 0 552,'-9'0'12195,"6"0"-7050,-9 0-2817,6 3-327,0 0-281,3 3-424,0-3-495,-3 0-297,3 0-136,1 0-368,-1 0-48,8 0-4009,-2 3-256,33 59-1760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0"/>
    </inkml:context>
    <inkml:brush xml:id="br0">
      <inkml:brushProperty name="width" value="0.025" units="cm"/>
      <inkml:brushProperty name="height" value="0.025" units="cm"/>
    </inkml:brush>
  </inkml:definitions>
  <inkml:trace contextRef="#ctx0" brushRef="#br0">401 113 8570,'29'-21'8001,"-27"19"-7546,0 0 0,-1 0 0,1-1 0,-1 1 1,1 0-1,-1-1 0,0 1 0,0-1 0,1-3 0,-1 5-352,-1-1-1,0 0 1,0 1 0,0-1-1,0 0 1,0 0 0,0 1 0,-1-1-1,1 0 1,0 1 0,-1-1 0,1 0-1,-1 1 1,0-1 0,0 1-1,1-1 1,-1 1 0,0-1 0,0 1-1,0 0 1,-1-1 0,1 1 0,0 0-1,0 0 1,-1 0 0,1 0-1,-1 0 1,1 0 0,-1 0 0,1 1-1,-1-1 1,1 0 0,-1 1 0,0-1-1,-1 1 1,-10-5-68,0 2 0,0-1 0,0 2 1,-1 0-1,1 1 0,0 0 0,-1 0 0,1 2 1,-25 3-1,28-2-57,-1 0 1,1 1 0,-1 0-1,1 1 1,0 0 0,0 1 0,1 0-1,-1 0 1,1 1 0,0 0-1,0 1 1,-13 13 0,19-17 14,0 0 0,0 0 0,0 1 0,0-1 0,1 1 0,-1 0 0,1 0 0,0 0 0,0 0 0,1 0 1,-1 0-1,1 0 0,0 1 0,0-1 0,0 1 0,1-1 0,-1 0 0,1 1 0,0-1 0,1 1 0,-1-1 0,1 1 0,-1-1 1,2 0-1,-1 1 0,0-1 0,3 5 0,5 7 1,0 0 1,2 0 0,0-2-1,0 1 1,20 18 0,-17-18 2,-1 0 1,21 31-1,-30-40 4,-1 1 0,1 1 0,-2-1-1,1 0 1,-1 1 0,0-1 0,0 1-1,-1 0 1,0-1 0,-1 1 0,0 0-1,0 0 1,0 0 0,-1 0 0,0-1 0,-1 1-1,1 0 1,-2-1 0,1 0 0,-1 1-1,-7 13 1,2-9 19,0 1 0,0-1 0,-1-1-1,-1 1 1,0-2 0,0 1 0,-1-1 0,-1-1-1,1 0 1,-24 12 0,-69 36 147,111-61-194,21-9-225,31-12 0,-50 22 141,-1 0 0,1 1-1,0-1 1,0 2 0,0-1 0,0 1-1,0 1 1,0 0 0,15 1 0,-23 0 105,1-1 0,-1 0 1,0 1-1,0-1 0,1 1 0,-1-1 1,0 1-1,0 0 0,0-1 1,0 1-1,0 0 0,0 0 1,0 0-1,0 0 0,0 0 1,0 0-1,-1 0 0,1 0 0,0 0 1,-1 0-1,1 1 0,-1-1 1,1 0-1,-1 0 0,1 1 1,-1-1-1,0 0 0,0 0 0,0 1 1,0-1-1,0 0 0,0 1 1,0-1-1,0 0 0,-1 3 1,0 5 18,-1 0 1,0-1-1,-1 1 1,-3 8 0,3-10-13,-14 33 94,-38 65 0,-4 7 1026,58-110-1059,-1 1 0,1 0 1,0 0-1,0-1 0,0 1 1,0 0-1,0 0 0,1 0 1,-1 0-1,1 0 0,0 0 1,0 0-1,0 1 1,0-1-1,1 0 0,-1 0 1,1 0-1,0 0 0,-1-1 1,1 1-1,1 0 0,-1 0 1,0 0-1,1-1 0,-1 1 1,1-1-1,0 1 0,0-1 1,0 0-1,0 1 1,3 1-1,-1-1 23,0-1-1,1 0 1,0 1 0,-1-1 0,1-1-1,0 1 1,0-1 0,0 0 0,0 0-1,0 0 1,0-1 0,0 0 0,0 0-1,0 0 1,1 0 0,-1-1 0,8-2-1,20-5 494,-1-1 0,61-27 0,-92 36-410,-1 0-203,0 0 0,-1 0-1,1-1 1,0 1 0,0 0 0,0 0-1,0 0 1,0 0 0,0 0-1,0 0 1,0 0 0,0 0 0,-1 0-1,1 0 1,0 0 0,0 0 0,0 0-1,0 0 1,0 0 0,0 0 0,-1 0-1,1 0 1,0 0 0,0 0 0,0 0-1,0 0 1,0 0 0,0 0-1,0 0 1,0 0 0,-1 0 0,1 0-1,0 0 1,0 0 0,0 1 0,0-1-1,0 0 1,0 0 0,0 0 0,0 0-1,0 0 1,0 0 0,-1 0 0,1 0-1,0 0 1,0 1 0,0-1-1,0 0 1,0 0 0,0 0 0,0 0-1,0 0 1,0 0 0,0 0 0,0 1-1,0-1 1,0 0 0,0 0 0,0 0-1,-2-14-4841,10-14-1506,14-34-4649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1"/>
    </inkml:context>
    <inkml:brush xml:id="br0">
      <inkml:brushProperty name="width" value="0.025" units="cm"/>
      <inkml:brushProperty name="height" value="0.025" units="cm"/>
    </inkml:brush>
  </inkml:definitions>
  <inkml:trace contextRef="#ctx0" brushRef="#br0">27 142 2184,'15'-9'7355,"-13"9"-6916,-1-1-1,1 1 1,-1-1-1,1 0 1,-1 1 0,0-1-1,0 0 1,1 0-1,-1 0 1,0 0 0,0 0-1,0 0 1,0 0 0,1-2-1,0-4 6890,-10 4-4324,7 3-2981,0 0-1,0 0 1,0 0-1,-1 0 1,1-1-1,0 1 1,0 0 0,0-1-1,0 1 1,-1-1-1,1 1 1,0-1-1,0 0 1,0 1-1,0-1 1,0 0-1,1 0 1,-1 0 0,0 0-1,0 0 1,0 0-1,1 0 1,-1 0-1,0-2 1,0 1-21,0-1 0,0 0 0,1 1-1,-1-1 1,1 0 0,0 1 0,0-1 0,0 0 0,0 1 0,0-1 0,1 0 0,-1 1 0,1-1 0,0 1 0,-1-1 0,4-4 0,-1 1-7,0 0 0,0 1 1,1-1-1,0 1 0,0 0 0,6-5 1,-12 13-2,0-1 1,1 1 0,-1 0-1,1 0 1,0-1 0,0 1-1,0 0 1,0 0 0,0 0-1,1 0 1,-1 6 0,1-6 13,0 0 0,0-1 0,-1 1 0,1 0 1,-1-1-1,1 1 0,-1-1 0,0 1 0,0-1 0,0 1 0,0-1 1,-1 0-1,1 0 0,-1 1 0,1-1 0,-4 3 0,5-5 15,-1 0 0,1 0 0,-1 0-1,0 1 1,1-1 0,-1 0 0,1 0-1,-1 0 1,1 0 0,-1 0 0,1 0-1,-1 0 1,1 0 0,-1-1 0,0 1-1,1 0 1,-1 0 0,1 0 0,-1-1-1,1 1 1,-1 0 0,1 0-1,0-1 1,-1 1 0,1 0 0,-1-1-1,1 1 1,0-1 0,-1 1 0,1 0-1,0-1 1,-1 1 0,1-1 0,0 1-1,-1-2 1,-11-21 194,9 17-216,4 2-399,8 3-2173,7 1-2373,22-8-1689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2"/>
    </inkml:context>
    <inkml:brush xml:id="br0">
      <inkml:brushProperty name="width" value="0.025" units="cm"/>
      <inkml:brushProperty name="height" value="0.025" units="cm"/>
    </inkml:brush>
  </inkml:definitions>
  <inkml:trace contextRef="#ctx0" brushRef="#br0">102 0 2545,'-19'9'7505,"-5"15"-3778,-1-1 197,35-20 2999,-10-3-6890,1 1-1,0-1 1,0 1 0,-1-1-1,1 1 1,0 0-1,-1-1 1,1 1-1,0 0 1,-1 0 0,1-1-1,-1 1 1,0 0-1,1 0 1,-1 0 0,0 0-1,1-1 1,-1 1-1,0 0 1,0 0 0,0 0-1,1 0 1,-1 0-1,0 0 1,0 0-1,-1 0 1,1 0 0,0-1-1,0 1 1,0 0-1,-1 0 1,1 0 0,0 0-1,-1 0 1,1 0-1,0-1 1,-1 1-1,1 0 1,-1 0 0,-1 1-1,-32 24 391,20-17-289,19-12 449,19-7-132,-22 9-429,1 0 0,0 0-1,-1 0 1,1 0 0,-1 0 0,0 0 0,1-1-1,3-2 1,-14 18 1105,-8 15-10962,25-22 1150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3"/>
    </inkml:context>
    <inkml:brush xml:id="br0">
      <inkml:brushProperty name="width" value="0.025" units="cm"/>
      <inkml:brushProperty name="height" value="0.025" units="cm"/>
    </inkml:brush>
  </inkml:definitions>
  <inkml:trace contextRef="#ctx0" brushRef="#br0">173 67 1608,'0'0'10941,"0"-10"-3203,-3 9-7421,0 0 0,1 0 0,-1 1 0,0-1 1,0 1-1,1-1 0,-1 1 0,0 0 0,-3 0 0,-48 9-29,26-3 19,23-5-172,-1-1-1,1 0 1,0 0-1,-1 0 1,1 0-1,-10-2 1,15 1-94,-1 1 1,0 0-1,0 0 0,1-1 1,-1 1-1,0 0 0,1-1 1,-1 1-1,0 0 1,1-1-1,-1 1 0,1-1 1,-1 1-1,1-1 0,-1 1 1,1-1-1,-1 0 1,1 1-1,-1-1 0,1 1 1,-1-2-1,1 0-18,0 1 0,0 0 0,0-1 0,1 1 0,-1 0 0,0 0-1,0 0 1,1-1 0,-1 1 0,1 0 0,-1 0 0,1 0 0,-1 0 0,1 0 0,0 0 0,0 0-1,-1 0 1,2-1 0,0 0-18,0 0-1,-1 0 1,1 0-1,0 0 1,0 1-1,0-1 1,0 1-1,0 0 1,1-1-1,-1 1 1,0 0-1,1 0 1,-1 1-1,1-1 1,-1 0-1,1 1 1,3-1-1,-6 1-3,1 0 0,0 0-1,0 0 1,0 0 0,-1 0-1,1 1 1,0-1-1,0 0 1,0 0 0,-1 1-1,1-1 1,0 1 0,0-1-1,-1 1 1,1-1 0,0 1-1,-1-1 1,1 1 0,-1-1-1,1 1 1,0 0-1,0 1 9,-1-1 0,1 1-1,-1-1 1,1 1-1,-1-1 1,0 1-1,1-1 1,-1 1-1,0-1 1,0 1 0,0-1-1,0 1 1,0 0-1,-1-1 1,1 3-1,-1-3 13,-9 39 418,9-38-411,1 0 0,-1 0 0,0 0 0,0-1-1,0 1 1,0 0 0,0-1 0,-1 1 0,1-1 0,0 1 0,-1-1 0,1 1-1,-1-1 1,0 0 0,1 0 0,-1 0 0,-3 2 0,3-6 11,0 0 1,0 0-1,0 0 1,1 0-1,-1 0 1,1-1-1,0 1 1,0 0-1,0-5 1,0 4-38,1 0 0,0 1 1,0-1-1,1 0 0,-1 0 1,1 0-1,0 1 0,0-1 1,0 0-1,0 0 0,1 1 1,-1-1-1,1 1 0,0 0 1,0-1-1,0 1 0,0 0 1,1 0-1,4-4 0,-7 7-3,0-1-1,1 1 0,-1 0 0,0 0 1,1 0-1,-1-1 0,0 1 0,1 0 1,-1 0-1,0 0 0,1 0 0,-1 0 1,0 0-1,1-1 0,-1 1 0,0 0 1,1 0-1,-1 0 0,0 0 0,1 0 1,-1 0-1,0 1 0,1-1 0,-1 0 1,1 0-1,-1 0 0,0 0 0,0 0 1,1 0-1,-1 1 0,0-1 0,1 0 1,-1 0-1,1 1 0,8 14-5,0 18 100,-9-33-88,6 61 571,-8-54-584,-5-40-8353,-1-34-3737</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4"/>
    </inkml:context>
    <inkml:brush xml:id="br0">
      <inkml:brushProperty name="width" value="0.025" units="cm"/>
      <inkml:brushProperty name="height" value="0.025" units="cm"/>
    </inkml:brush>
  </inkml:definitions>
  <inkml:trace contextRef="#ctx0" brushRef="#br0">1 66 6369,'1'0'6478,"3"3"-4435,7-2 4820,0 2-5102,21 1-2459,168-34 1070,-89 10-67,-109 20-283,-1-1 1,0 1-1,1 0 1,-1 0-1,0-1 1,1 1-1,-1 0 1,0 0-1,1 0 0,-1 1 1,0-1-1,1 0 1,-1 0-1,0 1 1,1-1-1,-1 1 0,0-1 1,0 1-1,0-1 1,1 1-1,-1 0 1,1 1-1,-1-1 389,-2-4-120,-2-4-1360,3 1-3473,12-11-1523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5"/>
    </inkml:context>
    <inkml:brush xml:id="br0">
      <inkml:brushProperty name="width" value="0.025" units="cm"/>
      <inkml:brushProperty name="height" value="0.025" units="cm"/>
    </inkml:brush>
  </inkml:definitions>
  <inkml:trace contextRef="#ctx0" brushRef="#br0">1 15 7210,'2'-1'9063,"3"-1"-4212,29-9-2737,-30 11-2099,0-1-1,-1 1 0,1 0 0,0 1 0,-1-1 1,1 1-1,-1 0 0,1-1 0,-1 1 1,1 1-1,-1-1 0,1 1 0,-1-1 1,0 1-1,0 0 0,0 0 0,0 0 1,0 0-1,0 1 0,-1-1 0,1 1 1,-1 0-1,0 0 0,0 0 0,3 4 0,1 1-11,-1 1 0,0 0 0,0 0-1,-1 0 1,0 1 0,0-1 0,4 20-1,-7-20 6,-1-1-1,1 1 0,-1-1 0,-1 1 1,1 0-1,-1-1 0,-1 1 0,0-1 1,0 0-1,-1 0 0,-6 16 0,-3-2 47,-1 0 1,-26 33-1,20-30-35,-16 30 0,35-54-18,0-1-1,-1 1 0,1 0 1,0-1-1,-1 1 0,1-1 1,0 1-1,0 0 0,-1-1 0,1 1 1,0 0-1,0 0 0,0-1 1,0 1-1,0 0 0,0-1 1,0 1-1,0 0 0,0-1 0,0 1 1,1 0-1,-1 0 0,0-1 1,0 1-1,1-1 0,-1 1 1,0 0-1,1-1 0,-1 1 0,1 0 1,1 0 11,-1 0 0,1 0 0,0 0 0,-1 0 0,1 0 0,0 0 0,0-1 0,0 1 0,-1-1 0,1 1 1,3 0-1,8 0 193,0-1-1,21-1 1,-27 1-56,16-1 209,-3 1 60,0-2-1,21-3 0,-35 4-361,0-1-1,-1 1 0,1-1 0,0-1 0,-1 1 0,0-1 1,1 0-1,-1 0 0,0 0 0,0-1 0,6-5 0,-6 3-203,9-8-397,-7 4-3130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6"/>
    </inkml:context>
    <inkml:brush xml:id="br0">
      <inkml:brushProperty name="width" value="0.025" units="cm"/>
      <inkml:brushProperty name="height" value="0.025" units="cm"/>
    </inkml:brush>
  </inkml:definitions>
  <inkml:trace contextRef="#ctx0" brushRef="#br0">152 0 7530,'0'0'2758,"-3"6"7292,-16 32-7298,-22 26-1005,-42 74-2578,83-138 723,-2 4-1834,-1-11-2577,2-28-1316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7"/>
    </inkml:context>
    <inkml:brush xml:id="br0">
      <inkml:brushProperty name="width" value="0.025" units="cm"/>
      <inkml:brushProperty name="height" value="0.025" units="cm"/>
    </inkml:brush>
  </inkml:definitions>
  <inkml:trace contextRef="#ctx0" brushRef="#br0">41 1 6833,'-10'7'6221,"-8"11"-3999,7-4-2060,11-14-98,0 0 0,0 0-1,0 0 1,0 0 0,0 0-1,0 0 1,-1 0 0,1 0-1,0 0 1,0 1 0,0-1-1,0 0 1,0 0 0,0 0-1,0 0 1,0 0 0,0 0-1,0 1 1,0-1 0,-1 0-1,1 0 1,0 0 0,0 0-1,0 0 1,0 0 0,0 1-1,0-1 1,0 0 0,0 0-1,0 0 1,0 0 0,0 0 0,1 1-1,-1-1 1,0 0 0,0 0-1,0 0 1,0 0 0,0 0-1,0 0 1,0 1 0,0-1-1,0 0 1,0 0 0,0 0-1,1 0 1,-1 0 0,0 0-1,0 0 1,0 0 0,0 1-1,54-1 6012,27 0-2712,-45 0-3283,-1-2 0,1-1 0,43-10 0,-34-2 12,-69 19-2012,22-3 1697,-19 8-3548,1 1-4033,10-4-1708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8"/>
    </inkml:context>
    <inkml:brush xml:id="br0">
      <inkml:brushProperty name="width" value="0.025" units="cm"/>
      <inkml:brushProperty name="height" value="0.025" units="cm"/>
    </inkml:brush>
  </inkml:definitions>
  <inkml:trace contextRef="#ctx0" brushRef="#br0">28 0 10010,'-1'3'12096,"-2"15"-10558,-2-3-495,0 0 1,1 0 0,-3 28-1,5-18-685,2-1 0,0 1-1,6 39 1,-2-18-121,-2 61 0,-2-67-186,-8 22-39,8-62-127,-4 8-8013,4 8 2220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49"/>
    </inkml:context>
    <inkml:brush xml:id="br0">
      <inkml:brushProperty name="width" value="0.025" units="cm"/>
      <inkml:brushProperty name="height" value="0.025" units="cm"/>
    </inkml:brush>
  </inkml:definitions>
  <inkml:trace contextRef="#ctx0" brushRef="#br0">191 1 10938,'0'9'2953,"0"-3"-817,-6 15-135,-3-4-657,-9 7-824,-6 3-352,1-6-168,-7 5-16,6-2-1304,-32 15-2809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0"/>
    </inkml:context>
    <inkml:brush xml:id="br0">
      <inkml:brushProperty name="width" value="0.025" units="cm"/>
      <inkml:brushProperty name="height" value="0.025" units="cm"/>
    </inkml:brush>
  </inkml:definitions>
  <inkml:trace contextRef="#ctx0" brushRef="#br0">64 11 7530,'24'-9'8804,"-16"8"-4537,-13 5 796,1-2-5020,0 0 0,1 1 0,0-1 0,0 1 0,0 0 1,0 0-1,0 0 0,1 1 0,-1-1 0,1 1 0,-4 6 0,-19 43-74,20-38 28,0 0 1,0 0-1,2 0 1,0 1-1,0-1 1,2 1-1,0 24 1,1-29-14,1-1 0,0 0 0,1 1 1,0-1-1,1 0 0,-1 0 0,2 0 0,0-1 0,0 1 1,1-1-1,0 0 0,8 11 0,-11-17 6,0-1 1,1 1-1,-1-1 0,1 0 0,0 0 0,0 0 1,0 0-1,0 0 0,0-1 0,0 1 0,0-1 1,0 0-1,0 1 0,1-2 0,4 2 1,-1-1 4,0-1 1,0 0 0,0 0 0,0 0 0,0-1 0,0 0-1,9-2 1,-2-2 6,0 1 0,0-2 0,-1 0 0,1 0 0,-1-1 0,19-14 0,-28 17 11,1 1 0,-1-1 1,0 0-1,0-1 0,0 1 0,-1 0 0,1-1 0,-1 0 0,0 0 0,0 0 0,-1 0 1,0-1-1,0 1 0,2-6 0,-2-1 7,0 0 0,-1 0 0,-1 0-1,0 0 1,-2-21 0,0 10 140,-1-1-1,-1 1 0,-1 0 1,-1 0-1,-12-31 0,17 53-119,1 0-1,0 0 0,-1 0 1,1 0-1,-1 0 1,1 0-1,-1 1 0,1-1 1,-1 0-1,0 0 0,1 0 1,-1 1-1,0-1 0,0 0 1,0 1-1,1-1 0,-1 0 1,0 1-1,0-1 0,0 1 1,0 0-1,0-1 0,-1 1 1,1 0-65,0 0 1,0 0 0,0 0-1,0 1 1,0-1 0,0 0 0,0 1-1,0-1 1,0 1 0,0-1-1,0 1 1,0-1 0,1 1-1,-1 0 1,0 0 0,1-1-1,-1 1 1,0 0 0,0 1-1,-1 1-611,0 0 0,0 0-1,0 1 1,1-1-1,-1 0 1,1 1 0,0-1-1,0 1 1,0 0 0,0-1-1,1 1 1,0 7-1,4 19-4957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1"/>
    </inkml:context>
    <inkml:brush xml:id="br0">
      <inkml:brushProperty name="width" value="0.025" units="cm"/>
      <inkml:brushProperty name="height" value="0.025" units="cm"/>
    </inkml:brush>
  </inkml:definitions>
  <inkml:trace contextRef="#ctx0" brushRef="#br0">176 0 10042,'0'0'8594,"-3"6"-6490,-6 3-687,0 9-257,-8-3-280,2 6-424,-3-7-280,0 1-88,6 3-88,-3 0-8,3 0-256,-2 5-912,2-2-2433,-9 33-1704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2"/>
    </inkml:context>
    <inkml:brush xml:id="br0">
      <inkml:brushProperty name="width" value="0.025" units="cm"/>
      <inkml:brushProperty name="height" value="0.025" units="cm"/>
    </inkml:brush>
  </inkml:definitions>
  <inkml:trace contextRef="#ctx0" brushRef="#br0">69 42 768,'0'-3'1849,"-3"0"-1417,3 0-264,-3 0 792,0 0 392,-3 0-272,3-3-95,-6 4-121,6-7-584,-3 6-280,0 0-1080,-21 3-913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3"/>
    </inkml:context>
    <inkml:brush xml:id="br0">
      <inkml:brushProperty name="width" value="0.025" units="cm"/>
      <inkml:brushProperty name="height" value="0.025" units="cm"/>
    </inkml:brush>
  </inkml:definitions>
  <inkml:trace contextRef="#ctx0" brushRef="#br0">1 54 6793,'1'0'558,"-1"0"-1,1 0 1,0 0-1,0-1 0,0 1 1,-1 0-1,1 0 0,0 0 1,-1-1-1,1 1 1,0 0-1,-1-1 0,1 1 1,0 0-1,-1-1 0,1 1 1,0-1-1,-1 1 1,1-1-1,0 0 0,6-16 3401,-6 15-3866,0 0 1,-1 0-1,1 1 0,0-1 1,0 0-1,0 0 1,0 0-1,0 1 0,0-1 1,0 0-1,1 1 1,-1-1-1,1 1 0,-1 0 1,1-1-1,2 0 0,-3 1 1193,4 19-851,1-1 1,-2 1 0,0 0-1,-2 0 1,0 0 0,0 20-1,-1-19-205,18 258 498,-19-274-724,0 1 4,0 1 0,0 0 0,0-1 0,1 1 1,0-1-1,0 1 0,0-1 0,0 1 0,1-1 0,2 6 0,8-15-7589,-4-1 4137,22-12-2459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4"/>
    </inkml:context>
    <inkml:brush xml:id="br0">
      <inkml:brushProperty name="width" value="0.025" units="cm"/>
      <inkml:brushProperty name="height" value="0.025" units="cm"/>
    </inkml:brush>
  </inkml:definitions>
  <inkml:trace contextRef="#ctx0" brushRef="#br0">111 1 6833,'0'6'5026,"3"6"-2674,0 5 193,0 7 87,-3 0-847,-6-3-729,0-1-416,-6 1-328,0 0-192,-3-6-120,-3 3-64,3-6-1336,-20 8-3409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5"/>
    </inkml:context>
    <inkml:brush xml:id="br0">
      <inkml:brushProperty name="width" value="0.025" units="cm"/>
      <inkml:brushProperty name="height" value="0.025" units="cm"/>
    </inkml:brush>
  </inkml:definitions>
  <inkml:trace contextRef="#ctx0" brushRef="#br0">1 107 4329,'0'-2'1033,"0"0"0,1-1 0,-1 1 0,1 0 0,0 0 0,0 1 0,0-1 1,0 0-1,0 0 0,2-3 0,22-24 2633,-19 23-3440,1 0 1,0 1-1,0-1 0,0 1 1,1 1-1,13-7 0,-13 9-112,1 0-1,-1 0 1,1 0-1,-1 1 0,1 1 1,0-1-1,-1 1 1,1 1-1,0 0 1,-1 0-1,1 1 1,12 3-1,-20-4-103,0 0 1,1 0-1,-1 0 0,0 1 1,0-1-1,0 0 0,0 0 1,0 1-1,0-1 0,0 1 1,0-1-1,-1 1 0,1-1 0,0 1 1,-1-1-1,1 1 0,-1 0 1,0-1-1,1 1 0,-1 0 1,0-1-1,0 1 0,0 0 1,0-1-1,-1 1 0,1 0 1,0-1-1,-2 4 0,0 6 61,-2 0 0,-8 22 0,9-27-61,-15 32 79,-27 42 1,26-51 33,2 2 0,-25 63 0,42-94-96,-1 1 0,1 0 0,0-1 0,0 1 0,0-1 0,-1 1 0,1-1 0,0 1 0,0 0 0,0-1 0,0 1 0,0-1 1,0 1-1,0 0 0,0-1 0,0 1 0,1-1 0,-1 1 0,0-1 0,0 1 0,0 0 0,1-1 0,-1 1 0,0-1 0,1 1 0,-1-1 1,0 1-1,1-1 0,-1 0 0,1 1 0,-1-1 0,2 1 0,-1 0 66,1 0 1,0-1-1,0 1 1,0-1 0,0 0-1,-1 1 1,1-1-1,0 0 1,0 0-1,3-1 1,50-11 975,-52 11-1125,20-6 55,31-7-1556,-13 10-7227,2 0-1000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6"/>
    </inkml:context>
    <inkml:brush xml:id="br0">
      <inkml:brushProperty name="width" value="0.025" units="cm"/>
      <inkml:brushProperty name="height" value="0.025" units="cm"/>
    </inkml:brush>
  </inkml:definitions>
  <inkml:trace contextRef="#ctx0" brushRef="#br0">229 0 8754,'0'9'4729,"-3"9"-2721,0 12 921,1-1-264,-4 1-1081,-3-3-864,-3-1-264,-6-2-232,-3 0-120,-3 0-104,-8-3-552,2-4-1960,-38 7-4362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7"/>
    </inkml:context>
    <inkml:brush xml:id="br0">
      <inkml:brushProperty name="width" value="0.025" units="cm"/>
      <inkml:brushProperty name="height" value="0.025" units="cm"/>
    </inkml:brush>
  </inkml:definitions>
  <inkml:trace contextRef="#ctx0" brushRef="#br0">1 7 6105,'9'-7'24395,"-8"8"-24785,-1 0-30,1 0 1,0 0-1,0-1 1,-1 1 0,1 0-1,0-1 1,0 1-1,0 0 1,0-1 0,0 1-1,0-1 1,0 1-1,0-1 1,0 0-1,0 0 1,0 1 0,0-1-1,0 0 1,0 0-1,2 0 1,31-4-6904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8"/>
    </inkml:context>
    <inkml:brush xml:id="br0">
      <inkml:brushProperty name="width" value="0.025" units="cm"/>
      <inkml:brushProperty name="height" value="0.025" units="cm"/>
    </inkml:brush>
  </inkml:definitions>
  <inkml:trace contextRef="#ctx0" brushRef="#br0">28 1 3977,'-7'12'13024,"-13"12"-1719,21-25-9072,2 0-2516,-1 9-4368,-1-3-196,7-4-2044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59"/>
    </inkml:context>
    <inkml:brush xml:id="br0">
      <inkml:brushProperty name="width" value="0.025" units="cm"/>
      <inkml:brushProperty name="height" value="0.025" units="cm"/>
    </inkml:brush>
  </inkml:definitions>
  <inkml:trace contextRef="#ctx0" brushRef="#br0">21 0 5305,'-1'0'517,"-13"12"23783,13 11-24160,0-17-471,-2 26-237,7-21-2283,-3-11 2574,-1 1 1,1-1 0,0 0 0,-1 0 0,1 0 0,-1 0 0,1 0-1,-1 1 1,1-1 0,-1 0 0,1 0 0,0 0 0,-1 0 0,1-1-1,-1 1 1,1 0 0,-1 0 0,1 0 0,-1 0 0,1-1 0,0 1 0,-1 0-1,1-1 1,45-26-9830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02.060"/>
    </inkml:context>
    <inkml:brush xml:id="br0">
      <inkml:brushProperty name="width" value="0.025" units="cm"/>
      <inkml:brushProperty name="height" value="0.025" units="cm"/>
    </inkml:brush>
  </inkml:definitions>
  <inkml:trace contextRef="#ctx0" brushRef="#br0">62 12 7730,'0'0'2782,"5"1"6429,11 0-6660,98-13 1194,59 11-3350,-165 1-394,1 1 0,0 0 1,-1 0-1,1 1 1,-1 0-1,0 1 0,0 0 1,0 0-1,9 6 1,-14-8-2,0 1 0,0 0 1,0 1-1,-1-1 1,1 0-1,-1 1 0,0 0 1,0-1-1,0 1 0,0 0 1,0 0-1,0 0 1,-1 0-1,1 0 0,-1 1 1,0-1-1,0 0 1,-1 1-1,1-1 0,0 0 1,-1 1-1,0-1 0,0 1 1,0-1-1,-1 7 1,-1-1 4,0 0 0,0 0 0,-1-1 0,0 1-1,0-1 1,-1 1 0,-7 11 0,-41 53 61,31-45-50,-17 25-7,-149 222 13,184-269-27,0 0 0,0 0 1,0 0-1,1 1 1,0-1-1,0 0 0,1 1 1,-1 0-1,1-1 1,1 1-1,0 0 0,0 0 1,0-1-1,0 1 1,1 0-1,0-1 0,1 1 1,0-1-1,0 1 1,2 6-1,-1-8 0,0 0-1,0 0 1,1 0-1,-1 0 1,1 0-1,0-1 1,0 1 0,1-1-1,-1 0 1,1 0-1,0-1 1,0 0 0,0 0-1,0 0 1,1 0-1,-1-1 1,1 1-1,0-2 1,-1 1 0,1 0-1,0-1 1,10 0-1,-3 0-143,0-1 0,0 0 0,-1-1 0,1 0 0,0-2 0,0 1 0,0-1 0,-1-1-1,13-5 1,-25 9 133,1-1 0,0 1-1,-1 0 1,1 0 0,-1 0-1,1-1 1,-1 1 0,1 0-1,-1-1 1,1 1 0,0 0-1,-1-1 1,0 1 0,1-1-1,-1 1 1,1-1-1,-1 1 1,0-1 0,1 1-1,-1-1 1,0 1 0,1-1-1,-1 1 1,0-1 0,0 0-1,1 0 1,-12-9-159,-24 0 98,31 10 78,0-1 0,1 1 0,-1 1 0,1-1 1,-1 0-1,0 1 0,1 0 0,-1 0 0,1 0 0,0 0 1,-1 0-1,1 1 0,0-1 0,0 1 0,-1 0 0,2 0 1,-1 0-1,0 1 0,0-1 0,1 1 0,-1-1 0,1 1 1,0 0-1,0 0 0,0 0 0,0 0 0,0 0 0,1 1 1,-1-1-1,1 0 0,0 1 0,0-1 0,0 1 0,0 3 1,0 7 3,0 0 1,1 0-1,1 0 1,0 0-1,1 0 1,0 0 0,6 19-1,4 5 12,24 51-1,-22-59 0,-2 1 0,16 59-1,-28-88-1,0 0 0,0 0-1,0 0 1,0 0 0,0 0-1,0 0 1,-1 0 0,1 0-1,-1 0 1,1-1 0,-1 1-1,0 0 1,0 0 0,0 0 0,0-1-1,0 1 1,0 0 0,0-1-1,-1 1 1,1-1 0,-1 1-1,1-1 1,-1 0 0,1 1-1,-1-1 1,0 0 0,1 0-1,-5 1 1,-5 3 170,0 0 1,-1-1-1,-18 5 0,19-6-84,-68 17 624,41-11-150,1 1 1,0 1-1,-64 31 1,100-42-571,1 0 1,-1 0 0,1 0-1,0 0 1,-1 0 0,1 0-1,-1 0 1,1 0 0,0 1-1,-1-1 1,1 0-1,-1 0 1,1 0 0,0 1-1,-1-1 1,1 0 0,0 0-1,-1 1 1,1-1 0,0 0-1,0 1 1,-1-1-1,1 0 1,0 1 0,0-1-1,-1 0 1,1 1 0,0-1-1,0 0 1,0 1 0,0-1-1,0 1 1,0-1-1,-1 1 1,18-2 53,28-10-692,-38 9-453,1-1-1,-1 0 1,0-1 0,10-6-1,14-12-5415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0.842"/>
    </inkml:context>
    <inkml:brush xml:id="br0">
      <inkml:brushProperty name="width" value="0.025" units="cm"/>
      <inkml:brushProperty name="height" value="0.025" units="cm"/>
    </inkml:brush>
  </inkml:definitions>
  <inkml:trace contextRef="#ctx0" brushRef="#br0">9 179 1800,'14'10'2985,"-11"-4"-47,-12-7 1147,9 1-3894,-1 0 0,1-1 1,-1 1-1,1 0 0,-1 0 1,0 0-1,1 0 0,-1-1 0,1 1 1,-1 0-1,0 0 0,1 0 1,-1 0-1,1 1 0,-1-1 0,0 0 1,1 0-1,-1 0 0,1 0 1,-1 1-1,1-1 0,-1 0 0,0 0 1,1 1-1,-1-1 0,1 0 1,-1 1-1,0 0 0,1-1-166,0 1 0,0-1-1,0 1 1,0 0 0,0-1 0,0 1-1,0-1 1,0 1 0,0-1 0,1 1 0,-1-1-1,0 1 1,0-1 0,0 1 0,1-1-1,-1 1 1,0-1 0,0 1 0,1-1-1,-1 1 1,0-1 0,1 1 0,-1-1 0,1 0-1,-1 1 1,1-1 0,-1 0 0,0 1-1,1-1 1,-1 0 0,1 0 0,0 1-1,0-1 1,3 2 11,1 1-1,0-1 0,0 0 1,0-1-1,1 1 0,-1-1 1,0 0-1,1 0 0,-1-1 1,1 1-1,5-2 0,64-9 15,-20 1-21,244-4 320,-23 2-127,411-37 446,-608 37-630,0-5 0,-1-2 0,84-32 1,-84 25-29,-63 20-12,-10 3-4,0 0 1,0 1-1,0-1 1,0 1 0,0 0-1,1 0 1,-1 1-1,0 0 1,10 0 0,-15 1 1,1 0 0,-1 0 1,1 0-1,-1-1 0,0 1 0,1 0 1,-1 0-1,0 0 0,0 0 1,1 0-1,-1 0 0,0 0 1,0 0-1,0 0 0,0 0 1,0 0-1,-1 0 0,1 0 1,0 0-1,0 0 0,-1 0 0,1 1 1,-7 26 620,3-18-541,-1-1 0,0 1 1,0-1-1,0 0 0,-1 0 0,-1 0 1,0-1-1,0 0 0,0 0 1,-1-1-1,0 0 0,-13 9 1,-13 6-100,-73 35 1,40-23 70,4 3-50,1 4 1,2 2 0,-76 70 0,-147 170-3,124-119 13,65-62-10,50-52 6,-65 57 0,61-72 6,-102 59 1,72-48-4,19-11-2,18-12 2,1 2 0,-64 53 0,93-65-142,18-14 52,-6 1 29,6-5 26,34-27-3844,-11 4-666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3.067"/>
    </inkml:context>
    <inkml:brush xml:id="br0">
      <inkml:brushProperty name="width" value="0.025" units="cm"/>
      <inkml:brushProperty name="height" value="0.025" units="cm"/>
    </inkml:brush>
  </inkml:definitions>
  <inkml:trace contextRef="#ctx0" brushRef="#br0">1224 14 2096,'27'1'324,"-21"-1"-410,-1 1-1,0-1 0,0 0 1,1-1-1,-1 1 0,0-1 1,9-2-1,-1 0 554,0 0-1,1 1 1,-1 1-1,1 0 1,-1 1-1,1 0 1,-1 1-1,1 1 1,19 4-1,-40 14 5461,-14 23-1670,5-21-3730,2 1 0,1 1 1,-17 40-1,18-38-515,0-1 0,-2 0-1,-26 36 1,-33 38 24,-106 108 0,130-147-24,38-44-5,-1-1 1,-1-1-1,0 0 0,0-1 1,-25 19-1,-22 7 9,3-3 12,-82 69 0,131-97-28,-37 34 4,-2-3 0,-1-1 0,-86 50 0,107-72 3,-49 39-1,-10 7 24,72-52 61,0 1 0,1 0 1,1 0-1,-14 17 0,-17 14-30,24-22-29,11-7 1131,20-23-329,-12 9-809,1 0-1,0 1 1,0-1-1,0 0 1,0 0-1,0 0 1,0 1-1,0-1 1,0 0-1,0 1 1,0-1 0,0 1-1,0 0 1,1-1-1,-1 1 1,0 0-1,0-1 1,2 1-1,39-21 254,-17 5-218,-17 10-39,0 1 1,1 0-1,-1 0 0,1 0 1,0 2-1,0-1 0,1 1 0,18-4 1,1 5 41,1 2 1,-1 0-1,58 10 0,-53-5 32,1-2 0,48-1 1,-24-9 96,0-3 0,73-22 1,-40 9 224,138-20 337,-154 30-687,54-13 81,5-1 134,-127 23-273,4-1 0,-11 5-8,-1 0 0,0 0 0,0 0 0,0 0 0,1 0 0,-1-1 0,0 1 0,0 0 0,0 0 0,0 0 0,1 0 0,-1 1 1,0-1-1,0 0 0,0 0 0,1 0 0,-1 0 0,0 0 0,0 0 0,0 0 0,0 0 0,1 0 0,-1 0 0,0 0 0,0 1 0,0-1 0,0 0 0,1 0 1,-1 0-1,0 0 0,0 0 0,0 1 0,0-1 0,0 0 0,0 0 0,0 0 0,0 0 0,0 1 0,1-1 0,-1 0 0,0 0 0,0 0 0,0 1 0,0-1 0,0 0 1,0 0-1,0 0 0,0 1 0,-5 4 247,5-5-245,-1 0 0,1 0 0,0 0-1,0 0 1,0 0 0,-1 0 0,1 1 0,0-1-1,0 0 1,0 0 0,0 0 0,-1 0 0,1 0-1,0 1 1,0-1 0,0 0 0,0 0 0,0 0-1,0 1 1,-1-1 0,1 0 0,0 0 0,0 0-1,0 1 1,0-1 0,0 0 0,0 0 0,0 1 0,0-1-1,0 0 1,0 0 0,0 0 0,0 1 0,0-1-1,0 0 1,0 0 0,0 1 0,0-1 0,1 0-1,-1 0 1,0 0 0,0 1 0,0-1 0,0 0-1,0 0 1,0 0 0,1 1 0,-1-1 0,0 0 0,0 0-1,0 0 1,0 0 0,1 0 0,-1 0 0,0 1-1,0-1 1,0 0 0,1 0 0,-1 0 0,0 0-1,0 0 1,1 0 0,-1 0 0,10 13 30,-9-11-34,0-1 0,0 0-1,0 1 1,0-1 0,0 0 0,1 1-1,-1-1 1,0 0 0,1 0 0,-1 0-1,0 0 1,1-1 0,-1 1 0,3 1 0,52 20 1,1-2 0,69 15 1,-106-28 38,-20-4 71,-13-2 30,11-1-157,-48-4-1451,45 3 360,0 0 1,1-1-1,-1 0 0,1 0 1,-9-4-1,-24-20-7295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4.922"/>
    </inkml:context>
    <inkml:brush xml:id="br0">
      <inkml:brushProperty name="width" value="0.025" units="cm"/>
      <inkml:brushProperty name="height" value="0.025" units="cm"/>
    </inkml:brush>
  </inkml:definitions>
  <inkml:trace contextRef="#ctx0" brushRef="#br0">1 227 2881,'2'3'425,"0"0"0,0 0 0,1 0 1,-1 0-1,1-1 0,0 1 0,0-1 0,0 1 1,0-1-1,0 0 0,0 0 0,1 0 1,-1-1-1,0 1 0,1-1 0,0 0 1,-1 0-1,1 0 0,0 0 0,0-1 0,5 1 1,4-2 30,1-1 1,-1 0-1,0 0 1,24-9-1,14-2-410,111-14 664,-125 20-621,-2-2 0,1-2 1,-1 0-1,40-21 0,39-13 24,-98 39-105,-14 5 31,0 0 0,0 0-1,0 0 1,0 0 0,0 0 0,1 1-1,-1-1 1,0 1 0,0 0 0,1-1-1,-1 1 1,0 0 0,1 0 0,-1 1 0,0-1-1,1 0 1,-1 1 0,0-1 0,0 1-1,1 0 1,-1 0 0,0 0 0,0 0-1,0 0 1,2 2 0,0-1 58,-1-1 0,0 0-1,0 1 1,1-1 0,-1-1 0,1 1 0,-1 0 0,1-1-1,-1 0 1,1 0 0,-1 0 0,1 0 0,5-1 0,52-13 578,-35 8-280,8-3 429,49-20 0,-52 16-166,47-10-1,-72 20-476,-5 3-173,0-1 0,0 1 0,0-1 0,0 1 0,-1 0-1,1-1 1,0 1 0,0 0 0,0 0 0,0 0 0,0-1 0,0 1 0,0 0 0,0 0 0,0 0 0,0 1 0,0-1 0,0 0 0,0 0 0,0 0 0,-1 1 0,1-1 0,0 0 0,0 1 0,1 0 0,2 3-160,13 10 33,1-7-4852,17 4-26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5.592"/>
    </inkml:context>
    <inkml:brush xml:id="br0">
      <inkml:brushProperty name="width" value="0.025" units="cm"/>
      <inkml:brushProperty name="height" value="0.025" units="cm"/>
    </inkml:brush>
  </inkml:definitions>
  <inkml:trace contextRef="#ctx0" brushRef="#br0">13 98 1088,'3'19'2603,"-2"-5"-2455,-1-14 67,0 1 0,0-1 0,0 0 0,0 0-1,0 1 1,0-1 0,0 0 0,-1 0 0,1 1 0,0-1-1,0 0 1,0 0 0,0 0 0,0 1 0,-1-1 0,1 0-1,0 0 1,0 0 0,0 1 0,0-1 0,-1 0-1,1 0 1,0 0 0,0 0 0,-1 0 0,1 0 0,0 0-1,0 1 1,-1-1 0,1 0 0,0 0 0,0 0 0,-1 0-1,1 0 1,0 0 0,-1 0 0,1-1-59,0 1 0,0 0 0,-1 0 0,1 0 0,0 0 0,0 0 0,-1 0 0,1 0 0,0 0 0,0-1 0,-1 1-1,1 0 1,0 0 0,0 0 0,-1 0 0,1 0 0,0 0 0,0 0 0,-1 0 0,1 1 0,0-1 0,-1 0 0,1 0 0,0 0 0,0 0 0,0 0 0,-1 0 0,1 0 0,0 1 0,0-1 0,-1 0 0,1 0 0,0 0 0,0 0 0,0 1 0,0-1 0,-1 0 0,1 0 0,0 1 0,0-1 0,0 0 0,0 0 0,0 1 0,0-1-1,12 9 1967,21 4-1540,-28-11-518,0-1-1,0 0 1,0-1 0,0 1 0,0-1 0,1 0-1,-1 0 1,0 0 0,0-1 0,9-2-1,53-19 224,-47 14-211,18-6 25,0-1-1,-1-3 1,0-1-1,50-35 1,-86 53-104,1-1 0,-1 1 0,1 0 0,0 0 1,-1 0-1,1 0 0,0 0 0,-1 1 0,1-1 0,0 0 0,0 1 0,0-1 1,3 1-1,-5 0-67,1 0 0,-1 1 0,1-1 1,0 0-1,-1 1 0,1-1 0,-1 1 1,1-1-1,-1 1 0,1-1 0,-1 1 1,1 0-1,-1-1 0,0 1 0,1-1 1,-1 1-1,0 0 0,1-1 0,-1 1 1,0 0-1,0 0 0,0-1 0,0 1 1,0 0-1,0-1 0,0 1 0,0 0 0,0 0 1,0-1-1,0 1 0,0 1 0,3 47-6815,3-18 1648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26.485"/>
    </inkml:context>
    <inkml:brush xml:id="br0">
      <inkml:brushProperty name="width" value="0.025" units="cm"/>
      <inkml:brushProperty name="height" value="0.025" units="cm"/>
    </inkml:brush>
  </inkml:definitions>
  <inkml:trace contextRef="#ctx0" brushRef="#br0">57 14 776,'0'0'84,"1"0"1,-1 0-1,1 0 0,-1 0 0,0 0 0,1 0 1,-1 1-1,0-1 0,1 0 0,-1 0 0,0 0 1,1 0-1,-1 1 0,0-1 0,1 0 0,-1 0 1,0 0-1,1 1 0,-1-1 0,0 0 0,0 1 1,1-1-1,-1 0 0,0 0 0,0 1 0,0-1 1,1 1-1,-1-1 0,0 0 0,0 1 0,0-1 1,0 0-1,0 1 0,0-1 0,0 0 0,0 1 1,0-1-1,0 1 0,0-1 0,0 0 0,0 1 1,0-1-1,0 1 0,0-1 0,0 0 0,0 1 1,-1-1-1,1 0 0,0 1 0,-1 0 327,1 0 1,0 0-1,-1 1 0,0-1 0,1 0 0,-1 0 0,1 0 0,-1 0 1,0-1-1,0 1 0,0 0 0,1 0 0,-1 0 0,0-1 1,0 1-1,-1 0 0,-9 2 2341,-16 5-1344,27-7-1287,-1-1 1,0 0-1,0 1 0,1-1 1,-1 0-1,0 1 0,0-1 1,1 1-1,-1-1 0,1 1 1,-1-1-1,0 1 0,1-1 1,-1 1-1,1 0 0,-1-1 1,1 1-1,-1 0 0,1-1 1,0 1-1,-1 0 0,1 0 1,0 0-1,0 1 946,48-14 1899,-20 10-2703,1-2 0,40-10 0,-47 9-159,1 1-1,41-2 1,-45 5 241,0-1 1,-1 0-1,1-2 1,29-8-1,-45 11-311,0 1 0,0-1 0,0 1 1,1 0-1,-1-1 0,0 1 0,0 1 0,0-1 0,0 0 0,0 1 0,0 0 0,0 0 0,4 1 0,41 21 436,-33-14-113,-14-9-371,-1 1-1,0 0 1,1 0-1,-1 0 1,0-1-1,0 1 1,0 0-1,0 0 0,0 0 1,0 0-1,0 0 1,0-1-1,0 1 1,0 0-1,0 0 1,-1 0-1,1 0 0,0-1 1,0 1-1,-1 0 1,1 0-1,-1-1 1,1 1-1,-1 0 1,1-1-1,-2 2 0,-17 29-3140,16-27 1941,-12 19-5053,-12 13-7147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42.436"/>
    </inkml:context>
    <inkml:brush xml:id="br0">
      <inkml:brushProperty name="width" value="0.025" units="cm"/>
      <inkml:brushProperty name="height" value="0.025" units="cm"/>
    </inkml:brush>
  </inkml:definitions>
  <inkml:trace contextRef="#ctx0" brushRef="#br0">68 70 4833,'-36'-64'8351,"29"58"-6111,9 10-1035,18 33 3209,-16-33-4230,0 0-1,0 1 0,-1-1 1,0 1-1,0 0 1,0 0-1,0 0 0,-1 1 1,0-1-1,0 1 1,-1-1-1,1 1 0,-1 0 1,0-1-1,-1 1 1,1 0-1,-1 0 1,-1 6-1,-7 26 240,6-38-406,1 0 0,0 0 0,-1 0 0,1 0 0,0-1 0,0 1 0,-1 0 0,1-1 1,0 1-1,0-1 0,-1 1 0,0-2 0,2 2-17,-5-2 0,1-1-1,0 1 1,0-1-1,1 0 1,-1 0-1,0-1 0,1 1 1,0-1-1,0 1 1,0-1-1,0 0 1,0 0-1,1-1 1,0 1-1,0 0 0,0-1 1,0 0-1,-1-7 1,4 11-5,-1 0 0,0-1 0,1 1 0,-1 0 0,1-1 0,-1 1 1,1 0-1,-1 0 0,1 0 0,0-1 0,0 1 0,0 0 0,0 0 0,-1 0 1,1 0-1,1 0 0,-1 0 0,0 1 0,0-1 0,0 0 0,0 1 0,1-1 1,-1 0-1,0 1 0,0-1 0,1 1 0,-1 0 0,0-1 0,1 1 0,-1 0 1,1 0-1,1 0 0,-2 0 11,0 0 0,0-1 0,1 1 0,-1 0 1,0 0-1,0 0 0,0 0 0,1 0 0,-1 1 0,0-1 0,0 0 1,0 0-1,0 1 0,0-1 0,0 1 0,0-1 0,1 1 1,-1-1-1,-1 1 0,1 0 0,0-1 0,0 1 0,0 0 0,0 0 1,0 0-1,-1 0 0,1 0 0,0 0 0,-1 0 0,1 0 0,0 0 1,-1 0-1,0 0 0,1 0 0,-1 0 0,1 1 0,-1 2-7,2 16 277,11-39 2,-12 17-353,6-9-26,-7 10 16,1 1 0,-1 0 0,0 0 0,0 0 0,0 0 0,1 0 0,-1-1 0,0 1 0,0 0 0,1 0 0,-1 0 0,0 0 0,0 0 0,1 0 0,-1 0 0,0 0 0,0 0 0,1 0 0,-1 0 0,0 0 0,0 0 0,1 0 0,-1 0 0,0 0 0,1 0 0,-1 0 0,0 1 0,0-1 0,0 0 0,1 0 0,-1 0 0,0 0 0,0 0 0,1 1 0,-1-1 0,0 0 0,0 0 0,0 0 0,0 1 0,1-1 0,-1 0 0,0 0 0,0 1 0,0-1 0,0 0 0,0 0 0,0 1 0,11 22-6110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43.202"/>
    </inkml:context>
    <inkml:brush xml:id="br0">
      <inkml:brushProperty name="width" value="0.025" units="cm"/>
      <inkml:brushProperty name="height" value="0.025" units="cm"/>
    </inkml:brush>
  </inkml:definitions>
  <inkml:trace contextRef="#ctx0" brushRef="#br0">78 7 6089,'-21'-5'9201,"18"4"-6709,10 7-1087,-2-3-1181,31 16 805,-8-5-857,-31-12-62,1 0 0,-1-1 0,1 1-1,-1-1 1,0 1 0,0-1 0,0 0-1,0 0 1,-4 1 0,-20 8 23,22-8-125,1 0-1,0 0 1,0 0 0,-1-1-1,1 1 1,-1-1-1,1-1 1,-1 1 0,0-1-1,1 1 1,-1-1-1,-7-1 1,11 1 3,1 0-1,0-1 1,0 1-1,-1 0 1,1 0-1,0 0 1,0-1-1,-1 1 1,1 0-1,0 0 1,0-1-1,0 1 1,-1 0 0,1 0-1,0-1 1,0 1-1,0 0 1,0-1-1,0 1 1,0 0-1,-1-1 1,1 1-1,0 0 1,0 0-1,0-1 1,0 1-1,0 0 1,0-1 0,0 1-1,0 0 1,0-1-1,1 1 1,-1 0-1,0-1 1,0 1-1,0 0 1,0-1-1,0 1 1,1 0-1,-1 0 1,0-1-1,0 1 1,0 0 0,1 0-1,-1-1 1,0 1-1,1 0 1,13-18 196,-10 13-120,0 1-39,-1 0 0,1 0 0,0 0 0,0 1 0,1 0 0,-1 0 0,1 0 0,0 0 0,-1 1 0,1 0 0,0 0 0,0 0 0,1 0 0,7 0 0,-13 2-13,1 1 0,-1-1 0,1 1 0,-1-1-1,1 1 1,-1-1 0,1 1 0,-1 0-1,0-1 1,1 1 0,-1 0 0,0-1 0,0 1-1,1 0 1,-1-1 0,0 1 0,0 0 0,0 0-1,0-1 1,0 1 0,0 0 0,0 0 0,0-1-1,0 1 1,0 0 0,-1-1 0,1 1-1,0 0 1,-1 1 0,-4 30 251,4-30-241,-1 6 3,4-12-305,1-5-1843,4 2-3382,15-4-2474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17:44.089"/>
    </inkml:context>
    <inkml:brush xml:id="br0">
      <inkml:brushProperty name="width" value="0.025" units="cm"/>
      <inkml:brushProperty name="height" value="0.025" units="cm"/>
    </inkml:brush>
  </inkml:definitions>
  <inkml:trace contextRef="#ctx0" brushRef="#br0">131 83 4441,'-3'-1'1023,"-23"-9"5292,26 10-6220,-1 0 1,1 0-1,0 0 0,-1-1 1,1 1-1,0 0 0,-1 0 1,1 0-1,0 0 0,-1 0 0,1 0 1,0-1-1,0 1 0,-1 0 1,1 0-1,0 0 0,0-1 1,-1 1-1,1 0 0,0 0 1,0-1-1,0 1 0,-1 0 0,1-1 1,0 1-1,0 0 0,0-1 1,0 1-1,0 0 0,0-1 1,0 1-1,0 0 0,0-1 0,0 1 1,0 0-1,0-1 0,0 1 1,0 0-1,0-1 0,0 1 1,0 0-1,0 0 0,0-1 1,0 1-1,0 0 0,1-1 0,-1 1 1,0 0-1,0-1 0,0 1 1,0 0-1,1 0 0,-1-1 1,0 1-1,0 0 0,1 0 0,-1 0 1,0-1-1,1 1 0,-1 0 1,0 0-1,0 0 0,1 0 1,-1 0-1,1-1 0,1 11 2797,4 31-1863,-6-37-965,-1 0 0,0-1 0,0 1 0,0 0 0,-1-1 0,1 1 0,-1-1 0,0 1 0,0-1-1,0 0 1,-1 0 0,1 0 0,-1 0 0,1 0 0,-1 0 0,0-1 0,-3 3 0,4-4-50,1 0 1,-1 0-1,0 0 1,1 0-1,-1-1 1,0 1-1,0-1 1,1 1-1,-1-1 1,0 1-1,0-1 1,0 0-1,0 0 0,0 0 1,1 0-1,-1 0 1,0-1-1,0 1 1,0 0-1,0-1 1,1 1-1,-1-1 1,0 0-1,1 0 0,-1 1 1,0-1-1,1 0 1,-1 0-1,1-1 1,-1 1-1,1 0 1,0 0-1,-1-1 1,1 1-1,0-1 0,0 1 1,-1-2-1,1 0-6,0 1 1,0 0-1,0 0 0,0-1 0,0 1 0,0 0 0,1-1 0,-1 1 0,1-1 0,0 1 0,-1-1 0,1 1 0,0 0 0,1-1 1,-1 1-1,0-1 0,1 1 0,-1-1 0,1 1 0,0 0 0,0-1 0,0 1 0,0 0 0,0 0 0,0 0 0,1-1 0,-1 1 1,1 1-1,-1-1 0,1 0 0,0 0 0,2-1 0,7-8 53,1 1-1,0 1 1,23-14-1,-34 22-51,44-22 452,-45 23-452,0 0-1,0 0 1,1 0-1,-1 0 1,0 0 0,0 0-1,0 0 1,0 0-1,0 0 1,1 0-1,-1 0 1,0 0-1,0 0 1,0 0-1,0 0 1,1 0-1,-1 0 1,0 0 0,0 0-1,0 0 1,0 0-1,0 0 1,1 0-1,-1 0 1,0 1-1,0-1 1,0 0-1,0 0 1,0 0-1,0 0 1,0 0 0,0 0-1,1 1 1,-1-1-1,0 0 1,0 0-1,0 0 1,0 0-1,0 0 1,0 1-1,0-1 1,0 0 0,0 0-1,0 0 1,0 0-1,0 0 1,0 1-1,0-1 1,0 0-1,1 16 359,-4 13 109,3-24-291,-6 26 26,6-30-182,0 0-1,0-1 1,0 1 0,0-1-1,0 1 1,-1 0 0,1-1-1,0 1 1,0-1 0,0 1-1,-1-1 1,1 1 0,0-1-1,-1 1 1,1-1 0,0 1-1,-1-1 1,1 1 0,0-1-1,-1 0 1,1 1 0,-1-1-1,1 0 1,-1 1 0,1-1-1,-1 0 1,1 1 0,-1-1-1,0 0 1,1 0 0,-1 0 0,1 0-1,-1 0 1,1 1 0,-1-1-1,0 0 1,1 0 0,-1 0-1,1-1 1,-1 1 0,0 0-1,-1-1 81,0-1-1,1 0 1,-1 1 0,1-1-1,-1 0 1,1 0-1,0 0 1,0 0 0,0 0-1,0 0 1,0 0-1,0 0 1,0-4 0,2 6 328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68"/>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69"/>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0"/>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1"/>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2"/>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3"/>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4"/>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8"/>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79"/>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0"/>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1"/>
    </inkml:context>
    <inkml:brush xml:id="br0">
      <inkml:brushProperty name="width" value="0.025" units="cm"/>
      <inkml:brushProperty name="height" value="0.025" units="cm"/>
    </inkml:brush>
  </inkml:definitions>
  <inkml:trace contextRef="#ctx0" brushRef="#br0">70 68 6513,'8'-16'4940,"-5"9"-3555,0 0-1,1 0 1,0 0-1,0 0 1,9-9-1,-18 39 1563,2-9-2850,-32 87 6,21-64-76,1 2 1,-10 50-1,7 13-11,16-101-16,1 0 0,-1 0-1,0 0 1,0 0 0,0 0 0,1 0 0,-1-1-1,1 1 1,-1 0 0,1 0 0,-1 0 0,1-1-1,-1 1 1,1 0 0,-1 0 0,1-1 0,0 1-1,-1-1 1,1 1 0,0 0 0,0-1 0,0 1-1,-1-1 1,1 0 0,0 1 0,0-1 0,0 0-1,0 0 1,0 1 0,0-1 0,0 0 0,0 0-1,0 0 1,-1 0 0,3 0 0,42-1 48,-36 1-34,41-2 178,309-27 971,-290 22-517,-75 11-1633,4-3 635,1 1 0,-1-1 1,0 0-1,0 0 0,0 0 1,1 0-1,-1 0 0,0 0 1,0-1-1,0 1 0,0 0 1,-1-1-1,1 0 0,0 0 1,0 1-1,0-1 0,0 0 1,0 0-1,0-1 0,0 1 0,-3-1 1,-25-12-4279</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2"/>
    </inkml:context>
    <inkml:brush xml:id="br0">
      <inkml:brushProperty name="width" value="0.025" units="cm"/>
      <inkml:brushProperty name="height" value="0.025" units="cm"/>
    </inkml:brush>
  </inkml:definitions>
  <inkml:trace contextRef="#ctx0" brushRef="#br0">10 0 9426,'1'30'7964,"0"0"-4096,0 64-1132,-6-33-1825,1-19-767,1 0 0,3 0 0,7 70 0,-6-107-370,0 0 0,0 0 0,0 0 0,1 0 0,0-1 0,0 1 0,5 7 0,-6-11 16,-1 1-1,1-1 1,0 0 0,0 0 0,0 0-1,0-1 1,0 1 0,1 0 0,-1 0-1,0-1 1,0 1 0,0 0-1,1-1 1,-1 1 0,2 0 0,-1-1-247,0 0 0,0 0 0,0 0 0,0-1 0,0 1 1,0 0-1,0-1 0,0 1 0,-1-1 0,1 1 0,0-1 1,0 0-1,-1 0 0,4-2 0,48-34-8110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3"/>
    </inkml:context>
    <inkml:brush xml:id="br0">
      <inkml:brushProperty name="width" value="0.025" units="cm"/>
      <inkml:brushProperty name="height" value="0.025" units="cm"/>
    </inkml:brush>
  </inkml:definitions>
  <inkml:trace contextRef="#ctx0" brushRef="#br0">27 28 4185,'-7'-12'9048,"5"-1"-4000,3 11-2363,2 20-747,6 76-1060,-3-1 0,-9 118 1,1-189-761,-2 0-1,-8 25 1,-3 18 50,15-49-365,16-28-4024,-6 4 2169,42-34-2727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4"/>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5.085"/>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26.552"/>
    </inkml:context>
    <inkml:brush xml:id="br0">
      <inkml:brushProperty name="width" value="0.025" units="cm"/>
      <inkml:brushProperty name="height" value="0.025" units="cm"/>
    </inkml:brush>
  </inkml:definitions>
  <inkml:trace contextRef="#ctx0" brushRef="#br0">75 12 10218,'-6'-2'2585,"3"2"-1017,-6-3-560,0 0-264,6 3-335,0-3-249,0 3-152,6 3-120,-3 5-137,0 10-223,0 12-688,-6 6-1688,-30 35-4306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0:55.77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355 315 4281,'-5'-12'8661,"5"12"-8623,142-43 1128,28-8-1168,135-11 22,230-34-5,-323 80-22,-128 12-37,126-23-1,-173 23 45,-37 4 15,4 22 282,0-18-299,1 0 0,-1 0-1,1-1 1,0 1 0,0-1 0,0 0-1,0 0 1,0-1 0,0 1 0,1-1 0,0 0-1,-1-1 1,10 2 0,12 2-73,45 0 0,-41-3-43,-20-2 19,0 1-1,1 1 1,-1 0-1,0 1 1,0 0-1,14 6 1,-22-8 71,0 0 0,0 1 0,-1-1 0,1 1 0,-1 0 0,1 0 0,-1 0 0,0 0 0,1 0 0,-1 0 0,0 1 0,-1-1 1,1 1-1,0-1 0,-1 1 0,1 0 0,-1-1 0,0 1 0,0 0 0,0 0 0,0 0 0,-1 0 0,1 0 0,-1 0 0,1 0 0,-1 0 0,-1 5 0,1 2 7,-2-1-1,1 0 0,-1 0 1,-1 0-1,0 0 0,0 0 1,-1 0-1,1-1 0,-2 1 1,-8 11-1,4-8 54,0 0 0,-1-1 0,-1-1 1,0 0-1,0 0 0,-13 8 0,-17 7 204,0-2 1,-1-2-1,-53 18 1,78-32-172,-85 31 164,-203 45 1,-113-9-24,322-58-195,-440 45 45,471-53-54,38-4-8,-39 1 1,62-4 3,-1 0 0,0 1 0,1 0 0,-1 0 0,1 0 0,0 1 0,0-1 0,-1 1 0,2 0 0,-5 4 0,-12 7 0,7-4-27,18-8 110,33-10 203,-9 2-167,522-61 55,-358 48-206,68-8-539,-187 20 379,52-7-652,194 5-1,-301 10 778,-1 1-1,1 1 1,31 9 0,-42-10 43,-1 0 1,1 1 0,-1 1 0,0-1 0,0 1-1,0 0 1,-1 0 0,0 1 0,1 0 0,-1 0-1,7 9 1,-12-13 18,0 1-1,0-1 1,0 1-1,0 0 1,0 0-1,0 0 0,-1-1 1,1 1-1,0 0 1,-1 0-1,0 0 1,1 0-1,-1 0 1,0 0-1,0 0 1,0 0-1,0 0 1,-1 0-1,1 0 1,0 0-1,-1 0 0,1 0 1,-1 0-1,0 0 1,0 0-1,1-1 1,-1 1-1,-1 0 1,1-1-1,0 1 1,0 0-1,0-1 1,-1 0-1,1 1 1,-3 1-1,-4 3 16,1 0-1,-1 0 1,0-1 0,0 0-1,0 0 1,-10 3 0,-25 10 127,-1-2-1,-1-2 1,0-2 0,-1-2-1,0-2 1,-49 3 0,-211-7 326,-114 10 217,54 13-550,319-27-17,0-1 0,-87-15 0,103 9-22,-3 1 164,1-2-1,-37-14 1,68 21-221,-1-1 1,1 0-1,0 0 1,0 0-1,0 0 1,0 0-1,0 0 1,-2-5-1,-10-9-29,1 6 1,0 1 1,-1 1 0,-1 0-1,1 1 1,-20-6 0,-18-10 4,51 22-9,0 0 0,0 0 0,0 0 1,0 0-1,0 0 0,0 0 0,1 0 0,-1 0 1,1-1-1,-1 1 0,1 0 0,-1 0 0,1-1 0,-1 1 1,1 0-1,0 0 0,0-1 0,0 1 0,0 0 1,0-1-1,0 1 0,0 0 0,0-1 0,1 1 0,-1-2 1,11-41 3,-8 32-4,1-4-2,0 0-1,1 1 0,1 0 0,15-29 1,-16 35-1,1 1 1,0-1 0,1 1 0,0 0 0,1 1 0,-1-1-1,1 1 1,15-9 0,21-10-29,2 3 0,0 1 0,63-20 0,-12 5 20,132-59-29,240-94-104,-418 172 119,1 1-1,0 3 0,91-11 1,-131 24 21,1 1 0,0 0 1,-1 1-1,1 0 1,0 1-1,-1 1 1,21 6-1,4 5-4,40 21-1,-6-2 4,-10-9 2,1-3 1,1-3-1,1-2 0,79 8 1,-108-14 8,-35-8 0,0 0 0,0 0 0,-1 0 0,1 0 0,-1 0 0,1 0 0,-1 0 0,0 0-1,0 0 1,0 0 0,-2 3 0,3-5-3,-10 21 10,1 1 0,1-1 0,1 1 0,1 1 0,1-1 0,0 1 0,-1 44 0,6-58 2,-1-1 0,0 1 0,-1 0 0,0 0 0,0-1 0,-1 1 0,0-1 0,-1 0 0,-5 12 1,6-16 34,-1 0 0,1 0 0,0 0 0,-1 0 0,0-1 0,0 1 1,0-1-1,0 0 0,-1 0 0,1-1 0,-1 1 0,0-1 0,0 0 1,0 0-1,0-1 0,0 1 0,-7 0 0,-188 26 356,164-26-329,-1-1 0,0-2 0,-55-8 0,60 6-75,0 2 0,0 0 0,0 2 0,-41 7-1,-9-1 12,13-9 427,75 13-1998,-6-9 1298,1 0 1,-1-1-1,1 1 0,-1 0 1,0 0-1,0 0 0,0 0 0,0 0 1,0 0-1,0 0 0,-1 0 1,0 4-1,-16 49-5703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27"/>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38"/>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39"/>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0"/>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1"/>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2"/>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3"/>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4"/>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5"/>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46"/>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50"/>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07.051"/>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19.001"/>
    </inkml:context>
    <inkml:brush xml:id="br0">
      <inkml:brushProperty name="width" value="0.025" units="cm"/>
      <inkml:brushProperty name="height" value="0.025" units="cm"/>
    </inkml:brush>
  </inkml:definitions>
  <inkml:trace contextRef="#ctx0" brushRef="#br0">1 103 4729,'2'-30'4450,"8"-9"-2559,-5 19-185,-4 7 668,2 32-2041,15 36-247,-3 0 0,9 69-1,14 51-28,-37-171-58,13 45 79,-1 2 0,6 56 0,-19-97 22,1 0 1,-1-1-1,-1 1 1,1 0-1,-2-1 0,1 1 1,-7 17-1,8-26-85,-1 1 0,1-1 1,-1 0-1,1 0 0,0 0 0,-1 0 1,1 0-1,0 1 0,0-1 0,0 0 1,0 0-1,0 0 0,0 1 0,0-1 1,1 0-1,-1 0 0,0 0 0,1 2 0,-1-4 28,1 0 0,-1-1-1,0 1 1,0 0 0,0 0-1,0 0 1,-1-1 0,1 1-1,0 0 1,0 0 0,-1 0-1,1 0 1,-1-1 0,1 1-1,-1 0 1,1 0 0,-1 0-1,-1-2 1,-2-5-52,2 6-159,1-1-1,-1 1 1,1-1-1,0 0 1,0 1-1,0-1 1,1 0-1,-1 0 1,1 1-1,-1-1 1,1 0-1,0 0 1,0 0-1,0 0 1,1 1-1,-1-1 1,2-4-1,10-50-4288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20.134"/>
    </inkml:context>
    <inkml:brush xml:id="br0">
      <inkml:brushProperty name="width" value="0.025" units="cm"/>
      <inkml:brushProperty name="height" value="0.025" units="cm"/>
    </inkml:brush>
  </inkml:definitions>
  <inkml:trace contextRef="#ctx0" brushRef="#br0">101 68 5473,'-3'-66'7918,"3"64"-6372,-3 36-718,-56 226-686,46-220-130,8-30-9,2 0 0,-1 0-1,1 1 1,1-1 0,0 1 0,0-1 0,1 1 0,1 0 0,0 16-1,1-26-2,-1 1 0,0-1-1,1 1 1,-1 0 0,1-1-1,-1 1 1,1-1-1,-1 1 1,1-1 0,0 0-1,0 1 1,0-1 0,0 0-1,0 1 1,0-1-1,0 0 1,1 0 0,-1 0-1,0 0 1,0 0 0,1 0-1,-1-1 1,1 1-1,-1 0 1,1-1 0,-1 1-1,1-1 1,-1 1 0,1-1-1,0 0 1,-1 1-1,1-1 1,-1 0 0,1 0-1,0 0 1,2-1 0,7-1 2,-1-1 1,0 0 0,0 0 0,17-9 0,-1 2 3,12-1-4,1 3 1,0 1-1,61-3 0,-51 6 2,71-14 0,-105 15 5,-7 2 4,0-1 0,0 0 1,0 0-1,-1 0 1,1-1-1,0 0 1,-1-1-1,9-5 1,-14 9 56,-1 0 0,1 0 0,0 1 0,-1-1 0,1 0 0,0 1 0,-1-1 0,1 1 0,-1 0 0,1-1 0,-1 1 0,1 0 0,-1 0 0,1 0 0,-1 0 0,0 0 0,3 3 0,-4-4-140,1 1-1,0 0 0,-1-1 1,1 1-1,0 0 0,-1 0 1,1-1-1,-1 1 0,1 0 1,-1 0-1,1 0 0,-1 0 1,0-1-1,0 1 0,1 0 1,-1 2-1,0-3-108,0 1 0,-1 0 0,1-1 0,0 1 0,-1 0-1,1-1 1,0 1 0,-1-1 0,1 1 0,-1-1 0,1 1 0,0-1 0,-1 1 0,0-1-1,1 1 1,-1-1 0,1 0 0,-1 1 0,1-1 0,-1 0 0,0 1 0,1-1 0,-1 0-1,0 0 1,1 0 0,-1 0 0,-1 1 0,-24 2-3404</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20.768"/>
    </inkml:context>
    <inkml:brush xml:id="br0">
      <inkml:brushProperty name="width" value="0.025" units="cm"/>
      <inkml:brushProperty name="height" value="0.025" units="cm"/>
    </inkml:brush>
  </inkml:definitions>
  <inkml:trace contextRef="#ctx0" brushRef="#br0">4 3 4593,'-4'-2'7665,"13"9"-6232,-3 4-1116,-2 1 0,0 0 0,0 0 0,-1 0 0,0 0 0,-1 0 0,1 17 0,5 27-71,-2-12 5,-1 0 0,-2 0 0,-6 82-1,0-65-19,6 68 0,2-78 385,17 73-1,-21-119-30,-1-8 377,5-23-1379,6 7-5556,8 3-559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1:49.822"/>
    </inkml:context>
    <inkml:brush xml:id="br0">
      <inkml:brushProperty name="width" value="0.025" units="cm"/>
      <inkml:brushProperty name="height" value="0.025" units="cm"/>
    </inkml:brush>
  </inkml:definitions>
  <inkml:trace contextRef="#ctx0" brushRef="#br0">75 12 10218,'-6'-2'2585,"3"2"-1017,-6-3-560,0 0-264,6 3-335,0-3-249,0 3-152,6 3-120,-3 5-137,0 10-223,0 12-688,-6 6-1688,-30 35-4306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2.86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77 230 4385,'-6'-30'10207,"5"29"-10089,47-16 1809,28-2-1895,-52 13-18,-1 0 0,1 1 0,1 2 0,31-2 1,218 8 18,217-3 182,-411-5 46,1 4 0,150 18 1,-200-13-251,0-2 0,0-1 0,0-1 0,1-1 0,32-7 0,142-36 79,-151 31-79,363-76 277,-406 86 849,-40 67-923,4 15-103,4 1 1,-23 152 0,11-50-75,16-94-29,-49 192 37,38-156 828,29-123-866,0 0-1,0 1 1,-1-1-1,1 0 1,-1 0-1,1 1 1,-1-1-1,0 0 1,1 0-1,-1 0 1,0 0-1,0 0 1,0 0-1,1 0 1,-1 0-1,0 0 1,0 0-1,-2 0 1,2 0 9,1-1 0,-1 0 0,0 0 0,1 0 0,-1 0 0,1 0 0,-1 0-1,0 0 1,1 0 0,-1 0 0,0 0 0,1 0 0,-1-1 0,0 1 0,1 0 0,-1 0 0,1-1 0,-1 1 0,1 0 0,-1-1 0,1 1 0,-1 0 0,1-1-1,-1 1 1,1-1 0,-1 1 0,1-1 0,-1 1 0,1-1 0,0 1 0,-1-1 0,1-1 0,-9-9 164,0 1 0,0 0 1,-1 1-1,0-1 0,-1 2 0,-21-15 1,16 15-170,1-1 1,-1 2 0,0 0-1,-1 1 1,0 0 0,0 2 0,-31-6-1,-127-3-9,148 12 1,-317 1 25,152 2-17,119-5-1,50 1-3,1 1-1,-1 1 1,1 1-1,-1 1 1,-43 10-1,9 8-12,40-12 6,-1-2-1,1 0 1,-31 5-1,16-7 38,11-2-27,1 0 0,-1 2 1,-33 10-1,-61 20 104,98-27-98,-17 6 50,0-1 0,-45 9 0,65-18 48,1 1 0,-1 1 0,1 0 0,-25 14 0,-27 10-122,81-64 673,-15 33-641,-1 0 0,1 0 0,-1 0 0,1 0 0,-1 0 0,0 0 0,0 0 0,0 0 0,0 0 0,0 1 0,0-1 0,0 0 0,-2-4 0,2 5-15,0 1 0,0-1 0,-1 0 0,1 0 0,-1 0 0,1 0 0,-1 0 0,1 1 0,-1-1 0,1 0 1,-1 0-1,0 1 0,1-1 0,-1 0 0,0 1 0,0-1 0,1 1 0,-1-1 0,0 1 0,0-1 0,0 1 0,0 0 0,0 0 0,0-1 0,1 1 0,-1 0 0,0 0 0,-2 0 0,5-1-7,0 0 0,-1 0-1,1 0 1,-1 0-1,1-1 1,-1 1-1,0 0 1,1 0-1,-1-1 1,0 1 0,0-1-1,0 1 1,0-1-1,0 0 1,0 1-1,-1-1 1,1 0 0,-1 0-1,1 1 1,-1-1-1,1 0 1,-1-2-1,3-6 8,-1 0 0,-1-1 0,2-14 0,-2-44 35,-1-54-63,-1 108 26,-1-1-1,-1 1 0,0-1 0,-1 1 1,-10-25-1,-24-28-13,29 53 9,0 0-1,1-1 1,-12-31 0,19 44-8,1 1 0,-1-1 0,1 0 0,-1 0 0,1 0 0,0 1 0,0-1-1,0 0 1,1 0 0,-1 0 0,1 0 0,-1 1 0,1-1 0,0 0 0,0 1 0,0-1 0,2-3 0,35 36-276,-29-23 282,1 0 0,-1-1 0,1 0 0,1-1 1,-1 0-1,1 0 0,0-1 0,0-1 0,0 0 0,0 0 0,0-1 0,1-1 0,12 1 0,15-2 2,-1-2 0,62-11 0,-12 1-1,160-5 30,141-19 34,-322 27-45,-34 5 12,0-2 1,58-16 0,61-24 41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7.744"/>
    </inkml:context>
    <inkml:brush xml:id="br0">
      <inkml:brushProperty name="width" value="0.025" units="cm"/>
      <inkml:brushProperty name="height" value="0.025" units="cm"/>
    </inkml:brush>
  </inkml:definitions>
  <inkml:trace contextRef="#ctx0" brushRef="#br0">1 16 6793,'0'-1'198,"0"1"-1,0-1 0,0 1 1,0-1-1,0 1 0,-1-1 1,1 1-1,0-1 1,0 1-1,1-1 0,-1 1 1,0-1-1,0 1 0,0-1 1,0 1-1,0-1 0,1 1 1,-1-1-1,0 1 0,0 0 1,0-1-1,1 1 0,-1-1 1,0 1-1,1 0 0,-1-1 1,1 1-1,-1 0 0,0-1 1,1 1-1,-1 0 0,1-1 1,-1 1-1,0 0 0,1 0 1,-1 0-1,1 0 0,-1-1 1,1 1-1,-1 0 0,1 0 1,-1 0-1,1 0 0,0 0 1,0 1-29,1-1 0,-1 1 0,0-1 0,0 1 0,0 0 0,1 0 0,-1-1 0,0 1 1,0 0-1,0 0 0,-1 0 0,1 0 0,0 0 0,0 0 0,0 1 0,-1-1 0,2 2 0,3 13 71,0 1-1,-2-1 0,0 1 0,0 0 0,-2 0 1,0 0-1,-2 29 0,1-17-131,-5 141 90,0-76-229,11 127 0,-3-196-118,1 17-2043,-2-9-2762,-4 13-3049</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8.574"/>
    </inkml:context>
    <inkml:brush xml:id="br0">
      <inkml:brushProperty name="width" value="0.025" units="cm"/>
      <inkml:brushProperty name="height" value="0.025" units="cm"/>
    </inkml:brush>
  </inkml:definitions>
  <inkml:trace contextRef="#ctx0" brushRef="#br0">86 24 5337,'-1'-24'7598,"-1"27"-3587,-2 42-2144,1-21-1545,-32 152 51,22-124-366,2 0 1,-5 75 0,16-123-8,0 0-1,0 0 1,0-1 0,0 1 0,1 0-1,-1 0 1,1 0 0,0 0 0,0 0 0,1-1-1,-1 1 1,1-1 0,-1 1 0,5 5-1,-4-7 2,0 0 0,0 0-1,1 0 1,-1-1-1,0 1 1,1-1-1,-1 1 1,1-1-1,-1 0 1,1 0-1,0 0 1,-1 0 0,1-1-1,0 1 1,-1-1-1,1 0 1,0 0-1,0 0 1,0 0-1,4-1 1,38-5 45,0-3 0,46-15 0,-23 6 117,22-4 365,158-46 479,-246 67-1003,1 0-1,-1 0 0,1 1 1,-1-1-1,1 1 1,-1-1-1,1 1 0,0 0 1,-1 0-1,1 0 1,4 1-1,-7-1-31,0 0 1,0 1-1,1-1 0,-1 0 0,0 0 1,0 0-1,1 0 0,-1 0 1,0 0-1,0 1 0,0-1 1,1 0-1,-1 0 0,0 0 0,0 1 1,0-1-1,0 0 0,1 0 1,-1 0-1,0 1 0,0-1 1,0 0-1,0 0 0,0 1 0,0-1 1,0 0-1,0 0 0,0 1 1,0-1-1,0 0 0,0 1 1,0-1-1,0 0 0,0 0 0,0 1 1,0-1-1,-13 16-3205,-3-8-1506,-21 3-3799</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8.844"/>
    </inkml:context>
    <inkml:brush xml:id="br0">
      <inkml:brushProperty name="width" value="0.025" units="cm"/>
      <inkml:brushProperty name="height" value="0.025" units="cm"/>
    </inkml:brush>
  </inkml:definitions>
  <inkml:trace contextRef="#ctx0" brushRef="#br0">0 1 11747,'0'3'2472,"0"9"-1656,6 3-152,3 11-80,6 7-55,0 3 111,0 5-32,-4 7-224,-2 14-168,-3 6-80,0 7 104,-3 2-184,3-12-48,-3-5-8,0-13-520,9-8-2097,9 26-4200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2:59.846"/>
    </inkml:context>
    <inkml:brush xml:id="br0">
      <inkml:brushProperty name="width" value="0.025" units="cm"/>
      <inkml:brushProperty name="height" value="0.025" units="cm"/>
    </inkml:brush>
  </inkml:definitions>
  <inkml:trace contextRef="#ctx0" brushRef="#br0">6 110 4241,'-3'-11'9129,"3"11"-9063,-1-1 0,1 1 0,0-1 1,0 1-1,-1-1 0,1 1 0,0-1 0,0 1 0,0-1 0,0 1 1,0-1-1,0 1 0,0-1 0,0 1 0,0-1 0,0 1 0,0-1 0,0 1 1,0-1-1,0 1 0,0-1 0,0 1 0,1-1 0,-1 1 0,0-1 1,0 1-1,1-1 0,-1 1 0,0-1 0,1 1 0,-1 0 0,0-1 1,1 1-1,-1-1 0,1 1 0,-1 0 0,0 0 0,1-1 0,-1 1 0,1 0 1,-1 0-1,1-1 0,-1 1 0,1 0 0,16-13 296,0 2 1,0 0-1,1 0 0,28-11 0,-42 20-357,1 0 0,0 1-1,1-1 1,-1 1-1,0 0 1,0 0-1,0 0 1,1 1-1,-1 0 1,0 0-1,1 0 1,-1 1 0,0-1-1,1 1 1,-1 1-1,0-1 1,0 1-1,0 0 1,0 0-1,-1 0 1,1 1-1,0-1 1,4 5 0,14 15 24,0 2 0,-2 1 0,0 1 0,22 37 0,-38-55-28,0-1 1,-1 1-1,0 0 1,-1 0-1,0 0 0,4 14 1,-6-19-1,-1 0 0,1 0 0,-1 0 0,0 1 0,0-1 0,0 0 0,0 0 0,-1 0 0,1 0 0,-1 0 0,0 0 0,0 0 0,0 0 0,0 0 0,0 0 0,-1 0 0,1 0 0,-1-1 0,0 1 0,0-1 0,-3 5 0,-22 15 59,0-1 0,-1-1 1,-1-1-1,0-2 0,-39 17 0,67-31-114,11 1 32,21 5 27,-5-2 0,33 15-8,0 3 0,-2 3 0,90 58 0,-140-82 8,-1 0 0,0 1-1,0 0 1,-1 0 0,0 1 0,1-1 0,-2 1 0,1 0 0,4 8 0,-8-12-2,0 1-1,0-1 1,-1 1 0,1-1 0,0 1-1,-1 0 1,0-1 0,0 1-1,0-1 1,0 1 0,0 0 0,0-1-1,-1 1 1,1-1 0,-1 1-1,1-1 1,-1 1 0,0-1 0,0 1-1,-1-1 1,1 0 0,0 1-1,-1-1 1,1 0 0,-1 0-1,0 0 1,1 0 0,-1 0 0,-4 2-1,-21 19 343,0-1 0,-2-1 0,0-2 0,-47 23 0,-134 50 2291,206-90-2592,-23 6 480,26-8-504,0 0-1,1 0 0,-1 0 0,0 0 1,1 0-1,-1-1 0,0 1 0,1 0 1,-1 0-1,0 0 0,1-1 0,-1 1 1,0 0-1,1-1 0,-1 1 0,1 0 1,-1-1-1,1 1 0,-1-1 0,1 1 1,-1-1-1,1 1 0,-1-1 0,1 0 0,0 1 1,-1-1-1,1 1 0,0-1 0,-1 0 1,1 1-1,0-1 0,0 0 0,0 1 1,-1-3-1,-5-12-191,0-5 571,7 19-647,-1 0-1,1 1 1,-1-1-1,0 0 1,1 0-1,0 1 1,-1-1-1,1 0 1,-1 1-1,1-1 1,0 0-1,0 1 1,-1-1-1,1 1 0,0-1 1,0 1-1,0 0 1,-1-1-1,1 1 1,0 0-1,0-1 1,0 1-1,0 0 1,0 0-1,0 0 1,1 0-1,34-7-7174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0.759"/>
    </inkml:context>
    <inkml:brush xml:id="br0">
      <inkml:brushProperty name="width" value="0.025" units="cm"/>
      <inkml:brushProperty name="height" value="0.025" units="cm"/>
    </inkml:brush>
  </inkml:definitions>
  <inkml:trace contextRef="#ctx0" brushRef="#br0">247 3 7338,'0'0'272,"0"0"1,-1 0 0,1-1 0,0 1 0,0 0 0,-1 0-1,1 0 1,0-1 0,0 1 0,-1 0 0,1 0 0,0 0 0,-1 0-1,1 0 1,0 0 0,-1 0 0,1 0 0,0 0 0,-1 0-1,1 0 1,0 0 0,-1 0 0,1 0 0,0 0 0,-1 0-1,1 0 1,0 0 0,-1 0 0,1 0 0,-1 1 0,-9 9 2316,-4 18-2303,12-26 312,-3 13-271,0 0 0,1 1 0,0-1 0,-2 27 0,4-26-219,-1 1 1,0-1-1,-1 0 1,-10 25-1,-27 61 328,41-102-435,-1 1 0,1 0 0,0-1 0,0 1 0,0 0 0,0 0 0,0-1 0,0 1 0,0 0 0,0-1 0,0 1 0,0 0 0,1-1 0,-1 1 0,0 0 0,0-1 0,1 1 0,-1 0 0,0-1 0,1 1 0,-1-1 0,1 1 0,-1 0 0,0-1 0,1 1 0,-1-1 0,1 0 0,0 1 0,-1-1 0,1 1 0,-1-1 0,1 0 0,0 1 0,-1-1 0,1 0 0,0 0 0,-1 1 0,1-1 0,0 0 0,-1 0 0,1 0 0,0 0 0,-1 0 0,1 0 0,1 0 0,42 1 99,-33-1-89,4-1-3,88 5 39,-91-3-44,1 0 0,-1 2 0,0-1 1,0 2-1,-1-1 0,15 7 1,-23-8-5,0-1 1,0 1 0,0 0 0,-1 0-1,1 0 1,0 0 0,-1 1 0,1-1-1,-1 1 1,0 0 0,0-1 0,0 1-1,0 0 1,0 0 0,0 0 0,-1 0-1,0 1 1,0-1 0,0 0 0,0 1-1,0-1 1,0 0 0,-1 1 0,0-1-1,0 1 1,0 3 0,-1 8-2,-2 0 0,1-1 1,-2 1-1,-9 25 0,6-19 2,1-4 28,-1-1 0,-1 0 1,0-1-1,-2 0 0,1 0 0,-2-1 1,1 0-1,-2-1 0,0 0 1,-24 19-1,13-14 90,0-1 0,-1-1 0,-1-1 0,-1-1 0,-45 18 0,67-31-100,1 1 1,-1-1 0,1 0-1,-1 0 1,0 0 0,1-1-1,-1 1 1,0-1 0,1 0-1,-1 0 1,0 0 0,1 0 0,-1-1-1,0 0 1,1 1 0,-5-3-1,6 2-106,0 0 0,0 0 0,0 0 0,1-1 0,-1 1 0,0-1 0,1 1 0,-1-1 0,1 0 0,0 1 0,-1-1 0,-1-3 0,1 0-524,0 1-1,1-1 1,-1 0-1,1 0 1,0 1-1,0-1 1,0-6-1,-2-67-5882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1.009"/>
    </inkml:context>
    <inkml:brush xml:id="br0">
      <inkml:brushProperty name="width" value="0.025" units="cm"/>
      <inkml:brushProperty name="height" value="0.025" units="cm"/>
    </inkml:brush>
  </inkml:definitions>
  <inkml:trace contextRef="#ctx0" brushRef="#br0">0 122 2473,'12'-12'8921,"6"0"-7256,9-11-161,6 2 56,-1 0-479,4 9-169,-9-3 32,2 9-328,-5 6-280,0 3-216,0 0-112,5 6 0,4 0-8,9-3-208,14 0-1888,131-24-4009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1.742"/>
    </inkml:context>
    <inkml:brush xml:id="br0">
      <inkml:brushProperty name="width" value="0.025" units="cm"/>
      <inkml:brushProperty name="height" value="0.025" units="cm"/>
    </inkml:brush>
  </inkml:definitions>
  <inkml:trace contextRef="#ctx0" brushRef="#br0">491 4 5601,'2'-3'4948,"-4"4"-1740,-9 13-500,-14 23-1559,-101 160 1018,-14 24-1774,110-168-344,-7 10-14,3 2 1,-38 100 0,68-154-33,1-1 0,1 1 0,-1 0 0,2 0 0,-1 0 1,2-1-1,-1 1 0,2 0 0,1 19 0,-1-26-1,1 1 1,-1 0-1,1-1 0,0 1 0,0-1 0,0 0 0,0 1 0,1-1 0,-1 0 1,1 0-1,0-1 0,1 1 0,-1 0 0,1-1 0,-1 0 0,1 0 0,0 0 1,0-1-1,0 1 0,1-1 0,-1 0 0,0 0 0,7 2 0,1-1 12,-1-1 0,0 0 0,1-1 0,-1 0 0,1-1-1,0 0 1,-1-1 0,1 0 0,-1-1 0,0 0 0,1-1-1,-1 0 1,0-1 0,0 0 0,17-10 0,-20 11-2,-1-1 0,1-1 0,-1 0 0,0 0 0,0 0-1,0-1 1,-1 1 0,0-2 0,0 1 0,0-1 0,-1 0 0,0 0 0,0 0 0,-1-1 0,0 0 0,0 0 0,-1 0 0,0 0 0,0 0 0,-1-1 0,1-9-1,-3 11-1,0 0 0,-1 0 0,0 0 0,-1 0 0,1 0-1,-1 0 1,-1 0 0,1 0 0,-1 1 0,0-1 0,-1 1-1,1 0 1,-1 0 0,0 0 0,-1 1 0,0-1 0,1 1-1,-10-7 1,-7-6 52,-1 1 0,0 1-1,-33-18 1,37 24 49,11 5-18,0 0 0,0 1 0,-1 0 0,0 0 0,0 1 0,1 0 0,-2 0 0,-15-3 0,23 6-93,0 0-1,1 1 1,-1-1-1,0 0 1,1 0 0,-1 1-1,0-1 1,1 0-1,-1 1 1,1-1 0,-1 1-1,1-1 1,-1 0-1,1 1 1,-1-1 0,1 1-1,-1 0 1,1-1-1,-1 1 1,1-1-1,0 1 1,0 0 0,-1-1-1,1 1 1,0 0-1,0-1 1,-1 1 0,1 0-1,0-1 1,0 1-1,0 0 1,0-1-1,0 1 1,0 0 0,0-1-1,1 1 1,-1 0-1,0-1 1,0 1 0,0 0-1,1-1 1,0 2-1,12 33-232,-10-29-142,1-1 1,0 1-1,0 0 0,0-1 0,1 0 0,0 0 0,0-1 0,0 1 0,0-1 0,1 0 0,0 0 0,0-1 0,0 0 0,13 5 1,119 33-8108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2.438"/>
    </inkml:context>
    <inkml:brush xml:id="br0">
      <inkml:brushProperty name="width" value="0.025" units="cm"/>
      <inkml:brushProperty name="height" value="0.025" units="cm"/>
    </inkml:brush>
  </inkml:definitions>
  <inkml:trace contextRef="#ctx0" brushRef="#br0">187 1 6577,'-45'7'9337,"35"-2"-5236,30-3-1883,87-8-42,-77 3-2077,-1 1 1,1 1 0,0 2-1,58 8 1,-84-8-101,1 1 0,0-1 0,0 1 0,-1-1 0,1 1 0,-1 1 1,1-1-1,-1 1 0,0-1 0,0 1 0,0 0 0,5 6 0,-7-7 1,-1 0 0,1 1 0,-1-1 0,1 1 0,-1-1 0,0 1 0,0-1 0,0 1 0,0 0 0,-1 0 0,1-1 0,-1 1 0,1 0 0,-1 0 0,0 0 0,0 0 0,-1-1 0,1 1 0,0 0 0,-1 0 0,0 0 0,1-1 0,-3 5 0,-4 9 15,0-1 0,-1 0 1,-1 0-1,0-1 0,-1 0 1,-14 14-1,-79 76 49,62-64-61,-22 21 4,-109 113 17,161-161-24,1 1 0,0-1 0,0 2 0,2-1 0,0 1 0,-10 26 0,16-38 0,1 1 1,0 0 0,0-1-1,0 1 1,0 0 0,1 0-1,-1 0 1,1 0 0,0-1-1,0 1 1,0 0 0,1 0-1,-1 0 1,1 0 0,0-1-1,0 1 1,1 0 0,-1-1 0,1 1-1,-1-1 1,1 1 0,0-1-1,0 0 1,1 0 0,-1 0-1,1 0 1,0 0 0,-1 0-1,1-1 1,0 1 0,0-1-1,1 0 1,6 4 0,1-2 45,0 0 1,1 0-1,0-1 1,0 0-1,0-1 1,0 0-1,0-1 1,1-1-1,20-1 1,112-19 782,-139 19-784,37-7 187,150-31 755,-155 30-690,-1-2-1,0-2 1,35-18 0,-90 30-676,17 1 309,-10 3-1111,1-1 0,0 2-1,0-1 1,-13 7 0,-88 39-4920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07.73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238 283 4689,'-65'-4'18619,"77"7"-18601,8-1 20,1-2 0,-1-1 0,0 0-1,1-2 1,-1 0 0,25-8 0,4 1-39,116-20 128,426-89-48,-518 101-69,31-9 40,198-24 0,-158 50-38,-127-2-8,24-2-1,-39 5-3,0-1 0,0 1 0,0 0 0,0 1 0,0-1 0,0 0 0,0 0 0,0 1-1,0-1 1,-1 1 0,1 0 0,0 0 0,0-1 0,0 1 0,2 2 0,0-1 1,0 0 0,0 0 0,0-1 0,1 0 0,-1 0 0,0 0 0,0 0 0,1-1 0,-1 1 0,1-1 0,-1 0 1,1-1-1,4 0 0,4 1 8,1-1-3,-9 0-5,-1 1-1,1-1 0,-1 1 1,1 0-1,-1 1 0,1-1 1,4 2-1,-25 30 107,11-14-17,1-1 1,1 1-1,0 0 1,2 0-1,0 0 1,1 0-1,0-1 1,7 34-1,-1 28 21,-2 65 73,27 434 713,-24-483-637,-6-61-156,2 0 0,10 53 0,-13-99 1155,1 9-1236,-1 0-1,0 0 0,0 1 0,0-1 1,0 0-1,0 0 0,0 0 1,-1 1-1,1-1 0,-1 0 0,0 0 1,0 1-1,0-1 0,0 1 1,0-1-1,-1 1 0,1-1 1,-1 1-1,1 0 0,-1-1 0,0 1 1,-3-2-1,-5-1-21,1 0 0,-1 1 0,-1 1 0,1-1 0,0 2 0,-1-1 0,1 2 0,-21-2 0,-90 6 6,98-2-7,-453 62-42,338-41 36,48-13-13,-1-3 0,-141-10 0,147 0 13,54 4-5,-1 0-1,1 2 0,-1 1 0,1 2 0,0 1 0,1 2 0,-1 0 1,-52 24-1,49-18 11,-1-2 0,-1-2 0,-55 10 1,79-18-1,-47-2 70,4 15-77,86-50 15,-22 26 7,-2-1 0,1-1 0,-1 0 0,-1 0 0,0 0 1,0-1-1,-1 1 0,-1-1 0,0-1 0,0 1 0,-1 0 1,-1-1-1,1-14 0,-1 5 3,-1 0-1,-1 0 1,0-1-1,-2 1 1,-1 0 0,-10-39-1,-20-93 8,20 82-17,5 31-7,8 46-8,0 1 1,1-1-1,0 1 0,0-1 0,1 1 1,-1-1-1,1 0 0,4 8 0,-5-11 5,0 0 0,0 1 0,0-1 0,1 0 0,-1 0 0,1 0 0,0 0 0,0 0 0,0-1 0,0 1 0,0 0 0,0-1-1,0 1 1,0-1 0,0 0 0,1 0 0,-1 0 0,0 0 0,1 0 0,-1 0 0,5 0 0,16-1 16,1-2 0,-1 0 1,0-1-1,0-2 0,42-13 0,2 0-4,366-63 12,-108 24-25,-150 29 4,-32 7-8,-108 12-23,-7 7 1477,-26 2-1419,-2 0-14,0 0-5,-1 0-60,0 0 1,1 1-1,-1-1 1,0 0-1,0 1 1,1-1-1,-1 1 0,0-1 1,1 1-1,-1-1 1,1 1-1,-1 0 0,1-1 1,-1 1-1,1-1 1,-1 1-1,1 0 0,-1 0 1,1-1-1,0 1 1,-1 0-1,1 0 0,0-1 1,0 1-1,0 2 1,-2 1-495,-10 22-2396,-14 37-2822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1"/>
    </inkml:context>
    <inkml:brush xml:id="br0">
      <inkml:brushProperty name="width" value="0.025" units="cm"/>
      <inkml:brushProperty name="height" value="0.025" units="cm"/>
    </inkml:brush>
  </inkml:definitions>
  <inkml:trace contextRef="#ctx0" brushRef="#br0">75 12 10218,'-6'-2'2585,"3"2"-1017,-6-3-560,0 0-264,6 3-335,0-3-249,0 3-152,6 3-120,-3 5-137,0 10-223,0 12-688,-6 6-1688,-30 35-4306</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2"/>
    </inkml:context>
    <inkml:brush xml:id="br0">
      <inkml:brushProperty name="width" value="0.025" units="cm"/>
      <inkml:brushProperty name="height" value="0.025" units="cm"/>
    </inkml:brush>
  </inkml:definitions>
  <inkml:trace contextRef="#ctx0" brushRef="#br0">1 16 6793,'0'-1'198,"0"1"-1,0-1 0,0 1 1,0-1-1,0 1 0,-1-1 1,1 1-1,0-1 1,0 1-1,1-1 0,-1 1 1,0-1-1,0 1 0,0-1 1,0 1-1,0-1 0,1 1 1,-1-1-1,0 1 0,0 0 1,0-1-1,1 1 0,-1-1 1,0 1-1,1 0 0,-1-1 1,1 1-1,-1 0 0,0-1 1,1 1-1,-1 0 0,1-1 1,-1 1-1,0 0 0,1 0 1,-1 0-1,1 0 0,-1-1 1,1 1-1,-1 0 0,1 0 1,-1 0-1,1 0 0,0 0 1,0 1-29,1-1 0,-1 1 0,0-1 0,0 1 0,0 0 0,1 0 0,-1-1 0,0 1 1,0 0-1,0 0 0,-1 0 0,1 0 0,0 0 0,0 0 0,0 1 0,-1-1 0,2 2 0,3 13 71,0 1-1,-2-1 0,0 1 0,0 0 0,-2 0 1,0 0-1,-2 29 0,1-17-131,-5 141 90,0-76-229,11 127 0,-3-196-118,1 17-2043,-2-9-2762,-4 13-3049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3"/>
    </inkml:context>
    <inkml:brush xml:id="br0">
      <inkml:brushProperty name="width" value="0.025" units="cm"/>
      <inkml:brushProperty name="height" value="0.025" units="cm"/>
    </inkml:brush>
  </inkml:definitions>
  <inkml:trace contextRef="#ctx0" brushRef="#br0">86 24 5337,'-1'-24'7598,"-1"27"-3587,-2 42-2144,1-21-1545,-32 152 51,22-124-366,2 0 1,-5 75 0,16-123-8,0 0-1,0 0 1,0-1 0,0 1 0,1 0-1,-1 0 1,1 0 0,0 0 0,0 0 0,1-1-1,-1 1 1,1-1 0,-1 1 0,5 5-1,-4-7 2,0 0 0,0 0-1,1 0 1,-1-1-1,0 1 1,1-1-1,-1 1 1,1-1-1,-1 0 1,1 0-1,0 0 1,-1 0 0,1-1-1,0 1 1,-1-1-1,1 0 1,0 0-1,0 0 1,0 0-1,4-1 1,38-5 45,0-3 0,46-15 0,-23 6 117,22-4 365,158-46 479,-246 67-1003,1 0-1,-1 0 0,1 1 1,-1-1-1,1 1 1,-1-1-1,1 1 0,0 0 1,-1 0-1,1 0 1,4 1-1,-7-1-31,0 0 1,0 1-1,1-1 0,-1 0 0,0 0 1,0 0-1,1 0 0,-1 0 1,0 0-1,0 1 0,0-1 1,1 0-1,-1 0 0,0 0 0,0 1 1,0-1-1,0 0 0,1 0 1,-1 0-1,0 1 0,0-1 1,0 0-1,0 0 0,0 1 0,0-1 1,0 0-1,0 0 0,0 1 1,0-1-1,0 0 0,0 1 1,0-1-1,0 0 0,0 0 0,0 1 1,0-1-1,-13 16-3205,-3-8-1506,-21 3-3799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4"/>
    </inkml:context>
    <inkml:brush xml:id="br0">
      <inkml:brushProperty name="width" value="0.025" units="cm"/>
      <inkml:brushProperty name="height" value="0.025" units="cm"/>
    </inkml:brush>
  </inkml:definitions>
  <inkml:trace contextRef="#ctx0" brushRef="#br0">0 1 11747,'0'3'2472,"0"9"-1656,6 3-152,3 11-80,6 7-55,0 3 111,0 5-32,-4 7-224,-2 14-168,-3 6-80,0 7 104,-3 2-184,3-12-48,-3-5-8,0-13-520,9-8-2097,9 26-4200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5"/>
    </inkml:context>
    <inkml:brush xml:id="br0">
      <inkml:brushProperty name="width" value="0.025" units="cm"/>
      <inkml:brushProperty name="height" value="0.025" units="cm"/>
    </inkml:brush>
  </inkml:definitions>
  <inkml:trace contextRef="#ctx0" brushRef="#br0">6 110 4241,'-3'-11'9129,"3"11"-9063,-1-1 0,1 1 0,0-1 1,0 1-1,-1-1 0,1 1 0,0-1 0,0 1 0,0-1 0,0 1 1,0-1-1,0 1 0,0-1 0,0 1 0,0-1 0,0 1 0,0-1 0,0 1 1,0-1-1,0 1 0,0-1 0,0 1 0,1-1 0,-1 1 0,0-1 1,0 1-1,1-1 0,-1 1 0,0-1 0,1 1 0,-1 0 0,0-1 1,1 1-1,-1-1 0,1 1 0,-1 0 0,0 0 0,1-1 0,-1 1 0,1 0 1,-1 0-1,1-1 0,-1 1 0,1 0 0,16-13 296,0 2 1,0 0-1,1 0 0,28-11 0,-42 20-357,1 0 0,0 1-1,1-1 1,-1 1-1,0 0 1,0 0-1,0 0 1,1 1-1,-1 0 1,0 0-1,1 0 1,-1 1 0,0-1-1,1 1 1,-1 1-1,0-1 1,0 1-1,0 0 1,0 0-1,-1 0 1,1 1-1,0-1 1,4 5 0,14 15 24,0 2 0,-2 1 0,0 1 0,22 37 0,-38-55-28,0-1 1,-1 1-1,0 0 1,-1 0-1,0 0 0,4 14 1,-6-19-1,-1 0 0,1 0 0,-1 0 0,0 1 0,0-1 0,0 0 0,0 0 0,-1 0 0,1 0 0,-1 0 0,0 0 0,0 0 0,0 0 0,0 0 0,0 0 0,-1 0 0,1 0 0,-1-1 0,0 1 0,0-1 0,-3 5 0,-22 15 59,0-1 0,-1-1 1,-1-1-1,0-2 0,-39 17 0,67-31-114,11 1 32,21 5 27,-5-2 0,33 15-8,0 3 0,-2 3 0,90 58 0,-140-82 8,-1 0 0,0 1-1,0 0 1,-1 0 0,0 1 0,1-1 0,-2 1 0,1 0 0,4 8 0,-8-12-2,0 1-1,0-1 1,-1 1 0,1-1 0,0 1-1,-1 0 1,0-1 0,0 1-1,0-1 1,0 1 0,0 0 0,0-1-1,-1 1 1,1-1 0,-1 1-1,1-1 1,-1 1 0,0-1 0,0 1-1,-1-1 1,1 0 0,0 1-1,-1-1 1,1 0 0,-1 0-1,0 0 1,1 0 0,-1 0 0,-4 2-1,-21 19 343,0-1 0,-2-1 0,0-2 0,-47 23 0,-134 50 2291,206-90-2592,-23 6 480,26-8-504,0 0-1,1 0 0,-1 0 0,0 0 1,1 0-1,-1-1 0,0 1 0,1 0 1,-1 0-1,0 0 0,1-1 0,-1 1 1,0 0-1,1-1 0,-1 1 0,1 0 1,-1-1-1,1 1 0,-1-1 0,1 1 1,-1-1-1,1 1 0,-1-1 0,1 0 0,0 1 1,-1-1-1,1 1 0,0-1 0,-1 0 1,1 1-1,0-1 0,0 0 0,0 1 1,-1-3-1,-5-12-191,0-5 571,7 19-647,-1 0-1,1 1 1,-1-1-1,0 0 1,1 0-1,0 1 1,-1-1-1,1 0 1,-1 1-1,1-1 1,0 0-1,0 1 1,-1-1-1,1 1 0,0-1 1,0 1-1,0 0 1,-1-1-1,1 1 1,0 0-1,0-1 1,0 1-1,0 0 1,0 0-1,0 0 1,1 0-1,34-7-7174</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6"/>
    </inkml:context>
    <inkml:brush xml:id="br0">
      <inkml:brushProperty name="width" value="0.025" units="cm"/>
      <inkml:brushProperty name="height" value="0.025" units="cm"/>
    </inkml:brush>
  </inkml:definitions>
  <inkml:trace contextRef="#ctx0" brushRef="#br0">247 3 7338,'0'0'272,"0"0"1,-1 0 0,1-1 0,0 1 0,0 0 0,-1 0-1,1 0 1,0-1 0,0 1 0,-1 0 0,1 0 0,0 0 0,-1 0-1,1 0 1,0 0 0,-1 0 0,1 0 0,0 0 0,-1 0-1,1 0 1,0 0 0,-1 0 0,1 0 0,0 0 0,-1 0-1,1 0 1,0 0 0,-1 0 0,1 0 0,-1 1 0,-9 9 2316,-4 18-2303,12-26 312,-3 13-271,0 0 0,1 1 0,0-1 0,-2 27 0,4-26-219,-1 1 1,0-1-1,-1 0 1,-10 25-1,-27 61 328,41-102-435,-1 1 0,1 0 0,0-1 0,0 1 0,0 0 0,0 0 0,0-1 0,0 1 0,0 0 0,0-1 0,0 1 0,0 0 0,1-1 0,-1 1 0,0 0 0,0-1 0,1 1 0,-1 0 0,0-1 0,1 1 0,-1-1 0,1 1 0,-1 0 0,0-1 0,1 1 0,-1-1 0,1 0 0,0 1 0,-1-1 0,1 1 0,-1-1 0,1 0 0,0 1 0,-1-1 0,1 0 0,0 0 0,-1 1 0,1-1 0,0 0 0,-1 0 0,1 0 0,0 0 0,-1 0 0,1 0 0,1 0 0,42 1 99,-33-1-89,4-1-3,88 5 39,-91-3-44,1 0 0,-1 2 0,0-1 1,0 2-1,-1-1 0,15 7 1,-23-8-5,0-1 1,0 1 0,0 0 0,-1 0-1,1 0 1,0 0 0,-1 1 0,1-1-1,-1 1 1,0 0 0,0-1 0,0 1-1,0 0 1,0 0 0,0 0 0,-1 0-1,0 1 1,0-1 0,0 0 0,0 1-1,0-1 1,0 0 0,-1 1 0,0-1-1,0 1 1,0 3 0,-1 8-2,-2 0 0,1-1 1,-2 1-1,-9 25 0,6-19 2,1-4 28,-1-1 0,-1 0 1,0-1-1,-2 0 0,1 0 0,-2-1 1,1 0-1,-2-1 0,0 0 1,-24 19-1,13-14 90,0-1 0,-1-1 0,-1-1 0,-1-1 0,-45 18 0,67-31-100,1 1 1,-1-1 0,1 0-1,-1 0 1,0 0 0,1-1-1,-1 1 1,0-1 0,1 0-1,-1 0 1,0 0 0,1 0 0,-1-1-1,0 0 1,1 1 0,-5-3-1,6 2-106,0 0 0,0 0 0,0 0 0,1-1 0,-1 1 0,0-1 0,1 1 0,-1-1 0,1 0 0,0 1 0,-1-1 0,-1-3 0,1 0-524,0 1-1,1-1 1,-1 0-1,1 0 1,0 1-1,0-1 1,0-6-1,-2-67-5882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7"/>
    </inkml:context>
    <inkml:brush xml:id="br0">
      <inkml:brushProperty name="width" value="0.025" units="cm"/>
      <inkml:brushProperty name="height" value="0.025" units="cm"/>
    </inkml:brush>
  </inkml:definitions>
  <inkml:trace contextRef="#ctx0" brushRef="#br0">0 122 2473,'12'-12'8921,"6"0"-7256,9-11-161,6 2 56,-1 0-479,4 9-169,-9-3 32,2 9-328,-5 6-280,0 3-216,0 0-112,5 6 0,4 0-8,9-3-208,14 0-1888,131-24-4009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8"/>
    </inkml:context>
    <inkml:brush xml:id="br0">
      <inkml:brushProperty name="width" value="0.025" units="cm"/>
      <inkml:brushProperty name="height" value="0.025" units="cm"/>
    </inkml:brush>
  </inkml:definitions>
  <inkml:trace contextRef="#ctx0" brushRef="#br0">491 4 5601,'2'-3'4948,"-4"4"-1740,-9 13-500,-14 23-1559,-101 160 1018,-14 24-1774,110-168-344,-7 10-14,3 2 1,-38 100 0,68-154-33,1-1 0,1 1 0,-1 0 0,2 0 0,-1 0 1,2-1-1,-1 1 0,2 0 0,1 19 0,-1-26-1,1 1 1,-1 0-1,1-1 0,0 1 0,0-1 0,0 0 0,0 1 0,1-1 0,-1 0 1,1 0-1,0-1 0,1 1 0,-1 0 0,1-1 0,-1 0 0,1 0 0,0 0 1,0-1-1,0 1 0,1-1 0,-1 0 0,0 0 0,7 2 0,1-1 12,-1-1 0,0 0 0,1-1 0,-1 0 0,1-1-1,0 0 1,-1-1 0,1 0 0,-1-1 0,0 0 0,1-1-1,-1 0 1,0-1 0,0 0 0,17-10 0,-20 11-2,-1-1 0,1-1 0,-1 0 0,0 0 0,0 0-1,0-1 1,-1 1 0,0-2 0,0 1 0,0-1 0,-1 0 0,0 0 0,0 0 0,-1-1 0,0 0 0,0 0 0,-1 0 0,0 0 0,0 0 0,-1-1 0,1-9-1,-3 11-1,0 0 0,-1 0 0,0 0 0,-1 0 0,1 0-1,-1 0 1,-1 0 0,1 0 0,-1 1 0,0-1 0,-1 1-1,1 0 1,-1 0 0,0 0 0,-1 1 0,0-1 0,1 1-1,-10-7 1,-7-6 52,-1 1 0,0 1-1,-33-18 1,37 24 49,11 5-18,0 0 0,0 1 0,-1 0 0,0 0 0,0 1 0,1 0 0,-2 0 0,-15-3 0,23 6-93,0 0-1,1 1 1,-1-1-1,0 0 1,1 0 0,-1 1-1,0-1 1,1 0-1,-1 1 1,1-1 0,-1 1-1,1-1 1,-1 0-1,1 1 1,-1-1 0,1 1-1,-1 0 1,1-1-1,-1 1 1,1-1-1,0 1 1,0 0 0,-1-1-1,1 1 1,0 0-1,0-1 1,-1 1 0,1 0-1,0-1 1,0 1-1,0 0 1,0-1-1,0 1 1,0 0 0,0-1-1,1 1 1,-1 0-1,0-1 1,0 1 0,0 0-1,1-1 1,0 2-1,12 33-232,-10-29-142,1-1 1,0 1-1,0 0 0,0-1 0,1 0 0,0 0 0,0-1 0,0 1 0,0-1 0,1 0 0,0 0 0,0-1 0,0 0 0,13 5 1,119 33-8108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3.549"/>
    </inkml:context>
    <inkml:brush xml:id="br0">
      <inkml:brushProperty name="width" value="0.025" units="cm"/>
      <inkml:brushProperty name="height" value="0.025" units="cm"/>
    </inkml:brush>
  </inkml:definitions>
  <inkml:trace contextRef="#ctx0" brushRef="#br0">187 1 6577,'-45'7'9337,"35"-2"-5236,30-3-1883,87-8-42,-77 3-2077,-1 1 1,1 1 0,0 2-1,58 8 1,-84-8-101,1 1 0,0-1 0,0 1 0,-1-1 0,1 1 0,-1 1 1,1-1-1,-1 1 0,0-1 0,0 1 0,0 0 0,5 6 0,-7-7 1,-1 0 0,1 1 0,-1-1 0,1 1 0,-1-1 0,0 1 0,0-1 0,0 1 0,0 0 0,-1 0 0,1-1 0,-1 1 0,1 0 0,-1 0 0,0 0 0,0 0 0,-1-1 0,1 1 0,0 0 0,-1 0 0,0 0 0,1-1 0,-3 5 0,-4 9 15,0-1 0,-1 0 1,-1 0-1,0-1 0,-1 0 1,-14 14-1,-79 76 49,62-64-61,-22 21 4,-109 113 17,161-161-24,1 1 0,0-1 0,0 2 0,2-1 0,0 1 0,-10 26 0,16-38 0,1 1 1,0 0 0,0-1-1,0 1 1,0 0 0,1 0-1,-1 0 1,1 0 0,0-1-1,0 1 1,0 0 0,1 0-1,-1 0 1,1 0 0,0-1-1,0 1 1,1 0 0,-1-1 0,1 1-1,-1-1 1,1 1 0,0-1-1,0 0 1,1 0 0,-1 0-1,1 0 1,0 0 0,-1 0-1,1-1 1,0 1 0,0-1-1,1 0 1,6 4 0,1-2 45,0 0 1,1 0-1,0-1 1,0 0-1,0-1 1,0 0-1,0-1 1,1-1-1,20-1 1,112-19 782,-139 19-784,37-7 187,150-31 755,-155 30-690,-1-2-1,0-2 1,35-18 0,-90 30-676,17 1 309,-10 3-1111,1-1 0,0 2-1,0-1 1,-13 7 0,-88 39-4920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27.18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12 21 9538,'-11'-21'11018,"16"21"-11018,-10 0-504</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34.74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101 170 2737,'-27'7'13880,"-11"27"-11354,51-17-1014,-7-11-1313,0-1 0,1 1-1,0-1 1,0 0 0,1-1 0,-1 1 0,1-2-1,0 1 1,0-1 0,12 3 0,11 3 338,44 4 1,-41-9-364,1-1 0,-1-3 0,0 0 0,43-7 0,138-32 386,-152 26-282,249-57 363,185-33-132,-414 90-414,0 4 1,1 4-1,144 9 0,-216-4-71,-1 0 0,1-1-1,-1-1 1,1 0-1,-1 0 1,0-1 0,0 0-1,0-1 1,13-6-1,-8 3-8,1 1 0,27-6 0,-43 12-15,-1-1 0,1 1 0,-1 0 0,1 0 0,0 0 1,-1 0-1,1-1 0,-1 1 0,1 0 0,0 0 1,-1 0-1,1 0 0,-1 0 0,1 1 0,-1-1 0,1 0 1,0 0-1,-1 0 0,1 0 0,-1 1 0,1-1 1,-1 0-1,1 0 0,-1 1 0,1-1 0,-1 1 0,1-1 1,-1 0-1,1 1 0,-2 17-1,-1 1 29,-17 646 717,18-645-712,-2 19 13,2 0-1,2 0 0,1 0 1,2 0-1,10 39 0,-5-57 27,-4-19 183,-4-11 308,-10 2-367,0 1 1,-1 0-1,1 0 0,-13-5 0,1 4-195,1 1-1,-1 1 0,0 1 1,0 0-1,0 2 0,0 0 1,0 2-1,-1 0 0,1 2 1,-31 5-1,-27 8 2,-108 37 0,149-41-2,-181 60-7,-248 63-18,277-104 26,103-18 3,-140 38-1,210-47 1,0-1-1,1 0 0,-1-1 1,0-1-1,0-1 0,0 0 1,0-1-1,-26-7 0,-1 2-7,-41-6 18,82 13-13,0-1 0,0 1-1,0-1 1,0 0-1,0 0 1,0-1-1,1 1 1,-1-1-1,0 1 1,1-1-1,-1 0 1,1 0-1,-1 0 1,1 0-1,0 0 1,0 0-1,0-1 1,0 1-1,-1-4 1,-2-3 2,0-1 1,1 0-1,0-1 1,-3-11-1,-5-16 3,3 18-4,2 0-1,0-1 1,1 0 0,1 0 0,2 0 0,-1-1-1,2 1 1,1-34 0,6-37 2,-1 28 2,-2-1 0,-11-91 1,9 156-20,1 0 0,-1 0 0,0 0 0,0 0 1,0 0-1,0 0 0,0 0 0,0 0 1,1 0-1,-1 0 0,0 0 0,0 0 1,0 0-1,0 0 0,0 0 0,0 0 1,1 0-1,-1 0 0,0 0 0,0-1 1,0 1-1,0 0 0,0 0 0,0 0 1,0 0-1,1 0-26,-1 0 27,0 0-1,0 0 0,0-1 0,0 1 1,0 0-1,0 0 0,0 0 0,0 0 1,0 0-1,0 0 0,0-1 0,0 1 1,0 0-1,0 0 0,0 0 0,0 0 1,0 0-1,0 0 0,0-1 0,0 1 1,0 0-1,16 8-887,-6-6 317,39 7-6628,-35-11 6489</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39.990"/>
    </inkml:context>
    <inkml:brush xml:id="br0">
      <inkml:brushProperty name="width" value="0.025" units="cm"/>
      <inkml:brushProperty name="height" value="0.025" units="cm"/>
    </inkml:brush>
  </inkml:definitions>
  <inkml:trace contextRef="#ctx0" brushRef="#br0">44 160 5265,'-6'-31'5621,"1"2"-3374,-8-35 457,5 48-1885,7 15-694,0-1 0,0 1 0,0 0 0,0-1 0,0 1-1,1-1 1,-1 1 0,1 0 0,-1-1 0,1 1 0,-1-4 0,1 5-87,0 0 1,0 0-1,0 0 1,0 0-1,0 1 1,0-1-1,0 0 1,0 0-1,0 0 1,0 0-1,0 0 1,-1 0-1,1 0 1,0 0-1,0 0 1,0 0-1,0 0 1,0 0-1,0 0 1,0 0-1,0 0 1,0 0-1,0 0 1,0 0-1,0 0 1,0 0-1,0 0 1,0 0-1,-1 0 1,1 0-1,0 0 1,0 0 0,0 0-1,0 0 1,0 0-1,0 0 1,0 0-1,0 0 1,0 0-1,1 14 267,6 7-91,-1 0 0,-1 0 0,-1 1 0,3 36 1,-5-37-155,29 504 157,-21-273-152,-4-150-49,-6-103-102,4-35 269,9 0-3054,18-11-2565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0.754"/>
    </inkml:context>
    <inkml:brush xml:id="br0">
      <inkml:brushProperty name="width" value="0.025" units="cm"/>
      <inkml:brushProperty name="height" value="0.025" units="cm"/>
    </inkml:brush>
  </inkml:definitions>
  <inkml:trace contextRef="#ctx0" brushRef="#br0">69 37 4049,'-9'-25'6153,"9"24"-6010,0 1 1,0-1 0,-1 1-1,1-1 1,0 1-1,0-1 1,0 1 0,0-1-1,-1 1 1,1-1-1,0 1 1,-1-1 0,1 1-1,0 0 1,-1-1-1,1 1 1,0-1 0,-1 1-1,1 0 1,-1-1-1,1 1 1,-1 0 0,1 0-1,-1-1 1,1 1-1,-1 0 1,1 0 0,-1 0-1,1 0 1,-1-1 0,1 1-1,-1 0 1,1 0-1,-1 0 1,1 0 0,-1 0-1,0 0 1,1 1-1,-1-1 1,1 0 0,-1 0-1,0 0 1,1 4 48,-1 0 0,1 0 0,0 0 0,-1 0 0,2 0 0,-1 0 0,0-1 0,2 7 0,0 4-10,-2 44-47,-3-1 0,-17 94 0,11-97-113,3-1 1,1 1-1,4 65 0,2-100-16,2 0 0,6 27 0,-7-38-4,0-1-1,1 0 0,0 1 0,0-1 1,1 0-1,0-1 0,0 1 0,8 9 1,-10-14 0,-1-1 1,1 1 0,0-1-1,0 0 1,0 1 0,-1-1 0,1 0-1,0 0 1,0-1 0,1 1-1,-1 0 1,0-1 0,0 1-1,0-1 1,0 1 0,1-1 0,-1 0-1,0 0 1,0 0 0,0-1-1,4 1 1,3-2 40,0-1 1,1 0-1,13-6 1,-8 3-8,34-13 7,21-8 33,83-21 1,172-17 72,-267 44-16,-59 19-13,-9 1-72,-15 1-1366,4 3-1743,-26 0-2572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1.023"/>
    </inkml:context>
    <inkml:brush xml:id="br0">
      <inkml:brushProperty name="width" value="0.025" units="cm"/>
      <inkml:brushProperty name="height" value="0.025" units="cm"/>
    </inkml:brush>
  </inkml:definitions>
  <inkml:trace contextRef="#ctx0" brushRef="#br0">62 1 13179,'-4'2'431,"0"1"0,0 0 0,1 0 0,-1 1 0,1-1 0,-1 1 0,1-1 0,0 1 0,1 0 0,-1 0 0,-2 5 1,2-1-276,0-1 0,0 1 1,0 0-1,1 0 1,1 0-1,-2 8 0,2 5-176,1 0 0,1 0-1,0 0 1,6 26-1,16 61 710,41 114 1,-24-93-601,-37-116-479,1 0-1,1-1 1,0 1-1,0-1 1,1-1-1,11 16 1,-17-26 175,1 0 0,-1-1 0,1 1 0,0 0 0,0 0 0,-1-1 0,1 1 0,0 0 1,0-1-1,0 1 0,0-1 0,0 1 0,-1-1 0,1 0 0,0 1 0,0-1 1,0 0-1,0 1 0,0-1 0,0 0 0,0 0 0,1 0 0,0 0 0,43-15-10426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1.707"/>
    </inkml:context>
    <inkml:brush xml:id="br0">
      <inkml:brushProperty name="width" value="0.025" units="cm"/>
      <inkml:brushProperty name="height" value="0.025" units="cm"/>
    </inkml:brush>
  </inkml:definitions>
  <inkml:trace contextRef="#ctx0" brushRef="#br0">0 137 5641,'2'-45'7041,"-2"37"-6475,1 0-1,0 1 1,1-1 0,-1 1 0,1 0 0,1-1 0,3-6 0,-4 11-472,0 1-1,0 0 1,0 0 0,0 1 0,0-1-1,0 0 1,1 1 0,-1 0 0,1-1-1,-1 1 1,1 0 0,-1 0 0,1 0-1,0 1 1,-1-1 0,1 0-1,0 1 1,0 0 0,-1 0 0,5 0-1,4 0-85,-1 0 0,0 1 0,0 1 0,13 2 0,-13-1-9,0 0 0,0 1 0,0 0 0,-1 1 0,1 0 0,-1 1-1,0 0 1,-1 0 0,1 0 0,7 10 0,-11-12 2,-1 1 1,1 0-1,-2 0 1,1 1-1,0-1 1,-1 1-1,0 0 1,0 0-1,-1 0 1,1 0-1,-2 0 1,1 0 0,0 1-1,-1-1 1,0 1-1,-1-1 1,0 13-1,-2-4 20,-1 0-1,0-1 1,-1 1-1,0-1 1,-2 0-1,1-1 1,-2 1-1,0-1 1,-16 23-1,25-37-19,-1 0 0,0 1-1,0-1 1,1 0-1,-1 1 1,1 0 0,-1-1-1,0 1 1,1 0-1,-1-1 1,1 1-1,-1 0 1,1 0 0,-1 0-1,1 1 1,2-1-1,29 8 12,-4 8-16,-1 0-1,0 2 1,-1 1 0,28 26 0,-52-42 3,4 3-4,0 0-1,-1 1 0,0 0 0,0 0 0,0 0 1,-1 1-1,0-1 0,-1 1 0,0 1 0,5 11 0,-8-17 35,0 0-1,0 0 1,0 0-1,-1 1 1,1-1-1,-1 0 0,0 0 1,0 1-1,0-1 1,0 0-1,-1 1 1,1-1-1,-1 0 0,0 0 1,0 1-1,0-1 1,0 0-1,0 0 0,-1 0 1,1 0-1,-1-1 1,0 1-1,0 0 1,0-1-1,0 1 0,-1-1 1,1 1-1,-1-1 1,1 0-1,-1 0 1,-4 2-1,-1 0 166,1 0 1,-1-1-1,0 0 0,0 0 1,0-1-1,-1 0 0,1 0 0,0-1 1,-9 1-1,-11-2 186,-39-4 0,22 1-361,22 1-104,-10-1 339,28 4-998,14 2-1174,15-2-1206,35-1-1749</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2.327"/>
    </inkml:context>
    <inkml:brush xml:id="br0">
      <inkml:brushProperty name="width" value="0.025" units="cm"/>
      <inkml:brushProperty name="height" value="0.025" units="cm"/>
    </inkml:brush>
  </inkml:definitions>
  <inkml:trace contextRef="#ctx0" brushRef="#br0">109 7 5601,'0'-2'9072,"-3"-2"-4862,1 6-4003,0 0 0,0 0 0,1 0 0,-1 1 0,1-1 0,-1 1 0,1-1 0,0 1 0,0-1 0,0 1 0,0 0 0,0-1 0,0 1 0,0 5 0,-4 9 171,-26 59 111,20-54-452,1 1 0,1 0-1,-8 34 1,17-55-38,-1 1-1,1-1 1,-1 0-1,1 0 0,0 0 1,0 0-1,0 1 1,0-1-1,0 0 1,1 0-1,-1 0 0,1 1 1,-1-1-1,1 0 1,0 0-1,-1 0 1,1 0-1,0 0 0,1 0 1,-1-1-1,0 1 1,1 0-1,-1 0 1,0-1-1,3 2 1,-1-1 0,1 0 1,-1 0 0,1-1-1,-1 1 1,1-1 0,-1 0-1,1 0 1,0-1 0,0 1-1,-1-1 1,1 0 0,0 0 0,0 0-1,4-1 1,217-26 71,-201 25-74,1-1-33,39 1 1,-58 2 26,1 0-1,-1 1 1,0 0 0,1 0-1,-1 1 1,0-1 0,0 1 0,0 1-1,0-1 1,0 1 0,7 5-1,-10-5 8,0 0 0,0 1-1,0-1 1,0 1 0,-1 0-1,1-1 1,-1 1 0,0 0-1,0 1 1,-1-1 0,1 0-1,-1 0 1,0 1 0,0-1-1,0 1 1,-1-1 0,0 1-1,0-1 1,0 7 0,-1 8 14,-1-1 1,0 0 0,-7 23-1,-9 20 2,-39 87 0,11-35 5,46-110-26,-1 0 1,0-1-1,0 1 0,0 0 1,-1-1-1,1 1 1,0-1-1,-1 0 0,0 1 1,0-1-1,1 0 0,-1 0 1,-4 3-1,6-5-80,-1 0 1,1 0-1,-1 0 0,1 0 0,-1 1 1,0-1-1,1 0 0,-1 0 0,0 0 0,1 0 1,-1-1-1,1 1 0,-1 0 0,0 0 1,1 0-1,-1 0 0,1-1 0,-1 1 1,1 0-1,-1 0 0,1-1 0,-1 1 1,1 0-1,-1-1 0,0 0 0,-2-2-805,1 0 0,-1 0 0,1 0 0,0 0-1,0 0 1,-3-7 0,-22-52-8054</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2.628"/>
    </inkml:context>
    <inkml:brush xml:id="br0">
      <inkml:brushProperty name="width" value="0.025" units="cm"/>
      <inkml:brushProperty name="height" value="0.025" units="cm"/>
    </inkml:brush>
  </inkml:definitions>
  <inkml:trace contextRef="#ctx0" brushRef="#br0">0 123 11106,'1'-4'236,"0"0"0,1 0 0,0 1 0,-1-1 0,1 0 0,0 1 0,1 0 0,-1-1 0,0 1 0,1 0 0,0 0 0,0 0 0,0 1 0,0-1 0,0 1 0,1 0 0,-1-1 0,1 2 0,-1-1 0,1 0 0,0 1 0,-1-1 0,1 1 0,5-1 0,0 0-22,1 1-1,0 0 0,0 0 0,0 1 1,0 0-1,0 1 0,0 0 0,15 4 0,-7-1 107,0-1 0,0 0 0,1-2 0,-1 0 0,0-1 0,0-1-1,1-1 1,-1 0 0,0-2 0,0 0 0,-1 0 0,33-14 0,-37 13-513,0-1 310,1 1-1,0 0 1,0 1-1,26-4 1,-36 8-307,0 0-1,1 0 1,-1 0 0,0 0-1,0 1 1,0 0 0,1-1-1,-1 1 1,0 1 0,0-1-1,0 1 1,0-1-1,-1 1 1,1 0 0,0 1-1,-1-1 1,0 1 0,1-1-1,-1 1 1,0 0 0,0 0-1,2 4 1,33 46-5871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4.132"/>
    </inkml:context>
    <inkml:brush xml:id="br0">
      <inkml:brushProperty name="width" value="0.025" units="cm"/>
      <inkml:brushProperty name="height" value="0.025" units="cm"/>
    </inkml:brush>
  </inkml:definitions>
  <inkml:trace contextRef="#ctx0" brushRef="#br0">16 170 8834,'-13'-2'3829,"11"-3"-1124,18-12-23,-9 12-2447,1-3 129,20-17 217,0 2 0,37-24 0,-57 42-585,0 0 1,0 1 0,0 0-1,1 0 1,-1 1 0,1 0-1,0 1 1,0 0 0,0 0-1,0 0 1,1 2 0,-1-1-1,0 1 1,11 1 0,-12 1 4,1 1 1,-1-1 0,0 2-1,0-1 1,0 1 0,0 0-1,-1 1 1,1 0-1,-1 0 1,11 10 0,8 11 11,28 34 0,-35-39-11,-16-16 1,1 0 0,-1 1 0,0-1-1,0 1 1,0-1 0,-1 1 0,0 0 0,0 0-1,0 0 1,-1 0 0,0 0 0,0 0-1,-1 0 1,1 0 0,-1 1 0,-1-1 0,1 0-1,-1 0 1,0 0 0,-2 8 0,-4 8 16,0 1 0,-2-1 0,-21 40 0,-36 60 73,-39 77 552,83-144-402,20-51-208,1 1-1,0-1 1,0 1-1,0-1 1,1 0-1,0 1 1,0-1-1,0 1 1,0-1 0,2 8-1,-2-11-2,1-1 0,-1 1 0,0-1-1,1 1 1,-1-1 0,1 1 0,-1-1 0,1 0 0,-1 1-1,1-1 1,0 1 0,-1-1 0,1 0 0,-1 0 0,1 1-1,0-1 1,-1 0 0,1 0 0,0 0 0,-1 0 0,1 0 0,0 0-1,-1 0 1,1 0 0,0 0 0,-1 0 0,1 0 0,0 0-1,-1 0 1,1 0 0,0-1 0,30-7 771,-17 4-459,627-111 1593,-623 113-1892,8 0-9,-21 3-30,0-1 0,0 0 0,0-1 0,0 1 0,0-1 1,0 0-1,0 0 0,0-1 0,5-2 0,-5-1-1057,-3 11-2441,4 3-2059</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5.536"/>
    </inkml:context>
    <inkml:brush xml:id="br0">
      <inkml:brushProperty name="width" value="0.025" units="cm"/>
      <inkml:brushProperty name="height" value="0.025" units="cm"/>
    </inkml:brush>
  </inkml:definitions>
  <inkml:trace contextRef="#ctx0" brushRef="#br0">546 77 6017,'0'-2'421,"0"-1"1,1 1-1,-1-1 0,0 1 0,1 0 0,-1 0 0,1-1 1,0 1-1,0 0 0,0 0 0,2-3 0,0 1-306,0 0-1,1 0 1,-1 0-1,1 1 1,0-1-1,6-3 1,10-9 1548,-72 70 5961,-36 36-6562,87-89-1056,-154 155 1118,131-129-972,1 2 0,2 0 1,0 2-1,-15 32 0,22-30-52,1 1 1,2 0-1,-13 67 0,-5 21 298,21-99-322,2 0-1,1 0 1,0 1-1,-1 32 1,6-51-58,-1 1-1,1-1 1,1 1 0,-1-1 0,1 1 0,0-1 0,0 1 0,1-1-1,-1 1 1,1-1 0,0 0 0,1 0 0,-1 0 0,1 0 0,0 0-1,0-1 1,1 1 0,-1-1 0,1 0 0,0 0 0,0 0 0,0-1-1,1 1 1,7 3 0,51 31 228,-51-29-234,1 0 0,0-2 1,0 0-1,0 0 1,1-1-1,0-1 1,0 0-1,1-1 1,-1 0-1,17 1 1,-15-4-1,0-1 1,0 0-1,0-1 1,26-5-1,-34 5-4,-1-1-1,1-1 1,-1 1-1,0-1 1,0 0 0,-1-1-1,1 1 1,0-2-1,-1 1 1,0 0 0,10-11-1,6-10 33,0 0-1,24-40 1,-40 56 69,-1 0-1,1 0 1,-1-1-1,-1 0 1,4-11 0,-7 17-86,0 1 1,-1-1 0,1 1 0,-1-1 0,0 1 0,0-1-1,0 1 1,-1-1 0,1 1 0,-1-1 0,0 1 0,0-1-1,0 1 1,0 0 0,-1 0 0,1 0 0,-1-1 0,0 1-1,-3-3 1,0-3 16,-1 2 1,0-1-1,0 1 0,-1 0 0,0 0 0,0 1 0,-1 0 0,0 0 1,0 1-1,0 0 0,0 0 0,-1 1 0,0 0 0,0 0 0,0 1 1,0 1-1,0-1 0,-1 1 0,1 1 0,-1 0 0,0 0 0,1 1 1,-1 0-1,0 1 0,1 0 0,-1 0 0,1 1 0,-13 4 0,-3 1 7,-2 0 197,0 1-1,1 1 1,0 1-1,-37 20 1,37-16 52,-41 15 1,41-18-212,-41 22 0,39-6-28,88-21-10,-39-5-268,-12-1-308,0 0 0,1 0 0,-1 0 0,0-1 0,13-3 1,-17 2-381,-1 1 0,1-1 0,-1 0 0,1-1 0,-1 1 0,0-1 0,0 0 0,6-5 0,42-48-12074</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6.619"/>
    </inkml:context>
    <inkml:brush xml:id="br0">
      <inkml:brushProperty name="width" value="0.025" units="cm"/>
      <inkml:brushProperty name="height" value="0.025" units="cm"/>
    </inkml:brush>
  </inkml:definitions>
  <inkml:trace contextRef="#ctx0" brushRef="#br0">216 68 11298,'-14'-20'7490,"13"18"-7286,1-1 0,-1 1 0,1-1 0,0 1 0,-1 0 0,1-1 0,1 1 0,-1-1 0,0 1 0,0 0 0,1-1 0,0 1 1,-1 0-1,1-1 0,0 1 0,0 0 0,0 0 0,2-4 0,-6 14-147,1-1-1,-1 1 1,1-1 0,1 1 0,-2 9 0,-1 9 141,-96 317 370,37-145-559,55-170-5,1 1 0,-3 30 0,8-51-4,2 0 1,-1 0-1,1 1 0,0-1 1,1 0-1,0 0 0,0 0 1,1 0-1,0 1 0,1-2 0,-1 1 1,5 7-1,-5-11 3,0-1 1,1 0-1,-1-1 0,1 1 1,0 0-1,0-1 0,0 0 1,0 1-1,0-1 0,0 0 0,1-1 1,-1 1-1,1-1 0,-1 1 1,1-1-1,-1 0 0,1 0 1,0-1-1,0 1 0,-1-1 0,1 0 1,0 0-1,0 0 0,5-1 1,10-1 87,-1-1 1,0-1 0,29-9 0,311-110 777,-353 121-1002,0 1 1,-1 0-1,1 0 0,0 0 1,-1 0-1,1 1 0,7 0 0,-10 2-2504,-10 2-472,-25 2-2884</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6.905"/>
    </inkml:context>
    <inkml:brush xml:id="br0">
      <inkml:brushProperty name="width" value="0.025" units="cm"/>
      <inkml:brushProperty name="height" value="0.025" units="cm"/>
    </inkml:brush>
  </inkml:definitions>
  <inkml:trace contextRef="#ctx0" brushRef="#br0">1 167 9882,'6'-15'3713,"2"7"-1865,13-16 113,3 3-225,6 0-536,-1 6-287,7-3-193,6 7-104,-4 2-328,7-3-160,-4 6-80,1 3-40,-6 0-8,-4 9-168,-8 12-768,-3 8-2873,-21 78-2649</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7.207"/>
    </inkml:context>
    <inkml:brush xml:id="br0">
      <inkml:brushProperty name="width" value="0.025" units="cm"/>
      <inkml:brushProperty name="height" value="0.025" units="cm"/>
    </inkml:brush>
  </inkml:definitions>
  <inkml:trace contextRef="#ctx0" brushRef="#br0">0 51 8530,'5'-5'653,"-1"1"1,1 1-1,0-1 0,1 1 1,-1 0-1,1 0 0,-1 0 1,1 1-1,0 0 1,0 0-1,0 1 0,0-1 1,7 0-1,11 1 348,-1 0-1,30 3 1,-32-1-396,-1 0 1,28-4-1,-25-3-2205,-31 1-2491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7.764"/>
    </inkml:context>
    <inkml:brush xml:id="br0">
      <inkml:brushProperty name="width" value="0.025" units="cm"/>
      <inkml:brushProperty name="height" value="0.025" units="cm"/>
    </inkml:brush>
  </inkml:definitions>
  <inkml:trace contextRef="#ctx0" brushRef="#br0">1 75 8314,'0'-5'786,"0"0"1,0 0 0,1-1-1,-1 1 1,1 0-1,1 0 1,-1 0 0,1 1-1,0-1 1,0 0 0,5-8-1,-6 13-710,-1 1 0,1-1 0,-1 0 0,1 0 0,0 1 0,-1-1-1,1 0 1,-1 1 0,1-1 0,-1 1 0,1-1 0,-1 1 0,0-1 0,1 1 0,-1-1 0,1 1-1,-1-1 1,0 1 0,0 0 0,1-1 0,-1 1 0,0-1 0,0 1 0,0 0 0,1-1 0,-1 1 0,0 1-1,14 35 572,-8-21-225,2 4-134,1 5 97,2-1 0,22 37 0,-33-61-378,1 1-1,-1-1 1,1 0-1,0 1 1,-1-1-1,1 0 1,0 0-1,-1 0 1,1 1-1,0-1 1,-1 0-1,1 0 1,0 0-1,0 0 1,-1 0-1,1-1 1,0 1-1,-1 0 1,1 0-1,0 0 1,-1-1 0,1 1-1,0 0 1,-1 0-1,1-1 1,-1 1-1,1-1 1,0 1-1,-1 0 1,1-1-1,-1 1 1,1-1-1,0 0 1,19-19 106,44-61-9,-44 53 62,37-38 0,-57 65-138,1 0 1,0 1-1,0-1 0,-1 1 1,1-1-1,0 1 0,0 0 1,0-1-1,-1 1 0,1 0 1,0 0-1,0-1 0,0 1 1,0 0-1,0 0 0,-1 0 1,1 0-1,0 0 0,0 0 1,0 0-1,0 1 0,0-1 1,0 0-1,-1 0 0,1 1 1,0-1-1,0 0 0,0 1 1,-1-1-1,1 1 0,0-1 1,0 1-1,-1-1 0,1 1 1,0 0-1,0 0 0,29 35 50,-9-11-32,-12-17-163,0-1-1,1-1 1,0 1-1,0-1 1,17 7-1,-19-11-584,0 1 0,0-1-1,0-1 1,0 0 0,0 0-1,14 0 1,88-12-5919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8.241"/>
    </inkml:context>
    <inkml:brush xml:id="br0">
      <inkml:brushProperty name="width" value="0.025" units="cm"/>
      <inkml:brushProperty name="height" value="0.025" units="cm"/>
    </inkml:brush>
  </inkml:definitions>
  <inkml:trace contextRef="#ctx0" brushRef="#br0">169 951 13387,'-32'-27'8614,"28"23"-8261,-1-1 0,1 1 0,-1 0-1,1 0 1,-1 1 0,0 0 0,-1 0 0,1 0 0,-1 0 0,-6-2 0,11 6-341,-1-1 0,1 0 0,0 1-1,-1-1 1,1 1 0,0-1 0,0 1 0,0 0 0,-1 0 0,1-1 0,0 1 0,0 0-1,0 0 1,0 0 0,1 0 0,-1 0 0,0 0 0,0 0 0,0 1 0,0 1 0,-19 31-39,16-27 45,0 3-23,-1 0 0,1 1 0,1-1 0,-1 1 0,2-1 0,0 1 0,0 0 0,1 0 0,0 17 0,1-24 3,0 1 1,0-1-1,0 0 1,1 0-1,-1 0 1,1 0-1,0 0 1,1 0-1,-1 0 1,0 0-1,1 0 1,0-1-1,0 1 1,0 0 0,1-1-1,-1 0 1,1 1-1,0-1 1,-1 0-1,2-1 1,-1 1-1,0 0 1,0-1-1,1 0 1,-1 0-1,1 0 1,0 0-1,4 1 1,-5-2 3,0 0 0,0 0 0,0-1 0,0 1-1,0-1 1,1 0 0,-1 0 0,0 0 0,0-1 0,0 1 0,0-1 0,0 1 0,0-1 0,0 0-1,0 0 1,0 0 0,0-1 0,3-2 0,-1 1 2,0-1-1,0 0 1,-1-1 0,1 1-1,-1-1 1,0 0 0,-1 0-1,6-10 1,3-8-21,-2 0 0,-1-1 0,9-38 1,-16 53-5,33-127-112,-6-2 0,-7 0 0,8-196 0,-29 286 122,-8-77-1,7 121 20,-1 0-1,1 0 1,-1 1-1,0-1 1,-1 0-1,1 0 0,-1 1 1,1-1-1,-3-3 1,4 7-7,-1 0 0,1-1 1,0 1-1,0 0 0,-1 0 1,1-1-1,0 1 1,-1 0-1,1 0 0,0 0 1,0-1-1,-1 1 0,1 0 1,-1 0-1,1 0 0,0 0 1,-1 0-1,1-1 0,0 1 1,-1 0-1,1 0 0,0 0 1,-1 0-1,1 0 1,-1 0-1,1 0 0,0 1 1,-1-1-1,1 0 0,0 0 1,-1 0-1,0 0 0,0 2 0,0-1 1,-1 0-1,1 0 0,0 1 0,0-1 0,0 0 0,0 1 0,0-1 0,0 1 0,1-1 0,-2 4 0,-9 22 39,2 2 0,0-1 0,2 1 0,2 0 0,-5 54 0,8-18 15,9 106 0,3-89 10,38 148 0,44 75-874,-71-243 189,-16-46 308,3 10-1293,0 0 0,-2 0 0,5 43 0,-1 69-4949</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8.959"/>
    </inkml:context>
    <inkml:brush xml:id="br0">
      <inkml:brushProperty name="width" value="0.025" units="cm"/>
      <inkml:brushProperty name="height" value="0.025" units="cm"/>
    </inkml:brush>
  </inkml:definitions>
  <inkml:trace contextRef="#ctx0" brushRef="#br0">126 188 4617,'-5'-2'6173,"-16"-1"-5614,15 6-465,0 0-1,1 1 1,0-1-1,0 1 0,0 1 1,-8 8-1,-17 13-75,28-24-15,-16 8 204,13-12 373,7-9 597,2-4-579,-2 9-475,-1 1-1,0-1 1,1 1-1,0-1 1,1 1-1,-1 0 1,1 0-1,0 0 1,0 0-1,0 1 1,1-1-1,0 1 1,0 0-1,0 0 1,7-5-1,-1 4 10,1 1-1,0-1 1,0 2-1,0 0 0,1 0 1,-1 1-1,1 0 1,-1 1-1,17 1 1,15-3-33,6-1-96,-23 2-168,-1 0-1,1-2 1,-1 0-1,0-2 1,33-12-1,116-55-4753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9.583"/>
    </inkml:context>
    <inkml:brush xml:id="br0">
      <inkml:brushProperty name="width" value="0.025" units="cm"/>
      <inkml:brushProperty name="height" value="0.025" units="cm"/>
    </inkml:brush>
  </inkml:definitions>
  <inkml:trace contextRef="#ctx0" brushRef="#br0">179 62 6161,'-18'-10'7326,"-2"-13"-3041,17 19-3822,0 1 0,0-1 0,0 1 0,0 0 1,-1-1-1,-5-2 0,8 5-427,0 1 1,0 0 0,0 0-1,1-1 1,-1 1 0,0 0-1,0 0 1,0 0 0,0 0-1,0 1 1,0-1-1,0 0 1,0 0 0,0 1-1,0-1 1,0 0 0,0 1-1,1-1 1,-1 1 0,0-1-1,0 1 1,0-1-1,1 1 1,-2 0 0,-18 18 41,19-17-55,-6 4-8,1 1 0,-1 0 0,2 0 0,-1 1 0,1 0 0,0 0 0,1 0-1,0 0 1,0 1 0,1 0 0,0-1 0,0 1 0,1 0 0,0 1 0,1-1-1,0 0 1,0 0 0,1 1 0,0-1 0,1 0 0,0 1 0,0-1 0,1 0 0,4 11-1,-2-6-4,0 0 0,1-1 0,1 1 0,1-1 1,0 0-1,14 20 0,-18-29-3,0-1 0,0 1 0,0-1 0,0 0 0,1 0 0,-1 0 1,1-1-1,0 1 0,0-1 0,0 0 0,6 3 0,-7-4 7,0-1 0,1 1 0,-1-1 0,0 1 0,0-1 0,0 0 0,0 0 0,1-1 0,-1 1-1,0-1 1,0 1 0,0-1 0,0 0 0,0 0 0,0-1 0,0 1 0,0 0 0,3-3 0,-1 0 4,0-1 1,0 1 0,0-1 0,-1 0 0,1 0 0,-1 0 0,-1 0 0,1-1 0,-1 1 0,0-1 0,0 0 0,-1 0 0,1-1 0,-1 1 0,-1 0-1,1-1 1,-1 1 0,0-1 0,-1 1 0,1-1 0,-2-12 0,0 5 8,0 1 1,-1-1-1,0 1 1,-1 0-1,0 0 1,-1 0-1,-1 0 0,0 1 1,-11-21-1,10 24 52,0 0 0,-1 1 0,-9-10 0,14 16-75,-1 0 1,1 0-1,0 0 0,-1 0 0,1 0 0,-1 0 1,1 1-1,-1-1 0,0 1 0,0 0 0,0 0 1,1 0-1,-1 0 0,-5 0 0,7 1-51,0 0 0,0 0 0,0 0 0,0 0 0,0 0 0,0 0 0,0 0 0,0 1 0,0-1 0,0 0 0,0 1 0,0-1 0,1 1 0,-1-1 0,0 1 0,0-1 0,0 1 0,1-1 0,-1 1 0,0 0 0,1-1 0,-1 1 0,-1 2 0,1-1-354,0 0 0,1 1 0,-1-1 1,0 1-1,1-1 0,0 1 0,-1 0 0,1-1 1,0 1-1,0 2 0,5 51-6000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49.996"/>
    </inkml:context>
    <inkml:brush xml:id="br0">
      <inkml:brushProperty name="width" value="0.025" units="cm"/>
      <inkml:brushProperty name="height" value="0.025" units="cm"/>
    </inkml:brush>
  </inkml:definitions>
  <inkml:trace contextRef="#ctx0" brushRef="#br0">546 427 11787,'-3'-32'1311,"-2"2"1,-1-1-1,-1 1 1,-1 0-1,-23-52 1,25 68-1090,-1-1 1,-1 1-1,-1 1 1,0 0 0,0 0-1,-2 0 1,1 1-1,-1 1 1,-1 0-1,0 1 1,-1 0-1,-27-16 1,35 23-157,0 0 0,-1 1 0,1 0 0,-1 0 0,1 1 0,-1 0 0,0 0 0,1 0 0,-1 0 0,0 1 0,0 0-1,1 0 1,-1 1 0,-10 1 0,8 1-23,-1-1 0,1 2-1,1-1 1,-1 1 0,0 0 0,1 0-1,0 1 1,0 0 0,-8 7-1,2 1 2,-1 1 0,2 1-1,0 0 1,1 0 0,0 1 0,1 0-1,1 1 1,-10 25 0,10-15 7,1 1 1,1 1-1,1-1 1,2 1 0,1 0-1,1 0 1,1 0-1,2 0 1,4 30 0,10 35 39,36 129 0,-39-176-103,3 9 15,38 137 6,-42-163-10,0-1 1,2 0-1,1-1 1,21 32 0,-30-53-58,-3-3-71,1 0-1,-1 0 0,1 0 1,0-1-1,0 1 0,0-1 0,6 5 1,-9-8 72,0 0 0,0 0 0,0 0-1,0 0 1,1 0 0,-1 0 0,0 0 0,0 0 0,0 0 0,0 0 0,0 0 0,0 0 0,0 0 0,0 0-1,1 0 1,-1 0 0,0 0 0,0 0 0,0 0 0,0 0 0,0 0 0,0 0 0,0 0 0,0 0 0,0 0-1,0 0 1,1 0 0,-1-1 0,0 1 0,0 0 0,0 0 0,0 0 0,0 0 0,0 0 0,0 0 0,0 0-1,0 0 1,0 0 0,0 0 0,0 0 0,0-1 0,0 1 0,0 0 0,0 0 0,0 0 0,0 0 0,0 0-1,0 0 1,0 0 0,0 0 0,0-1 0,0 1 0,0 0 0,0 0 0,0 0 0,0 0 0,0 0 0,0 0-1,0 0 1,0 0 0,0-1 0,-6-11-6661,-17-18-3839</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0.174"/>
    </inkml:context>
    <inkml:brush xml:id="br0">
      <inkml:brushProperty name="width" value="0.025" units="cm"/>
      <inkml:brushProperty name="height" value="0.025" units="cm"/>
    </inkml:brush>
  </inkml:definitions>
  <inkml:trace contextRef="#ctx0" brushRef="#br0">0 200 2929,'0'-12'9994,"3"0"-6073,3-12-1865,12 3-568,8 0-359,10 10-545,12-1-224,5 3-216,12 3-144,7-6-464,145-47-6482</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1.317"/>
    </inkml:context>
    <inkml:brush xml:id="br0">
      <inkml:brushProperty name="width" value="0.025" units="cm"/>
      <inkml:brushProperty name="height" value="0.025" units="cm"/>
    </inkml:brush>
  </inkml:definitions>
  <inkml:trace contextRef="#ctx0" brushRef="#br0">4 0 7490,'-2'10'8108,"1"51"-5771,0 317-1072,11 163-2148,-9-536 730,-1 0-400,1 1 0,-1 0 1,1-1-1,1 1 0,-1 0 0,4 7 0,-1-12-2883</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1.622"/>
    </inkml:context>
    <inkml:brush xml:id="br0">
      <inkml:brushProperty name="width" value="0.025" units="cm"/>
      <inkml:brushProperty name="height" value="0.025" units="cm"/>
    </inkml:brush>
  </inkml:definitions>
  <inkml:trace contextRef="#ctx0" brushRef="#br0">62 269 6705,'6'-23'2747,"2"1"-1,12-31 1,-12 38-2298,0 0 0,0 1 1,2-1-1,-1 2 0,2-1 0,23-22 0,-29 31-393,1 0 1,-1 1-1,1-1 0,0 1 0,0 1 1,1-1-1,-1 1 0,1 0 0,0 1 1,-1-1-1,1 1 0,0 1 0,1-1 1,-1 1-1,12 0 0,-15 1-48,1 1-1,0 0 1,0-1-1,0 2 1,-1-1-1,1 1 1,-1-1 0,1 1-1,-1 0 1,1 1-1,-1-1 1,0 1-1,0 0 1,0 0 0,-1 0-1,1 0 1,-1 1-1,0 0 1,0-1-1,0 1 1,0 0 0,-1 1-1,4 6 1,-2-4 26,-1 0 0,0-1 0,-1 1-1,0 0 1,0 0 0,0 1 0,-1-1 0,0 0 0,0 0 0,-1 1 0,0-1 0,0 0 0,-1 1 0,0-1-1,0 0 1,-1 0 0,0 0 0,0 0 0,-1 0 0,1 0 0,-2 0 0,1-1 0,-1 0 0,0 1 0,0-1 0,0-1-1,-1 1 1,0-1 0,0 0 0,0 0 0,-1 0 0,0 0 0,0-1 0,-11 6 0,-10 2 13,0-1 0,-1-1 1,0-1-1,0-1 0,-1-2 0,-42 4 1,-2 1-38,73-11-25,-1 0 0,0 0-1,1 1 1,-1-1 0,1 0 0,-1 0-1,1 0 1,-1 0 0,0 1 0,1-1-1,-1 0 1,1 0 0,-1 1 0,1-1-1,-1 0 1,1 1 0,-1-1 0,1 1-1,0-1 1,-1 0 0,1 1 0,0-1-1,-1 1 1,1-1 0,0 1 0,-1-1 0,1 1-1,0-1 1,0 1 0,0 0 0,-1-1-1,1 1 1,0 0 0,7 24-2001,0-3-711,11 58-3789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2.191"/>
    </inkml:context>
    <inkml:brush xml:id="br0">
      <inkml:brushProperty name="width" value="0.025" units="cm"/>
      <inkml:brushProperty name="height" value="0.025" units="cm"/>
    </inkml:brush>
  </inkml:definitions>
  <inkml:trace contextRef="#ctx0" brushRef="#br0">354 40 6593,'-22'-16'4607,"21"14"-4381,-1 0-1,0 0 1,0 0-1,0 0 1,0 1-1,0-1 1,-1 1-1,1-1 1,0 1-1,-1 0 1,1 0-1,-1 0 1,1 0-1,-1 1 1,1-1-1,-1 1 1,1-1-1,-1 1 0,0 0 1,1 0-1,-1 0 1,0 0-1,1 1 1,-1-1-1,0 1 1,1-1-1,-1 1 1,1 0-1,-1 0 1,1 0-1,0 0 1,-5 3-1,-9 7-67,0 0 0,1 0 0,0 2 0,-23 24 0,-43 62 106,71-86-257,1 0 1,0 0-1,1 1 0,1 0 1,0 1-1,-5 15 0,11-24-3,-1 0-1,1 0 0,0 0 0,1 0 0,-1-1 0,1 1 0,0 0 0,1 0 0,-1 0 0,1 0 0,0 0 1,1 0-1,-1-1 0,1 1 0,0 0 0,1-1 0,-1 0 0,1 1 0,4 4 0,-4-5-1,0-1 0,1 1 0,0-1 0,-1 0 0,1 0 0,1 0 0,-1-1 0,0 0 0,1 1 0,7 3 0,-9-6 3,-1-1 1,0 1 0,1 0-1,-1-1 1,1 1-1,-1-1 1,1 0 0,-1 1-1,1-1 1,-1-1-1,0 1 1,1 0-1,-1-1 1,1 1 0,-1-1-1,1 1 1,-1-1-1,0 0 1,0 0-1,1 0 1,-1-1 0,0 1-1,0 0 1,0-1-1,3-2 1,8-9 17,-1 0 0,0 0 0,-1-1 0,-1-1 0,0 0 0,-1 0 0,0-1 0,-1 0 0,8-25 0,-9 20 7,-1-1 0,-1 0-1,0 0 1,-2-1 0,-1 0 0,0 1-1,-3-24 1,-2 27 232,3 19-253,0 0 0,0-1 0,0 1 0,0 0 0,0 0 0,0 0 0,-1 0 0,1 0 0,0 0 0,0-1 0,0 1 0,0 0 0,0 0 0,0 0 0,0 0 0,0 0 0,0 0 0,-1 0 0,1 0 0,0 0 0,0 0 0,0 0 0,0 0 0,0 0 0,0 0 0,-1-1 0,1 1 0,0 0 0,0 0 0,0 0 0,0 0 0,0 0 0,-1 1 0,1-1 0,0 0 0,0 0 0,0 0 0,0 0 0,0 0 0,0 0 0,-1 0 0,1 0 0,0 0 0,0 0 0,0 0 0,0 0 0,0 0 0,0 0 0,0 1 0,0-1 0,-1 0 0,1 0 0,0 0 0,-1 3 33,-1 0 0,1 0 1,-1 0-1,1 0 0,0 0 0,0 0 1,1 0-1,-1 5 0,-2 11-7,1 0 0,2 1 0,0-1 0,3 24-1,-2-34-193,0-1-1,0 0 1,1 0-1,0 0 1,1-1-1,0 1 0,0 0 1,1-1-1,-1 0 1,2 0-1,-1 0 0,10 11 1,-13-17-35,0 0-1,1 0 1,-1 0 0,1 1 0,-1-1-1,1 0 1,-1-1 0,1 1-1,0 0 1,-1 0 0,1-1 0,0 1-1,0-1 1,2 1 0,56 1-4905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2.699"/>
    </inkml:context>
    <inkml:brush xml:id="br0">
      <inkml:brushProperty name="width" value="0.025" units="cm"/>
      <inkml:brushProperty name="height" value="0.025" units="cm"/>
    </inkml:brush>
  </inkml:definitions>
  <inkml:trace contextRef="#ctx0" brushRef="#br0">304 31 10162,'-1'-3'777,"0"1"0,-1 0-1,1 0 1,-1 0 0,1 0-1,-1 0 1,1 0 0,-1 0 0,0 1-1,0-1 1,-3-2 0,3 4-587,1-1 0,-1 0 0,0 0 0,1 1 0,-1-1 0,0 1 0,1 0 0,-1 0 0,0-1 0,0 1 1,1 0-1,-1 0 0,-2 1 0,-1 0-180,0 1 1,0-1-1,0 1 1,0 0-1,1 1 1,-1-1-1,1 1 1,0 0-1,-1 0 1,-4 5-1,-15 12 106,12-10-79,-1 0 0,2 1 0,-1 0 1,2 1-1,0 0 0,-10 15 0,19-25-43,0 0-1,0 0 1,1 1-1,-1-1 1,1 0-1,-1 1 0,1-1 1,0 0-1,0 1 1,0-1-1,0 0 0,0 1 1,1-1-1,-1 0 1,2 4-1,15 37-28,-6-20 42,1 32 43,-6-19-63,-6-35 6,0 0-1,0 0 0,0 0 1,-1 0-1,1 0 0,0 0 1,0 0-1,-1 0 0,1 0 0,0 0 1,-1 0-1,1-1 0,-1 1 1,1 0-1,-1 0 0,0 0 0,1-1 1,-1 1-1,0 0 0,0 0 1,-27 20-21,-33 12 44,29-22-11,31-10-26,17 13-6802,6 4 2578</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3.289"/>
    </inkml:context>
    <inkml:brush xml:id="br0">
      <inkml:brushProperty name="width" value="0.025" units="cm"/>
      <inkml:brushProperty name="height" value="0.025" units="cm"/>
    </inkml:brush>
  </inkml:definitions>
  <inkml:trace contextRef="#ctx0" brushRef="#br0">265 0 1736,'4'3'9358,"-9"4"-3990,-23 15-2064,-42 21-3242,-52 19 418,121-61-480,0-1 0,0 0-1,0 1 1,0-1 0,1 1 0,-1-1-1,0 1 1,0-1 0,0 1-1,1-1 1,-1 1 0,0 0-1,0-1 1,1 1 0,-1 0-1,1 0 1,-1-1 0,1 1 0,-1 0-1,1 0 1,-1 0 0,1 0-1,0 0 1,-1 0 0,1 0-1,0 0 1,0 0 0,0 0 0,0 1-1,0-1 0,1 1 0,0-1-1,0 1 1,0-1 0,0 0 0,1 1-1,-1-1 1,0 0 0,0 0-1,1 0 1,-1 0 0,1 0 0,-1 0-1,1 0 1,1 0 0,13 6-11,0-1 1,26 6 0,-35-10 10,30 8-15,-2 3 0,66 31 0,-99-43 17,-1-1 0,1 1 1,-1 0-1,1 0 0,-1 0 0,0 0 0,0 0 0,1 0 0,-1 0 0,0 0 0,0 0 0,0 1 0,0-1 0,0 0 0,-1 1 1,1-1-1,0 1 0,-1-1 0,1 1 0,-1-1 0,1 1 0,0 2 0,-1-1 5,-1-1 1,1 1-1,-1-1 0,1 0 1,-1 1-1,0-1 0,0 0 1,0 1-1,0-1 0,0 0 0,0 0 1,-1 0-1,-2 3 0,-3 3 20,-1 0 0,0 0 1,0-1-1,-1 0 0,-15 9 0,17-12 23,-1 0 0,1-1 1,-1 0-1,0 0 0,0-1 0,0 0 1,0-1-1,-1 1 0,1-2 0,0 1 1,-1-1-1,-13-1 0,4-2 88,1 0-1,-1-1 1,1-1-1,-30-12 1,36 11-61,13 2-433,27 6-3705,20 6-3446</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3.863"/>
    </inkml:context>
    <inkml:brush xml:id="br0">
      <inkml:brushProperty name="width" value="0.025" units="cm"/>
      <inkml:brushProperty name="height" value="0.025" units="cm"/>
    </inkml:brush>
  </inkml:definitions>
  <inkml:trace contextRef="#ctx0" brushRef="#br0">14 84 6129,'50'-83'6820,"-61"85"212,-5 8-3644,12-2-3181,0 0 1,1 1-1,0 0 0,0 0 1,1 0-1,0 0 0,1 0 1,0 0-1,0 16 0,-1-1 55,-9 333 893,29-3-506,-16-316-598,-1-27-45,10 110 24,-9-105-7,1 0 0,1 0 0,0 0 0,2 0 0,6 16 0,-5-25 410,-5-12 178,-4 2-1499,-3 19-3173,-5 30-3043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3:54.404"/>
    </inkml:context>
    <inkml:brush xml:id="br0">
      <inkml:brushProperty name="width" value="0.025" units="cm"/>
      <inkml:brushProperty name="height" value="0.025" units="cm"/>
    </inkml:brush>
  </inkml:definitions>
  <inkml:trace contextRef="#ctx0" brushRef="#br0">27 83 8482,'-12'-19'9452,"-1"-38"-2321,12 50-2001,1 16-3209,0-7-1903,1 0-1,-1-1 0,0 1 1,1 0-1,-1-1 0,1 1 1,-1 0-1,1-1 0,0 1 1,0-1-1,0 1 0,0-1 1,0 0-1,0 1 0,1 0 1,0-1-263,16 11-324,-10-2-7011,-7-3 688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6:13.068"/>
    </inkml:context>
    <inkml:brush xml:id="br0">
      <inkml:brushProperty name="width" value="0.025" units="cm"/>
      <inkml:brushProperty name="height" value="0.025" units="cm"/>
    </inkml:brush>
  </inkml:definitions>
  <inkml:trace contextRef="#ctx0" brushRef="#br0">45 0 9226,'-6'3'4289,"3"0"-2801,-9 6-1032,0-3-352,6-3-56,3 3-48,0-6 0,9 6-944,3-3-928,12 3-41,35-9-3576</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5.936"/>
    </inkml:context>
    <inkml:brush xml:id="br0">
      <inkml:brushProperty name="width" value="0.025" units="cm"/>
      <inkml:brushProperty name="height" value="0.025" units="cm"/>
    </inkml:brush>
  </inkml:definitions>
  <inkml:trace contextRef="#ctx0" brushRef="#br0">1 108 5233,'7'13'6403,"-7"-12"-6038,1 0 1,-1-1-1,0 1 0,0-1 1,0 1-1,0-1 0,1 1 0,-1-1 1,0 1-1,0-1 0,1 1 1,-1-1-1,0 0 0,1 1 1,-1-1-1,0 1 0,1-1 1,-1 0-1,1 1 0,-1-1 1,1 0-1,-1 0 0,1 1 0,-1-1 1,1 0-1,-1 0 0,1 0 1,0 1-1,3-1-320,-1 1 0,1 0 0,-1 0 0,1 0 0,-1 0 1,0 1-1,1-1 0,-1 1 0,0 0 0,0 0 0,0 0 0,0 0 0,0 1 0,-1-1 0,1 1 0,3 3 0,1 3 77,0 0-1,0 1 0,10 19 0,-14-22-63,1 1 1,-1 0-1,0 0 0,-1 0 1,0 0-1,0 0 0,-1 1 1,0-1-1,-1 16 1,0-18-24,-1-1 1,1 0 0,-1 0 0,-1 0 0,1 0-1,-1 0 1,0 0 0,0-1 0,0 1 0,0-1 0,-1 1-1,0-1 1,0 0 0,0 0 0,-1 0 0,1 0-1,-5 3 1,8-7-32,0 0-1,-1 0 0,1 0 0,0 0 1,0 0-1,0 0 0,-1 0 0,1 0 1,0 0-1,0 0 0,0-1 0,-1 1 1,1 0-1,0 0 0,0 0 0,0 0 1,0 0-1,0 0 0,-1-1 0,1 1 1,0 0-1,0 0 0,0 0 0,0 0 1,0-1-1,0 1 0,0 0 0,0 0 1,0 0-1,0-1 0,0 1 0,-1 0 1,1 0-1,0 0 0,0-1 0,0 1 1,1 0-1,-1 0 0,0 0 0,0-1 1,0 1-1,0 0 0,0 0 0,0 0 1,0-1-1,0 1 0,0 0 0,0 0 1,0 0-1,1-1 0,1-25 29,10-31-54,10 8 13,3 1-1,1 1 0,52-69 1,-75 111 5,0 0-1,1 1 1,0-1 0,0 1 0,0 0 0,0 0 0,1 1 0,-1-1-1,9-4 1,-10 7 0,0 0 0,0 0-1,0 0 1,0 0 0,0 1-1,0-1 1,0 1 0,0 0-1,0 0 1,0 0 0,0 0-1,0 1 1,0-1 0,0 1-1,0 0 1,0 0 0,0 0-1,0 0 1,5 3 0,-4-2 5,0 0 0,-1 0 1,1 1-1,0-1 0,-1 1 0,0 0 1,1 0-1,-1 0 0,0 0 1,0 1-1,-1-1 0,1 1 1,-1 0-1,0 0 0,0 0 1,0 0-1,0 0 0,-1 0 0,0 0 1,0 0-1,0 1 0,0-1 1,0 1-1,-1-1 0,0 6 1,-1 8 74,-2 1 1,1-1 0,-2 0 0,-11 32 0,0 6 281,15-55-383,-1 1 1,1-1 0,0 0-1,0 0 1,0 0 0,0 1-1,0-1 1,0 0 0,1 0-1,-1 0 1,0 1 0,1-1-1,-1 0 1,0 0 0,1 0-1,-1 0 1,1 0 0,0 0-1,0 1 1,6 2-3494,3-4-4841,-4-2-1443</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6.350"/>
    </inkml:context>
    <inkml:brush xml:id="br0">
      <inkml:brushProperty name="width" value="0.025" units="cm"/>
      <inkml:brushProperty name="height" value="0.025" units="cm"/>
    </inkml:brush>
  </inkml:definitions>
  <inkml:trace contextRef="#ctx0" brushRef="#br0">0 1 1472,'3'16'12524,"6"-9"-7092,-7-7-5207,1 0 0,0 0-1,0 0 1,-1 0 0,1-1 0,0 1 0,-1-1 0,5-1 0,7-1 593,1 1-550,-1 1 0,1 1 0,-1 1 1,1 0-1,-1 0 0,0 2 0,0 0 0,0 0 0,24 10 0,-36-12-258,2 0 6,0 0 0,0 0 1,1-1-1,-1 1 0,0-1 0,0 0 0,1 0 0,-1 0 0,0 0 0,0-1 0,1 0 0,-1 0 0,0 0 1,0 0-1,6-4 0,-9 4-1010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6.706"/>
    </inkml:context>
    <inkml:brush xml:id="br0">
      <inkml:brushProperty name="width" value="0.025" units="cm"/>
      <inkml:brushProperty name="height" value="0.025" units="cm"/>
    </inkml:brush>
  </inkml:definitions>
  <inkml:trace contextRef="#ctx0" brushRef="#br0">27 0 7562,'2'2'1308,"0"0"1,-1 0 0,1 0-1,-1 1 1,0-1 0,1 0-1,-1 0 1,0 1 0,1 4-1,2 26 3580,-14 40-5741,5-43 2094,-4 101-1858,9-128 327,0-3 43,0 1 0,0 0 0,0 0 1,0 0-1,0-1 0,0 1 0,0 0 0,0 0 0,-1-1 0,1 1 0,0 0 0,-1 0 0,1-1 1,0 1-1,-1 0 0,1-1 0,-1 1 0,1 0 0,-1-1 0,0 1 0,-14 6-5854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7.129"/>
    </inkml:context>
    <inkml:brush xml:id="br0">
      <inkml:brushProperty name="width" value="0.025" units="cm"/>
      <inkml:brushProperty name="height" value="0.025" units="cm"/>
    </inkml:brush>
  </inkml:definitions>
  <inkml:trace contextRef="#ctx0" brushRef="#br0">164 1 7226,'1'0'570,"1"0"1,0 0-1,0 0 1,-1 1-1,1-1 0,0 1 1,0-1-1,-1 1 1,1 0-1,0-1 1,-1 1-1,2 1 1,16 17 2833,6 32-1716,-19-36-788,8 16-541,-1 1 0,-2 1 0,-1 0 0,-2 0 0,-1 0 0,-2 1 0,-1 0 0,-1 51 0,-6-62-343,-1-1 0,0 0 1,-2 0-1,-1 0 0,0-1 0,-1 0 0,-2 0 0,0-1 1,-1 0-1,-24 32 0,21-35-1080,0 0 0,-1-1 0,-24 22 0,-5-12-3586,-36 9-2341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8.021"/>
    </inkml:context>
    <inkml:brush xml:id="br0">
      <inkml:brushProperty name="width" value="0.025" units="cm"/>
      <inkml:brushProperty name="height" value="0.025" units="cm"/>
    </inkml:brush>
  </inkml:definitions>
  <inkml:trace contextRef="#ctx0" brushRef="#br0">350 1 5585,'0'0'1803,"6"2"6107,-20 9-4848,-14 5-2695,11-7-195,-7 6-54,1 1 0,0 1 0,2 0 0,0 2 0,1 1 0,0 0 0,2 1 0,1 1 0,-25 41 0,32-45-15,0 1 1,2-1 0,0 2-1,1-1 1,1 1 0,1 0-1,0 0 1,2 1 0,0-1-1,1 1 1,2 0 0,0-1-1,5 37 1,-1-33 198,1 0 0,1 0 0,1 0 0,1-1 1,2 0-1,0-1 0,1 0 0,26 39 0,-29-50-196,1-1 0,0 0 0,0 0 0,1-1 0,0 0 0,1-1 0,0 0 0,0 0 0,1-1 0,0-1 0,0 0 0,0-1-1,1 0 1,0-1 0,0 0 0,0-1 0,22 2 0,-32-4-159,68 1 19,-20-11-3780,-6-9-2670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8.945"/>
    </inkml:context>
    <inkml:brush xml:id="br0">
      <inkml:brushProperty name="width" value="0.025" units="cm"/>
      <inkml:brushProperty name="height" value="0.025" units="cm"/>
    </inkml:brush>
  </inkml:definitions>
  <inkml:trace contextRef="#ctx0" brushRef="#br0">341 0 5289,'-6'26'7169,"-8"0"-4148,-23 20-829,33-41-1516,-37 41 1046,10-12-672,1 2 0,-38 60 1,46-58-546,2 1 1,-18 50-1,31-71-383,1-1 1,2 1 0,-1 0-1,2 0 1,1 0-1,0 1 1,1 35-1,3-41-62,0-1-1,1-1 1,0 1-1,1 0 0,0-1 1,0 0-1,1 0 1,1 0-1,0 0 1,1-1-1,0 0 1,0 0-1,1-1 1,0 0-1,1-1 0,18 15 1,1-2 114,2-2 0,0-2 0,1-1 1,54 21-1,-82-38-2779,-6-5-809,-7-15-3174,-2-20-3794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39.600"/>
    </inkml:context>
    <inkml:brush xml:id="br0">
      <inkml:brushProperty name="width" value="0.025" units="cm"/>
      <inkml:brushProperty name="height" value="0.025" units="cm"/>
    </inkml:brush>
  </inkml:definitions>
  <inkml:trace contextRef="#ctx0" brushRef="#br0">0 81 6401,'2'-2'785,"0"1"-1,0-1 0,0 1 0,-1-1 1,1 0-1,-1 0 0,1 1 0,-1-1 0,0 0 1,0 0-1,2-4 0,-2 4-494,0 0 1,0-1-1,0 1 0,1 0 0,-1 0 1,1 0-1,-1 0 0,1 0 1,0 1-1,-1-1 0,1 0 0,4-2 1,-4 3-116,0 0 0,0 0 0,1 0 0,-1 1 0,0-1 0,0 1 0,0-1 0,1 1 0,-1 0 0,0 0 0,1 0 0,-1 0 0,0 0 0,1 0 0,-1 1 0,0-1 0,0 1 0,0-1 0,1 1 1,-1 0-1,0 0 0,0 0 0,0 0 0,0 0 0,0 1 0,0-1 0,-1 1 0,4 2 0,-1 1-39,0 1 0,0-1 1,-1 1-1,1 0 0,-1 0 0,-1 0 1,1 0-1,-1 0 0,2 8 0,0 3-93,-1-1-1,0 1 1,1 25-1,-4-36-33,0 1 0,0-1 0,-1 1 0,0-1 0,0 0 0,0 0 0,-1 1 0,0-1 0,0 0 0,-1 0 0,0 0 0,-4 7 0,2-12-68,2-10-95,2-10-204,1 18 342,-1-14-70,1 0 1,1-1-1,0 1 0,1 0 0,1 0 0,0 0 0,10-28 1,-10 36 58,1 0-1,-1 0 1,1 0 0,0 0 0,1 1 0,0 0 0,0 0 0,0 0-1,0 0 1,1 1 0,0 0 0,0 0 0,1 1 0,-1-1 0,1 1 0,0 1-1,12-5 1,-17 7 33,0 0-1,-1 1 0,1 0 1,0-1-1,-1 1 0,1 0 1,0 0-1,0 0 0,0 0 1,-1 0-1,1 0 0,0 0 1,0 0-1,-1 1 0,1-1 1,0 1-1,-1-1 0,1 1 1,0 0-1,-1 0 0,1 0 1,1 1-1,0 0 23,-1 1 0,1 0 1,-1 0-1,1 0 0,-1 0 1,0 0-1,0 0 0,0 1 1,2 6-1,0 3 80,0-1 0,-1 1 0,0 0 0,2 26 0,-4-23 52,1 0 0,1 0 0,5 16 0,-2-11-155,-5-4-429,1 9-2510,5-13-2920,12 0-648</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0.013"/>
    </inkml:context>
    <inkml:brush xml:id="br0">
      <inkml:brushProperty name="width" value="0.025" units="cm"/>
      <inkml:brushProperty name="height" value="0.025" units="cm"/>
    </inkml:brush>
  </inkml:definitions>
  <inkml:trace contextRef="#ctx0" brushRef="#br0">1 88 6497,'9'-4'7013,"10"-1"-2478,-16 6-3868,0 1-1,1-1 1,-1 0 0,1 0-1,-1-1 1,1 1-1,5 0 1,29-5 1177,-17-1-2272,34-15 1,-16 6 865,68-26-487,-98 36-1135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0.475"/>
    </inkml:context>
    <inkml:brush xml:id="br0">
      <inkml:brushProperty name="width" value="0.025" units="cm"/>
      <inkml:brushProperty name="height" value="0.025" units="cm"/>
    </inkml:brush>
  </inkml:definitions>
  <inkml:trace contextRef="#ctx0" brushRef="#br0">85 20 9378,'5'-4'8077,"17"-11"-4094,-24 25 391,-3 13-3162,-18 108 1001,-3 10-2264,25-136-410,-1 1 1,0 0-1,0-1 0,0 1 0,-5 5 0,6-9-492,0 0-1,-1 0 1,1 0-1,0-1 0,-1 1 1,0-1-1,1 1 0,-1-1 1,0 0-1,-3 2 0,-15 3-11072</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2.122"/>
    </inkml:context>
    <inkml:brush xml:id="br0">
      <inkml:brushProperty name="width" value="0.025" units="cm"/>
      <inkml:brushProperty name="height" value="0.025" units="cm"/>
    </inkml:brush>
  </inkml:definitions>
  <inkml:trace contextRef="#ctx0" brushRef="#br0">43 30 6129,'-8'-2'5576,"-5"-18"-1722,12 20-3774,1-1 0,-1 0 0,1 1 0,-1-1 0,1 1 0,-1-1 0,1 1 0,-1-1 0,1 1 1,-1 0-1,0-1 0,1 1 0,-1 0 0,0-1 0,1 1 0,-1 0 0,0 0 0,1-1 0,-1 1 0,0 0 0,0 0 1,1 0-1,-1 0 0,0 0 0,0 0 0,1 0 0,-1 1 0,0-1 0,0 0 0,0 0 0,6 6 182,0-2 0,0 1 0,1 0 0,0-1 0,6 3 0,-5-2-89,180 145 2746,-178-144-2806,-1 1-1,0 1 1,-1-1 0,1 1 0,-1 1-1,-1-1 1,0 1 0,0 0 0,-1 0 0,0 1-1,0 0 1,-1 0 0,0 0 0,-1 0-1,0 1 1,-1-1 0,0 1 0,-1 0-1,0-1 1,-1 18 0,-3 17 310,-1-1 1,-3 0-1,-21 76 0,6-27-297,-14 57 384,35-142-423,-1-1 0,0 1 0,0 0 0,-1-1 0,0 0 0,0 0 0,-1 0 1,1 0-1,-2 0 0,1-1 0,-1 0 0,0 0 0,0 0 0,-1 0 0,1-1 0,-1 0 0,0 0 0,-1 0 0,-9 4 1,-44 24 926,60-33-923,2 1-178,0 0 0,1-1 0,-1 1 0,0 0 0,0 0 0,0 0 0,1 1 0,-1-1 0,0 0 0,-1 1 0,4 2 0,13 10-5350,-4-6-1591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8.198"/>
    </inkml:context>
    <inkml:brush xml:id="br0">
      <inkml:brushProperty name="width" value="0.025" units="cm"/>
      <inkml:brushProperty name="height" value="0.025" units="cm"/>
    </inkml:brush>
  </inkml:definitions>
  <inkml:trace contextRef="#ctx0" brushRef="#br0">0 31 5281,'7'0'10287,"22"-2"-7008,80-7-1883,-79 5-1405,-1 1 1,50 2 0,-53 2 1,1-2-1,51-6 1,-69 8-54,-11-2-593,2 1 160,-7-4-6577,-8 5 876</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48.947"/>
    </inkml:context>
    <inkml:brush xml:id="br0">
      <inkml:brushProperty name="width" value="0.025" units="cm"/>
      <inkml:brushProperty name="height" value="0.025" units="cm"/>
    </inkml:brush>
  </inkml:definitions>
  <inkml:trace contextRef="#ctx0" brushRef="#br0">0 18 4393,'5'5'12710,"-2"-2"-10842,1 0-1830,1 0 1,0-1 0,0 0-1,1 0 1,-1 0 0,0-1-1,1 0 1,-1 0 0,7 1-1,20-1 18,0-2 0,0-1-1,-1-1 1,1-1 0,53-16-1,-14 4 112,-33 25 2679,-38-9-2909,1 1 1,-1-1 0,0 1 0,0-1-1,0 0 1,0 1 0,0-1 0,0 1 0,0-1-1,0 1 1,-1-1 0,1 0 0,0 1 0,0-1-1,0 0 1,0 1 0,0-1 0,-1 1 0,1-1-1,0 0 1,0 1 0,-1-1 0,1 0 0,0 1-1,-1-1 1,1 0 0,0 0 0,-1 1 0,1-1-1,-16 11-6142,-31 5-5898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2.076"/>
    </inkml:context>
    <inkml:brush xml:id="br0">
      <inkml:brushProperty name="width" value="0.025" units="cm"/>
      <inkml:brushProperty name="height" value="0.025" units="cm"/>
    </inkml:brush>
  </inkml:definitions>
  <inkml:trace contextRef="#ctx0" brushRef="#br0">1 80 6969,'5'-12'8003,"-2"9"-7421,1-1 1,-1 0 0,1 0 0,-1 1 0,1 0 0,0 0 0,0 0 0,9-5 0,-10 8-521,0-1 0,0 1 1,0 0-1,0 0 0,1 0 0,-1 0 1,0 1-1,0-1 0,0 1 1,0 0-1,0 0 0,0 0 1,0 0-1,-1 0 0,1 0 1,0 1-1,-1 0 0,1-1 0,0 1 1,-1 0-1,0 0 0,0 1 1,1-1-1,-1 0 0,-1 1 1,1-1-1,0 1 0,1 3 1,4 8-42,0 0 0,-1 0 0,-1 1 0,5 20 0,-6-21 68,1 6-65,0 0 0,-1 1-1,1 26 1,-5-37-18,0-1 1,0 1-1,-1-1 1,0 1 0,0-1-1,-1 0 1,0 0-1,-1 0 1,-6 13-1,9-22 8,0 0-1,0 0 1,0 0-1,0 0 1,0 0-1,0-1 1,0 1-1,0 0 0,0 0 1,0 0-1,0 0 1,-1 0-1,1 0 1,0 0-1,0 0 0,0 0 1,0-1-1,0 1 1,0 0-1,0 0 1,-1 0-1,1 0 1,0 0-1,0 0 0,0 0 1,0 0-1,0 0 1,0 0-1,-1 0 1,1 0-1,0 0 0,0 0 1,0 0-1,0 0 1,0 0-1,0 0 1,-1 0-1,1 0 1,0 0-1,0 0 0,0 0 1,0 0-1,0 1 1,0-1-1,0 0 1,-1 0-1,1 0 1,0 0-1,0 0 0,0 0 1,0 0-1,0 0 1,0 0-1,0 1 1,0-1-1,0 0 0,0 0 1,0 0-1,0 0 1,-1 0-1,1 0 1,0 1-1,0-1 1,0 0-1,0 0 0,0 0 1,0 0-1,0 0 1,0 1-1,-3-18 362,0-29-340,3 42-17,0-8-38,0 0-1,1 0 1,1 0 0,0 0 0,1 1 0,0-1-1,0 1 1,10-20 0,4-3-146,30-44 0,-30 51 136,-13 22 8,-1 0 0,0 0 0,1 0 1,0 1-1,0-1 0,0 1 0,1 0 1,-1 0-1,1 1 0,0-1 0,0 1 0,0 0 1,6-2-1,-8 4 18,0 0 1,0 1-1,0-1 1,0 1 0,0 0-1,0-1 1,0 1-1,0 1 1,1-1-1,-1 0 1,0 1-1,0 0 1,0-1-1,-1 1 1,1 0-1,0 1 1,0-1-1,0 0 1,-1 1-1,1 0 1,-1-1-1,1 1 1,-1 0-1,0 0 1,0 1-1,4 3 1,4 4 5,1-1 0,0 0-1,0 0 1,22 11 0,-32-19 0,0 0 1,0 0-1,-1 0 0,1 0 1,0 0-1,0 0 0,0 0 0,-1 0 1,1 0-1,-1 0 0,1 1 0,-1-1 1,1 0-1,-1 0 0,0 1 0,0-1 1,1 0-1,-1 0 0,0 1 0,0-1 1,0 0-1,0 1 0,-1-1 1,1 0-1,-1 2 0,-10 37 126,8-33-108,-18 49 91,11-32 12,1 0 0,1 0 0,1 1 0,-6 46-1,13-68-95,0 1-1,0-1 0,0 1 0,0-1 0,1 1 0,0-1 1,0 0-1,0 1 0,0-1 0,0 0 0,0 0 0,1 1 1,0-1-1,0 0 0,0-1 0,0 1 0,0 0 1,0 0-1,1-1 0,-1 0 0,1 1 0,0-1 0,-1 0 1,1 0-1,0 0 0,0-1 0,1 1 0,4 1 0,8 3 124,1-2-1,-1 1 1,1-2-1,26 2 1,-41-5-150,-1 1-168,1-1 0,-1 0-1,0 1 1,0-1 0,0 0-1,1 0 1,-1 0 0,0 0-1,0 0 1,0 0 0,1-1-1,-1 1 1,0 0 0,0-1-1,0 1 1,0 0 0,1-1-1,-1 0 1,0 1 0,0-1-1,0 1 1,0-1 0,0 0-1,0 0 1,-1 0 0,1 0-1,0 0 1,0 1 0,-1-1-1,1-1 1,0 1-1,-1 0 1,1 0 0,0-2-1,6-28-8126</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3.262"/>
    </inkml:context>
    <inkml:brush xml:id="br0">
      <inkml:brushProperty name="width" value="0.025" units="cm"/>
      <inkml:brushProperty name="height" value="0.025" units="cm"/>
    </inkml:brush>
  </inkml:definitions>
  <inkml:trace contextRef="#ctx0" brushRef="#br0">0 83 7338,'0'0'2601,"0"-5"2942,2-10-3667,-2 13 1332,37-20-2383,-31 17-820,0 1 1,0-1-1,1 2 0,0-1 1,0 1-1,0 0 0,0 0 1,1 1-1,-1 0 1,15-2-1,-21 4-5,-1 0 0,1 0 0,-1 0 0,0 0 0,1 0-1,-1 0 1,0 0 0,1 0 0,-1 1 0,0-1 0,1 0 0,-1 0 0,0 0 0,1 0 0,-1 1 0,0-1 0,0 0 0,1 0 0,-1 1 0,0-1-1,0 0 1,1 1 0,-1-1 0,0 0 0,0 1 0,0-1 0,0 0 0,1 1 0,-1-1 0,0 0 0,0 1 0,0 17 30,-11 17 110,4-21-112,-1 0 0,-17 21 1,16-24 26,1 1 1,0 1-1,-9 17 1,5 18 41,11-45-84,0 1 1,1-1 0,0 1-1,-1-1 1,2 1 0,-1-1 0,0 1-1,1-1 1,-1 1 0,1-1-1,2 7 1,-2-9 23,1 0-1,-1 0 1,0 1-1,1-1 1,-1 0-1,0 0 1,1 0-1,-1 0 1,1-1-1,0 1 1,-1 0-1,1-1 1,0 1-1,-1-1 1,1 1-1,0-1 1,0 0-1,-1 0 1,1 0-1,0 0 1,0 0-1,0 0 1,-1 0-1,1-1 1,0 1-1,-1-1 1,3 0-1,5-1 192,-1-1-1,1 0 1,14-8 0,-21 9-164,0 1 1,0 0 0,0-1 0,1 1 0,-1 0 0,0 0 0,0 0 0,1 1 0,-1-1 0,1 1 0,-1-1 0,1 1 0,-1 0 0,1 0 0,-1 0 0,1 0 0,-1 0 0,1 0-1,4 2 1,20 16 1133,-27-18-1291,1 0 0,0 0-1,-1 1 1,1-1 0,0 0 0,-1 1 0,1-1 0,-1 1 0,1-1 0,0 1-1,-1-1 1,1 1 0,-1-1 0,1 1 0,-1 0 0,0-1 0,1 1-1,-1 0 1,0-1 0,1 1 0,-1 0 0,0-1 0,0 1 0,1 1 0,-6 2-4011,-1 11-2212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5.889"/>
    </inkml:context>
    <inkml:brush xml:id="br0">
      <inkml:brushProperty name="width" value="0.025" units="cm"/>
      <inkml:brushProperty name="height" value="0.025" units="cm"/>
    </inkml:brush>
  </inkml:definitions>
  <inkml:trace contextRef="#ctx0" brushRef="#br0">0 85 2096,'2'-1'148,"10"-2"646,1 0 1,-1-1-1,17-8 1,-26 11-668,0-1 1,0 1 0,-1-1 0,1 0-1,-1 0 1,1 0 0,-1 0 0,0-1-1,0 1 1,0 0 0,0-1-1,0 0 1,0 1 0,-1-1 0,1 0-1,-1 0 1,0 0 0,0 0 0,1-3-1,-2 5 22,0 1 0,1 0 0,-1 0 0,0-1 0,0 1 0,0 0 0,0 0 0,0-1 0,1 1 0,-1 0 0,0 0 0,0-1 0,0 1 0,0 0 0,0 0 0,0-1 0,0 1 0,0 0 0,0-1 0,0 1 0,0 0 0,0 0 0,0-1 0,-1 1 0,1 0 0,0 0 0,0-1 0,0 1 0,0 0 0,0 0 0,0-1 0,-1 1 0,1 0 0,0 0 0,0 0 0,0-1 0,-1 1 0,1 0 0,0 0 0,0 0 0,-1 0-1,1-1 1,0 1 0,0 0 0,-1 0 0,1 0 0,0 0 0,0 0 0,-1 0 0,1 0 0,0 0 0,0 0 0,-1 0 0,1 0 0,-4 5 4958,6 1-5520,1-2 1531,6-2 21,151-8-368,28 1-591,-148 6-52,0 2 0,66 13 0,-83-10-75,-10-3 31,0 0-1,0-1 0,14 2 1,-21-6 1077,-7 0-1277</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6.670"/>
    </inkml:context>
    <inkml:brush xml:id="br0">
      <inkml:brushProperty name="width" value="0.025" units="cm"/>
      <inkml:brushProperty name="height" value="0.025" units="cm"/>
    </inkml:brush>
  </inkml:definitions>
  <inkml:trace contextRef="#ctx0" brushRef="#br0">0 65 8530,'9'2'9280,"14"2"-7038,-18-4-2102,0 1-1,-1-1 1,1 1-1,0 0 1,-1 0-1,1 0 0,-1 1 1,1-1-1,-1 1 1,0 0-1,1 1 1,-1-1-1,0 1 1,7 5-1,-6-3-68,0 1 1,0-1-1,-1 1 0,1 0 0,-1 0 0,-1 0 1,1 1-1,-1-1 0,3 9 0,-3-5-50,0-1 0,0 1 0,-1 0 0,0 0 0,-1 0 0,0 0 0,-1 0 0,0 0 0,0 1 0,-1-1 1,-1 0-1,1 0 0,-2-1 0,-3 13 0,5-20-18,0 0 1,1 0 0,-1-1 0,0 1 0,0-1-1,0 1 1,0-1 0,0 1 0,-1-1 0,1 1-1,0-1 1,-3 2 0,3-3-3,1 0 0,-1 1 0,1-1 0,-1 0 0,1 0 1,-1 0-1,1 0 0,-1 1 0,0-1 0,1 0 0,-1 0 0,1 0 0,-1 0 0,1-1 0,-1 1 0,0 0 0,1 0 1,-1 0-1,1 0 0,-1 0 0,1-1 0,-1 1 0,1 0 0,-1-1 0,1 1 0,-1-1 0,-1-1-6,0 0 1,1 0-1,-1 0 0,1 0 0,-1 0 0,1-1 0,0 1 1,0 0-1,0-1 0,0 1 0,1-1 0,-1 1 0,1-1 1,-1 0-1,1-4 0,0-3-4,0-1 1,1 1-1,1-1 1,-1 1-1,2 0 1,-1 0-1,2-1 0,-1 2 1,1-1-1,1 0 1,0 1-1,0 0 1,1 0-1,0 0 1,0 1-1,1 0 0,15-14 1,-2 4-12,1 1 1,0 2-1,2 0 0,0 1 1,46-21-1,-68 34 22,1 1 0,-1-1 0,0 0 0,0 1 0,1-1 0,-1 1 0,0 0 0,0-1-1,1 1 1,-1 0 0,0 0 0,1 0 0,-1 0 0,0 0 0,1 0 0,-1 0 0,0 0 0,1 0 0,-1 1 0,0-1 0,1 1 0,-1-1 0,0 1 0,0-1 0,0 1 0,1 0 0,-1-1 0,0 1 0,0 0-1,0 0 1,0 0 0,1 1 0,1 3 9,-1 0 1,1 0-1,-1 1 0,0-1 0,0 0 0,1 9 0,-1-8-9,5 19 18,-4-15 33,0 0 0,0 0 0,0 1-1,-2-1 1,1 1 0,-1-1 0,-1 1 0,0 0-1,-1 11 1,-10 0 1979,4-17-10283,-9-2 359</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7.434"/>
    </inkml:context>
    <inkml:brush xml:id="br0">
      <inkml:brushProperty name="width" value="0.025" units="cm"/>
      <inkml:brushProperty name="height" value="0.025" units="cm"/>
    </inkml:brush>
  </inkml:definitions>
  <inkml:trace contextRef="#ctx0" brushRef="#br0">52 37 7170,'-2'0'1084,"-12"7"4030,11-5-4397,-1 0-1,0-1 1,1 0 0,-1 1 0,0-2 0,0 1 0,-5 0 0,9-1-141,13 0 1872,58-17-2175,0 3 1,1 4-1,74-2 0,-122 12 6,1 1 1,0 1-1,-1 2 1,1 0 0,36 12-1,-53-14-16,-1-1 0,1 0 0,0 0 0,0-1-1,14 0 1,-3-1 618,-19 1-910,-1 0 0,1 0 0,-1 1 0,1-1 0,-1 0 0,1 0 0,0 1 0,-1-1 0,1 0 0,-1 0 0,1 1 0,0-1 0,-1 0 0,1 1 0,0-1 0,0 0 0,-1 1 0,1-1 0,0 1 0,0-1 0,-1 0 0,1 1 0,0-1 0,0 1 0,0-1 0,0 1 0,0-1 0,0 1 0,0-1 0,0 1 0,0-1 0,0 0 0,0 1 0,0-1 0,0 1 0,0-1 0,0 1 0,0-1 0,1 1 0,5 17-4768,10-9-579,27-4-2284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8.135"/>
    </inkml:context>
    <inkml:brush xml:id="br0">
      <inkml:brushProperty name="width" value="0.025" units="cm"/>
      <inkml:brushProperty name="height" value="0.025" units="cm"/>
    </inkml:brush>
  </inkml:definitions>
  <inkml:trace contextRef="#ctx0" brushRef="#br0">0 1 7770,'4'3'5514,"13"12"-2184,-9-6-2112,1 0 0,-2 1 0,14 20 0,-15-20-917,-2-1-1,1 1 0,-1 0 0,3 15 0,-4-11-272,-1 1 1,0-1-1,-1 1 0,0 0 0,-2-1 0,0 1 1,-4 24-1,4-32-32,-5 23 34,6-29-30,0 0 0,-1 0 0,1 1 1,-1-1-1,1 0 0,0 0 0,-1 0 1,0 0-1,1 0 0,-1 0 1,0 0-1,0 0 0,1 0 0,-1 0 1,0 0-1,0 0 0,-2 1 1,2-2 3,0 0 0,0 0 1,0 0-1,0-1 0,0 1 0,0 0 1,0 0-1,0-1 0,0 1 1,0-1-1,0 1 0,0-1 1,0 1-1,0-1 0,0 1 0,0-1 1,1 0-1,-1 0 0,0 1 1,0-1-1,1 0 0,-2-1 1,1 0-5,-1 0 0,1 0 0,-1 0 1,1 0-1,0 0 0,0 0 0,0 0 0,0 0 1,-1-5-1,3-1-10,-1 0 0,1 0 0,0 0 0,1 0 0,0 0 0,0 0 0,1 0 1,0 1-1,1-1 0,-1 1 0,1 0 0,0 0 0,9-11 0,-3 5-10,1 1 0,0-1-1,1 2 1,0 0 0,26-18 0,-33 25 24,1 0 0,0 1-1,0 0 1,0 0 0,0 1 0,0 0-1,0 0 1,1 0 0,-1 1 0,1 0 0,-1 0-1,1 0 1,0 1 0,-1 0 0,1 0 0,-1 1-1,1 0 1,10 3 0,-3-2 4,0 0 0,0 1 0,-1 1 0,24 10 0,-35-13 2,-1 0 1,0 0-1,0 0 0,0 0 1,0 0-1,0 0 1,0 0-1,0 0 0,-1 1 1,1-1-1,0 0 0,-1 1 1,1-1-1,0 0 0,-1 1 1,0-1-1,1 1 1,-1-1-1,0 1 0,0-1 1,0 1-1,0-1 0,0 1 1,0-1-1,0 1 0,-1-1 1,1 2-1,-13 42 575,12-43-535,-12 29 544,-11 34 13,23-61-574,-1 1 0,1 0 0,1 0 0,-1 0 0,1-1 0,0 1 0,0 0 0,0 0 0,0 0 0,1 0 0,1 5 0,-1-10-42,-1 1 0,0-1-1,0 0 1,0 1 0,0-1 0,0 0 0,0 1 0,1-1 0,-1 0 0,0 0 0,0 1-1,0-1 1,1 0 0,-1 0 0,0 0 0,0 1 0,1-1 0,-1 0 0,0 0 0,1 0-1,-1 0 1,0 1 0,1-1 0,-1 0 0,0 0 0,0 0 0,1 0 0,-1 0 0,0 0-1,1 0 1,-1 0 0,0 0 0,1 0 0,-1 0 0,0 0 0,1 0 0,-1 0 0,0 0-1,1-1 1,-1 1 0,0 0 0,1 0 0,16-12-4382,-10 7 557,26-18-8075</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8.631"/>
    </inkml:context>
    <inkml:brush xml:id="br0">
      <inkml:brushProperty name="width" value="0.025" units="cm"/>
      <inkml:brushProperty name="height" value="0.025" units="cm"/>
    </inkml:brush>
  </inkml:definitions>
  <inkml:trace contextRef="#ctx0" brushRef="#br0">47 12 8370,'5'-12'5505,"-4"18"-475,-5 23-1702,-5 25-2091,2 1 0,1 86 0,7-135-1679,-1 6-3949,0-12 4045,-1 1 1,1-1 0,0 0 0,0 1 0,-1-1-1,1 1 1,-1-1 0,1 0 0,0 1-1,-1-1 1,1 0 0,-1 1 0,1-1-1,0 0 1,-1 1 0,1-1 0,-1 0-1,1 0 1,-1 0 0,1 0 0,-1 1 0,1-1-1,-1 0 1,1 0 0,-2 0 0,-13 0-7213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8.884"/>
    </inkml:context>
    <inkml:brush xml:id="br0">
      <inkml:brushProperty name="width" value="0.025" units="cm"/>
      <inkml:brushProperty name="height" value="0.025" units="cm"/>
    </inkml:brush>
  </inkml:definitions>
  <inkml:trace contextRef="#ctx0" brushRef="#br0">1 32 8514,'4'-5'4273,"1"1"-2705,1-1-304,1 1 137,-3 4-425,5 0-184,-2 4 8,2 1-152,2 2-192,3 1-312,-1-3-80,0-1-16,5-4-48,2 0-120,7-4-392,8-5-3368,72-24-6203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8:59.412"/>
    </inkml:context>
    <inkml:brush xml:id="br0">
      <inkml:brushProperty name="width" value="0.025" units="cm"/>
      <inkml:brushProperty name="height" value="0.025" units="cm"/>
    </inkml:brush>
  </inkml:definitions>
  <inkml:trace contextRef="#ctx0" brushRef="#br0">25 34 9322,'15'-12'5951,"-11"9"-5532,1 0-1,-1 0 1,1 0 0,-1 1 0,1 0-1,0 0 1,7-2 0,-21 30 2917,0-2-2561,1 0 0,1 0 1,1 1-1,1-1 0,-3 45 0,9 124 172,2-113-357,-4 0 173,-13 93-1,13-168-1127,-1 13 998,1-13-5646,-16-11-622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0.457"/>
    </inkml:context>
    <inkml:brush xml:id="br0">
      <inkml:brushProperty name="width" value="0.025" units="cm"/>
      <inkml:brushProperty name="height" value="0.025" units="cm"/>
    </inkml:brush>
  </inkml:definitions>
  <inkml:trace contextRef="#ctx0" brushRef="#br0">0 8 6985,'92'-4'9203,"-55"1"-8018,1 2 0,43 4 0,21 4-882,29 4-922,-125-9-2104,-14 4-2038,-21 6-277</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0.759"/>
    </inkml:context>
    <inkml:brush xml:id="br0">
      <inkml:brushProperty name="width" value="0.025" units="cm"/>
      <inkml:brushProperty name="height" value="0.025" units="cm"/>
    </inkml:brush>
  </inkml:definitions>
  <inkml:trace contextRef="#ctx0" brushRef="#br0">19 1 7322,'-2'0'334,"1"0"0,0 1 0,0-1 0,0 1 0,0-1 0,0 1 0,0 0 0,1-1 0,-1 1 0,0 0 0,0 0 1,0 0-1,1-1 0,-1 1 0,0 0 0,1 0 0,-1 0 0,1 0 0,-1 0 0,1 0 0,-1 0 0,1 0 1,-1 2-1,2-1-158,-1-1 0,0 0 0,0 1 0,1-1 0,-1 0 0,1 1 0,-1-1 0,1 0 0,0 0 0,0 0 0,-1 1 0,1-1 0,0 0 0,0 0 0,0 0 1,2 1-1,3 3 321,0 0 0,0-1 0,1 0 0,0 0 0,12 4 0,-5-3-99,0-1-1,-1-1 1,1 0-1,1-1 1,-1 0-1,0-1 1,0-1 0,19-1-1,12-5-685,58-15-1,-10 2-3099,-30 7-4105</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1.987"/>
    </inkml:context>
    <inkml:brush xml:id="br0">
      <inkml:brushProperty name="width" value="0.025" units="cm"/>
      <inkml:brushProperty name="height" value="0.025" units="cm"/>
    </inkml:brush>
  </inkml:definitions>
  <inkml:trace contextRef="#ctx0" brushRef="#br0">1 103 6889,'9'-2'7415,"33"-7"-4603,-40 9-2707,7-2 476,0 0-1,0 1 1,0 0 0,17 1 0,-22 1-515,-1 0 1,1-1 0,-1 1-1,0 1 1,1-1 0,-1 0-1,0 1 1,0 0 0,0-1-1,0 1 1,0 0 0,0 1-1,-1-1 1,1 0 0,-1 1-1,4 3 1,0 2-26,1 1 0,-1 0 0,0 0-1,-1 0 1,0 1 0,-1 0 0,0 0 0,0 0 0,-1 0 0,0 1 0,-1-1 0,0 1 0,-1 0-1,0-1 1,-1 1 0,0 0 0,0 0 0,-1-1 0,-1 1 0,0 0 0,0-1 0,-1 1 0,-5 10-1,3-10 5,-1 2 3,0 0 0,-1-1 1,-12 17-1,17-41 89,0 1 1,1-1-1,1 0 0,0-14 1,3 8-149,0 1 1,1 0 0,0 0-1,2 0 1,0 1-1,1 0 1,0 0 0,1 0-1,1 1 1,14-18 0,-4 8-5,1 1 0,1 1-1,1 0 1,46-34 0,-62 53 14,0 1-1,1 0 0,-1 0 1,0 0-1,1 1 1,-1 0-1,1 0 1,0 1-1,0 0 0,-1 0 1,1 0-1,0 1 1,0 0-1,0 0 0,0 1 1,0 0-1,0 0 1,-1 1-1,1 0 0,0 0 1,-1 0-1,0 1 1,1 0-1,-1 0 0,10 8 1,-14-9 5,0 0 0,0 1-1,-1-1 1,1 0 0,-1 1 0,0 0 0,0-1 0,0 1 0,0 0-1,0-1 1,0 1 0,-1 0 0,1 5 0,1 42 80,-3-39-71,2 7 56,-2 0 0,-5 31 0,4-41 24,0 0 0,0-1 0,-1 0 0,0 1 0,0-1 1,-1-1-1,0 1 0,-8 10 0,11-15-45,0 0-1,0 0 1,0 0 0,0 0-1,1 1 1,-1-1-1,1 0 1,-1 0 0,1 0-1,0 1 1,-1-1-1,1 0 1,0 0 0,1 0-1,-1 1 1,0-1-1,1 0 1,-1 0 0,1 0-1,0 1 1,-1-1-1,1 0 1,0 0 0,0 0-1,3 3 1,-4-4-46,1 1 0,-1-1 1,0 1-1,0 0 0,0-1 0,0 1 1,0-1-1,0 1 0,0 0 1,-1-1-1,1 1 0,-1-1 1,1 1-1,-2 2 0,1-2-1,1 0 0,-1-1 0,1 1 0,-1 0 0,1 0 0,-1-1 0,1 1 0,0 0 0,0 0 0,0 0 0,1 3 0,6-38-6499,-1-14-126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2.768"/>
    </inkml:context>
    <inkml:brush xml:id="br0">
      <inkml:brushProperty name="width" value="0.025" units="cm"/>
      <inkml:brushProperty name="height" value="0.025" units="cm"/>
    </inkml:brush>
  </inkml:definitions>
  <inkml:trace contextRef="#ctx0" brushRef="#br0">0 42 6217,'11'-3'4929,"9"-8"-3288,-2 1-692,-10 6-414,1 1-1,0 0 0,0 1 0,0 0 1,13-1-1,-20 3-512,-1 0 1,1 0-1,0 0 1,-1 0-1,1 0 1,0 0-1,0 0 1,-1 1-1,1-1 1,0 1-1,-1-1 1,1 1-1,-1 0 1,1 0-1,-1 0 1,1-1-1,-1 1 1,1 1-1,-1-1 1,0 0-1,0 0 1,1 0 0,-1 1-1,0-1 1,0 0-1,0 1 1,-1-1-1,1 1 1,0 0-1,0-1 1,-1 1-1,1-1 1,-1 1-1,0 0 1,1-1-1,-1 1 1,0 3-1,0-3-14,0 1-1,0 0 1,0 0 0,0 0-1,-1 0 1,0 0-1,1 0 1,-1 0 0,0-1-1,0 1 1,-1 0 0,1-1-1,0 1 1,-4 4-1,-32 32 26,7-9 43,29-28-36,33-2 1293,34 3 214,-49-1-1492,1-1 1,0 0 0,-1-2-1,1 0 1,0-1-1,-1 0 1,23-7 0,-12 1-3739,35-10-2224</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3.447"/>
    </inkml:context>
    <inkml:brush xml:id="br0">
      <inkml:brushProperty name="width" value="0.025" units="cm"/>
      <inkml:brushProperty name="height" value="0.025" units="cm"/>
    </inkml:brush>
  </inkml:definitions>
  <inkml:trace contextRef="#ctx0" brushRef="#br0">14 0 4945,'-1'0'613,"1"0"0,-1 0 0,0 0 0,1 1 1,-1-1-1,0 0 0,1 0 0,-1 0 0,0 1 0,1-1 0,-1 0 0,1 0 0,-1 1 0,1-1 1,-1 1-1,0-1 0,1 1 0,0-1 0,-1 1 0,1-1 0,-1 1 0,18 3 3847,15-5-3661,-5 1-623,61 6 228,126 15 1234,-203-19-1451,21 3 1046,47 2 0,-78-7-887,-5 9 231,2-5-1202,4-7-736,5-9-1985,12-23-3700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4.962"/>
    </inkml:context>
    <inkml:brush xml:id="br0">
      <inkml:brushProperty name="width" value="0.025" units="cm"/>
      <inkml:brushProperty name="height" value="0.025" units="cm"/>
    </inkml:brush>
  </inkml:definitions>
  <inkml:trace contextRef="#ctx0" brushRef="#br0">44 180 7170,'28'-29'3351,"63"-58"-164,-80 78-2853,0 0 0,1 1 0,0 0 0,0 1 0,1 0 0,19-7 0,-30 14-251,1-1-1,-1 1 1,1-1 0,-1 1-1,0 0 1,1 0 0,-1 0-1,1 1 1,-1-1 0,1 0-1,-1 1 1,1 0 0,-1-1-1,0 1 1,1 0 0,-1 0-1,0 0 1,0 1 0,0-1-1,0 0 1,0 1 0,0 0-1,0-1 1,0 1 0,-1 0 0,1 0-1,1 2 1,6 8 218,-1 1 1,-1-1 0,10 22-1,-6-12-256,0-3-5,-2 0 0,0 1 0,-1 0-1,6 22 1,-12-32 21,-1 0 0,1 0-1,-1-1 1,-1 1 0,0 0 0,0 0 0,-1 0-1,-1 0 1,1-1 0,-1 1 0,-4 10-1,-2-1-34,-1-1-1,0 1 0,-1-1 0,-1-1 0,-1 0 1,0-1-1,-2 0 0,1 0 0,-2-2 0,0 0 1,-1 0-1,0-2 0,-1 0 0,0-1 0,-1 0 1,0-2-1,-1 0 0,0-1 0,-21 6 0,32-12-11,0-1 0,0 1-1,0-1 1,0-1-1,0 0 1,0 0-1,0 0 1,1-1-1,-11-2 1,17 2-8,-1 1-1,0-1 1,1 1 0,-1-1-1,1 0 1,-1 0 0,1 0-1,-1 0 1,1 0 0,0 0-1,-1 0 1,1 0 0,0 0-1,0-1 1,0 1 0,0 0-1,0-1 1,-1-2 0,1 1-2,1 1 1,-1-1 0,1 1-1,0-1 1,0 1 0,0-1-1,0 0 1,0 1 0,0-1-1,1 1 1,0-1 0,-1 1-1,1 0 1,0-1 0,0 1 0,2-4-1,1-2 23,1 0 0,0 1 1,0 0-1,1 0 0,0 0 0,0 1 0,12-10 0,58-39 128,-17 14-72,-58 40-72,0 1 0,0 0 0,0 0-1,0 0 1,0 0 0,0 0 0,0 0 0,0 0 0,0 0-1,0 0 1,-1 1 0,1-1 0,0 0 0,0 1 0,0-1-1,0 0 1,0 1 0,-1-1 0,1 1 0,0-1 0,1 2-1,26 19 233,-8-7-181,15 5 293,1-3 1,1-1-1,49 13 0,19 8 566,-102-35-860,0 1 0,0-1 0,0 1 0,0 0 0,-1 0 0,1 1 0,0-1 0,-1 0 0,0 1 0,0-1 0,1 1 0,-1 0 0,-1 0 0,4 6 0,15 19 300,-17-23-314,-3-9-362,8 3-7324,8 1 1061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5.695"/>
    </inkml:context>
    <inkml:brush xml:id="br0">
      <inkml:brushProperty name="width" value="0.025" units="cm"/>
      <inkml:brushProperty name="height" value="0.025" units="cm"/>
    </inkml:brush>
  </inkml:definitions>
  <inkml:trace contextRef="#ctx0" brushRef="#br0">1 16 7282,'7'12'9734,"19"7"-5365,-20-15-4112,-1-1 0,1 1-1,-1 0 1,8 8 0,-7-3-120,0 0-1,0 0 1,-1 1 0,0 0-1,-1 0 1,0 1 0,-1-1-1,4 21 1,-2-5-70,-2 1 0,-1 39 0,-3-55-37,-3-11 48,-2-19-25,7 5-69,0 1 1,1-1-1,0 0 0,1 1 1,1-1-1,0 1 0,1 0 1,0 0-1,1 1 0,0 0 1,1 0-1,1 0 0,0 1 0,0 0 1,1 0-1,0 1 0,1 0 1,1 1-1,-1 0 0,1 0 1,0 1-1,1 1 0,0 0 0,0 1 1,24-9-1,-32 14 19,-1 1 0,0-1 0,1 1 0,-1 0 1,0 0-1,1 1 0,-1-1 0,0 1 0,1-1 0,-1 1 0,0 0 0,0 0 0,0 1 0,0-1 0,0 1 0,0-1 1,0 1-1,0 0 0,-1 0 0,1 0 0,-1 0 0,1 1 0,2 3 0,3 2 19,-1 1-1,0 0 1,0 1 0,-1 0-1,7 15 1,-10-17 97,-1 0 1,0 0-1,-1 0 0,0 0 0,0 1 0,-1-1 1,1 0-1,-2 0 0,0 0 0,0 1 1,0-1-1,-4 11 0,-2 37 144,6-59-844,0-9-5196,1-15-1628</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6.334"/>
    </inkml:context>
    <inkml:brush xml:id="br0">
      <inkml:brushProperty name="width" value="0.025" units="cm"/>
      <inkml:brushProperty name="height" value="0.025" units="cm"/>
    </inkml:brush>
  </inkml:definitions>
  <inkml:trace contextRef="#ctx0" brushRef="#br0">3 13 3849,'0'-12'9330,"3"11"-5185,1 13-1001,-1 26-1840,0 1 0,-5 58 0,0-21-883,-1-17-156,1-38-240,1 0 0,2 26-1,0-44-816,1 21 2039,-2-20-4471,-9-36-14282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6.954"/>
    </inkml:context>
    <inkml:brush xml:id="br0">
      <inkml:brushProperty name="width" value="0.025" units="cm"/>
      <inkml:brushProperty name="height" value="0.025" units="cm"/>
    </inkml:brush>
  </inkml:definitions>
  <inkml:trace contextRef="#ctx0" brushRef="#br0">2 0 4257,'-2'3'9635,"5"3"-3809,-3-5-5643,1 0-1,0 0 0,-1-1 1,1 1-1,0 0 1,0 0-1,0 0 0,0-1 1,0 1-1,0 0 1,0-1-1,0 1 0,0-1 1,2 1-1,23 3 60,0 0-1,1-2 0,43-3 1,-33 1-157,108-7 2405,-166 26 210,14-8-5011,7-10 2097,0-1 0,0 0 0,0 0 0,1 0-1,-1 0 1,0 1 0,0-1 0,0 0 0,0 0 0,0 0 0,0 0 0,1 0 0,-1 1 0,0-1 0,0 0 0,0 0 0,0 0 0,1 0 0,-1 0 0,0 0-1,0 0 1,0 0 0,1 0 0,-1 0 0,0 0 0,0 0 0,0 0 0,1 0 0,-1 0 0,0 0 0,0 0 0,0 0 0,1 0 0,-1 0 0,0 0 0,0 0 0,0 0-1,0 0 1,1 0 0,-1 0 0,0-1 0,0 1 0,0 0 0,0 0 0,1 0 0,-1 0 0,0 0 0,0 0 0,0-1 0,0 1 0,0 0 0,32-15-11438</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7.882"/>
    </inkml:context>
    <inkml:brush xml:id="br0">
      <inkml:brushProperty name="width" value="0.025" units="cm"/>
      <inkml:brushProperty name="height" value="0.025" units="cm"/>
    </inkml:brush>
  </inkml:definitions>
  <inkml:trace contextRef="#ctx0" brushRef="#br0">99 22 2545,'4'-16'5928,"-10"11"242,5 5-5928,0 0 1,0 1 0,0-1 0,0 0-1,0 1 1,1-1 0,-1 1 0,0-1-1,0 1 1,0-1 0,0 1-1,1-1 1,-1 1 0,0 0 0,1 0-1,-1-1 1,0 1 0,1 0 0,-1 0-1,1 0 1,0 0 0,-1 0 0,1-1-1,-1 1 1,1 2 0,-12 47 3920,4 28-2251,6-45-1450,-12 89 482,-6 118 587,29-151-209,-9-88-1269,6-1 774,-16-1-11717,-17-7 1238</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09.561"/>
    </inkml:context>
    <inkml:brush xml:id="br0">
      <inkml:brushProperty name="width" value="0.025" units="cm"/>
      <inkml:brushProperty name="height" value="0.025" units="cm"/>
    </inkml:brush>
  </inkml:definitions>
  <inkml:trace contextRef="#ctx0" brushRef="#br0">37 49 7490,'3'3'3459,"6"-9"-1722,10-13-813,-15 14-516,8-7-149,-2 3 3905,-9 9-4058,-1 0 0,0 1 0,1-1 0,-1 1 0,1-1 0,-1 1 0,1-1 0,-1 1-1,0-1 1,0 1 0,1-1 0,-1 1 0,0 0 0,0-1 0,1 1 0,-1-1 0,0 1 0,0 0 0,0-1 0,0 1 0,0 0-1,0-1 1,0 1 0,0-1 0,-1 2 0,4 51 444,-3 0 0,-3 0-1,-1 0 1,-3 0 0,-21 79-1,-28 122-286,52-213-517,4-41 210,0 0 0,0 0-1,0 0 1,0 0 0,0 0-1,0 0 1,1 0 0,-1 0-1,0 0 1,0 0 0,0 0 0,0 0-1,0 0 1,0 0 0,0-1-1,0 1 1,0 0 0,0 0-1,0 0 1,0 0 0,0 0 0,1 0-1,-1 0 1,0 0 0,0 0-1,0 0 1,0 0 0,0 0-1,4-26-2842,-3-11-1864,-5-44-2826</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0.150"/>
    </inkml:context>
    <inkml:brush xml:id="br0">
      <inkml:brushProperty name="width" value="0.025" units="cm"/>
      <inkml:brushProperty name="height" value="0.025" units="cm"/>
    </inkml:brush>
  </inkml:definitions>
  <inkml:trace contextRef="#ctx0" brushRef="#br0">0 1 7242,'19'3'4986,"3"0"-3199,15 4 374,68 3 0,111-13-124,-17-1-1093,-63 9-528,308 0 1104,-397-7-1227,107-7 920,-137 7-537,-26 3 273,-26 3-538,19-5-763,-25 2-5094,34 6 795,3 15-2422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0.804"/>
    </inkml:context>
    <inkml:brush xml:id="br0">
      <inkml:brushProperty name="width" value="0.025" units="cm"/>
      <inkml:brushProperty name="height" value="0.025" units="cm"/>
    </inkml:brush>
  </inkml:definitions>
  <inkml:trace contextRef="#ctx0" brushRef="#br0">310 87 7770,'3'-11'3543,"6"-26"731,-9 35-4129,0 0 0,1 0 0,-1 0 0,0 0-1,0 0 1,0 0 0,0 0 0,0 0 0,-1 0 0,1 0-1,-1 0 1,1 1 0,-1-1 0,-1-3 0,1 5-71,0-1 1,0 0-1,0 0 1,0 1 0,0-1-1,0 1 1,0-1-1,0 1 1,-1-1-1,1 1 1,0 0-1,0 0 1,-1-1 0,1 1-1,0 0 1,0 0-1,-1 0 1,1 0-1,0 1 1,0-1-1,-1 0 1,1 0 0,0 1-1,0-1 1,0 1-1,-2 0 1,-33 16 614,30-14-529,-15 8 81,2 1-1,-1 1 1,2 1 0,0 0 0,0 1-1,1 1 1,1 0 0,1 2 0,-16 22-1,25-31-210,0 0-1,0 0 0,1 1 1,1 0-1,-1 0 0,2 0 1,-1 1-1,1-1 0,1 1 1,0 0-1,0-1 0,1 1 1,1 0-1,0 0 0,0 0 1,1 0-1,0 0 0,1 0 0,0-1 1,1 1-1,6 15 0,-6-20 32,1 1 0,-1-1 0,1 0 0,1 0 0,0 0 0,-1 0 0,2-1 0,-1 1 0,0-1 0,1-1 0,0 1 0,0-1 0,1 0 0,9 4 0,-11-6-191,0 0-1,0 0 0,0-1 1,0 0-1,0 0 1,0 0-1,0 0 0,0-1 1,1 0-1,-1 0 0,0 0 1,6-2-1,-7 1-456,1 0 0,-1 0 0,0-1 0,1 0 0,-1 0 0,0 0 0,0 0 0,0 0 0,5-5 0,13-13-4856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1.343"/>
    </inkml:context>
    <inkml:brush xml:id="br0">
      <inkml:brushProperty name="width" value="0.025" units="cm"/>
      <inkml:brushProperty name="height" value="0.025" units="cm"/>
    </inkml:brush>
  </inkml:definitions>
  <inkml:trace contextRef="#ctx0" brushRef="#br0">1 45 7138,'3'-17'9331,"-2"15"-9104,0 0-1,-1 1 0,1-1 0,0 1 0,0-1 0,0 1 0,0-1 0,0 1 1,0 0-1,0-1 0,0 1 0,1 0 0,-1 0 0,0 0 0,1 0 1,-1 0-1,1 0 0,-1 0 0,1 1 0,0-1 0,-1 0 0,1 1 1,3-1-1,-5 2-82,1-1 0,0 1 0,0 0 0,-1 0 0,1 0 0,-1-1 0,1 1 0,-1 0 0,1 0 0,-1 0 0,1 0 1,-1 0-1,0 0 0,0 0 0,1 0 0,-1 0 0,0 0 0,0 0 0,0 0 0,0 1 0,2 28 948,-2-28-932,-4 98 985,0-18-1081,6-88-79,1 0 0,0 0-1,1 0 1,0 1 0,-1-1-1,2 1 1,4-6 0,-2 3-19,12-14-4,0 1 0,1 1 0,1 1 0,0 1 0,31-20 0,-57 86 94,5-40 33,0-1-1,1 0 1,0 1 0,0-1-1,0 0 1,4 11 0,-4-16-194,0 1 0,0 0 0,1-1 1,-1 1-1,1-1 0,0 1 1,0-1-1,3 3 0,-3-3-549,1 0 0,0 0 0,-1 0 0,1-1 0,0 1-1,0-1 1,0 1 0,7 1 0,23 6-5173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1.917"/>
    </inkml:context>
    <inkml:brush xml:id="br0">
      <inkml:brushProperty name="width" value="0.025" units="cm"/>
      <inkml:brushProperty name="height" value="0.025" units="cm"/>
    </inkml:brush>
  </inkml:definitions>
  <inkml:trace contextRef="#ctx0" brushRef="#br0">1 0 8010,'6'0'6132,"21"1"-2263,-22 2-3488,1 0 1,-1 1 0,0 0 0,0 0-1,0 0 1,0 0 0,-1 1 0,0 0 0,7 10-1,28 51 399,-38-65-738,12 26 144,-1 0-1,-1 0 1,-2 1-1,10 47 1,-15-53-71,0 0 1,-2 0-1,-1 0 0,-1 0 1,0 0-1,-7 40 0,5-52-22,-1 0 0,0 1 0,-1-1-1,0-1 1,0 1 0,-1 0 0,0-1-1,-1 0 1,-8 10 0,11-15-43,-1 0 0,1 0 1,-1-1-1,0 1 0,0-1 0,0 0 0,-1 0 1,1 0-1,-1-1 0,1 1 0,-1-1 0,0 0 0,0-1 1,0 1-1,0-1 0,0 0 0,0 0 0,-1-1 1,1 1-1,-9-1 0,13 0-49,1 0 1,-1 0 0,0 0-1,1 0 1,-1 0 0,0 0-1,1 0 1,-1 0 0,1 0-1,-1-1 1,0 1 0,1 0-1,-1 0 1,0 0 0,1-1-1,-1 1 1,1 0 0,-1-1-1,1 1 1,-1 0-1,1-1 1,-1 1 0,1-1-1,-1 1 1,1-1 0,0 1-1,-1-1 1,1 1 0,0-1-1,-1 1 1,1-1 0,0 1-1,-1-2 1,30-6-2551,-4 2-1546,31-2-2833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13.869"/>
    </inkml:context>
    <inkml:brush xml:id="br0">
      <inkml:brushProperty name="width" value="0.025" units="cm"/>
      <inkml:brushProperty name="height" value="0.025" units="cm"/>
    </inkml:brush>
  </inkml:definitions>
  <inkml:trace contextRef="#ctx0" brushRef="#br0">16 180 7001,'-3'-2'12794,"-3"-2"-10100,5 3-2690,1 1 1,-1-1-1,0 0 0,1 1 1,-1-1-1,1 0 1,0 0-1,-1 0 0,1 1 1,0-1-1,-1 0 1,1 0-1,0 0 0,0 0 1,0 1-1,0-1 1,0 0-1,0 0 1,0 0-1,0 0 0,0 0 1,0 0-1,0 1 1,0-1-1,1 0 0,-1 0 1,0 0-1,1-1 1,11-23-65,-4 13 59,2 0 0,-1 1 0,1 1 0,1 0 1,0 0-1,1 1 0,0 0 0,0 1 0,1 0 0,26-11 0,-38 18 2,1 0 0,0 1 0,-1-1 0,1 0 0,0 1 0,0 0 0,0-1 0,0 1 0,-1 0 0,1 0 0,0 0 0,0 0 0,0 0 0,0 0 0,0 1 0,-1-1 0,1 0 0,0 1 0,0 0 0,0-1 0,1 2-1,0 0 7,-1 0-1,1 0 0,-1 0 0,0 1 0,0-1 0,0 0 1,0 1-1,0 0 0,0-1 0,-1 1 0,3 5 0,0 2 29,-1 0-1,0 0 0,0 1 0,-1-1 1,-1 1-1,1 18 0,-2-26-25,0-1-1,0 1 1,1-1 0,-1 0-1,1 1 1,-1-1-1,1 1 1,0-1 0,0 0-1,0 0 1,0 1-1,0-1 1,0 0 0,1 0-1,-1 0 1,1 0-1,-1-1 1,1 1 0,0 0-1,0 0 1,0-1-1,0 0 1,0 1-1,0-1 1,0 0 0,3 1-1,5 2 8,0 0 0,1-2-1,-1 1 1,19 1-1,-10-1 15,-17-3 17,0 0 1,0 1-1,0-2 0,0 1 0,0 0 0,1 0 0,-1-1 0,0 1 0,0-1 1,0 1-1,0-1 0,0 0 0,0 0 0,-1 0 0,1 0 0,0 0 0,0 0 0,-1-1 1,1 1-1,-1-1 0,1 1 0,1-3 0,3-4 196,0 0-1,-1 0 1,8-15 0,-1 1-108,26-44 2371,-30 55-1941,-1 2-120,-7 9-390,0 0 0,0 0 0,1 0 0,-1 0-1,0 0 1,0 0 0,0 0 0,0-1 0,0 1-1,0 0 1,0 0 0,0 0 0,0 0 0,0 0 0,0 0-1,0-1 1,0 1 0,0 0 0,0 0 0,0 0 0,0 0-1,0 0 1,0 0 0,0-1 0,0 1 0,0 0-1,0 0 1,0 0 0,-1 0 0,1 0 0,0 0 0,0-1-1,0 1 1,0 0 0,0 0 0,0 0 0,0 0 0,0 0-1,-1 0 1,1 0 0,0 0 0,0 0 0,0 0 0,0 0-1,0 0 1,0 0 0,-1 0 0,1 0 0,0-1-1,-7 28-4974,-1-3-3729,-6 6-1305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3.228"/>
    </inkml:context>
    <inkml:brush xml:id="br0">
      <inkml:brushProperty name="width" value="0.025" units="cm"/>
      <inkml:brushProperty name="height" value="0.025" units="cm"/>
    </inkml:brush>
  </inkml:definitions>
  <inkml:trace contextRef="#ctx0" brushRef="#br0">178 374 4257,'33'-40'15743,"-33"41"-15665,1 0 0,-1 1 1,0-1-1,0 1 0,0-1 0,0 0 0,0 1 0,0-1 1,-1 0-1,1 1 0,0-1 0,-1 0 0,1 1 1,-1-1-1,1 0 0,-1 0 0,-1 3 0,-13 10 46,-1-1-1,0 0 0,-1-1 0,0 0 1,0-2-1,-2 0 0,1-1 1,-37 12-1,54-21-123,1 0 0,-1-1 1,1 1-1,-1 0 0,0 0 0,1-1 1,-1 1-1,1 0 0,-1-1 1,0 1-1,1 0 0,-1-1 0,1 1 1,-1-1-1,1 1 0,0-1 1,-1 1-1,1-1 0,-1 1 0,1-1 1,0 0-1,-1 1 0,1-1 0,0 0 1,0 1-1,0-1 0,0 1 1,-1-1-1,1 0 0,0 1 0,0-1 1,0 0-1,0 0 0,-3-30 7,3 29-7,0-14-17,1 0 0,1 0 0,1-1 0,0 2 0,0-1-1,2 0 1,0 1 0,1 0 0,0 0 0,2 0 0,16-26 0,9-6-83,77-85-1,-105 126 111,18-16-7,-23 22 1,1 0-1,-1-1 1,1 1-1,0-1 1,-1 1-1,1 0 0,0 0 1,-1-1-1,1 1 1,0 0-1,-1 0 1,1 0-1,0 0 1,0 0-1,-1 0 1,1 0-1,0 0 0,-1 0 1,1 0-1,0 0 1,0 1-1,-1-1 1,1 0-1,0 0 1,-1 1-1,1-1 0,-1 0 1,1 1-1,0-1 1,-1 1-1,1-1 1,-1 1-1,1-1 1,-1 1-1,1-1 1,-1 1-1,1 0 0,8 13 24,-1 0 0,0 1 0,-2 0-1,1 0 1,-2 1 0,5 19 0,16 100 148,-17-47 386,-3 160-1,-7-156-413,1-79-109,0 1 0,-1 0 0,-1-1 0,-6 26 0,2-32 107,5-8-1533,5-6-3619,17-19-792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3.740"/>
    </inkml:context>
    <inkml:brush xml:id="br0">
      <inkml:brushProperty name="width" value="0.025" units="cm"/>
      <inkml:brushProperty name="height" value="0.025" units="cm"/>
    </inkml:brush>
  </inkml:definitions>
  <inkml:trace contextRef="#ctx0" brushRef="#br0">343 138 8794,'2'-2'368,"-1"1"1,0 0-1,1-1 0,-1 1 1,0-1-1,0 0 0,0 1 1,0-1-1,0 0 0,0 0 1,0 0-1,-1 1 0,1-1 1,0 0-1,-1 0 0,0 0 1,1 0-1,-1 0 0,0 0 1,0 0-1,-1-3 0,0 2-84,0 0-1,0 0 1,0 0-1,-1 0 1,1 1-1,-1-1 1,1 0-1,-1 1 1,0-1-1,0 1 1,0 0-1,-4-3 1,-6-4-91,0 0-1,0 2 1,0-1 0,-22-8 0,29 14-190,0 1 0,-1-1 0,1 1-1,-1 0 1,0 0 0,1 0 0,-1 1 0,1 0-1,-1 0 1,0 0 0,1 1 0,-1 0 0,1 0-1,-1 0 1,1 1 0,-1 0 0,1 0 0,0 0-1,0 1 1,0 0 0,0 0 0,0 0 0,1 0-1,-1 1 1,-3 4 0,-3 2 9,1 0 1,0 1 0,0 0-1,1 1 1,1 0-1,0 1 1,1 0-1,-9 21 1,11-19 28,0 1-1,1 0 1,1 0 0,0 0 0,1 0 0,1 1 0,2 32 0,23 119 120,-5-47-91,-1 50 12,-18-170-202,0 0 1,0 0-1,0 0 1,0 0-1,-1 0 1,1 0-1,0 0 1,0 0-1,-1 0 1,1 0-1,-1 0 1,1 0-1,-1-1 1,1 1-1,-1 0 0,0 0 1,1 0-1,-1-1 1,0 1-1,1 0 1,-1-1-1,0 1 1,-1 0-1,1 0-229,0-1 1,0 1-1,1-1 0,-1 0 0,0 0 0,0 1 0,0-1 0,0 0 1,0 0-1,1 0 0,-1 0 0,0 0 0,0 0 0,0 0 1,0 0-1,0 0 0,0 0 0,-1-1 0,-26-12-6910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3.930"/>
    </inkml:context>
    <inkml:brush xml:id="br0">
      <inkml:brushProperty name="width" value="0.025" units="cm"/>
      <inkml:brushProperty name="height" value="0.025" units="cm"/>
    </inkml:brush>
  </inkml:definitions>
  <inkml:trace contextRef="#ctx0" brushRef="#br0">0 150 11298,'0'-5'4921,"7"1"-3496,8-3-633,14-4 144,9-2-144,4-1-440,8 3-200,1-2-80,4 2-72,6 0-88,1-3-904,96-21-4209</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4.645"/>
    </inkml:context>
    <inkml:brush xml:id="br0">
      <inkml:brushProperty name="width" value="0.025" units="cm"/>
      <inkml:brushProperty name="height" value="0.025" units="cm"/>
    </inkml:brush>
  </inkml:definitions>
  <inkml:trace contextRef="#ctx0" brushRef="#br0">0 62 7362,'0'-1'353,"0"1"1,0-1-1,0 0 1,0 1-1,0-1 1,1 1-1,-1-1 1,0 1-1,0-1 1,0 1-1,1-1 1,-1 1-1,0-1 1,0 1 0,1 0-1,-1-1 1,1 1-1,-1-1 1,0 1-1,1 0 1,-1-1-1,1 1 1,-1 0-1,1-1 1,-1 1-1,1 0 1,0 0-1,19-3 2972,-16 4-3058,0-1 1,0 1 0,0 0-1,0 0 1,0 0 0,0 0 0,6 4-1,-5-1-130,0 1 0,0 0 0,0-1 0,-1 2 0,0-1 0,0 1 0,0-1 0,0 1 0,-1 0 0,0 0 0,-1 0 0,1 1 1,2 10-1,-2-7-114,-1 1 1,0 0 0,0 0 0,-1 0 0,-1 0 0,0 1 0,-2 15 0,-8 6 36,10-32-58,0 0 1,0 0-1,-1 0 1,1 0-1,0 0 0,-1 0 1,1 0-1,-1 0 1,1 0-1,-1 0 0,0 0 1,0 0-1,1 0 1,-1 0-1,0 0 0,0-1 1,0 1-1,0 0 1,1-1-1,-1 1 0,0-1 1,0 1-1,0-1 1,-2 1-1,2-3-19,1 1 1,-1-1-1,0 0 0,1 1 0,-1-1 1,1 0-1,-1 0 0,1 0 0,0 1 1,0-1-1,0 0 0,0 0 0,0 0 1,0 0-1,1 0 0,-1 1 0,1-3 1,0-3-67,0-5 7,1-1 0,1 1-1,0 0 1,1 0 0,0 0 0,1 1 0,0-1 0,0 1 0,2 0-1,-1 1 1,11-13 0,-6 9 59,0 1-1,1 0 1,0 1-1,1 0 1,0 1-1,1 1 1,23-14-1,-36 23 22,-1 1 0,1 0 0,-1 0 0,1 0-1,-1-1 1,1 1 0,-1 0 0,1 0-1,-1 0 1,1 0 0,-1 0 0,1 0 0,-1 0-1,1 0 1,-1 0 0,1 0 0,-1 0-1,1 0 1,-1 0 0,1 1 0,-1-1 0,0 0-1,1 0 1,-1 0 0,1 1 0,-1-1 0,1 0-1,-1 1 1,1-1 0,9 18 113,2 31 111,-10-39-157,1 12 120,-1 0 0,0 0 0,-2-1 0,-1 1 0,0 0 0,-1 0 0,-7 24 0,4-15 44,5-28-335,-2 16 173,3-18-151,-1-1 0,0 1 0,0-1 0,0 1 0,0-1 0,1 1 0,-1-1 0,0 0 0,1 1 0,-1-1 0,0 1 0,1-1 0,-1 0 0,0 1 0,1-1 0,-1 0 0,1 1 0,-1-1 0,0 0 0,1 0 0,-1 1 0,1-1 0,-1 0 0,1 0 0,-1 0 0,1 0 0,-1 0 0,1 0 0,-1 1 0,1-1 0,-1 0 0,1 0 0,0-1 0,-1 1 0,1 0 0,-1 0 0,1 0 0,-1 0 0,1-1 0,38-11-5454</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4.996"/>
    </inkml:context>
    <inkml:brush xml:id="br0">
      <inkml:brushProperty name="width" value="0.025" units="cm"/>
      <inkml:brushProperty name="height" value="0.025" units="cm"/>
    </inkml:brush>
  </inkml:definitions>
  <inkml:trace contextRef="#ctx0" brushRef="#br0">52 1 6513,'0'13'9311,"1"4"-3564,1 18-1854,-1-25-3880,-1 0 0,0 0 0,-1 0 1,0 0-1,-1 0 0,-3 12 0,-3-8-2588,-5 0-5188,-12 4 251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5.235"/>
    </inkml:context>
    <inkml:brush xml:id="br0">
      <inkml:brushProperty name="width" value="0.025" units="cm"/>
      <inkml:brushProperty name="height" value="0.025" units="cm"/>
    </inkml:brush>
  </inkml:definitions>
  <inkml:trace contextRef="#ctx0" brushRef="#br0">10 1 12979,'-5'0'6073,"3"4"-4209,4 1-1551,-2 6-137,0-2-104,0 6-64,-2-4-8,0 7-232,2-2-1257,0 4-2696,4 24-3480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5.681"/>
    </inkml:context>
    <inkml:brush xml:id="br0">
      <inkml:brushProperty name="width" value="0.025" units="cm"/>
      <inkml:brushProperty name="height" value="0.025" units="cm"/>
    </inkml:brush>
  </inkml:definitions>
  <inkml:trace contextRef="#ctx0" brushRef="#br0">139 10 5081,'18'-9'9276,"-13"11"-7215,-8 9 1021,-4-1-2554,0 0 0,-1-1-1,0 0 1,0 0 0,-1-1-1,-1 0 1,-13 10 0,10-9-361,1 1 1,0 0-1,-17 20 1,29-29-173,0-1 0,-1 0 0,1 0 0,0 0 0,0 0 0,0 0 0,0 0 0,0 1 0,0-1 0,0 0 1,0 0-1,0 0 0,0 0 0,0 0 0,0 1 0,0-1 0,0 0 0,0 0 0,0 0 0,0 0 0,0 0 0,0 1 0,0-1 0,0 0 0,0 0 0,0 0 0,0 0 1,0 0-1,0 1 0,0-1 0,0 0 0,0 0 0,0 0 0,0 0 0,0 0 0,0 0 0,1 1 0,-1-1 0,0 0 0,0 0 0,0 0 0,0 0 0,0 0 0,0 0 1,1 0-1,-1 0 0,0 0 0,12 3-66,12-3-5,-18-1 67,3 0-178,1 0-1,-1 0 1,1 1 0,0 0-1,-1 0 1,1 1 0,-1 1-1,13 3 1,-21-5 184,0 0 1,-1 0-1,1 0 1,0 1-1,-1-1 1,1 0-1,0 1 1,-1-1-1,1 0 1,-1 1-1,1-1 1,-1 1-1,1-1 1,-1 1-1,1-1 1,-1 1-1,1-1 1,-1 1-1,1 0 1,-1-1-1,0 1 1,0 0-1,1-1 1,-1 1-1,0 0 1,0-1 0,1 2-1,-2-1 19,1 1 0,0-1 1,0 1-1,-1-1 0,1 0 0,-1 1 1,0-1-1,1 0 0,-1 0 0,0 1 0,1-1 1,-1 0-1,-1 1 0,-38 33 748,33-30-617,-15 12 209,10-8-339,1 0 0,-1 0 0,2 1 0,-1 0 0,1 1 0,-14 20 0,24-31-62,0 0 1,0 0-1,0 0 1,1 0-1,-1 0 1,0 0-1,0 0 1,0 0-1,0 0 0,0 0 1,0 0-1,0 0 1,0 0-1,0 0 1,0 0-1,0 0 1,1 0-1,-1 0 1,0 0-1,0 0 1,0 0-1,0 0 1,0 1-1,0-1 0,0 0 1,0 0-1,0 0 1,0 0-1,0 0 1,0 0-1,0 0 1,0 0-1,0 0 1,0 0-1,0 0 1,0 0-1,0 1 1,0-1-1,1 0 0,-1 0 1,0 0-1,0 0 1,0 0-1,0 0 1,-1 0-1,1 0 1,0 0-1,0 0 1,0 0-1,0 1 1,19-17-5450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6.669"/>
    </inkml:context>
    <inkml:brush xml:id="br0">
      <inkml:brushProperty name="width" value="0.025" units="cm"/>
      <inkml:brushProperty name="height" value="0.025" units="cm"/>
    </inkml:brush>
  </inkml:definitions>
  <inkml:trace contextRef="#ctx0" brushRef="#br0">103 9 7298,'-4'-9'9891,"-5"29"-7305,1-7-2349,1 0 1,0 0-1,1 1 1,1 0-1,0 1 1,1-1-1,1 1 1,-3 17-1,-5 126 179,11-142-310,-9 340 225,9-348-517,0-1 0,0 0 0,-1 0 0,1 1 0,-2-1 0,1 0 1,-1 0-1,0 0 0,-3 8 0,-1 1-1840,7-17 1923,-1 1 0,0 0 0,0 0 0,0 0 0,0 0 0,0 0 0,1 0 0,-1-1 0,0 1 0,0 0 0,0 0 0,1 0 0,-1 0 0,0 0 0,0 0 0,0 0 0,0 0 0,1 0 0,-1 0 1,0 0-1,0 0 0,0 0 0,1 0 0,-1 0 0,0 0 0,0 0 0,0 0 0,1 0 0,-1 0 0,0 0 0,0 0 0,0 1 0,1-1 0,-1 0 0,0 0 0,0 0 0,0 0 0,0 0 0,0 0 0,1 1 0,-1-1 0,0 0 0,0 0 0,0 0 0,0 0 0,0 1 0,0-1 0,0 0 0,0 0 0,0 0 0,1 1 0,-1-1 0,0 0 0,0 0 0,0 0 0,0 1 0,0-1 0,32-28-5426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7.209"/>
    </inkml:context>
    <inkml:brush xml:id="br0">
      <inkml:brushProperty name="width" value="0.025" units="cm"/>
      <inkml:brushProperty name="height" value="0.025" units="cm"/>
    </inkml:brush>
  </inkml:definitions>
  <inkml:trace contextRef="#ctx0" brushRef="#br0">237 36 8258,'1'-2'752,"0"0"0,0 0 1,0 0-1,0-1 0,0 1 1,-1 0-1,1-1 0,-1 1 1,1-4-1,-1 5-668,0 0-1,-1 1 1,1-1 0,-1 1-1,1-1 1,0 1 0,-1-1-1,1 1 1,-1 0 0,1-1-1,-1 1 1,1-1-1,-1 1 1,1 0 0,-1-1-1,1 1 1,-1 0 0,0 0-1,1-1 1,-1 1 0,1 0-1,-1 0 1,0 0 0,1 0-1,-1 0 1,0 0-1,1 0 1,-1 0 0,0 0-1,1 0 1,-1 0 0,1 1-1,-1-1 1,0 0 0,1 0-1,-1 0 1,1 1-1,-1-1 1,0 1 0,-15 5 204,0 0-1,1 1 1,0 1 0,0 1 0,0 0 0,-24 21 0,28-22-152,3-2-89,0 1-1,0-1 1,1 1 0,0 1-1,0-1 1,1 1 0,0 0-1,0 0 1,-4 11 0,9-17-44,0 1 0,0 0 0,0 0 0,0-1 1,0 1-1,1 0 0,-1 0 0,1 0 0,0-1 1,0 1-1,0 0 0,0 0 0,1 0 0,-1 0 0,1 0 1,-1-1-1,1 1 0,0 0 0,0-1 0,1 1 1,-1 0-1,0-1 0,1 1 0,-1-1 0,1 0 1,0 0-1,0 1 0,0-1 0,0 0 0,0-1 0,1 1 1,-1 0-1,0-1 0,1 1 0,3 1 0,-3-1 0,1-1-1,0 1 0,-1-1 0,1 1 1,0-1-1,0 0 0,0-1 1,0 1-1,0-1 0,-1 1 0,1-1 1,0 0-1,0-1 0,0 1 1,0-1-1,0 0 0,0 0 0,0 0 1,-1 0-1,1 0 0,0-1 1,-1 0-1,1 0 0,5-4 0,6-5 1,0-1 0,0-1 0,24-26 0,-18 17 18,-19 20 10,1 0-27,3 10-26,-6-7 25,17 31-29,13 21-372,-3-24-2643,-25-27 2680,-1-1 0,1 0 0,0 1 0,0-1 0,0 0 0,0 0 0,0-1 1,0 1-1,0 0 0,4 0 0,42 1-4631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7.590"/>
    </inkml:context>
    <inkml:brush xml:id="br0">
      <inkml:brushProperty name="width" value="0.025" units="cm"/>
      <inkml:brushProperty name="height" value="0.025" units="cm"/>
    </inkml:brush>
  </inkml:definitions>
  <inkml:trace contextRef="#ctx0" brushRef="#br0">0 197 3697,'1'6'7806,"2"2"-3981,10 18-2892,-6-12 358,2 5-241,-3-8-421,-1 0-1,0 1 1,-1-1-1,0 1 1,0 0 0,2 18-1,-22-64-153,12 18-459,0-1 0,1 1 0,1-1 0,0 1 0,1-1 0,1 0 0,4-32 0,-2 36-350,0 0 0,1 0 0,1 0 0,0 0 0,1 1 0,0 0 0,1 0 0,0 0 0,1 0 0,13-16 0,-19 26 17,11-11-1271,-11 13 1479,-1 0 0,0 0 0,1 0 0,-1-1 0,0 1 0,1 0 0,-1 0 0,0 0 1,1 0-1,-1 0 0,0 0 0,1 0 0,-1 0 0,0 0 0,1 0 0,-1 0 0,1 0 0,-1 0 0,0 0 0,1 0 0,-1 0 0,0 0 0,1 0 0,-1 0 1,0 0-1,1 1 0,-1-1 0,0 0 0,1 0 0,-1 0 0,0 1 0,1-1 0,-1 0 0,0 0 0,0 1 0,1-1 0,-1 0 0,0 1 0,0-1 0,0 0 0,0 1 1,1-1-1,-1 0 0,0 1 0,0-1 0,9 25-5016</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8.372"/>
    </inkml:context>
    <inkml:brush xml:id="br0">
      <inkml:brushProperty name="width" value="0.025" units="cm"/>
      <inkml:brushProperty name="height" value="0.025" units="cm"/>
    </inkml:brush>
  </inkml:definitions>
  <inkml:trace contextRef="#ctx0" brushRef="#br0">185 38 9074,'-6'-5'7524,"-7"6"-4805,-11 5-1566,7 0-887,1 0 1,-20 11-1,33-16-254,-1 1-1,1-1 1,0 1-1,0 0 1,0 0-1,0 1 1,1-1-1,-1 1 1,1-1-1,-1 1 0,1 0 1,0 0-1,0 0 1,0 0-1,0 0 1,1 0-1,-1 1 1,0 4-1,2-6-7,0 1 0,1-1-1,-1 0 1,1 0-1,0 0 1,0 0 0,0 0-1,0 0 1,0 0 0,0 0-1,1 0 1,-1 0 0,0-1-1,1 1 1,0-1-1,-1 1 1,1-1 0,0 1-1,3 1 1,39 22 49,-40-24-53,0 0 0,0 0 0,0 0 0,0 0 0,0-1 0,0 0 1,1 0-1,-1 0 0,0 0 0,0 0 0,0-1 0,0 0 0,0 0 0,0 0 1,0-1-1,0 1 0,0-1 0,0 0 0,-1 0 0,1 0 0,-1 0 0,1-1 1,-1 0-1,0 1 0,4-5 0,3-4 1,-1 0 0,0 0 0,0-1 0,-2 0 0,1 0 0,6-15 0,-3-5-31,-10 31 72,-1-1 1,1 1 0,-1 0 0,0 0 0,0 0 0,1-1-1,-1 1 1,0 0 0,0 0 0,0-1 0,0 1 0,0 0 0,-1 0-1,1-1 1,0 1 0,-1 0 0,1 0 0,0 0 0,-1-1-1,1 1 1,-1 0 0,0 0 0,0-1 0,0 2-8,1 0 0,-1 0-1,1-1 1,-1 1 0,1 0 0,-1 1 0,1-1 0,-1 0 0,1 0-1,-1 0 1,1 0 0,-1 0 0,1 0 0,-1 1 0,1-1 0,0 0-1,-1 0 1,1 1 0,-1-1 0,1 0 0,0 0 0,-1 1 0,1-1-1,0 0 1,-1 1 0,1-1 0,0 1 0,-1-1 0,1 1 0,-11 15 179,10-14-161,-4 7-5,0 0 0,1 0 0,1 0 0,0 1 0,0-1-1,0 1 1,1 0 0,1 0 0,0-1 0,0 1 0,1 11 0,2 15 255,12 61 1,-7-54-84,-4-23-157,3 15 79,-2 1 1,-1 0-1,-2 41 0,-2-67-90,1 0 0,-2 0-1,0 0 1,0 0-1,0-1 1,-1 1-1,-1-1 1,0 0-1,0 0 1,-1 0-1,0 0 1,0-1-1,-1 0 1,0 0-1,0 0 1,-11 8-1,15-13-48,-1-1-1,1 0 1,-1-1-1,0 1 1,0 0-1,0-1 1,0 0-1,0 1 0,0-1 1,0 0-1,0-1 1,0 1-1,0 0 1,-1-1-1,1 0 1,0 0-1,-6 0 0,4-1 4,0 0-1,-1-1 1,1 1-1,0-1 1,0 0-1,1 0 1,-1 0-1,0-1 1,1 0-1,-7-5 1,6 4-2,-1 0 1,1-1-1,0 0 1,1 0-1,-1-1 1,1 1-1,0-1 1,0 0-1,1 0 1,-1 0-1,1 0 1,1-1-1,-1 1 1,1-1-1,0 0 1,1 0-1,-1-9 1,2 13-5,0 0 1,0-1-1,1 1 1,0 0-1,0-1 0,0 1 1,0 0-1,0 0 1,1 0-1,-1 0 1,1 0-1,0 0 1,0 0-1,4-5 1,3-1-2,0 1 0,19-14 0,-21 17-3,-1 0 0,1 0 0,-1 0 0,0-1 0,-1 0 0,8-9 0,-12 13-312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29.439"/>
    </inkml:context>
    <inkml:brush xml:id="br0">
      <inkml:brushProperty name="width" value="0.025" units="cm"/>
      <inkml:brushProperty name="height" value="0.025" units="cm"/>
    </inkml:brush>
  </inkml:definitions>
  <inkml:trace contextRef="#ctx0" brushRef="#br0">1 120 2192,'0'0'2500,"9"-22"7653,-9 24-9823,0 0 0,0-1 0,1 1 0,-1-1 0,1 1 0,-1-1 0,1 1 0,0-1 0,-1 1 0,1-1 0,0 0 0,0 1 0,0-1 0,0 0 0,0 0 0,0 0 1,0 0-1,1 0 0,0 1 0,3 2-51,0-1 1,0 0 0,0-1-1,1 1 1,9 2 0,-8-2-261,0-1 1,0-1-1,1 1 1,-1-1-1,1 0 1,-1-1-1,1 0 0,-1 0 1,15-3-1,-6-1 27,-8 2-35,-1 0 0,1 0 1,-1 0-1,0-1 0,1-1 1,-1 1-1,-1-1 0,1 0 1,11-9-1,-17 12-10,0 1 1,0-1-1,0 0 0,0 0 1,-1 0-1,1 0 0,0 0 1,0 0-1,-1 0 0,1 0 1,0 0-1,-1 0 0,1 0 1,-1 0-1,0 0 0,1 0 0,-1-1 1,0 1-1,0 0 0,0 0 1,0 0-1,1-1 0,-2 1 1,1 0-1,0 0 0,0-1 1,0 1-1,-1 0 0,1 0 1,0 0-1,-1 0 0,1 0 1,-1-1-1,1 1 0,-1 0 1,0 0-1,1 0 0,-1 0 1,0 1-1,0-1 0,0 0 0,0 0 1,0 0-1,0 1 0,0-1 1,0 0-1,0 1 0,-1-1 1,-8-4-4,1 0 0,-1 1 0,0 0 0,-14-3 1,14 4-20,-63-29-291,72 32 311,0 0 0,0 1-1,0-1 1,0 1 0,0-1 0,0 1 0,0-1 0,0 1 0,1 0 0,-1-1 0,0 1 0,0 0 0,0 0 0,1-1 0,-1 1 0,0 0 0,1 0 0,-1 0 0,1 0 0,-1 0 0,1 0 0,0 0 0,-1 0 0,1 0 0,0 2-1,-11 29 66,9-19-42,0 1-1,0 0 1,2 0 0,0 0 0,3 26 0,-2-33 36,0 1 0,1-1-1,0 1 1,0-1 0,0 0 0,1 0 0,1 0-1,-1 0 1,1-1 0,0 1 0,0-1 0,8 9-1,-9-13-7,0 0 0,-1 0-1,1-1 1,0 1 0,0 0-1,0-1 1,0 0 0,1 0-1,-1 0 1,0 0 0,0 0-1,1-1 1,3 1 0,51-2 756,-33 0-503,43-3 4071,-70 4-3749,8 9-13983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5.622"/>
    </inkml:context>
    <inkml:brush xml:id="br0">
      <inkml:brushProperty name="width" value="0.025" units="cm"/>
      <inkml:brushProperty name="height" value="0.025" units="cm"/>
    </inkml:brush>
  </inkml:definitions>
  <inkml:trace contextRef="#ctx0" brushRef="#br0">221 1 9146,'0'0'5353,"-2"0"-3889,2 2-55,0 0-161,0 1-184,2 1 633,-2 0-969,-2 1 32,-5 6-184,-2 0-160,-9 14-80,-4 8-152,-5 3-184,-6 4-72,4 4-1552,-44 41-4874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6.132"/>
    </inkml:context>
    <inkml:brush xml:id="br0">
      <inkml:brushProperty name="width" value="0.025" units="cm"/>
      <inkml:brushProperty name="height" value="0.025" units="cm"/>
    </inkml:brush>
  </inkml:definitions>
  <inkml:trace contextRef="#ctx0" brushRef="#br0">400 0 12475,'-9'14'2194,"1"1"0,-9 21 1,-7 35 632,-5 75-1267,24-120-991,4-16-511,-53 251 920,45-227-1107,-3 0 1,0-1-1,-2 0 0,-1-1 0,-29 43 0,44-75 111,-9 15-1043,-1-2 0,-17 19 0,22-27 44,0-1-1,-1 1 1,1-1 0,-1 0 0,-9 5 0,-43 12-7003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6.704"/>
    </inkml:context>
    <inkml:brush xml:id="br0">
      <inkml:brushProperty name="width" value="0.025" units="cm"/>
      <inkml:brushProperty name="height" value="0.025" units="cm"/>
    </inkml:brush>
  </inkml:definitions>
  <inkml:trace contextRef="#ctx0" brushRef="#br0">0 593 9786,'8'-10'1699,"0"0"0,1 1 1,16-14-1,35-20 956,-25 24-1611,63-25 0,129-31 159,-139 49-998,125-55 1,-193 72-197,0-2 0,-1-1 1,0 0-1,-1-1 1,0-1-1,-1-1 1,-1 0-1,0-1 1,-1-1-1,-1 0 0,-1-1 1,19-32-1,-25 28-2,-7 21-8,0 1 1,0 0-1,0-1 1,0 1 0,0-1-1,0 1 1,-1-1-1,1 1 1,0-1-1,0 1 1,0-1 0,0 1-1,-1 0 1,1-1-1,0 1 1,0-1-1,-1 1 1,1 0 0,0-1-1,0 1 1,-1 0-1,1-1 1,0 1-1,-1 0 1,0-1 0,0 1-7,-1 0 0,0 0 1,0-1-1,0 1 0,1 0 1,-1 1-1,0-1 0,0 0 1,1 0-1,-1 1 1,0-1-1,1 1 0,-1 0 1,0-1-1,1 1 0,-1 0 1,1 0-1,-3 1 1,-13 10-31,0 0 0,1 1 0,0 1 0,1 0 0,-17 22 0,-62 87-135,83-107 153,-16 22 29,3 0-1,1 2 0,-29 70 0,42-82 2,0 0-1,2 1 0,2 0 1,0 0-1,2 1 0,-1 46 1,7-57-11,5-14-25,-5-6 19,0 0 1,0 0 0,0 0 0,0 0 0,0 0 0,-1 0 0,1 0-1,0-1 1,2-2 0,11-8 24,29-24-49,-28 23 15,32-21-1,-48 34 26,1 0 0,-1-1-1,0 1 1,1 0 0,-1 0 0,0 0-1,1 0 1,-1 0 0,0 0-1,1 0 1,-1 0 0,1 0 0,-1 0-1,0 0 1,1 0 0,-1 0 0,0 0-1,1 1 1,-1-1 0,0 0-1,1 0 1,-1 0 0,0 0 0,1 1-1,-1-1 1,0 0 0,0 0 0,1 1-1,-1-1 1,0 0 0,0 0-1,1 1 1,-1-1 0,0 0 0,0 1-1,0-1 1,0 0 0,1 1 0,-1-1-1,0 0 1,0 1 0,0-1-1,0 0 1,0 1 0,0-1 0,0 1-1,6 30 278,-6-25-275,1-1 1,0 1-1,0-1 1,0 1-1,5 9 1,16 9-1333,-1-15-5786,7-7 1341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7.151"/>
    </inkml:context>
    <inkml:brush xml:id="br0">
      <inkml:brushProperty name="width" value="0.025" units="cm"/>
      <inkml:brushProperty name="height" value="0.025" units="cm"/>
    </inkml:brush>
  </inkml:definitions>
  <inkml:trace contextRef="#ctx0" brushRef="#br0">34 1 5401,'3'4'5338,"12"15"-2707,-11-17-2236,0 1 0,0-1 0,0 0 0,1 0 0,-1-1 0,0 1 0,1-1 0,-1 0 0,1 0 0,0 0 0,-1-1 0,9 0 0,0-1 15,0-1 1,0 0-1,14-5 1,-11 3-504,-6 2 162,-15 3 126,-21 2-59,20-3-46,0 0 1,1 0-1,-1 1 1,0 0-1,0 0 1,1 0-1,-1 1 1,1 0-1,-1 0 1,1 0 0,0 1-1,-1 0 1,2 0-1,-1 0 1,0 0-1,0 1 1,1 0-1,0 0 1,0 0-1,-6 8 1,1 0 54,1 0 1,0 0 0,1 1-1,0 1 1,1-1-1,1 1 1,-5 16 0,9-28-146,0 1 1,1-1 0,-1 1-1,1-1 1,0 1-1,0-1 1,-1 1 0,2-1-1,-1 1 1,0-1 0,0 1-1,2 3 1,-2-5 6,1 0 0,-1 0 0,1 1 0,0-1 0,-1 0 0,1 0 0,0 0 1,0 0-1,0 0 0,0 0 0,0-1 0,0 1 0,0 0 0,0 0 0,0-1 0,0 1 0,0-1 0,3 2 0,1-1-230,0-1-1,0 1 0,0-1 0,0 0 0,0 0 0,0-1 0,0 1 0,0-1 0,0 0 0,0 0 0,0-1 0,0 0 0,5-2 0,63-29-4940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7.644"/>
    </inkml:context>
    <inkml:brush xml:id="br0">
      <inkml:brushProperty name="width" value="0.025" units="cm"/>
      <inkml:brushProperty name="height" value="0.025" units="cm"/>
    </inkml:brush>
  </inkml:definitions>
  <inkml:trace contextRef="#ctx0" brushRef="#br0">0 58 9098,'24'1'7177,"-19"-1"-6773,0 1 0,0-1 0,0 1-1,0 0 1,0 0 0,0 1 0,0-1 0,0 1 0,7 4 0,-10-4-262,1 0 1,-1 0 0,0 1 0,0-1-1,0 0 1,-1 1 0,1-1 0,0 1-1,-1 0 1,0-1 0,0 1 0,0 0-1,0 0 1,0 0 0,0 0 0,-1 0-1,1 0 1,-1 0 0,0 6 0,-1 2-44,0 1 0,-1 0 0,-6 20 1,5-20-38,8-25-159,0 0 0,0 1 0,1 0 0,1 0 1,0 1-1,1-1 0,12-13 0,72-75-679,-92 100 778,0 0 0,0 0 0,0 0 1,0-1-1,0 1 0,1 0 0,-1 0 0,0 0 1,0 0-1,0 0 0,1 0 0,-1 0 0,0 0 1,0-1-1,0 1 0,0 0 0,1 0 0,-1 0 1,0 0-1,0 0 0,0 0 0,1 0 0,-1 0 1,0 0-1,0 0 0,0 0 0,1 1 1,-1-1-1,0 0 0,0 0 0,0 0 0,1 0 1,-1 0-1,0 0 0,0 0 0,0 0 0,0 0 1,1 1-1,-1-1 0,0 0 0,0 0 0,0 0 1,0 0-1,0 1 0,1-1 0,4 14 247,1 14 353,-4-4-451,2 0 0,1 0 0,11 32 0,-11-50-5244,3-11-7790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39.161"/>
    </inkml:context>
    <inkml:brush xml:id="br0">
      <inkml:brushProperty name="width" value="0.025" units="cm"/>
      <inkml:brushProperty name="height" value="0.025" units="cm"/>
    </inkml:brush>
  </inkml:definitions>
  <inkml:trace contextRef="#ctx0" brushRef="#br0">1 69 696,'11'8'10565,"1"-4"-7032,-10-4-3289,0 1 1,0-1-1,0 1 1,0 0-1,0 0 1,0 0 0,0 0-1,-1 0 1,1 0-1,0 0 1,0 1-1,-1-1 1,3 3-1,5 9 877,0 0-1,12 27 1,-16-30-1059,0 1 0,-1 1-1,-1-1 1,0 0 0,0 1 0,-1 0 0,0 0 0,-1-1 0,-1 1-1,0 0 1,0 0 0,-1 0 0,-3 14 0,2-22 27,0 1 1,1 0-1,-2 0 1,1-1 0,0 0-1,-1 1 1,0-1-1,-3 4 1,4-5-82,0-1 1,1-1 0,-1 1-1,0 0 1,0 0 0,0-1-1,0 1 1,-1-1 0,1 1-1,0-1 1,0 0-1,-1 0 1,1 0 0,-1 0-1,1 0 1,-1-1 0,-3 1-1,5-1-8,1-1 0,-1 1 0,0-1 0,1 1 0,-1-1-1,0 1 1,1-1 0,-1 1 0,1-1 0,-1 1 0,1-1 0,-1 0-1,1 0 1,0 1 0,-1-1 0,1 0 0,0 1 0,-1-1 0,1 0-1,0 0 1,0 0 0,0 1 0,0-1 0,0 0 0,0 0-1,0 1 1,0-1 0,0 0 0,0 0 0,0 0 0,0 1 0,1-3-1,4-29-27,2 10 30,0 0 0,1 1 0,2 0 0,0 0 0,19-28 0,74-91-63,-97 133 48,20-24-118,-24 30 123,-1-1 0,1 0 0,-1 1 0,1-1 0,0 1 1,0 0-1,-1 0 0,1 0 0,0 0 0,0 0 0,0 0 0,0 0 0,5-1 0,-1 2 8,1 1-1,0-1 1,-1 1-1,1 0 1,-1 1 0,1-1-1,-1 1 1,9 4 0,-12-4 4,-1-1 1,1 0-1,-1 1 1,0-1-1,1 1 1,-1 0 0,0 0-1,0 0 1,0 0-1,-1 0 1,1 0 0,0 1-1,-1-1 1,1 0-1,-1 1 1,0-1-1,0 1 1,0 0 0,0-1-1,-1 1 1,2 5-1,-1-1 11,2 20 142,-1 0-1,0 0 0,-4 33 0,-1-46 144,-1 1 0,0-1 0,-1 0 0,-1 0 0,-9 17 0,8-17-147,0 1 0,1 1 0,-6 19 0,13-33-105,-1 1 0,1 0 1,-1-1-1,1 1 1,0-1-1,0 1 0,0-1 1,0 1-1,1-1 0,-1 0 1,1 0-1,-1 1 1,1-1-1,2 2 0,9 15 31,-13-19-87,0 0 0,0 0 0,0 0 1,0 0-1,0 0 0,0 0 0,1 0 1,-1 1-1,0-1 0,0 0 0,0 0 1,0 0-1,0 0 0,1 0 0,-1 0 0,0 0 1,0 0-1,0 0 0,0 0 0,0 0 1,1 0-1,-1 0 0,0 0 0,0 0 0,0 0 1,0 0-1,1 0 0,-1 0 0,0 0 1,0 0-1,0 0 0,0 0 0,0 0 1,1-1-1,-1 1 0,0 0 0,0 0 0,0 0 1,0 0-1,0 0 0,0 0 0,1 0 1,-1-1-1,0 1 0,0 0 0,0 0 1,0 0-1,0 0 0,0 0 0,0-1 0,0 1 1,0 0-1,0 0 0,0 0 0,0 0 1,0 0-1,0-1 0,0 1 0,5-11-717,-4 10 538,9-25-2639,8-38-2923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0.081"/>
    </inkml:context>
    <inkml:brush xml:id="br0">
      <inkml:brushProperty name="width" value="0.025" units="cm"/>
      <inkml:brushProperty name="height" value="0.025" units="cm"/>
    </inkml:brush>
  </inkml:definitions>
  <inkml:trace contextRef="#ctx0" brushRef="#br0">0 29 5361,'2'-2'10959,"3"0"-6757,30-15-3964,24 10 302,-56 7-526,0 0 0,0-1 0,-1 2 0,1-1 0,0 0 0,0 0 0,0 1 0,-1-1-1,1 1 1,0 0 0,-1 0 0,1 0 0,-1 0 0,1 1 0,-1-1 0,0 1 0,1-1 0,2 3 0,-5-2-7,1 0 1,0 0-1,-1 0 0,1 0 1,-1 0-1,0 0 1,0 0-1,0 0 1,0 0-1,0 0 1,0 0-1,0 0 0,-1 0 1,1 0-1,-1 0 1,1 0-1,-1 0 1,0 0-1,0-1 1,0 1-1,0 0 0,-2 2 1,-30 42 38,27-39-33,3-4-12,-6 9 13,0 0 0,-15 25 1,23-33-13,-1-1 0,0 0 0,1 1 0,0 0 0,0-1 0,0 1 0,0 0 1,1-1-1,-1 1 0,1 0 0,0 0 0,0 0 0,0-1 0,1 1 0,-1 0 0,1 0 1,1 3-1,-1-5 8,0-1 0,0 0 0,0 1 1,0-1-1,1 0 0,-1 0 0,0 0 0,0 0 1,1 0-1,-1 0 0,1 0 0,-1-1 1,1 1-1,-1 0 0,1-1 0,-1 0 0,1 1 1,0-1-1,-1 0 0,1 1 0,0-1 1,-1 0-1,1 0 0,0 0 0,-1-1 0,1 1 1,0 0-1,-1-1 0,3 0 0,50-14 353,-49 12-229,1 1 0,-1-1-1,1 1 1,0 1 0,0-1-1,0 1 1,0 0 0,0 1-1,0-1 1,0 1 0,0 0-1,0 1 1,0-1 0,0 1 0,11 4-1,-15-5 11,0 1 0,0-1-1,-1 0 1,1 0 0,0 0-1,0 0 1,0 0 0,0 0-1,0 0 1,0-1 0,2 0-1,-4 1 164,-17 11-1228,-14 13-5035,2 0-136</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1.320"/>
    </inkml:context>
    <inkml:brush xml:id="br0">
      <inkml:brushProperty name="width" value="0.025" units="cm"/>
      <inkml:brushProperty name="height" value="0.025" units="cm"/>
    </inkml:brush>
  </inkml:definitions>
  <inkml:trace contextRef="#ctx0" brushRef="#br0">69 1 4073,'0'0'7722,"1"3"-3091,2 14-3469,-6-2-504,0 0-1,-1 0 1,-1-1 0,-12 26-1,9-23-615,1 1 0,-5 20 0,4-9-198,6-24-3778,-2-18-1304</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1.525"/>
    </inkml:context>
    <inkml:brush xml:id="br0">
      <inkml:brushProperty name="width" value="0.025" units="cm"/>
      <inkml:brushProperty name="height" value="0.025" units="cm"/>
    </inkml:brush>
  </inkml:definitions>
  <inkml:trace contextRef="#ctx0" brushRef="#br0">0 1 11466,'0'0'4065,"0"2"-1896,2 7-1833,-2 0-144,3 4-32,-1 0-160,5 5-40,-3-4-1184,16 19-3497</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1.923"/>
    </inkml:context>
    <inkml:brush xml:id="br0">
      <inkml:brushProperty name="width" value="0.025" units="cm"/>
      <inkml:brushProperty name="height" value="0.025" units="cm"/>
    </inkml:brush>
  </inkml:definitions>
  <inkml:trace contextRef="#ctx0" brushRef="#br0">136 1 9322,'-1'0'7100,"-1"-1"-3477,-18 3-2821,12 1-756,-42 17 161,47-18-200,0-1-1,1 1 1,-1 0-1,1-1 0,-1 1 1,1 0-1,-1 1 1,1-1-1,0 0 1,0 1-1,0-1 0,1 1 1,-1-1-1,-2 6 1,4-7-9,0 0 0,0 0 0,0-1 1,0 1-1,0 0 0,0 0 0,0 0 1,1 0-1,-1 0 0,0 0 0,0-1 1,1 1-1,-1 0 0,0 0 1,1 0-1,-1-1 0,1 1 0,-1 0 1,1-1-1,0 1 0,-1 0 0,1-1 1,0 1-1,-1-1 0,1 1 1,0-1-1,1 1 0,27 15-68,-21-12 61,-4-2 8,8 3-4,-1 1 0,0 1 0,-1 0 0,17 13 0,-25-18 5,0-1 0,0 0 0,-1 1 1,1 0-1,-1-1 0,0 1 0,1 0 1,-1 0-1,0 0 0,0-1 0,0 1 0,0 0 1,0 1-1,-1-1 0,1 0 0,-1 0 1,1 0-1,-1 0 0,0 0 0,0 1 1,0-1-1,0 0 0,0 0 0,0 0 1,0 1-1,-1-1 0,1 0 0,-1 0 1,0 0-1,0 0 0,0 0 0,0 0 0,0 0 1,0 0-1,-2 2 0,0 0 10,0-1-1,0 0 1,-1 0 0,1-1-1,-1 1 1,1-1 0,-1 1-1,0-1 1,0 0 0,0-1-1,-8 3 1,-52 10 83,36-8-62,19 0-242,9-6 148,0 0-1,0 1 0,0-1 0,0 0 0,0 0 0,0 1 0,0-1 0,0 0 0,0 0 0,0 1 0,0-1 0,0 0 0,0 0 0,0 1 0,1-1 0,-1 0 1,0 0-1,0 1 0,0-1 0,0 0 0,0 0 0,1 0 0,-1 1 0,0-1 0,0 0 0,1 0 0,-1 0 0,0 0 0,0 1 0,0-1 0,1 0 1,-1 0-1,0 0 0,0 0 0,1 0 0,-1 0 0,0 0 0,1 0 0,-1 0 0,0 0 0,0 0 0,1 0 0,-1 0 0,0 0 0,0 0 0,1 0 0,-1 0 1,0 0-1,0 0 0,1 0 0,-1-1 0,33 2-4889</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2.239"/>
    </inkml:context>
    <inkml:brush xml:id="br0">
      <inkml:brushProperty name="width" value="0.025" units="cm"/>
      <inkml:brushProperty name="height" value="0.025" units="cm"/>
    </inkml:brush>
  </inkml:definitions>
  <inkml:trace contextRef="#ctx0" brushRef="#br0">275 1 8642,'0'6'8587,"-3"25"-5757,-6 12-733,-1 0 0,-22 57 1,-1 4-1438,18-44-738,-16 51 468,27-97-842,-1-1 0,-1 0 0,0 0 1,-1-1-1,-15 21 0,21-32 311,-1 2-395,1-1 0,-1 0-1,0 1 1,0-1 0,0 0-1,-1 0 1,1 0 0,0 0-1,-1-1 1,1 1 0,-1-1 0,0 1-1,1-1 1,-1 0 0,0 0-1,-4 1 1,-40 0-7921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2.856"/>
    </inkml:context>
    <inkml:brush xml:id="br0">
      <inkml:brushProperty name="width" value="0.025" units="cm"/>
      <inkml:brushProperty name="height" value="0.025" units="cm"/>
    </inkml:brush>
  </inkml:definitions>
  <inkml:trace contextRef="#ctx0" brushRef="#br0">1 387 9970,'58'-16'5094,"27"-14"-3393,-21 8-527,-16 5-237,0-1 0,84-47 1,-113 54-757,-1-1 0,0-1 0,-1 0 0,0-2 1,-1 1-1,-1-2 0,0 0 0,-1-1 0,15-24 0,-26 36-117,1-1 1,-1 0-1,0 1 0,-1-1 0,3-11 1,-5 17-56,0 0 0,0-1 0,0 1 0,-1 0 0,1-1 0,0 1 0,0-1 0,-1 1 0,1 0 0,0 0 0,-1-1 0,1 1 0,0 0 0,-1 0 0,1-1 0,0 1 0,-1 0 0,1 0 0,-1 0 0,1-1 0,0 1 0,-1 0 0,1 0 0,-1 0 0,1 0 0,-1 0 0,1 0 0,0 0 1,-1 0-1,1 0 0,-1 0 0,1 0 0,-1 0 0,1 1 0,0-1 0,-1 0 0,1 0 0,-1 0 0,1 1 0,-21 4 48,-14 13-35,1 1 0,0 2 0,-53 44 0,65-49-14,10-6 7,0 0-1,0 0 1,1 1-1,1 1 1,0 0-1,1 0 1,0 1-1,1 0 1,0 0-1,1 1 1,0 0-1,2 0 1,-1 1-1,2 0 1,0 0-1,1 0 0,0 0 1,1 0-1,1 1 1,0 23-1,1-28-4,0-3-9,0-1 1,0 1-1,1-1 1,1 10-1,-1-15 5,-1 0 0,1-1 0,0 1-1,-1 0 1,1 0 0,0-1 0,0 1 0,0 0 0,0-1 0,0 1 0,0-1 0,1 0 0,-1 1-1,0-1 1,1 0 0,-1 0 0,1 1 0,-1-1 0,1-1 0,0 1 0,0 0 0,1 1-1,3-3-2,-1 1 0,1-1 0,-1 0 0,1-1 0,-1 1 0,0-1 0,10-4 0,-7 2-1,1-1-1,-1 1 0,0-1 1,0-1-1,8-7 0,-16 14-1,0-1-1,-1 0 0,1 1 1,0-1-1,0 1 0,0-1 0,0 1 1,-1-1-1,1 1 0,0-1 0,0 1 1,0-1-1,0 1 0,0-1 1,0 1-1,0-1 0,0 1 0,0-1 1,0 1-1,1-1 0,-1 1 0,0-1 1,0 1-1,0-1 0,1 0 1,-1 1-1,0-1 0,1 1 0,14 18 71,20 10-689,-33-28 200,0 0 1,0 0 0,1 0-1,-1 0 1,0 0 0,1 0-1,-1-1 1,0 1 0,1-1 0,-1 0-1,4 0 1,31-1-4955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3.281"/>
    </inkml:context>
    <inkml:brush xml:id="br0">
      <inkml:brushProperty name="width" value="0.025" units="cm"/>
      <inkml:brushProperty name="height" value="0.025" units="cm"/>
    </inkml:brush>
  </inkml:definitions>
  <inkml:trace contextRef="#ctx0" brushRef="#br0">1 39 6241,'17'20'8096,"8"-5"-4441,30 2-941,-50-16-2225,-2 0-468,0-1 0,0 0-1,-1 0 1,1 0 0,0 0 0,0 0-1,0-1 1,-1 0 0,1 1 0,0-1-1,0 0 1,-1 0 0,1 0 0,-1-1-1,1 1 1,-1 0 0,0-1 0,1 0-1,2-2 1,-4 3-18,0 0 0,0 0-1,0 0 1,0 0 0,0-1 0,0 1-1,0 0 1,0 0 0,-1 0 0,1-1-1,0 1 1,-1 0 0,1-1 0,-1 1 0,0 0-1,1-1 1,-1 1 0,0-1 0,0 1-1,0-1 1,0 1 0,0-1 0,0 1-1,0 0 1,-1-1 0,1 1 0,0-1 0,-1 1-1,1 0 1,-1-1 0,1 1 0,-1 0-1,0-1 1,0 1 0,1 0 0,-1 0-1,0 0 1,-2-2 0,2 1 20,-1 1 0,1-1 0,-1 0 0,1 1-1,-1-1 1,0 1 0,0-1 0,0 1 0,0 0 0,0 0 0,0 0 0,0 0 0,0 0-1,0 0 1,0 1 0,-1-1 0,1 1 0,0-1 0,0 1 0,-1 0 0,1 0 0,0 0 0,-1 0-1,1 0 1,0 1 0,0-1 0,-1 1 0,1-1 0,0 1 0,0 0 0,0 0 0,0 0-1,0 0 1,0 0 0,-3 3 0,-3-1 66,0 2 1,1-1-1,-1 1 0,1 1 1,1-1-1,-1 1 0,1 0 0,-9 11 1,13-15-67,1 0-1,0-1 1,0 1 0,0 0 0,0 0 0,1 0 0,-1 0 0,0 0 0,1 0-1,0 0 1,-1 0 0,1 0 0,0 0 0,0 0 0,0 0 0,0 0 0,1 3-1,-1-3-4,1 1 0,1-1-1,-1 0 1,0 0-1,1 1 1,-1-1-1,1 0 1,-1 0-1,1 0 1,0-1-1,0 1 1,0 0-1,0-1 1,0 1 0,0-1-1,1 1 1,2 0-1,3 2-200,0-1 0,0 0 0,0-1 0,0 0 0,0 0-1,1-1 1,-1 0 0,0 0 0,1-1 0,-1 0 0,1-1 0,15-2 0,37-7-4794</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8.737"/>
    </inkml:context>
    <inkml:brush xml:id="br0">
      <inkml:brushProperty name="width" value="0.025" units="cm"/>
      <inkml:brushProperty name="height" value="0.025" units="cm"/>
    </inkml:brush>
  </inkml:definitions>
  <inkml:trace contextRef="#ctx0" brushRef="#br0">219 0 7042,'-2'3'7054,"-3"9"-5020,-4 12-922,1 2 0,1-1 0,2 1 0,-5 48 0,-9 42-50,4-64-860,-29 69 0,12-49-2632,1-19-4761,0-2 4442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9.071"/>
    </inkml:context>
    <inkml:brush xml:id="br0">
      <inkml:brushProperty name="width" value="0.025" units="cm"/>
      <inkml:brushProperty name="height" value="0.025" units="cm"/>
    </inkml:brush>
  </inkml:definitions>
  <inkml:trace contextRef="#ctx0" brushRef="#br0">0 17 7250,'3'1'7252,"13"5"-5168,-8-4-1619,0 0 0,0 0 0,0-1 0,0 0 0,0-1 0,0 0 0,12-1 0,59-11 514,-48 7-554,-19 3-350,73-9 408,-75 10-447,-1 1-1,0 0 1,0 1-1,1 0 1,-1 0-1,17 5 1,6 15-5695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9.485"/>
    </inkml:context>
    <inkml:brush xml:id="br0">
      <inkml:brushProperty name="width" value="0.025" units="cm"/>
      <inkml:brushProperty name="height" value="0.025" units="cm"/>
    </inkml:brush>
  </inkml:definitions>
  <inkml:trace contextRef="#ctx0" brushRef="#br0">1 177 8138,'3'2'648,"0"0"-1,0 0 1,0-1 0,0 0 0,1 1 0,-1-1 0,0 0 0,1 0 0,-1-1 0,1 1-1,3-1 1,42 1 1800,-41-2-2323,1-1-1,-1-1 1,1 1 0,-1-1-1,0-1 1,0 0-1,0 0 1,10-6 0,-13 7-110,-1-1 0,1 1 0,-1 0 0,1-1 0,-1 0 0,-1 0 0,1 0 1,0-1-1,-1 1 0,0-1 0,0 0 0,0 0 0,-1 0 0,3-6 0,-5 8-1,1 0 1,-1 0-1,0 0 0,0-1 0,0 1 0,0 0 0,0 0 1,-1 0-1,1-1 0,-1 1 0,0 0 0,0 0 0,0 0 1,0 0-1,-1 0 0,1 0 0,-1 1 0,0-1 1,1 0-1,-1 1 0,-1-1 0,1 1 0,0 0 0,-1 0 1,1 0-1,-1 0 0,1 0 0,-1 0 0,0 1 0,0-1 1,0 1-1,0 0 0,0 0 0,0 0 0,0 0 0,0 0 1,0 1-1,0-1 0,-1 1 0,1 0 0,0 0 0,-4 1 1,-3 1 47,0 1 0,1 0 1,0 0-1,0 1 1,0 1-1,-13 7 0,17-9-42,0 1 0,0 0 0,0 0 0,0 0 0,1 0 0,0 1 0,0-1 0,0 1 0,0 0 0,1 1 0,-5 8 0,7-10 10,0-1 0,1 1 1,-1-1-1,1 1 0,0-1 1,0 1-1,0 0 0,1-1 1,-1 1-1,1-1 0,0 1 1,0-1-1,0 1 0,0-1 1,1 0-1,0 0 0,-1 1 0,4 3 1,1 3 15,1-1 0,0 1 0,1-1 0,9 9 1,-12-13-241,-1-1 0,1 0 0,0 0 1,1-1-1,-1 1 0,1-1 1,-1 0-1,1 0 0,0-1 0,0 0 1,0 0-1,0 0 0,0-1 0,12 2 1,61 11-4843</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9.835"/>
    </inkml:context>
    <inkml:brush xml:id="br0">
      <inkml:brushProperty name="width" value="0.025" units="cm"/>
      <inkml:brushProperty name="height" value="0.025" units="cm"/>
    </inkml:brush>
  </inkml:definitions>
  <inkml:trace contextRef="#ctx0" brushRef="#br0">18 192 9042,'0'3'842,"-1"-1"0,0 0 1,1 0-1,-1 1 0,1-1 0,0 1 1,-1-1-1,1 0 0,0 1 0,1 2 1,11 47 761,-7-33 24,-1-5-851,-3-12-635,0 1 1,0-1 0,0 1 0,-1-1 0,1 1 0,-1-1 0,1 1 0,-1-1 0,0 1 0,0-1 0,0 1 0,0 0 0,-2 3 0,-17-26 1229,15 14-1377,1 0-1,1-1 0,-1 0 1,1 1-1,0-1 0,0 0 1,1 0-1,0 0 0,1 0 1,-1 0-1,1 0 0,0 0 0,1 0 1,0 0-1,0 0 0,0 0 1,3-7-1,6-16-34,0 0-1,21-40 1,-25 56 5,-3 8-245,0 0 0,0 0 1,1 0-1,-1 1 0,1-1 1,7-7-1,-11 13 263,5-3-2891,1 14-1773,8 23-3232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50.534"/>
    </inkml:context>
    <inkml:brush xml:id="br0">
      <inkml:brushProperty name="width" value="0.025" units="cm"/>
      <inkml:brushProperty name="height" value="0.025" units="cm"/>
    </inkml:brush>
  </inkml:definitions>
  <inkml:trace contextRef="#ctx0" brushRef="#br0">1 112 8426,'0'-2'775,"1"0"1,0 0 0,0 0 0,0 0-1,0 1 1,1-1 0,-1 0-1,0 0 1,1 1 0,-1-1-1,4-2 1,-3 3-419,1-1-1,-1 1 1,0 0-1,1 0 1,-1 0-1,0 0 0,1 0 1,-1 0-1,5 0 1,-5 0-262,0 1-1,0 0 1,0 0 0,0 0 0,0 0-1,0 0 1,0 0 0,0 1 0,0-1-1,0 1 1,-1-1 0,1 1 0,0 0-1,0 0 1,0 0 0,-1 0 0,1 0-1,0 0 1,-1 0 0,1 0 0,-1 1-1,1-1 1,-1 1 0,0-1 0,1 1-1,-1-1 1,0 1 0,1 2-1,1 6 35,1-1-1,-2 1 1,0 0-1,0 0 0,0-1 1,-1 1-1,-1 0 1,0 1-1,0-1 0,-1 0 1,0-1-1,-1 1 0,0 0 1,-5 15-1,7-24-127,0-1-1,0 0 1,0 1-1,-1-1 1,1 0-1,0 1 1,0-1-1,0 0 1,0 1 0,0-1-1,0 0 1,-1 1-1,1-1 1,0 0-1,0 1 1,0-1-1,-1 0 1,1 0-1,0 1 1,0-1-1,-1 0 1,1 0 0,0 0-1,0 1 1,-1-1-1,1 0 1,0 0-1,-1 0 1,1 0-1,0 0 1,-1 1-1,-6-10-153,1-20-204,8 22 319,-1 0 1,1 0-1,0 0 1,1 1-1,0-1 1,0 0-1,0 1 1,1 0-1,-1 0 0,2 0 1,-1 0-1,9-8 1,2-1 17,0 2 0,0 0 1,22-13-1,-36 26 26,0 0 0,1 0 1,-1 0-1,0 0 0,0 0 0,0 1 0,0-1 0,0 0 1,0 1-1,0-1 0,0 1 0,0-1 0,0 1 1,0-1-1,0 1 0,0 0 0,0-1 0,-1 1 1,1 0-1,0 0 0,-1 0 0,1 0 0,0-1 0,-1 1 1,1 0-1,-1 0 0,1 0 0,0 2 0,17 33 143,-15-27-93,-1 1-1,0 0 0,-1 0 1,1 16-1,0-30-61,-1 0 0,1 1-1,-1-1 1,1 0-1,0 1 1,0-1-1,1 1 1,-1-1-1,1 1 1,0 0-1,0 0 1,0 0 0,0 1-1,6-5 1,56-39-324,-23 24 186,1 1 1,1 2 0,46-13-1,-89 32 153,-1 0-1,0 0 1,0 0 0,1 0-1,-1-1 1,0 1-1,1 0 1,-1 0-1,0 0 1,1 0 0,-1 0-1,0 0 1,1 0-1,-1 0 1,0 0-1,1 0 1,-1 0 0,0 0-1,1 0 1,-1 0-1,0 0 1,1 1-1,-1-1 1,0 0 0,1 0-1,-1 0 1,0 0-1,0 0 1,1 1 0,-1-1-1,-2 11 211,-19 22 119,11-18-170,5-3-10,0 0 1,1 1-1,0-1 0,-3 20 0,6-27-146,0-1 1,0 1-1,0 0 0,1-1 1,-1 1-1,1 0 0,0 0 1,1 0-1,-1 0 0,1-1 1,2 8-1,-11-14-3129,-20-4-3321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4.633"/>
    </inkml:context>
    <inkml:brush xml:id="br0">
      <inkml:brushProperty name="width" value="0.025" units="cm"/>
      <inkml:brushProperty name="height" value="0.025" units="cm"/>
    </inkml:brush>
  </inkml:definitions>
  <inkml:trace contextRef="#ctx0" brushRef="#br0">264 518 8698,'11'-6'4444,"-1"0"-1599,-10 6-2759,0-1 0,-1 1 1,1 0-1,0-1 0,-1 1 1,1 0-1,0-1 0,-1 1 1,1 0-1,0 0 1,-1-1-1,1 1 0,-1 0 1,1 0-1,-1 0 0,1 0 1,-1-1-1,1 1 0,0 0 1,-1 0-1,1 0 0,-1 0 1,1 0-1,-1 0 1,1 0-1,-1 0 0,1 0 1,-1 0-1,0 1 0,-11-3 82,-1 2 0,0-1-1,0 1 1,1 1-1,-1 1 1,0 0 0,-13 4-1,17-3-169,0 0 0,1 1-1,-1 0 1,1 0 0,0 1-1,0 0 1,1 1-1,0 0 1,0 0 0,-10 11-1,7-6 10,1 0-1,-13 22 1,19-29 0,1 1 0,-1-1 0,1 1 0,0 0 0,1-1 0,-1 1-1,1 0 1,0 0 0,0 0 0,1 0 0,-1 5 0,1-8-4,0 0-1,1-1 1,-1 1 0,0 0-1,1-1 1,-1 1 0,1 0-1,0-1 1,-1 1 0,1-1-1,0 1 1,0-1 0,0 0-1,0 1 1,0-1 0,0 0-1,0 0 1,1 0 0,-1 0-1,0 0 1,1 0 0,-1 0-1,1 0 1,-1 0 0,1-1-1,-1 1 1,1 0 0,0-1-1,-1 1 1,1-1 0,0 0-1,-1 0 1,1 0 0,0 0-1,-1 0 1,1 0 0,0 0-1,2-1 1,4 0 18,-1 0 0,1 0 0,-1-1 1,0 0-1,0 0 0,0-1 0,9-5 0,7-7-29,0-2 0,-1 0 0,30-32 0,-20 18-12,33-29-21,124-119-1296,-141 129-9,71-96-1,-111 135 1187,31-47-424,-37 53 572,1 1 0,-1-1 0,0 1 0,0-1-1,0 0 1,-1 1 0,0-1 0,0 0 0,0 0-1,0-7 1,-1 11 28,0 1 0,0-1 0,0 1 0,0-1 0,0 1 0,0-1 0,0 1 0,0-1 0,0 1 0,0-1 0,-1 1 0,1-1 0,0 1 0,0-1 0,-1 1 0,1-1 0,0 1 0,0 0-1,-1-1 1,1 1 0,0 0 0,-1-1 0,1 1 0,-1 0 0,1-1 0,0 1 0,-1 0 0,1 0 0,-1-1 0,1 1 0,-1 0 0,1 0 0,-2 0 0,-17 6 329,-13 19 76,-6 23 72,3 2 0,1 1 0,3 2 0,3 0 0,1 2 0,-29 91 0,47-117-422,-9 42-1,16-61-78,1 0-1,0-1 0,0 1 0,1 0 1,0 0-1,1 0 0,0-1 0,4 15 1,-4-21-41,-1-2-41,0 0-1,0 0 0,1 0 1,-1 0-1,0 0 1,1 0-1,-1 0 1,1 0-1,-1 0 1,1 0-1,-1 0 1,1 0-1,0-1 0,-1 1 1,1 0-1,0 0 1,0-1-1,0 1 1,0 0-1,-1-1 1,1 1-1,0-1 1,0 1-1,0-1 0,0 0 1,0 1-1,0-1 1,0 0-1,0 0 1,0 0-1,2 1 1,45 0-4835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4.952"/>
    </inkml:context>
    <inkml:brush xml:id="br0">
      <inkml:brushProperty name="width" value="0.025" units="cm"/>
      <inkml:brushProperty name="height" value="0.025" units="cm"/>
    </inkml:brush>
  </inkml:definitions>
  <inkml:trace contextRef="#ctx0" brushRef="#br0">129 11 8250,'-3'0'859,"0"1"1,0-1-1,0 1 1,0-1-1,1 1 1,-1 0-1,0 0 1,1 0-1,-5 3 1,-23 18 1509,19-10-1997,1 0-1,-13 19 0,20-27-333,0 0-1,1 0 1,0 0-1,-1 1 1,1-1-1,1 0 1,-1 1-1,1 0 1,0-1-1,0 1 1,0 0-1,1-1 1,-1 1-1,1 0 1,0 0-1,1 0 1,-1-1-1,1 1 1,0 0-1,0-1 1,0 1-1,1-1 0,0 1 1,0-1-1,0 1 1,0-1-1,0 0 1,1 0-1,0 0 1,0-1-1,0 1 1,0 0-1,1-1 1,0 0-1,-1 0 1,7 4-1,-8-6-13,-1 0-1,1 0 1,0 0-1,0 0 1,0 0-1,0 0 1,0 0-1,0 0 1,0-1-1,0 1 1,0-1-1,0 1 1,0-1-1,0 0 1,0 0-1,0 0 0,1 0 1,-1 0-1,0-1 1,0 1-1,0 0 1,0-1-1,0 0 1,0 1-1,0-1 1,0 0-1,0 0 1,0 0-1,-1 0 1,1-1-1,0 1 1,-1 0-1,1-1 1,-1 1-1,1-1 1,-1 0-1,1 1 1,-1-1-1,1-3 0,1 0 65,0-1 0,0 0 0,0 1 0,-1-2 0,0 1 0,0 0 0,-1 0 0,0 0-1,0-1 1,0 1 0,-1-13 0,-2 2-139,0 0-1,-1 0 1,-1 1-1,-1-1 1,-1 1-1,-12-28 1,7 30-2096,7 17-650,2 10-1277,2 33-5376</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5.654"/>
    </inkml:context>
    <inkml:brush xml:id="br0">
      <inkml:brushProperty name="width" value="0.025" units="cm"/>
      <inkml:brushProperty name="height" value="0.025" units="cm"/>
    </inkml:brush>
  </inkml:definitions>
  <inkml:trace contextRef="#ctx0" brushRef="#br0">0 89 8498,'1'-1'384,"-1"0"0,0-1 0,1 1 1,-1 0-1,1 0 0,0 0 0,-1 0 0,1 0 0,0 0 1,0 0-1,0 0 0,-1 0 0,1 0 0,0 0 1,0 0-1,0 0 0,2 0 0,-2 1-239,0-1 0,-1 1 0,1 0 0,0 0 0,0 0 0,0-1 1,0 1-1,0 0 0,0 0 0,0 0 0,0 1 0,0-1 0,0 0 0,0 0 0,0 0 0,0 1 0,2 0 0,-1 0 18,0 0 0,1 1 0,-1 0 0,0-1-1,0 1 1,0 0 0,0 0 0,0 0 0,-1 0 0,1 0 0,-1 0-1,1 1 1,-1-1 0,0 0 0,2 5 0,0 3 187,-1 1 0,0-1 0,-1 1 0,0 0 0,0 0 0,-1-1 0,-2 17 1,1-19-298,0 0 0,-1 1 0,0-1 0,0 0 1,0-1-1,-1 1 0,-1 0 0,1-1 0,-1 1 1,-6 7-1,10-15-52,0 0 0,0 0 1,0 1-1,0-1 0,0 0 0,0 0 0,0 0 1,0 0-1,0 0 0,-1 0 0,1 1 1,0-1-1,0 0 0,0 0 0,0 0 1,0 0-1,0 0 0,0 0 0,0 0 1,-1 0-1,1 0 0,0 0 0,0 0 1,0 0-1,0 1 0,0-1 0,-1 0 0,1 0 1,0 0-1,0 0 0,0 0 0,0 0 1,0 0-1,-1 0 0,1 0 0,0 0 1,0-1-1,0 1 0,0 0 0,0 0 1,0 0-1,-1 0 0,1 0 0,0 0 1,0 0-1,0 0 0,0 0 0,0 0 0,0 0 1,0 0-1,-1-1 0,1 1 0,-2-11 6,2-15-97,3 15 54,-1 0-1,2-1 0,-1 2 0,1-1 1,1 0-1,0 1 0,1 0 0,0 0 1,0 0-1,12-13 0,-4 8 38,1 0-1,0 1 1,1 0 0,0 2 0,20-13-1,-34 23 3,0 1 0,1 0-1,-1-1 1,0 1 0,0 0 0,0 0-1,1 0 1,-1 1 0,0-1-1,1 0 1,-1 1 0,1 0-1,3-1 1,-5 2 2,0-1 0,0 1 0,1-1-1,-1 1 1,0 0 0,0 0 0,0-1-1,-1 1 1,1 0 0,0 0 0,0 0 0,0 0-1,-1 0 1,1 0 0,0 0 0,-1 0 0,1 0-1,-1 0 1,1 0 0,-1 1 0,0-1 0,1 0-1,-1 0 1,0 0 0,0 1 0,0-1 0,0 1-1,7 109 62,-3-109-196,5-9 79,13-19 30,-11 12-57,3-1 41,0 0-1,1 1 1,0 1 0,1 0 0,1 1 0,0 1-1,26-13 1,-42 23 59,0 1-1,1-1 1,-1 1-1,0-1 1,0 1-1,1 0 1,-1-1-1,0 1 1,0 0-1,1 0 1,-1 0-1,0 0 1,1 0-1,-1 0 1,0 0-1,1 0 1,-1 1-1,0-1 1,2 1-1,-1 1 30,0 0 0,0 0 0,0 0-1,-1 0 1,1 0 0,-1 1 0,0-1-1,0 0 1,1 3 0,2 2-24,19 29-62,-16-28 229,-1 1-1,0 0 1,5 12 0,-10-19-601,0 1 0,0 0 1,0-1-1,0 1 0,-1-1 1,1 1-1,-1 0 0,0 0 1,0-1-1,0 1 0,0 0 1,0-1-1,-1 1 0,1 0 0,-1 0 1,1-1-1,-2 4 0,-3 4-7377</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5.845"/>
    </inkml:context>
    <inkml:brush xml:id="br0">
      <inkml:brushProperty name="width" value="0.025" units="cm"/>
      <inkml:brushProperty name="height" value="0.025" units="cm"/>
    </inkml:brush>
  </inkml:definitions>
  <inkml:trace contextRef="#ctx0" brushRef="#br0">19 1 12083,'-5'4'4513,"1"8"-2833,-5 8-288,9 0-504,2 0-327,5-11-249,0 6-224,-3-10-88,-2-1-88,-4-26-12843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6.003"/>
    </inkml:context>
    <inkml:brush xml:id="br0">
      <inkml:brushProperty name="width" value="0.025" units="cm"/>
      <inkml:brushProperty name="height" value="0.025" units="cm"/>
    </inkml:brush>
  </inkml:definitions>
  <inkml:trace contextRef="#ctx0" brushRef="#br0">3 34 14027,'0'-13'4625,"0"11"-2649,-2-14-103,4 14-769,0 2-720,3 4-336,1 10-48,3 1-288,4 10-2112,21 39-3410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6.499"/>
    </inkml:context>
    <inkml:brush xml:id="br0">
      <inkml:brushProperty name="width" value="0.025" units="cm"/>
      <inkml:brushProperty name="height" value="0.025" units="cm"/>
    </inkml:brush>
  </inkml:definitions>
  <inkml:trace contextRef="#ctx0" brushRef="#br0">1 28 6873,'1'-1'511,"0"0"-1,0 0 0,0 1 0,0-1 0,0 0 0,0 1 1,0-1-1,0 0 0,0 1 0,0 0 0,0-1 0,0 1 1,1 0-1,-1-1 0,0 1 0,0 0 0,0 0 0,1 0 1,-1 0-1,0 0 0,2 1 0,0 0-48,0-1 1,0 1-1,0 1 0,-1-1 0,1 0 1,0 1-1,0 0 0,2 2 1,5 4-164,-1 0 0,0 1 0,8 11 0,-16-20-221,28 45 48,-28-49-186,-1-1 1,1 0-1,0 1 0,1-1 0,-1 1 0,1-1 0,0 1 0,0 0 0,0 0 0,1 0 0,3-5 1,36-41-63,-38 46 126,-4 3 3,1 0-1,0 0 0,0 0 0,0 0 1,-1 1-1,1-1 0,0 0 1,0 0-1,0 1 0,0-1 1,0 1-1,0-1 0,0 1 1,0-1-1,1 1 0,-1 0 1,0-1-1,0 1 0,0 0 1,0 0-1,1 0 0,-1 0 1,0 0-1,0 0 0,0 0 1,0 0-1,1 1 0,-1-1 0,1 1 1,2 1 51,0 0-1,-1 1 1,1-1 0,-1 1-1,0 0 1,5 6 0,0-1-41,39 50-837,-38-55-2217,11-4-2872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6.989"/>
    </inkml:context>
    <inkml:brush xml:id="br0">
      <inkml:brushProperty name="width" value="0.025" units="cm"/>
      <inkml:brushProperty name="height" value="0.025" units="cm"/>
    </inkml:brush>
  </inkml:definitions>
  <inkml:trace contextRef="#ctx0" brushRef="#br0">217 23 6929,'1'-2'15491,"-7"-7"-14023,4 7-1401,-1 1 0,1-1 1,-1 1-1,0 0 1,1 0-1,-1 0 0,0 1 1,0-1-1,1 1 0,-1-1 1,0 1-1,0 0 0,0 0 1,0 0-1,0 0 1,1 1-1,-1-1 0,0 1 1,0 0-1,-5 1 0,-4 2-25,0 1 0,1 0 0,-17 9-1,22-11-38,0 2 0,0-1-1,0 0 1,0 1 0,1 0-1,0 1 1,0-1 0,0 1-1,1 0 1,-1 0 0,2 0-1,-1 1 1,1-1 0,0 1-1,0 0 1,0 0 0,1 0-1,1 0 1,-1 1 0,1-1-1,0 0 1,0 1 0,1-1-1,0 0 1,1 1 0,0-1-1,0 0 1,0 1 0,4 8-1,-5-14-1,0-1-1,1 0 0,-1 0 0,1 0 0,-1 0 0,1 0 0,-1 0 0,1 0 0,0 0 0,-1 0 0,1 0 0,0 0 0,0-1 0,0 1 0,0 0 0,0 0 0,0-1 0,0 1 0,0-1 0,0 1 0,0-1 0,2 1 0,0 0 1,-1-1-1,1 0 0,0 1 0,-1-1 1,1-1-1,0 1 0,-1 0 0,1-1 1,4-1-1,5-2 1,-1-1 1,1 0-1,14-9 0,-22 11 0,54-34 23,-58 37-20,1 1 0,0-1 0,-1 1 0,1 0 0,0 0 0,-1-1 0,1 1 0,-1 0 0,1 0 0,-1 0 0,0 0 0,1 0 0,-1-1 0,0 1 0,1 0 0,-1 0 0,0 0 0,0 2 0,14 32-749,-13-33 369,0-1 1,0 1 0,0 0 0,0 0-1,0-1 1,0 1 0,1-1 0,-1 1-1,1-1 1,-1 1 0,1-1-1,-1 0 1,1 0 0,0 0 0,2 1-1,41 9-5314</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7.386"/>
    </inkml:context>
    <inkml:brush xml:id="br0">
      <inkml:brushProperty name="width" value="0.025" units="cm"/>
      <inkml:brushProperty name="height" value="0.025" units="cm"/>
    </inkml:brush>
  </inkml:definitions>
  <inkml:trace contextRef="#ctx0" brushRef="#br0">1 1 9690,'0'0'7255,"2"5"-3551,11 18-1183,18 42 731,-28-69-3265,1-1 0,-1 1 0,1 1 1,-1-1-1,1 0 0,9-5 0,-4 3-51,0 0 0,0 0 0,0 1 0,1 0 0,0 0 0,0 1 0,1 1 0,12-3 0,-22 6 65,-1 0 0,1 1 0,0-1 0,-1 0 1,1 1-1,0-1 0,-1 1 0,1-1 0,0 1 0,-1-1 0,1 1 0,-1-1 0,1 1 0,-1 0 0,1-1 0,-1 1 0,1 0 1,-1-1-1,0 1 0,1 0 0,-1 0 0,0-1 0,0 1 0,1 0 0,-1 0 0,0-1 0,0 1 0,0 0 0,0 0 0,0 0 1,0-1-1,0 2 0,1 35 21,-1-31-24,-1 1-137,4 35-26,-3-41-100,0 1 1,0-1-1,0 1 0,1-1 0,-1 1 1,0-1-1,1 0 0,-1 1 0,1-1 1,0 0-1,-1 0 0,1 1 0,0-1 1,0 0-1,0 0 0,0 0 0,0 0 1,0 0-1,0 0 0,0 0 0,0 0 1,1-1-1,-1 1 0,2 1 0,21-1-5445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7.736"/>
    </inkml:context>
    <inkml:brush xml:id="br0">
      <inkml:brushProperty name="width" value="0.025" units="cm"/>
      <inkml:brushProperty name="height" value="0.025" units="cm"/>
    </inkml:brush>
  </inkml:definitions>
  <inkml:trace contextRef="#ctx0" brushRef="#br0">73 1 9842,'-1'2'8351,"0"5"-3898,-9 40-1688,-44 204 454,52-245-3223,1 1-1,-1 0 1,2 0-1,-1 0 1,1-1-1,0 1 0,0 0 1,1 0-1,0 0 1,0 0-1,0-1 1,5 13-1,-4-14-138,1-1 0,0 1 0,0-1 0,0 1 0,0-1 0,0 0 0,1 0 0,0-1 0,0 1-1,0-1 1,0 0 0,1 0 0,-1 0 0,1 0 0,0-1 0,8 4 0,12-3-4152,-7-10-3187,2-13-3287</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47.926"/>
    </inkml:context>
    <inkml:brush xml:id="br0">
      <inkml:brushProperty name="width" value="0.025" units="cm"/>
      <inkml:brushProperty name="height" value="0.025" units="cm"/>
    </inkml:brush>
  </inkml:definitions>
  <inkml:trace contextRef="#ctx0" brushRef="#br0">0 12 13499,'7'-2'4033,"2"-3"-2281,13 1-760,3 4-512,6 4-192,5 1-215,4-1-73,9 0-1425,89-17-8313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52.850"/>
    </inkml:context>
    <inkml:brush xml:id="br0">
      <inkml:brushProperty name="width" value="0.025" units="cm"/>
      <inkml:brushProperty name="height" value="0.025" units="cm"/>
    </inkml:brush>
  </inkml:definitions>
  <inkml:trace contextRef="#ctx0" brushRef="#br0">29 231 4073,'-11'-6'5243,"-4"-10"-1891,12 13-1300,3 3-2014,0 0-1,0-1 0,0 1 1,0 0-1,0-1 0,1 1 1,-1 0-1,0-1 0,0 1 1,0 0-1,0-1 0,0 1 1,0 0-1,1-1 0,-1 1 1,0 0-1,0-1 0,0 1 1,1 0-1,-1 0 0,0 0 1,0-1-1,1 1 0,-1 0 1,0 0-1,1 0 0,-1-1 1,0 1-1,1 0 0,-1 0 1,0 0-1,1 0 0,-1 0 1,0 0-1,1 0 0,-1 0 1,0 0-1,1 0 0,-1 0 1,1 0-1,21-6-9,-19 6 147,9-2 66,0 1-1,0 0 0,25 3 1,14-2-132,275-27 1173,-277 26-955,64 8 0,-78-4-324,0-1 0,0-1 1,0-2-1,42-6 0,-35-3 59,68-25-1,-77 22 10,0 2 0,0 2 0,58-10 0,243-2 659,-258 23-623,62-2 184,28-18 64,75-2 73,-173 19-373,-7 0 186,106 11-1,-113-2 348,80 0-1,-32-7-552,103-17 458,-162 6-242,-37 8-207,1 0 0,1 0 0,-1 0 0,0 1 0,8 0 0,11 0 17,15 1 6,9 4 501,87-6 1,-83 1 3315,-60 1-3805,1 0-1,-1 0 0,1 1 0,0-1 1,-1 1-1,-5 2 0,10-2-192,0-1-1,0 1 1,0-1-1,0 1 1,0-1-1,0 1 1,0 0 0,0 0-1,0-1 1,0 1-1,0 0 1,0 0-1,1 0 1,-1 0-1,0 0 1,1 0-1,-1 0 1,0 0 0,1 0-1,-1 0 1,1 0-1,0 1 1,-1-1-1,1 0 1,0 0-1,0 0 1,0 1-1,0-1 1,0 0 0,0 0-1,0 0 1,0 1-1,0-1 1,1 1-1,4 6-4142,12 4-2867</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39:54.122"/>
    </inkml:context>
    <inkml:brush xml:id="br0">
      <inkml:brushProperty name="width" value="0.025" units="cm"/>
      <inkml:brushProperty name="height" value="0.025" units="cm"/>
    </inkml:brush>
  </inkml:definitions>
  <inkml:trace contextRef="#ctx0" brushRef="#br0">58 131 5785,'9'-16'8175,"14"-26"-1499,-22 41-6505,-1 0 0,1 0 1,-1 0-1,1 0 0,-1 0 0,0 0 0,0-1 0,1 1 1,-1 0-1,0 0 0,0 0 0,0-1 0,0 1 1,0 0-1,0 0 0,-1 0 0,1-1 0,0 1 1,-1 0-1,1 0 0,0 0 0,-1 0 0,1 0 1,-1 0-1,0 0 0,1 0 0,-1 0 0,0 0 0,0 0 1,-1-1-1,-2 1-96,0 1 0,0-1 0,-1 1 0,1 0 0,0 0-1,0 1 1,0-1 0,-1 1 0,1 0 0,-4 1 0,8-2-83,-1 0 1,1 0-1,0 0 0,0-1 1,0 1-1,-1 0 0,1-1 0,0 1 1,0 0-1,0 0 0,0-1 1,-1 1-1,1 0 0,0-1 0,0 1 1,0 0-1,0-1 0,0 1 1,0 0-1,0-1 0,0 1 1,0 0-1,0-1 0,0 1 0,0 0 1,0-1-1,0 1 0,0 0 1,0 0-1,1-1 0,-1 1 0,0 0 1,0-1-1,0 1 0,0 0 1,1 0-1,-1-1 0,0 1 1,0 0-1,1 0 0,-1-1 0,11-15-252,-10 15 254,0 0 0,-1 1 1,1-1-1,0 1 0,0-1 1,0 1-1,0-1 0,0 1 0,1 0 1,-1 0-1,0-1 0,0 1 0,0 0 1,0 0-1,0 0 0,0 0 1,0 0-1,0 0 0,1 0 0,0 1 1,-1 0 5,-1-1 0,1 1 0,0-1 1,-1 1-1,1-1 0,-1 1 0,0-1 0,1 1 1,-1 0-1,1-1 0,-1 1 0,0 0 1,0 0-1,1-1 0,-1 1 0,0 0 1,0-1-1,0 1 0,0 0 0,0 0 1,0 0-1,0 0 0,0 3 8,0-1-1,-1 1 1,1-1-1,-1 1 1,0-1-1,0 0 1,0 1 0,-1-1-1,1 0 1,-1 0-1,-3 5 1,2-4 6,0 0 0,-1-1 0,0 1 0,0-1 0,0 0 1,0 0-1,-7 3 0,10-5-12,1-1 0,-1 0 0,1 1 0,-1-1 0,0 0 0,1 0 0,-1 0 0,0 1 0,1-1 0,-1 0 0,0 0 0,1 0 0,-1 0 0,0 0 0,1 0 0,-1-1-1,1 1 1,-1 0 0,0 0 0,1 0 0,-1-1 0,0 1 0,1 0 0,-2-1 0,1 0-1,1-1 0,-1 1 0,0 0-1,1 0 1,-1-1 0,1 1 0,-1 0-1,1-1 1,0 1 0,0 0 0,-1-1-1,1 1 1,0-1 0,0 1 0,0 0-1,0-1 1,1-1 0,0-2-1,0 0 0,1 0 1,-1 0-1,1 0 0,0 0 0,5-9 0,-6 12 3,0 0-1,0 0 1,0 0-1,1 1 0,-1-1 1,0 0-1,1 1 1,-1-1-1,1 1 0,-1-1 1,1 1-1,0 0 1,0-1-1,-1 1 0,1 0 1,0 0-1,0 0 1,0 1-1,3-2 0,-4 3 5,0-1 0,0 0 0,0 1 0,0-1 0,0 1 0,0 0 0,0-1 0,-1 1 0,1 0 0,0-1 0,0 1 0,-1 0 0,1 0 0,0 0 0,-1 0 0,1 0 0,-1-1 0,1 3 0,12 25 97,-6-13-38,-5-10 56,-6-5-812,-14-9-3477,12 5 1861,-41-22-8506</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4.139"/>
    </inkml:context>
    <inkml:brush xml:id="br0">
      <inkml:brushProperty name="width" value="0.025" units="cm"/>
      <inkml:brushProperty name="height" value="0.025" units="cm"/>
    </inkml:brush>
  </inkml:definitions>
  <inkml:trace contextRef="#ctx0" brushRef="#br0">163 67 6633,'-10'-17'10616,"5"-19"-7580,4 23 759,0 35-3759,-1 0 1,-6 23 0,1-7-28,-50 247-51,23-166-2709,33-115 2462,1-1-88,-1-1 1,0 1-1,0-1 0,0 1 0,0-1 1,0 0-1,-1 1 0,1-1 0,-1 0 1,1 0-1,-1 0 0,-2 2 0,-15 10-4512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4.868"/>
    </inkml:context>
    <inkml:brush xml:id="br0">
      <inkml:brushProperty name="width" value="0.025" units="cm"/>
      <inkml:brushProperty name="height" value="0.025" units="cm"/>
    </inkml:brush>
  </inkml:definitions>
  <inkml:trace contextRef="#ctx0" brushRef="#br0">207 84 8178,'-1'0'267,"1"-1"-1,0 1 1,0 0 0,-1-1 0,1 1 0,0-1 0,0 1 0,-1 0 0,1-1-1,0 1 1,0-1 0,0 1 0,0-1 0,0 1 0,0 0 0,0-1 0,0 1-1,0-1 1,0 1 0,0-1 0,0 1 0,0-1 0,0 1 0,0 0 0,0-1-1,0 1 1,0-1 0,1 1 0,-1 0 0,0-1 0,0 1 0,1-1-1,-1 1 1,17-15 1946,21-5-2238,-16 12 134,0 1 0,1 2 1,-1 0-1,31-3 0,-46 7-107,1 1-1,-1 0 0,1 0 1,0 0-1,-1 1 1,1 0-1,-1 1 1,0 0-1,1 0 0,-1 0 1,0 1-1,0 0 1,0 1-1,-1-1 1,1 1-1,-1 0 1,7 6-1,-11-7-2,1 0 1,-1 0-1,0 1 0,1-1 0,-1 1 1,-1-1-1,1 1 0,0-1 0,-1 1 1,0 0-1,0 0 0,0 0 1,0 0-1,-1 0 0,1 0 0,-1 0 1,0 0-1,-1 0 0,1-1 1,0 1-1,-1 0 0,0 0 0,0 0 1,0 0-1,-1 0 0,1-1 1,-4 6-1,-1 4 1,-1-1 0,0 0 0,0-1 0,-2 1 0,1-2 0,-18 18 0,-16 7 33,0-2 0,-59 35 1,-34 24-25,118-74-378,17-17 355,0-1 0,0 0 0,0 0 0,0 1-1,0-1 1,0 0 0,0 0 0,0 1 0,0-1-1,0 0 1,0 0 0,1 0 0,-1 1 0,0-1-1,0 0 1,0 0 0,0 0 0,0 1 0,0-1-1,1 0 1,-1 0 0,0 0 0,0 0 0,0 0-1,1 1 1,-1-1 0,0 0 0,0 0 0,0 0-1,1 0 1,-1 0 0,0 0 0,0 0 0,0 0-1,1 0 1,-1 0 0,0 0 0,0 0 0,1 0-1,-1 0 1,0 0 0,0 0 0,1 0 0,-1 0-1,43-7-386,-17 1 366,0 1 0,0 2 0,0 1 0,0 0 0,31 4 1,-44-2-48,0 2 1,0 0 0,0 0-1,-1 1 1,1 0 0,-1 1 0,0 1-1,0 0 1,0 1 0,-1 0 0,1 0-1,14 13 1,-24-17 48,0-1 0,1 2 1,-1-1-1,0 0 0,0 0 0,-1 1 0,1-1 0,0 1 0,-1 0 1,0-1-1,0 1 0,1 0 0,-2 0 0,1 0 0,0-1 1,0 1-1,-1 0 0,1 4 0,-2-3 39,1 0 0,-1 1 1,0-1-1,0 0 0,0 0 0,0 0 0,-1 0 1,0 0-1,0-1 0,0 1 0,-4 5 0,-4 4 194,0-1 0,-1 0 1,-1-1-1,0 0 0,-21 14 0,4-6 390,0 0 1,-1-2-1,-1-1 1,0-1-1,-44 13 1,58-23-418,0 0 0,0-1 0,-1-1 0,1-1 0,-1 0 0,0-1 0,1-1 0,-1-1 0,0 0 0,1-2 0,-1 0 0,-20-6 0,39 9-175,28 5-1976,-23-5 1317,1-1-1,0 0 1,-1 0 0,1 0 0,-1-1 0,1 0-1,9-5 1,90-44-5751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5.202"/>
    </inkml:context>
    <inkml:brush xml:id="br0">
      <inkml:brushProperty name="width" value="0.025" units="cm"/>
      <inkml:brushProperty name="height" value="0.025" units="cm"/>
    </inkml:brush>
  </inkml:definitions>
  <inkml:trace contextRef="#ctx0" brushRef="#br0">74 0 6969,'-3'29'7919,"-8"15"-4088,-1 3-2092,8-30-1464,0-1 0,-1 0 0,-8 17 0,-8 27-6348,23-61 2014,13-21-622</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5.345"/>
    </inkml:context>
    <inkml:brush xml:id="br0">
      <inkml:brushProperty name="width" value="0.025" units="cm"/>
      <inkml:brushProperty name="height" value="0.025" units="cm"/>
    </inkml:brush>
  </inkml:definitions>
  <inkml:trace contextRef="#ctx0" brushRef="#br0">7 25 2521,'-2'-6'10306,"0"1"-7802,0-6-1095,4 9-377,0 2-616,2 2-416,3 7-24,2 2-1520,29 36-3826</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6.046"/>
    </inkml:context>
    <inkml:brush xml:id="br0">
      <inkml:brushProperty name="width" value="0.025" units="cm"/>
      <inkml:brushProperty name="height" value="0.025" units="cm"/>
    </inkml:brush>
  </inkml:definitions>
  <inkml:trace contextRef="#ctx0" brushRef="#br0">626 71 6425,'0'-2'737,"0"-1"0,-1 1-1,1-1 1,0 1 0,-1 0 0,1-1-1,-1 1 1,0 0 0,0-1-1,0 1 1,0 0 0,0 0-1,-1 0 1,1 0 0,-2-2-1,0 1-366,0 1 0,1-1 1,-1 1-1,0 0 0,0 0 0,-1 0 0,1 0 0,0 1 0,-5-2 0,1 0-339,-1 1 1,0 0-1,0 1 1,1 0-1,-1 0 1,0 1 0,0 0-1,-12 1 1,6 1-34,0 1 0,0 0 0,0 1 0,0 0 0,1 1 0,0 1 0,-21 12 0,30-16-8,0 0 0,1 0-1,-1 1 1,1-1 0,0 1 0,0 0 0,0 0 0,0 0-1,0 0 1,1 0 0,0 1 0,-1 0 0,1-1 0,1 1 0,-1 0-1,0 0 1,1 0 0,0 0 0,0 0 0,0 0 0,0 0-1,1 0 1,-1 0 0,1 0 0,0 1 0,0-1 0,1 0-1,-1 0 1,1 0 0,3 8 0,-3-9 8,0 1-1,0-1 1,0 0-1,1 0 1,0 0-1,-1 0 1,1 0-1,0 0 1,1-1-1,-1 1 1,0-1-1,1 1 1,-1-1-1,1 0 1,0 0-1,0 0 1,4 3-1,-2-4 2,-1 1 0,1-1-1,-1 0 1,1 0 0,0 0-1,-1-1 1,1 0 0,0 0-1,0 0 1,-1 0 0,8-2-1,4-2 2,1-1 0,-1 0 0,0-2-1,-1 1 1,1-2 0,13-9-1,1-1-2,26-21-1,-47 31 5,0 1 1,-1-1 0,0 0-1,0 0 1,-1-1-1,0 0 1,6-11 0,-13 19 5,1 1 0,-1 0 0,0 0 0,1-1 0,-1 1 0,0 0 0,0-1 0,1 1 0,-1 0 1,0-1-1,0 1 0,0-1 0,1 1 0,-1 0 0,0-1 0,0 1 0,0-1 0,0 1 0,0 0 0,0-1 1,0 1-1,0-1 0,0 1 0,0-1 0,0 1 0,0 0 0,0-1 0,0 1 0,0-1 0,0 1 0,0-1 0,-1 1 1,1 0-1,0-1 0,0 1 0,-1-1 0,0 2 1,0-1-1,0 1 1,0-1 0,1 1 0,-1 0 0,0 0 0,0 0-1,1-1 1,-1 1 0,0 0 0,1 0 0,-1 0-1,1 0 1,-1 0 0,1 0 0,-1 0 0,1 1-1,-19 49 3,3-1 0,-17 94 0,5 109 48,27-219-47,-3 0-1,-1 0 0,-1-1 0,-18 54 1,20-75 19,-1 0 1,0 0 0,-1-1 0,0 0 0,-1 0 0,0 0-1,-1-1 1,0 0 0,-1 0 0,0-1 0,0 0-1,-1-1 1,0 0 0,-1 0 0,-16 8 0,17-12 31,0 0 0,-1-1 0,1 0 0,-1 0 1,0-1-1,0-1 0,0 0 0,0 0 1,0-1-1,0-1 0,0 0 0,0 0 1,0-1-1,0 0 0,1-1 0,-1 0 1,-15-8-1,10 5-26,0-2 1,1 0 0,0-1-1,1 0 1,0-1 0,0-1-1,1 0 1,0-1-1,1 0 1,-16-21 0,23 26-49,-2-2-31,1 0 1,0-1 0,-5-11-1,11 21-27,0 0-1,0-1 1,0 1 0,0 0-1,0-1 1,0 1-1,0 0 1,0 0 0,1-1-1,-1 1 1,0 0-1,0 0 1,0-1 0,0 1-1,1 0 1,-1 0-1,0 0 1,0-1 0,0 1-1,1 0 1,-1 0 0,0 0-1,0 0 1,1 0-1,-1-1 1,0 1 0,0 0-1,1 0 1,-1 0-1,0 0 1,1 0 0,-1 0-1,0 0 1,0 0-1,1 0 1,-1 0 0,0 0-1,1 0 1,-1 0-1,0 0 1,0 0 0,1 0-1,-1 1 1,0-1 0,0 0-1,1 0 1,-1 0-1,0 0 1,1 1 0,27 4-3663,-19-3 2091,62 14-5687</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7.780"/>
    </inkml:context>
    <inkml:brush xml:id="br0">
      <inkml:brushProperty name="width" value="0.025" units="cm"/>
      <inkml:brushProperty name="height" value="0.025" units="cm"/>
    </inkml:brush>
  </inkml:definitions>
  <inkml:trace contextRef="#ctx0" brushRef="#br0">524 163 5209,'0'-2'409,"1"0"0,-1 1 0,1-1 0,0 0 0,0 0 0,0 1 0,0-1 0,0 1 0,0-1 0,0 1 0,0-1 0,0 1 0,1 0 0,-1 0 0,2-2 0,8-11 4255,-12 13-4529,1 0 0,-1 1-1,1-1 1,-1 0-1,0 1 1,1-1-1,-1 1 1,0-1 0,0 1-1,0-1 1,1 1-1,-1-1 1,0 1-1,0 0 1,0 0-1,0-1 1,0 1 0,0 0-1,1 0 1,-1 0-1,0 0 1,0 0-1,0 0 1,-2 0 0,-3 0-61,-1 0 1,1 1 0,0-1-1,-1 1 1,1 0 0,0 1 0,0 0-1,0 0 1,-9 4 0,-52 30 49,58-31-81,7-4-38,-60 36 224,-79 60 1,124-84-198,1 1 0,1 0 1,0 1-1,1 1 0,1 0 0,0 1 0,1 0 1,1 1-1,-14 30 0,19-30 1,1 2-1,0-1 1,1 0 0,1 1-1,1 0 1,1 0 0,1-1-1,0 1 1,2 0 0,0 0-1,1-1 1,1 1 0,7 19-1,-8-31-19,1 0-1,-1-1 0,1 0 1,1 1-1,0-1 0,0-1 1,0 1-1,1-1 0,-1 0 1,2 0-1,-1 0 0,1-1 1,-1 0-1,2 0 0,-1-1 1,0 0-1,1 0 0,8 2 1,3 2 49,1-1 0,-1-2 1,1 0-1,0-1 0,0 0 1,30 0-1,-13-3 4,-1-2 0,0-1 0,58-12-1,-76 10-45,0-1 0,-1 0 1,0-1-1,0-2 0,-1 1 0,0-2 0,0 0 0,0-1 0,16-14 0,-1-2 18,-2-1-1,0-2 1,43-57-1,-62 72 55,-1 1-1,-1-1 1,0-1 0,-1 0-1,0 0 1,-2 0-1,1-1 1,-2 0-1,0 1 1,-1-2-1,-1 1 1,1-20 0,-3-3 229,-2 1 0,-12-70 0,12 95-287,-2-1-1,0 1 1,0-1-1,-1 2 1,-1-1-1,0 0 1,-1 1-1,0 0 1,-1 1-1,0-1 1,-12-11-1,-3-1-21,12 11 113,0 1 0,-1 1-1,-16-13 1,25 22-91,0 0-1,-1 0 1,1 0 0,0 0 0,-1 1-1,1-1 1,-1 1 0,1 0 0,-1 0-1,0 0 1,0 0 0,1 1 0,-1 0-1,0-1 1,0 1 0,0 1 0,1-1-1,-1 0 1,-5 2 0,-20 10 18,0 1 1,0 1-1,1 1 1,-34 25 0,19-12-28,-43 26-4435,86-63-6631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9.018"/>
    </inkml:context>
    <inkml:brush xml:id="br0">
      <inkml:brushProperty name="width" value="0.025" units="cm"/>
      <inkml:brushProperty name="height" value="0.025" units="cm"/>
    </inkml:brush>
  </inkml:definitions>
  <inkml:trace contextRef="#ctx0" brushRef="#br0">1 163 8810,'3'-20'7923,"7"-2"-4676,-9 20-3181,0 1-1,-1 0 0,1 0 0,0 0 1,-1 0-1,1 0 0,0 0 1,0 0-1,0 0 0,0 0 1,0 0-1,0 0 0,1 1 1,-1-1-1,0 0 0,0 1 0,0-1 1,1 1-1,-1-1 0,0 1 1,0 0-1,1-1 0,-1 1 1,1 0-1,-1 0 0,0 0 0,1 0 1,-1 0-1,0 0 0,3 1 1,0 1-62,1 1-1,-1 0 1,0-1 0,0 1 0,0 1 0,0-1 0,-1 1 0,1-1 0,-1 1 0,0 0-1,0 0 1,0 0 0,-1 1 0,1-1 0,-1 1 0,0-1 0,0 1 0,-1 0 0,0 0-1,2 7 1,0 4-2,0 0-1,-2 0 0,1 1 0,-2-1 1,-1 19-1,0-31-4,1 1 0,-1-1-1,0 1 1,0-1 0,0 0-1,0 1 1,-1-1 0,-3 6 0,19-67-107,-7 36 102,1-1 0,1 1 1,1 1-1,1 0 0,0 0 0,22-26 0,-23 33 2,1 1 0,1 0 0,0 0 1,1 1-1,0 1 0,1 0 0,0 1 1,1 0-1,20-9 0,-33 17 7,0 0-1,0 0 1,1 0-1,-1 0 1,1 0-1,-1 1 1,0-1-1,1 1 1,-1-1-1,1 1 1,0 0-1,-1 0 1,1 0-1,-1 0 1,1 1-1,-1-1 1,1 1-1,-1-1 1,1 1-1,-1 0 1,0 0 0,1 0-1,2 2 1,-2 0 7,-1-1 0,0 1 0,0-1 0,0 1 0,-1 0 0,1 0 0,-1 0 0,1 0 0,-1 0 0,0 0 0,0 0 0,0 1 0,-1-1 0,1 0 0,-1 0 0,0 1 0,0 3 0,-1 3 77,0 1 0,-1 0 0,0-1 0,0 1-1,-1-1 1,-1 0 0,0 0 0,0 0 0,-1-1-1,0 1 1,-11 13 0,0 4-1,16-27-105,0 0 1,0 0-1,-1 0 1,1 0-1,0 1 1,0-1-1,0 0 1,-1 0-1,1 0 1,0 0-1,0 1 1,0-1-1,0 0 1,0 0-1,-1 1 1,1-1 0,0 0-1,0 0 1,0 1-1,0-1 1,0 0-1,0 0 1,0 1-1,0-1 1,0 0-1,0 0 1,0 1-1,0-1 1,0 0-1,0 0 1,0 1-1,0-1 1,0 0-1,0 0 1,1 1-1,-1-1 1,0 0-1,0 0 1,0 0-1,0 1 1,0-1-1,1 0 1,-1 0-1,0 0 1,0 1-1,0-1 1,1 0-1,-1 0 1,0 0-1,0 0 1,0 0-1,1 0 1,-1 1-1,0-1 1,0 0-1,1 0 1,-1 0-1,0 0 1,0 0-1,1 0 1,-1 0-1,1 0 1,25-9-3702,28-20-2427</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9.384"/>
    </inkml:context>
    <inkml:brush xml:id="br0">
      <inkml:brushProperty name="width" value="0.025" units="cm"/>
      <inkml:brushProperty name="height" value="0.025" units="cm"/>
    </inkml:brush>
  </inkml:definitions>
  <inkml:trace contextRef="#ctx0" brushRef="#br0">215 24 8930,'-61'6'10172,"49"-4"-9215,1 2 0,-1-1 0,-14 7 1,20-7-875,0 0 0,0 0 0,0 1 0,0-1 1,0 2-1,1-1 0,0 0 0,-1 1 0,2 0 0,-1 0 0,1 1 1,-1-1-1,2 1 0,-1 0 0,-5 12 0,7-15-75,1 0-1,0 0 1,1 1-1,-1-1 1,0 0 0,1 1-1,0-1 1,-1 1-1,2-1 1,-1 0-1,0 1 1,1-1-1,-1 0 1,1 1 0,0-1-1,0 0 1,0 0-1,0 1 1,1-1-1,-1 0 1,1 0-1,0-1 1,0 1 0,0 0-1,0-1 1,1 1-1,-1-1 1,1 1-1,-1-1 1,1 0-1,5 3 1,-3-2-1,0-1 1,0 1-1,0-1 1,0 0-1,0 0 1,1 0-1,-1-1 0,1 0 1,0 0-1,-1-1 1,1 1-1,0-1 0,-1 0 1,1-1-1,-1 1 1,1-1-1,0 0 1,8-3-1,-9 2 0,0 0 1,1-1 0,-1 0-1,-1 1 1,1-1-1,0-1 1,-1 1-1,0-1 1,0 1-1,0-1 1,5-6-1,-7 7-1,-1 0-1,1 1 1,-1-1-1,0 0 1,0 0-1,0 0 1,0 0-1,0 0 1,-1 0-1,1 0 1,-1 0 0,0 0-1,0-1 1,0 1-1,0 0 1,0 0-1,-1 0 1,0 0-1,1 0 1,-1 0-1,0 0 1,-2-3-1,-4-8-7,-1 0-1,0 0 0,-1 1 1,-1 0-1,0 1 0,-1 0 1,0 0-1,-19-14 0,27 25-2751,7 8 58,-2-5 2221,0 0 1,0-1-1,1 1 0,-1 0 1,1-1-1,-1 1 0,1-1 1,0 0-1,-1 0 0,1 0 1,3 0-1,79 15-6823</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39.638"/>
    </inkml:context>
    <inkml:brush xml:id="br0">
      <inkml:brushProperty name="width" value="0.025" units="cm"/>
      <inkml:brushProperty name="height" value="0.025" units="cm"/>
    </inkml:brush>
  </inkml:definitions>
  <inkml:trace contextRef="#ctx0" brushRef="#br0">256 0 11554,'-4'1'902,"0"1"-1,-1 0 0,1-1 0,0 2 0,0-1 0,0 0 0,-7 5 0,-21 28 2228,18-15-2156,-21 42 0,28-48-263,-19 36 202,2 1 0,-26 84 0,43-114-1053,2 0-1,0 1 0,2 0 0,0 0 1,1 0-1,1 0 0,2 0 0,0 1 1,6 32-1,-6-49-725,5 19-1957,-5-17-6217,-20-20-1774</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147"/>
    </inkml:context>
    <inkml:brush xml:id="br0">
      <inkml:brushProperty name="width" value="0.025" units="cm"/>
      <inkml:brushProperty name="height" value="0.025" units="cm"/>
    </inkml:brush>
  </inkml:definitions>
  <inkml:trace contextRef="#ctx0" brushRef="#br0">0 21 8314,'5'-1'647,"0"0"1,0 0-1,0 1 1,-1 0-1,1 0 1,0 0-1,0 0 1,6 2-1,12 0 507,57 1 502,1-3 0,-1-5-1,82-14 1,-177 24-1314,1 0 1,-1 1-1,1 1 1,0 0-1,-15 12 0,-12 5-248,-47 28-21,78-45-68,1-1 0,0 2 0,1-1 0,0 1 0,0 0 0,-13 18 0,20-24-6,0-1-1,0 0 0,0 1 1,0-1-1,1 1 0,-1-1 0,0 1 1,1 0-1,-1-1 0,1 1 1,-1 0-1,1-1 0,0 1 0,0 0 1,0-1-1,0 1 0,0 0 0,0 0 1,0-1-1,1 1 0,-1 0 1,0-1-1,1 1 0,1 2 0,-1-2 2,1 0-1,0 0 1,-1 0-1,1-1 0,0 1 1,0 0-1,1-1 1,-1 0-1,0 1 0,0-1 1,1 0-1,-1 0 1,1 0-1,3 0 0,4 2 2,1-1-1,0-1 1,0 0-1,0 0 0,-1-1 1,20-2-1,-15-1-34,-1 0-1,0-2 1,0 1-1,0-2 1,0 0 0,-1 0-1,0-2 1,-1 1-1,1-2 1,-1 0-1,-1 0 1,0-1 0,0 0-1,-1-1 1,13-16-1,-22 25 64,0 0 0,0 0-1,-1 1 1,1-1 0,0 0-1,-1 0 1,1 0 0,-1 0 0,1 0-1,-1 0 1,0 0 0,0 0-1,0-3 1,0 5-4,0-1-1,0 1 1,0-1-1,0 1 1,-1-1-1,1 1 1,0-1-1,0 1 1,0-1 0,0 1-1,-1-1 1,1 1-1,0-1 1,-1 1-1,1-1 1,0 1 0,-1 0-1,1-1 1,0 1-1,-1 0 1,1-1-1,-1 1 1,1 0 0,0-1-1,-1 1 1,1 0-1,-1 0 1,1 0-1,-1 0 1,1-1-1,-1 1 1,1 0 0,-1 0-1,1 0 1,-1 0-1,1 0 1,-1 0-1,0 0 1,1 0 0,-1 0-1,1 0 1,-1 1-1,1-1 1,-1 0-1,1 0 1,0 0 0,-1 1-1,1-1 1,-1 0-1,1 0 1,-1 1-1,0 0-26,-1 0-1,1 0 1,0 0-1,0 1 1,0-1 0,0 0-1,0 0 1,1 0-1,-1 1 1,0-1-1,0 1 1,1-1-1,-1 0 1,1 1-1,0-1 1,-1 1-1,1-1 1,0 1-1,0 0 1,0-1-1,0 1 1,0-1-1,0 1 1,0-1-1,0 1 1,1-1-1,-1 1 1,1 1-1,15 41-275,-15-39 1,1-1 1,0 0-1,0 0 1,0 0 0,1 0-1,-1 0 1,1 0-1,0-1 1,0 0 0,0 1-1,1-1 1,-1 0-1,1 0 1,0-1 0,-1 1-1,1-1 1,0 0-1,1 0 1,-1 0 0,0 0-1,0-1 1,7 2-1,89 13-4937</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402"/>
    </inkml:context>
    <inkml:brush xml:id="br0">
      <inkml:brushProperty name="width" value="0.025" units="cm"/>
      <inkml:brushProperty name="height" value="0.025" units="cm"/>
    </inkml:brush>
  </inkml:definitions>
  <inkml:trace contextRef="#ctx0" brushRef="#br0">335 1 12643,'-18'11'5057,"-2"9"-3569,-18 22 521,0 12 159,2 6-536,7 7-647,5-3-217,4 3-312,2-2-288,2-1-120,5-4-48,7-8-96,-3-14-408,5-12-873,0-8-1039,-1-13-1601,-1-10-400,-41-48-3969</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705"/>
    </inkml:context>
    <inkml:brush xml:id="br0">
      <inkml:brushProperty name="width" value="0.025" units="cm"/>
      <inkml:brushProperty name="height" value="0.025" units="cm"/>
    </inkml:brush>
  </inkml:definitions>
  <inkml:trace contextRef="#ctx0" brushRef="#br0">0 14 9634,'125'-11'9438,"-68"9"-8568,0 2-1,-1 3 0,63 12 0,-116-15-840,0 0 0,0 0 0,0 1-1,0 0 1,0-1 0,0 1 0,0 0 0,0 1 0,0-1 0,-1 0 0,1 1 0,-1 0 0,1-1 0,-1 1-1,1 0 1,-1 0 0,0 0 0,0 1 0,0-1 0,3 4 0,-4-1 76,0 0 0,0-1 1,0 1-1,0 0 0,-1 0 0,0-1 0,0 1 1,0 0-1,-1 0 0,1-1 0,-3 10 1,-6 18 233,6-24-448,1 0-1,0 0 1,0 0-1,0 12 1,1-18-1489,11-10-10253</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0.864"/>
    </inkml:context>
    <inkml:brush xml:id="br0">
      <inkml:brushProperty name="width" value="0.025" units="cm"/>
      <inkml:brushProperty name="height" value="0.025" units="cm"/>
    </inkml:brush>
  </inkml:definitions>
  <inkml:trace contextRef="#ctx0" brushRef="#br0">11 23 11747,'-2'-9'6665,"0"4"-5057,-2-1-199,1 3-305,6 6-1104,1 8-264,0 6-1505,8 8-2231,28 37-3170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1.599"/>
    </inkml:context>
    <inkml:brush xml:id="br0">
      <inkml:brushProperty name="width" value="0.025" units="cm"/>
      <inkml:brushProperty name="height" value="0.025" units="cm"/>
    </inkml:brush>
  </inkml:definitions>
  <inkml:trace contextRef="#ctx0" brushRef="#br0">223 89 12571,'-18'1'3606,"0"0"-1,-27 5 1,33-3-2984,0 0-1,0 1 1,0 0-1,-21 11 0,29-13-619,1 0 1,-1 0-1,0 0 0,0 1 0,1-1 0,-1 1 0,1 0 0,0 0 0,0 0 0,0 1 0,0-1 1,1 1-1,-1-1 0,1 1 0,0 0 0,0 0 0,1 0 0,-1 0 0,1 0 0,-1 0 0,1 1 1,1-1-1,-1 0 0,1 1 0,-1-1 0,1 1 0,0-1 0,1 0 0,-1 1 0,1-1 1,0 0-1,0 1 0,0-1 0,1 0 0,2 5 0,-1-1-2,1 0 0,0 0 0,0 0 0,1-1 0,0 1 0,0-1 0,1-1 0,0 1 0,0-1 0,1 0 0,0 0 0,0-1 0,0 1 0,12 5 0,-14-9-15,0 1 0,-1-2-1,1 1 1,0 0-1,0-1 1,0 0-1,0 0 1,1-1 0,-1 0-1,0 1 1,0-2-1,0 1 1,0-1-1,0 1 1,1-1 0,-1-1-1,-1 1 1,1-1-1,0 0 1,0 0-1,0 0 1,-1 0 0,0-1-1,1 0 1,-1 0-1,4-4 1,0 0-49,0-1 0,0 0 0,-1 0 0,0-1 0,-1 0 0,0 0-1,0 0 1,-1-1 0,0 1 0,6-19 0,-5 7 0,-1 0-1,-1 0 1,-1 0-1,0-34 1,-3 39 32,0 9 19,0-1 0,0 1 0,1-1 0,0 1 0,3-11 0,-3 16 11,0 0 0,-1 1 1,1-1-1,0 1 0,0-1 0,0 1 0,0 0 1,0-1-1,0 1 0,0 0 0,0 0 1,1-1-1,-1 1 0,1 0 0,-1 0 1,0 1-1,1-1 0,-1 0 0,1 0 1,0 1-1,-1-1 0,1 1 0,0-1 0,-1 1 1,1 0-1,0 0 0,-1 0 0,4 0 1,4 0 9,0 1 1,-1 1 0,1-1 0,-1 1-1,0 1 1,0 0 0,1 0 0,-2 0 0,1 1-1,0 0 1,-1 1 0,0 0 0,0 0-1,0 0 1,-1 1 0,1 0 0,6 9-1,-7-9 1,-1 1-1,0 0 1,0 0-1,-1 0 1,0 0-1,0 1 0,-1 0 1,0-1-1,0 1 1,-1 0-1,1 1 1,-2-1-1,0 0 0,0 1 1,0-1-1,-1 0 1,-1 17-1,-1-19 51,0 1 0,-1-1-1,1 0 1,-1 0 0,0 0 0,-1-1-1,1 1 1,-1-1 0,0 0 0,-1 0 0,1 0-1,-1 0 1,0-1 0,-8 6 0,74-82-203,-46 55 120,1 2 1,1 0-1,1 1 1,0 1-1,0 0 1,2 1 0,-1 2-1,1 0 1,1 1-1,0 0 1,0 2-1,1 1 1,25-5-1,-45 11 31,1 0-1,-1-1 0,0 1 0,0 0 0,0 0 0,1 0 0,-1 0 0,0 0 0,0 1 0,0-1 0,0 1 0,0-1 0,1 1 0,-1 0 0,0 0 0,0 0 0,0 0 0,-1 0 0,1 0 0,0 1 0,2 1 0,-2 0 13,-1-1 1,1 1 0,-1-1-1,0 1 1,1 0-1,-1-1 1,0 1-1,-1 0 1,1 0 0,0 0-1,-1 0 1,0-1-1,0 1 1,0 3 0,-1 9 70,0-1 1,-2 1 0,1-1 0,-11 27 0,13-40-101,-10 37-54,9-14-3270,-1-13-2354,-5 6-3204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3.833"/>
    </inkml:context>
    <inkml:brush xml:id="br0">
      <inkml:brushProperty name="width" value="0.025" units="cm"/>
      <inkml:brushProperty name="height" value="0.025" units="cm"/>
    </inkml:brush>
  </inkml:definitions>
  <inkml:trace contextRef="#ctx0" brushRef="#br0">0 696 4201,'27'-12'5507,"50"-16"1,85-12-2947,-123 32-1946,13-1-535,0 4 0,0 1 1,59 4-1,45-3 28,447-53 482,-306 26-362,220 7 28,-115 10-124,-223 4-118,-67 6 19,209-34 0,464-84 895,-597 104-848,125-17 83,-112 14-71,-43 5-72,387-12-36,-226 19 8,-4-34 42,-22 0 205,296 25 271,-41 26-401,1-40-5,-1-8 688,-456 35-538,-53 2-119,18-2 514,1 3 0,97 10-1,-85-4 1505,-74-5-1947,1 1 0,0 0 0,1 0 1,-1 1-1,0-1 0,0 1 0,0-1 0,1 1 1,-1 0-1,1 0 0,-3 3 0,-31 19-2429,30-21 1300,1 0 1,-1-1-1,1 1 0,-1-1 0,0-1 1,-10 2-1,-73 5-8853</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7.950"/>
    </inkml:context>
    <inkml:brush xml:id="br0">
      <inkml:brushProperty name="width" value="0.025" units="cm"/>
      <inkml:brushProperty name="height" value="0.025" units="cm"/>
    </inkml:brush>
  </inkml:definitions>
  <inkml:trace contextRef="#ctx0" brushRef="#br0">34 1 4729,'1'0'465,"-1"1"1,1 0-1,0-1 1,0 1-1,-1-1 0,1 1 1,0-1-1,0 1 1,0-1-1,-1 0 0,1 1 1,0-1-1,0 0 1,0 0-1,0 0 0,0 0 1,0 0-1,0 0 1,1 0-1,5 3 5546,-8 17-3642,-9 39-2277,-28 194 906,32-192-2131,3 0-1,4 71 1,0-125-185,1-41-11158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8.494"/>
    </inkml:context>
    <inkml:brush xml:id="br0">
      <inkml:brushProperty name="width" value="0.025" units="cm"/>
      <inkml:brushProperty name="height" value="0.025" units="cm"/>
    </inkml:brush>
  </inkml:definitions>
  <inkml:trace contextRef="#ctx0" brushRef="#br0">227 67 8610,'3'-4'754,"0"0"0,0 0 0,0 1 0,1-1 0,0 1-1,0 0 1,8-5 0,-4 3-314,0 1-1,1 0 1,16-5-1,-14 6-370,0 0 0,0 1 0,1 1 0,-1-1 0,1 2 0,22 1 0,-27-1-32,-1 1-1,0 1 0,0-1 1,0 1-1,0 0 0,0 0 1,0 1-1,-1 0 0,1 0 1,-1 0-1,1 1 0,-1-1 0,-1 1 1,1 0-1,0 1 0,-1-1 1,0 1-1,0 0 0,0 0 1,-1 0-1,1 1 0,-1-1 1,-1 1-1,1 0 0,2 10 1,-2-8-24,-2 1 0,1 0 0,-1 0 0,0 0 0,-1 0 0,0 0 0,-1-1 1,0 1-1,0 0 0,-1 0 0,0 0 0,0-1 0,-1 1 0,0-1 0,-1 0 0,1 0 0,-10 14 1,1-6 12,-1-1 1,0 0 0,-1-1 0,0 0 0,-26 18 0,-86 51-272,104-72 85,-10 7-253,72-15-143,-21-2 510,0 1 0,0 1-1,28 7 1,-39-8 30,-1 1-1,0-1 1,0 1-1,0 0 1,0 1-1,-1-1 1,1 2-1,-1-1 1,0 0-1,0 1 1,9 10 0,-14-13 1,0-1 0,0 1 0,0-1 0,0 1 0,0 0 1,0-1-1,-1 1 0,1 0 0,0 0 0,-1-1 0,1 1 1,-1 0-1,0 0 0,0 0 0,0 0 0,0-1 1,0 1-1,0 0 0,0 0 0,-1 0 0,1 0 0,0-1 1,-1 1-1,0 0 0,1 0 0,-1-1 0,0 1 1,0 0-1,0-1 0,0 1 0,0-1 0,0 0 0,-1 1 1,1-1-1,0 0 0,-3 3 0,-6 3 56,0 0 1,0 0-1,-1 0 0,-15 6 1,21-11-7,-40 19 968,-2-3 0,0-2-1,-1-2 1,-97 16 0,140-29-812,0 0 0,-1-1 0,1 1 0,0-1 0,0 0 0,-9-2-1,14 2-185,-1 0-1,1 0 1,0 0-1,0 0 1,0 0-1,0 0 1,-1 0-1,1 0 0,0 0 1,0-1-1,0 1 1,0 0-1,-1 0 1,1 0-1,0 0 1,0 0-1,0 0 0,0-1 1,0 1-1,0 0 1,0 0-1,0 0 1,-1 0-1,1-1 1,0 1-1,0 0 0,0 0 1,0 0-1,0-1 1,0 1-1,0 0 1,0 0-1,0 0 0,0 0 1,0-1-1,0 1 1,0 0-1,0 0 1,0 0-1,1-1 1,-1 1-1,0 0 0,0 0 1,0 0-1,0 0 1,0-1-1,0 1 1,0 0-1,0 0 1,1 0-1,-1 0 0,0 0 1,0 0-1,0-1 1,0 1-1,0 0 1,1 0-1,-1 0 1,0 0-1,0 0 0,0 0 1,1 0-1,-1 0 1,0 0-1,12-8-67,-1 4-497,0 1-1,0 0 1,1 0 0,21-1-1,45-9-4764,32-14-1995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8.922"/>
    </inkml:context>
    <inkml:brush xml:id="br0">
      <inkml:brushProperty name="width" value="0.025" units="cm"/>
      <inkml:brushProperty name="height" value="0.025" units="cm"/>
    </inkml:brush>
  </inkml:definitions>
  <inkml:trace contextRef="#ctx0" brushRef="#br0">10 0 8498,'0'0'242,"0"0"0,-1 0 0,1 0 0,-1 0 0,1 0 0,-1 0-1,1 1 1,0-1 0,-1 0 0,1 0 0,0 0 0,-1 0 0,1 1 0,-1-1 0,1 0 0,0 0 0,-1 1 0,1-1 0,0 0 0,0 0 0,-1 1 0,1-1 0,0 0 0,0 1 0,-1-1 0,1 0 0,0 1 0,0-1-1,0 1 1,0-1 0,-1 0 0,1 1 0,0-1 0,0 1 0,0-1 0,0 0 0,0 1 0,0-1 0,0 1 0,4 23 2487,0-4-1781,-4-12-846,0 1 0,1 0 0,0 0 0,1 0 0,0 0 0,0-1 0,4 12 0,-5-18-102,0 0 0,0-1 0,0 1 0,0 0 0,0 0 0,0 0 0,1-1 0,-1 1 0,0 0 0,1-1 0,-1 1 0,1-1 0,0 0 0,0 0 0,-1 1 0,1-1 0,0 0 0,0 0 0,0-1 0,0 1 0,0 0 0,0-1 0,0 1 0,0-1 0,1 0 0,-1 1 0,0-1 0,0 0 0,0-1 0,0 1 0,0 0 0,0 0 0,1-1 0,-1 1 0,3-2 0,0 0-2,0 1 1,0-1 0,0 0-1,0 0 1,0 0-1,0-1 1,-1 0-1,1 0 1,-1 0 0,0 0-1,0-1 1,0 0-1,0 1 1,-1-2-1,1 1 1,-1 0 0,0-1-1,0 1 1,-1-1-1,1 0 1,-1 0-1,0 0 1,-1 0 0,1 0-1,-1 0 1,0 0-1,0-1 1,0-9 0,0 22-375,0 0 0,1-1 0,0 1 0,0-1 0,0 1 0,1-1 1,0 0-1,0 0 0,0 0 0,1 0 0,5 6 0,-8-10 194,0-1-1,1 1 1,-1-1-1,1 0 1,-1 1-1,1-1 0,0 0 1,0 0-1,0 0 1,-1 0-1,1 0 1,0 0-1,0 0 1,0-1-1,2 1 1,70 8-4373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9.433"/>
    </inkml:context>
    <inkml:brush xml:id="br0">
      <inkml:brushProperty name="width" value="0.025" units="cm"/>
      <inkml:brushProperty name="height" value="0.025" units="cm"/>
    </inkml:brush>
  </inkml:definitions>
  <inkml:trace contextRef="#ctx0" brushRef="#br0">80 0 13123,'-2'16'5466,"-7"9"-4022,2-4-609,-4 30 769,2 0 0,-2 103-1,-1 0-783,-5-79-748,19-75-112,1-1-1,-1 0 1,0 0 0,0 0 0,0-1-1,0 1 1,0-1 0,0 1 0,2-3-1,9-6-80,9-8-329,28-17 0,-45 31 383,1 1 0,-1 0 1,1 0-1,0 1 0,0 0 1,0 0-1,0 0 0,0 1 1,0-1-1,0 2 0,10-1 1,-15 1 53,1 0 1,-1 1 0,1-1-1,-1 1 1,1 0 0,-1-1-1,1 1 1,-1 0 0,0 0-1,1 0 1,-1 0 0,0 0 0,0 0-1,0 0 1,1 1 0,-1-1-1,-1 0 1,1 0 0,0 1-1,0-1 1,0 1 0,-1-1-1,1 1 1,-1-1 0,1 1 0,-1-1-1,0 1 1,1 0 0,-1 2-1,1 4-30,0 1 0,-1-1 0,1 1 0,-2 8 0,1-14 49,0-1-1,0 1 0,-1 0 1,1-1-1,-1 1 0,1-1 1,-1 1-1,0-1 0,0 1 0,0-1 1,0 1-1,0-1 0,0 0 1,-1 1-1,1-1 0,-1 0 1,0 0-1,0 0 0,1 0 1,-1-1-1,0 1 0,0 0 0,-1-1 1,-3 3-1,1-3 59,-1 0-1,0 0 1,1 0 0,-1 0 0,0-1-1,1 0 1,-1 0 0,0-1-1,1 0 1,-11-2 0,1 1-66,-1-2-1,1 1 1,0-2 0,1 0 0,-26-13 0,40 18-74,0-1 1,0 1 0,0 0 0,0-1 0,0 1-1,0 0 1,0-1 0,1 1 0,-1 0 0,0 0-1,0-1 1,0 1 0,1 0 0,-1-1 0,0 1-1,0 0 1,1 0 0,-1 0 0,0-1 0,1 1 0,-1 0-1,0 0 1,0 0 0,1 0 0,-1 0 0,0-1-1,1 1 1,-1 0 0,0 0 0,1 0 0,-1 0-1,0 0 1,1 0 0,-1 0 0,0 0 0,1 0-1,26-7-3938,-25 6 3665,59-16-5229</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49.974"/>
    </inkml:context>
    <inkml:brush xml:id="br0">
      <inkml:brushProperty name="width" value="0.025" units="cm"/>
      <inkml:brushProperty name="height" value="0.025" units="cm"/>
    </inkml:brush>
  </inkml:definitions>
  <inkml:trace contextRef="#ctx0" brushRef="#br0">126 0 11723,'-4'32'7365,"-9"17"-5267,4-21-822,-45 257 2841,13-50-3885,37-190-244,22-58-296,0-6-129,0 1 0,42-32 0,-51 44 347,1 0 1,-1 0-1,1 1 0,0 0 0,0 0 1,1 2-1,-1-1 0,1 1 0,17-2 1,-26 4 80,-1 1 1,1 0-1,0 0 1,-1 0-1,1 0 1,-1 0 0,1 1-1,0-1 1,-1 0-1,1 1 1,-1 0 0,1-1-1,-1 1 1,1 0-1,-1-1 1,1 1-1,-1 0 1,0 0 0,1 0-1,-1 0 1,0 1-1,2 1 1,-1 0 5,0 0-1,-1 0 1,1 0 0,-1 1-1,1-1 1,-1 0 0,0 1 0,0-1-1,-1 1 1,1 3 0,0 2 6,0 0-1,-1-1 1,-1 1 0,1-1 0,-1 1 0,-1-1 0,0 1 0,-2 7-1,1-10 53,0-1 0,0 0 0,-1 0 0,0-1 0,1 1 0,-1-1 0,-1 0 0,1 0 0,-1 0-1,1-1 1,-1 1 0,0-1 0,0 0 0,-1-1 0,1 1 0,-1-1 0,1 0 0,-12 2-1,-3 1 177,0-2-1,0 0 1,0-1-1,-21-1 1,31 0-311,3-1 311,16-6-5809,15-9 270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0.338"/>
    </inkml:context>
    <inkml:brush xml:id="br0">
      <inkml:brushProperty name="width" value="0.025" units="cm"/>
      <inkml:brushProperty name="height" value="0.025" units="cm"/>
    </inkml:brush>
  </inkml:definitions>
  <inkml:trace contextRef="#ctx0" brushRef="#br0">166 1 8402,'0'1'7079,"0"1"-3500,-3 10-1488,-35 138 1727,16-56-3088,-9 18-382,6-27-17,-19 127 1,43-205-342,0-1 1,0 1-1,1 0 0,0-1 1,0 1-1,1 0 1,0-1-1,0 1 0,0-1 1,5 13-1,-6-18-46,1 0 1,-1-1-1,0 1 0,0-1 0,1 1 0,-1-1 0,1 1 0,-1-1 0,0 1 1,1-1-1,-1 1 0,1-1 0,-1 0 0,1 1 0,-1-1 0,1 0 0,-1 1 1,1-1-1,0 0 0,-1 0 0,1 1 0,-1-1 0,1 0 0,0 0 0,-1 0 0,1 0 1,-1 0-1,1 0 0,0 0 0,-1 0 0,1 0 0,0 0 0,-1 0 0,1-1 1,-1 1-1,1 0 0,0 0 0,-1-1 0,1 1 0,-1 0 0,1 0 0,-1-1 1,1 1-1,-1-1 0,1 1 0,-1-1 0,1 0 0,31-34-4907,-28 30 4159,55-73-6181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0.752"/>
    </inkml:context>
    <inkml:brush xml:id="br0">
      <inkml:brushProperty name="width" value="0.025" units="cm"/>
      <inkml:brushProperty name="height" value="0.025" units="cm"/>
    </inkml:brush>
  </inkml:definitions>
  <inkml:trace contextRef="#ctx0" brushRef="#br0">1 136 10082,'2'2'5183,"8"10"-3508,-5-6-1370,1-1 0,0 1 1,0-1-1,1 0 0,-1 0 1,1 0-1,0-1 1,0 0-1,1-1 0,-1 0 1,1 0-1,0 0 0,0-1 1,13 2-1,-17-4-300,0 1 1,0-1-1,0 0 0,0 0 0,-1-1 0,1 1 1,0-1-1,0 0 0,-1 0 0,1 0 0,0-1 0,-1 1 1,1-1-1,-1 0 0,0 0 0,1 0 0,-1 0 1,0 0-1,0-1 0,0 0 0,-1 1 0,1-1 0,-1 0 1,1 0-1,-1 0 0,0-1 0,0 1 0,-1-1 1,1 1-1,-1-1 0,1 1 0,0-7 0,0 3-5,-1 0 0,1 0 1,-1 0-1,-1 0 0,0 0 0,0 0 0,0 0 0,-1 0 0,0 0 0,0 1 0,-1-1 0,1 0 0,-2 0 0,1 1 0,-1-1 0,0 1 1,-6-10-1,8 15 12,0 0 0,0 0 1,0 0-1,0 0 0,0 1 1,0-1-1,0 0 0,-1 1 1,1-1-1,0 1 0,0-1 1,0 1-1,-1-1 0,1 1 0,0 0 1,-1 0-1,1 0 0,0 0 1,-1 0-1,1 0 0,0 0 1,-2 0-1,-1 1 16,1 0-1,-1 0 1,1 1-1,0-1 1,-1 1-1,1 0 1,-6 4-1,-2 3 85,0 0 0,-18 21 0,29-29-106,-3 2 5,-4 4 39,1 0 1,0 1-1,0 0 1,1 0-1,-6 11 1,10-17-37,0 1 1,0 0-1,0 0 0,1 0 1,-1 0-1,1 0 0,-1 0 1,1 0-1,0 0 0,0-1 1,1 1-1,-1 0 0,0 0 1,1 0-1,0 0 1,0 0-1,0 0 0,0 0 1,0-1-1,0 1 0,3 3 1,1 1-30,0 0 1,0-1-1,0 1 1,1-1-1,0 0 1,0-1-1,1 0 1,-1 0-1,1 0 1,0 0-1,1-1 1,-1-1-1,12 5 1,-10-5-548,-1-1 1,1 0-1,0 0 1,0-1-1,-1 0 0,1 0 1,0-1-1,0 0 1,11-2-1,101-25-9065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1.293"/>
    </inkml:context>
    <inkml:brush xml:id="br0">
      <inkml:brushProperty name="width" value="0.025" units="cm"/>
      <inkml:brushProperty name="height" value="0.025" units="cm"/>
    </inkml:brush>
  </inkml:definitions>
  <inkml:trace contextRef="#ctx0" brushRef="#br0">567 0 10010,'-7'0'8750,"-12"1"-7016,-11 1-1057,1 2 0,-1 2-1,1 1 1,-31 11 0,5 2-92,-59 31 0,16 3-400,86-46-183,0 0-1,0 1 1,1 1 0,0-1-1,-13 17 1,22-24-5,1-1-1,0 0 1,0 1 0,0-1 0,0 1-1,0-1 1,0 1 0,0 0 0,1-1 0,-1 1-1,0 0 1,1-1 0,-1 1 0,1 0 0,0 0-1,0 0 1,0-1 0,0 1 0,0 0 0,0 0-1,0 0 1,0-1 0,1 3 0,1-2-4,-1 1 1,0-1 0,1 0-1,-1-1 1,1 1-1,0 0 1,-1 0 0,1-1-1,0 1 1,0-1-1,0 1 1,0-1 0,1 0-1,3 2 1,8 2-70,0-1 0,0 0 0,1-1-1,19 2 1,60 3-341,-53-6 46,0 2-1,41 10 1,-77-13 340,-1 0 0,1 0 0,-1 1 1,1-1-1,-1 1 0,0 1 0,0-1 0,0 0 0,5 5 0,-8-6 30,0 0 1,0 0 0,-1 0-1,1 0 1,0 0-1,-1 0 1,1 0-1,-1 0 1,1 0-1,-1 1 1,1-1-1,-1 0 1,0 0 0,1 1-1,-1-1 1,0 0-1,0 0 1,0 1-1,0-1 1,0 0-1,-1 0 1,1 1-1,0-1 1,-1 0-1,1 0 1,0 1 0,-1-1-1,1 0 1,-1 0-1,0 0 1,1 0-1,-1 0 1,0 0-1,0 0 1,0 0-1,0 0 1,-1 1 0,-22 22 355,-1-1 0,-1 0 0,-1-2 0,-38 23 1,21-15-255,24-15-99,12-10-75,0 0 1,1 1 0,0 1-1,0-1 1,1 1 0,-1 0-1,1 0 1,-9 13 0,64-48-7563,59-39 1116</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1.644"/>
    </inkml:context>
    <inkml:brush xml:id="br0">
      <inkml:brushProperty name="width" value="0.025" units="cm"/>
      <inkml:brushProperty name="height" value="0.025" units="cm"/>
    </inkml:brush>
  </inkml:definitions>
  <inkml:trace contextRef="#ctx0" brushRef="#br0">124 35 8874,'-9'-5'8544,"-1"6"-3428,-14 10-2063,-16 24-3912,39-34 1256,-3 4-362,0-1 1,0 1-1,0 1 0,1-1 0,0 0 0,0 1 0,0 0 0,1 0 0,0-1 0,0 1 0,0 1 0,1-1 0,0 0 0,-1 10 0,2-12-32,0 0-1,0-1 0,0 1 1,1 0-1,-1 0 0,1 0 1,0 0-1,0-1 0,0 1 1,1 0-1,-1-1 0,1 1 1,0-1-1,0 1 0,0-1 1,0 0-1,1 0 0,-1 0 1,1 0-1,0 0 0,0-1 1,0 1-1,0-1 0,6 3 0,-6-4 4,0 0-1,0 0 1,0 0-1,1-1 0,-1 0 1,0 1-1,1-1 0,-1 0 1,0-1-1,0 1 0,1-1 1,-1 1-1,0-1 0,0 0 1,0 0-1,1 0 0,-1-1 1,-1 1-1,1-1 0,0 1 1,4-5-1,7-3 1,0-2 0,20-19 1,-27 23 9,-1 1 0,1-1 1,-1-1-1,-1 1 1,1-1-1,-1 0 0,-1 0 1,1-1-1,3-10 1,-7 16-12,-1 0 0,1 0 1,0-1-1,-1 1 1,0 0-1,0-1 1,0 1-1,0 0 1,0-1-1,0 1 1,-1 0-1,0 0 1,0-1-1,0 1 1,0 0-1,0 0 0,-1 0 1,1 0-1,-1 0 1,0 0-1,0 1 1,0-1-1,0 1 1,0-1-1,0 1 1,-1 0-1,1-1 1,-1 1-1,-4-2 1,-16-9-891,22 12 787,0 1-1,0-1 0,0 1 0,1-1 0,-1 1 0,0-1 0,0 1 1,0 0-1,0 0 0,0-1 0,0 1 0,0 0 0,0 0 0,0 0 1,0 0-1,0 0 0,0 0 0,0 0 0,0 1 0,0-1 0,0 0 1,0 0-1,-1 1 0,4 8-3902,17 13-1464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1.929"/>
    </inkml:context>
    <inkml:brush xml:id="br0">
      <inkml:brushProperty name="width" value="0.025" units="cm"/>
      <inkml:brushProperty name="height" value="0.025" units="cm"/>
    </inkml:brush>
  </inkml:definitions>
  <inkml:trace contextRef="#ctx0" brushRef="#br0">34 156 8346,'0'18'5711,"3"6"-1584,0 16 1037,-18-65-1984,11 17-3138,0 0 0,1-1-1,0 1 1,0-1 0,1 0 0,0 0-1,0 0 1,1 0 0,1 0-1,-1 0 1,1 0 0,1 0 0,0 0-1,0 0 1,1 0 0,0 0-1,0 0 1,1 1 0,1-1-1,-1 1 1,9-15 0,-5 17-807,-4 15-2879,2 8-1451,14 11-1789</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2.279"/>
    </inkml:context>
    <inkml:brush xml:id="br0">
      <inkml:brushProperty name="width" value="0.025" units="cm"/>
      <inkml:brushProperty name="height" value="0.025" units="cm"/>
    </inkml:brush>
  </inkml:definitions>
  <inkml:trace contextRef="#ctx0" brushRef="#br0">242 1 11915,'0'0'466,"-1"-1"1,1 1-1,0 0 1,-1 0-1,1 0 1,-1 0-1,1 0 1,0 0 0,-1 0-1,1 0 1,0 0-1,-1 0 1,1 0-1,-1 0 1,1 1-1,0-1 1,-1 0 0,1 0-1,0 0 1,-1 0-1,1 1 1,0-1-1,-1 0 1,1 0-1,0 1 468,-1-1-468,1 1 1,-16 15 3572,-20 27-5707,28-32 3248,-12 13-1369,2 1 0,0 0 1,2 2-1,1 0 0,1 1 1,1 0-1,1 1 1,2 0-1,-11 52 0,21-78-214,-14 105 4,13-98-69,1 0-1,1 1 0,-1-1 0,2 0 0,-1 0 0,1 1 1,1-1-1,5 14 0,-5-20-73,0 0 0,-1 0 1,1 0-1,1 0 0,-1-1 0,1 1 1,-1-1-1,1 0 0,0 0 0,0 0 1,0-1-1,1 1 0,-1-1 0,0 0 1,1 0-1,0-1 0,-1 0 0,1 1 1,0-1-1,0-1 0,9 1 0,-1 0-643,0 0 1,0-1-1,0-1 0,0 0 0,0-1 0,0 0 0,12-5 0,-17 4-188,-1 1 0,0-2 0,0 1 0,0-1 1,7-5-1,62-50-7703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2.502"/>
    </inkml:context>
    <inkml:brush xml:id="br0">
      <inkml:brushProperty name="width" value="0.025" units="cm"/>
      <inkml:brushProperty name="height" value="0.025" units="cm"/>
    </inkml:brush>
  </inkml:definitions>
  <inkml:trace contextRef="#ctx0" brushRef="#br0">1 105 11522,'4'0'5618,"1"-2"-3578,1 0-464,8 0 353,8-3-617,9 1-464,11-3-272,10-2-264,1 0-223,-4 0-89,-2 0-601,-3-4-3712,41-20-5769</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4.325"/>
    </inkml:context>
    <inkml:brush xml:id="br0">
      <inkml:brushProperty name="width" value="0.025" units="cm"/>
      <inkml:brushProperty name="height" value="0.025" units="cm"/>
    </inkml:brush>
  </inkml:definitions>
  <inkml:trace contextRef="#ctx0" brushRef="#br0">454 186 4873,'14'-11'2460,"0"-1"0,-1 0 1,20-25-1,-31 35-2235,0 0 0,0 1 1,-1-1-1,1 0 0,-1 0 1,0 0-1,0 0 0,1-1 0,-1 1 1,-1 0-1,1 0 0,0-1 1,0 1-1,-1-1 0,0 1 1,1 0-1,-1-1 0,0 1 0,0-1 1,0 1-1,0-1 0,-1 1 1,1-1-1,-1 1 0,1 0 1,-1-1-1,0 1 0,0 0 0,0 0 1,-3-4-1,2 3-142,0 1 0,-1 0 1,1 0-1,-1 0 0,0 0 0,1 0 0,-1 1 1,0-1-1,0 1 0,0 0 0,0 0 0,0 0 0,0 0 1,-1 0-1,1 1 0,0 0 0,0-1 0,-1 1 1,1 0-1,0 1 0,0-1 0,0 0 0,-5 2 0,-10 3-71,0 1 0,1 0-1,0 1 1,0 1-1,0 1 1,1 0-1,1 1 1,-19 15 0,-8 11-9,-55 59 0,79-76 11,2 0 0,0 1 1,1 0-1,1 2 0,1-1 0,0 2 0,2 0 1,-11 32-1,18-43 5,1 0 1,0 0-1,1 0 1,1 0-1,-1 0 0,2 0 1,0 1-1,0-1 1,1 0-1,1 0 0,0 0 1,1 0-1,0 0 1,0 0-1,1 0 1,1-1-1,0 0 0,1 0 1,8 13-1,-2-8 4,0 0 0,1-1 0,0-1-1,1 0 1,1-1 0,0 0 0,1-1-1,0-1 1,1 0 0,0-2 0,32 14-1,-36-18-7,1 0-1,0-1 0,-1-1 0,1 0 1,0-1-1,0-1 0,1 0 0,-1-1 1,0 0-1,0-1 0,0-1 0,0 0 0,0-1 1,0 0-1,0-1 0,-1-1 0,14-6 1,5-5-16,-1-2 1,-1-1 0,-1-1 0,-1-1 0,0-2 0,42-46-1,-53 51 6,-2-1 0,-1 0 0,0-1 0,-1-1 0,-1 0-1,-1-1 1,-1 0 0,-2-1 0,0 0 0,10-44 0,-17 54 1,0 0 0,-1 1 0,0-1 1,0 0-1,-2 0 0,0 1 0,0-1 1,-1 1-1,0 0 0,-9-20 0,-7-8 18,-39-66-1,49 92-21,5 8 21,1-1 0,-2 2 0,1-1 0,-1 0 0,1 1 0,-2 0 0,1 0 0,0 0 0,-1 1 0,0-1 0,0 1 0,0 1 0,-1-1 0,1 1 0,-1 0 0,0 1 0,0 0 0,0 0 0,0 0 0,0 1 0,0 0 0,0 0 0,0 1 0,-1 0 0,-10 1-1,-57 18 270,54-13-79,1 0-1,-36 4 1,55-10-150,-1-1 1,1 1-1,0 0 1,0 0-1,-1-1 1,1 1-1,0-1 1,0 1-1,-1-1 1,1 1-1,0-1 1,0 0-1,0 0 1,0 1-1,0-1 1,-1-2-1,-6-1 327,5 20-437,3-10-99,0 0 0,0-1 0,1 1 0,0 0 0,2 7 0,-2-11-88,-1 0 0,1-1-1,0 1 1,-1 0 0,1-1 0,0 1 0,0-1-1,0 1 1,1-1 0,-1 1 0,0-1 0,0 0-1,1 1 1,-1-1 0,1 0 0,-1 0 0,1 0-1,-1 0 1,1-1 0,0 1 0,-1 0 0,1-1-1,0 1 1,2 0 0,41 1-5729</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5.407"/>
    </inkml:context>
    <inkml:brush xml:id="br0">
      <inkml:brushProperty name="width" value="0.025" units="cm"/>
      <inkml:brushProperty name="height" value="0.025" units="cm"/>
    </inkml:brush>
  </inkml:definitions>
  <inkml:trace contextRef="#ctx0" brushRef="#br0">590 2 5809,'-2'0'8270,"-13"-2"-5933,3 5-1875,-1-1 0,0 1 0,1 1 0,0 1 0,0 0 0,0 0 0,-16 10 0,-77 56 1454,96-63-1698,-53 41 332,2 3-1,-56 62 0,104-101-476,1-1-1,1 2 0,0-1 0,1 1 1,0 1-1,1 0 0,1 0 0,0 0 1,-5 20-1,9-22-16,0 1 1,1-1-1,0 1 0,1-1 1,1 1-1,0-1 1,1 1-1,0-1 0,1 1 1,1-1-1,7 24 0,2-6 25,2-1-1,1 0 0,1-1 1,1-1-1,2-1 0,1 0 1,0-1-1,43 39 0,-50-53 43,0-1 0,1 0 0,1-1 0,0-1 0,0 0 0,33 13 0,-37-18 3,1 0-1,0-1 1,0 0 0,0-1 0,1 0 0,-1-1-1,0-1 1,1 0 0,-1 0 0,22-5 0,-29 6 1203,-5-11-17057,9-25 5499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6.222"/>
    </inkml:context>
    <inkml:brush xml:id="br0">
      <inkml:brushProperty name="width" value="0.025" units="cm"/>
      <inkml:brushProperty name="height" value="0.025" units="cm"/>
    </inkml:brush>
  </inkml:definitions>
  <inkml:trace contextRef="#ctx0" brushRef="#br0">1 177 6257,'5'-15'2335,"4"-8"1911,-8 22-3890,-1 1 0,1-1-1,0 1 1,-1-1 0,1 1 0,-1-1-1,1 1 1,0 0 0,-1-1-1,1 1 1,0 0 0,-1-1-1,1 1 1,0 0 0,-1 0-1,1 0 1,0 0 0,0 0 0,1-1 1110,11 20 771,-5-11-2058,-1 1-1,-1-1 1,0 2 0,0-1 0,0 1 0,-1 0 0,-1 0 0,0 0 0,3 11 0,-5-14-116,0 1 0,0-1 0,0 1 0,-1-1 0,-1 1 0,1 0 1,-1 0-1,-1-1 0,1 1 0,-1 0 0,-1-1 0,1 1 0,-6 12 0,7-19-47,0 0 0,-1 1 1,1-1-1,-1 0 0,1 0 0,-1 0 0,1 0 0,-1 0 0,0 0 0,0 0 1,1 0-1,-1 0 0,0 0 0,0-1 0,0 1 0,0 0 0,0 0 0,0-1 1,0 1-1,0-1 0,-1 1 0,1-1 0,0 1 0,0-1 0,0 0 0,-1 1 0,1-1 1,0 0-1,0 0 0,-1 0 0,1 0 0,0 0 0,0 0 0,0 0 0,-1-1 1,1 1-1,0 0 0,0-1 0,0 1 0,-1-1 0,1 1 0,0-1 0,0 0 1,0 1-1,0-1 0,-1-1 0,-1 0-6,1 0 1,-1-1-1,1 1 0,-1-1 1,1 0-1,0 0 0,0 0 0,0 0 1,0 0-1,0 0 0,1-1 1,-1 1-1,1 0 0,0-1 1,-1-4-1,2 0-10,0-1 1,1 0-1,-1 1 1,2-1-1,-1 1 0,1 0 1,0 0-1,1-1 0,0 1 1,0 1-1,1-1 1,0 0-1,0 1 0,1 0 1,11-13-1,3-2-9,0 2 0,2 0 0,32-24-1,20-8-71,-63 46 77,0 0 0,0 1 0,1 0 0,-1 1 0,21-6 0,-29 9 2,-1 1 1,0 0-1,1 0 1,-1 0-1,0 0 0,0 0 1,1 0-1,-1 0 0,0 0 1,0 0-1,1 0 1,-1 1-1,0-1 0,0 1 1,1-1-1,-1 1 1,0-1-1,0 1 0,0 0 1,0-1-1,0 1 0,0 0 1,0 0-1,2 1 1,-2 1 4,1-1 0,-1 1 0,1 0 0,-1 0 0,0-1 0,0 1 0,0 0 0,-1 0 0,1 0 0,0 4 0,-1 9 116,0-1 0,0 0 1,-4 20-1,3-31-47,-12 156 921,4-131-697,7-24-234,1 0-1,-1-1 0,1 1 1,0 1-1,-1 8 0,4-13-2866,-4-14-3081,-9-23-2138</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7.034"/>
    </inkml:context>
    <inkml:brush xml:id="br0">
      <inkml:brushProperty name="width" value="0.025" units="cm"/>
      <inkml:brushProperty name="height" value="0.025" units="cm"/>
    </inkml:brush>
  </inkml:definitions>
  <inkml:trace contextRef="#ctx0" brushRef="#br0">5 3 6849,'-2'5'7735,"0"4"-3766,6-8-3728,-1 0-1,1-1 0,0 1 0,0-1 1,0 1-1,0-1 0,0-1 0,-1 1 1,1 0-1,0-1 0,7-2 0,-1 2 45,26-6 155,10-1-283,-46 8-156,1 0-1,-1 0 1,1 0-1,-1 0 1,1 0-1,-1 0 1,1 1-1,-1-1 1,1 0-1,-1 0 1,0 0-1,1 0 1,-1 0-1,1 1 1,-1-1-1,1 0 1,-1 0-1,0 1 1,1-1-1,-1 0 1,0 1 0,1-1-1,-1 0 1,0 1-1,0-1 1,1 1-1,-1-1 1,0 0-1,0 1 1,1-1-1,-1 1 1,-2 18 9,-15 13 114,2-15-51,-2 0 1,-22 17-1,20-18 65,-26 29 0,45-45-133,0 0 0,-1 0 0,1 0 0,0 0 0,0 0 1,0 1-1,0-1 0,0 0 0,0 0 0,0 0 0,0 0 0,0 0 0,-1 0 1,1 1-1,0-1 0,0 0 0,0 0 0,0 0 0,0 0 0,0 0 0,0 1 0,0-1 1,0 0-1,0 0 0,0 0 0,0 0 0,0 0 0,0 1 0,0-1 0,0 0 0,0 0 1,0 0-1,1 0 0,-1 0 0,0 1 0,0-1 0,0 0 0,0 0 0,0 0 0,0 0 1,0 0-1,0 0 0,0 0 0,1 1 0,-1-1 0,0 0 0,0 0 0,11 2 220,21-3 190,-24 1-241,9 1 111,0 1 0,0 0-1,19 6 1,-21-4-122,1-1 0,1 0 0,18 0 0,-12-10-430,-18-1-3823,-6-3-1349</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1:57.862"/>
    </inkml:context>
    <inkml:brush xml:id="br0">
      <inkml:brushProperty name="width" value="0.025" units="cm"/>
      <inkml:brushProperty name="height" value="0.025" units="cm"/>
    </inkml:brush>
  </inkml:definitions>
  <inkml:trace contextRef="#ctx0" brushRef="#br0">2 2 6481,'0'-1'7885,"-1"3"-4983,8 6-1509,2-2-811,-1 1 0,0-1 0,0 1 0,0 1 0,-1 0 1,10 13-1,37 60-50,-13-18-312,-18-33-164,-2 2-1,-1 0 1,-1 1 0,-2 1 0,-1 0 0,-2 1 0,-1 1 0,12 54-1,-21-71 169,-1 1 0,0-1 0,-2 0 0,0 1-1,-1-1 1,-1 1 0,-1-1 0,0 1-1,-2-1 1,0 0 0,-1 0 0,-1-1-1,-11 25 1,-2-8 314,0-1 1,-3-1-1,0-1 0,-2 0 1,-44 43-1,71-77-538,1 0 0,0 0 0,0 0-1,0 1 1,0-1 0,0 1 0,5-1 0,28-9-7262,-7-1 1168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6"/>
    </inkml:context>
    <inkml:brush xml:id="br0">
      <inkml:brushProperty name="width" value="0.025" units="cm"/>
      <inkml:brushProperty name="height" value="0.025" units="cm"/>
    </inkml:brush>
  </inkml:definitions>
  <inkml:trace contextRef="#ctx0" brushRef="#br0">225 121 1280,'-36'-6'4150,"27"6"-3606,-1-2 1,1 1-1,0-1 0,-15-5 0,21 5-417,0 1 0,0-1 0,0 0 0,0 1 0,0-1 0,0-1 0,1 1 0,-1 0 0,1-1 0,0 1 0,0-1 0,0 0 0,0 0 0,0 0 0,0 0 0,1 0 0,-2-3 0,-4-14 1092,-7-16 5428,15 49-3208,-5 28-2386,0 15-788,6 87 746,2-59-625,-5 1-1,-14 112 1,8-164-324,4-19-42,0-1 0,0 24-1,2-37-98,0 0-1,0 0 0,0-1 0,0 1 1,0 0-1,0-1 0,1 1 1,-1-1-1,0 1 0,0-1 0,1 1 1,-1-1-1,0 1 0,1-1 0,-1 0 1,0 1-1,1-1 0,-2-2 0,0-2-714,0 0-1,0 0 0,0 0 1,0-1-1,1 1 0,0-1 1,0 1-1,1-1 0,-1 0 1,1 1-1,0-1 0,1 0 1,0 1-1,-1-1 0,4-8 1,12-63-5917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7"/>
    </inkml:context>
    <inkml:brush xml:id="br0">
      <inkml:brushProperty name="width" value="0.025" units="cm"/>
      <inkml:brushProperty name="height" value="0.025" units="cm"/>
    </inkml:brush>
  </inkml:definitions>
  <inkml:trace contextRef="#ctx0" brushRef="#br0">57 296 3737,'-26'16'4521,"17"-9"-1680,15-9 2331,10-11-2005,-15 12-3163,0-1-1,0 1 0,0 0 1,1-1-1,-1 1 0,1 0 0,-1 0 1,1 0-1,-1 0 0,1 1 1,-1-1-1,1 0 0,0 0 0,0 1 1,-1-1-1,1 1 0,2 0 1,77-5 458,-48 4-350,-1-1 0,44-9 0,109-39 15,-102 26 191,141-23 0,-102 32-249,25-1 415,246-61-1,-356 66-295,1 2-1,-1 2 0,1 1 1,1 2-1,-1 2 0,51 2 0,-82 1-143,0 0 0,0 1 0,0-1 0,0 1-1,0 1 1,0-1 0,-1 1 0,1 0 0,-1 1 0,0-1-1,0 1 1,0 0 0,9 10 0,-13-12-7,-1 1 0,0 0 0,0-1 0,0 1 0,0 0-1,0 0 1,-1 0 0,1 0 0,-1 0 0,0 0 0,0 0 0,0 0 0,-1 5 0,-8 43 202,5-36-190,-40 148 370,24-94-295,-17 99 0,21-47-40,1 146 0,15-224-28,1-17-34,0 0 0,-3 0 0,-7 46 0,8-68-9,0 0-1,0-1 1,-1 1-1,1 0 1,-1-1-1,0 1 1,0-1-1,0 1 1,-1-1-1,-5 6 1,7-8-12,-1 0 1,0 0 0,1 0 0,-1 0 0,0 0 0,0-1 0,0 1 0,0 0 0,0-1 0,1 0 0,-1 1-1,0-1 1,0 0 0,0 0 0,0 0 0,0 0 0,-3-1 0,-38-7-5,29 5 10,-70-12-15,0 4 1,-1 4-1,0 4 0,-145 12 1,-127 28 11,37-3 0,198-30-10,89-5 47,0 2 0,1 1 0,-1 1 0,1 2 0,-36 10 0,68-15-35,0 0 1,-1 0-1,1 0 0,0 0 1,0 0-1,0 0 1,0 0-1,0 0 1,0 0-1,0 0 1,0 0-1,0 0 0,0 0 1,0 0-1,-1 0 1,1 0-1,0 0 1,0 0-1,0 0 1,0 0-1,0 0 1,0 0-1,0 0 0,0 0 1,0 0-1,0 0 1,-1 0-1,1 0 1,0 0-1,0 0 1,0 0-1,0 0 1,0 0-1,0 0 0,0 0 1,0 0-1,0-1 1,0 1-1,0 0 1,0 0-1,0 0 1,0 0-1,0 0 1,0 0-1,0 0 0,-1 0 1,1 0-1,0 0 1,0 0-1,0-1 1,0 1-1,0 0 1,0 0-1,0 0 1,0 0-1,0 0 0,0 0 1,0 0-1,0 0 1,1 0-1,-1 0 1,0-1-1,0 1 1,0 0-1,0 0 0,0 0 1,0 0-1,0 0 1,10-4 474,39 0-2347,17-11-3782,45-18-1727</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8"/>
    </inkml:context>
    <inkml:brush xml:id="br0">
      <inkml:brushProperty name="width" value="0.025" units="cm"/>
      <inkml:brushProperty name="height" value="0.025" units="cm"/>
    </inkml:brush>
  </inkml:definitions>
  <inkml:trace contextRef="#ctx0" brushRef="#br0">9 303 4441,'-8'-1'5785,"8"-2"-1890,15-5-218,31-5-1880,91 3-511,472-44-493,289-99-617,-884 150-171,62-13 38,1 3 0,1 4 0,79 0 0,-121 9-15,-4 1 199,49 5 1,-72-3 929,-16-3-1615,-20-5-4458,0-10-582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59"/>
    </inkml:context>
    <inkml:brush xml:id="br0">
      <inkml:brushProperty name="width" value="0.025" units="cm"/>
      <inkml:brushProperty name="height" value="0.025" units="cm"/>
    </inkml:brush>
  </inkml:definitions>
  <inkml:trace contextRef="#ctx0" brushRef="#br0">168 1 8426,'19'14'8982,"-5"6"-4540,3 30-3395,1 2-622,-12-42-398,1-1-1,0 1 1,1-1-1,0 0 1,0-1-1,1 0 1,0 0-1,0-1 1,1 0-1,-1 0 0,2-1 1,-1-1-1,1 0 1,0 0-1,17 4 1,16 4 19,0-3 0,72 8-1,-113-17-35,40-2 632,-61 3-255,-1 0 1,1 0-1,0 2 0,-21 7 1,-76 28-269,109-37-66,-43 17 73,0 1 0,-70 43 0,100-52-104,1 1 0,0 1 0,1 1 0,1 0 0,0 1 0,1 1 0,1 0 0,-25 37 0,35-47-32,0 1 0,1 0 0,0 0 0,1 0 0,-1 0 0,-1 8-1,4-14-93,0 0-1,-1 1 0,1-1 0,0 0 0,0 0 0,0 1 0,0-1 0,0 0 0,0 0 0,0 1 0,0-1 0,1 0 0,-1 0 1,0 1-1,1-1 0,-1 0 0,1 0 0,0 0 0,-1 0 0,1 0 0,0 0 0,-1 0 0,1 0 0,0 0 0,0 0 0,0 0 1,0 0-1,0-1 0,0 1 0,0 0 0,0-1 0,0 1 0,0-1 0,1 1 0,-1-1 0,0 1 0,0-1 0,0 0 0,1 1 0,-1-1 1,0 0-1,0 0 0,2 0 0,0 0-361,0-1 0,0 1 0,0 0 1,0-1-1,0 0 0,-1 1 0,1-1 0,0 0 1,0-1-1,4-1 0,77-43-7509</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0"/>
    </inkml:context>
    <inkml:brush xml:id="br0">
      <inkml:brushProperty name="width" value="0.025" units="cm"/>
      <inkml:brushProperty name="height" value="0.025" units="cm"/>
    </inkml:brush>
  </inkml:definitions>
  <inkml:trace contextRef="#ctx0" brushRef="#br0">230 49 6945,'-1'-3'422,"0"0"0,0 0 0,0 0 0,-1 0 0,1 0-1,-1 0 1,0 1 0,0-1 0,0 0 0,0 1-1,0 0 1,0-1 0,-1 1 0,1 0 0,-1 0-1,-3-2 1,4 4-221,0-1-1,0 1 1,0-1 0,0 1-1,0-1 1,0 1 0,0 0-1,0 0 1,0 0 0,0 0 0,0 1-1,0-1 1,0 1 0,0-1-1,0 1 1,0-1 0,0 1-1,0 0 1,1 0 0,-1 0-1,0 0 1,0 0 0,1 0-1,-1 1 1,1-1 0,-1 1-1,-1 2 1,-2 2 23,0 0 1,0 1-1,1-1 0,0 1 1,1 0-1,-1 0 1,1 1-1,1-1 0,-1 1 1,1-1-1,1 1 0,-2 15 1,0 12 123,3 57 0,1-58-130,6 354 603,-10-197 177,1-145-882,-68 721 371,62-721-544,6-44-645,0-8-203,-1-13-1142,3 17 1825,-4-50-3654,-3-76-1252</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1"/>
    </inkml:context>
    <inkml:brush xml:id="br0">
      <inkml:brushProperty name="width" value="0.025" units="cm"/>
      <inkml:brushProperty name="height" value="0.025" units="cm"/>
    </inkml:brush>
  </inkml:definitions>
  <inkml:trace contextRef="#ctx0" brushRef="#br0">261 356 5081,'20'14'8665,"6"6"-6156,-9-16-2128,0 0-1,0-1 0,0 0 0,1-1 1,20-1-1,-7 0-88,53 1 246,121-13-1,91-26-524,-88 10 18,233-19-21,339-41 51,-512 52 117,174-19 182,3 34 321,-191 25-587,270 2-132,-5-28-107,-352 5 145,401-17 9,-90 49 149,31 1-158,-2-33-10,727-35-845,-733 79 703,-452-23 140,237 19-20,-195-21 43,102-8-1,-178 4 14,-9 1 60,-1 0-1,1-1 0,-1 0 0,1 0 1,0 0-1,6-3 0,-19 7 733,4-2-788,0 0 1,1 0-1,-1 0 1,1 1-1,-1-1 0,1 1 1,0-1-1,0 1 1,0 0-1,-3 2 0,-8 11 111,2 1-1,-1 0 1,2 0-1,0 1 0,-9 23 1,-33 98 363,36-93-417,-38 126 348,7 2-1,-35 248 1,69-334-219,-73 618 921,85-692-1133,-2 7 19,2-20-21,1 0 1,-1 0-1,0 0 0,0 1 1,0-1-1,1 0 0,-1 0 1,0-1-1,0 1 0,1 0 1,-1 0-1,0 0 0,0 0 1,1-1-1,-1 1 0,0 0 1,0-1-1,1 1 0,-1 0 1,0-1-1,1 1 0,-1-1 1,1 1-1,-1-1 1,1 1-1,-2-2 0,-4-2-36,-1 0 0,0 1 0,-1 0 0,1 0-1,-1 0 1,1 1 0,-1 0 0,-13-1 0,-69-2-264,71 4 277,-843 40-993,684-17 805,77-8 190,-169 1 0,-178-53 25,-94-1 6,-288 7 302,504 3-223,-533 19 0,680 9 46,-226-29 1,184 10-119,89 13 209,-1 6 0,-216 27 0,-60 39-59,375-61-163,-346 36 16,232-34 4,-158-14 0,-99-6-40,329 16 5,0 4 0,1 4-1,-98 24 1,128-22 7,-1-2-1,-1-2 1,1-3 0,-1-1 0,-74-4 0,-325-14 20,414 12-12,0 1 0,1 1 0,-57 9 0,93-10-11,5-1-459,0 0 1,0-1 0,-1 0-1,16-7 1,25-15-4179</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2"/>
    </inkml:context>
    <inkml:brush xml:id="br0">
      <inkml:brushProperty name="width" value="0.025" units="cm"/>
      <inkml:brushProperty name="height" value="0.025" units="cm"/>
    </inkml:brush>
  </inkml:definitions>
  <inkml:trace contextRef="#ctx0" brushRef="#br0">102 27 4833,'-2'2'2197,"-12"11"1087,14-13-3215,0 0 0,0 0 0,0 0 0,-1 0-1,1 0 1,0 0 0,0 1 0,0-1 0,-1 0 0,1 0 0,0 0 0,0 0 0,0 0 0,0 0 0,0 0 0,-1 1 0,1-1-1,0 0 1,0 0 0,0 0 0,0 0 0,0 0 0,0 1 0,-1-1 0,1 0 0,0 0 0,0 0 0,0 1 0,0-1 0,0 0 0,0 0-1,0 0 1,0 0 0,0 1 0,0-1 0,0 0 0,0 0 0,0 0 0,0 1 0,0-1 0,0 0 0,0 0 0,0 0 0,0 1 0,1-1-1,-1 0 1,0 0 0,0 0 0,0 0 0,0 1 0,0-1 0,0 0 0,1 0 0,-1 0 0,0 0 0,1 0-33,0 0 0,-1 0 0,1 0 1,0 0-1,-1-1 0,1 1 1,0 0-1,0-1 0,-1 1 0,1 0 1,-1-1-1,1 1 0,0-1 0,-1 1 1,1-1-1,-1 1 0,1-1 0,-1 1 1,1-1-1,-1 0 0,1 1 1,-1-1-1,0 0 0,1 1 0,-1-1 1,0 0-1,0 1 0,0-1 0,1 0 1,-1 0-1,0 1 0,0-1 0,0 0 1,0 0-1,0 1 0,0-1 0,-1-1 1,-3-27 4,-20 105 5929,13-20-5026,2 1 1,-1 93-1,15 117-465,1-81-362,-19 127-76,2 69-21,13-355-339,8 33 0,0 2-614,-10-61 598,0 0-1,-1 0 1,1 0 0,0 1-1,0-1 1,-1 0-1,1 0 1,-1 0-1,1 0 1,-1 0-1,1 0 1,-1 0 0,0 0-1,1 0 1,-1 0-1,0 0 1,0 0-1,0 0 1,1-1 0,-1 1-1,0 0 1,0-1-1,0 1 1,0 0-1,-1-1 1,1 1-1,0-1 1,0 0 0,0 1-1,0-1 1,0 0-1,-1 0 1,1 0-1,0 0 1,-2 0-1,-16 3-3876</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3"/>
    </inkml:context>
    <inkml:brush xml:id="br0">
      <inkml:brushProperty name="width" value="0.025" units="cm"/>
      <inkml:brushProperty name="height" value="0.025" units="cm"/>
    </inkml:brush>
  </inkml:definitions>
  <inkml:trace contextRef="#ctx0" brushRef="#br0">27 110 7410,'-4'8'7892,"5"-5"-5535,4-7-1045,-3 1-1279,-1-1-1,0 0 1,0 1 0,0-1 0,0 0 0,-1 0 0,0 1-1,0-6 1,1-2-30,10-56 185,-13 67 379,-1 6-188,-4 10 70,-4 32 247,2 0-1,2 0 1,-2 77-1,23 149 539,7-87-906,9 96 178,-24-189-386,-6 94 0,-5-143-320,-12 58 0,8-61-248,-4 61 1,15-84-801,4-50-8852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4"/>
    </inkml:context>
    <inkml:brush xml:id="br0">
      <inkml:brushProperty name="width" value="0.025" units="cm"/>
      <inkml:brushProperty name="height" value="0.025" units="cm"/>
    </inkml:brush>
  </inkml:definitions>
  <inkml:trace contextRef="#ctx0" brushRef="#br0">0 180 6649,'5'-27'6782,"13"-14"-3973,-13 33-2423,-1 0 0,-1 0 0,1-1 1,2-11-1,4-26 1290,-7 33-698,-6 36-58,-5 30-428,3 0-1,3 0 1,1 0 0,3 0 0,16 91 0,-14-117-363,38 215 1037,-30-175-1131,76 444 197,-74-388-551,-4 1 1,-9 158 0,-2-247 139,0-17-477,1-1 0,-2 0-1,-6 30 1,7-43-646,1-6-854,2-7 223,6-37-3645</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5"/>
    </inkml:context>
    <inkml:brush xml:id="br0">
      <inkml:brushProperty name="width" value="0.025" units="cm"/>
      <inkml:brushProperty name="height" value="0.025" units="cm"/>
    </inkml:brush>
  </inkml:definitions>
  <inkml:trace contextRef="#ctx0" brushRef="#br0">149 0 5177,'-7'8'2070,"0"-1"0,1 1 0,0 0 1,-9 16-1,10-14-1680,1 1 1,-1 0 0,2 0 0,0 0 0,0 0 0,1 1-1,0-1 1,1 1 0,1-1 0,-1 1 0,3 11 0,-1 93 848,-4 0 0,-22 129 0,1 2-282,10 405-564,17-448-2446,-4-201-745,-3-12-952,-10-26-2316</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6"/>
    </inkml:context>
    <inkml:brush xml:id="br0">
      <inkml:brushProperty name="width" value="0.025" units="cm"/>
      <inkml:brushProperty name="height" value="0.025" units="cm"/>
    </inkml:brush>
  </inkml:definitions>
  <inkml:trace contextRef="#ctx0" brushRef="#br0">222 23 2264,'0'-1'430,"0"-1"0,0 1-1,0 0 1,0-1 0,0 1-1,-1-1 1,1 1-1,0 0 1,-1-1 0,1 1-1,-1 0 1,1-1-1,-1 1 1,0 0 0,-1-2-1,-3 5 2873,1 10-545,3-4-1789,1 0 0,1-1 0,-1 1 0,1-1 1,0 1-1,5 13 0,1 16 243,-3 7-448,-2 0 0,-6 67 0,-20 89 198,17-155-674,-45 394 539,34 3-176,24-319-373,22 124-1,-27-235-231,0-1 0,-1 0 0,-1 1 0,-2 15 0,1-18-38,1-1 0,0 1 0,1-1-1,0 1 1,0-1 0,1 1 0,0-1 0,3 14 0,-41-56-4414,1 3-1763,-47-26-3641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7"/>
    </inkml:context>
    <inkml:brush xml:id="br0">
      <inkml:brushProperty name="width" value="0.025" units="cm"/>
      <inkml:brushProperty name="height" value="0.025" units="cm"/>
    </inkml:brush>
  </inkml:definitions>
  <inkml:trace contextRef="#ctx0" brushRef="#br0">97 136 6625,'4'-4'3403,"18"-19"2124,-22 23-5446,1-1 0,-1 1 0,1-1 0,-1 1 0,1-1 0,-1 0 1,0 1-1,1-1 0,-1 0 0,0 1 0,1-1 0,-1 0 0,0 1 0,0-1 1,1 0-1,-1 0 0,0 1 0,0-1 0,0 0 0,0 0 0,0 1 0,0-1 0,0 0 1,-1 0-1,1 1 0,0-1 0,0 0 0,0 0 0,-1 1 0,1-1 0,-1 0 1,1 0 536,-17 10 1231,8-3-1798,-1 1 0,1 0 0,0 0 1,1 1-1,0 0 0,0 1 0,1 0 1,0 0-1,-10 18 0,14-23-47,1 0 0,0 0 0,0 0 0,1 1 1,-1-1-1,1 0 0,0 1 0,0-1 0,0 1 0,1-1 0,-1 1 0,1-1 0,0 1 0,1-1 0,-1 1 0,1-1 1,0 1-1,0-1 0,0 1 0,0-1 0,1 0 0,0 0 0,0 0 0,0 0 0,0 0 0,1 0 0,5 6 1,-6-7-5,1-1 0,-1 0 0,1 1 1,0-1-1,0-1 0,0 1 0,-1 0 1,2-1-1,-1 1 0,0-1 0,0 0 1,0 0-1,1 0 0,-1-1 0,7 1 1,-3-1 0,0 0 1,1 0-1,-1-1 1,0 0 0,0-1-1,0 0 1,8-3 0,4-2 55,0-2 1,-1-1 0,0 0 0,22-17 0,-36 24-6,0-1-1,0 1 1,-1-1-1,1 0 1,-1 1 0,0-2-1,0 1 1,0 0-1,-1-1 1,1 1-1,-1-1 1,0 0-1,0 1 1,-1-1 0,0 0-1,0 0 1,0 0-1,0 0 1,-1 0-1,1-1 1,-1 1-1,-1 0 1,1 0 0,-1 0-1,0 0 1,0 0-1,-3-8 1,0 0-15,-2 0 0,1 0-1,-1 0 1,-1 1 0,0 0 0,-1 0 0,-1 1 0,1 0 0,-12-10 0,17 19-44,19 7-1925,-12-3 1473,-1-1-1,0 0 1,1 1 0,-1-1-1,1 0 1,0-1-1,-1 1 1,6 0-1,84 0-6212</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8"/>
    </inkml:context>
    <inkml:brush xml:id="br0">
      <inkml:brushProperty name="width" value="0.025" units="cm"/>
      <inkml:brushProperty name="height" value="0.025" units="cm"/>
    </inkml:brush>
  </inkml:definitions>
  <inkml:trace contextRef="#ctx0" brushRef="#br0">1 45 5361,'-1'-9'2899,"1"-14"647,0 22-3292,0 1 1,0-1-1,0 1 1,0-1-1,0 1 1,0-1-1,0 1 1,0-1-1,1 1 1,-1-1-1,0 1 1,0-1-1,0 1 1,0 0-1,1-1 1,-1 1-1,0-1 1,0 1-1,1 0 1,-1-1-1,0 1 1,1 0-1,-1-1 1,0 1-1,1 0 1,-1-1-1,1 1 1,-1 0-1,1 0 1,-1 0-1,1-1 1,0 1 374,8 39 3094,-1-10-3017,-6-11-558,-1 0 0,-1 0-1,-3 31 1,0 11-110,2-60-91,1 0 0,0 1 0,0-1 0,0 0-1,0 0 1,0 0 0,0 0 0,0 0-1,0 1 1,0-1 0,0 0 0,0 0-1,0 0 1,0 0 0,0 1 0,0-1-1,0 0 1,0 0 0,0 0 0,0 0-1,0 1 1,1-1 0,-1 0 0,0 0 0,0 0-1,0 0 1,0 0 0,0 1 0,0-1-1,0 0 1,1 0 0,-1 0 0,0 0-1,0 0 1,0 0 0,0 0 0,0 0-1,1 1 1,-1-1 0,0 0 0,0 0-1,0 0 1,0 0 0,1 0 0,-1 0 0,0 0-1,0 0 1,0 0 0,0 0 0,1 0-1,-1 0 1,13-10-3921,18-24-1726</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69"/>
    </inkml:context>
    <inkml:brush xml:id="br0">
      <inkml:brushProperty name="width" value="0.025" units="cm"/>
      <inkml:brushProperty name="height" value="0.025" units="cm"/>
    </inkml:brush>
  </inkml:definitions>
  <inkml:trace contextRef="#ctx0" brushRef="#br0">1 5 7354,'13'-4'7926,"17"6"-5756,-16 0-1387,-6-3-610,-1 1 0,1 1 0,0 0 0,-1 0 0,1 0 1,-1 1-1,1 0 0,-1 0 0,0 1 0,0 0 0,0 0 0,0 1 0,0 0 0,-1 0 0,1 0 0,-1 1 0,0 0 0,-1 0 0,1 1 0,6 9 0,-9-13-141,-1 1 0,1 0-1,-1 1 1,0-1 0,0 0-1,0 1 1,0-1 0,0 1-1,-1-1 1,0 1 0,0 0-1,1 4 1,-2-6 1,0 1 0,-1-1 0,1 1 0,-1-1 0,0 1 0,0-1-1,0 0 1,0 1 0,0-1 0,0 0 0,-1 0 0,1 0 0,-1 0 0,1 0 0,-1 0 0,0 0 0,0 0 0,1-1-1,-1 1 1,-3 1 0,-23 18 186,17-14-133,1 0-1,0 1 0,0 0 1,1 1-1,1 0 0,-1 0 0,-9 14 1,18-22-73,0 0 0,-1 0 0,1 0 0,-1-1 1,1 1-1,0 0 0,-1 0 0,1 0 0,0 0 0,0 0 0,0 0 1,0 0-1,0 0 0,0 0 0,0 0 0,0-1 0,0 1 1,0 0-1,1 0 0,-1 0 0,0 0 0,1 0 0,-1 0 1,0 0-1,1-1 0,0 2 0,1 0 68,-1 0 0,1-1-1,0 1 1,0 0 0,0-1 0,0 0 0,0 1-1,1-1 1,3 2 0,5 1 252,0-1 0,0 0 0,15 2 0,8-1 90,0-2 0,-1-1 0,1-1 0,0-2 0,35-7 0,-47 3-170,-23 6-448,-9 4-1127,-16 7-4828,-13-2-898</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0"/>
    </inkml:context>
    <inkml:brush xml:id="br0">
      <inkml:brushProperty name="width" value="0.025" units="cm"/>
      <inkml:brushProperty name="height" value="0.025" units="cm"/>
    </inkml:brush>
  </inkml:definitions>
  <inkml:trace contextRef="#ctx0" brushRef="#br0">1 48 5601,'8'-2'13555,"-3"3"-8991,-4 7-4524,0 1 1,1-1 0,0 0-1,0 0 1,1 0-1,4 10 1,-2-8-17,-1 1 0,-1-1 0,3 16 0,-5-22-30,1 38 48,-2-41-34,-1 1 0,1 0 1,0 0-1,-1-1 0,0 1 0,1 0 1,-1-1-1,0 1 0,0 0 0,0-1 1,0 1-1,0-1 0,0 0 0,0 1 1,-1-1-1,1 0 0,0 0 0,-1 0 0,1 0 1,-1 0-1,-1 1 0,2-3 35,0-1 0,0 0 0,0 0 0,1 0 0,-1 1 0,1-1 0,-1 0 0,1 0 0,0 0 0,0 0-1,0 0 1,0 0 0,0 0 0,0 0 0,0 0 0,1-3 0,5-45-45,-3 39-8,1 0-1,0 0 1,0 0 0,2 1-1,-1 0 1,1 0-1,0 1 1,1-1-1,0 1 1,1 1 0,0-1-1,0 1 1,1 1-1,0-1 1,0 2-1,12-8 1,-21 14 6,0 0 0,1 0 0,-1 0 0,0-1 0,1 1 0,-1 0 0,0 0 0,1 0 0,-1 0 0,1 0 0,-1 0 0,0 0 0,1 0 1,-1 0-1,1 0 0,-1 0 0,0 0 0,1 0 0,-1 0 0,0 0 0,1 0 0,-1 0 0,1 0 0,-1 0 0,0 1 0,1-1 0,-1 0 0,0 0 0,1 0 0,-1 1 0,0-1 0,0 0 0,1 1 0,9 16-14,1 26 125,-10-38-89,32 160 690,-32-158-594,-2-8-684,-2-17-5162,7-10-441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1"/>
    </inkml:context>
    <inkml:brush xml:id="br0">
      <inkml:brushProperty name="width" value="0.025" units="cm"/>
      <inkml:brushProperty name="height" value="0.025" units="cm"/>
    </inkml:brush>
  </inkml:definitions>
  <inkml:trace contextRef="#ctx0" brushRef="#br0">26 10 4409,'0'0'5145,"-8"5"3332,-9 4-5822,146 1-335,-20-18-2280,-87 5-33,-10-1 198,-11 2-601,-9 1-1904,-7-6-3784,7-2 1408</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2"/>
    </inkml:context>
    <inkml:brush xml:id="br0">
      <inkml:brushProperty name="width" value="0.025" units="cm"/>
      <inkml:brushProperty name="height" value="0.025" units="cm"/>
    </inkml:brush>
  </inkml:definitions>
  <inkml:trace contextRef="#ctx0" brushRef="#br0">37 0 8106,'0'3'5752,"-1"15"-3291,-11 24 1102,9-35-3095,0 1 0,1 0 0,0-1-1,0 1 1,0 0 0,1 11 0,3 45 959,0-38-864,-2-1 0,-4 49-1,-4-24-270,13-64-3268,4-7-3639,3-13-3220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3"/>
    </inkml:context>
    <inkml:brush xml:id="br0">
      <inkml:brushProperty name="width" value="0.025" units="cm"/>
      <inkml:brushProperty name="height" value="0.025" units="cm"/>
    </inkml:brush>
  </inkml:definitions>
  <inkml:trace contextRef="#ctx0" brushRef="#br0">169 33 4561,'5'-6'6845,"-2"-5"-3703,1-2-1473,-4 13-1618,0 0 1,0 0 0,0 0-1,0-1 1,0 1 0,0 0-1,0 0 1,0 0 0,0 0-1,1 0 1,-1 0 0,0-1-1,0 1 1,0 0 0,0 0-1,0 0 1,0 0 0,0 0-1,1 0 1,-1 0 0,0 0-1,0 0 1,0 0 0,0-1-1,0 1 1,0 0 0,1 0-1,-1 0 1,0 0-1,0 0 1,0 0 0,0 0-1,0 0 1,1 0 0,-1 0-1,0 0 1,0 0 0,0 0-1,0 0 1,0 0 0,1 1-1,-1-1 1,0 0 0,0 0-1,0 0 1,0 0 0,0 0-1,0 0 1,1 0 0,-1 0-1,0 0 1,0 1 1093,-4 13 4737,-13 14-5781,6-9 83,-58 121-107,59-115-80,0 0-1,2 1 0,-8 49 1,16-75-1,-1 1 0,1-1 0,0 0 0,0 1 1,0-1-1,0 1 0,0-1 0,0 0 0,0 1 0,0-1 1,0 1-1,0-1 0,0 1 0,0-1 0,0 0 1,0 1-1,0-1 0,0 1 0,0-1 0,0 0 1,1 1-1,-1-1 0,0 1 0,0-1 0,1 0 0,-1 1 1,1 0-1,9-6-370,5-2 261,9-2 94,-11 3-10,-1 1 0,2 1 0,-1 0 1,0 1-1,1 0 0,0 1 0,19 0 1,-31 2 8,1 1 1,0-1-1,0 1 0,-1 0 1,1 0-1,0 0 1,-1 0-1,0 1 1,1-1-1,-1 1 0,0 0 1,1-1-1,-1 1 1,0 0-1,0 0 0,2 4 1,28 43-182,-11-15-9,-20-33 209,0 0 1,0 0 0,0 0 0,0 0 0,0 1 0,0-1 0,-1 0 0,1 1-1,0-1 1,-1 1 0,1-1 0,-1 1 0,0-1 0,1 1 0,-1-1 0,0 1-1,0 1 1,-1 0 37,0-1-1,0-1 1,0 1-1,-1 0 1,1 0-1,-1 0 1,0-1-1,1 1 0,-1-1 1,-3 3-1,-2 2 23,-230 199 1197,236-204-1248,0 0-1,0 1 1,0-1-1,0 0 1,0 0-1,0-1 1,-1 1-1,1 0 1,0 0-1,-1-1 1,1 1-1,0 0 1,-1-1-1,1 0 1,-1 1 0,1-1-1,-1 0 1,1 1-1,-1-1 1,1 0-1,-1 0 1,1 0-1,-1-1 1,1 1-1,-1 0 1,1-1-1,-1 1 1,1 0-1,0-1 1,-1 0-1,1 1 1,0-1-1,-1 0 1,-1-1-1,1 0-201,1 0 0,0 1 0,-1-1 0,1 0 0,0 0 0,0 0 0,0 0 0,0 0 0,1 0-1,-1 0 1,1 0 0,-1 0 0,1-1 0,-1 1 0,1 0 0,0 0 0,0 0 0,0-1 0,1 1 0,-1 0 0,0 0-1,2-4 1,9-17-3650,14-25-1344</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4"/>
    </inkml:context>
    <inkml:brush xml:id="br0">
      <inkml:brushProperty name="width" value="0.025" units="cm"/>
      <inkml:brushProperty name="height" value="0.025" units="cm"/>
    </inkml:brush>
  </inkml:definitions>
  <inkml:trace contextRef="#ctx0" brushRef="#br0">1 82 6409,'4'2'9186,"7"-6"-5308,16-8-3805,-13 5 664,26-7-237,2 2-1,0 2 1,0 1 0,85-5 0,-127 14-498,1 0 45,-1-1 0,0 1 0,1 0 0,-1 0 0,0 0 0,1 0 0,-1 0 0,0 0 0,1 0 0,-1 0 0,0 0 0,1 0 0,-1 0 0,0 0 0,1 0 0,-1 0 0,0 0 0,1 0 0,-1 0 0,0 0 0,0 1 0,1-1 0,-1 0 0,0 0 0,1 0 0,-1 1 0,0-1 0,0 0 0,1 0 0,-1 0 0,0 1 0,0-1 0,0 0 0,1 1 0,-6 11 644,4-10-1071,0-1 1,0 1-1,0 1 1,0-1-1,0 0 1,0 0-1,1 0 1,-1 0-1,1 1 1,-1-1-1,1 0 1,0 0 0,0 1-1,0-1 1,1 4-1,9 16-4929</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5"/>
    </inkml:context>
    <inkml:brush xml:id="br0">
      <inkml:brushProperty name="width" value="0.025" units="cm"/>
      <inkml:brushProperty name="height" value="0.025" units="cm"/>
    </inkml:brush>
  </inkml:definitions>
  <inkml:trace contextRef="#ctx0" brushRef="#br0">30 83 8386,'17'-3'10785,"13"-8"-7769,-16 6-2604,28-11 137,73-22-112,-104 35-395,0 1 0,0 0 0,0 1 0,0 0 0,0 1 0,0 0 1,0 1-1,17 2 0,-26-2-30,0-1 0,0 0 1,0 1-1,-1 0 0,1-1 1,0 1-1,0 0 0,0 0 1,0 0-1,-1 0 0,1 0 1,0 1-1,-1-1 0,1 1 1,-1-1-1,0 1 0,1-1 1,-1 1-1,0-1 0,0 1 0,1 2 1,-1-1 19,0 0 0,-1 0-1,1 0 1,-1 0 0,0 0 0,0 0 0,0 0 0,0 0-1,0 0 1,-1-1 0,1 1 0,-3 6 0,-1 3 66,-1 0 1,-1 0-1,0-1 1,-1 0 0,-11 16-1,-38 36 406,39-46-412,1 1 0,-16 22 0,31-37-60,47 5-205,0-4 6,-32-3-183,1 1 0,-1 0 0,27 7 0,-40-9 345,-1 0 0,1 1 0,-1-1 1,1 0-1,0 0 0,-1 1 0,1-1 0,-1 0 0,1 1 1,-1-1-1,1 0 0,-1 1 0,1-1 0,-1 1 0,0-1 1,1 1-1,-1-1 0,1 1 0,-1-1 0,0 1 0,0-1 1,1 1-1,-1 0 0,0-1 0,0 1 0,0-1 0,1 1 1,-1 0-1,0-1 0,0 1 0,0-1 0,0 2 0,-1 0 24,1 0 0,-1 0 0,0 0 0,0 0-1,0 0 1,0 0 0,0-1 0,0 1 0,0 0-1,-2 1 1,-39 37 533,38-37-544,-29 22 861,-2 0 1,-1-2-1,0-2 1,-79 33-1,93-47-129,1 0-1,-34 5 0,47-8-398,14-2-281,-5-2-208,16 0-3728,-16 1 3563,2-1-535,-1 0 0,1 1 0,-1-1 0,0 0 1,1 0-1,-1-1 0,1 1 0,-1 0 0,5-2 0,8-7-7579</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6"/>
    </inkml:context>
    <inkml:brush xml:id="br0">
      <inkml:brushProperty name="width" value="0.025" units="cm"/>
      <inkml:brushProperty name="height" value="0.025" units="cm"/>
    </inkml:brush>
  </inkml:definitions>
  <inkml:trace contextRef="#ctx0" brushRef="#br0">70 68 6513,'8'-16'4940,"-5"9"-3555,0 0-1,1 0 1,0 0-1,0 0 1,9-9-1,-18 39 1563,2-9-2850,-32 87 6,21-64-76,1 2 1,-10 50-1,7 13-11,16-101-16,1 0 0,-1 0-1,0 0 1,0 0 0,0 0 0,1 0 0,-1-1-1,1 1 1,-1 0 0,1 0 0,-1 0 0,1-1-1,-1 1 1,1 0 0,-1 0 0,1-1 0,0 1-1,-1-1 1,1 1 0,0 0 0,0-1 0,0 1-1,-1-1 1,1 0 0,0 1 0,0-1 0,0 0-1,0 0 1,0 1 0,0-1 0,0 0 0,0 0-1,0 0 1,-1 0 0,3 0 0,42-1 48,-36 1-34,41-2 178,309-27 971,-290 22-517,-75 11-1633,4-3 635,1 1 0,-1-1 1,0 0-1,0 0 0,0 0 1,1 0-1,-1 0 0,0 0 1,0-1-1,0 1 0,0 0 1,-1-1-1,1 0 0,0 0 1,0 1-1,0-1 0,0 0 1,0 0-1,0-1 0,0 1 0,-3-1 1,-25-12-4279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7"/>
    </inkml:context>
    <inkml:brush xml:id="br0">
      <inkml:brushProperty name="width" value="0.025" units="cm"/>
      <inkml:brushProperty name="height" value="0.025" units="cm"/>
    </inkml:brush>
  </inkml:definitions>
  <inkml:trace contextRef="#ctx0" brushRef="#br0">10 0 9426,'1'30'7964,"0"0"-4096,0 64-1132,-6-33-1825,1-19-767,1 0 0,3 0 0,7 70 0,-6-107-370,0 0 0,0 0 0,0 0 0,1 0 0,0-1 0,0 1 0,5 7 0,-6-11 16,-1 1-1,1-1 1,0 0 0,0 0 0,0 0-1,0-1 1,0 1 0,1 0 0,-1 0-1,0-1 1,0 1 0,0 0-1,1-1 1,-1 1 0,2 0 0,-1-1-247,0 0 0,0 0 0,0 0 0,0-1 0,0 1 1,0 0-1,0-1 0,0 1 0,-1-1 0,1 1 0,0-1 1,0 0-1,-1 0 0,4-2 0,48-34-8110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8"/>
    </inkml:context>
    <inkml:brush xml:id="br0">
      <inkml:brushProperty name="width" value="0.025" units="cm"/>
      <inkml:brushProperty name="height" value="0.025" units="cm"/>
    </inkml:brush>
  </inkml:definitions>
  <inkml:trace contextRef="#ctx0" brushRef="#br0">27 28 4185,'-7'-12'9048,"5"-1"-4000,3 11-2363,2 20-747,6 76-1060,-3-1 0,-9 118 1,1-189-761,-2 0-1,-8 25 1,-3 18 50,15-49-365,16-28-4024,-6 4 2169,42-34-2727</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79"/>
    </inkml:context>
    <inkml:brush xml:id="br0">
      <inkml:brushProperty name="width" value="0.025" units="cm"/>
      <inkml:brushProperty name="height" value="0.025" units="cm"/>
    </inkml:brush>
  </inkml:definitions>
  <inkml:trace contextRef="#ctx0" brushRef="#br0">1 97 7730,'0'0'4654,"5"-1"-103,12-3-3454,200-67 2237,-196 65-3227,-14 3-54,1 1 0,-1-1 0,1 1 0,0 1-1,0 0 1,0 0 0,0 0 0,0 1 0,16 1 0,-23 0-26,0-1 0,0 0 0,-1 1 0,1-1 0,0 1 0,0 0 0,0-1-1,0 1 1,-1 0 0,1-1 0,0 1 0,-1 0 0,1 0 0,0-1 0,-1 1 0,1 0 0,-1 0 0,1 0 0,-1 0 0,0 0 0,1 0 0,-1 0-1,0 0 1,0 0 0,0 0 0,1 0 0,-1 0 0,0 0 0,0 0 0,-1 0 0,1 1 0,-8 35 636,6-30-620,-4 8 70,0 1-1,0-1 0,-2 0 0,0 0 0,-16 21 1,-60 66 309,12-16-76,66-79-319,0 1 4,-1 0 1,2 0 0,-1 1 0,1-1 0,0 1-1,1 0 1,0 1 0,0-1 0,1 1-1,-2 10 1,5-19-24,0 1-1,0-1 1,0 1-1,0-1 1,0 0-1,1 1 1,-1-1-1,1 1 1,-1-1-1,1 0 1,0 1-1,-1-1 1,1 0-1,0 0 1,0 0-1,0 1 1,0-1-1,0 0 1,0 0-1,0 0 1,0-1-1,0 1 1,0 0-1,1 0 1,-1 0-1,0-1 1,1 1-1,-1-1 1,0 1-1,1-1 1,-1 0-1,1 1 1,2-1-1,4 1 71,0 0 1,0 0-1,0-1 1,13-1-1,48-8 232,100-26 0,-52 8-198,-115 28 629,-5 2-426,-16 9-1161,8-6-1399,1-1 0,-1 0 0,-22 6 0,-47 8-7438</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0"/>
    </inkml:context>
    <inkml:brush xml:id="br0">
      <inkml:brushProperty name="width" value="0.025" units="cm"/>
      <inkml:brushProperty name="height" value="0.025" units="cm"/>
    </inkml:brush>
  </inkml:definitions>
  <inkml:trace contextRef="#ctx0" brushRef="#br0">436 6 8514,'-6'-3'4268,"6"3"-4087,0 0 1,0-1-1,-1 1 0,1 0 1,0 0-1,0 0 0,0 0 0,0-1 1,0 1-1,-1 0 0,1 0 1,0 0-1,0 0 0,0 0 1,-1 0-1,1 0 0,0-1 0,0 1 1,0 0-1,-1 0 0,1 0 1,0 0-1,0 0 0,-1 0 0,1 0 1,0 0-1,0 0 0,0 0 1,-1 0-1,1 0 0,0 0 1,0 1-1,0-1 0,-1 0 0,1 0 1,0 0-1,0 0 0,0 0 1,-1 0-1,1 0 0,0 1 0,0-1 1,0 0-1,-27 13-93,1 1-1,0 2 1,2 0-1,0 2 1,0 0 0,2 2-1,0 0 1,2 2-1,0 0 1,1 1-1,2 1 1,0 1 0,2 0-1,-20 43 1,30-55-59,-38 98 93,38-95-110,1 1 0,0 0 0,2 0 0,-3 32-1,5-45-8,1 0 0,-1 0 0,0 0-1,1 0 1,0-1 0,0 1 0,0 0-1,1 0 1,-1-1 0,1 1 0,-1 0-1,1-1 1,1 0 0,-1 1 0,0-1-1,1 0 1,-1 0 0,1-1 0,0 1-1,0 0 1,0-1 0,0 0 0,1 1-1,-1-1 1,1-1 0,-1 1 0,1 0-1,0-1 1,-1 0 0,7 1 0,-1 0 23,0 0 0,0-1 1,-1 0-1,1-1 1,0 0-1,0-1 0,0 1 1,-1-2-1,1 1 0,0-1 1,-1 0-1,15-7 1,-21 8 2,0 1 0,0-2 0,1 1 0,-1 0 0,0 0 0,0-1 0,0 1 0,0-1 1,-1 0-1,1 1 0,0-1 0,-1 0 0,1 0 0,-1 0 0,0 0 0,1 0 1,-1 0-1,0-1 0,0 1 0,0 0 0,-1-1 0,1 1 0,-1-1 0,1 1 0,-1 0 1,0-1-1,0 1 0,0-1 0,0 1 0,0-1 0,0 1 0,-1-1 0,1 1 0,-1 0 1,0-1-1,0 1 0,0 0 0,0 0 0,0-1 0,0 1 0,-3-3 0,-5-13 33,9 17-56,0-1-1,-1 1 0,1-1 1,-1 1-1,0 0 1,1 0-1,-1-1 1,0 1-1,0 0 1,0 0-1,0 0 0,0 0 1,0 0-1,0 0 1,0 0-1,0 0 1,0 0-1,0 0 1,-1 1-1,-2-2 0,-13-4 131,0 0-1,0 1 0,-32-4 1,29 6 100,0-1 1,-27-10-1,40 12-53,7 1-67,-1 1 0,1-1 0,-1 1 0,0-1-1,1 1 1,-1 0 0,0-1 0,0 1 0,1 0-1,-1 0 1,0-1 0,0 1 0,1 0 0,-1 0-1,0 0 1,0 0 0,1 0 0,-1 0 0,0 0-1,0 0 1,0 0 0,1 0 0,-1 1 0,-1-1-1,2 1 39,6-1 788</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1"/>
    </inkml:context>
    <inkml:brush xml:id="br0">
      <inkml:brushProperty name="width" value="0.025" units="cm"/>
      <inkml:brushProperty name="height" value="0.025" units="cm"/>
    </inkml:brush>
  </inkml:definitions>
  <inkml:trace contextRef="#ctx0" brushRef="#br0">68 70 4833,'-36'-64'8351,"29"58"-6111,9 10-1035,18 33 3209,-16-33-4230,0 0-1,0 1 0,-1-1 1,0 1-1,0 0 1,0 0-1,0 0 0,-1 1 1,0-1-1,0 1 1,-1-1-1,1 1 0,-1 0 1,0-1-1,-1 1 1,1 0-1,-1 0 1,-1 6-1,-7 26 240,6-38-406,1 0 0,0 0 0,-1 0 0,1 0 0,0-1 0,0 1 0,-1 0 0,1-1 1,0 1-1,0-1 0,-1 1 0,0-2 0,2 2-17,-5-2 0,1-1-1,0 1 1,0-1-1,1 0 1,-1 0-1,0-1 0,1 1 1,0-1-1,0 1 1,0-1-1,0 0 1,0 0-1,1-1 1,0 1-1,0 0 0,0-1 1,0 0-1,-1-7 1,4 11-5,-1 0 0,0-1 0,1 1 0,-1 0 0,1-1 0,-1 1 1,1 0-1,-1 0 0,1 0 0,0-1 0,0 1 0,0 0 0,0 0 0,-1 0 1,1 0-1,1 0 0,-1 0 0,0 1 0,0-1 0,0 0 0,0 1 0,1-1 1,-1 0-1,0 1 0,0-1 0,1 1 0,-1 0 0,0-1 0,1 1 0,-1 0 1,1 0-1,1 0 0,-2 0 11,0 0 0,0-1 0,1 1 0,-1 0 1,0 0-1,0 0 0,0 0 0,1 0 0,-1 1 0,0-1 0,0 0 1,0 0-1,0 1 0,0-1 0,0 1 0,0-1 0,1 1 1,-1-1-1,-1 1 0,1 0 0,0-1 0,0 1 0,0 0 0,0 0 1,0 0-1,-1 0 0,1 0 0,0 0 0,-1 0 0,1 0 0,0 0 1,-1 0-1,0 0 0,1 0 0,-1 0 0,1 1 0,-1 2-7,2 16 277,11-39 2,-12 17-353,6-9-26,-7 10 16,1 1 0,-1 0 0,0 0 0,0 0 0,0 0 0,1 0 0,-1-1 0,0 1 0,0 0 0,1 0 0,-1 0 0,0 0 0,0 0 0,1 0 0,-1 0 0,0 0 0,0 0 0,1 0 0,-1 0 0,0 0 0,0 0 0,1 0 0,-1 0 0,0 0 0,1 0 0,-1 0 0,0 1 0,0-1 0,0 0 0,1 0 0,-1 0 0,0 0 0,0 0 0,1 1 0,-1-1 0,0 0 0,0 0 0,0 0 0,0 1 0,1-1 0,-1 0 0,0 0 0,0 1 0,0-1 0,0 0 0,0 0 0,0 1 0,11 22-6110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2"/>
    </inkml:context>
    <inkml:brush xml:id="br0">
      <inkml:brushProperty name="width" value="0.025" units="cm"/>
      <inkml:brushProperty name="height" value="0.025" units="cm"/>
    </inkml:brush>
  </inkml:definitions>
  <inkml:trace contextRef="#ctx0" brushRef="#br0">78 7 6089,'-21'-5'9201,"18"4"-6709,10 7-1087,-2-3-1181,31 16 805,-8-5-857,-31-12-62,1 0 0,-1-1 0,1 1-1,-1-1 1,0 1 0,0-1 0,0 0-1,0 0 1,-4 1 0,-20 8 23,22-8-125,1 0-1,0 0 1,0 0 0,-1-1-1,1 1 1,-1-1-1,1-1 1,-1 1 0,0-1-1,1 1 1,-1-1-1,-7-1 1,11 1 3,1 0-1,0-1 1,0 1-1,-1 0 1,1 0-1,0 0 1,0-1-1,-1 1 1,1 0-1,0 0 1,0-1-1,0 1 1,-1 0 0,1 0-1,0-1 1,0 1-1,0 0 1,0-1-1,0 1 1,0 0-1,-1-1 1,1 1-1,0 0 1,0 0-1,0-1 1,0 1-1,0 0 1,0-1 0,0 1-1,0 0 1,0-1-1,1 1 1,-1 0-1,0-1 1,0 1-1,0 0 1,0-1-1,0 1 1,1 0-1,-1 0 1,0-1-1,0 1 1,0 0 0,1 0-1,-1-1 1,0 1-1,1 0 1,13-18 196,-10 13-120,0 1-39,-1 0 0,1 0 0,0 0 0,0 1 0,1 0 0,-1 0 0,1 0 0,0 0 0,-1 1 0,1 0 0,0 0 0,0 0 0,1 0 0,7 0 0,-13 2-13,1 1 0,-1-1 0,1 1 0,-1-1-1,1 1 1,-1-1 0,1 1 0,-1 0-1,0-1 1,1 1 0,-1 0 0,0-1 0,0 1-1,1 0 1,-1-1 0,0 1 0,0 0 0,0 0-1,0-1 1,0 1 0,0 0 0,0 0 0,0-1-1,0 1 1,0 0 0,-1-1 0,1 1-1,0 0 1,-1 1 0,-4 30 251,4-30-241,-1 6 3,4-12-305,1-5-1843,4 2-3382,15-4-2474</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0.483"/>
    </inkml:context>
    <inkml:brush xml:id="br0">
      <inkml:brushProperty name="width" value="0.025" units="cm"/>
      <inkml:brushProperty name="height" value="0.025" units="cm"/>
    </inkml:brush>
  </inkml:definitions>
  <inkml:trace contextRef="#ctx0" brushRef="#br0">131 83 4441,'-3'-1'1023,"-23"-9"5292,26 10-6220,-1 0 1,1 0-1,0 0 0,-1-1 1,1 1-1,0 0 0,-1 0 1,1 0-1,0 0 0,-1 0 0,1 0 1,0-1-1,0 1 0,-1 0 1,1 0-1,0 0 0,0-1 1,-1 1-1,1 0 0,0 0 1,0-1-1,0 1 0,-1 0 0,1-1 1,0 1-1,0 0 0,0-1 1,0 1-1,0 0 0,0-1 1,0 1-1,0 0 0,0-1 0,0 1 1,0 0-1,0-1 0,0 1 1,0 0-1,0-1 0,0 1 1,0 0-1,0 0 0,0-1 1,0 1-1,0 0 0,1-1 0,-1 1 1,0 0-1,0-1 0,0 1 1,0 0-1,1 0 0,-1-1 1,0 1-1,0 0 0,1 0 0,-1 0 1,0-1-1,1 1 0,-1 0 1,0 0-1,0 0 0,1 0 1,-1 0-1,1-1 0,1 11 2797,4 31-1863,-6-37-965,-1 0 0,0-1 0,0 1 0,0 0 0,-1-1 0,1 1 0,-1-1 0,0 1 0,0-1-1,0 0 1,-1 0 0,1 0 0,-1 0 0,1 0 0,-1 0 0,0-1 0,-3 3 0,4-4-50,1 0 1,-1 0-1,0 0 1,1 0-1,-1-1 1,0 1-1,0-1 1,1 1-1,-1-1 1,0 1-1,0-1 1,0 0-1,0 0 0,0 0 1,1 0-1,-1 0 1,0-1-1,0 1 1,0 0-1,0-1 1,1 1-1,-1-1 1,0 0-1,1 0 0,-1 1 1,0-1-1,1 0 1,-1 0-1,1-1 1,-1 1-1,1 0 1,0 0-1,-1-1 1,1 1-1,0-1 0,0 1 1,-1-2-1,1 0-6,0 1 1,0 0-1,0 0 0,0-1 0,0 1 0,0 0 0,1-1 0,-1 1 0,1-1 0,0 1 0,-1-1 0,1 1 0,0 0 0,1-1 1,-1 1-1,0-1 0,1 1 0,-1-1 0,1 1 0,0 0 0,0-1 0,0 1 0,0 0 0,0 0 0,0 0 0,1-1 0,-1 1 1,1 1-1,-1-1 0,1 0 0,0 0 0,2-1 0,7-8 53,1 1-1,0 1 1,23-14-1,-34 22-51,44-22 452,-45 23-452,0 0-1,0 0 1,1 0-1,-1 0 1,0 0 0,0 0-1,0 0 1,0 0-1,0 0 1,1 0-1,-1 0 1,0 0-1,0 0 1,0 0-1,0 0 1,1 0-1,-1 0 1,0 0 0,0 0-1,0 0 1,0 0-1,0 0 1,1 0-1,-1 0 1,0 1-1,0-1 1,0 0-1,0 0 1,0 0-1,0 0 1,0 0 0,0 0-1,1 1 1,-1-1-1,0 0 1,0 0-1,0 0 1,0 0-1,0 0 1,0 1-1,0-1 1,0 0 0,0 0-1,0 0 1,0 0-1,0 0 1,0 1-1,0-1 1,0 0-1,1 16 359,-4 13 109,3-24-291,-6 26 26,6-30-182,0 0-1,0-1 1,0 1 0,0-1-1,0 1 1,-1 0 0,1-1-1,0 1 1,0-1 0,0 1-1,-1-1 1,1 1 0,0-1-1,-1 1 1,1-1 0,0 1-1,-1-1 1,1 1 0,0-1-1,-1 0 1,1 1 0,-1-1-1,1 0 1,-1 1 0,1-1-1,-1 0 1,1 1 0,-1-1-1,0 0 1,1 0 0,-1 0 0,1 0-1,-1 0 1,1 1 0,-1-1-1,0 0 1,1 0 0,-1 0-1,1-1 1,-1 1 0,0 0-1,-1-1 81,0-1-1,1 0 1,-1 1 0,1-1-1,-1 0 1,1 0-1,0 0 1,0 0 0,0 0-1,0 0 1,0 0-1,0 0 1,0-4 0,2 6 328</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7:13.022"/>
    </inkml:context>
    <inkml:brush xml:id="br0">
      <inkml:brushProperty name="width" value="0.025" units="cm"/>
      <inkml:brushProperty name="height" value="0.025" units="cm"/>
    </inkml:brush>
  </inkml:definitions>
  <inkml:trace contextRef="#ctx0" brushRef="#br0">7 11 3657,'-2'-11'8126,"1"11"-8086,1 1 1,0-1 0,0 0-1,-1 0 1,1 1 0,0-1-1,0 0 1,-1 1 0,1-1-1,0 0 1,0 1 0,0-1 0,-1 0-1,1 1 1,0-1 0,0 0-1,0 1 1,0-1 0,0 0-1,0 1 1,0-1 0,0 1 0,0-1-1,0 0 1,0 1 0,0-1-1,0 1 1,0-1 0,0 0-1,1 1 1,0 6-1417,1 13-2602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3.775"/>
    </inkml:context>
    <inkml:brush xml:id="br0">
      <inkml:brushProperty name="width" value="0.025" units="cm"/>
      <inkml:brushProperty name="height" value="0.025" units="cm"/>
    </inkml:brush>
  </inkml:definitions>
  <inkml:trace contextRef="#ctx0" brushRef="#br0">771 305 3673,'0'9'7619,"0"-3"-608,1-18-6669,1 0 0,0 0 1,4-13-1,5-38-362,-11 56 54,1 0-1,-1 1 0,-1-1 1,1 0-1,-1 1 0,-1-1 1,1 1-1,-1-1 0,0 1 1,0-1-1,-1 1 0,0 0 1,0 0-1,0 0 0,-1 1 1,0-1-1,0 1 0,-1 0 1,1 0-1,-1 0 0,0 1 1,0 0-1,-1-1 0,1 2 1,-8-5-1,3 2-29,0 0 1,0 0-1,-1 1 1,0 1-1,1 0 1,-1 0-1,-1 1 1,-12-2-1,19 5-16,0 0-1,0-1 1,-1 2 0,1-1-1,0 1 1,0-1 0,0 1-1,0 1 1,-1-1 0,2 1-1,-1 0 1,0 0 0,0 0 0,1 1-1,-1-1 1,1 1 0,-1 0-1,1 1 1,0-1 0,-4 6-1,-10 12 3,1 1-1,0 0 0,2 1 0,1 1 1,-16 37-1,-44 135 12,67-177-2,-98 354-24,54-179 248,7-46 463,16-61 182,4 1 0,-13 98 0,30-148-545,-2 13 365,11-48-426,1-14-920,1-25-3307,-2-15-878</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4.280"/>
    </inkml:context>
    <inkml:brush xml:id="br0">
      <inkml:brushProperty name="width" value="0.025" units="cm"/>
      <inkml:brushProperty name="height" value="0.025" units="cm"/>
    </inkml:brush>
  </inkml:definitions>
  <inkml:trace contextRef="#ctx0" brushRef="#br0">1 60 4425,'0'0'2077,"18"-12"6372,-12 7-7823,0 2 0,1-1 0,-1 1 0,13-5 0,2 5 98,0 1 0,0 1 0,0 1 0,33 4 0,18 0 93,36-6 455,128-20 1,-163 19 810,-77 4-1488,-8 0-827,9-2-3780,10 18-12267</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4.852"/>
    </inkml:context>
    <inkml:brush xml:id="br0">
      <inkml:brushProperty name="width" value="0.025" units="cm"/>
      <inkml:brushProperty name="height" value="0.025" units="cm"/>
    </inkml:brush>
  </inkml:definitions>
  <inkml:trace contextRef="#ctx0" brushRef="#br0">365 56 2985,'-28'-24'9428,"-4"7"-3551,23 14-5153,0 0 0,0 1 0,1 0-1,-2 0 1,-15 0 0,13 2-552,-1 0 0,1 1 1,0 0-1,0 1 0,-1 1 0,2 0 0,-1 1 0,0 0 0,-20 10 1,24-9-117,1 0 1,-1 0-1,1 1 1,1 0-1,-1 0 1,1 1-1,0-1 1,0 1-1,1 1 1,0-1-1,-6 11 1,10-15-63,-1-1 1,1 1-1,-1 0 1,1 0-1,0 0 1,0 0-1,0 0 1,1 0-1,-1 0 1,1 0-1,0 0 1,-1 0-1,1 0 1,1 0-1,-1 0 1,0 0-1,1 0 1,-1 0-1,1 0 1,0 0-1,0 0 1,0 0-1,1 0 1,-1-1-1,1 1 1,-1 0-1,1-1 1,0 1-1,0-1 1,0 0-1,0 0 1,0 0-1,1 0 1,-1 0-1,5 3 1,1-1 27,-1-1 0,1 1 0,0-2 0,0 1 0,0-1 0,1 0 0,-1 0 1,0-1-1,1 0 0,-1-1 0,1 0 0,-1 0 0,12-3 0,-6 1 5,0-1 0,0 0 0,0-2-1,-1 1 1,0-2 0,0 1 0,15-10 0,-26 13-7,1 0 0,0 0 0,-1 0 0,1 0 0,-1-1 0,0 1 0,0 0 1,0-1-1,0 0 0,0 0 0,-1 1 0,1-1 0,-1 0 0,0 0 0,0 0 0,0-1 0,0 1 0,0 0 1,-1 0-1,0 0 0,1-1 0,-1 1 0,0 0 0,0 0 0,-1-1 0,1 1 0,-1 0 0,0 0 1,1 0-1,-1 0 0,-1 0 0,1 0 0,-3-5 0,1 2-141,0 0 0,0 0 0,-1 0 0,1 0 0,-1 1 0,-1 0 0,1 0 0,-1 0 0,0 0-1,0 1 1,0 0 0,0 0 0,-1 0 0,0 0 0,-8-3 0,12 7-574,1-1 505,5 2-6130,20 1-1114</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5.315"/>
    </inkml:context>
    <inkml:brush xml:id="br0">
      <inkml:brushProperty name="width" value="0.025" units="cm"/>
      <inkml:brushProperty name="height" value="0.025" units="cm"/>
    </inkml:brush>
  </inkml:definitions>
  <inkml:trace contextRef="#ctx0" brushRef="#br0">29 163 2240,'-1'0'728,"0"0"0,0 0 0,0 0 0,0 0-1,-1 0 1,1 0 0,0-1 0,0 1-1,0 0 1,0-1 0,1 1 0,-1-1-1,0 1 1,0-1 0,0 0 0,0 1-1,0-1 1,1 0 0,-1 1 0,0-1-1,0 0 1,0-2 0,-6-4 1570,38 17 1208,-25-5-3392,-1 1 1,0 0-1,0 0 1,0 1-1,-1-1 1,0 1-1,0 0 1,0 0 0,-1 0-1,0 1 1,2 9-1,-3-11-102,-1 0-1,1 0 1,-1 1 0,0-1-1,0 0 1,-1 1-1,0-1 1,0 1-1,-1-1 1,0 1 0,0-1-1,0 0 1,-1 1-1,-2 6 1,3-13 0,1 0 0,0 1 1,-1-1-1,1 0 0,-1 1 0,1-1 0,-1 0 1,1 0-1,-1 0 0,1 1 0,-1-1 1,0 0-1,1 0 0,-1 0 0,1 0 0,-1 0 1,1 0-1,-1 0 0,1 0 0,-1 0 1,1 0-1,-1 0 0,0-1 0,1 1 0,-1 0 1,1 0-1,-1 0 0,1-1 0,-1 1 1,1 0-1,0-1 0,-1 1 0,1 0 0,-1-1 1,1 1-1,0-1 0,-1 1 0,1-1 0,-19-16 153,14 10-152,1 0 0,0 0 0,0 0 0,0 0 0,1-1 0,0 1 0,0-1 0,1 0 0,0 0-1,1 1 1,-1-1 0,1-1 0,1 1 0,0 0 0,0 0 0,0 0 0,1 0 0,1 0 0,3-13-1,-2 10-19,1 1 0,0-1 0,0 1 0,1 0 0,1 0 0,0 0 0,0 1 0,1 0 0,0 0 0,1 0-1,-1 1 1,2 0 0,14-11 0,-20 18-216,0-1-1,0 1 1,1 0 0,-1-1-1,0 2 1,0-1 0,1 0-1,-1 1 1,0-1 0,0 1-1,1 0 1,3 0 0,12-1-3407,19-2-3829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6.384"/>
    </inkml:context>
    <inkml:brush xml:id="br0">
      <inkml:brushProperty name="width" value="0.025" units="cm"/>
      <inkml:brushProperty name="height" value="0.025" units="cm"/>
    </inkml:brush>
  </inkml:definitions>
  <inkml:trace contextRef="#ctx0" brushRef="#br0">541 65 2841,'2'-10'7533,"4"-3"-4436,-5 11-2889,0 1-1,0-1 0,0 1 1,-1-1-1,1 1 0,0-1 1,-1 0-1,1 0 0,-1 1 1,0-1-1,1 0 0,-1 0 1,0 1-1,0-1 0,0 0 0,0 0 1,-1 0-1,1-1 0,-2 2-26,1 0-1,0 0 1,-1 0-1,1 1 1,0-1-1,-1 0 0,1 1 1,-1 0-1,1-1 1,-1 1-1,1 0 1,-1-1-1,0 1 1,1 0-1,-1 0 0,1 1 1,-1-1-1,1 0 1,-1 0-1,1 1 1,-4 0-1,-34 11 358,6 2-344,1 1 1,0 2-1,1 0 1,1 3-1,1 0 1,1 2-1,1 1 1,0 1-1,2 1 1,1 2-1,-22 31 1,30-36-50,1 2 0,2 0 0,0 0 0,1 1 0,2 1 0,-11 37 0,16-42-69,1 0 0,1 1 0,0-1 0,2 1 0,0-1 0,2 1 0,0-1 0,9 40 0,-7-45 46,2 0 1,0-1-1,1 1 1,0-1-1,13 20 1,-16-28-34,2-1 1,-1 1 0,1-1 0,0 0 0,0 0 0,1-1-1,0 0 1,0 0 0,0 0 0,0-1 0,1 1 0,0-1-1,10 4 1,29 10 522,-45-18-649,0 0-1,-1 0 0,1-1 0,-1 1 1,1 0-1,0-1 0,-1 1 0,1 0 1,-1-1-1,1 1 0,-1 0 1,1-1-1,-1 1 0,1-1 0,-1 1 1,1-1-1,-1 0 0,0 1 0,1-1 1,-1 1-1,0-1 0,1 1 0,-1-1 1,0 0-1,0 1 0,0-1 0,0 0 1,1 1-1,-1-2 0,0-1-737,2 0-42,-1 1 40,0 0-1,0 0 0,0 0 0,1 1 0,-1-1 1,0 0-1,1 0 0,0 1 0,-1-1 0,4-1 1,28-12-8625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6.733"/>
    </inkml:context>
    <inkml:brush xml:id="br0">
      <inkml:brushProperty name="width" value="0.025" units="cm"/>
      <inkml:brushProperty name="height" value="0.025" units="cm"/>
    </inkml:brush>
  </inkml:definitions>
  <inkml:trace contextRef="#ctx0" brushRef="#br0">151 32 3601,'-4'-23'11455,"4"22"-11214,0 1-1,-1-1 1,1 1-1,0-1 1,0 1-1,-1-1 1,1 1-1,0-1 1,-1 1-1,1 0 1,0-1 0,-1 1-1,1 0 1,-1-1-1,1 1 1,-1 0-1,1-1 1,-1 1-1,1 0 1,-1 0-1,1 0 1,-1-1-1,0 1 1,-1 1-42,0-1-1,0 1 1,0-1 0,0 1 0,0 0-1,1 0 1,-1 0 0,0 0 0,0 0-1,1 0 1,-1 1 0,1-1 0,-1 1-1,1-1 1,-1 1 0,1-1 0,-2 3 0,-12 16 336,0 0 0,-18 34 0,28-45-553,0 0-1,1 0 1,0 1 0,1 0-1,0 0 1,1 0 0,0 0-1,-2 20 1,4-29-64,0-1 0,0 0 0,0 0 0,0 1 0,0-1 0,0 0 0,0 0 1,0 1-1,0-1 0,0 0 0,0 0 0,0 0 0,0 1 0,0-1 0,0 0 0,0 0 0,0 1 0,-1-1 0,1 0 1,0 0-1,0 0 0,0 1 0,0-1 0,-1 0 0,1 0 0,0 0 0,0 0 0,0 0 0,-1 1 0,1-1 0,0 0 1,0 0-1,0 0 0,-1 0 0,1 0 0,0 0 0,0 0 0,-1 0 0,1 0 0,0 0 0,-1 0-131,1 0-1,0 0 1,0 0-1,-1 0 1,1-1-1,0 1 1,0 0-1,-1 0 0,1 0 1,0 0-1,0-1 1,0 1-1,0 0 1,-1 0-1,1 0 1,0-1-1,0 1 1,0 0-1,0 0 1,0-1-1,0 1 1,0 0-1,0-1 0,-1 1 1,1 0-1,0 0 1,0-1-1,0 1 1,0 0-1,0 0 1,1-1-1,-1 1 1,0 0-1,0 0 1,0-1-1,0 1 1,0 0-1,0 0 0,0-1 1,9-18-7589</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6.922"/>
    </inkml:context>
    <inkml:brush xml:id="br0">
      <inkml:brushProperty name="width" value="0.025" units="cm"/>
      <inkml:brushProperty name="height" value="0.025" units="cm"/>
    </inkml:brush>
  </inkml:definitions>
  <inkml:trace contextRef="#ctx0" brushRef="#br0">18 17 3961,'-7'-7'14803,"-2"-2"-13011,7 9-607,2 4-953,0 8-232,5 3-256,4 10-1497,0 4-2912,13 37-4673</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7.448"/>
    </inkml:context>
    <inkml:brush xml:id="br0">
      <inkml:brushProperty name="width" value="0.025" units="cm"/>
      <inkml:brushProperty name="height" value="0.025" units="cm"/>
    </inkml:brush>
  </inkml:definitions>
  <inkml:trace contextRef="#ctx0" brushRef="#br0">5 105 3889,'-2'-10'6067,"0"-12"-1184,2 21-4697,-1 0 0,1 0 0,0 1 0,0-1 0,0 0 0,0 0 0,0 0 0,0 0 0,0 0 1,1 0-1,-1 1 0,0-1 0,0 0 0,1 0 0,-1 0 0,1 1 0,-1-1 0,0 0 0,1 0 0,-1 1 0,1-1 0,0 0 0,-1 1 1,1-1-1,0 0 0,-1 1 0,1-1 0,0 1 0,-1 0 0,1-1 0,0 1 0,1-1 0,1 4 90,-1-1 1,0 1-1,0 0 0,-1 0 1,1 0-1,0 0 0,-1 0 1,0 1-1,0-1 0,2 7 0,1 11-104,-1 0-1,-1 0 0,-1 0 0,-3 38 0,1-9-128,43-143-137,-33 72 54,1 1 1,0 0 0,2 1 0,0 0 0,1 1 0,1 0-1,30-29 1,-44 47 43,0-1 0,1 1 0,-1-1 0,1 1 0,-1 0-1,0-1 1,1 1 0,-1-1 0,1 1 0,-1 0 0,1-1 0,0 1 0,-1 0-1,1 0 1,-1 0 0,1-1 0,-1 1 0,1 0 0,0 0 0,-1 0-1,1 0 1,-1 0 0,1 0 0,0 0 0,-1 0 0,1 0 0,-1 0 0,2 1-1,-1 0 9,-1-1 0,1 1-1,-1 0 1,0 0 0,1 0 0,-1 0-1,0-1 1,0 1 0,1 0-1,-1 0 1,0 0 0,0 0-1,0 0 1,0 0 0,0 0-1,-1 1 1,-8 44 360,9-43-352,-13 34 222,10-31-197,0 0 1,0 0-1,1 1 1,0-1 0,1 1-1,-1 0 1,1 0-1,1-1 1,-1 13 0,1-18-66,0-1 0,1 0 0,-1 1 0,0-1 0,0 0 0,0 0 0,0 1 0,0-1 0,1 0 0,-1 0 0,0 1 0,0-1 0,0 0 0,1 0 0,-1 0 0,0 1 0,0-1 0,1 0 0,-1 0 0,0 0 0,1 0 0,-1 0 0,0 0 0,0 0 0,1 1 0,-1-1 0,0 0 0,1 0 0,-1 0 0,0 0 0,1 0 0,-1 0 0,0 0 0,1 0 0,-1-1 0,0 1 1,0 0-1,1 0 0,-1 0 0,0 0 0,1 0 0,-1 0 0,0-1 0,0 1 0,1 0 0,15-9-2243,-14 8 1850,23-16-3847,36-19-2425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7.893"/>
    </inkml:context>
    <inkml:brush xml:id="br0">
      <inkml:brushProperty name="width" value="0.025" units="cm"/>
      <inkml:brushProperty name="height" value="0.025" units="cm"/>
    </inkml:brush>
  </inkml:definitions>
  <inkml:trace contextRef="#ctx0" brushRef="#br0">285 56 4009,'4'-29'9618,"-4"28"-9274,1-1 0,-1 1 0,0 0 1,0-1-1,0 1 0,-1-1 0,1 1 0,0 0 0,0-1 0,-1 1 1,1 0-1,-1-1 0,1 1 0,-1 0 0,0 0 0,1-1 0,-1 1 1,-1-1-1,2 2-226,-1 0 0,1 0 0,-1 0 0,1-1 0,0 1 0,-1 0 0,1 0 0,-1 0 0,1 0 0,-1 0 0,1 0 0,-1 1 0,1-1 0,0 0 0,-1 0 0,1 0 0,-1 0 0,1 0 0,-1 1 0,1-1 0,0 0 0,-1 0 0,1 1 0,0-1 0,-1 0 0,1 0 0,0 1 0,-1-1 0,1 0 0,0 1 0,-1 0 0,-9 14 736,8-12-590,-12 18 400,-36 56 464,-56 115 1,89-155-1101,1-1 1,2 2 0,1 0 0,-12 69 0,25-105-45,-1 0 0,1-1 0,0 1 0,0 0 0,0 0 1,0 0-1,0-1 0,1 1 0,-1 0 0,1 0 0,-1 0 1,1-1-1,-1 1 0,1 0 0,0-1 0,0 1 0,0-1 1,0 1-1,0-1 0,0 1 0,0-1 0,1 0 0,-1 1 0,0-1 1,1 0-1,-1 0 0,1 0 0,-1 0 0,1 0 0,0 0 1,-1-1-1,1 1 0,0 0 0,-1-1 0,1 0 0,0 1 0,0-1 1,0 0-1,-1 0 0,1 0 0,3 0 0,9 0-332,0-1 0,0 0 0,0-1 0,17-5 0,-26 6 113,52-16-2642,-22 2-2157,-30 9 747,-13-4-1701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28.325"/>
    </inkml:context>
    <inkml:brush xml:id="br0">
      <inkml:brushProperty name="width" value="0.025" units="cm"/>
      <inkml:brushProperty name="height" value="0.025" units="cm"/>
    </inkml:brush>
  </inkml:definitions>
  <inkml:trace contextRef="#ctx0" brushRef="#br0">48 37 2785,'-5'-4'3134,"-6"-7"2713,10 9-5438,-1 1 0,1 0 0,-1 0 0,0 0 0,1 0 0,-1 0 0,0 1 0,0-1 0,0 0 0,1 1 0,-1 0 0,0-1 0,0 1 0,0 0 0,0 0 0,-2 0 0,68-2 5610,2-2-3630,-9 0-1817,99 5 0,-145 2-291,-16 2-195,-3-4-1829,8-1 1456,-1 0-1,0-1 1,1 1 0,-1 0 0,0 0 0,1 0-1,-1 0 1,0 0 0,1 1 0,-1-1 0,0 0-1,1 0 1,-1 0 0,1 1 0,-1-1 0,0 0 0,1 0-1,-1 1 1,1-1 0,-1 1 0,1-1 0,-1 0-1,1 1 1,-1-1 0,1 1 0,-1-1 0,0 2-1,-16 17-6931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2.557"/>
    </inkml:context>
    <inkml:brush xml:id="br0">
      <inkml:brushProperty name="width" value="0.025" units="cm"/>
      <inkml:brushProperty name="height" value="0.025" units="cm"/>
    </inkml:brush>
  </inkml:definitions>
  <inkml:trace contextRef="#ctx0" brushRef="#br0">3 133 2929,'5'3'-398,"2"4"9302,-13-12-6157,-2-4 2459,17 3-3780,5-2-1516,48-28 224,-27 16-53,53-38-1,-88 58-43,-123 107 1589,121-104-1618,-1-1 0,1 1 1,0 0-1,-1 0 0,1 0 0,0 0 0,1 0 0,-1 1 0,1-1 0,-1 0 1,1 1-1,0-1 0,0 1 0,1-1 0,-1 1 0,1 0 0,-1-1 0,1 1 1,0 0-1,1-1 0,-1 1 0,0 0 0,1-1 0,0 1 0,0-1 0,0 1 0,3 5 1,0-3 1,0 1 0,0-1 1,1 0-1,0 0 0,0 0 0,0-1 1,1 0-1,0 0 0,0 0 1,0-1-1,1 0 0,7 4 1,7 4-81,38 17 261,-54-27-345,-1-1 0,1 1 1,-1-1-1,1 0 0,-1 0 1,1-1-1,0 1 0,-1-1 1,1 0-1,0 0 0,5-1 1,-8 0-131,0 0 1,0 1 0,0-1 0,0 0 0,0 0 0,0-1 0,0 1 0,0 0-1,3-3 1,32-33-5163</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3.282"/>
    </inkml:context>
    <inkml:brush xml:id="br0">
      <inkml:brushProperty name="width" value="0.025" units="cm"/>
      <inkml:brushProperty name="height" value="0.025" units="cm"/>
    </inkml:brush>
  </inkml:definitions>
  <inkml:trace contextRef="#ctx0" brushRef="#br0">132 68 3937,'-3'15'6954,"-5"4"-3291,6-13-3095,-1 0 0,0 0 0,-1-1 0,1 1 0,-1-1 1,-9 9-1,13-13-510,-1-1 1,0 0-1,0 1 0,0-1 1,1 0-1,-1 0 1,0 0-1,0 0 1,0 0-1,0 0 1,1 0-1,-1 0 0,0 0 1,0 0-1,0 0 1,0 0-1,1 0 1,-1-1-1,0 1 0,0 0 1,0-1-1,1 1 1,-1-1-1,0 1 1,1-1-1,-1 1 1,0-1-1,1 1 0,-1-1 1,1 0-1,-1 1 1,1-1-1,-1 0 1,1 0-1,-1 0 1,-19-33 533,17 29-381,2 3-192,0-1 1,0 1-1,1 0 1,-1-1 0,1 1-1,-1-1 1,1 1-1,0-1 1,0 1-1,0-1 1,0 1-1,0-1 1,1 1-1,-1 0 1,1-1-1,0 1 1,-1-1-1,1 1 1,0 0-1,1-1 1,-1 1-1,0 0 1,0 0-1,1 0 1,0 0-1,-1 0 1,1 1-1,0-1 1,4-3-1,-4 3-23,1-1 0,0 1 0,0 0 0,1 0 0,-1 0 0,0 0-1,1 1 1,-1-1 0,1 1 0,-1 0 0,1 0 0,0 0 0,-1 1 0,1-1-1,0 1 1,0 0 0,-1 0 0,1 0 0,7 1 0,-10 0 13,0-1 1,0 1 0,-1 0 0,1-1-1,0 1 1,0 0 0,0 0 0,0-1-1,-1 1 1,1 0 0,0 0 0,-1 0-1,1 0 1,0 0 0,-1 0 0,1 0-1,-1 0 1,0 0 0,1 0 0,-1 0-1,0 0 1,0 1 0,0-1 0,0 0-1,0 0 1,0 0 0,0 0 0,0 2-1,-6 35 507,5-32-449,-2 4 116,0 1 0,-1 0 0,0-1-1,0 0 1,-1 0 0,-11 16 0,14-24-149,0 0 1,1 0-1,-1 0 1,0 0-1,0 0 1,0 0-1,0 0 1,0-1-1,-1 1 0,1-1 1,0 0-1,-1 1 1,1-1-1,-4 1 1,4-2-26,0 0 1,0 0 0,0 0-1,0 0 1,0-1 0,0 1-1,1 0 1,-1-1 0,0 1-1,0-1 1,0 0 0,1 1-1,-1-1 1,0 0 0,1 0-1,-1 0 1,1-1 0,-1 1-1,1 0 1,-1 0 0,1-1-1,0 1 1,-2-3 0,0-1 2,0 0 1,0-1-1,0 1 1,0-1 0,1 0-1,0 0 1,0 0 0,0 0-1,1 0 1,0-1-1,0 1 1,1 0 0,0 0-1,0-1 1,1-6 0,-1 10-11,0 0 0,0 0 1,1 0-1,-1 0 1,1 0-1,0 0 1,0 0-1,0 0 1,0 0-1,0 0 1,1 0-1,-1 0 1,1 1-1,0-1 1,-1 1-1,1-1 1,1 1-1,-1 0 1,0 0-1,0 0 1,1 0-1,-1 0 1,1 0-1,0 1 1,0-1-1,-1 1 1,1 0-1,0 0 1,0 0-1,0 0 1,0 0-1,4 0 1,-6 1 11,1 0 0,-1 0 0,1 0 0,-1 0 0,1 0 0,0 0 1,-1 0-1,1 0 0,-1 1 0,1-1 0,-1 1 0,1-1 0,-1 1 0,0-1 0,1 1 1,-1 0-1,1 0 0,-1 0 0,0 0 0,0 0 0,0 0 0,0 0 0,0 0 0,0 0 1,0 0-1,0 1 0,0-1 0,0 0 0,0 1 0,-1-1 0,1 1 0,-1-1 0,1 1 1,-1 1-1,1 3-363,0 0-1,-1 0 1,1 0 0,-2 1 0,1-1 0,-1 0 0,-2 9 0,3-11-4855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4.365"/>
    </inkml:context>
    <inkml:brush xml:id="br0">
      <inkml:brushProperty name="width" value="0.025" units="cm"/>
      <inkml:brushProperty name="height" value="0.025" units="cm"/>
    </inkml:brush>
  </inkml:definitions>
  <inkml:trace contextRef="#ctx0" brushRef="#br0">69 1 4297,'-20'17'1680,"19"-16"-1551,1 0 0,-1 0 0,0 0 0,0-1 0,0 1 0,0 0 0,0-1 0,0 1 0,0-1 0,0 1-1,0-1 1,0 1 0,0-1 0,0 0 0,0 0 0,0 1 0,0-1 0,-2 0 0,-2-8 4642,5 8-4643,0-1 0,0 1 1,0-1-1,0 1 0,0 0 1,0-1-1,0 1 0,0-1 0,-1 1 1,1 0-1,0-1 0,0 1 1,0 0-1,-1-1 0,1 1 1,0 0-1,0-1 0,-1 1 1,1 0-1,0 0 0,-1-1 1,1 1-1,0 0 0,-1 0 1,1 0-1,0-1 0,-1 1 1,1 0-1,-1 0 0,1 0 1,0 0-1,-1 0 0,1 0 1,0 0-1,-1 0 0,1 0 1,-1 0-1,1 0 0,0 0 1,-1 0-1,1 0 0,-1 0 1,1 0-1,0 0 0,-1 1 1,1-1-1,0 0 0,-1 0 1,1 0-1,0 1 0,-1-1 1,1 0-1,0 0 0,-1 1 1,1-1-1,0 0 0,0 1 1,-1-1-1,1 0 0,0 1 1,0 0-1,-1 0 6,0-1 1,1 1 0,-1 0-1,0 0 1,1 0-1,-1 0 1,1 1 0,0-1-1,-1 0 1,1 0-1,0 0 1,0 0 0,-1 0-1,1 0 1,0 1-1,0-1 1,0 0-1,1 0 1,-1 0 0,0 2-1,0-2-92,1-1 0,-1 1 0,0 0 0,0-1 0,0 1 0,1-1 0,-1 1 0,0 0 0,1-1-1,-1 1 1,1-1 0,-1 1 0,0-1 0,1 1 0,-1-1 0,1 1 0,-1-1 0,1 1 0,0-1 0,-1 0 0,1 1 0,-1-1-1,1 0 1,0 0 0,-1 0 0,1 1 0,0-1 0,-1 0 0,1 0 0,0 0 0,-1 0 0,1 0 0,0 0 0,-1 0 0,2 0-1,41-6 148,0 2-1,83 3 0,-17 1-156,-42 0-7,-46 2-8,0-2 1,0-1 0,0 0-1,27-6 1,-50 8-94,-19 3-9801,-9 0 4049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5.101"/>
    </inkml:context>
    <inkml:brush xml:id="br0">
      <inkml:brushProperty name="width" value="0.025" units="cm"/>
      <inkml:brushProperty name="height" value="0.025" units="cm"/>
    </inkml:brush>
  </inkml:definitions>
  <inkml:trace contextRef="#ctx0" brushRef="#br0">13 1 3681,'-13'17'1411,"14"-17"-1120,0 0-1,0 0 1,-1 0 0,1 0 0,0 0 0,-1 0 0,1 0-1,0 0 1,0 0 0,-1 0 0,1-1 0,0 1 0,-1 0 0,1-1-1,0 1 1,-1 0 0,1-1 0,0 1 0,0-1 0,0 0-1,-1 1 0,1-1-1,0 1 1,-1-1 0,1 1 0,0-1 0,0 1 0,-1 0 0,1 0 0,0-1 0,0 1 0,0 0 0,-1 0 0,1 0 0,0 0 0,0 0 0,0 0 0,0 0 0,0 0 0,-1 0 0,3 0 0,16 7 1040,0-1-1,0-1 1,1-1 0,37 3 0,53-6-754,-57-1-239,99 11 0,-145-10-258,0 0 0,0 0 1,0-1-1,1 0 0,-1 0 0,0-1 1,0 1-1,1-2 0,-1 1 0,0-1 1,0 0-1,0 0 0,-1-1 0,1 0 1,6-4-1,-10 4-184,-11 6 1449,1-1-2063,14-7-6164,11-6 834</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6.023"/>
    </inkml:context>
    <inkml:brush xml:id="br0">
      <inkml:brushProperty name="width" value="0.025" units="cm"/>
      <inkml:brushProperty name="height" value="0.025" units="cm"/>
    </inkml:brush>
  </inkml:definitions>
  <inkml:trace contextRef="#ctx0" brushRef="#br0">369 143 3713,'4'-3'7165,"-12"-4"-5180,-9-10 1999,9 8-2882,0 1-1,-1 0 1,-16-12-1,22 18-993,0 0-1,0 1 1,-1-1-1,1 1 1,-1-1-1,1 1 1,-1 0-1,1 0 1,-1 1-1,0-1 1,1 1-1,-1 0 1,0 0-1,0 0 0,-7 1 1,-1 2-17,0 1 1,0 0-1,0 0 1,0 1-1,0 1 1,1 0-1,0 1 1,1 0-1,-1 0 1,1 1-1,1 0 0,-1 1 1,1 0-1,1 1 1,0 0-1,0 0 1,1 1-1,0-1 1,1 2-1,1-1 1,-1 1-1,2 0 1,-6 17-1,7-16-67,0 0-1,1 0 1,0 0-1,1 1 1,0-1 0,2 23-1,0-28-17,1 0 0,0 0-1,0-1 1,1 1 0,0-1 0,0 1 0,0-1-1,1 0 1,0 0 0,1 0 0,0-1-1,7 9 1,-2-4 9,0 0 0,1-1 0,0 0 0,1-1 0,0 0 0,0-1 0,19 9 0,-25-14-13,0-1-1,0 0 1,1 0 0,-1 0 0,1-1 0,0 0 0,-1 0 0,1-1 0,0 1 0,0-2 0,0 1 0,-1-1 0,1 0 0,0 0-1,-1-1 1,1 1 0,-1-2 0,9-3 0,-1-1 38,0 0 0,-1-2 0,0 1 0,0-2 0,-1 0 0,0 0 0,-1-1 0,0-1 0,-1 0 0,11-16 0,-13 17 25,-1 0 0,-1-1 0,0 0 0,0 0-1,-1-1 1,-1 1 0,0-1 0,-1 0 0,0 0 0,-1 0-1,0-1 1,-1-18 0,-2 8-19,-1 1 1,0-1-1,-9-31 0,8 46-29,0 0 0,0 0 0,0 0 0,-1 0 0,-1 1 0,1 0 0,-1 0 0,-1 0 0,1 0 0,-1 1 0,-11-10 0,12 13 0,0 0 0,-1 1-1,1-1 1,-1 1-1,1 1 1,-1-1 0,0 1-1,0 0 1,0 0-1,-1 1 1,1-1-1,0 1 1,-1 1 0,1-1-1,0 1 1,-1 1-1,1-1 1,0 1-1,-1 0 1,-8 3 0,-1 0 85,0 2 1,1 0-1,-1 0 1,1 2-1,1 0 1,-23 16-1,31-19-85,12-5-39,8 0-240,52 33-5616,9-4-516</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6.931"/>
    </inkml:context>
    <inkml:brush xml:id="br0">
      <inkml:brushProperty name="width" value="0.025" units="cm"/>
      <inkml:brushProperty name="height" value="0.025" units="cm"/>
    </inkml:brush>
  </inkml:definitions>
  <inkml:trace contextRef="#ctx0" brushRef="#br0">106 62 3609,'0'0'122,"0"1"1,-1 0 0,1-1-1,-1 1 1,0-1 0,1 1-1,-1-1 1,1 1-1,-1-1 1,0 1 0,1-1-1,-1 0 1,0 1 0,0-1-1,1 0 1,-1 1-1,0-1 1,0 0 0,1 0-1,-1 0 1,0 0 0,0 0-1,0 0 1,1 0 0,-1 0-1,0 0 1,0 0-1,1 0 1,-1-1 0,0 1-1,0 0 1,1 0 0,-1-1-1,0 1 1,0-1-1,1 1 1,-1 0 0,1-1-1,-1 1 1,0-1 0,1 0-1,-1 1 1,1-1-1,-1 1 1,1-1 0,-1 0-1,1 1 1,0-1 0,-1-1-1,-1 0 255,1 0 0,0 0 0,-1-1-1,1 1 1,0-1 0,0 1 0,1-1-1,-1 1 1,0-1 0,1 1 0,0-1 0,-1 0-1,1 1 1,0-1 0,1-3 0,-2 5-256,1 1 0,0-1 0,0 1 0,0-1 0,0 1 1,0-1-1,0 1 0,0-1 0,1 1 0,-1-1 0,0 1 1,0-1-1,0 1 0,0 0 0,0-1 0,1 1 0,-1-1 0,0 1 1,1-1-1,-1 1 0,0 0 0,0-1 0,1 1 0,-1 0 1,1-1-1,-1 1 0,0 0 0,1-1 0,-1 1 0,1 0 0,-1 0 1,1 0-1,-1-1 0,1 1 0,-1 0 0,0 0 0,2 0 0,8 17 1616,4 36-970,-14-52-651,1 0-79,-1 1 0,0-1 0,1 1 0,-1-1 1,0 1-1,0-1 0,0 0 0,0 1 1,0-1-1,0 1 0,0-1 0,0 1 0,-1-1 1,1 1-1,0-1 0,-1 0 0,0 2 0,0-3 4,1 1 0,-1-1 0,1 0-1,-1 1 1,1-1 0,-1 0-1,1 1 1,-1-1 0,1 0-1,-1 0 1,1 0 0,-1 0-1,1 0 1,-1 0 0,0 0-1,1 0 1,-1 0 0,1 0 0,-1 0-1,0 0 1,1 0 0,-1 0-1,1 0 1,-1-1 0,1 1-1,-1 0 1,0-1 0,-3-1 23,1 0 0,-1 0 1,1-1-1,-1 1 0,1-1 1,0 0-1,0 0 0,1 0 0,-1 0 1,-3-5-1,4 5-61,1 0 0,-1 0 0,1 0 1,0-1-1,0 1 0,0 0 0,0-1 0,0-4 0,1 7-7,0 1 1,0-1-1,0 1 0,0 0 1,0-1-1,0 1 0,0 0 1,0-1-1,0 1 0,0-1 1,0 1-1,1 0 1,-1-1-1,0 1 0,0 0 1,0-1-1,1 1 0,-1 0 1,0 0-1,0-1 0,1 1 1,-1 0-1,0-1 0,0 1 1,1 0-1,-1 0 0,0 0 1,1-1-1,0 1 0,0 0-4,0 0-1,0 0 1,1 0-1,-1 0 0,0 1 1,0-1-1,0 0 1,1 1-1,-1-1 0,0 1 1,0-1-1,0 1 1,0 0-1,2 1 0,-1 0 13,0 0 0,0 0 0,0 0 0,-1 1 0,1-1 0,-1 0 0,1 1 0,-1 0-1,0-1 1,0 1 0,0 0 0,0-1 0,-1 1 0,1 0 0,-1 0 0,0 0-1,1 0 1,-1 0 0,-1-1 0,1 1 0,0 0 0,-1 0 0,1 0 0,-1 0 0,0-1-1,0 1 1,0 0 0,0-1 0,0 1 0,-1-1 0,1 1 0,-1-1 0,0 0 0,-2 4-1,2-6 15,1 1-1,0-1 0,-1 1 1,1-1-1,-1 1 0,1-1 1,-1 0-1,1 1 0,-1-1 1,1 0-1,-1 0 0,1 0 0,-1 0 1,1 0-1,-1-1 0,1 1 1,-1 0-1,1-1 0,-1 1 1,1-1-1,-1 0 0,1 1 1,0-1-1,-1 0 0,1 0 0,0 0 1,0 0-1,-1 0 0,0-1 1,1 1-18,0 0 0,0 1 0,0-1 0,0 0 0,0 0 0,1 0 0,-1 0 0,0 0 1,0 0-1,1 0 0,-1 0 0,0 0 0,1 0 0,-1 0 0,1 0 0,0-1 0,-1 1 0,1 0 0,0 0 1,0-1-1,0 1 0,0 0 0,0 0 0,0 0 0,0-1 0,0 1 0,0 0 0,0 0 0,1-1 1,-1 1-1,1 0 0,-1 0 0,1 0 0,-1 0 0,1 0 0,-1 0 0,2-2 0,31-21-24,-32 22 20,1 1 0,0 0 0,-1 0 0,1 0 0,0 1 0,0-1-1,0 0 1,0 1 0,0-1 0,-1 1 0,1 0 0,0-1-1,0 1 1,0 0 0,0 0 0,0 0 0,0 1 0,4 0 0,-34 21 1041,23-33 149,3 7-4059,8 10-1664,8 12-1927</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7.707"/>
    </inkml:context>
    <inkml:brush xml:id="br0">
      <inkml:brushProperty name="width" value="0.025" units="cm"/>
      <inkml:brushProperty name="height" value="0.025" units="cm"/>
    </inkml:brush>
  </inkml:definitions>
  <inkml:trace contextRef="#ctx0" brushRef="#br0">468 65 2737,'-14'-6'11477,"7"2"-5736,23 3-4114,-29 10-786,0-1-1,-20 10 1,30-17-810,-1 0 1,0 0-1,1 0 0,-1 0 1,0-1-1,1 0 1,-1 1-1,-3-2 0,6 1-23,1 0 0,-1 0 0,1 0 0,-1 0 0,1 0 0,0 0 0,-1-1 0,1 1 0,-1 0 0,1 0 0,0-1 0,-1 1 0,1 0 0,0 0 0,-1-1 0,1 1 0,0 0 0,-1-1 0,1 1 0,0-1 0,0 1-1,-1 0 1,1-1 0,0 1 0,0-1 0,-1-1 2,1 1 0,1 0 0,-1-1 0,0 1 0,0 0 0,0-1 0,1 1 0,-1 0 0,0-1 0,1 1 0,-1 0 0,1 0 0,1-2 0,2-4 2,0 1 0,1-1 0,-1 1 0,1 0 0,10-8 0,-13 12-11,0 0-1,0 0 0,0 0 1,1 1-1,-1-1 1,0 1-1,1 0 0,-1-1 1,1 1-1,0 0 1,-1 0-1,1 1 0,0-1 1,0 1-1,-1-1 1,1 1-1,0 0 0,0 0 1,3 0-1,-5 1 7,0-1 0,0 1-1,1-1 1,-1 1-1,0 0 1,0-1 0,0 1-1,0 0 1,0 0 0,0 0-1,0 0 1,0 0 0,-1 0-1,1 0 1,0 0 0,0 0-1,-1 0 1,1 0-1,-1 0 1,1 1 0,-1-1-1,0 0 1,1 0 0,-1 1-1,0-1 1,0 0 0,0 1-1,0-1 1,0 0-1,0 1 1,0-1 0,0 0-1,0 0 1,-1 1 0,1-1-1,-1 0 1,0 2 0,0 2 51,-1 0 0,0 0 1,0 0-1,0-1 0,0 1 1,-1-1-1,1 1 0,-6 5 1,9-11-51,0 0 0,0-1 0,-1 1 0,1 0 0,0 0 0,0-1 0,-1 1 0,1 0 0,-1-1 0,1 1 0,-1-1 0,0 1 0,1-1 0,-1 1 0,0-1 1,0 1-1,0-1 0,0 1 0,0-1 0,-1 1 0,1-1 0,0 1 0,-1-1 0,1 1 0,-1 0 0,1-1 0,-1 1 0,0 0 0,0-1 0,1 1 0,-1 0 0,0 0 0,0-1 0,0 1 0,0 0 0,0 0 0,-1 0 1,1 1-1,0-1 0,0 0 0,-1 0 0,1 1 0,0-1 0,-1 0 0,1 1 0,-1-1 0,1 1 0,-1 0 0,1 0 0,-1-1 0,1 1 0,-1 0 0,1 0 0,-1 0 0,1 1 0,-1-1 0,1 0 0,0 0 0,-1 1 0,-2 0 1,6-2-13,0 0 0,-1 0 1,1 0-1,0 0 0,0 0 1,0 1-1,0-1 0,0 0 1,0 1-1,0 0 1,0-1-1,0 1 0,0 0 1,0 0-1,0 0 0,0 0 1,0 1-1,0-1 0,0 0 1,0 1-1,0-1 1,0 1-1,0 0 0,0 0 1,2 1-1,-3-1 28,1 1 0,-1 0-1,0-1 1,0 1 0,1 0 0,-1 0 0,0 0 0,-1 0 0,1 0-1,0 0 1,0 0 0,-1 0 0,0 0 0,1 0 0,-1 0-1,0 1 1,0-1 0,0 0 0,0 0 0,0 0 0,-1 0-1,1 0 1,-1 0 0,0 3 0,-2 6 125,-1 0 0,0 0 0,-1-1 0,0 1-1,0-1 1,-1 0 0,-1-1 0,0 1 0,0-1 0,0-1 0,-14 12 0,-10 7-447,-67 43 1,32-25-2283,-1 6-2569,-62 51-2638</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9.635"/>
    </inkml:context>
    <inkml:brush xml:id="br0">
      <inkml:brushProperty name="width" value="0.025" units="cm"/>
      <inkml:brushProperty name="height" value="0.025" units="cm"/>
    </inkml:brush>
  </inkml:definitions>
  <inkml:trace contextRef="#ctx0" brushRef="#br0">34 228 2312,'-5'12'615,"5"-11"-357,0-1 0,0 1-1,0 0 1,-1-1-1,1 1 1,0 0 0,0-1-1,0 1 1,-1 0-1,1-1 1,0 1-1,-1 0 1,1-1 0,-1 1-1,1-1 1,-1 1-1,1-1 1,-1 1 0,1-1-1,-1 1 1,1-1-1,-1 1 1,1-1 0,-1 0-1,0 1 1,1-1-1,-1 0 1,0 0-1,1 1 1,-1-1 0,0 0-1,0 0 1,1 0-1,-1 0 1,0 0 0,1 0-1,-1 0 1,0 0-1,0 0 1,1 0-1,-1 0 1,0-1 0,1 1-1,-1 0 1,0 0-1,1-1 1,-1 1 0,0 0-1,1-1 1,-1 1-1,1-1 1,-2 0 0,10-7 3529,14-9-2499,123-63-434,-123 66-859,-1-1 1,-1-1-1,0-1 1,23-27-1,-30 32 10,-11 10 0,1 0-1,-1 0 1,0 0-1,1-1 0,-1 1 1,0-1-1,-1 1 1,1-1-1,2-3 0,-53 44 299,8-3-135,29-26-7,1 1 1,-1 0-1,2 0 1,-16 19-1,24-26-134,0 0 1,0 1-1,1-1 0,-1 0 1,0 1-1,1-1 0,0 0 0,0 1 1,0 0-1,0-1 0,1 1 0,-1-1 1,1 1-1,0 0 0,0-1 1,0 1-1,1 0 0,-1-1 0,1 1 1,0-1-1,0 1 0,0-1 1,3 6-1,0 0 3,1 0 0,0 0 0,1-1 1,-1 0-1,2 0 0,7 8 0,-12-13-26,1 0 0,0-1 0,0 1 0,0-1 0,0 0 0,1 0 0,-1 0 0,0 0 1,1-1-1,-1 0 0,1 1 0,0-1 0,0 0 0,-1-1 0,1 1 0,0-1 0,0 1 0,0-1 0,3 0 0,12-3-31,-1-1-1,0 0 1,28-12-1,-5-2-3145,-29 8-900,-8-11-2001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0.078"/>
    </inkml:context>
    <inkml:brush xml:id="br0">
      <inkml:brushProperty name="width" value="0.025" units="cm"/>
      <inkml:brushProperty name="height" value="0.025" units="cm"/>
    </inkml:brush>
  </inkml:definitions>
  <inkml:trace contextRef="#ctx0" brushRef="#br0">127 22 1880,'-15'-15'15253,"3"8"-7786,9 7-7134,1 0 1,0 0 0,0 0-1,-1 0 1,1 1 0,0-1 0,0 1-1,-1-1 1,1 1 0,0 0-1,0 0 1,0-1 0,-3 3 0,2-1-243,-35 18 558,36-19-633,0 0 0,1 0 0,-1 0 0,1 0 0,-1 1 0,1-1 0,-1 0 0,1 1 0,0-1 0,-1 1 1,1-1-1,0 1 0,0 0 0,0 0 0,0-1 0,1 1 0,-1 0 0,-1 3 0,41-24-676,3 7-39,-36 12-2958</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0.906"/>
    </inkml:context>
    <inkml:brush xml:id="br0">
      <inkml:brushProperty name="width" value="0.025" units="cm"/>
      <inkml:brushProperty name="height" value="0.025" units="cm"/>
    </inkml:brush>
  </inkml:definitions>
  <inkml:trace contextRef="#ctx0" brushRef="#br0">90 37 2889,'1'0'82,"-1"0"1,1 0-1,0 0 1,0 0-1,-1 0 1,1 0-1,0-1 0,0 1 1,-1 0-1,1 0 1,0-1-1,-1 1 1,1 0-1,0-1 1,-1 1-1,1 0 1,0-1-1,-1 1 1,1-1-1,0 0 1,-1-11 4958,0 11-4497,-1 0 1,1-1-1,-1 1 0,1 0 0,-1 0 0,0 0 0,0 0 0,0 0 0,1 1 0,-1-1 0,0 0 0,0 0 0,0 0 0,0 1 0,0-1 0,-1 1 0,1-1 0,0 1 0,0-1 0,0 1 0,0 0 0,-2-1 0,2 1-392,0 1 0,0-1 0,0 0 0,1 1 0,-1-1 0,0 1-1,0-1 1,1 1 0,-1 0 0,0-1 0,1 1 0,-1 0 0,1-1 0,-1 1-1,1 0 1,-1 0 0,1-1 0,-1 1 0,1 0 0,0 1 0,-10 23 656,6-15-407,-3 10-69,0 1 0,1-1 0,-3 24 0,-8 31-49,14-64-288,1 0 0,0 0-1,1 0 1,0 19 0,5-28-2250,7 3-8007,-9-1 4990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1.369"/>
    </inkml:context>
    <inkml:brush xml:id="br0">
      <inkml:brushProperty name="width" value="0.025" units="cm"/>
      <inkml:brushProperty name="height" value="0.025" units="cm"/>
    </inkml:brush>
  </inkml:definitions>
  <inkml:trace contextRef="#ctx0" brushRef="#br0">18 54 2529,'0'3'4579,"-6"-5"349,-6-8 2261,46 7-3934,23-8-2521,3-1-668,-26 10-749,-24 2-1438,0-1 0,0 0-1,15-3 1,21-6-6038</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2.053"/>
    </inkml:context>
    <inkml:brush xml:id="br0">
      <inkml:brushProperty name="width" value="0.025" units="cm"/>
      <inkml:brushProperty name="height" value="0.025" units="cm"/>
    </inkml:brush>
  </inkml:definitions>
  <inkml:trace contextRef="#ctx0" brushRef="#br0">104 3 2889,'3'8'543,"-4"-3"4646,-12-8 4662,5 0-9731,4-5 3290,4 8-3356,0 0 0,0 1-1,0-1 1,0 0 0,0 0 0,0 0 0,0 0-1,0 0 1,0 0 0,-1 0 0,1 0-1,0 0 1,0 0 0,0 0 0,0 0 0,0 0-1,0 0 1,0 0 0,0 0 0,-1 0-1,1 0 1,0 0 0,0 0 0,0 0 0,0 0-1,0 0 1,0 0 0,0 0 0,0 0-1,-1 0 1,1 0 0,0 0 0,0 0 0,0 0-1,0 0 1,0 0 0,0-1 0,0 1 0,0 0-1,0 0 1,0 0 0,0 0 0,-1 0-1,1 0 1,0 0 0,0 0 0,0 0 0,0 0-1,0-1 1,0 1 0,0 0 0,0 0-1,0 0 1,0 0 0,0 0 0,0 0 0,0 0-1,-13 18 1378,3 0-1292,1 1 0,1 0 0,1 0 0,1 1 0,0 0 0,2 0 0,0 1 0,1-1 0,0 25 0,2-33-503,0-10 196,0 1 1,1-1-1,0 0 0,-1 0 1,1 1-1,0-1 0,0 0 1,0 0-1,1 1 0,-1-1 0,1 0 1,-1 0-1,1 0 0,0 3 1,5-8-5697,-3-4-878,1-14-258</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2.704"/>
    </inkml:context>
    <inkml:brush xml:id="br0">
      <inkml:brushProperty name="width" value="0.025" units="cm"/>
      <inkml:brushProperty name="height" value="0.025" units="cm"/>
    </inkml:brush>
  </inkml:definitions>
  <inkml:trace contextRef="#ctx0" brushRef="#br0">7 32 4057,'6'0'5697,"-18"-8"6325,13 7-10508,5 3-1242,1 0-1,0 0 0,-1 0 1,1-1-1,0 1 0,0-2 1,0 1-1,0-1 0,0 0 1,10-2-1,71-14-80,-68 11 26,31-4 795,-30 7 88,-17 2-552,-6 2-57,2-2-511,1 0-1,-1 0 1,0 0-1,0 0 1,0 0-1,0 0 1,0 0-1,0 0 0,0 0 1,0 0-1,0 0 1,0 0-1,0 0 1,0 0-1,0 0 1,0 0-1,1 0 1,-1 0-1,0 1 0,0-1 1,0 0-1,0 0 1,0 0-1,0 0 1,0 0-1,0 0 1,0 0-1,0 0 1,0 0-1,0 0 0,0 0 1,0 0-1,0 0 1,0 0-1,0 1 1,0-1-1,0 0 1,0 0-1,0 0 1,0 0-1,0 0 0,0 0 1,0 0-1,0 0 1,0 0-1,0 0 1,0 0-1,0 0 1,0 0-1,0 1 1,0-1-1,0 0 0,0 0 1,0 0-1,-1 0 1,1 0-1,0 0 1,0 0-1,0 0 1,0 0-1,0 0 1,0 0-1,0 0 0,0 0 1,0 0-1,0 0 1,0 0-1,0 0 1,-1 0-1,11 3-2528,0 1-4901,6 3 1384</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54.320"/>
    </inkml:context>
    <inkml:brush xml:id="br0">
      <inkml:brushProperty name="width" value="0.025" units="cm"/>
      <inkml:brushProperty name="height" value="0.025" units="cm"/>
    </inkml:brush>
  </inkml:definitions>
  <inkml:trace contextRef="#ctx0" brushRef="#br0">479 0 3913,'0'1'92,"0"-1"0,0 1 0,0-1 0,0 1 0,0-1 0,0 1 0,0-1 0,0 0 0,0 1 1,0-1-1,0 1 0,0-1 0,-1 1 0,1-1 0,0 0 0,0 1 0,0-1 0,-1 1 0,1-1 0,0 0 0,-1 1 0,1-1 0,0 0 0,-1 1 1,1-1-1,-1 0 0,0 1 328,1-1 1,-1 0 0,0 0 0,0 0-1,0 0 1,1 0 0,-1-1 0,0 1-1,0 0 1,0 0 0,1 0 0,-1-1-1,0 1 1,0 0 0,1-1 0,-1 1-1,0-1 1,0 0 0,-4-5 6197,20 14-3872,101 52-673,-107-54-1899,-1-1 0,0 1 0,0 1 0,-1-1 0,0 1 0,0 1 0,-1-1 0,7 11 0,-9-11-34,-1-1 1,0 1-1,-1 0 0,1 0 0,-1 0 1,-1 0-1,1 0 0,-1 1 1,-1-1-1,1 0 0,-2 13 1,-3 28 787,-12 56 1,1-15-499,9-60-330,0 0 0,-2-1 1,-16 38-1,7-23 60,8-15-117,-2-1 0,-2-1 0,0 0 0,-20 28 0,20-39-11,-1-1-1,-1-1 1,0 0 0,0-1 0,-1 0-1,-26 13 1,31-17-29,-5-1 75,0 1-1,0-2 1,0 0-1,-29 6 1,0 1-67,-11 5-11,25-6 0,-61 12 0,80-23 0,11-1 0,0 0 0,0 0 0,0 0 0,0 0 0,0 0 0,0 0 0,0 0 0,0 1 0,0-1 0,0 0 0,0 0 0,0 1 0,1-1 0,-1 1 0,0-1 0,0 0 0,0 2 0,2-3 0,3 2-35,-1 0 1,0 0-1,0 0 1,0 0-1,0 0 1,0 0-1,0 1 1,0-1-1,-1 1 1,1 0-1,-1 0 1,1 0-1,2 4 1,14 8-1924,8 1-2562,16 15-3362</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9.060"/>
    </inkml:context>
    <inkml:brush xml:id="br0">
      <inkml:brushProperty name="width" value="0.025" units="cm"/>
      <inkml:brushProperty name="height" value="0.025" units="cm"/>
    </inkml:brush>
  </inkml:definitions>
  <inkml:trace contextRef="#ctx0" brushRef="#br0">0 325 2377,'5'-2'639,"0"-1"0,-1 0 0,1 0 0,-1 0 0,0-1 0,0 0 1,0 1-1,0-1 0,-1 0 0,1-1 0,-1 1 0,0-1 1,-1 1-1,4-7 0,22-29 1713,104-81-50,-18 20-133,-130 117-1559,1 2 1,1 0-1,0 0 1,2 1-1,-15 29 1,24-41-613,0 0 0,0 0 1,1 0-1,0 0 0,0 0 0,1 1 1,-1-1-1,2 1 0,-1-1 1,2 10-1,-1-13 18,1 0 1,0 0-1,0 0 0,0 0 1,1 0-1,-1 0 1,1-1-1,0 1 1,0 0-1,1-1 0,-1 1 1,1-1-1,-1 0 1,1 0-1,0 0 0,0 0 1,1 0-1,-1-1 1,0 0-1,5 3 1,-2-2 12,1 0 1,0 0-1,0 0 0,0-1 1,1 0-1,-1-1 1,0 1-1,1-2 1,-1 1-1,1-1 1,13-1-1,-11 0-165,0 0-1,-1-1 0,1 0 0,-1 0 0,1-1 0,-1-1 1,0 1-1,12-8 0,-19 10-44,0 0 1,-1 0-1,1-1 0,0 1 1,-1 0-1,1-1 1,-1 1-1,0-1 0,1 1 1,1-3-1,12-35-3551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39.634"/>
    </inkml:context>
    <inkml:brush xml:id="br0">
      <inkml:brushProperty name="width" value="0.025" units="cm"/>
      <inkml:brushProperty name="height" value="0.025" units="cm"/>
    </inkml:brush>
  </inkml:definitions>
  <inkml:trace contextRef="#ctx0" brushRef="#br0">167 1 2256,'-20'11'10193,"4"1"-4526,13-8-5221,-1 0 1,1 0-1,0 1 1,0-1-1,1 0 1,-1 1-1,1 0 1,0 0-1,-2 8 1,2-9-310,-9 23 372,11-27-496,0 1 0,0-1 1,0 1-1,-1-1 1,1 0-1,0 1 0,0-1 1,-1 0-1,1 1 1,0-1-1,0 0 1,-1 1-1,1-1 0,0 0 1,-1 1-1,1-1 1,-1 0-1,1 0 0,0 0 1,-1 1-1,1-1 1,-1 0-1,1 0 0,0 0 1,-1 0-1,1 0 1,-1 0-1,1 0 0,-1 0 1,1 0-1,0 0 1,-1 0-1,1 0 0,-1 0 1,1 0-1,-1 0 1,1 0-1,0-1 1,-1 1-1,1 0 0,-1 0 1,1 0-1,0-1 1,-1 1-1,1 0 0,0-1 1,-1 1-1,1 0 1,0 0-1,-1-1 0,1 0 1,-3-1-3,1 0 0,0-1 0,0 1-1,1-1 1,-1 1 0,0-1 0,1 0 0,0 0 0,-1 0 0,0-5 0,2 6-14,0 0-1,0 1 1,1-1 0,-1 0-1,1 0 1,-1 1 0,1-1-1,0 0 1,0 1 0,0-1 0,0 0-1,0 1 1,0 0 0,0-1-1,1 1 1,-1 0 0,0-1-1,1 1 1,-1 0 0,2-1-1,13-13-19,-3 3 211,-23 23 625,5-5-610,-4 4 139,0 0-1,-1 0 1,0 0-1,-1-1 1,-22 14-1,30-64 366,3 40-749,0 1 0,0-1 0,0 1-1,0-1 1,0 1 0,0 0 0,0-1-1,0 1 1,1-1 0,-1 1 0,0-1-1,0 1 1,0 0 0,0-1 0,1 1-1,-1-1 1,0 1 0,1 0 0,-1-1-1,0 1 1,0 0 0,1-1 0,-1 1-1,1 0 1,19 5-3985,28 22-1237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1.083"/>
    </inkml:context>
    <inkml:brush xml:id="br0">
      <inkml:brushProperty name="width" value="0.025" units="cm"/>
      <inkml:brushProperty name="height" value="0.025" units="cm"/>
    </inkml:brush>
  </inkml:definitions>
  <inkml:trace contextRef="#ctx0" brushRef="#br0">716 3 2889,'2'-1'9452,"-1"1"-9182,-4-1 2833,2 7-1213,-39 3 4104,-43 18-5324,-1-4 0,-2-4 0,-127 12 0,177-27-647,-136 8 176,188-6 37,1 0-1,-1 2 0,0 0 1,15 10-1,-4-3-131,39 22 118,-35-18-18,-1-2 0,2-1 0,0-1 0,48 14 1,-73-27-184,-1 0 0,1 1 0,-1 0 1,1 0-1,-1 1 0,0 0 0,0 0 1,-1 0-1,8 7 0,-4-3-1,0-1 87,1-2 0,-1 1 0,14 5 0,-7-4 149,1 7 54,-14-9-28,-13-8 2,9 2-619,0 0 0,0 0 0,1 0-1,-1 0 1,0 0 0,0 0 0,1 0 0,-1 0 0,1 0 0,-1 0 0,1 0-1,-1 0 1,1 0 0,-1-1 0,1 1 0,0 0 0,0 0 0,0 0 0,0-1 0,-1 1-1,2 0 1,-1 0 0,0 0 0,0-1 0,0 1 0,1 0 0,-1-1 0,5-53-9207</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1.829"/>
    </inkml:context>
    <inkml:brush xml:id="br0">
      <inkml:brushProperty name="width" value="0.025" units="cm"/>
      <inkml:brushProperty name="height" value="0.025" units="cm"/>
    </inkml:brush>
  </inkml:definitions>
  <inkml:trace contextRef="#ctx0" brushRef="#br0">18 14 1320,'0'-2'2041,"-2"2"-1849,2-3-96,-2 1-16,-1-2-32,-1 4 0,2-3 24,-1 3-64,1 0 8,2 3 32,0 1-40,5-4-1312,6-7-553</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7.377"/>
    </inkml:context>
    <inkml:brush xml:id="br0">
      <inkml:brushProperty name="width" value="0.025" units="cm"/>
      <inkml:brushProperty name="height" value="0.025" units="cm"/>
    </inkml:brush>
  </inkml:definitions>
  <inkml:trace contextRef="#ctx0" brushRef="#br0">98 70 3889,'-5'-5'7423,"-8"-6"-507,13 10-6780,0 1-1,0 0 0,0 0 0,-1 0 0,1-1 0,0 1 0,0 0 0,0 0 0,0 0 0,-1 0 0,1 0 0,0-1 0,0 1 1,0 0-1,-1 0 0,1 0 0,0 0 0,0 0 0,-1 0 0,1 0 0,0 0 0,0 0 0,0 0 0,-1 0 0,1 0 0,0 0 0,0 0 1,-1 0-1,1 0 0,0 0 0,0 0 0,-1 0 0,1 0 0,0 0 0,0 0 0,0 0 0,-1 0 0,1 0 0,0 1 0,0-1 1,0 0-1,-1 0 0,1 0 0,-2 3 45,0 0 1,0-1-1,0 1 1,0-1-1,0 0 1,-1 0 0,1 0-1,-1 0 1,1 0-1,-1 0 1,0-1-1,0 0 1,0 1-1,-5 1 1,-15 3 232,23-6-409,0 0 0,0 0 0,0 1 1,0-1-1,0 0 0,0 0 0,-1 0 0,1 0 0,0 0 0,0 0 1,0 0-1,0 0 0,0 0 0,0 1 0,0-1 0,-1 0 0,1 0 1,0 0-1,0 0 0,0 0 0,0 0 0,0 0 0,-1 0 0,1 0 1,0 0-1,0 0 0,0 0 0,0 0 0,0 0 0,-1 0 0,1 0 1,0 0-1,0 0 0,0-1 0,0 1 0,0 0 0,0 0 1,-1 0-1,1 0 0,0 0 0,0 0 0,0 0 0,0 0 0,0 0 1,0-1-1,0 1 0,0 0 0,-1 0 0,1 0 0,0 0 0,0 0 1,0 0-1,0-1 0,0 1 0,0 0 0,0 0 0,0 0 0,0 0 1,0 0-1,0-1 0,0 1 0,0 0 0,0 0 0,0 0 0,0 0 1,0 0-1,0-1 0,0 1 0,0 0 0,20-27-102,-18 22 95,1 0 0,0 0 0,1 1 0,-1-1 0,1 1 0,0 0 1,0 0-1,1 0 0,-1 0 0,1 1 0,0-1 0,9-3 0,-14 6 0,0 1-1,0 0 1,0 0 0,1 0-1,-1 0 1,0 0-1,0 0 1,1 0-1,-1 0 1,0 0 0,1 0-1,-1 0 1,0 0-1,0 0 1,1 0 0,-1 0-1,0 0 1,0 0-1,1 0 1,-1 0 0,0 0-1,0 0 1,0 1-1,1-1 1,-1 0-1,0 0 1,0 0 0,1 0-1,-1 0 1,0 1-1,0-1 1,0 0 0,0 0-1,1 0 1,-1 1-1,0-1 1,0 0-1,0 0 1,0 1 0,0-1-1,0 0 1,0 1-1,0 15 52,-11 16 418,9-29-365,1 0 0,-2 0 0,1 0 0,0 0 0,-1 0 0,1 0 0,-1-1 0,-4 4 0,19-28 718,-8 12-861,-5 11-22,-3 3-985,0-1-1271,0 3-3956,-2 10-7546</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48:48.126"/>
    </inkml:context>
    <inkml:brush xml:id="br0">
      <inkml:brushProperty name="width" value="0.025" units="cm"/>
      <inkml:brushProperty name="height" value="0.025" units="cm"/>
    </inkml:brush>
  </inkml:definitions>
  <inkml:trace contextRef="#ctx0" brushRef="#br0">640 47 8,'0'0'210,"1"0"0,-1 0 0,0 0 0,0 0 0,0 0 0,0 1-1,1-1 1,-1 0 0,0 0 0,0 0 0,0 0 0,0 1 0,0-1 0,0 0 0,1 0 0,-1 0 0,0 1 0,0-1 0,0 0-1,0 0 1,0 1 0,0-1 0,0 0 0,0 0 0,0 1 0,0-1 0,0 0 0,0 0 0,0 0 0,0 1 0,0-1 0,0 0-1,0 0 1,-1 1 0,1-1 0,0 0 0,0 0 0,0 0 0,0 0 0,0 1 0,0-1 0,-1 0 0,1 0 0,0 0 0,0 0-1,0 1 1,0-1 0,-1 0 0,-12-4 9614,-1 1-4787,1 7-4812,-1-1 0,1 0 1,-1-1-1,1 0 1,-1-1-1,-23-1 0,36 0-224,1 0 0,0 0-1,0 0 1,0 0-1,0 0 1,0 0 0,0 0-1,0 0 1,0-1 0,0 1-1,0 0 1,-1 0-1,1 0 1,0 0 0,0 0-1,0 0 1,0 0 0,0 0-1,0-1 1,0 1-1,0 0 1,0 0 0,0 0-1,0 0 1,0 0 0,0 0-1,0 0 1,0-1-1,0 1 1,0 0 0,0 0-1,0 0 1,0 0 0,0 0-1,0 0 1,0 0-1,0-1 1,0 1 0,0 0-1,0 0 1,1 0 0,-1 0-1,0 0 1,0 0-1,0 0 1,0 0 0,0 0-1,0 0 1,0-1 0,0 1-1,0 0 1,1 0-1,-1 0 1,0 0 0,0 0-1,0 0 1,0 0 0,0 0-1,0 0 1,0 0-1,1 0 1,11-10 1,16-8-11,-22 14-3,1 0-1,0 1 0,-1-1 0,2 1 0,-1 0 0,0 1 0,0 0 1,1 0-1,-1 1 0,15-2 0,-21 4 10,-1-1 1,0 1-1,0-1 0,1 0 1,-1 1-1,0-1 0,0 1 1,0-1-1,0 1 0,1-1 1,-1 1-1,0-1 0,0 1 1,0 0-1,0-1 0,0 1 1,0-1-1,0 1 0,-1-1 1,1 1-1,0-1 0,0 1 1,0-1-1,0 1 0,-1-1 1,1 0-1,0 1 0,0-1 1,-1 1-1,1-1 0,0 1 1,-1-1-1,1 0 0,-1 1 1,0 0-1,-14 19 388,12-15-288,-2-1-1,1 0 1,0 1 0,-1-2-1,0 1 1,0 0-1,0-1 1,0 0-1,-1 0 1,1-1-1,-1 1 1,-6 1-1,36-29 147,-12 14-297,-9 8 53,-1 1 0,0-1 0,1 1 0,-1 0 0,1 0 0,0 0 0,0 0 0,0 0 0,0 0 0,0 1 0,0-1 0,0 1 0,7-1 0,-33 31 216,-5 14 185,-45 90 0,9-13-168,56-106-252,-2-1 0,1 0 1,-2 0-1,1-1 0,-2 0 0,1-1 1,-2-1-1,1 0 0,-1 0 0,-15 7 1,11-8-763,-1-1 1,1-1-1,-1 0 1,0-1-1,-32 5 1,-108 10-6810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08.643"/>
    </inkml:context>
    <inkml:brush xml:id="br0">
      <inkml:brushProperty name="width" value="0.025" units="cm"/>
      <inkml:brushProperty name="height" value="0.025" units="cm"/>
    </inkml:brush>
  </inkml:definitions>
  <inkml:trace contextRef="#ctx0" brushRef="#br0">1 98 3697,'9'-12'5831,"-6"8"-4805,0 0 0,0 0 0,1 0 0,-1 1 0,9-7 0,-12 10-938,1-1 1,0 1-1,0 0 0,0-1 0,-1 1 1,1 0-1,0 0 0,0-1 0,0 1 1,0 0-1,0 0 0,-1 0 0,1 0 1,0 0-1,0 0 0,0 0 0,0 0 1,0 1-1,0-1 0,-1 0 0,1 0 1,0 1-1,0-1 0,0 1 0,-1-1 1,1 1-1,0-1 0,0 1 0,-1-1 1,1 1-1,-1-1 0,1 1 1,0 0-1,-1-1 0,1 1 0,-1 0 1,1 0-1,-1-1 0,0 1 0,1 0 1,-1 1-1,5 7 185,-1 1 0,0-1 0,-1 1 0,0 0 1,0 1-1,1 18 0,2 68 563,-5-68-629,-10 93 929,3-186-320,4 52-822,0 0 0,1 0 0,0 0-1,1 0 1,0 0 0,3-17 0,2 14-2,0 1 0,1-1 0,0 1 0,1 0-1,0 0 1,1 1 0,1 0 0,0 0 0,1 1 0,0 0 0,1 1 0,0 0 0,1 1 0,0 0 0,1 1 0,0 1 0,0-1 0,28-11 0,-39 20 5,-1-1 0,0 1 0,0 0-1,0-1 1,0 1 0,1 0-1,-1 0 1,0 0 0,0 0-1,0 0 1,1 0 0,-1 0-1,0 1 1,0-1 0,0 0 0,0 1-1,0-1 1,1 1 0,-1-1-1,0 1 1,0-1 0,0 1-1,0 0 1,0-1 0,0 1-1,-1 0 1,1 0 0,0 0 0,0 0-1,-1 0 1,1 0 0,0 0-1,-1 0 1,1 0 0,-1 0-1,1 0 1,-1 0 0,1 0-1,-1 2 1,2 5 15,0 1 0,0-1 0,-1 1-1,0 11 1,-1-11 37,3 73 819,-3 1-1,-12 89 0,11-165-1378,-2 15 2377,6-19-3695,7-13-4956,3-13 455</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09.261"/>
    </inkml:context>
    <inkml:brush xml:id="br0">
      <inkml:brushProperty name="width" value="0.025" units="cm"/>
      <inkml:brushProperty name="height" value="0.025" units="cm"/>
    </inkml:brush>
  </inkml:definitions>
  <inkml:trace contextRef="#ctx0" brushRef="#br0">18 34 4089,'-6'4'921,"5"-4"-616,1 0-1,0 0 1,0 1-1,-1-1 1,1 0 0,0 0-1,-1 0 1,1 0-1,0 0 1,-1 0-1,1 0 1,0 0 0,-1 0-1,1 0 1,0 0-1,-1 0 1,1 0 0,0 0-1,0 0 1,-1 0-1,1 0 1,0-1-1,-1 1 1,1 0 0,0 0-1,0 0 1,-1 0-1,1-1 1,0 1 0,0 0-1,-1 0 1,1 0-1,0-1 1,0 1-1,0 0 1,-1 0 0,1-1-1,0 1 1,0 0-1,0-1 1,0 1 0,0 0-1,-1 0 1,1-1-1,0 1 1,0-1-1,6-1 3129,11 0-3309,-14 1 224,98-11 1095,127 0-1,-217 14-454,5 2-7495,0-5 893,21-6-4111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1.600"/>
    </inkml:context>
    <inkml:brush xml:id="br0">
      <inkml:brushProperty name="width" value="0.025" units="cm"/>
      <inkml:brushProperty name="height" value="0.025" units="cm"/>
    </inkml:brush>
  </inkml:definitions>
  <inkml:trace contextRef="#ctx0" brushRef="#br0">1 64 4601,'13'4'7385,"6"-7"-4200,9 0-2124,-27 3-985,0 1 0,0-1 0,0 0 0,0 0 0,0 0 1,0 1-1,0-1 0,0 1 0,0-1 0,-1 0 0,1 1 0,0 0 0,0-1 1,0 1-1,0-1 0,-1 1 0,1 0 0,0 0 0,-1-1 0,1 1 0,0 0 0,0 2 1,3 7 166,0 0 0,-1 1 1,0-1-1,0 1 1,-2 0-1,1 0 1,-1 0-1,-1-1 1,0 1-1,0 0 1,-1 0-1,-3 13 0,2-14-161,0 0 0,0 0-1,-1 0 1,-1 0-1,0 0 1,0-1-1,-1 1 1,0-1-1,-1-1 1,0 1-1,0-1 1,-15 15-1,21-22-77,0-1 0,0 0 0,-1 1 0,1-1 1,0 0-1,-1 0 0,1 1 0,0-1 0,-1 0 0,1 0 0,0 0 0,-1 1 0,1-1 0,0 0 0,-1 0 0,1 0 0,-1 0 0,1 0 0,0 0 0,-1 0 0,1 0 0,-1 0 0,1 0 0,0 0 0,-1 0 0,1 0 0,-1 0 0,1 0 0,0 0 0,-1 0 0,1 0 0,0-1 0,-1 1 0,1 0 0,0 0 0,-1-1 0,-6-16 276,4-23 113,3 31-400,1 0 0,0 0 0,1 0 0,0 0 0,0 0 0,1 0 0,0 1 0,0 0 0,1-1 0,1 1 0,-1 0 0,1 1 0,0-1 0,1 1 0,0 0 0,0 1 0,12-11 0,9-4-29,1 0 0,0 2 0,41-20 0,-54 31 34,-5 2 1,-1 0 3,0 1-1,0 0 1,0 1 0,1 0 0,-1 0-1,1 1 1,0 0 0,17-2 0,-26 5 1,0 1 1,1-1 0,-1 1 0,0-1-1,0 1 1,1-1 0,-1 1 0,0 0-1,0-1 1,0 1 0,0 0 0,0 0-1,0 0 1,0 0 0,0 0 0,0 0 0,-1 0-1,1 0 1,0 0 0,-1 1 0,1-1-1,0 0 1,-1 0 0,0 1 0,1-1-1,-1 0 1,0 1 0,1 1 0,5 43 446,-6-44-425,2 38 337,3 113 984,-6-146-1203,-1-1 1,1 0-1,-1 0 0,0 1 0,-1-1 1,1-1-1,-1 1 0,0 0 0,-1-1 1,1 1-1,-1-1 0,0 0 1,-1 0-1,1-1 0,-1 1 0,-9 6 1,7-5-33,0 1 0,0-1 0,1 2 0,0-1 1,0 1-1,-6 10 0,22-20-521,5-5-968,13-6-1246,37-20-2462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2.015"/>
    </inkml:context>
    <inkml:brush xml:id="br0">
      <inkml:brushProperty name="width" value="0.025" units="cm"/>
      <inkml:brushProperty name="height" value="0.025" units="cm"/>
    </inkml:brush>
  </inkml:definitions>
  <inkml:trace contextRef="#ctx0" brushRef="#br0">0 31 3713,'4'1'10040,"7"-1"-7379,9-2 163,36 4 0,11-1-1704,142-25-696,-194 17-2050,-18 5-1649,-12 4-1576,-26 5-1673</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2.428"/>
    </inkml:context>
    <inkml:brush xml:id="br0">
      <inkml:brushProperty name="width" value="0.025" units="cm"/>
      <inkml:brushProperty name="height" value="0.025" units="cm"/>
    </inkml:brush>
  </inkml:definitions>
  <inkml:trace contextRef="#ctx0" brushRef="#br0">2 1 4521,'0'0'313,"0"0"1,0 0-1,0 0 1,0 1-1,-1-1 1,1 0-1,0 0 1,0 1-1,0-1 0,0 0 1,0 1-1,0-1 1,0 0-1,0 0 1,0 1-1,0-1 1,0 0-1,0 0 0,0 1 1,0-1-1,0 0 1,0 1-1,0-1 1,0 0-1,0 0 1,1 1-1,-1-1 1,0 0-1,0 0 0,0 0 1,0 1-1,1-1 1,-1 0-1,0 0 1,0 0-1,0 1 1,1-1-1,-1 0 0,0 0 1,0 0-1,1 0 1,-1 1-1,20 9 4138,23 2-2593,-27-9-1520,0-1 0,0-1-1,1 0 1,-1-1 0,0-1 0,1 0 0,-1-2 0,30-7 0,-39 8-217,3-2 316,-15 7-186,9-1-963,13 2-4903,7-3 428</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7.434"/>
    </inkml:context>
    <inkml:brush xml:id="br0">
      <inkml:brushProperty name="width" value="0.025" units="cm"/>
      <inkml:brushProperty name="height" value="0.025" units="cm"/>
    </inkml:brush>
  </inkml:definitions>
  <inkml:trace contextRef="#ctx0" brushRef="#br0">581 14 3945,'1'2'164,"0"-1"0,1 0 1,-1 0-1,0 0 0,1 0 0,-1 0 1,0 0-1,1 0 0,-1-1 1,1 1-1,0 0 0,-1-1 0,1 1 1,-1-1-1,1 0 0,0 1 0,1-1 1,-2 0 94,0-1 0,0 1 1,0 0-1,0-1 0,0 1 1,0-1-1,0 1 0,0-1 0,0 1 1,0-1-1,0 0 0,0 1 1,-1-1-1,1 0 0,0 0 1,0 1-1,-1-1 0,1 0 1,-1 0-1,1 0 0,-1 0 1,1 0-1,-1 0 0,1 0 0,-1 0 1,0 0-1,0 0 0,1-2 1,-1 3-198,0 0-1,0 0 1,0 0 0,0 0 0,0 0 0,0-1 0,0 1 0,0 0-1,0 0 1,0 0 0,0 0 0,0 0 0,0-1 0,0 1-1,0 0 1,0 0 0,0 0 0,0 0 0,0 0 0,0-1 0,0 1-1,0 0 1,0 0 0,0 0 0,-1 0 0,1 0 0,0 0-1,0-1 1,0 1 0,0 0 0,0 0 0,0 0 0,0 0 0,-1 0-1,1 0 1,0 0 0,0 0 0,0 0 0,0 0 0,0-1 0,0 1-1,-1 0 1,1 0 0,0 0 0,0 0 0,-11 2 1344,-15 10-788,22-9-465,-60 28 264,-98 65-1,113-65-313,24-15-26,0 1 0,1 1 0,0 1-1,2 1 1,0 1 0,2 1 0,0 1-1,1 0 1,2 2 0,-26 45 0,39-60 16,-4 4 39,0 1 0,2 0 0,0 0 0,1 1 0,-6 26 0,10-39-114,1 0 1,0 1-1,0-1 0,0 0 1,0 0-1,1 0 1,-1 1-1,1-1 0,0 0 1,0 0-1,0 0 1,0 0-1,0 0 0,4 5 1,-3-6-8,1 1 1,-1 0-1,1-1 1,0 0-1,0 1 1,0-1-1,0 0 1,0 0 0,0-1-1,1 1 1,-1-1-1,1 0 1,-1 0-1,1 0 1,6 1-1,12 3 24,-1-2-1,1-1 0,33 0 1,-48-2-24,1 0 1,-1-1 0,0-1 0,0 1-1,0-1 1,0 0 0,0-1-1,0 0 1,0 0 0,-1 0 0,0-1-1,1 0 1,-1 0 0,7-7 0,-9 8 1,4-4 12,-1 0 0,0-1 0,0 1-1,9-15 1,-15 20-7,0 0 0,1 0 0,-1 0 0,-1-1 0,1 1 0,0 0 0,0-1 0,-1 1 0,1 0 0,-1-1 0,0 1 0,0-1 0,0 1-1,0 0 1,0-1 0,0 1 0,-1-1 0,1 1 0,-1 0 0,0-1 0,1 1 0,-1 0 0,0 0 0,0 0 0,-3-4 0,-2-4 9,-1 0 0,-1 1 0,0 0 0,0 0 0,0 0 0,-1 1 0,-1 0 1,-11-7-1,13 10 146,-1 1 0,0 0 0,0 1 1,0 0-1,-1 0 0,1 0 0,-1 1 1,1 1-1,-1 0 0,-17 0 0,-12 1 1433,38 0-1254,3 3 1438,9 18-5067,-10-19 2585,0 0 0,0 0 0,1-1-1,-1 1 1,1-1 0,-1 1 0,1-1-1,0 0 1,0 1 0,-1-1 0,1 0-1,4 1 1,46 10-10752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7.847"/>
    </inkml:context>
    <inkml:brush xml:id="br0">
      <inkml:brushProperty name="width" value="0.025" units="cm"/>
      <inkml:brushProperty name="height" value="0.025" units="cm"/>
    </inkml:brush>
  </inkml:definitions>
  <inkml:trace contextRef="#ctx0" brushRef="#br0">52 20 4353,'-4'-2'9693,"-4"-1"-4305,-17-6 1288,10 8-2538,27-4-4970,-1 7-4878,-5 9-784</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0:18.262"/>
    </inkml:context>
    <inkml:brush xml:id="br0">
      <inkml:brushProperty name="width" value="0.025" units="cm"/>
      <inkml:brushProperty name="height" value="0.025" units="cm"/>
    </inkml:brush>
  </inkml:definitions>
  <inkml:trace contextRef="#ctx0" brushRef="#br0">239 0 3049,'0'0'816,"-5"3"5945,3-1-3016,-5-2-1961,1 7 113,-3 1 63,-7 10-351,0 5-385,-1 3-496,-6-1-416,1 1-312,0 1-24,-3 0-1872,-44 58-5722</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11.493"/>
    </inkml:context>
    <inkml:brush xml:id="br0">
      <inkml:brushProperty name="width" value="0.025" units="cm"/>
      <inkml:brushProperty name="height" value="0.025" units="cm"/>
    </inkml:brush>
  </inkml:definitions>
  <inkml:trace contextRef="#ctx0" brushRef="#br0">40 17 5361,'-3'-7'3566,"-3"-2"4303,6 9-7721,0 0 468,-1 3-396,0-1 1,0 1 0,0-1-1,1 1 1,-1 0 0,1-1-1,-1 1 1,1 0-1,0 0 1,0-1 0,0 1-1,1 4 1,-1-4 10,4 112 749,-1-71-351,-1 0 0,-3-1 1,-11 79-1,7-93-110,1 57 1,-1-2 181,2 5 1198,4-60-1136,-7 45 0,7-35-633,1-25 39,-1-17 592,5-9-447,3 6-5102,1 4-1075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1.974"/>
    </inkml:context>
    <inkml:brush xml:id="br0">
      <inkml:brushProperty name="width" value="0.025" units="cm"/>
      <inkml:brushProperty name="height" value="0.025" units="cm"/>
    </inkml:brush>
  </inkml:definitions>
  <inkml:trace contextRef="#ctx0" brushRef="#br0">20 211 3841,'-12'2'11015,"10"5"-5155,13 14-3420,1 0-2580,-9-14 153,0 1 0,-1-1 0,0 1 0,0 0 0,0 12 0,-1-18 18,-1 0 1,0-1-1,0 1 0,1 0 1,-1 0-1,0 0 1,-1-1-1,1 1 0,0 0 1,0 0-1,-1 0 0,1-1 1,-1 1-1,0 0 1,1-1-1,-1 1 0,0 0 1,0-1-1,0 1 0,0-1 1,0 0-1,0 1 1,-1-1-1,1 0 0,0 1 1,-1-1-1,1 0 0,-1 0 1,1 0-1,-3 1 0,3-2 0,0 0-1,1 0 0,-1 0 0,0 0 0,1 0 0,-1 0 1,0 0-1,0 0 0,1-1 0,-1 1 0,0 0 0,1 0 1,-1-1-1,0 1 0,1 0 0,-1-1 0,1 1 0,-1 0 1,1-1-1,-1 1 0,1-1 0,-1 1 0,1-1 0,-1 1 1,1-1-1,-1 0 0,1 1 0,0-1 0,-1 1 0,1-1 1,0 0-1,0 1 0,-1-1 0,1 0 0,0 1 0,0-1 1,0 0-1,0 0 0,0 1 0,0-1 0,0 0 0,0 1 0,0-2 1,4-32-225,3 18 122,0 0 1,1 0-1,0 0 1,2 1-1,-1 0 0,2 1 1,0 0-1,15-14 0,-1 4-69,2 0 1,0 2-1,35-22 0,2 9 47,-57 32 73,-1 1 0,1 0 0,0-1 0,0 2 0,0-1 0,0 1 0,0 0 0,8 0 0,-14 2 19,0-1 0,1 0 0,-1 0 0,0 1 0,0-1-1,0 1 1,1-1 0,-1 1 0,0-1 0,0 1 0,0 0 0,0 0 0,0-1 0,0 1-1,0 0 1,0 0 0,-1 0 0,1 0 0,0 0 0,0 0 0,-1 0 0,1 0 0,-1 0-1,1 1 1,-1-1 0,1 0 0,-1 0 0,0 0 0,1 3 0,1 42 223,-2-36-179,0 15 297,-2 0 0,-1-1 0,0 1 0,-2-1 0,-10 32 0,63-66-4993,37-11-1552</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2.337"/>
    </inkml:context>
    <inkml:brush xml:id="br0">
      <inkml:brushProperty name="width" value="0.025" units="cm"/>
      <inkml:brushProperty name="height" value="0.025" units="cm"/>
    </inkml:brush>
  </inkml:definitions>
  <inkml:trace contextRef="#ctx0" brushRef="#br0">1 1 2929,'32'0'12613,"24"-1"-5316,8 3-6979,-41-1-1167,-1 1 0,0 2 0,39 10 1,-57-13 385,-3-1 295,-1 0 0,1 0 1,0 0-1,0 1 0,0-1 0,-1 0 0,1 0 0,0 1 0,0-1 1,-1 1-1,1-1 0,0 0 0,-1 1 0,1-1 0,0 1 0,-1 0 1,1-1-1,-1 1 0,1-1 0,-1 1 0,1 0 0,-1-1 0,0 1 1,1 0-1,-1 0 0,0-1 0,1 2 0,-4 14-3981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2.542"/>
    </inkml:context>
    <inkml:brush xml:id="br0">
      <inkml:brushProperty name="width" value="0.025" units="cm"/>
      <inkml:brushProperty name="height" value="0.025" units="cm"/>
    </inkml:brush>
  </inkml:definitions>
  <inkml:trace contextRef="#ctx0" brushRef="#br0">9 0 5961,'-2'4'2657,"-2"-1"4232,1 3-4552,10-1-441,7-1-95,6-1-481,13 1-576,5-4-440,6-2-304,5 0-408,12-5-2153,135-7-3568</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172"/>
    </inkml:context>
    <inkml:brush xml:id="br0">
      <inkml:brushProperty name="width" value="0.025" units="cm"/>
      <inkml:brushProperty name="height" value="0.025" units="cm"/>
    </inkml:brush>
  </inkml:definitions>
  <inkml:trace contextRef="#ctx0" brushRef="#br0">5 678 3721,'-5'27'9762,"16"-40"-2482,7-10-7423,332-437-279,-196 252 115,-154 208 329,0 0 1,0 0 0,0 0-1,-1 1 1,1-1-1,0 0 1,0 0-1,0 0 1,0 1-1,0-1 1,0 0-1,0 0 1,0 0 0,0 0-1,0 1 1,0-1-1,0 0 1,1 0-1,-1 0 1,0 1-1,0-1 1,0 0-1,0 0 1,0 0-1,0 0 1,0 1 0,0-1-1,1 0 1,-1 0-1,0 0 1,0 0-1,0 0 1,0 0-1,0 1 1,1-1-1,-1 0 1,0 0 0,0 0-1,0 0 1,1 0-1,-1 0 1,0 0-1,0 0 1,0 0-1,0 0 1,1 0-1,-1 0 1,0 0-1,0 0 1,0 0 0,1 0-1,-1 0 1,0 0-1,0 0 1,0 0-1,1 0 1,-1 0-1,0 0 1,0-1-1,0 1 1,0 0 0,0 0-1,1 0 1,-1 0-1,0 0 1,0 0-1,0-1 1,0 1-1,3 31 887,-8 38 62,-20 86 691,9-75-1238,5 2 0,-2 90 0,15-155-277,-2-17-169,1 0 0,-1 0 1,0 1-1,0-1 0,0 0 0,0 0 0,0 0 0,0 0 0,0 0 1,1 0-1,-1 0 0,0 1 0,0-1 0,0 0 0,0 0 0,0 0 1,1 0-1,-1 0 0,0 0 0,0 0 0,0 0 0,0 0 0,1 0 1,-1 0-1,0 0 0,0 0 0,0 0 0,0 0 0,0 0 0,1 0 1,-1 0-1,0 0 0,0 0 0,0 0 0,0 0 0,1 0 0,-1-1 1,0 1-1,0 0 0,0 0 0,0 0 0,0 0 0,0 0 0,1 0 1,-1 0-1,0-1 0,2-1-577,0-1 1,-1 0-1,1 0 0,-1 0 1,1 0-1,-1 0 0,0-1 1,0 1-1,0-5 0,11-53-5751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348"/>
    </inkml:context>
    <inkml:brush xml:id="br0">
      <inkml:brushProperty name="width" value="0.025" units="cm"/>
      <inkml:brushProperty name="height" value="0.025" units="cm"/>
    </inkml:brush>
  </inkml:definitions>
  <inkml:trace contextRef="#ctx0" brushRef="#br0">0 0 9578,'3'0'7770,"1"2"-5562,10 3 169,10-1-225,12 5-1088,8-4-680,5-3-272,3 0-112,-6-2-784,1-2-1816,71 0-3394</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538"/>
    </inkml:context>
    <inkml:brush xml:id="br0">
      <inkml:brushProperty name="width" value="0.025" units="cm"/>
      <inkml:brushProperty name="height" value="0.025" units="cm"/>
    </inkml:brush>
  </inkml:definitions>
  <inkml:trace contextRef="#ctx0" brushRef="#br0">29 1 13203,'-7'2'7441,"3"-2"-4648,-3 4 64,3-2-361,-3-2 833,14 0-3329,-5 0-8,5-2-664,4 4-969,9 1-1119,67-1-3850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3.890"/>
    </inkml:context>
    <inkml:brush xml:id="br0">
      <inkml:brushProperty name="width" value="0.025" units="cm"/>
      <inkml:brushProperty name="height" value="0.025" units="cm"/>
    </inkml:brush>
  </inkml:definitions>
  <inkml:trace contextRef="#ctx0" brushRef="#br0">273 11 2593,'-14'-8'13592,"4"6"-7705,9 2-5709,-1 1-1,1 0 1,0 0 0,0 0-1,0 0 1,-1 0-1,1 0 1,0 0 0,0 0-1,0 1 1,1-1 0,-1 0-1,0 0 1,0 1 0,1-1-1,-2 3 1,-111 219 3990,37-74-3856,66-128-342,4-11-90,0 1 1,1 0-1,0 0 0,-3 15 1,8-25 37,0-1 0,-1 0 1,1 1-1,0-1 1,0 1-1,0-1 1,0 1-1,0-1 0,0 0 1,-1 1-1,1-1 1,0 1-1,0-1 1,0 1-1,1-1 0,-1 1 1,0-1-1,0 0 1,0 1-1,0-1 1,0 1-1,0-1 1,1 0-1,-1 1 0,0-1 1,0 0-1,1 1 1,-1-1-1,0 1 1,1-1-1,-1 0 0,0 0 1,1 1-1,-1-1 1,0 0-1,1 0 1,-1 1-1,1-1 0,1 0-436,0 0-1,0 0 0,0-1 1,0 1-1,1-1 0,-1 1 0,0-1 1,0 0-1,0 0 0,-1 0 0,5-2 1,56-33-7458</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4.255"/>
    </inkml:context>
    <inkml:brush xml:id="br0">
      <inkml:brushProperty name="width" value="0.025" units="cm"/>
      <inkml:brushProperty name="height" value="0.025" units="cm"/>
    </inkml:brush>
  </inkml:definitions>
  <inkml:trace contextRef="#ctx0" brushRef="#br0">86 85 4337,'-1'0'554,"0"0"0,1 1 0,-1-1 0,0 0 0,1 1 0,-1-1 0,0 1 0,1-1 0,-1 1 0,1-1 0,-1 1 0,1-1 0,-1 1 1,1 0-1,-1-1 0,1 1 0,0 0 0,-1-1 0,1 1 0,0 0 0,-1 0 0,1-1 0,0 1 0,0 0 0,0 0 0,0 1 0,0-1-219,0 1 0,1-1 1,-1 1-1,1 0 0,0-1 0,-1 1 0,1-1 0,0 0 0,0 1 1,0-1-1,0 0 0,1 2 0,2 1-151,0 0-1,0 0 0,1 0 1,0 0-1,-1-1 1,8 4-1,-4-4-70,0-1-1,0 1 1,0-1-1,0-1 1,0 0-1,1 0 1,16 0 0,-20-1-99,0 0 0,0-1 0,0 1 1,0-1-1,0 0 0,0 0 1,0-1-1,0 1 0,0-1 1,-1 0-1,1-1 0,-1 1 1,1-1-1,4-4 0,-7 5-28,-1 0 0,0 0-1,0 0 1,0 0 0,0 0-1,0 0 1,0 0 0,0-1-1,-1 1 1,1 0-1,-1 0 1,0-1 0,0 1-1,0 0 1,0-1 0,0 1-1,0 0 1,0-1 0,-1 1-1,1 0 1,-1 0 0,0-1-1,0 1 1,0 0 0,0 0-1,0 0 1,0 0 0,0 0-1,-2-2 1,-1-2-73,0 0 0,-1 0-1,1 0 1,-1 1 0,-1-1 0,1 1-1,-12-9 1,11 11 80,0 1-1,0-1 1,0 1 0,0 0 0,0 0-1,0 1 1,-1 0 0,1 0-1,0 0 1,-1 1 0,1 0 0,-1 0-1,1 0 1,-1 1 0,1 0-1,0 1 1,0-1 0,-1 1 0,-9 5-1,10-5 27,0 1-1,0 0 0,0 1 1,0-1-1,0 1 0,1 1 1,0-1-1,0 1 0,0-1 1,0 2-1,1-1 0,0 0 1,0 1-1,0 0 0,1 0 1,0 0-1,0 0 0,-3 10 1,5-12-32,0 0 0,1 1 0,0-1 0,0 0 0,0 1 0,0-1 0,1 1 0,-1-1 0,1 0 0,0 0 0,1 1 0,-1-1 0,1 0 0,-1 0 0,1 0 0,0-1 0,1 1 0,-1 0 0,1-1 0,0 1 0,0-1 0,0 0 0,5 5 0,0-1-537,1 0 0,0-1 0,0 0 0,1 0-1,0-1 1,0 0 0,0-1 0,13 5 0,-15-7-305,1 0 1,-1-1-1,0 0 0,13 0 0,81-3-4341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4.636"/>
    </inkml:context>
    <inkml:brush xml:id="br0">
      <inkml:brushProperty name="width" value="0.025" units="cm"/>
      <inkml:brushProperty name="height" value="0.025" units="cm"/>
    </inkml:brush>
  </inkml:definitions>
  <inkml:trace contextRef="#ctx0" brushRef="#br0">1 78 1992,'2'-2'950,"1"-1"0,-1 1-1,0-1 1,0 0-1,0 0 1,0 0 0,-1 0-1,1 0 1,-1 0-1,1 0 1,-1-1 0,0 1-1,-1 0 1,1-1-1,0 1 1,-1-1 0,0 1-1,0-1 1,0 1-1,0-1 1,-1-3 0,1 7-879,0-1 1,0 1 0,0 0 0,0 0 0,0 0-1,0 0 1,0-1 0,-1 1 0,1 0 0,0 0-1,0 0 1,0 0 0,0-1 0,0 1 0,0 0-1,0 0 1,0 0 0,-1 0 0,1 0 0,0-1 0,0 1-1,0 0 1,0 0 0,0 0 0,-1 0 0,1 0-1,0 0 1,0 0 0,0 0 0,0 0 0,-1 0-1,1-1 1,0 1 0,0 0 0,0 0 0,-1 0-1,1 0 1,0 0 0,0 0 0,0 1 0,-1-1 0,1 0-1,0 0 1,0 0 0,0 0 0,0 0 0,-1 0-1,1 0 1,0 0 0,0 0 0,0 0 0,0 1-1,0-1 1,-1 0 0,1 0 0,0 0 0,0 0-1,0 0 1,0 1 0,0-1 0,0 0 0,0 0-1,-1 0 1,-5 14 839,8-7-863,-1 0 0,1-1 0,0 1 1,1-1-1,-1 1 0,1-1 0,0 0 0,1 0 0,0 0 0,0-1 0,0 1 0,8 7 1,-10-13-113,-1 1 0,1 0 0,0-1 0,-1 0 0,1 1 1,0-1-1,0 0 0,-1 0 0,1 0 0,0 0 0,0 0 1,-1 0-1,1-1 0,0 1 0,0-1 0,-1 1 1,1-1-1,0 1 0,-1-1 0,3-1 0,34-21-504,-35 22 603,28-28-82,-27 23 149,1 1 0,0 1 0,0-1 0,1 1 0,9-7 0,-16 12-49,0 0 1,1 0-1,-1 0 0,1 1 0,-1-1 0,1 0 0,0 0 0,0 0 0,-1 1 1,1-1-1,0 0 0,0 0 0,0 1 0,0-1 0,0 0 0,1 0 1,-1 0-1,0 1 0,0-1 0,1 0 0,0 2 0,10 29-111,-11-30-125,1 1 0,1-1 0,-1 0 0,0 1 0,1-1-1,-1 0 1,1 0 0,0 0 0,-1 0 0,1 0 0,0 0 0,0-1 0,0 1 0,1-1-1,-1 1 1,4 1 0,0-1-832,0-1-1,1 1 1,-1-1-1,1 0 1,-1-1-1,1 1 1,12-2-1,87-8-8387</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5.161"/>
    </inkml:context>
    <inkml:brush xml:id="br0">
      <inkml:brushProperty name="width" value="0.025" units="cm"/>
      <inkml:brushProperty name="height" value="0.025" units="cm"/>
    </inkml:brush>
  </inkml:definitions>
  <inkml:trace contextRef="#ctx0" brushRef="#br0">790 1 6513,'-29'6'9553,"0"1"-3479,-28 11-1222,45-13-4688,-1 1 0,1 0 0,0 1 0,0 0 0,0 0-1,-16 16 1,27-22-160,-1 0-1,1 0 1,0 0-1,0 1 0,0-1 1,0 0-1,0 0 1,0 1-1,0-1 0,0 1 1,1-1-1,-1 1 1,0-1-1,1 1 1,-1 0-1,1 2 0,0-3-18,0 0-1,0 0 1,0 0-1,0 0 1,1 0-1,-1 0 1,0 0 0,1 0-1,-1-1 1,1 1-1,-1 0 1,1 0-1,-1 0 1,1-1-1,0 1 1,-1 0-1,1-1 1,0 1-1,0 0 1,1 0-1,2 1-66,-1 0-1,1 0 0,0-1 0,0 0 0,0 0 1,0 0-1,0 0 0,0 0 0,0-1 1,0 0-1,0 0 0,5 0 0,6-2-122,0 0-1,0 0 1,0-2-1,-1 0 0,1-1 1,-1 0-1,0-1 1,0-1-1,-1 0 0,0-1 1,17-12-1,-30 20 229,-1 0 0,1 0-1,0 0 1,0 0 0,0 0 0,0 0-1,0 0 1,0 0 0,0 0 0,0 0-1,0-1 1,-1 1 0,1 0 0,0 0-1,0 0 1,0 0 0,0 0 0,0 0-1,0 0 1,0 0 0,0 0 0,0 0-1,0 0 1,0-1 0,0 1-1,0 0 1,0 0 0,0 0 0,0 0-1,0 0 1,0 0 0,0 0 0,0 0-1,0 0 1,0-1 0,0 1 0,0 0-1,0 0 1,0 0 0,0 0 0,0 0-1,0 0 1,0 0 0,0 0 0,0 0-1,0-1 1,0 1 0,0 0 0,0 0-1,0 0 1,0 0 0,1 0-1,-1 0 1,-18 4 597,-24 13-431,30-10-181,0 0-1,0 1 1,1 0 0,0 1 0,1 1 0,-1-1 0,2 2 0,0-1 0,0 1 0,1 1-1,0 0 1,0 0 0,2 0 0,-8 19 0,-4 17 66,2 2 0,-15 83-1,-8 24-54,38-153-8,-5 13 8,1 0 1,-2-1 0,0 0 0,-17 27-1,22-40 10,0-1-1,0 1 0,0 0 0,0-1 1,0 0-1,0 0 0,0 1 0,-1-1 1,1 0-1,-1-1 0,1 1 0,-1 0 1,0-1-1,0 0 0,0 1 0,0-1 1,0 0-1,0-1 0,0 1 0,0 0 1,0-1-1,0 0 0,0 0 0,-1 0 1,1 0-1,0 0 0,0 0 0,0-1 0,0 0 1,0 0-1,0 0 0,0 0 0,0 0 1,-5-3-1,-12-7 69,1-1 0,0-2 1,-30-26-1,-47-55-55,67 65-26,8 9-50,-37-40 87,54 56-140,-1-1 1,1 1 0,1-1-1,-1 0 1,1 0 0,0 0-1,1-1 1,-1 1 0,-1-9 0,4 14-29,0-1 0,-1 1 1,1-1-1,1 1 1,-1-1-1,0 1 1,0-1-1,0 1 0,1-1 1,-1 1-1,1-1 1,-1 1-1,1 0 1,0-1-1,-1 1 1,1 0-1,0-1 0,0 1 1,0 0-1,0 0 1,0 0-1,0 0 1,0 0-1,0 0 1,1 0-1,-1 0 0,2-1 1,3-1-586,1 0 1,0 0-1,0 0 0,9-2 1,-13 4 398,73-17-5422,86-17-4227</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5.415"/>
    </inkml:context>
    <inkml:brush xml:id="br0">
      <inkml:brushProperty name="width" value="0.025" units="cm"/>
      <inkml:brushProperty name="height" value="0.025" units="cm"/>
    </inkml:brush>
  </inkml:definitions>
  <inkml:trace contextRef="#ctx0" brushRef="#br0">336 1 7578,'-2'0'1402,"0"0"0,0 0 1,0 1-1,-1-1 1,1 1-1,0-1 1,0 1-1,0 0 1,-3 2-1,-17 14 4040,-12 31-5264,21-29 1464,-23 34-757,2 2 0,-49 108 0,65-119-1037,-16 37-323,9-28-4051,19-46-1452,-1-15-3912</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1:55.972"/>
    </inkml:context>
    <inkml:brush xml:id="br0">
      <inkml:brushProperty name="width" value="0.025" units="cm"/>
      <inkml:brushProperty name="height" value="0.025" units="cm"/>
    </inkml:brush>
  </inkml:definitions>
  <inkml:trace contextRef="#ctx0" brushRef="#br0">0 395 4217,'50'-8'13431,"25"7"-9994,-15 0-1952,-6-2-1130,0-3-1,0-2 0,103-29 1,-122 25-620,0-1 0,-1-2 0,0-1 0,-1-2 0,-1-2 0,49-38 0,-76 54 178,8-5-111,-2 0-1,1-1 1,-1 0-1,-1 0 1,0-1-1,-1-1 1,0 0 0,0 0-1,9-19 1,-18 30 206,1 0 0,0 0 1,-1-1-1,1 1 0,-1 0 1,1-1-1,-1 1 0,0 0 1,0-1-1,0 1 0,1-1 1,-1 1-1,0 0 0,-1-1 1,1 1-1,0-1 0,0 1 1,-1 0-1,1-1 0,0 1 1,-1 0-1,0-1 0,1 1 0,-1 0 1,0 0-1,-1-2 0,1 1 32,-1 1 0,0 0 0,-1 0-1,1 0 1,0 0 0,0 0-1,0 0 1,-1 0 0,1 1 0,0-1-1,-1 1 1,1 0 0,0-1-1,-3 1 1,-10 1 184,1 0 1,0 0-1,0 1 0,-15 5 0,-9 4 173,0 2 1,1 2-1,1 1 0,0 2 0,-64 44 0,62-34-204,2 0 0,1 3 0,1 1 0,-54 66 0,68-71-101,0 1 1,-27 53-1,41-69-88,0 1 0,1-1 0,1 1-1,0 1 1,1-1 0,0 0-1,1 1 1,0-1 0,1 24-1,0-35-7,1 0-1,0 0 0,0 0 0,0 0 0,1 0 0,-1 0 1,0 0-1,1 0 0,-1 0 0,1 0 0,0-1 0,0 1 1,-1 0-1,1 0 0,1 0 0,-1-1 0,0 1 0,0 0 0,0-1 1,1 0-1,-1 1 0,1-1 0,-1 1 0,1-1 0,0 0 1,0 0-1,-1 0 0,1 0 0,0 0 0,0-1 0,0 1 1,0-1-1,0 1 0,0-1 0,0 1 0,0-1 0,0 0 0,0 0 1,0 0-1,0 0 0,0 0 0,0-1 0,0 1 0,3-1 1,8-3 48,-1 0 1,1-1 0,-1 0 0,0-1-1,15-9 1,-15 8-2,1 0 8,-1 0-1,1-1 1,-1-1 0,-1 0-1,20-19 1,-28 23 1403,-7 8-346,-10 14-165,12-10-823,1 1 1,-1 0 0,1 0-1,1-1 1,-1 1 0,1 0-1,0 0 1,1 0 0,0 0-1,3 12 1,-3-17-282,-1 0 0,1 0-1,0 0 1,0 0 0,0-1 0,0 1-1,1 0 1,-1 0 0,1-1 0,0 1-1,-1-1 1,1 0 0,0 1-1,0-1 1,1 0 0,-1 0 0,0 0-1,1 0 1,-1-1 0,1 1 0,0-1-1,-1 1 1,1-1 0,0 0 0,0 0-1,0 0 1,0 0 0,0-1 0,0 1-1,0-1 1,5 0 0,62-11-7418</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28.276"/>
    </inkml:context>
    <inkml:brush xml:id="br0">
      <inkml:brushProperty name="width" value="0.025" units="cm"/>
      <inkml:brushProperty name="height" value="0.025" units="cm"/>
    </inkml:brush>
  </inkml:definitions>
  <inkml:trace contextRef="#ctx0" brushRef="#br0">601 1 4353,'-3'2'1446,"0"1"0,0 0 0,0 1 0,0-1 0,1 0 0,0 1 0,-1-1 0,1 1-1,1 0 1,-1 0 0,0 0 0,0 4 0,-25-19 1424,15 6-2835,0 2-1,1 0 0,-1 0 1,0 1-1,-1 1 0,1 0 0,0 0 1,0 1-1,0 1 0,-1 0 1,1 1-1,-23 6 0,8-1-30,0 2 0,1 1 0,0 1 0,-37 23 0,57-30 0,-1 0 1,1 0-1,0 1 1,1 0-1,-1 0 0,1 1 1,0-1-1,0 1 1,1 0-1,-1 1 1,1-1-1,1 1 1,-1 0-1,-2 7 1,5-10 0,0 0 0,0 0 0,0 0 0,1 0 0,-1 0 0,1 0 0,0 0 0,0-1 0,1 1 0,-1 0 1,1 0-1,0 0 0,0 0 0,0 0 0,0 0 0,1-1 0,-1 1 0,1-1 0,0 1 0,0-1 0,0 1 1,1-1-1,-1 0 0,1 0 0,0 0 0,-1-1 0,8 6 0,5 2 11,0-1 0,1 0 0,0-1-1,22 7 1,-21-8-16,1 0 1,-1 1-1,27 18 0,-41-24 0,-1 0 0,0 0-1,0 0 1,0 0 0,0 0-1,0 1 1,0-1 0,0 0 0,-1 1-1,1-1 1,-1 1 0,1 0 0,-1-1-1,0 1 1,0 0 0,-1 0 0,1 0-1,0 5 1,-1-3 0,0 1 1,-1-1-1,1 0 0,-1 0 0,0 0 1,-1 0-1,1 0 0,-1 0 1,0-1-1,-3 6 0,-3 4 5,-1-1-1,0 0 1,-1 0-1,0-1 0,-1 0 1,-13 10-1,14-13 2,-1-1 0,0-1 0,0 0 0,0 0 0,-1-1-1,-12 4 1,19-8-1,0 0 0,0 0 1,0-1-1,0 0 0,0 0 0,0 0 0,0-1 0,0 1 0,0-1 0,0 0 0,0-1 0,-1 1 0,1-1 0,0 0 0,0-1 1,1 1-1,-1-1 0,-6-2 0,11 3-6,-1 1 1,1 0 0,-1 0-1,1-1 1,-1 1 0,1 0-1,-1-1 1,1 1 0,0 0-1,-1-1 1,1 1-1,0-1 1,-1 1 0,1-1-1,0 1 1,0-1 0,-1 1-1,1-1 1,0 1 0,0-1-1,0 1 1,0-1 0,0 1-1,0-1 1,0 0-1,0 1 1,0-1 0,0 1-1,0-1 1,0 1 0,0-2-1,13-15-123,-9 13 87,0 1 0,0 0 0,0 1-1,0-1 1,1 1 0,-1 0 0,6-2-1,-8 4 32,0-1 0,1 1 0,-1 0 0,0 0 0,1 0-1,-1 0 1,0 1 0,1-1 0,-1 1 0,0-1 0,0 1-1,1 0 1,-1 0 0,0 0 0,0 0 0,0 0 0,3 2-1,-1 0 1,0 1 0,-1-1 0,1 1 0,-1 0 0,0 0-1,0 0 1,5 9 0,-3-4-30,-1 1 0,0-1 0,-1 1 0,0 0 0,0 0 0,-1 0 0,2 17 0,-4-18 30,-1-1-1,0 0 1,0 0-1,0 0 1,-1 1-1,-1-2 1,1 1-1,-1 0 1,-1 0-1,1-1 0,-9 13 1,-6 6-22,-38 42 1,18-24 18,22-24 7,5-8 0,0 1 0,1 1 1,0 0-1,1 0 0,1 1 0,-8 20 0,15-30 12,0-1 1,1 0-1,0 1 0,0-1 1,0 0-1,0 1 0,1-1 1,-1 1-1,1-1 0,0 0 1,1 0-1,-1 0 0,1 1 1,-1-1-1,1-1 0,1 1 1,-1 0-1,0 0 0,1-1 1,0 1-1,0-1 0,0 0 1,0 0-1,7 5 0,-1 0 74,1-1 1,1 0-1,0 0 0,-1-1 0,2 0 0,-1-1 0,17 5 0,-14-7 161,0-1 1,1 0 0,-1-1-1,1 0 1,-1-1-1,29-4 1,20 0 1207,-63 4-1267,-36 5-2471,7 1-1969,-37 10-3292</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9.034"/>
    </inkml:context>
    <inkml:brush xml:id="br0">
      <inkml:brushProperty name="width" value="0.025" units="cm"/>
      <inkml:brushProperty name="height" value="0.025" units="cm"/>
    </inkml:brush>
  </inkml:definitions>
  <inkml:trace contextRef="#ctx0" brushRef="#br0">529 1 3601,'-5'14'11157,"5"-13"-10999,0-1 0,0 1 0,0 0 0,0-1-1,0 1 1,-1-1 0,1 1 0,0-1 0,0 1 0,0-1 0,0 1-1,-1 0 1,1-1 0,0 1 0,-1-1 0,1 0 0,0 1 0,-1-1-1,1 1 1,0-1 0,-1 1 0,1-1 0,-1 0 0,1 1 0,-1-1-1,1 0 1,-1 0 0,1 1 0,-1-1 0,1 0 0,-1 0 0,1 0-1,-1 0 1,0 1 0,1-1 0,-1 0 0,1 0 0,-1 0 0,0 0 0,-195 5 2571,134-6-2748,-96 11 0,145-8 19,2-1-1,0 0 0,0 1-1,0 1 1,1 0 0,-16 6 0,28-10 79,0 0 1,0 0-1,0 0 0,0 1 1,0-1-1,0 1 0,0-1 1,0 1-1,0 0 0,0 0 1,0 0-1,0 0 0,0 0 1,0 0-1,0 0 0,0 1 1,-1-1-1,1 1 0,0-1 1,2 2-1,-1 0-28,0 0 1,0 0-1,-1 0 1,1 0-1,0 0 1,-1 1-1,0-1 1,0 1-1,1 0 1,-1 0-1,1 2 1,2 5-27,0 0 1,-1 1-1,0-1 1,-1 1-1,0 0 0,3 18 1,-1 42 54,-3 1 0,-3 0 1,-3 0-1,-17 92 0,4-87-17,10-49-30,-6 47-1,13-74-26,0-1 0,0 0 0,0 1 0,0-1 0,0 1-1,0-1 1,0 1 0,1-1 0,-1 1 0,0-1 0,0 0 0,0 1-1,0-1 1,1 1 0,-1-1 0,0 0 0,0 1 0,1-1 0,-1 1-1,0-1 1,0 0 0,1 1 0,-1-1 0,0 0 0,1 0-1,-1 1 1,1-1 0,-1 0 0,0 0 0,1 0 0,-1 1 0,1-1-1,-1 0 1,1 0 0,-1 0 0,0 0 0,1 0 0,-1 0 0,1 0-1,-1 0 1,1 0 0,-1 0 0,1 0 0,-1 0 0,1 0-1,-1 0 1,0-1 0,1 1 0,-1 0 0,1 0 0,-1 0 0,0-1-1,1 1 1,30-15 672,-24 12-523,29-16 102,1 2 1,0 2 0,1 1-1,1 2 1,45-8 0,-83 20-250,1-1-79,-2 1-116,-1-1 0,1 1-1,0 0 1,-1 0 0,1 0-1,0 0 1,-1-1-1,1 1 1,-1 0 0,1-1-1,0 1 1,-1 0 0,1 0-1,0-1 1,0 1 0,-1-1-1,1 1 1,0 0 0,0-1-1,0 1 1,-1 0-1,1-1 1,0 1 0,0-1-1,0 1 1,0-1 0,0 1-1,0 0 1,0-1 0,0 1-1,0-1 1,3-19-6449</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9.542"/>
    </inkml:context>
    <inkml:brush xml:id="br0">
      <inkml:brushProperty name="width" value="0.025" units="cm"/>
      <inkml:brushProperty name="height" value="0.025" units="cm"/>
    </inkml:brush>
  </inkml:definitions>
  <inkml:trace contextRef="#ctx0" brushRef="#br0">25 127 3865,'-10'14'2013,"-5"10"6959,36-41-3321,5-4-5453,129-105-106,-164 135-104,0 1 0,1 0 0,0 1 0,1-1 0,0 1 1,1 1-1,-8 20 0,11-25 11,0-1 1,1 1 0,0 0 0,0-1-1,0 1 1,1 0 0,0 0 0,1 0-1,-1 0 1,1 0 0,1 0 0,-1 0 0,1 0-1,0 0 1,1 0 0,0 0 0,0 0-1,5 9 1,-7-14-21,1-1 0,0 0 0,-1 0 0,1 0 0,0 0 0,0 0-1,0 1 1,0-2 0,0 1 0,0 0 0,0 0 0,0 0 0,0 0 0,0-1 0,1 1 0,-1 0-1,0-1 1,0 1 0,1-1 0,-1 0 0,0 1 0,1-1 0,1 0 0,1 0-306,-1-1 0,1 0 1,0 0-1,0 0 1,-1 0-1,1-1 0,-1 0 1,1 1-1,5-6 0,54-34-4212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9.750"/>
    </inkml:context>
    <inkml:brush xml:id="br0">
      <inkml:brushProperty name="width" value="0.025" units="cm"/>
      <inkml:brushProperty name="height" value="0.025" units="cm"/>
    </inkml:brush>
  </inkml:definitions>
  <inkml:trace contextRef="#ctx0" brushRef="#br0">14 7 6049,'-7'-2'10274,"3"2"-7321,1-2-768,3-1 47,3 3-2232,-1 3-576,2 1-1769,19 9-5064</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0.403"/>
    </inkml:context>
    <inkml:brush xml:id="br0">
      <inkml:brushProperty name="width" value="0.025" units="cm"/>
      <inkml:brushProperty name="height" value="0.025" units="cm"/>
    </inkml:brush>
  </inkml:definitions>
  <inkml:trace contextRef="#ctx0" brushRef="#br0">19 0 4881,'-1'21'11754,"-1"1"-6879,3-7-3814,0 1 1,-1-1 0,-4 24-1,0 8-650,0 23-124,1-43-298,1 1-1,2-1 1,5 51-1,-5-78-80,0 0-1,0 1 0,0-1 0,0 0 0,0 0 1,0 1-1,0-1 0,0 0 0,0 1 1,0-1-1,0 0 0,0 1 0,0-1 1,0 0-1,0 0 0,0 1 0,0-1 0,0 0 1,0 1-1,1-1 0,-1 0 0,0 0 1,0 1-1,0-1 0,0 0 0,1 0 1,-1 0-1,0 1 0,0-1 0,1 0 0,-1 0 1,0 0-1,0 0 0,1 1 0,-1-1 1,0 0-1,0 0 0,1 0 0,0 0 1,4-18-5822,1-21 1389</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0.662"/>
    </inkml:context>
    <inkml:brush xml:id="br0">
      <inkml:brushProperty name="width" value="0.025" units="cm"/>
      <inkml:brushProperty name="height" value="0.025" units="cm"/>
    </inkml:brush>
  </inkml:definitions>
  <inkml:trace contextRef="#ctx0" brushRef="#br0">5 0 4353,'-2'5'8514,"2"-3"-4625,-2 0-1881,4 1-416,3-3-511,4 2-337,2 4-200,2-3-136,0 1-16,5-2-176,-2-2-144,-1 3-56,5-1-16,-2 0-328,7 0-1568,-3-4-3297,47-14-8923</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1.070"/>
    </inkml:context>
    <inkml:brush xml:id="br0">
      <inkml:brushProperty name="width" value="0.025" units="cm"/>
      <inkml:brushProperty name="height" value="0.025" units="cm"/>
    </inkml:brush>
  </inkml:definitions>
  <inkml:trace contextRef="#ctx0" brushRef="#br0">51 8 2617,'5'-8'10603,"-16"21"-2628,6-2-8041,-7 54 2569,3-25-2162,2 0-1,1 1 1,1 77 0,5-116-433,0-1-80,-1 0 0,1 0-1,0 0 1,1 0 0,-1 1 0,0-1 0,0 0 0,0 0-1,1 0 1,-1 0 0,0 0 0,1 0 0,-1 0 0,1 0-1,-1 0 1,1 0 0,0 0 0,-1 0 0,1 0 0,0 0-1,0-1 1,1 2 0,12 2-5488</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2.041"/>
    </inkml:context>
    <inkml:brush xml:id="br0">
      <inkml:brushProperty name="width" value="0.025" units="cm"/>
      <inkml:brushProperty name="height" value="0.025" units="cm"/>
    </inkml:brush>
  </inkml:definitions>
  <inkml:trace contextRef="#ctx0" brushRef="#br0">37 1 2569,'-16'20'5146,"-1"0"4201,17-20-9246,-1 1 0,1-1 1,0 1-1,-1-1 0,1 1 0,0 0 0,-1-1 0,1 1 0,0-1 0,0 1 0,0 0 0,-1-1 0,1 1 1,0 0-1,0-1 0,0 1 0,0 0 0,0-1 0,0 1 0,0 0 0,1-1 0,-1 1 0,0 0 0,0-1 1,0 1-1,1 0 0,-1-1 0,0 1 0,1-1 0,-1 1 0,0 0 0,1-1 0,-1 1 0,1-1 0,-1 1 1,1-1-1,-1 0 0,1 1 0,-1-1 0,1 1 0,0-1 0,-1 0 0,1 0 0,-1 1 0,1-1 0,0 0 1,-1 0-1,2 0 0,32 13 1984,-14-12-1872,1-1 0,0 0 0,0-1 0,-1-2 0,26-5 0,-1 1-127,9-2-52,-31 4 51,0 1-1,32 0 0,-55 4-50,1-1 0,-1 1 0,1 0 0,-1 0 0,1 0 0,-1 0 0,1 0 0,-1 0 0,1 0 0,-1 0 0,0 0 0,1 0 0,-1 0 0,1 0 0,-1 0 1,1 0-1,-1 0 0,1 0 0,-1 1 0,1-1 0,-1 0 0,1 0 0,-1 1 0,0-1 0,1 0 0,-1 0 0,0 1 0,1-1 0,-1 0 0,0 1 0,1-1 0,-1 1 0,1 0 0,-12 11 1750,-5 8-1744,6 7 20,1 2 0,1-1 1,2 1-1,1 0 1,1 1-1,1-1 0,2 35 1,3-30-28,1-1 1,2 0 0,12 45 0,6 40 92,-17-95-70,-6-18 331,-5-9 22,-5-3-227,6 6-182,1-1 0,0 1 1,-1 0-1,0 0 1,1 0-1,-1 0 1,1 1-1,-1-1 1,0 1-1,0 0 1,1 0-1,-1 0 0,-6 2 1,-50 11-7,52-10 6,-24 5-9,7-2-30,-44 17 0,63-21 34,0 1 0,1 0-1,-1 0 1,1 0 0,-1 1 0,1 0-1,0 0 1,1 0 0,-1 1 0,1-1-1,-1 1 1,-5 9 0,10-14-20,0 1 1,0-1-1,-1 0 1,1 1-1,0-1 1,0 1-1,0-1 1,0 1-1,-1-1 1,1 0-1,0 1 1,0-1-1,0 1 0,0-1 1,0 1-1,0-1 1,0 1-1,0-1 1,0 0-1,1 1 1,-1-1-1,0 1 1,0-1-1,0 1 1,0-1-1,1 0 1,-1 1-1,0-1 1,0 1-1,1-1 1,-1 0-1,0 1 1,0-1-1,1 0 1,-1 1-1,0-1 0,1 0 1,-1 0-1,1 1 1,-1-1-1,0 0 1,1 0-1,-1 0 1,1 0-1,-1 0 1,1 1-1,0-1 1,35 3-4219,32-5-1361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3.101"/>
    </inkml:context>
    <inkml:brush xml:id="br0">
      <inkml:brushProperty name="width" value="0.025" units="cm"/>
      <inkml:brushProperty name="height" value="0.025" units="cm"/>
    </inkml:brush>
  </inkml:definitions>
  <inkml:trace contextRef="#ctx0" brushRef="#br0">171 64 3961,'-32'10'747,"27"-9"-738,0 0 0,0 1 0,0-1 0,1 1-1,-1 0 1,-5 4 0,9-6-10,0 1-1,1-1 0,-1 1 0,0-1 0,0 1 1,1-1-1,-1 1 0,0-1 0,0 0 0,1 1 1,-1-1-1,0 0 0,0 0 0,0 0 0,0 0 1,0 0-1,1 1 0,-1-2 0,0 1 0,0 0 1,0 0-1,0 0 0,0 0 0,1 0 0,-1-1 1,0 1-1,0 0 0,0-1 0,1 1 0,-1-1 1,0 1-1,0-1 0,1 1 0,-1-1 0,-1 0 1,0-3-28,-1 0 0,1-1 1,0 1-1,0 0 1,-3-9-1,-10-19 891,-7 16 4558,10 11 232,12 5-5539,-1 0 0,1 0 0,0 0 0,0 0 0,-1 0-1,1 0 1,0 0 0,0 1 0,0-1 0,0 0 0,-1 0 0,1 0-1,0 0 1,0 1 0,0-1 0,0 0 0,0 0 0,-1 0 0,1 0 0,0 1-1,0-1 1,0 0 0,0 0 0,0 1 0,0-1 0,0 0 0,0 0-1,0 0 1,0 1 0,0-1 0,0 0 0,0 0 0,0 1 0,0-1 0,0 0-1,0 0 1,0 0 0,0 1 0,0-1 0,0 0 0,0 0 0,0 1-1,1-1 1,-1 0 0,2 5 186,1 0 1,-1 0-1,1-1 0,0 1 0,1-1 0,-1 0 0,1 0 0,5 5 0,6 7 139,139 146 1633,-39-44-1748,-103-106-237,-1 0-1,0 1 1,-1 1-1,-1 0 1,0 0 0,-1 1-1,0 0 1,-2 0-1,1 1 1,-2-1 0,0 2-1,-1-1 1,0 0-1,-2 1 1,0 0-1,-1-1 1,0 1 0,-1 0-1,-1 0 1,-1-1-1,0 1 1,-8 26 0,-11 20 144,-3-1 1,-3 0 0,-54 90 0,49-93 207,23-41-253,-1-1 0,-1 0 0,0-1 0,-1 0 0,-1 0-1,0-1 1,-1-1 0,-1-1 0,0 0 0,-25 17 0,40-30-171,0-1 0,0 1 0,0 0 0,0 0 0,0 0 0,0 0 0,0 0 0,0 0-1,0 0 1,0 0 0,0 0 0,0 0 0,0 0 0,0-1 0,0 1 0,0 0 0,0 0 0,0 0 0,-1 0 0,1 0 0,0 0 0,0 0 0,0 0 0,0 0 0,0 0 0,0 0 0,0 0 0,0 0-1,0 0 1,0 0 0,0 0 0,0 0 0,-1 0 0,1 0 0,0 0 0,0 0 0,0 0 0,0 0 0,0 0 0,0 0 0,0 0 0,0 0 0,0 0 0,0 0 0,0 0 0,-1 0 0,1 0-1,0 0 1,0 0 0,0 0 0,0 0 0,7-8-1018,-7 7 927,0 1 0,0 0 0,0 0-1,0 0 1,0 0 0,0-1-1,1 1 1,-1 0 0,0 0-1,0 0 1,0 0 0,0 0 0,0 0-1,1 0 1,-1 0 0,0-1-1,0 1 1,0 0 0,0 0-1,0 0 1,1 0 0,-1 0 0,0 0-1,0 0 1,0 0 0,1 0-1,-1 0 1,0 0 0,0 0-1,0 0 1,0 0 0,1 0 0,-1 0-1,0 0 1,0 1 0,0-1-1,0 0 1,1 0 0,-1 0-1,0 0 1,0 0 0,0 0 0,0 1-1,-3 20-6388,-13 27-1812</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45.713"/>
    </inkml:context>
    <inkml:brush xml:id="br0">
      <inkml:brushProperty name="width" value="0.025" units="cm"/>
      <inkml:brushProperty name="height" value="0.025" units="cm"/>
    </inkml:brush>
  </inkml:definitions>
  <inkml:trace contextRef="#ctx0" brushRef="#br0">549 110 3833,'1'0'191,"0"0"0,-1-1 1,1 1-1,0 0 0,-1-1 1,1 1-1,0-1 0,-1 1 0,1 0 1,-1-1-1,1 0 0,-1 1 0,1-1 1,-1 1-1,1-1 0,-1 0 1,1 1-1,-1-1 0,0 0 0,1 1 1,-1-1-1,0 0 0,0 0 1,0 1-1,1-1 0,-1 0 0,0-1 1,4-28 3760,-3 19-3650,0 9-116,-1-1 0,1 1 0,-1-1 1,0 1-1,1-1 0,-1 0 0,0 1 1,-1-1-1,1 1 0,0-1 0,-1 1 0,1-1 1,-1 1-1,-1-4 0,0 5 19,1 0 0,-1 0 0,0 0 0,1 0 0,-1 0 0,0 0-1,0 0 1,0 0 0,0 1 0,0-1 0,0 1 0,0 0 0,0-1 0,0 1 0,0 0 0,0 0 0,0 0 0,-3 1 0,-200 9 1574,178-7-1621,1 2 0,0 1-1,1 1 1,-1 1 0,-40 18 0,64-25-151,-1 0 0,1 1 0,0-1 1,0 0-1,0 0 0,0 1 0,0 0 1,0-1-1,0 1 0,0 0 0,1 0 1,-1 0-1,1 0 0,-1 0 0,1 0 1,0 0-1,0 0 0,0 1 0,0-1 1,0 0-1,-1 5 0,2-4-6,1-1 1,-1 1-1,0-1 1,1 0-1,0 1 0,-1-1 1,1 0-1,0 1 0,0-1 1,0 0-1,1 0 0,-1 0 1,0 0-1,1 0 0,-1 0 1,1 0-1,0 0 0,0-1 1,0 1-1,0-1 1,0 1-1,3 1 0,77 45 1,-60-37 66,0 1-1,-1 1 1,0 1-1,36 32 1,-52-41-45,-1 1 1,1-1-1,-1 1 1,0 0-1,0 0 1,0 0-1,-1 1 1,0 0-1,-1-1 1,1 1-1,-1 0 1,0 0-1,-1 0 1,0 0-1,0 0 1,-1 1-1,1-1 1,-1 0-1,-1 0 0,0 1 1,-2 10-1,1-12-4,0 1-1,-1-1 0,1 0 1,-1 0-1,0 0 0,-1-1 0,0 1 1,1-1-1,-2 0 0,1 0 0,-1 0 1,1 0-1,-1-1 0,-1 0 0,1 0 1,-1 0-1,1-1 0,-1 0 1,0 0-1,0 0 0,-7 2 0,-17 5 33,0-1-1,-1-1 1,-35 4 0,42-8-19,8-1-5,8-1 11,1 0-1,-1-1 0,0 0 1,0-1-1,-11 0 1,18-3-97,6-1-111,8-2-388,-11 6 525,1-1 0,-1 1 0,1 1 0,-1-1 0,1 0 0,-1 0 1,1 1-1,-1 0 0,0-1 0,1 1 0,-1 0 0,0 0 0,1 0 0,-1 0 0,0 1 0,0-1 1,0 1-1,0-1 0,0 1 0,0 0 0,1 2 0,-2-2 20,1 1 1,-1 0-1,0 0 1,0 0-1,0-1 0,-1 1 1,1 0-1,-1 0 0,1 0 1,-1 0-1,0 0 1,0 0-1,0 0 0,-2 6 1,-2 7 16,0 0 0,-1 0-1,-1 0 1,-15 27 0,10-22 12,0 1 0,2 0 0,0 0 0,2 1-1,-8 36 1,14-53 22,0 1 0,0-1 1,1 1-1,0-1 0,0 0 0,1 1 0,-1-1 0,2 1 0,-1-1 0,1 0 1,-1 0-1,2 0 0,-1 0 0,1 0 0,0 0 0,0 0 0,0-1 0,1 0 1,0 1-1,0-1 0,0-1 0,1 1 0,0-1 0,-1 0 0,2 0 0,5 4 1,-1-2 152,1 0 1,1-1 0,-1-1 0,1 0 0,0 0 0,0-1 0,0 0 0,14 0 0,102 3 1549,-124-6-1699,10-3 309,-10-1-2059,-8-5-5296,-17-9-4514</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05.555"/>
    </inkml:context>
    <inkml:brush xml:id="br0">
      <inkml:brushProperty name="width" value="0.025" units="cm"/>
      <inkml:brushProperty name="height" value="0.025" units="cm"/>
    </inkml:brush>
  </inkml:definitions>
  <inkml:trace contextRef="#ctx0" brushRef="#br0">3 0 4969,'-2'7'16,"4"-3"-8,2 7 0,10-4 184,6 2-120,4-5 248,7 3 8,5 6-128,2 1-104,2 8-96,2 5-48,56 49-1560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08.040"/>
    </inkml:context>
    <inkml:brush xml:id="br0">
      <inkml:brushProperty name="width" value="0.025" units="cm"/>
      <inkml:brushProperty name="height" value="0.025" units="cm"/>
    </inkml:brush>
  </inkml:definitions>
  <inkml:trace contextRef="#ctx0" brushRef="#br0">78 68 4313,'-9'0'1763,"2"0"-1131,0 0 1,0 0-1,0 0 1,0-1-1,0 0 1,0-1-1,-13-3 1,20 2-469,1 1 1,-1 0 0,0-1 0,1 1 0,0 0-1,-1-1 1,1 1 0,0 0 0,0 0-1,0-1 1,1 1 0,-1 0 0,3-3-1,-1 0 122,-3-5 314,-12 2 6196,7 7-913,18 9-4829,9 1-1020,-1-2 0,1 0 0,0-1 0,1-1 0,0-1 0,-1-1 0,32 0 0,-28-2-9,34 6 1,-43-4 20,1 0 0,-1-2 1,1 0-1,32-3 0,-34-1 39,6 0 38,44-2 0,-60 6-113,1-1 0,0 1 0,0 0 0,0 0-1,0 1 1,-1-1 0,1 2 0,-1-1 0,1 1-1,9 5 1,-4-2 52,0 0-1,1-1 1,-1-1-1,1 0 1,0-1-1,0-1 1,0 0-1,1 0 1,-1-1 0,19-2-1,-12 2-54,1 0 0,-1 1 0,35 8-1,63 16 26,45-1-25,-142-18-12,-20-7 10,-2-1 14,1 0 0,-1-1 0,0 1 0,1 0 0,-1 0-1,0 0 1,0 0 0,0 0 0,0 1 0,0-1 0,0 0 0,0 0 0,0 1 0,0-1-1,0 0 1,0 1 0,-1-1 0,1 1 0,0 0 0,0-1 0,-3 1 0,-31-8-66,23 8 36,0 0 0,0 1 0,0 0 0,0 1 0,-22 6 0,-60 25 11,60-20-4,-31 14 2,46-18 8,0-1-1,0 0 1,-1-2-1,0 0 1,-1-1 0,-25 2-1,28-6-7,1 1 1,0 1-1,0 0 0,0 1 0,0 1 0,0 1 1,1 0-1,-31 17 0,-69 30 18,4 0 14,75-38 23,2 2-1,-62 39 1,77-41-32,-35 21 169,57-36-168,-1 0 1,0-1-1,0 1 0,0 0 1,1 0-1,-1 0 1,0 0-1,0 0 1,0 0-1,1 0 0,-1 0 1,0 1-1,0-1 1,0 0-1,1 1 0,-1-1 1,0 1-1,0-1 1,0 1-1,0 0 0,1 0 1,38 32-5788,-3 5 357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12.383"/>
    </inkml:context>
    <inkml:brush xml:id="br0">
      <inkml:brushProperty name="width" value="0.025" units="cm"/>
      <inkml:brushProperty name="height" value="0.025" units="cm"/>
    </inkml:brush>
  </inkml:definitions>
  <inkml:trace contextRef="#ctx0" brushRef="#br0">0 1 456,'7'6'0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12.528"/>
    </inkml:context>
    <inkml:brush xml:id="br0">
      <inkml:brushProperty name="width" value="0.025" units="cm"/>
      <inkml:brushProperty name="height" value="0.025" units="cm"/>
    </inkml:brush>
  </inkml:definitions>
  <inkml:trace contextRef="#ctx0" brushRef="#br0">0 14 472,'7'-3'456,"-7"1"152,4 0 104,5-5-712</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0"/>
    </inkml:context>
    <inkml:brush xml:id="br0">
      <inkml:brushProperty name="width" value="0.025" units="cm"/>
      <inkml:brushProperty name="height" value="0.025" units="cm"/>
    </inkml:brush>
  </inkml:definitions>
  <inkml:trace contextRef="#ctx0" brushRef="#br0">411 0 8706,'-2'3'8815,"-4"5"-4517,-36 42-3372,-7 3-358,-16 15-15,-55 79 0,102-123-519,2 1-1,0 1 0,2 0 1,1 1-1,1 1 1,2 0-1,-11 42 1,19-62-24,0 1 1,1-1 0,0 1 0,0-1 0,1 1 0,0 0 0,1-1 0,0 1 0,0-1-1,5 16 1,-4-19 6,0 0-1,0-1 0,1 1 0,-1-1 1,1 0-1,0 0 0,1 0 1,-1 0-1,1 0 0,-1-1 0,1 0 1,0 1-1,1-2 0,-1 1 1,0 0-1,1-1 0,-1 0 0,1 0 1,8 2-1,5 1-4,0-1 1,1-1-1,0-1 0,0-1 1,0-1-1,-1 0 0,1-1 0,27-6 1,-44 7-102,-1 0-1,1 0 1,0-1 0,0 1 0,-1 0 0,1-1 0,-1 0 0,1 1-1,0-1 1,-1 0 0,1 0 0,-1 0 0,1 0 0,-1 0 0,0 0-1,1 0 1,-1 0 0,0 0 0,0-1 0,0 1 0,0-1 0,0 1 0,0-1-1,1-2 1,-2 1-384,0 1 0,0-1 0,-1 0-1,1 0 1,0 0 0,-1 0 0,0 1 0,0-1-1,0 0 1,0 1 0,0-1 0,0 1-1,-1-1 1,1 1 0,-1-1 0,0 1 0,-2-2-1,-41-50-7533</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1"/>
    </inkml:context>
    <inkml:brush xml:id="br0">
      <inkml:brushProperty name="width" value="0.025" units="cm"/>
      <inkml:brushProperty name="height" value="0.025" units="cm"/>
    </inkml:brush>
  </inkml:definitions>
  <inkml:trace contextRef="#ctx0" brushRef="#br0">0 19 6329,'8'-3'1576,"-1"0"0,0 0 0,1 1 0,-1 0-1,15-2 1,-10 3-492,0 0 1,-1 1-1,16 2 0,7 3-777,58 17-1,-11-2 36,-11-10-1700,-18-6-4577,4-1-2855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2"/>
    </inkml:context>
    <inkml:brush xml:id="br0">
      <inkml:brushProperty name="width" value="0.025" units="cm"/>
      <inkml:brushProperty name="height" value="0.025" units="cm"/>
    </inkml:brush>
  </inkml:definitions>
  <inkml:trace contextRef="#ctx0" brushRef="#br0">6 90 7914,'0'1'284,"-1"0"0,1-1 0,-1 1 0,1-1 1,-1 1-1,1 0 0,0-1 0,-1 1 0,1 0 0,0-1 1,0 1-1,-1 0 0,1-1 0,0 1 0,0 0 0,0 0 1,0-1-1,0 1 0,0 0 0,0 0 0,0-1 1,0 1-1,0 0 0,1 1 0,12 17 3397,-9-15-3284,0 0 0,0 0 0,1-1 0,-1 0 0,11 6 0,-9-7-346,1-1 1,-1 1-1,1-1 1,-1 0-1,1-1 1,0 1-1,-1-1 1,1-1 0,0 1-1,-1-1 1,8-2-1,-8 2-53,-1 0-1,1-1 0,-1 1 1,0-1-1,0 0 0,0-1 1,0 1-1,0-1 0,0 0 1,-1-1-1,1 1 0,-1-1 1,6-5-1,-9 7 4,0-1 0,-1 1 0,1 0 0,0-1 0,-1 1 0,1-1 0,-1 1 0,0-1 0,1 1 0,-1-1 0,-1 1 1,1-1-1,0 1 0,0-1 0,-1 1 0,0-1 0,1 1 0,-1-1 0,0 1 0,0 0 0,0 0 0,-1-1 0,1 1 0,0 0 0,-1 0 0,0 0 0,-2-2 0,1-1 1,-1 1-1,0 0 1,0-1-1,0 1 1,0 1-1,-1-1 0,1 1 1,-1 0-1,0 0 1,-10-5-1,12 7-1,0 1 0,0-1-1,0 0 1,0 1 0,0 0-1,0 0 1,0 0 0,0 0-1,0 0 1,0 0 0,0 1-1,1-1 1,-1 1 0,0 0-1,-4 2 1,5-2 12,0 0 0,0 1 0,0-1 0,1 1 0,-1-1 0,1 1 0,-1-1 0,1 1 0,-1 0 0,1 0 0,0 0 0,0 0 0,0 0 0,0 0 0,0 0 0,0 3 0,0 0 8,0 0 1,0-1 0,1 1-1,0 0 1,0 0 0,0-1-1,1 1 1,-1 0 0,1-1-1,0 1 1,1 0 0,-1-1-1,1 1 1,0-1-1,0 0 1,0 0 0,1 1-1,2 3 1,2 0-119,-1 0 0,2 0-1,-1-1 1,1 0 0,0-1-1,0 1 1,12 6 0,-15-11-1284,0 1 0,0-1 1,0 0-1,0-1 0,9 2 1,11-1-6888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3"/>
    </inkml:context>
    <inkml:brush xml:id="br0">
      <inkml:brushProperty name="width" value="0.025" units="cm"/>
      <inkml:brushProperty name="height" value="0.025" units="cm"/>
    </inkml:brush>
  </inkml:definitions>
  <inkml:trace contextRef="#ctx0" brushRef="#br0">1 0 7506,'3'7'7323,"4"3"-4518,5 10-171,-8-2-1261,1 1 0,1 19 1,-1 79-405,-4-123-1040,0 0 0,0 0 0,0 0 0,0 0 0,1 0-1,0 0 1,1 0 0,4-9 0,30-44-687,-27 44 561,51-70-127,-58 99 407,-3 8 112,-1-16-136,0 0 0,1-1 0,0 1 0,0 0 0,1-1 0,-1 1 0,1-1 0,3 10 0,-3-13-53,-1-1 1,1 0-1,0 1 1,-1-1 0,1 0-1,0 0 1,0 0-1,0 1 1,0-1-1,0 0 1,0 0-1,0 0 1,0 0 0,0-1-1,0 1 1,1 0-1,-1 0 1,0-1-1,1 1 1,-1-1-1,0 1 1,1-1 0,-1 0-1,1 1 1,-1-1-1,0 0 1,1 0-1,-1 0 1,1 0 0,-1 0-1,1 0 1,-1-1-1,1 1 1,-1 0-1,0-1 1,1 1-1,-1-1 1,2 0 0,8-4 0,-1-1 0,0 0 1,0 0-1,0-1 0,-1 0 1,11-10-1,16-12-4,-35 28 47,1 1 1,0 0-1,-1 0 0,1-1 0,0 1 0,-1 1 1,1-1-1,0 0 0,-1 0 0,1 1 0,-1-1 1,1 0-1,0 1 0,-1 0 0,1-1 0,-1 1 0,0 0 1,3 1-1,45 28 469,-3-3-1188,-5-15-1575,44-1-2957</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4"/>
    </inkml:context>
    <inkml:brush xml:id="br0">
      <inkml:brushProperty name="width" value="0.025" units="cm"/>
      <inkml:brushProperty name="height" value="0.025" units="cm"/>
    </inkml:brush>
  </inkml:definitions>
  <inkml:trace contextRef="#ctx0" brushRef="#br0">101 0 13707,'-3'5'861,"1"0"1,-1-1-1,1 1 0,0 0 1,1 0-1,-2 9 0,-4 61 2264,6-53-2261,-41 344 1096,36-329-2441,4-20-268,-1 0 0,0 0 0,-1-1 0,-12 31 0,15-52-5144,1-3 4527,1 1 0,0 0 0,0-1 0,3-9 1,21-71-5996</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5"/>
    </inkml:context>
    <inkml:brush xml:id="br0">
      <inkml:brushProperty name="width" value="0.025" units="cm"/>
      <inkml:brushProperty name="height" value="0.025" units="cm"/>
    </inkml:brush>
  </inkml:definitions>
  <inkml:trace contextRef="#ctx0" brushRef="#br0">1 91 7754,'6'-10'1295,"1"0"0,0 1 0,0-1-1,1 2 1,0-1 0,12-9 0,-17 16-1136,1 0 1,-1 0-1,1 0 0,0 1 0,0-1 0,-1 1 0,1 0 0,0 0 0,0 0 1,1 0-1,-1 1 0,0 0 0,0 0 0,0 0 0,0 0 0,0 0 0,0 1 1,0 0-1,0 0 0,0 0 0,7 3 0,3 1 167,-1 0 0,0 1-1,0 0 1,0 1 0,-1 0 0,20 16-1,-32-23-300,1 0 0,-1 0-1,0 1 1,1-1 0,-1 0-1,0 1 1,0-1-1,1 0 1,-1 1 0,0-1-1,0 0 1,0 1 0,1-1-1,-1 1 1,0-1-1,0 0 1,0 1 0,0-1-1,0 1 1,0-1 0,0 0-1,0 1 1,0-1-1,0 1 1,0-1 0,0 1-1,0-1 1,0 0 0,0 1-1,0-1 1,0 1-1,0-1 1,-1 1 0,-14 8 651,-22-2-77,-9-6-535,36-2-244,0 1 1,1 0-1,-1 0 0,0 1 1,0 1-1,1-1 0,-1 1 1,1 1-1,-16 6 1,24-7-3378,13-4-203,32-9-3309</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6"/>
    </inkml:context>
    <inkml:brush xml:id="br0">
      <inkml:brushProperty name="width" value="0.025" units="cm"/>
      <inkml:brushProperty name="height" value="0.025" units="cm"/>
    </inkml:brush>
  </inkml:definitions>
  <inkml:trace contextRef="#ctx0" brushRef="#br0">0 1 2064,'4'1'14208,"16"3"-11993,20-2-135,-21-1-1726,1 0 0,-1 1 0,1 1-1,-1 1 1,0 0 0,26 11 0,-23-9-69,-13-4-1468,-40 4-10057</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7"/>
    </inkml:context>
    <inkml:brush xml:id="br0">
      <inkml:brushProperty name="width" value="0.025" units="cm"/>
      <inkml:brushProperty name="height" value="0.025" units="cm"/>
    </inkml:brush>
  </inkml:definitions>
  <inkml:trace contextRef="#ctx0" brushRef="#br0">1 16 5865,'2'-2'4777,"4"2"-2168,8-2-201,6 0-351,0 2-441,2 0-304,5 2-151,-7 2-129,2 3-384,-4-2-248,0 3-128,0-1-152,-5-2-56,0-3-56,3-2-8,-5-2-264,3-7-1808,37-29-4650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8"/>
    </inkml:context>
    <inkml:brush xml:id="br0">
      <inkml:brushProperty name="width" value="0.025" units="cm"/>
      <inkml:brushProperty name="height" value="0.025" units="cm"/>
    </inkml:brush>
  </inkml:definitions>
  <inkml:trace contextRef="#ctx0" brushRef="#br0">333 18 9522,'-29'-3'8138,"3"-3"-5186,18 4-2743,1 0 1,-1 0-1,0 1 0,0 0 0,0 0 0,-9 2 1,6 0-82,1 1 0,-1 1 0,1 0 0,-1 0 0,1 1 0,0 0 0,0 1 0,1 0 0,-1 1 0,1-1 0,-9 10 0,10-9-95,1 0-1,-1 1 1,2 0-1,-1 0 1,1 1-1,0 0 1,1 0-1,-1 0 1,2 1-1,-1 0 1,1-1-1,-4 17 1,7-23-35,0 0-1,0-1 1,1 1 0,-1 0 0,1 0-1,0 0 1,0 0 0,-1 0-1,1-1 1,0 1 0,1 0 0,-1 0-1,0 0 1,0 0 0,1 0 0,-1-1-1,1 1 1,0 0 0,-1 0 0,1-1-1,0 1 1,0 0 0,0-1 0,0 1-1,0-1 1,1 1 0,-1-1 0,0 0-1,1 1 1,-1-1 0,1 0 0,-1 0-1,4 2 1,-1-2-9,0-1 1,-1 1-1,1 0 0,0-1 1,0 0-1,0 0 0,0 0 0,0-1 1,0 1-1,-1-1 0,1 0 1,0 0-1,0 0 0,-1 0 0,8-4 1,15-10-72,0-1 1,0-2 0,43-39-1,-66 56 109,-1-2 0,1 1 0,-1 0 0,1 0 0,-1-1 0,0 1 0,0-1 0,-1 0 0,1 1 0,0-1 0,-1 0 0,0 0 0,1 0 0,-1 0 0,0-4 0,0 13 52,1 0-1,0 0 0,-1 0 0,2 0 0,-1 0 0,1 0 1,0 0-1,7 9 0,18 23-2554,-26-36 1839,0 1-1,1-1 1,0 0 0,-1 0 0,1 0-1,0 0 1,6 2 0,50 20-8257</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49"/>
    </inkml:context>
    <inkml:brush xml:id="br0">
      <inkml:brushProperty name="width" value="0.025" units="cm"/>
      <inkml:brushProperty name="height" value="0.025" units="cm"/>
    </inkml:brush>
  </inkml:definitions>
  <inkml:trace contextRef="#ctx0" brushRef="#br0">659 11 10250,'-5'-5'9112,"-9"2"-5747,-20 2-3895,24 1 1541,-58-1-540,0 3 1,1 3 0,-88 18 0,137-20-469,0 1 1,0 0-1,1 1 0,0 1 1,0 0-1,0 2 1,1 0-1,-22 14 0,37-21-5,1-1-1,-1 1 1,1-1-1,-1 1 1,1-1-1,0 1 1,-1-1-1,1 1 1,0-1-1,-1 1 1,1-1-1,0 1 1,0 0-1,0-1 1,-1 1-1,1-1 1,0 1-1,0 0 1,0-1-1,0 1 1,0-1-1,0 1 1,0 0-1,0-1 1,1 1-1,-1 0 1,0-1-1,0 1 1,0-1-1,1 1 1,-1-1-1,0 1 1,0 0-1,1-1 1,-1 1-1,1 0 1,19 20 4,-13-13 7,3 4 6,1 1 0,-2 0 0,0 0-1,-1 1 1,0 0 0,7 20 0,-11-24-12,-2 0 1,1 0 0,-1 0-1,-1 0 1,0 0-1,0 0 1,-1 1-1,0-1 1,-1 0 0,0 0-1,-3 13 1,-5 9 1,-2-1 1,-2 0-1,0-1 1,-2 0-1,-24 36 1,-11 22 6,47-83-12,1 0-1,0 1 1,0-1 0,0 0-1,1 1 1,-1 6-1,2-12 3,0 1-1,-1 0 0,1 0 0,0 0 0,0-1 0,0 1 0,0 0 0,0 0 0,0 0 0,0 0 0,0-1 0,1 1 0,-1 0 0,0 0 0,0 0 0,1-1 0,-1 1 0,1 0 0,-1-1 0,0 1 0,1 0 0,-1-1 0,1 1 0,0 0 0,-1-1 0,1 1 0,-1-1 0,1 1 0,0-1 0,-1 1 0,1-1 0,0 0 0,0 1 0,-1-1 0,1 0 0,0 1 0,0-1 0,0 0 0,-1 0 0,1 0 0,0 0 0,0 0 0,0 0 0,0 0 0,-1 0 0,1 0 0,0 0 0,0 0 0,0-1 0,1 0 0,27-6 61,0-2 1,41-19-1,-50 19-66,0 0 1,1 1 0,0 2-1,0 0 1,1 1-1,43-4 1,-63 8-981,-7 0-3808,-5 3-533</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0"/>
    </inkml:context>
    <inkml:brush xml:id="br0">
      <inkml:brushProperty name="width" value="0.025" units="cm"/>
      <inkml:brushProperty name="height" value="0.025" units="cm"/>
    </inkml:brush>
  </inkml:definitions>
  <inkml:trace contextRef="#ctx0" brushRef="#br0">0 54 4913,'24'-3'11468,"1"-4"-5813,-12 2-5198,0-1 1,-1 0-1,1 0 0,18-15 1,-46 35-248,6-7-155,0 0 1,1 1-1,0 0 1,1 0-1,-11 15 1,16-20-56,1 0 0,-1 1 0,1-1 0,0 0 0,0 1 0,0-1 0,0 0 1,0 1-1,1-1 0,0 1 0,0 0 0,0-1 0,0 1 0,0-1 0,1 1 0,-1-1 0,1 1 0,0-1 1,0 0-1,0 1 0,1-1 0,2 5 0,-3-5-67,1 0 0,0 0 1,0 1-1,0-1 0,0 0 1,0-1-1,1 1 0,-1 0 0,1-1 1,0 1-1,0-1 0,0 0 0,3 2 1,-3-3-275,1 0 0,-1 0 0,0 0 0,1 0 0,-1-1 0,0 1 0,1-1 0,-1 0 0,1 0 0,-1 0 0,0-1 0,1 1 0,-1-1 0,0 1 0,1-1 0,5-3 0,60-26-4937</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1"/>
    </inkml:context>
    <inkml:brush xml:id="br0">
      <inkml:brushProperty name="width" value="0.025" units="cm"/>
      <inkml:brushProperty name="height" value="0.025" units="cm"/>
    </inkml:brush>
  </inkml:definitions>
  <inkml:trace contextRef="#ctx0" brushRef="#br0">1 1 13875,'0'0'4697,"0"2"-2697,0 0-247,0 0-985,0 1-568,0-1-200,0 2-240,2 3-1128,0-3-2753</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2"/>
    </inkml:context>
    <inkml:brush xml:id="br0">
      <inkml:brushProperty name="width" value="0.025" units="cm"/>
      <inkml:brushProperty name="height" value="0.025" units="cm"/>
    </inkml:brush>
  </inkml:definitions>
  <inkml:trace contextRef="#ctx0" brushRef="#br0">55 0 11707,'7'9'7097,"9"-2"-4857,18 3-1626,-33-9-254,46 8 41,-1-1 1,1-2-1,76 0 1,-115-6-513,3 1 827,-15 5 467,-7 10-924,-2 7-213,2-1 1,1 2-1,1-1 1,1 1-1,1 1 0,1-1 1,1 1-1,1 0 1,1 1-1,2-1 1,0 0-1,2 1 0,0-1 1,2 0-1,7 30 1,-6-43-47,-2-4 0,0-1 0,0 1 0,-1 0 1,1 11-1,-3-21 25,0 0-1,0 1 1,0-1 0,-1 1 0,1-1-1,0 1 1,-1 0 0,1-1 0,-1 1-1,0 0 1,1 0 0,-1 0 0,0 0-1,-3-1 1,-29-13-47,17 9 12,0 2-1,0 0 0,0 1 0,0 0 0,-1 2 0,1 0 0,-1 1 0,1 0 0,0 2 0,-1 0 1,-24 6-1,16 2-112,26-10 44,-1 0 0,0 0 1,1 0-1,-1 1 0,1-1 1,-1 0-1,1 0 1,-1 0-1,0 1 0,1-1 1,-1 0-1,1 1 0,-1-1 1,1 0-1,0 1 0,-1-1 1,1 1-1,-1-1 1,1 1-1,0-1 0,-1 1 1,1-1-1,0 1 0,-1-1 1,1 1-1,0-1 0,0 1 1,0-1-1,-1 1 1,1 0-1,0-1 0,0 1 1,0-1-1,0 1 0,0 0 1,0 0-1,17 2-3075,38-7-1458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3"/>
    </inkml:context>
    <inkml:brush xml:id="br0">
      <inkml:brushProperty name="width" value="0.025" units="cm"/>
      <inkml:brushProperty name="height" value="0.025" units="cm"/>
    </inkml:brush>
  </inkml:definitions>
  <inkml:trace contextRef="#ctx0" brushRef="#br0">45 1 15307,'0'0'5193,"0"4"-2624,-4 1 71,-3-3-1007,0 2-481,-2 1-296,3-1-400,1 3-312,3-3-136,2-1-8,2 3-80,0 1-856,1 4-1560,-3 0-3266,-12 16-5256</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4"/>
    </inkml:context>
    <inkml:brush xml:id="br0">
      <inkml:brushProperty name="width" value="0.025" units="cm"/>
      <inkml:brushProperty name="height" value="0.025" units="cm"/>
    </inkml:brush>
  </inkml:definitions>
  <inkml:trace contextRef="#ctx0" brushRef="#br0">197 1 12587,'-2'11'6937,"-3"5"-4312,-4 13 135,0 0-751,1-3-1193,-8 5-568,3 3-248,-3-1-816,-9 3-2137,-68 66-4440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5"/>
    </inkml:context>
    <inkml:brush xml:id="br0">
      <inkml:brushProperty name="width" value="0.025" units="cm"/>
      <inkml:brushProperty name="height" value="0.025" units="cm"/>
    </inkml:brush>
  </inkml:definitions>
  <inkml:trace contextRef="#ctx0" brushRef="#br0">161 108 5641,'20'-23'4696,"20"-39"660,-40 61-5272,1 1 1,-1-1-1,0 1 1,1 0 0,-1-1-1,0 1 1,1-1-1,-1 1 1,0-1 0,0 0-1,1 1 1,-1-1-1,0 1 1,0-1 0,0 1-1,0-1 1,0 0-1,0 1 1,0-1 0,0 1-1,0-1 1,0 1-1,0-1 1,0 0 0,0 1-1,0-1 1,0 1-1,-1-1 1,1 1 0,0-1-1,-1 1 1,1-1-1,0 1 1,-1-1 0,0 0-1,0 0-10,-1 1-1,1 0 1,-1-1-1,0 1 1,1 0-1,-1 0 1,0 0 0,1 0-1,-1 0 1,0 0-1,1 0 1,-3 1-1,-51 17 65,42-13-133,0 1-1,0 1 1,1 0-1,0 1 0,0 1 1,1-1-1,-14 15 1,22-21-4,0 1 0,0 0 0,1 0 0,-1 0 0,1 0-1,0 0 1,0 0 0,0 1 0,0-1 0,1 1 0,0 0 0,-1-1 0,1 1 0,0 0 0,1 0 0,-1-1 0,1 1 0,-1 0 0,1 0 0,0 0 0,1 0 0,-1 0-1,1-1 1,-1 1 0,1 0 0,0 0 0,1-1 0,-1 1 0,1-1 0,-1 1 0,1-1 0,3 4 0,-3-4 3,0-1 0,0 0 0,0 0-1,1 1 1,-1-1 0,1-1 0,0 1 0,-1 0 0,1-1 0,0 1 0,0-1 0,0 0-1,0 0 1,0 0 0,0 0 0,0 0 0,1-1 0,-1 0 0,0 1 0,0-1-1,0-1 1,1 1 0,-1 0 0,0-1 0,0 1 0,4-2 0,10-3 2,-1 0 1,0-1 0,25-13-1,-30 14-6,-2 0-1,41-23 42,-47 27-36,-1-1 1,0 0-1,1 0 0,-1 0 1,0-1-1,0 1 1,0 0-1,-1-1 0,1 1 1,-1-1-1,1 0 1,-1 0-1,0 1 0,0-1 1,0 0-1,1-4 1,-2 7 34,0-1 1,0 0 0,0 1 0,1-1 0,-1 0 0,0 1-1,0-1 1,0 0 0,0 1 0,0-1 0,0 0 0,0 1-1,-1-1 1,1 0 0,0 1 0,0-1 0,0 0 0,-1 1-1,1-1 1,0 1 0,-1-1 0,1 1 0,-1-1-1,1 0 1,0 1 0,-1-1 0,1 1 0,-1 0 0,1-1-1,-1 1 1,0-1 0,1 1 0,-1 0 0,1-1 0,-1 1-1,0 0 1,1 0 0,-1 0 0,-1-1 0,1 2-16,1-1 1,-1 0 0,0 1-1,0-1 1,0 1 0,1-1-1,-1 1 1,0-1 0,0 1-1,1-1 1,-1 1 0,1 0-1,-1-1 1,0 1 0,1 0-1,-1 0 1,1 0 0,0-1-1,-1 1 1,1 0 0,0 0-1,-1 0 1,1 0 0,0 0-1,0-1 1,0 1 0,0 0-1,0 0 1,0 0 0,0 0-1,0 0 1,0 0 0,0 0-1,1 1 1,0 10 19,0 1 1,1-1-1,1 0 1,4 15-1,-5-22-210,-1-1-1,1 0 0,0 1 0,0-1 0,1 0 0,-1 0 0,1 0 0,0 0 1,0-1-1,0 1 0,1-1 0,-1 0 0,1 0 0,5 4 0,-7-6-123,-1 0 0,0-1 0,1 1 0,-1-1 0,1 1 0,-1-1 0,1 0 0,0 0 0,-1 1 0,1-1 0,-1 0 0,1 0 0,-1-1 0,1 1 0,-1 0 0,4-1 0,52-20-8365</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6"/>
    </inkml:context>
    <inkml:brush xml:id="br0">
      <inkml:brushProperty name="width" value="0.025" units="cm"/>
      <inkml:brushProperty name="height" value="0.025" units="cm"/>
    </inkml:brush>
  </inkml:definitions>
  <inkml:trace contextRef="#ctx0" brushRef="#br0">443 1 7802,'2'1'6430,"2"5"89,-9-4-6286,-1 0 0,1-1 0,-1 1 0,0-1 0,1-1 1,-1 1-1,0-1 0,0 0 0,1 0 0,-11-2 0,-10 2-114,-21 1-110,-143 11-14,183-12-1,1 1 0,-1 1 0,1-1 1,0 1-1,-1 1 0,-7 3 0,13-6 4,0 1 1,1-1 0,-1 1-1,0 0 1,0-1-1,0 1 1,1 0 0,-1 0-1,0-1 1,1 1 0,-1 0-1,1 0 1,-1 0 0,1 0-1,-1 0 1,1 0-1,-1 0 1,1 0 0,0 1-1,0-1 2,0 1-1,0-1 0,0 1 1,1-1-1,-1 1 0,0-1 1,1 1-1,0-1 0,-1 1 0,1-1 1,0 0-1,-1 1 0,1-1 1,0 0-1,0 0 0,0 0 1,2 2-1,25 25 2,-19-20 0,0 0 0,-1 1-1,-1 0 1,9 12 0,-14-17-1,0 1 1,0-1-1,0 0 0,0 1 0,-1 0 0,1-1 1,-1 1-1,-1 0 0,1 0 0,-1 0 0,1-1 0,-1 1 1,-1 0-1,0 5 0,-7 32 9,-3-1 0,-1 0 1,-2-1-1,-38 74 0,9-18 9,41-91-18,0 0 1,0 0-1,1 1 0,0-1 0,0 1 0,0-1 1,0 1-1,1-1 0,0 1 0,0-1 1,0 1-1,2 6 0,-1-10 4,-1 0-1,1 0 0,0 0 1,0 0-1,0 0 0,0 0 1,0 0-1,0-1 0,1 1 1,-1 0-1,1-1 0,-1 1 1,1-1-1,-1 1 0,1-1 1,0 0-1,0 0 0,0 0 1,0 0-1,0 0 0,0 0 1,0 0-1,0-1 0,0 1 1,0-1-1,0 1 0,0-1 1,0 0-1,1 0 0,-1 0 1,0 0-1,0 0 0,0 0 1,3-1-1,18-4 173,0 0-1,0-1 0,0-1 1,34-17-1,17-5 184,-74 28-1673,-10 4-3532,-11 7-704</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7"/>
    </inkml:context>
    <inkml:brush xml:id="br0">
      <inkml:brushProperty name="width" value="0.025" units="cm"/>
      <inkml:brushProperty name="height" value="0.025" units="cm"/>
    </inkml:brush>
  </inkml:definitions>
  <inkml:trace contextRef="#ctx0" brushRef="#br0">0 82 10290,'32'-26'6995,"23"-6"-5015,-13 8-891,-48 33 598,-9 11-1530,1 1 1,1 1-1,-17 37 0,29-56-152,0 0 0,0 0 0,1 0 0,0 1 0,-1-1-1,1 0 1,0 1 0,1-1 0,-1 0 0,1 0 0,-1 1 0,1-1 0,0 0-1,0 0 1,0 0 0,1 0 0,-1 0 0,1 0 0,0 0 0,-1 0 0,4 2-1,-4-3-40,1-1 0,0 1 0,0-1 0,0 1 0,0-1 0,0 0 0,0 1 0,1-1 0,-1 0 0,0-1 0,0 1 0,1 0-1,-1-1 1,1 1 0,-1-1 0,0 0 0,1 0 0,-1 0 0,1 0 0,-1 0 0,1 0 0,-1-1 0,0 1 0,1-1 0,-1 0 0,0 1-1,1-1 1,2-2 0,5-2-1162,-1 0 0,-1-1-1,1 0 1,-1 0 0,0-1-1,0 0 1,-1 0 0,12-15-1,35-42-5282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8"/>
    </inkml:context>
    <inkml:brush xml:id="br0">
      <inkml:brushProperty name="width" value="0.025" units="cm"/>
      <inkml:brushProperty name="height" value="0.025" units="cm"/>
    </inkml:brush>
  </inkml:definitions>
  <inkml:trace contextRef="#ctx0" brushRef="#br0">12 8 12675,'-5'-3'6137,"1"-1"-4273,1 4-903,6 0-665,-3 2-296,4 3 0,1 1-296,8 1-1841,31 0-3856</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59"/>
    </inkml:context>
    <inkml:brush xml:id="br0">
      <inkml:brushProperty name="width" value="0.025" units="cm"/>
      <inkml:brushProperty name="height" value="0.025" units="cm"/>
    </inkml:brush>
  </inkml:definitions>
  <inkml:trace contextRef="#ctx0" brushRef="#br0">30 23 6497,'52'-4'11589,"0"-4"-7923,-33 4-3426,0 1 0,1 1 0,0 0 0,36 3 0,-56-1-223,1 1 1,-1-1 0,1 0-1,-1 1 1,1-1 0,-1 1-1,1-1 1,-1 1-1,0-1 1,1 1 0,-1-1-1,0 1 1,1-1 0,-1 1-1,0-1 1,0 1 0,0-1-1,1 1 1,-1 0 0,0-1-1,0 1 1,0-1 0,0 1-1,0 0 1,0-1 0,0 1-1,0-1 1,0 1 0,0 0-1,-1-1 1,1 1 0,0-1-1,0 1 1,-1 0 0,-9 31 515,7-22-356,-6 18-120,2 0-1,1 0 1,1 1 0,1-1 0,2 1-1,2 45 1,10 138-26,-10-211-27,1 0-1,-1-1 1,0 1-1,0 0 1,0-1 0,0 1-1,0 0 1,0-1 0,0 1-1,0 0 1,0-1-1,0 1 1,-1 0 0,1-1-1,0 1 1,0 0 0,0-1-1,-1 1 1,1-1-1,0 1 1,-1 0 0,1-1-1,-1 1 1,1-1 0,-1 1-1,1-1 1,-1 1-1,1-1 1,-1 0 0,1 1-1,-1-1 1,1 0 0,-1 1-1,0-1 1,1 0-1,-2 1 1,-26-6 197,10 1-197,-28-4-24,-88-27 1,140 40-1814,-5-4 1598,-1-1-1,1 1 1,0 0 0,0 0-1,0 0 1,0-1 0,0 1 0,0 0-1,0-1 1,0 1 0,0-1-1,0 1 1,1-1 0,-1 1-1,0-1 1,0 0 0,0 0 0,1 0-1,-1 0 1,0 1 0,0-2-1,1 1 1,0 0 0,60-4-5771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0"/>
    </inkml:context>
    <inkml:brush xml:id="br0">
      <inkml:brushProperty name="width" value="0.025" units="cm"/>
      <inkml:brushProperty name="height" value="0.025" units="cm"/>
    </inkml:brush>
  </inkml:definitions>
  <inkml:trace contextRef="#ctx0" brushRef="#br0">1 1 10306,'53'5'9772,"25"12"-5594,16 3-4203,-89-20 496,-4 0-621,0 0 0,-1 0 0,1 0 0,0 0 0,0 0 0,-1 0 0,1 0 0,0 0 0,-1 0 0,1 1 0,0-1 0,-1 0 0,1 0 0,0 1 0,-1-1 0,1 0 0,0 1 0,-1-1 0,1 1 0,0 0 0,-3 0-371,0 1 1,1 0-1,-1-1 1,0 1-1,0-1 1,0 1-1,-1-1 1,1 0-1,0 0 1,-4 1-1,-57 31-4439</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1"/>
    </inkml:context>
    <inkml:brush xml:id="br0">
      <inkml:brushProperty name="width" value="0.025" units="cm"/>
      <inkml:brushProperty name="height" value="0.025" units="cm"/>
    </inkml:brush>
  </inkml:definitions>
  <inkml:trace contextRef="#ctx0" brushRef="#br0">0 60 7770,'3'0'5089,"-1"-2"-3001,9-2-191,9-3 119,2-2-576,12-2-551,-3 4-385,0 3-336,3 1-168,-1 3-40,9 0-1977,85-13-7265</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2"/>
    </inkml:context>
    <inkml:brush xml:id="br0">
      <inkml:brushProperty name="width" value="0.025" units="cm"/>
      <inkml:brushProperty name="height" value="0.025" units="cm"/>
    </inkml:brush>
  </inkml:definitions>
  <inkml:trace contextRef="#ctx0" brushRef="#br0">355 39 8194,'1'0'354,"-1"0"1,1-1-1,-1 1 1,1 0-1,0-1 1,-1 1-1,1 0 1,-1-1-1,1 1 1,-1 0-1,1-1 1,-1 1-1,0-1 1,1 1-1,-1-1 1,1 1-1,-1-1 1,0 0-1,1 1 1,-1-1-1,0 1 1,0-1-1,0 0 1,1 0-1,-10-11 3455,6 10-3544,0 0 0,0 0 0,0 1-1,-1-1 1,1 1 0,0 0 0,-6-1 0,-5 1-139,0 1 0,0 0 1,0 1-1,1 0 0,-1 1 1,0 1-1,1 0 0,-1 1 1,-18 8-1,15-4-125,0 0 0,1 1 0,0 0 0,0 2 0,1 0 0,-19 18 1,30-25-2,0 0 1,1 0-1,-1 0 1,1 0 0,0 0-1,0 1 1,1 0 0,-1-1-1,1 1 1,0 0 0,1 0-1,-1 0 1,0 6-1,2-10 0,0 1 0,-1 0 0,2-1-1,-1 1 1,0-1 0,0 1 0,0 0-1,1-1 1,-1 1 0,1-1 0,-1 1-1,1-1 1,-1 1 0,1-1-1,0 0 1,0 1 0,0-1 0,1 2-1,0-2 2,0 1-1,0-1 0,1 1 0,-1-1 0,0 0 0,0 0 1,1 0-1,-1 0 0,1 0 0,-1-1 0,1 1 1,-1-1-1,1 1 0,4-1 0,5 0 2,-1-1-1,0 0 0,1 0 1,-1-1-1,0-1 0,0 0 1,-1 0-1,1-1 1,-1-1-1,1 0 0,-1 0 1,10-7-1,-9 4-20,0 0 0,-1 0-1,0-1 1,0 0 0,-1 0 0,0-1-1,-1-1 1,0 0 0,12-21-1,-15 15 156,-5 17-123,0 0 1,0 0-1,0 0 0,0-1 1,0 1-1,0 0 0,0 0 1,0 0-1,0 0 0,0 0 1,0-1-1,0 1 0,0 0 0,0 0 1,0 0-1,0 0 0,0 0 1,0 0-1,-1 0 0,1-1 1,0 1-1,0 0 0,0 0 1,0 0-1,0 0 0,0 0 1,-1 0-1,1 0 0,0 0 1,0 0-1,0 0 0,0 0 1,0 0-1,-1 0 0,1 0 0,0 0 1,0 0-1,0 0 0,0 0 1,0 0-1,-1 0 0,1 0 1,0 0-1,0 0 0,0 0 1,0 0-1,-1 0 0,0 1 40,-1 0 0,1 0 1,0 0-1,-1 0 0,1 0 0,0 0 0,0 0 0,-1 0 0,1 1 0,0-1 0,0 1 0,1-1 1,-1 1-1,0-1 0,0 2 0,-1 2-9,1 0 1,0 0-1,0 0 0,1 0 1,-1-1-1,1 1 1,0 0-1,0 0 1,1 0-1,0 0 0,0 0 1,0 0-1,0-1 1,1 1-1,-1 0 1,1-1-1,1 1 0,-1-1 1,0 0-1,1 0 1,5 7-1,-3-5-305,0 0-1,0 0 1,1-1-1,-1 0 1,1 0-1,0 0 1,0 0-1,1-1 1,-1 0-1,1-1 1,0 1 0,0-1-1,11 3 1,-12-5-489,0 0 0,-1-1 0,1 0 0,0 1 0,0-2 0,9 0 0,79-19-8154</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3"/>
    </inkml:context>
    <inkml:brush xml:id="br0">
      <inkml:brushProperty name="width" value="0.025" units="cm"/>
      <inkml:brushProperty name="height" value="0.025" units="cm"/>
    </inkml:brush>
  </inkml:definitions>
  <inkml:trace contextRef="#ctx0" brushRef="#br0">558 0 9986,'-5'3'9185,"-20"8"-6634,0-6-1484,-1-1 0,0-2-1,-50 0 1,-12 1-430,13 2-452,-54 7-182,128-12-4,1 0 1,-1 0-1,1-1 1,-1 1 0,1 0-1,-1 0 1,1 0-1,-1 0 1,1 0 0,-1 1-1,1-1 1,-1 0-1,1 0 1,0 0-1,-1 0 1,1 0 0,-1 1-1,1-1 1,-1 0-1,1 0 1,0 1-1,-1-1 1,1 0 0,0 1-1,-1-1 1,1 0-1,0 1 1,-1-1 0,1 1-1,0-1 1,0 0-1,-1 1 1,1-1-1,0 1 1,0 0 0,12 12-23,4 3 13,-9-5 11,-2 0-1,1 1 1,-1 0 0,-1 0 0,0 0 0,-1 0 0,0 1 0,-1-1 0,0 1-1,-1 0 1,-1 0 0,0-1 0,0 1 0,-2 0 0,-2 15 0,-3 12 3,-3-1 1,-1 0-1,-24 57 1,11-43 2,14-32-7,1 0 1,1 0-1,-8 29 1,16-49-1,-1 1 1,1-1-1,-1 1 1,1-1-1,0 1 0,0-1 1,0 1-1,0 0 1,0-1-1,0 1 0,0-1 1,1 1-1,-1-1 1,0 1-1,1-1 0,-1 1 1,1-1-1,0 1 0,-1-1 1,1 0-1,0 1 1,0-1-1,0 0 0,0 0 1,0 1-1,0-1 1,0 0-1,0 0 0,1 0 1,-1 0-1,0-1 1,0 1-1,1 0 0,-1 0 1,1-1-1,-1 1 1,3 0-1,5 0 6,-1 1 0,1-1 0,0-1 0,0 0 1,13-1-1,-6 0 14,-15 1-20,114-7 118,-98 5-109,-1-1 0,0 0 1,0-1-1,0-1 0,15-6 0,-30 11-20,-1 0-1,1-1 1,-1 1-1,1 0 1,-1 0-1,1 0 0,0-1 1,-1 1-1,1 0 1,-1-1-1,1 1 0,-1 0 1,1-1-1,-1 1 1,1-1-1,-1 1 1,0 0-1,1-1 0,-1 1 1,0-1-1,1 0 1,-1 1-1,0-1 1,1 1-1,-1-2 0,-12-8-2888,3 5 871,-19-16-3734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4"/>
    </inkml:context>
    <inkml:brush xml:id="br0">
      <inkml:brushProperty name="width" value="0.025" units="cm"/>
      <inkml:brushProperty name="height" value="0.025" units="cm"/>
    </inkml:brush>
  </inkml:definitions>
  <inkml:trace contextRef="#ctx0" brushRef="#br0">0 112 9618,'23'-20'7231,"1"1"-3750,55-28-3377,-34 22 2368,-62 46-1781,2 0 1,-14 26-1,24-38-688,0 0 1,2 0-1,-1 0 0,1 0 0,-4 16 1,7-22-13,-1-1 0,0 1 1,1-1-1,0 1 0,0 0 1,0-1-1,0 1 1,0-1-1,0 1 0,1 0 1,-1-1-1,1 1 0,0-1 1,-1 1-1,1-1 1,0 1-1,1-1 0,-1 0 1,0 0-1,1 1 0,-1-1 1,1 0-1,0 0 1,0 0-1,-1-1 0,4 3 1,-2-3-100,-1 0 0,0 0 1,1 0-1,-1-1 0,1 1 1,0-1-1,-1 0 1,1 0-1,-1 0 0,1 0 1,0 0-1,-1 0 0,1-1 1,-1 1-1,1-1 1,-1 0-1,1 0 0,-1 0 1,5-2-1,43-28-4225,-49 30 4157,38-32-4642,19-31-1371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5"/>
    </inkml:context>
    <inkml:brush xml:id="br0">
      <inkml:brushProperty name="width" value="0.025" units="cm"/>
      <inkml:brushProperty name="height" value="0.025" units="cm"/>
    </inkml:brush>
  </inkml:definitions>
  <inkml:trace contextRef="#ctx0" brushRef="#br0">0 14 11090,'0'-4'4985,"0"1"-3256,0-1 751,0 2 417,3 4-2897,-1 2-192,0 1-344,7 8-1569,15 7-2960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6"/>
    </inkml:context>
    <inkml:brush xml:id="br0">
      <inkml:brushProperty name="width" value="0.025" units="cm"/>
      <inkml:brushProperty name="height" value="0.025" units="cm"/>
    </inkml:brush>
  </inkml:definitions>
  <inkml:trace contextRef="#ctx0" brushRef="#br0">51 1 4761,'2'1'10201,"-1"3"-4465,-2 9-1819,-4 12-2823,-5 0-707,1 0 0,1 1 0,1 0 0,2 0 0,-4 43 0,11-28-103,3-19-1160,5-7-3391,-5-16-1173,-1-13-2042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7"/>
    </inkml:context>
    <inkml:brush xml:id="br0">
      <inkml:brushProperty name="width" value="0.025" units="cm"/>
      <inkml:brushProperty name="height" value="0.025" units="cm"/>
    </inkml:brush>
  </inkml:definitions>
  <inkml:trace contextRef="#ctx0" brushRef="#br0">0 23 13243,'0'-7'5521,"3"7"-4177,5-4-215,6-1-433,6 3-400,4-2-104,1 4-96,2 0-32,-5 2-64,5 0-80,2 0-1120,42 0-4170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8"/>
    </inkml:context>
    <inkml:brush xml:id="br0">
      <inkml:brushProperty name="width" value="0.025" units="cm"/>
      <inkml:brushProperty name="height" value="0.025" units="cm"/>
    </inkml:brush>
  </inkml:definitions>
  <inkml:trace contextRef="#ctx0" brushRef="#br0">38 0 10938,'0'5'5081,"-2"-3"-2880,-5 2-233,1 7-471,-3 5-417,2 4-176,3 5 136,1 1-256,3 1-327,0 0-209,0-5-160,0 0-88,0 1-72,0-5-1577,3-5-3264,17 2-5033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69"/>
    </inkml:context>
    <inkml:brush xml:id="br0">
      <inkml:brushProperty name="width" value="0.025" units="cm"/>
      <inkml:brushProperty name="height" value="0.025" units="cm"/>
    </inkml:brush>
  </inkml:definitions>
  <inkml:trace contextRef="#ctx0" brushRef="#br0">119 1 7490,'7'13'8555,"11"-1"-5977,18 3-1193,-15-12-971,1 0 0,0-1 1,-1-2-1,1 0 0,-1-1 0,23-4 0,49-2 381,-110 36 1054,8-14-1737,1 1 0,1-1 0,0 1 0,1 0 0,1 1 0,0 0 1,1-1-1,1 1 0,-1 19 0,2-8-117,2-1-1,1 1 1,1 0 0,11 52 0,-9-65 7,1 1 0,1-1 0,12 23 0,-10-23 4,-1 1-1,9 29 1,-16-44-1,-1 0-1,1 0 1,-1 0 0,1-1 0,-1 1-1,1 0 1,-1 0 0,0-1-1,1 1 1,-1 0 0,0-1-1,1 1 1,-1-1 0,0 1 0,0-1-1,0 1 1,0-1 0,1 1-1,-1-1 1,0 0 0,0 0-1,0 1 1,0-1 0,0 0-1,0 0 1,0 0 0,0 0 0,0 0-1,-1 0 1,-43 4 96,36-4-92,-70 4 15,-52 5 30,111-6-52,-1 1 1,1 0-1,-1 1 1,-21 10-1,39-14-58,1 0-1,-1 0 0,1 1 0,-1-1 0,1 1 0,0-1 1,0 1-1,0 0 0,-1 0 0,2 0 0,-1 0 1,0 0-1,0 0 0,1 1 0,-3 3 0,4-6-22,0 1 0,0-1 0,0 1 0,0-1 0,0 1 0,0-1-1,0 1 1,0-1 0,0 1 0,0-1 0,0 1 0,0-1 0,0 0 0,0 1-1,1-1 1,-1 1 0,0-1 0,0 1 0,0-1 0,1 0 0,-1 1 0,0-1 0,1 0-1,-1 1 1,0-1 0,1 0 0,-1 1 0,0-1 0,1 0 0,-1 0 0,1 1-1,-1-1 1,1 0 0,-1 0 0,1 0 0,3 1-443,0 0 0,0 0 0,0-1 0,0 0-1,0 0 1,0 0 0,-1 0 0,6-1 0,92-16-7864</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0"/>
    </inkml:context>
    <inkml:brush xml:id="br0">
      <inkml:brushProperty name="width" value="0.025" units="cm"/>
      <inkml:brushProperty name="height" value="0.025" units="cm"/>
    </inkml:brush>
  </inkml:definitions>
  <inkml:trace contextRef="#ctx0" brushRef="#br0">29 3 13219,'2'-2'13187,"1"2"-11331,-6 0-632,1 0 121,0 0-1129,2 2-168,-2 5-48,0-3-272,-1 7-593,-3 5-975,-1-3-2321,0 29-2248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1"/>
    </inkml:context>
    <inkml:brush xml:id="br0">
      <inkml:brushProperty name="width" value="0.025" units="cm"/>
      <inkml:brushProperty name="height" value="0.025" units="cm"/>
    </inkml:brush>
  </inkml:definitions>
  <inkml:trace contextRef="#ctx0" brushRef="#br0">241 1 14491,'-6'9'4849,"-3"6"-1984,-11 8 111,0 8-1343,-5 0-1113,-1-2-520,1 2-568,-4 3-2489,-51 48-4785</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2"/>
    </inkml:context>
    <inkml:brush xml:id="br0">
      <inkml:brushProperty name="width" value="0.025" units="cm"/>
      <inkml:brushProperty name="height" value="0.025" units="cm"/>
    </inkml:brush>
  </inkml:definitions>
  <inkml:trace contextRef="#ctx0" brushRef="#br0">331 5 5641,'-5'-4'11478,"-5"4"-8999,-6 1-2367,1 1 0,1 0 0,-1 2 0,0 0 0,1 0 0,0 1 0,0 1 0,0 0 0,0 1 1,1 1-1,1 0 0,-1 1 0,1 0 0,1 1 0,-20 20 0,23-22-90,-36 42 58,41-46-77,0 1 0,0 0 0,0 0 0,1 0 0,-1 0 0,1 0 0,0 0 0,1 0 0,-2 9 0,3-14-2,-1 1 0,1 0-1,0 0 1,0-1-1,0 1 1,0 0 0,0 0-1,0 0 1,0-1 0,0 1-1,0 0 1,1 0 0,-1 0-1,0-1 1,1 1-1,-1 0 1,0-1 0,1 1-1,-1 0 1,0 0 0,1-1-1,-1 1 1,1-1 0,0 1-1,-1-1 1,1 1 0,-1-1-1,1 1 1,0-1-1,-1 1 1,1-1 0,0 0-1,0 1 1,-1-1 0,1 0-1,0 0 1,0 1 0,-1-1-1,1 0 1,0 0-1,0 0 1,0 0 0,-1 0-1,1 0 1,0 0 0,0 0-1,1-1 1,4 0 11,1 0 0,-1-1 0,0 1 0,11-6 0,17-9 17,0-2 0,-1-2-1,38-29 1,13-8 21,-81 54 1838,-13 8-1003,7-3-831,0 0 1,0 0-1,0 0 1,1 1-1,-1-1 1,0 1-1,-2 3 1,2 0-26,0 0 1,1-1-1,-1 1 1,2 0-1,-1 0 0,1 0 1,-1 0-1,2 0 1,-1 0-1,1 1 0,0-1 1,0 0-1,0 0 0,2 8 1,-1-9-219,1-1 1,-1 1-1,1 0 1,-1-1-1,2 1 1,-1-1-1,0 1 1,5 5-1,-5-7-314,1 0 0,0 0-1,0 0 1,0-1 0,0 1 0,0-1-1,0 0 1,0 0 0,1 0 0,-1 0-1,8 2 1,49 9-7188</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3"/>
    </inkml:context>
    <inkml:brush xml:id="br0">
      <inkml:brushProperty name="width" value="0.025" units="cm"/>
      <inkml:brushProperty name="height" value="0.025" units="cm"/>
    </inkml:brush>
  </inkml:definitions>
  <inkml:trace contextRef="#ctx0" brushRef="#br0">579 1 8258,'1'0'429,"0"0"-1,0 0 1,0 0 0,0 0-1,0 0 1,0 0 0,0 0 0,0 1-1,0-1 1,0 0 0,0 1 0,0-1-1,-1 0 1,1 1 0,0-1 0,0 1-1,0 0 1,-1-1 0,1 1 0,0 0-1,0 0 1,-1 0-325,0-1-1,0 1 1,0-1 0,0 1-1,0-1 1,0 1 0,0-1-1,-1 1 1,1-1 0,0 1-1,0-1 1,0 1 0,-1-1 0,1 1-1,0-1 1,-1 0 0,1 1-1,0-1 1,-1 1 0,1-1-1,0 0 1,-1 1 0,1-1-1,-1 0 1,1 0 0,-1 1-1,1-1 1,-1 0 0,1 0-1,-1 0 1,1 0 0,-1 1-1,1-1 1,-1 0 0,1 0-1,-1 0 1,1 0 0,-1 0-1,1 0 1,-1-1 0,-46 11 403,0-2 1,-1-2-1,1-2 1,-54-3 0,64-4-494,26 1-11,0 0 0,0 1 0,-1 1 0,1 0 0,0 1 0,-1 0 0,-11 3 0,23-4-3,-1 1-1,1-1 0,-1 1 1,1-1-1,0 1 1,-1-1-1,1 1 1,0-1-1,-1 1 0,1-1 1,0 1-1,0 0 1,0-1-1,0 1 0,0-1 1,-1 1-1,1 0 1,0-1-1,0 1 1,0-1-1,0 1 0,1 0 1,-1-1-1,0 1 1,0-1-1,0 1 0,0 0 1,1-1-1,-1 1 1,0-1-1,1 1 1,-1 0-1,15 30 5,-8-16 3,-5-7-2,1 1 0,-2-1 0,0 0 1,0 1-1,0-1 0,-1 1 0,0-1 0,-1 0 0,1 1 0,-4 8 0,-3 14 49,-15 41 0,17-58-35,-14 36 24,-28 53 0,25-60-42,-28 83 0,48-121-1,1 0-1,-1-1 1,2 1-1,-1 0 1,0 0-1,1 0 1,0 0-1,0 0 1,0 0 0,1 0-1,0 0 1,1 5-1,-1-8 4,0 0-1,0 0 1,0 0 0,0 0-1,0-1 1,1 1-1,-1 0 1,0-1 0,1 1-1,0-1 1,-1 1-1,1-1 1,0 0-1,-1 0 1,1 0 0,0 0-1,0 0 1,0 0-1,0 0 1,0 0 0,0-1-1,0 1 1,0-1-1,1 0 1,-1 0 0,0 1-1,0-1 1,0-1-1,3 1 1,17-3 96,-1 0 0,1-2 0,-1 0 0,0-1 0,30-14 0,-25 10 29,1 1 0,44-10 0,-71 19-281,14-3 775,-10-1-1543,-10 0-4073,-17-4-1123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4"/>
    </inkml:context>
    <inkml:brush xml:id="br0">
      <inkml:brushProperty name="width" value="0.025" units="cm"/>
      <inkml:brushProperty name="height" value="0.025" units="cm"/>
    </inkml:brush>
  </inkml:definitions>
  <inkml:trace contextRef="#ctx0" brushRef="#br0">1 138 9130,'21'-19'6192,"0"-1"-3970,24-21-614,25-16 142,-82 69-1446,0 2-1,1-1 1,1 1 0,0 1-1,1 0 1,1 0 0,-10 24 0,16-32-293,0 0 1,0 0 0,0 0-1,1 0 1,0 0 0,0 1-1,1 8 1,0-13-175,0 0-1,1 0 1,-1 0 0,1 0 0,0 1 0,-1-1 0,1 0-1,1 0 1,-1-1 0,0 1 0,1 0 0,0 0-1,-1-1 1,1 1 0,0-1 0,0 1 0,1-1 0,4 4-1,-7-5-22,1-1-1,0 1 0,-1-1 0,1 0 0,0 1 0,-1-1 1,1 0-1,0 0 0,0 0 0,-1 1 0,1-1 0,0 0 0,0 0 1,-1 0-1,1 0 0,0 0 0,0 0 0,-1 0 0,1-1 1,1 1-1,26-12-6236</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5"/>
    </inkml:context>
    <inkml:brush xml:id="br0">
      <inkml:brushProperty name="width" value="0.025" units="cm"/>
      <inkml:brushProperty name="height" value="0.025" units="cm"/>
    </inkml:brush>
  </inkml:definitions>
  <inkml:trace contextRef="#ctx0" brushRef="#br0">10 1 14043,'0'2'3921,"-2"0"-2705,-1 2-344,3-1-376,0 6-352,-4-5-144,8 0-384,1-1-2664,19-6-3818</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6"/>
    </inkml:context>
    <inkml:brush xml:id="br0">
      <inkml:brushProperty name="width" value="0.025" units="cm"/>
      <inkml:brushProperty name="height" value="0.025" units="cm"/>
    </inkml:brush>
  </inkml:definitions>
  <inkml:trace contextRef="#ctx0" brushRef="#br0">41 0 10666,'4'7'3713,"-2"-2"-2041,7 3 585,-4 8-161,-1 6-199,-6 7-129,-5 5-416,-2-1-543,-4 1-417,2-3-224,4-7-152,0-1-8,5-6-8,0-3-232,2-5-913,0-7-999,-5-20-7674</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7"/>
    </inkml:context>
    <inkml:brush xml:id="br0">
      <inkml:brushProperty name="width" value="0.025" units="cm"/>
      <inkml:brushProperty name="height" value="0.025" units="cm"/>
    </inkml:brush>
  </inkml:definitions>
  <inkml:trace contextRef="#ctx0" brushRef="#br0">0 31 10138,'2'0'6089,"5"-4"-4416,9-3-545,6 0-208,9 1-296,-2 6-248,0 0-223,0 0-89,-4 9-64,1-7-289,3-2-1743,45-18-3849</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8"/>
    </inkml:context>
    <inkml:brush xml:id="br0">
      <inkml:brushProperty name="width" value="0.025" units="cm"/>
      <inkml:brushProperty name="height" value="0.025" units="cm"/>
    </inkml:brush>
  </inkml:definitions>
  <inkml:trace contextRef="#ctx0" brushRef="#br0">98 0 12979,'-2'7'3865,"-7"4"-2545,-4 14 472,-1 10-231,-6 8-481,5-3-184,3-2-328,1-5-392,9 0-176,4-4-32,0-15-1288,5-1-3153,11-11-3329</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79"/>
    </inkml:context>
    <inkml:brush xml:id="br0">
      <inkml:brushProperty name="width" value="0.025" units="cm"/>
      <inkml:brushProperty name="height" value="0.025" units="cm"/>
    </inkml:brush>
  </inkml:definitions>
  <inkml:trace contextRef="#ctx0" brushRef="#br0">0 60 9490,'0'0'3860,"3"2"71,16 6-2247,-2-7-990,-1-1-1,0-1 0,1-1 0,-1 0 0,0-1 0,29-9 0,-15 5-385,28-10-55,-38 11-186,1 0-1,-1 1 1,1 1 0,32-2 0,-54 9 55,1-1 1,-1 0-1,1 1 0,-1-1 0,0 0 1,0 1-1,0-1 0,0 0 1,-2 3-1,-4 9 17,0 1 0,1-1 0,1 2-1,0-1 1,1 0 0,1 1 0,0 0 0,1 0 0,1 0 0,0 0 0,3 24 0,4 13-187,3 0 1,16 57 0,-2-15 162,-22-91-112,0 0 0,0 0 0,0 0 0,-1 0 0,0 1 0,0-1 0,0 0 0,0 0 1,0 0-1,-1 0 0,0 0 0,0 0 0,0 0 0,0 0 0,-1 0 0,1 0 0,-1 0 0,0-1 0,0 1 0,-1-1 0,1 1 0,-1-1 0,1 0 0,-1 0 0,0 0 0,0 0 0,-1-1 0,1 1 0,0-1 0,-1 0 0,0 0 0,1 0 0,-1 0 0,0-1 0,0 1 0,0-1 1,0 0-1,0 0 0,-6 0 0,-89 4 28,70-5-46,0 1 1,0 2 0,0 1 0,-47 12 0,152-28-6217,14-9 168</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0"/>
    </inkml:context>
    <inkml:brush xml:id="br0">
      <inkml:brushProperty name="width" value="0.025" units="cm"/>
      <inkml:brushProperty name="height" value="0.025" units="cm"/>
    </inkml:brush>
  </inkml:definitions>
  <inkml:trace contextRef="#ctx0" brushRef="#br0">0 20 10722,'3'-2'769,"0"0"-1,0 0 0,1 0 1,-1 0-1,0 1 0,1-1 1,-1 1-1,1 0 0,-1 0 0,1 0 1,0 0-1,-1 1 0,1-1 1,0 1-1,3 0 0,65 6 2998,-50-3-3556,10-1-117,0 0 0,47-5 0,-24-6-7293,-74 14 1133</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1"/>
    </inkml:context>
    <inkml:brush xml:id="br0">
      <inkml:brushProperty name="width" value="0.025" units="cm"/>
      <inkml:brushProperty name="height" value="0.025" units="cm"/>
    </inkml:brush>
  </inkml:definitions>
  <inkml:trace contextRef="#ctx0" brushRef="#br0">0 61 14019,'3'0'5321,"1"-3"-4017,7 3 89,14-4 39,4-3-616,11-2-520,4-4-272,3 4-24,2 0-1416,71 3-5722</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2"/>
    </inkml:context>
    <inkml:brush xml:id="br0">
      <inkml:brushProperty name="width" value="0.025" units="cm"/>
      <inkml:brushProperty name="height" value="0.025" units="cm"/>
    </inkml:brush>
  </inkml:definitions>
  <inkml:trace contextRef="#ctx0" brushRef="#br0">245 38 7522,'3'-8'1961,"2"-14"3810,-5 22-5683,0 0 1,0-1 0,0 1-1,0 0 1,0 0-1,0-1 1,0 1 0,0 0-1,0-1 1,0 1 0,0 0-1,-1 0 1,1-1 0,0 1-1,0 0 1,0 0-1,0 0 1,0-1 0,0 1-1,0 0 1,-1 0 0,1 0-1,0-1 1,0 1 0,0 0-1,-1 0 1,1 0-1,0 0 1,0-1 0,0 1-1,-1 0 1,1 0 0,0 0-1,0 0 1,-1 0 0,1 0-1,0 0 1,0 0 0,-1 0-1,1 0 1,0 0-1,0 0 1,-1 0 0,1 0-1,0 0 1,0 0 0,-1 0-1,1 0 1,0 0 0,0 0-1,-1 0 1,1 0-1,0 0 1,0 1 0,-1-1-1,1 0 1,0 0 0,0 0-1,0 0 1,0 1 0,-1-1-1,1 0 1,0 0 0,0 1-1,-9 5 319,0 1 0,0 0 0,1 0-1,0 1 1,1 0 0,0 0 0,0 1 0,1 0-1,0 0 1,-8 17 0,-1 5 160,2 0-1,-11 40 1,13-36-447,2-1-1,1 2 1,1-1 0,3 1 0,0 0 0,3 57 0,2-82-559,2 35 292,-3-45-81,0 0 0,-1 0 0,1 0 0,0 1 0,-1-1 0,1 0 0,0 0 0,-1 0 0,1 0 0,-1 0 0,1 0 0,-1 0 0,0-1 0,-1 2 0,2-1-140,-1-1-1,0 1 1,0-1-1,1 0 1,-1 1-1,0-1 1,0 0-1,1 0 1,-1 1-1,0-1 1,0 0-1,0 0 1,0 0-1,1 0 1,-1 0-1,0 0 1,0-1-1,0 1 0,1 0 1,-1 0-1,0 0 1,-1-1-1,-31-12-8385</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3"/>
    </inkml:context>
    <inkml:brush xml:id="br0">
      <inkml:brushProperty name="width" value="0.025" units="cm"/>
      <inkml:brushProperty name="height" value="0.025" units="cm"/>
    </inkml:brush>
  </inkml:definitions>
  <inkml:trace contextRef="#ctx0" brushRef="#br0">1 51 12123,'9'-6'5209,"4"-1"-3721,21-6 120,8 2-263,9 6-553,12 5-192,-1-2-248,7 2-176,0 0-160,-4 0-16,-10 0-336,59-7-4473</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4"/>
    </inkml:context>
    <inkml:brush xml:id="br0">
      <inkml:brushProperty name="width" value="0.025" units="cm"/>
      <inkml:brushProperty name="height" value="0.025" units="cm"/>
    </inkml:brush>
  </inkml:definitions>
  <inkml:trace contextRef="#ctx0" brushRef="#br0">1 208 14187,'22'1'5521,"0"3"-3572,27 2-732,-22-6-832,-4 1-133,1-1 1,37-6-1,-55 5-239,0 0-1,-1 0 1,1-1-1,-1 0 1,1 0 0,-1 0-1,0 0 1,0-1 0,0 0-1,0 0 1,0-1-1,-1 1 1,1-1 0,-1 0-1,0 0 1,4-6 0,-6 8-12,-1 0 1,0 0 0,1-1 0,-1 1 0,0-1 0,-1 1-1,1-1 1,0 1 0,-1-1 0,1 1 0,-1-1 0,0 1-1,1-1 1,-1 0 0,-1 1 0,1-1 0,0 1 0,-1-4-1,-1 2 0,1-1-1,-1 1 0,0-1 1,-1 1-1,1 0 0,-1 0 1,1 0-1,-1 0 0,-5-4 1,1 0-4,-1 1 1,0 0-1,0 1 1,-1-1-1,0 2 1,0-1-1,-1 1 1,-11-4 0,18 7 13,-1 1 1,1 0 0,0 0 0,-1 1 0,1-1 0,-1 1 0,1-1 0,-1 1 0,1 0 0,-1 0 0,1 1 0,0-1-1,-1 1 1,1-1 0,-1 1 0,1 0 0,0 1 0,-1-1 0,1 0 0,0 1 0,0 0 0,0 0 0,0 0-1,1 0 1,-1 0 0,0 0 0,1 1 0,0-1 0,-3 4 0,2-2 4,1 1 0,-1-1 0,1 1 0,0-1 0,1 1 0,-1 0 0,1-1 0,0 1 0,0 0 0,0 0 0,1 0 0,0 0 0,0 0 0,0 0 0,0 0 0,1 0 0,0 0 0,0-1 0,3 9 0,0-2-148,0-1 1,1-1-1,0 1 1,1-1-1,0 0 1,0 0-1,1 0 1,8 7-1,-10-11-427,1 0-1,0 0 1,-1-1-1,2 0 1,11 6-1,-13-7-251,0-1-1,1-1 1,-1 1-1,1-1 1,-1 0 0,1 0-1,-1 0 1,9-1-1,57-7-7755</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5"/>
    </inkml:context>
    <inkml:brush xml:id="br0">
      <inkml:brushProperty name="width" value="0.025" units="cm"/>
      <inkml:brushProperty name="height" value="0.025" units="cm"/>
    </inkml:brush>
  </inkml:definitions>
  <inkml:trace contextRef="#ctx0" brushRef="#br0">1 43 7154,'10'-7'8996,"3"9"-4199,-11-1-4243,0 0 0,0 0-1,0 0 1,0 1 0,0-1-1,0 1 1,0-1 0,0 1 0,2 3-1,20 38 1049,-19-32-1551,2 1 1,-1-1 0,16 19 0,-20-29-76,0 0 1,-1 0 0,1 0 0,0 0-1,0 0 1,0 0 0,0 0-1,1-1 1,-1 1 0,0-1 0,0 1-1,0-1 1,0 0 0,1 0 0,-1 0-1,0 0 1,0 0 0,0-1-1,0 1 1,1-1 0,-1 1 0,0-1-1,0 0 1,0 0 0,3-2-1,11-4-416,-1-1 0,18-11 0,-23 12 196,77-52-162,-87 58 936,1 5-506,0-1 0,0 0-1,0 1 1,0-1 0,1 0 0,0 0 0,3 5 0,2 0-139,0-1 1,1-1 0,0 0-1,0 0 1,1 0 0,0-1 0,0 0-1,0-1 1,16 5 0,-20-7-42,-1-1 0,1 0 1,0-1-1,0 1 0,0-1 1,0 0-1,0 0 0,0 0 0,0-1 1,-1 0-1,1 0 0,0 0 1,0-1-1,-1 1 0,1-1 1,-1 0-1,1 0 0,-1-1 1,0 1-1,0-1 0,0 0 1,4-4-1,2-3 54,0 0 1,-1-1-1,12-17 0,-17 23 460,-1 0 0,0-1-1,0 1 1,0-1 0,-1 0-1,1 0 1,-1 0-1,-1 0 1,1 0 0,0-8-1,-3 24 1251,0-7-1814,0 1 1,0-1 0,1 1-1,0 0 1,0-1 0,0 8-1,1-9-205,-1 1 0,1-1 1,0 0-1,0 1 0,0-1 0,0 0 0,0 1 0,1-1 0,-1 0 0,1 0 0,-1 0 0,1 0 0,0 0 0,0-1 0,-1 1 0,4 2 0,36 24-4875</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6"/>
    </inkml:context>
    <inkml:brush xml:id="br0">
      <inkml:brushProperty name="width" value="0.025" units="cm"/>
      <inkml:brushProperty name="height" value="0.025" units="cm"/>
    </inkml:brush>
  </inkml:definitions>
  <inkml:trace contextRef="#ctx0" brushRef="#br0">172 1 9354,'3'14'9112,"-9"14"-7187,4-20-649,-31 126 3420,12-56-4183,-15 120 0,32-155-691,-4 39 157,6-74-629,1 0-1,-1 0 1,-1 0-1,0 0 1,0-1-1,0 1 1,-6 8-1,8-14 236,0-1-74,0 0 0,1 0 0,-1 0 1,0 0-1,0 1 0,0-1 0,0 0 0,0-1 0,0 1 0,0 0 0,0 0 0,0 0 1,-1-1-1,-1 2 0,-17 0-5499</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7"/>
    </inkml:context>
    <inkml:brush xml:id="br0">
      <inkml:brushProperty name="width" value="0.025" units="cm"/>
      <inkml:brushProperty name="height" value="0.025" units="cm"/>
    </inkml:brush>
  </inkml:definitions>
  <inkml:trace contextRef="#ctx0" brushRef="#br0">0 17 12771,'3'-2'593,"-1"0"0,0 1 1,1 0-1,-1-1 1,1 1-1,-1 0 0,1 0 1,0 0-1,-1 1 0,1-1 1,0 1-1,5-1 0,38 1 1061,-31 0-912,31-1 160,-27 0-692,0 0 0,0 2 0,0 0 0,23 5 0,-41-6-200,1 0 1,-1 1-1,0-1 0,1 1 0,-1-1 1,0 1-1,0-1 0,0 1 0,1 0 1,-1 0-1,0 0 0,0 0 1,0 0-1,0 0 0,0 0 0,-1 0 1,1 0-1,0 0 0,0 0 0,-1 0 1,1 1-1,0 1 0,0 0 68,-1 0 0,1 0 0,-1 0 0,0 0 0,0 0 0,0 0 0,0 0 0,0 0 0,-2 5 0,-1 3 202,0 0 1,-1-1 0,0 0-1,-9 16 1,10-20-256,0-1 1,1 0-1,-2 0 0,1 0 1,-1-1-1,1 1 0,-1-1 0,0 0 1,-1 0-1,1 0 0,-1 0 1,0-1-1,0 0 0,0 0 1,0 0-1,0-1 0,-1 1 0,1-1 1,-1-1-1,1 1 0,-1-1 1,0 0-1,0 0 0,0 0 0,1-1 1,-7 0-1,5 0-68,1 0 0,-1 0 1,0-1-1,1 0 0,-1 0 0,1 0 1,-1-1-1,1 0 0,0 0 0,-1 0 0,1-1 1,-10-7-1,15 10-53,1 0 0,-1-1 0,1 1 0,-1-1 0,1 1 0,-1 0 0,1-1 0,-1 1 0,1-1 1,0 0-1,-1 1 0,1-1 0,0 1 0,-1-1 0,1 0 0,0 1 0,0-1 0,0 0 0,-1 1 0,1-1 0,0 1 0,0-2 0,1 1-206,-1 0 0,0 0 0,1 0 0,-1 0 0,1 0 0,0 0 0,-1 0 0,1 0-1,0 0 1,-1 1 0,1-1 0,0 0 0,0 1 0,0-1 0,0 0 0,0 1 0,2-2 0,33-16-6437</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8"/>
    </inkml:context>
    <inkml:brush xml:id="br0">
      <inkml:brushProperty name="width" value="0.025" units="cm"/>
      <inkml:brushProperty name="height" value="0.025" units="cm"/>
    </inkml:brush>
  </inkml:definitions>
  <inkml:trace contextRef="#ctx0" brushRef="#br0">1 18 1016,'2'-2'16652,"3"0"-11411,-3-3-1576,0 1-1249,-2 1-823,0 1-665,-2 2-256,2 2-672,0 7-152,2 0-328,0 7-1033,-2 2-1151,-2 2-3473,-2 24-6714</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35.789"/>
    </inkml:context>
    <inkml:brush xml:id="br0">
      <inkml:brushProperty name="width" value="0.025" units="cm"/>
      <inkml:brushProperty name="height" value="0.025" units="cm"/>
    </inkml:brush>
  </inkml:definitions>
  <inkml:trace contextRef="#ctx0" brushRef="#br0">257 0 16243,'0'0'6538,"-4"7"-3906,-5 6 9,0 0-977,-2 10-1016,2 6-415,-2 2-233,-3 11-168,-4 5-1217,-13 2-2592,-109 100-4648</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41.360"/>
    </inkml:context>
    <inkml:brush xml:id="br0">
      <inkml:brushProperty name="width" value="0.25" units="cm"/>
      <inkml:brushProperty name="height" value="0.25" units="cm"/>
    </inkml:brush>
  </inkml:definitions>
  <inkml:trace contextRef="#ctx0" brushRef="#br0">0 1 4761,'9'13'16083,"-4"-13"-15594,-1-4-249,3 2-80,-1-3-112,-3 3-48,1 2-96</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55.472"/>
    </inkml:context>
    <inkml:brush xml:id="br0">
      <inkml:brushProperty name="width" value="0.025" units="cm"/>
      <inkml:brushProperty name="height" value="0.025" units="cm"/>
    </inkml:brush>
  </inkml:definitions>
  <inkml:trace contextRef="#ctx0" brushRef="#br0">367 10 7474,'0'0'3916,"14"1"1055,-14-1-4911,1 0 1,-1 0-1,0 0 1,0 0-1,0 0 1,1 0-1,-1 0 1,0 0-1,0 0 0,1 0 1,-1 0-1,0 0 1,0 0-1,0 0 1,1 0-1,-1 0 1,0 0-1,0 0 0,1 0 1,-1 0-1,0 0 1,0 0-1,0 0 1,1 0-1,-1 1 1,0-1-1,0 0 0,0 0 1,0 0-1,1 0 1,-1 1-1,0-1 1,0 0-1,0 0 1,0 0-1,0 0 0,1 1 1,-1-1-1,0 0 1,0 0-1,0 1 1,0-1-1,0 0 1,0 0-1,0 0 0,0 1 1,0-1-1,0 1 1,-45-12 1819,43 10-1888,0 0 0,-1 0 0,1 0 0,-1 1 0,1-1 0,-1 1 0,0 0 0,1 0-1,-1 0 1,1 0 0,-1 0 0,0 0 0,1 1 0,-1-1 0,1 1 0,-1 0 0,1 0 0,-1 0 0,1 0 0,0 0-1,0 0 1,-4 3 0,-6 4-82,0 1 0,-19 17 0,20-16 109,-27 24-91,-40 47 0,63-64 68,1 1-1,1 0 1,1 1-1,0 1 1,-10 24-1,19-35 5,0 0 0,1 0-1,0 0 1,1 1 0,-1 8 0,2-13 0,-1-1 0,1 1 0,0-1 0,1 0 1,-1 1-1,1-1 0,0 0 0,0 1 1,0-1-1,0 0 0,1 0 0,2 5 0,-2-6 0,0-1 0,-1 0 0,1-1 0,0 1 0,0 0 0,0 0 0,0-1 0,0 1 0,0-1 0,0 0 0,0 0 0,1 1 0,-1-2 0,0 1 0,1 0 0,-1 0 0,1-1 0,4 1 0,-3-1-5,0 0 1,0 0 0,0-1 0,0 0-1,0 0 1,0 0 0,0 0-1,0 0 1,-1-1 0,7-3 0,4-4-1,-1 0 0,-1-1 0,0 0 0,21-23 0,-28 28 4,-1 0 0,-1 0 1,1-1-1,-1 0 0,0 1 0,0-1 0,0 0 0,-1 0 0,0-1 0,2-11 0,-1-5 16,1-42 0,-2 19 5,0 20-153,0-3 1783,2 33-874,2 21-599,1 12-79,3 62 1,-1-2-1,-6-80-56,20 111 276,-18-110-257,0-1 0,1 1 0,1-1 0,1 0 0,9 15-1,-16-30-28,1 1-1,-1-2 1,1 1-1,-1 0 0,1 0 1,0 0-1,-1-1 1,1 1-1,0-1 1,0 1-1,0-1 0,0 0 1,1 1-1,-1-1 1,0-1-1,0 1 0,1 0 1,-1 0-1,0-1 1,1 1-1,-1-1 0,1 0 1,-1 0-1,0 0 1,1 0-1,-1 0 0,1 0 1,-1-1-1,4 0 1,5-3 65,0 0 0,0-1 0,0 0 0,19-12 0,-11 6-132,41-22 58,-2-3 1,60-47-1,-106 71-271,-13 5 1566,-21 5 494,12 20-7700,-7 10-588</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1.150"/>
    </inkml:context>
    <inkml:brush xml:id="br0">
      <inkml:brushProperty name="width" value="0.025" units="cm"/>
      <inkml:brushProperty name="height" value="0.025" units="cm"/>
    </inkml:brush>
  </inkml:definitions>
  <inkml:trace contextRef="#ctx0" brushRef="#br0">93 1 3865,'0'0'377,"0"1"0,0-1 0,1 1 0,-1 0 0,0-1-1,0 1 1,0-1 0,0 1 0,0-1 0,0 1 0,0 0 0,0-1 0,0 1 0,0-1 0,0 1 0,0 0 0,0-1 0,-1 1 0,1-1 0,0 1-1,0-1 1,-1 1 0,1-1 0,0 1 0,-1-1 0,0 2 0,-14 18 5298,6-7-4105,-2 13-760,2 1 1,1 0-1,1 0 0,-4 32 0,8-43-664,-3 10-54,4-18-112,-1 1 0,1 0 0,1 1 0,-1-1 0,1 0 0,1 0 0,0 1 0,0-1 0,4 17 0,-4-26-66,0 0-1,0 0 0,0 1 1,0-1-1,0 0 1,0 0-1,0 1 1,0-1-1,1 0 1,-1 0-1,0 0 0,0 1 1,0-1-1,0 0 1,1 0-1,-1 0 1,0 0-1,0 1 1,0-1-1,1 0 1,-1 0-1,0 0 0,0 0 1,0 0-1,1 0 1,-1 0-1,0 0 1,0 0-1,1 0 1,-1 0-1,0 0 0,0 0 1,1 0-1,-1 0 1,0 0-1,0 0 1,1 0-1,-1 0 1,0 0-1,0 0 1,1 0-1,-1 0 0,11-14-5977,5-23-1172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1.419"/>
    </inkml:context>
    <inkml:brush xml:id="br0">
      <inkml:brushProperty name="width" value="0.025" units="cm"/>
      <inkml:brushProperty name="height" value="0.025" units="cm"/>
    </inkml:brush>
  </inkml:definitions>
  <inkml:trace contextRef="#ctx0" brushRef="#br0">12 1 3737,'7'0'11722,"-14"4"-9321,3-2-265,1 3-583,1-1-441,0-1-400,2 1-280,2-2-424,0 0-8,1 1-200,1-1-1448,1-2-3529,23 0-5554</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2.071"/>
    </inkml:context>
    <inkml:brush xml:id="br0">
      <inkml:brushProperty name="width" value="0.025" units="cm"/>
      <inkml:brushProperty name="height" value="0.025" units="cm"/>
    </inkml:brush>
  </inkml:definitions>
  <inkml:trace contextRef="#ctx0" brushRef="#br0">489 136 3625,'2'-9'8038,"-10"-4"-4369,-15-10-1936,17 18-849,-5-5-359,0-1-1,-1 1 1,-1 1 0,0 1-1,0-1 1,-25-10 0,33 17-486,0 0 0,-1 1 1,1 0-1,-1 0 0,1 0 0,0 0 1,-1 1-1,0 0 0,1 0 0,-1 0 1,1 1-1,0 0 0,-1 0 0,1 0 1,-1 1-1,1 0 0,0 0 1,0 0-1,0 1 0,0-1 0,1 1 1,-8 6-1,3-1-21,0 0 0,1 0 0,0 1 0,1 0 0,-1 0-1,2 1 1,0 0 0,0 0 0,0 1 0,-4 14 0,-4 14 211,-13 65 0,21-80-119,-14 75 266,3 1-1,5 0 1,1 132-1,8-142 428,-18 115 0,21-200-1297,2-14-1238,5-22-4053,-3-11 129</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2.356"/>
    </inkml:context>
    <inkml:brush xml:id="br0">
      <inkml:brushProperty name="width" value="0.025" units="cm"/>
      <inkml:brushProperty name="height" value="0.025" units="cm"/>
    </inkml:brush>
  </inkml:definitions>
  <inkml:trace contextRef="#ctx0" brushRef="#br0">1 32 4225,'0'2'734,"0"0"-1,0 0 1,0-1-1,0 1 1,0 0 0,1 0-1,-1 0 1,1 0-1,0 0 1,-1 0 0,1-1-1,0 1 1,0 0 0,2 2-1,-2-2-324,1-1 0,-1 0 0,0 0 0,1 0 0,-1 0 0,1-1 0,-1 1 0,1 0 0,-1 0 0,1-1 0,-1 1 0,1-1-1,-1 0 1,3 1 0,6-1 159,-1 0 0,1-1-1,-1 0 1,0 0 0,13-4-1,16-2-316,-8 8-176,-24 0-205,-1-1 0,0 0 1,1 0-1,-1 0 0,1 0 0,5-2 1,-7 1-635,0-1 0,1 1 0,-1-1 0,0 0 0,0 0 0,5-4 0,48-36-7921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3.525"/>
    </inkml:context>
    <inkml:brush xml:id="br0">
      <inkml:brushProperty name="width" value="0.025" units="cm"/>
      <inkml:brushProperty name="height" value="0.025" units="cm"/>
    </inkml:brush>
  </inkml:definitions>
  <inkml:trace contextRef="#ctx0" brushRef="#br0">267 0 224,'57'1'4077,"-36"2"-1291,-21-3-2633,0 0 0,0 0 0,-1 0 0,1 1 0,0-1 153,0 0-153,0 0 1,0 0-1,0 0 0,0 0 0,0 0 0,0 0 0,0 1 0,0-1 0,0 0 0,0 0 0,0 0 0,-1 0 0,1 0 1,0 0-1,0 1 0,0-1 0,0 0 0,0 0 0,0 0 0,0 0 0,0 0 0,1 0 0,-1 0 0,0 1 0,0-1 1,0 0-1,0 0 0,0 0 0,0 0 0,0 0 0,0 0 0,0 0 0,0 1 0,0-1 153,0 0-153,0 0 1,1 0-1,-1 0 0,0 0 0,0 0 0,0 0 0,0 0 0,0 0 0,0 0 0,0 0 0,1 0 0,-1 0 0,0 1 1,0-1-1,0 0 0,0 0 0,0 0 0,0 0 0,1 0 0,-1 0 0,0-1 0,0 1 0,-5 4 319,-36 20 2143,-47 37 0,74-49-2477,1 0 1,0 1-1,1 0 0,0 1 0,1 0 1,-16 28-1,7-5 113,2 0 0,1 2 0,-17 62 0,28-81-164,1 0 1,1 1-1,1-1 0,1 1 1,1 0-1,0 0 0,2 0 1,0 0-1,5 21 1,-4-35-38,0 1 1,0 0 0,1-1 0,-1 0 0,2 1 0,-1-1 0,1 0 0,0-1 0,1 1 0,0-1 0,0 0 0,0 0 0,0 0 0,1-1 0,0 0 0,0 0 0,1 0-1,-1-1 1,1 0 0,0 0 0,0-1 0,1 0 0,-1 0 0,16 4 0,-21-7-290,1 0-1,0 0 1,-1 1-1,1-2 1,-1 1-1,1 0 1,-1 0-1,1-1 1,-1 1-1,5-3 1,17-11-6601,18-19-6560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5.216"/>
    </inkml:context>
    <inkml:brush xml:id="br0">
      <inkml:brushProperty name="width" value="0.025" units="cm"/>
      <inkml:brushProperty name="height" value="0.025" units="cm"/>
    </inkml:brush>
  </inkml:definitions>
  <inkml:trace contextRef="#ctx0" brushRef="#br0">611 1 4585,'-4'3'1057,"1"0"0,-1 0 0,1-1 0,-1 1 0,0-1 0,0 0 0,-5 2 0,-34 7 3631,20-9-3181,-45-3 0,43 0-1116,-117-10 288,79 5-643,-73 1 0,130 5-37,4 0 3,-1 0-1,1 0 0,-1 0 0,1 1 0,-1-1 0,1 0 0,0 1 1,-1 0-1,1-1 0,-1 1 0,1 0 0,-4 3 0,22 23 650,-8-7-251,0 0-1,-2 1 1,-1 0-1,4 26 1,-5-24-296,1 5-4,-2 0 0,-1-1 0,-2 1-1,0 0 1,-5 28 0,-30 137 525,32-178-602,-4 10 74,-15 37 0,14-39 35,-12 44-1,20-67-123,0 0 0,0 1-1,0-1 1,-1 0 0,1 0 0,0 1-1,0-1 1,0 0 0,0 0-1,0 1 1,0-1 0,0 0 0,1 0-1,-1 1 1,0-1 0,0 0-1,0 0 1,0 1 0,0-1 0,0 0-1,0 0 1,1 1 0,-1-1-1,0 0 1,0 0 0,0 0-1,0 1 1,1-1 0,-1 0 0,0 0-1,0 0 1,0 0 0,1 0-1,-1 1 1,0-1 0,0 0 0,1 0-1,-1 0 1,16-1 461,23-14 521,-31 12-763,96-43 717,36-12-370,-140 58-576,-1 0-1,1 0 1,0 0-1,0 0 1,0 0-1,0 0 1,0 0-1,0 0 1,0 0-1,0 1 1,-1-1 0,1 0-1,0 0 1,0 0-1,0 0 1,0 0-1,0 0 1,0 0-1,0 0 1,0 0-1,0 0 1,0 1-1,0-1 1,0 0 0,0 0-1,0 0 1,0 0-1,0 0 1,0 0-1,0 0 1,0 0-1,0 1 1,0-1-1,0 0 1,0 0-1,0 0 1,0 0 0,0 0-1,0 0 1,0 0-1,0 1 1,0-1-1,0 0 1,0 0-1,0 0 1,0 0-1,0 0 1,0 0-1,0 0 1,0 0 0,0 0-1,1 0 1,-1 0-1,0 1 1,0-1-1,0 0 1,0 0-1,0 0 1,0 0-1,0 0 1,0 0-1,1 0 1,-1 0 0,0 0-1,0 0 1,0 0-1,0 0 1,0 0-1,0 0-153,0 0-1,0 0 1,0 0-1,-1 1 1,1-1-1,0 0 1,0 0-1,0 0 1,0 1-1,0-1 1,0 0-1,0 0 1,0 0-1,-1 1 1,1-1-1,0 0 1,0 0-1,0 0 1,0 1-1,0-1 1,0 0-1,0 0 1,0 1-1,0-1 1,0 0-1,0 0 1,0 0-1,1 1 1,-1-1-1,0 0 1,0 0-1,0 0 1,0 1-1,0-1 1,0 0-1,0 0 1,1 0-1,-1 1 1,11-1-5708</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5.614"/>
    </inkml:context>
    <inkml:brush xml:id="br0">
      <inkml:brushProperty name="width" value="0.025" units="cm"/>
      <inkml:brushProperty name="height" value="0.025" units="cm"/>
    </inkml:brush>
  </inkml:definitions>
  <inkml:trace contextRef="#ctx0" brushRef="#br0">1 128 3721,'9'-13'11802,"25"-29"-7638,2-4-2677,-19 20 730,-17 25-2131,-10 17 434,2-2-366,1-3-108,0 0 0,1 0 0,1 1 1,-8 22-1,12-32-47,0 0 0,1 0 1,0 0-1,-1 0 0,1 0 1,0 0-1,0 0 0,0 0 1,0 0-1,0 0 0,0 0 1,1 0-1,-1 0 0,1 0 1,-1 0-1,1 0 0,0 0 0,0 0 1,0 0-1,0 0 0,0-1 1,0 1-1,0 0 0,1-1 1,-1 1-1,1-1 0,-1 1 1,1-1-1,-1 0 0,1 0 1,0 0-1,0 0 0,-1 0 1,1 0-1,0 0 0,0 0 1,2 0-1,-1 0-56,1 0 1,-1 0 0,0-1-1,0 1 1,0-1-1,0 0 1,0 1-1,1-1 1,-1-1 0,0 1-1,0 0 1,0-1-1,6-2 1,-3 1-528,-1-1 1,0 1 0,0-2 0,0 1-1,0 0 1,0-1 0,-1 0-1,4-5 1,39-38-4938</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5.821"/>
    </inkml:context>
    <inkml:brush xml:id="br0">
      <inkml:brushProperty name="width" value="0.025" units="cm"/>
      <inkml:brushProperty name="height" value="0.025" units="cm"/>
    </inkml:brush>
  </inkml:definitions>
  <inkml:trace contextRef="#ctx0" brushRef="#br0">34 18 3865,'-9'-5'11034,"4"3"-6473,-4-2-2096,5-3-665,2 7-832,-1 0-568,1 0-304,4 5-96,-2 1-96,0 1-504,3 2-1808,3 22-3466</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2:36.553"/>
    </inkml:context>
    <inkml:brush xml:id="br0">
      <inkml:brushProperty name="width" value="0.025" units="cm"/>
      <inkml:brushProperty name="height" value="0.025" units="cm"/>
    </inkml:brush>
  </inkml:definitions>
  <inkml:trace contextRef="#ctx0" brushRef="#br0">1 0 2961,'0'6'439,"0"-2"602,-1 0 0,1 0 0,1 0 0,-1 0 0,1 0 0,-1 0 0,1 0 0,2 5 0,-2-8-715,-1 1-1,1-1 0,0 0 1,0 0-1,0 0 0,0 0 1,0 1-1,0-2 1,1 1-1,-1 0 0,0 0 1,0 0-1,2 0 0,17 6-456,14-2 608,0-2 1,-1-1-1,1-2 1,59-6-1,-47 2-377,-36 3-42,161-14-57,-140 10 470,0-1 1,0-1 0,42-16 0,-61 19 1327,-19 11 104,-10 9-1492,11-7-328,1 1 1,0-1-1,0 1 1,1 0-1,1 0 1,0 1-1,0-1 1,1 1-1,-1 10 1,-7 25 220,-28 148 650,27-125-261,-33 111 0,20-95-175,23-83-401,-8-10-9,0 0-1,0 0 1,-1 1-1,0 0 1,-1 1-1,1 1 1,-1-1 0,0 2-1,-1-1 1,1 1-1,-24-4 1,19 6-113,0 0 0,-1 1 1,1 1-1,-1 0 0,1 1 1,-1 1-1,1 1 0,-19 5 0,35-8 1,-1 0 0,1 0 0,0 0-1,0 0 1,0 0 0,-1 0 0,1 0 0,0 0-1,0 0 1,0 0 0,-1 0 0,1 0 0,0 0-1,0 0 1,0 0 0,0 0 0,-1 0 0,1 1-1,0-1 1,0 0 0,0 0 0,0 0 0,0 0-1,-1 0 1,1 1 0,0-1 0,0 0 0,0 0-1,0 0 1,0 0 0,0 1 0,0-1-1,0 0 1,0 0 0,0 0 0,0 1 0,0-1-1,0 0 1,0 0 0,0 0 0,0 1 0,0-1-1,0 0 1,0 0 0,0 0 0,0 0 0,0 1-1,0-1 1,0 0 0,0 1 0,12 8-193,22 6-601,-29-13 572,39 7-2912,0-9-2780,67-17-11523</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04.377"/>
    </inkml:context>
    <inkml:brush xml:id="br0">
      <inkml:brushProperty name="width" value="0.025" units="cm"/>
      <inkml:brushProperty name="height" value="0.025" units="cm"/>
    </inkml:brush>
  </inkml:definitions>
  <inkml:trace contextRef="#ctx0" brushRef="#br0">229 16 3937,'-2'-8'7876,"2"7"-7607,-1 1 0,1 0 0,0-1 0,0 1 1,-1-1-1,1 1 0,0-1 0,-1 1 0,1 0 0,0-1 1,-1 1-1,1 0 0,-1-1 0,1 1 0,0 0 0,-1 0 0,1-1 1,-1 1-1,1 0 0,-1 0 0,1 0 0,-1 0 0,1 0 1,-1-1-1,1 1 0,-1 0 0,1 0 0,-1 0 0,1 0 1,-1 0-1,1 1 0,-1-1 0,-33 25 404,21-17-662,0 2 0,1 0 0,-19 19-1,18-13-14,0 1 0,1 0-1,1 0 1,1 1 0,0 0-1,-11 32 1,16-38-5,1 0 0,1 1-1,1-1 1,-1 1 0,2 0 0,0 0-1,0 0 1,1 0 0,1 0-1,0 0 1,6 22 0,-6-31 15,0 0 1,0 0-1,1 0 0,0 0 1,0 0-1,0 0 0,0 0 1,0-1-1,1 1 1,0-1-1,4 4 0,-6-6-3,0 0 0,1 0-1,-1 0 1,0 0 0,1 0 0,-1-1-1,1 1 1,-1-1 0,1 1-1,0-1 1,-1 1 0,1-1-1,-1 0 1,1 0 0,0 0-1,-1 0 1,1 0 0,-1 0 0,1 0-1,0-1 1,-1 1 0,1 0-1,-1-1 1,1 0 0,-1 1-1,1-1 1,-1 0 0,1 1-1,-1-1 1,0 0 0,1 0 0,1-2-1,13-13 1,0 0-1,-1-1 0,-1 0 0,0-1 1,-2-1-1,0 0 0,-1 0 1,-1-1-1,-1-1 0,0 0 0,-2 0 1,0 0-1,6-42 0,-14 2 71,-2 37 297,3 24-281,-1 0 0,1 0 0,0 0 0,0 0 0,0 0 0,0 0 1,0 0-1,0 0 0,0 0 0,0 0 0,0 0 0,-1 0 0,1 0 0,0 0 0,2 44 617,3 1 1,1-1-1,23 85 0,-27-121-655,1 0 0,-1 0 0,1-1 0,0 1 1,1 0-1,0-1 0,0 0 0,1 0 0,5 7 0,-7-12-41,-1 0 0,0 0 0,1 0 1,-1 0-1,1-1 0,0 1 0,-1-1 0,1 1 0,0-1 0,0 0 0,0 0 0,0 0 1,0 0-1,0-1 0,0 1 0,0-1 0,0 0 0,0 0 0,1 0 0,-1 0 0,0-1 1,0 1-1,0-1 0,0 0 0,0 0 0,5-2 0,8-5-25,-1 0 0,0-1 0,0-1 1,-1 0-1,-1-1 0,16-16 0,9-6-557,18-7-1859,38-16-2841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05.844"/>
    </inkml:context>
    <inkml:brush xml:id="br0">
      <inkml:brushProperty name="width" value="0.025" units="cm"/>
      <inkml:brushProperty name="height" value="0.025" units="cm"/>
    </inkml:brush>
  </inkml:definitions>
  <inkml:trace contextRef="#ctx0" brushRef="#br0">266 52 6513,'0'1'164,"0"-1"0,1 0 0,-1 1-1,1-1 1,-1 0 0,0 1 0,1-1-1,-1 0 1,1 0 0,-1 1 0,1-1-1,-1 0 1,1 0 0,-1 0 0,1 0-1,-1 0 1,1 0 0,-1 0 0,1 0-1,-1 0 1,1 0 0,-1 0 0,1 0-1,-1 0 1,1 0 0,-1 0 0,1 0-1,-1 0 1,1-1 0,-1 1 0,1 0-1,-1 0 1,1-1 0,-1 1 0,0 0-1,1-1 1,-1 1 0,1 0 0,-1-1-1,0 1 1,0-1 0,1 1 0,-1 0-1,0-1 1,1 1 0,-1-1 0,0 0-1,1-1 30,0 1-1,-1 0 0,1-1 0,-1 1 1,1-1-1,-1 1 0,1-1 0,-1 1 0,0-1 1,0 1-1,0-1 0,0 1 0,0-1 0,0 1 1,0-1-1,-1-1 0,0 1-112,1 1 0,-1 0 0,1 0 0,-1 0 0,0 0-1,0 0 1,1 0 0,-1 0 0,0 0 0,0 0 0,0 0 0,0 0 0,0 0-1,0 0 1,0 1 0,-1-1 0,1 1 0,0-1 0,0 1 0,0-1 0,-1 1 0,1-1-1,0 1 1,-2 0 0,0 0-18,-1 0-1,1 0 0,-1 0 1,1 1-1,-1 0 0,1 0 1,0 0-1,0 0 1,-4 2-1,-7 4-32,1 0 0,0 1-1,-14 11 1,27-19-25,-16 12-1,0 1 0,1 1 1,1 1-1,0 0 0,-22 32 0,30-37-29,-1 0 0,2 1 0,-1 0 0,2 0 0,-1 0 0,2 1 0,-1-1 0,2 1 0,-1 0 0,2 0 0,-1 17 0,1-19 43,2 0-1,-1 1 1,2-1 0,-1 0 0,1 0 0,1 1 0,5 13 0,-7-21-7,0-1 1,0 0-1,1 1 0,-1-1 0,0 0 1,1 0-1,0 0 0,0 0 0,-1-1 0,1 1 1,0 0-1,0-1 0,1 1 0,-1-1 1,0 0-1,0 1 0,1-1 0,-1 0 1,1-1-1,-1 1 0,1 0 0,-1-1 1,1 1-1,-1-1 0,1 0 0,-1 0 1,1 0-1,0 0 0,-1 0 0,1 0 1,-1-1-1,1 0 0,-1 1 0,1-1 0,4-2 1,-3 1-1,-1 0 1,1 0-1,0-1 1,-1 1-1,1-1 0,-1 0 1,0 0-1,0 0 1,0 0-1,0 0 1,0-1-1,-1 0 1,0 1-1,1-1 1,-1 0-1,-1 0 0,1 0 1,-1 0-1,2-6 1,2-10 73,0 1 1,2-34-1,-6 35 593,-1 0 0,-3-31-1,20 109-522,-13-41 37,1 1 0,1-1 0,1 0 0,1 0 1,13 23-1,-18-38-152,-1 0 0,1 0 1,1 0-1,-1 0 0,1-1 1,-1 1-1,1-1 0,0 0 1,0 0-1,1-1 0,-1 1 0,0-1 1,1 0-1,-1 0 0,1 0 1,0-1-1,0 1 0,0-1 1,0 0-1,0-1 0,0 1 1,0-1-1,0 0 0,0 0 0,0-1 1,7-1-1,18-8 74,-5 2-1119,-10 6-2613,-2 7-4126</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08.474"/>
    </inkml:context>
    <inkml:brush xml:id="br0">
      <inkml:brushProperty name="width" value="0.025" units="cm"/>
      <inkml:brushProperty name="height" value="0.025" units="cm"/>
    </inkml:brush>
  </inkml:definitions>
  <inkml:trace contextRef="#ctx0" brushRef="#br0">21 163 6201,'-1'0'357,"0"-1"-1,0 1 1,0 0-1,0-1 1,0 1-1,0 0 1,1-1-1,-1 1 1,0-1 0,0 1-1,0-1 1,1 0-1,-1 1 1,0-1-1,1 0 1,-1 1-1,1-1 1,-1 0-1,1 0 1,-1 0-1,1 1 1,-1-1-1,1 0 1,0 0-1,-1 0 1,1 0-1,0 0 1,0 0-1,-1-1 1,1 1-56,0-1-1,-1 0 1,1 0-1,0 0 1,0 0 0,0 0-1,0 1 1,0-1-1,1 0 1,-1 0 0,0 0-1,1 0 1,0 1-1,0-3 1,2 0-273,43-59 137,-42 58-169,0 0-1,1 1 0,-1 0 1,1 0-1,0 0 1,0 1-1,0-1 0,0 1 1,1 0-1,8-3 1,-13 6 4,-1 0 0,1 0 0,-1 0 0,1 0 0,0 0 0,-1 1 0,1-1 0,-1 0 0,1 0 0,-1 1 0,1-1 0,-1 0 0,1 1 0,-1-1 0,1 0 0,-1 1 0,1-1 0,-1 1 0,0-1 0,1 1 0,-1-1 0,0 1 0,1-1 0,-1 1 0,0-1 0,1 1 0,-1-1 0,0 1 0,0 0 0,0-1 0,0 1 0,0 0 0,6 27 47,-4-21-45,10 70 10,-10-57 0,1 1-1,1-1 0,1 0 0,14 38 0,-16-52-7,0 0-1,1 0 0,-1-1 0,1 1 1,1-1-1,-1 0 0,1 0 0,-1-1 1,1 1-1,1-1 0,-1 0 0,0 0 1,1-1-1,0 0 0,0 0 0,0 0 1,0 0-1,1-1 0,10 2 0,-8-2 13,0 0-1,0-1 1,0-1-1,0 1 1,0-1-1,11-2 1,-15 2-11,-1-1 0,0 0 0,0 0 0,0 0 1,0 0-1,0-1 0,-1 1 0,1-1 0,0 0 0,-1 0 0,1 0 0,-1-1 1,0 1-1,1-1 0,2-4 0,-5 6 6,0 0-1,0 1 1,-1-1 0,1 0-1,-1 0 1,1 0 0,-1 0-1,0 0 1,1 0 0,-1-1-1,0 1 1,0 0 0,1 0-1,-1 0 1,0 0 0,0 0-1,0 0 1,0 0 0,-1 0-1,1-1 1,-1-1 0,1 3-4,0-1 0,-1 1 0,1 0 0,0-1 0,-1 1 1,1 0-1,0 0 0,-1-1 0,1 1 0,-1 0 0,1 0 0,-1-1 1,1 1-1,-1 0 0,1 0 0,0 0 0,-1 0 0,1 0 0,-1 0 1,1 0-1,-1 0 0,1 0 0,-1 0 0,1 0 0,-1 0 0,1 0 1,-1 0-1,1 0 0,-1 0 0,1 1 0,-1-1 0,1 0 0,-1 0 1,1 0-1,0 1 0,-1-1 0,1 0 0,-1 1 0,1-1 0,0 0 1,-1 1-1,1-1 0,0 1 0,0-1 0,-1 0 0,1 1 0,0 0 0,-5 3-21,1 1 0,0-1 0,1 1 0,-1 0 0,1 0 0,0 0 0,0 1 0,1-1 0,-1 1 0,1 0 0,1-1 0,-1 1 0,1 0 0,0 0 0,0 0 0,0 0 0,1 0 0,0 0 0,0 0 0,1 0 0,0 0 0,0 0 0,0 0 0,4 11 0,-1-8 8,0 0 0,1 0 0,-1 0 0,2 0 0,-1-1 0,1 0 0,1 0 0,-1-1 0,1 1 0,1-2 0,-1 1 0,1-1 0,0 0 0,12 7 0,-6-6 3,-7-5 5,-1 1 1,-1 1-1,1-1 0,0 1 0,8 7 0,-13-10 3,-1 0 1,1 0 0,0 0-1,0 0 1,0 0 0,-1 0-1,1 0 1,0 0-1,-1 0 1,1 1 0,-1-1-1,0 0 1,1 0 0,-1 1-1,0-1 1,0 0 0,0 1-1,0-1 1,0 0-1,0 1 1,0-1 0,0 0-1,0 1 1,-1-1 0,1 0-1,0 0 1,-1 1 0,1-1-1,-1 0 1,0 0 0,1 0-1,-1 0 1,0 0-1,-1 2 1,-8 10 144,-1-1 1,0-1-1,0 0 1,-1 0-1,-1-1 0,0 0 1,0-1-1,-1-1 0,0 0 1,0-1-1,-1-1 0,0 0 1,0-1-1,-1 0 1,-20 3-1,34-8-122,0 0 1,0 0-1,0 0 0,0 0 0,0 0 1,-1-1-1,1 1 0,0-1 1,0 1-1,0-1 0,0 0 1,0 0-1,1 0 0,-1 0 0,0 0 1,0 0-1,1 0 0,-1-1 1,0 1-1,1 0 0,-1-1 1,1 0-1,0 1 0,-1-1 1,1 0-1,0 0 0,0 0 0,-1-2 1,2 4-30,-2 54-2691,-3-13-1909,-12 51-3468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7:10.399"/>
    </inkml:context>
    <inkml:brush xml:id="br0">
      <inkml:brushProperty name="width" value="0.025" units="cm"/>
      <inkml:brushProperty name="height" value="0.025" units="cm"/>
    </inkml:brush>
  </inkml:definitions>
  <inkml:trace contextRef="#ctx0" brushRef="#br0">43 219 2256,'-5'-26'6007,"-11"-8"-2923,0 1 556,10 22 985,7 12-4569,-1-1 0,0 0 0,1 0 0,-1 0 0,0 0 0,1 0 1,-1 0-1,0 0 0,1 0 0,-1 0 0,1 0 0,-1 0 0,0 0 0,1 0 0,-1 0 0,1 0 0,-1 0 0,0 0 0,1 0 0,-1 0 0,0 0 0,1-1 0,-1 1 0,0 0 0,1 0 0,-1-1 1,0 1-1,1 0 0,-1 0 0,0-1 0,0 1 0,1 0 0,-1-1 0,0 1 0,0-1 0,16-10-7,0 1 1,28-15-1,0 2-38,-36 17-6,0 1 1,0 0 0,0 1 0,1 0 0,0 1-1,0 0 1,0 0 0,0 0 0,0 1-1,1 1 1,13-1 0,-21 2-6,-1 1-1,1-1 1,0 1-1,-1-1 1,1 1-1,-1 0 1,1 0 0,-1 0-1,0 0 1,1 0-1,-1 0 1,0 0-1,0 0 1,1 0 0,-1 1-1,0-1 1,0 0-1,-1 1 1,1-1-1,0 1 1,0-1 0,-1 1-1,1-1 1,-1 1-1,1 0 1,-1-1-1,0 1 1,1 1-1,3 51 32,-4-48-30,0 17 6,0-1 0,7 36 1,-6-52-7,0 0 0,1 0 0,0 0 0,0 0 1,0 0-1,0-1 0,1 1 0,0-1 0,0 0 1,1 0-1,-1 0 0,1 0 0,0-1 0,8 8 1,-8-10-1,0-1 1,-1 1-1,1-1 1,0 1-1,0-1 1,0 0-1,0 0 1,0-1-1,0 1 1,0-1 0,0 0-1,1 0 1,-1 0-1,0-1 1,0 1-1,0-1 1,0 0-1,0 0 1,6-3-1,3-1 9,0-1-1,0 0 0,-1 0 1,17-13-1,-85 118 475,52-92-455,1 1 1,-1-1-1,1 1 0,0-1 0,1 1 0,0 0 0,0 0 1,1 0-1,0 1 0,0-1 0,1 0 0,0 0 1,1 0-1,0 0 0,0 1 0,0-1 0,1 0 0,0-1 1,1 1-1,0 0 0,0-1 0,1 1 0,-1-1 1,2 0-1,4 7 0,-6-10-7,-1 0 1,0 0-1,0 0 1,0 0-1,0 1 0,-1-1 1,1 1-1,-1-1 1,0 1-1,-1-1 1,1 1-1,-1 0 0,0-1 1,0 1-1,0 0 1,-2 7-1,0-6 187,0 1 0,0-1 0,-1 1 0,1-1 0,-2 0 0,1 0 0,-1 0 0,1 0 0,-2-1 0,-7 9 0,7-9-15,-1 1 0,1-1-1,-2 1 1,1-2-1,0 1 1,-1-1 0,0 0-1,0 0 1,0-1-1,-1 0 1,1 0-1,-1-1 1,1 0 0,-1 0-1,0-1 1,0 0-1,0 0 1,0-1-1,-13 0 1,17-2-74,-1 1 0,1-1 0,0 0 1,0 0-1,0 0 0,0-1 0,0 1 0,0-1 0,1 0 1,-4-4-1,11 14-654,16 16 1277,-8-16-3078,1-11-4323,9-16-2474</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3.251"/>
    </inkml:context>
    <inkml:brush xml:id="br0">
      <inkml:brushProperty name="width" value="0.025" units="cm"/>
      <inkml:brushProperty name="height" value="0.025" units="cm"/>
      <inkml:brushProperty name="color" value="#E71224"/>
    </inkml:brush>
  </inkml:definitions>
  <inkml:trace contextRef="#ctx0" brushRef="#br0">1 0 4577,'4'3'0,"1"1"-48,1-2 48,1 0-8,0-2 8,2 0-64,-3 0 56,1-2-488,2 2-280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3.984"/>
    </inkml:context>
    <inkml:brush xml:id="br0">
      <inkml:brushProperty name="width" value="0.025" units="cm"/>
      <inkml:brushProperty name="height" value="0.025" units="cm"/>
      <inkml:brushProperty name="color" value="#E71224"/>
    </inkml:brush>
  </inkml:definitions>
  <inkml:trace contextRef="#ctx0" brushRef="#br0">345 246 2665,'0'-2'9486,"-2"-4"-4756,-2-10-777,18-7-3582,-11 18-309,0 0-1,0 0 1,0 0 0,-1 0 0,3-10-1,-4 12-58,4-12 18,-2 0 0,0 0 0,0 0-1,-1-24 1,-1 36-16,-2 0 0,1 0 0,0 1 0,-1-1 0,1 0 0,-1 0 0,0 0 0,0 1 0,0-1 0,0 0 0,-1 1 0,1-1 0,-4-3 0,4 4-1,-1 1-1,0-1 1,1 1-1,-1 0 1,0 0-1,0 0 1,0 0 0,0 0-1,0 0 1,0 1-1,0-1 1,0 1 0,-1-1-1,1 1 1,0 0-1,0 0 1,0 0 0,-1 0-1,1 0 1,-4 1-1,-1 0 5,0 1 0,0 0-1,0 1 1,0-1 0,0 1-1,1 1 1,0-1 0,-1 1-1,1 0 1,0 1 0,1-1-1,-10 11 1,-5 6 27,-30 43 0,50-64-35,-5 8 6,1-1 1,-1 1 0,2 0-1,-1 1 1,1-1 0,0 0-1,1 1 1,0 0 0,-1 10-1,0 12 57,1 41 0,0 3 183,-59 390 1883,17-164-799,34-257-1016,8-34-160,-1 0-1,1 0 1,-1 20 0,20-70-5742,-2-12-964,0-37-2578</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4.318"/>
    </inkml:context>
    <inkml:brush xml:id="br0">
      <inkml:brushProperty name="width" value="0.025" units="cm"/>
      <inkml:brushProperty name="height" value="0.025" units="cm"/>
      <inkml:brushProperty name="color" value="#E71224"/>
    </inkml:brush>
  </inkml:definitions>
  <inkml:trace contextRef="#ctx0" brushRef="#br0">9 173 3737,'-1'-3'960,"0"1"1,0 0-1,0-1 1,0 1-1,0-1 1,0 1-1,1-1 1,-1 1-1,1-4 1,0 5-797,0 1 0,0-1 0,0 0 0,0 1 0,0-1 0,1 0 0,-1 1 0,0-1 0,0 1 0,1-1 0,-1 1 0,0-1 0,1 0 0,-1 1 0,0-1 0,1 1 0,-1-1 1,1 1-1,-1 0 0,1-1 0,-1 1 0,1-1 0,1 0 0,2 0 150,0 1 1,0-1-1,0 0 0,0 1 1,0 0-1,0 0 1,1 0-1,-1 0 1,7 2-1,6 0 134,-1-1 0,1-1 0,0-1 0,0 0 0,0-1 0,23-7 1,96-34-347,-55 14 33,-32 14-1010,1 2-1,51-7 1,-76 21-2033,3 10-1744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4.812"/>
    </inkml:context>
    <inkml:brush xml:id="br0">
      <inkml:brushProperty name="width" value="0.025" units="cm"/>
      <inkml:brushProperty name="height" value="0.025" units="cm"/>
      <inkml:brushProperty name="color" value="#E71224"/>
    </inkml:brush>
  </inkml:definitions>
  <inkml:trace contextRef="#ctx0" brushRef="#br0">257 64 4889,'-9'-9'9237,"1"1"-3767,7 7-5293,-1 0-1,1 0 0,0 1 1,-1-1-1,1 0 0,0 1 1,-1-1-1,1 1 0,-1-1 1,1 1-1,-1 0 0,1 0 1,-1 0-1,1 0 0,-1 0 1,1 0-1,-3 0 0,-5 2-17,0-1-1,0 1 1,0 1-1,0 0 0,0 0 1,1 0-1,0 1 1,0 1-1,0-1 1,0 1-1,1 1 1,-1-1-1,2 1 1,-1 0-1,0 1 0,1 0 1,-7 10-1,5-7-131,1 1 0,0 0 0,1 0-1,0 1 1,1 0 0,0 0-1,0 0 1,2 0 0,0 1-1,0 0 1,-2 22 0,5-30-29,0 0 0,0 0 0,0 0 0,1 0 0,-1 0 0,1 0 0,0 0 0,1 0 0,-1 0 0,1-1 0,0 1 0,0-1 0,1 1 0,-1-1 0,1 0 0,0 0 0,0 0 0,0 0 0,1 0 0,-1-1 0,1 1 0,0-1 0,0 0 0,0 0 0,0-1 0,0 1 0,1-1 0,-1 0 0,1 0 0,8 2 0,-5-2 6,1 0 0,0-1 0,-1 0 0,1-1 0,0 0 0,0 0 0,-1-1 0,1 0 0,0 0 0,-1-1 0,1 0-1,-1-1 1,1 1 0,-1-2 0,0 1 0,13-9 0,-13 7 7,0 0 0,0-1 0,-1 0 0,0-1-1,0 0 1,0 0 0,-1 0 0,0-1 0,0 1 0,-1-2 0,0 1-1,-1 0 1,1-1 0,-2 0 0,1 0 0,-1 0 0,-1-1 0,1 1-1,-2 0 1,1-1 0,-1-17 0,0 10 22,-2 0 0,0 0 0,-1 0 0,0 1 0,-8-24 0,9 35-17,-1-1-1,0 1 1,-1 0 0,0 0-1,1 0 1,-1 0 0,-1 0-1,-6-7 1,7 9-14,1 1 0,-1 0-1,0 0 1,0 0 0,1 1 0,-1-1 0,0 0 0,0 1 0,-1 0 0,1 0-1,0 0 1,0 0 0,-1 1 0,1-1 0,0 1 0,-5 0 0,6 0-62,0 0 0,1 0 0,-1 0 0,0 1 0,1-1 0,-1 1 0,1-1 0,-1 1 1,0 0-1,1-1 0,-1 1 0,1 0 0,0 0 0,-1 0 0,1 0 0,0 0 0,-1 1 0,1-1 0,0 0 1,0 1-1,0-1 0,0 0 0,0 1 0,1-1 0,-1 1 0,0 0 0,1-1 0,-2 4 0,2-2-375,-1-1 0,1 1 0,0-1 1,0 1-1,0 0 0,0-1 0,0 1 0,0 0 0,1-1 0,-1 1 0,1-1 0,0 1 0,1 3 0,24 42-6149</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5.272"/>
    </inkml:context>
    <inkml:brush xml:id="br0">
      <inkml:brushProperty name="width" value="0.025" units="cm"/>
      <inkml:brushProperty name="height" value="0.025" units="cm"/>
      <inkml:brushProperty name="color" value="#E71224"/>
    </inkml:brush>
  </inkml:definitions>
  <inkml:trace contextRef="#ctx0" brushRef="#br0">13 187 4033,'-13'-6'15196,"22"19"-10546,7 8-3589,2 9-314,-2-3-399,20 45-1,-33-65-329,0 1-1,0-1 0,-1 1 0,0 0 0,-1 0 0,1-1 1,-2 1-1,1 0 0,-1 1 0,0-1 0,-2 10 0,2-17-8,0-1 0,0 0 0,0 1 0,0-1 0,0 1-1,0-1 1,0 1 0,0-1 0,0 1 0,0-1 0,0 1-1,0-1 1,-1 0 0,1 1 0,0-1 0,0 1 0,-1-1-1,1 0 1,0 1 0,0-1 0,-1 0 0,1 1 0,0-1-1,-1 0 1,1 1 0,0-1 0,-1 0 0,1 0 0,-1 0-1,1 1 1,-1-1 0,1 0 0,0 0 0,-1 0 0,1 0-1,-2 0 1,-12-13 193,-11-31 36,24 41-200,-5-10-10,1-1 1,1 0 0,0 0 0,1 0 0,0 0-1,1 0 1,1-1 0,1 1 0,0 0 0,0-1 0,1 1-1,1-1 1,1 1 0,4-17 0,-4 22-137,-1-1 0,1 1 0,1 0 0,0 0-1,0 0 1,1 0 0,0 1 0,0 0 0,1 0 0,0 0 0,1 0 0,0 1 0,0 0 0,0 1-1,1 0 1,0 0 0,0 0 0,0 1 0,1 0 0,0 1 0,15-6 0,15 6-2801,44 5-2537</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5.715"/>
    </inkml:context>
    <inkml:brush xml:id="br0">
      <inkml:brushProperty name="width" value="0.025" units="cm"/>
      <inkml:brushProperty name="height" value="0.025" units="cm"/>
      <inkml:brushProperty name="color" value="#E71224"/>
    </inkml:brush>
  </inkml:definitions>
  <inkml:trace contextRef="#ctx0" brushRef="#br0">770 58 4081,'1'-3'933,"0"-1"148,1 0-1,-1 0 1,0-1 0,0 1 0,0 0-1,0-1 1,-1 1 0,0-5 0,0 8-971,0 1 0,0-1-1,0 1 1,0-1 0,-1 0 0,1 1 0,0-1 0,0 1 0,-1 0 0,1-1 0,0 1 0,-1-1-1,1 1 1,-1-1 0,1 1 0,0 0 0,-1-1 0,1 1 0,-1 0 0,1-1 0,-1 1 0,1 0-1,-1 0 1,1-1 0,-1 1 0,0 0 0,-2 0 135,1 0-1,-1 0 1,1 0-1,-1 0 1,1 0-1,-1 1 1,1-1 0,-1 1-1,-3 1 1,-32 13 664,2 1 0,0 2 0,-35 23 0,-97 75 798,127-86-1449,2 2 0,1 2-1,1 1 1,2 2-1,2 1 1,-39 58-1,57-73-175,2 1 0,1 0-1,1 0 1,1 1 0,-13 48-1,19-54-57,1 1-1,1-1 0,0 1 1,2-1-1,0 1 1,1-1-1,1 1 0,8 35 1,-6-43 5,0 1 0,1-1 0,0 0 0,1 0 0,1 0 0,0-1-1,0 0 1,1 0 0,0-1 0,1 0 0,0-1 0,1 0 0,0 0 0,0-1 0,1 0 0,15 8 0,-13-9-166,0 0 0,1-1 0,-1-1 0,2 0 0,-1-1 0,22 4 0,-22-6-512,0-1-1,1 0 0,-1-1 0,0-1 0,1 0 0,-1-1 0,16-4 0,71-25-5346</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5.971"/>
    </inkml:context>
    <inkml:brush xml:id="br0">
      <inkml:brushProperty name="width" value="0.025" units="cm"/>
      <inkml:brushProperty name="height" value="0.025" units="cm"/>
      <inkml:brushProperty name="color" value="#E71224"/>
    </inkml:brush>
  </inkml:definitions>
  <inkml:trace contextRef="#ctx0" brushRef="#br0">67 16 5337,'0'-7'9786,"-2"3"-7177,-3-1-161,3 5-311,-2 5-569,-1 8-320,-4 7-167,0 9-369,-2 5-320,5-1-224,1-4-104,-2 2-64,5-8-80,2-1-472,0 0-1193,2-6-2143,12-7-2378</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6.161"/>
    </inkml:context>
    <inkml:brush xml:id="br0">
      <inkml:brushProperty name="width" value="0.025" units="cm"/>
      <inkml:brushProperty name="height" value="0.025" units="cm"/>
      <inkml:brushProperty name="color" value="#E71224"/>
    </inkml:brush>
  </inkml:definitions>
  <inkml:trace contextRef="#ctx0" brushRef="#br0">28 30 9506,'-9'-9'7618,"4"4"-3818,-6-10-2119,9 15-41,2 9-784,0 11-616,7 9-240,-1 4-280,5 5-1960,7 0-3977,22 40-4594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6.593"/>
    </inkml:context>
    <inkml:brush xml:id="br0">
      <inkml:brushProperty name="width" value="0.025" units="cm"/>
      <inkml:brushProperty name="height" value="0.025" units="cm"/>
      <inkml:brushProperty name="color" value="#E71224"/>
    </inkml:brush>
  </inkml:definitions>
  <inkml:trace contextRef="#ctx0" brushRef="#br0">1 47 6849,'0'-9'8408,"1"-1"-534,12 16-5450,-8-1-2240,-1 0 0,1 0 0,-1 1 0,0 0 0,0-1 0,-1 1 0,0 0 0,0 1 0,0-1 0,-1 0 0,0 1 0,0-1 0,-1 1 1,0 0-1,1 12 0,8 28-71,-10-46-125,0-1 0,0 0 0,0 1 0,1-1 0,-1 0 0,0 1 0,0-1 0,1 0 0,-1 0 1,0 1-1,0-1 0,1 0 0,-1 0 0,0 0 0,1 1 0,-1-1 0,0 0 0,1 0 0,-1 0 0,0 0 0,1 0 0,-1 1 0,1-1 1,-1 0-1,0 0 0,1 0 0,-1 0 0,1 0 0,-1 0 0,0-1 0,1 1 0,-1 0 0,0 0 0,1 0 0,-1 0 0,0 0 0,1 0 1,-1-1-1,0 1 0,1 0 0,-1 0 0,0 0 0,1-1 0,-1 1 0,0 0 0,0-1 0,1 1 0,-1 0 0,0 0 0,0-1 0,1 0 1,17-17-467,-16 16 482,103-102-1012,-36 39 929,-71 70 211,1 0 0,-1 1-1,1-1 1,0 1-1,1-1 1,0 1 0,-1-1-1,2 1 1,1 10 0,-1-8-97,0-1 0,0 1 0,1-1 0,1 0 0,-1 0 0,1 0 0,4 9 0,-5-14-214,-1 0 1,0 0-1,1 0 0,-1 0 1,1 0-1,0 0 1,0 0-1,-1 0 0,1-1 1,0 1-1,1-1 1,-1 1-1,0-1 0,0 0 1,1 0-1,-1 0 0,0 0 1,1 0-1,-1 0 1,1-1-1,-1 1 0,1-1 1,-1 0-1,1 0 0,0 0 1,-1 0-1,4-1 1,58-16-5518</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6.940"/>
    </inkml:context>
    <inkml:brush xml:id="br0">
      <inkml:brushProperty name="width" value="0.025" units="cm"/>
      <inkml:brushProperty name="height" value="0.025" units="cm"/>
      <inkml:brushProperty name="color" value="#E71224"/>
    </inkml:brush>
  </inkml:definitions>
  <inkml:trace contextRef="#ctx0" brushRef="#br0">123 1 7786,'-3'27'11066,"-4"4"-4854,-7 8-3336,-10 21-3241,-3 9 2091,15-38-1368,3 1 0,0 0 0,2 0 1,-3 39-1,9-61-355,1 0-1,0 0 1,1 0 0,0 0 0,1 0 0,0 0 0,6 18 0,-6-22-24,1-1 0,-1 0 1,1 0-1,1 0 0,-1 0 0,1 0 1,-1-1-1,1 1 0,1-1 0,-1 0 1,0 0-1,1-1 0,0 1 1,8 3-1,-7-4-238,0-1 1,0 1-1,0-2 1,0 1-1,0-1 1,0 0-1,0 0 0,0 0 1,12-1-1,-14 0-258,0-1-1,0 1 1,0-1-1,0 0 1,0 0-1,0 0 1,0 0-1,-1-1 0,1 1 1,0-1-1,-1 0 1,0 0-1,1 0 1,-1-1-1,0 1 1,0-1-1,4-4 1,24-46-8448</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37.163"/>
    </inkml:context>
    <inkml:brush xml:id="br0">
      <inkml:brushProperty name="width" value="0.025" units="cm"/>
      <inkml:brushProperty name="height" value="0.025" units="cm"/>
      <inkml:brushProperty name="color" value="#E71224"/>
    </inkml:brush>
  </inkml:definitions>
  <inkml:trace contextRef="#ctx0" brushRef="#br0">10 76 4217,'-5'-4'10546,"3"-3"-6305,0 0-2209,11-2-351,11 5 7,9-5-223,11 7-217,9 0-240,6-1-336,10 1-152,-3-2-184,-4-1-168,-9-1-112,-13 1-56,-14 1-200,-6 1-1248,-12 3-3497,-37 7-7858</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0.027"/>
    </inkml:context>
    <inkml:brush xml:id="br0">
      <inkml:brushProperty name="width" value="0.025" units="cm"/>
      <inkml:brushProperty name="height" value="0.025" units="cm"/>
      <inkml:brushProperty name="color" value="#E71224"/>
    </inkml:brush>
  </inkml:definitions>
  <inkml:trace contextRef="#ctx0" brushRef="#br0">276 79 2385,'15'1'1376,"-11"-1"-1087,0 1 1,-1-1-1,1 0 0,0-1 0,0 1 1,-1 0-1,5-2 0,-7 1-82,0 1-1,1-1 0,-1 0 0,0 0 0,0 0 0,1 0 0,-1 0 0,0 0 0,0 0 0,0 0 0,0 0 1,0 0-1,-1 0 0,1-1 0,0 1 0,-1 0 0,1-1 0,0 1 0,-1 0 0,0-1 0,1 1 1,-1-3-1,5-9 1635,-4 11-1497,0 0-1,0 0 1,0 0 0,0 0-1,-1 0 1,1 0 0,-1 0 0,1 0-1,-1 0 1,0 0 0,0 0-1,0 0 1,0 0 0,0 0-1,-1-3 1,1 5-281,0 0 1,0 0-1,0 0 1,0 0-1,0-1 1,0 1-1,-1 0 1,1 0-1,0 0 1,0 0-1,0 0 1,0 0-1,0 0 1,0-1-1,-1 1 1,1 0-1,0 0 1,0 0-1,0 0 1,0 0-1,0 0 1,-1 0-1,1 0 1,0 0-1,0 0 1,0 0-1,0 0 1,0 0-1,-1 0 1,1 0-1,0 0 1,0 0-1,0 0 1,0 0-1,-1 0 1,1 0-1,0 0 1,0 1-1,0-1 0,0 0 1,0 0-1,0 0 1,-1 0-1,1 0 1,0 0-1,-8 10 694,-4 10-696,-2 30 198,1 1-1,3 1 1,-5 80-1,-9 47-266,19-153 25,-2 1 0,0-1 1,-2-1-1,-19 40 0,27-64-14,0 1 1,0 0-1,0 0 0,0 0 0,0 0 0,0-1 0,-1 1 0,1 0 0,-1-1 1,1 1-1,-1-1 0,1 0 0,-1 0 0,0 1 0,0-1 0,-3 1 0,4-2 2,0 0 0,0 1 0,-1-1 0,1 0 0,0 0 0,0 0 0,-1-1 0,1 1 0,0 0 0,0 0 0,-1-1 0,1 1 0,0-1 0,0 1 0,0-1 0,0 1 0,0-1 0,-1 0 0,1 0 0,-1-1 0,-3-3 19,0-1-1,0 0 0,0 0 0,0-1 1,1 0-1,1 1 0,-6-12 0,-9-27 228,2-1 0,-13-60-1,-12-100 1160,59 241-1190,8 31-309,8 44-3703,-34-109 3572,1 1-1,-1-1 0,1 0 0,-1 0 1,1 1-1,-1-1 0,1 0 0,0 0 1,-1 0-1,1 1 0,0-1 0,0 0 1,0 0-1,0-1 0,0 1 0,2 1 1,30 4-5116</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0.552"/>
    </inkml:context>
    <inkml:brush xml:id="br0">
      <inkml:brushProperty name="width" value="0.025" units="cm"/>
      <inkml:brushProperty name="height" value="0.025" units="cm"/>
      <inkml:brushProperty name="color" value="#E71224"/>
    </inkml:brush>
  </inkml:definitions>
  <inkml:trace contextRef="#ctx0" brushRef="#br0">241 50 3681,'3'15'1811,"-5"-13"1263,0-11 1433,1 9-4207,1-1 0,0 0 0,0 0 0,-1 0 0,1 1 0,0-1 0,-1 0 0,1 1 0,-1-1 0,1 0 0,-1 1 0,1-1 0,-1 0 0,1 1 0,-1-1 0,0 1 0,1-1 0,-1 1 0,0 0 0,1-1 0,-1 1 0,-1-1 0,-22-1 2276,-25 12-1775,45-9-483,-36 11 194,18-5-220,0-1 0,-36 6 0,58-12-285,0 0-1,0 0 1,0 0-1,-1 0 1,1 0 0,0 0-1,0 0 1,-1 0-1,1 0 1,0 0-1,0 0 1,0 0 0,-1 0-1,1 0 1,0 0-1,0 0 1,0 0-1,-1 0 1,1 0 0,0 0-1,0 0 1,0 0-1,-1 0 1,1 0 0,0-1-1,0 1 1,0 0-1,-1 0 1,1 0-1,0 0 1,0 0 0,0-1-1,0 1 1,0 0-1,-1 0 1,1 0 0,0 0-1,0-1 1,0 1-1,0 0 1,0 0-1,0 0 1,0-1 0,0 1-1,0 0 1,0 0-1,0-1 1,0 1 0,0 0-1,0 0 1,0 0-1,0-1 1,0 1-1,0 0 1,0-1 0,11-15 112,19-14-95,16 1 18,-19 21 14,-26 8-47,-1 0 1,1 0-1,0 0 1,0 0-1,0 1 1,0-1-1,-1 0 1,1 0-1,0 0 1,0 1-1,0-1 1,-1 0-1,1 1 1,0-1-1,-1 1 1,1-1-1,0 1 1,-1-1-1,1 1 0,0-1 1,-1 1-1,1 0 1,-1-1-1,1 2 1,0 0 46,-1 1 0,1-1 0,-1 1 0,0-1-1,0 1 1,0-1 0,-1 1 0,1-1 0,0 1 0,-1-1 0,0 0 0,1 1 0,-1-1 0,0 0 0,0 1 0,0-1-1,-1 0 1,1 0 0,0 0 0,-3 2 0,1 1 10,0-1 0,0 0 1,-1 0-1,1 0 0,-1-1 0,0 1 0,0-1 0,-8 5 1,13-17-1065,5 6-2233,6 10-2857,8 12-6555</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0.983"/>
    </inkml:context>
    <inkml:brush xml:id="br0">
      <inkml:brushProperty name="width" value="0.025" units="cm"/>
      <inkml:brushProperty name="height" value="0.025" units="cm"/>
      <inkml:brushProperty name="color" value="#E71224"/>
    </inkml:brush>
  </inkml:definitions>
  <inkml:trace contextRef="#ctx0" brushRef="#br0">0 105 2625,'7'-11'4496,"15"-36"4189,-21 47-8369,0-1 1,0 0-1,0 0 0,1 1 1,-1-1-1,0 1 0,0-1 1,1 1-1,-1 0 0,0-1 0,1 1 1,-1 0-1,0 0 0,1 0 1,-1 0-1,0 0 0,1 0 1,1 1-1,3-1 135,17-3 327,0 0-1,37-12 0,-43 10-759,1 0 0,0 2 0,0 0 0,0 1 0,28 0 0,-44 2-93,-1 0 0,0 0 1,0 0-1,0 0 1,0 0-1,0 0 1,0 0-1,0 1 0,0-1 1,0 1-1,0-1 1,0 1-1,0-1 1,0 1-1,-1-1 0,3 2 1,-3-1-122,0 0 0,0 0 0,0 0-1,0-1 1,0 1 0,0 0 0,0 0 0,-1 0 0,1 0 0,0-1 0,0 1 0,-1 0-1,1 0 1,0 0 0,-1-1 0,1 1 0,-1 0 0,1-1 0,-1 1 0,1 0 0,-1-1 0,0 1-1,1-1 1,-1 1 0,0-1 0,1 1 0,-1-1 0,0 1 0,-1-1 0,-34 28-5181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1.205"/>
    </inkml:context>
    <inkml:brush xml:id="br0">
      <inkml:brushProperty name="width" value="0.025" units="cm"/>
      <inkml:brushProperty name="height" value="0.025" units="cm"/>
      <inkml:brushProperty name="color" value="#E71224"/>
    </inkml:brush>
  </inkml:definitions>
  <inkml:trace contextRef="#ctx0" brushRef="#br0">3 25 4945,'-2'0'10858,"11"0"-9417,4-2 631,3-3-400,2 5-487,4-2-105,-2 2-248,7 0-440,-3 0-248,-2 0-80,5 0-64,-5-4-344,3 2-1744,37-7-4162</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1.763"/>
    </inkml:context>
    <inkml:brush xml:id="br0">
      <inkml:brushProperty name="width" value="0.025" units="cm"/>
      <inkml:brushProperty name="height" value="0.025" units="cm"/>
      <inkml:brushProperty name="color" value="#E71224"/>
    </inkml:brush>
  </inkml:definitions>
  <inkml:trace contextRef="#ctx0" brushRef="#br0">347 127 4017,'1'-2'673,"0"-2"1177,1-1 1,-1 0 0,0 0 0,0 0 0,1-8-1,-2 12-1709,0 1 0,0-1-1,0 0 1,-1 0 0,1 1-1,0-1 1,0 0 0,0 1-1,-1-1 1,1 0 0,0 0-1,-1 1 1,1-1 0,-1 1-1,1-1 1,-1 0 0,1 1-1,-1-1 1,1 1 0,-1-1-1,1 1 1,-1-1 0,0 1-1,1 0 1,-1-1 0,0 1-1,1 0 1,-1-1 0,0 1-1,1 0 1,-1 0 0,0 0-1,0-1 1,1 1-1,-1 0 1,0 0 0,0 0-1,1 0 1,-1 1 0,0-1-1,0 0 1,1 0 0,-1 0-1,0 0 1,-1 1 0,-19 5 349,0 1-1,0 1 1,0 1 0,1 1 0,1 1-1,0 0 1,-22 18 0,25-18-419,1 0 0,1 2-1,0-1 1,1 2 0,0-1 0,1 2 0,-11 16-1,20-26-56,-1 0 0,1 1 0,0-1-1,1 1 1,-1 0 0,1 0 0,0 0 0,1 0-1,0 0 1,0 1 0,0-1 0,0 0-1,1 0 1,0 1 0,0-1 0,1 0 0,0 1-1,0-1 1,1 0 0,-1 0 0,1 0-1,0 0 1,1 0 0,5 9 0,-6-11-15,1-1 1,-1 1-1,1-1 0,0 0 1,0 0-1,0 0 1,0 0-1,0-1 1,0 1-1,1-1 0,-1 0 1,1 0-1,0 0 1,0 0-1,0-1 1,6 2-1,-2-1-1,-1-1 0,0-1 0,0 1 0,0-1 0,0-1 0,1 1 0,-1-1 0,0-1 0,7-1 0,4-3-1,0-1 1,0 0-1,-1-1 0,0-1 1,-1-1-1,25-18 1,-30 19 9,0-1-1,-1 1 1,0-2 0,-1 0 0,0 0-1,-1 0 1,0-1 0,0-1 0,-2 1-1,1-1 1,-2 0 0,7-22 0,-9 27 30,-1-1 0,-1 0 0,0 1 1,0-1-1,0 0 0,-1 1 0,-1-1 0,1 0 1,-2 0-1,1 1 0,-1-1 0,0 1 1,-1-1-1,0 1 0,0 0 0,-1 0 1,0 0-1,0 1 0,-1-1 0,0 1 0,-8-10 1,7 11-3,1 0 1,-1 1-1,0 0 1,-1 0-1,1 0 1,-1 1-1,-7-4 1,13 8-53,1 0 0,0-1 0,-1 1 1,1 0-1,0 0 0,-1-1 0,1 1 0,-1 0 1,1 0-1,-1 0 0,1 0 0,0 0 0,-1 0 1,1 0-1,-1 0 0,1 0 0,-1 0 0,1 0 1,0 0-1,-1 0 0,1 0 0,-1 0 0,1 0 1,-1 0-1,1 0 0,0 1 0,-1-1 0,1 0 1,-1 0-1,1 1 0,0-1 0,-1 0 0,1 0 1,0 1-1,-1-1 0,1 0 0,0 1 0,0-1 1,-1 0-1,1 1 0,0-1 0,0 1 0,0-1 1,-1 0-1,1 1 0,0-1 0,0 1 0,0-1 1,0 1-1,0-1 0,0 0 0,0 1 0,0-1 1,0 1-1,0-1 0,0 1 0,0 0 1,1 1-354,-1 1 1,0-1 0,1 0 0,-1 1 0,1-1 0,0 0 0,0 1 0,0-1 0,0 0 0,0 0 0,0 0 0,2 3 0,34 31-5292</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2.065"/>
    </inkml:context>
    <inkml:brush xml:id="br0">
      <inkml:brushProperty name="width" value="0.025" units="cm"/>
      <inkml:brushProperty name="height" value="0.025" units="cm"/>
      <inkml:brushProperty name="color" value="#E71224"/>
    </inkml:brush>
  </inkml:definitions>
  <inkml:trace contextRef="#ctx0" brushRef="#br0">51 15 1968,'-11'-8'15547,"1"3"-6760,9 5-8349,0-1 0,0 1 1,0 0-1,0 0 1,0 0-1,0 0 0,0 0 1,0 0-1,0 0 0,0 0 1,0 0-1,0 0 1,0 0-1,0 1 0,-1-1 1,1 1-594,0 0 1,0 0 0,0 0 0,0 0 0,0 0-1,0 0 1,1 0 0,-1 0 0,0 0-1,1 0 1,-1 0 0,1 0 0,-1 1 0,1-1-1,-1 0 1,1 0 0,0 1 0,0-1 0,0 0-1,0 1 1,0-1 0,0 0 0,0 0-1,0 1 1,0-1 0,0 0 0,1 0 0,-1 1-1,1-1 1,-1 0 0,2 2 0,6 17-5518,12 15-3498</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2.255"/>
    </inkml:context>
    <inkml:brush xml:id="br0">
      <inkml:brushProperty name="width" value="0.025" units="cm"/>
      <inkml:brushProperty name="height" value="0.025" units="cm"/>
      <inkml:brushProperty name="color" value="#E71224"/>
    </inkml:brush>
  </inkml:definitions>
  <inkml:trace contextRef="#ctx0" brushRef="#br0">337 1 3737,'-36'15'13267,"3"-1"-8746,-32 17-2865,5 7-8,9 0-687,6 4-689,16-4-272,14 0-673,12-9-3159,41 0-5426</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6.322"/>
    </inkml:context>
    <inkml:brush xml:id="br0">
      <inkml:brushProperty name="width" value="0.025" units="cm"/>
      <inkml:brushProperty name="height" value="0.025" units="cm"/>
      <inkml:brushProperty name="color" value="#E71224"/>
    </inkml:brush>
  </inkml:definitions>
  <inkml:trace contextRef="#ctx0" brushRef="#br0">261 7 2497,'11'5'866,"8"4"2924,-15-13-845,-6-8 785,2 12-3674,0 0-1,0-1 1,0 1-1,0 0 1,0 0-1,0 0 1,0 0-1,0 0 0,0-1 1,0 1-1,0 0 1,0 0-1,0 0 1,0 0-1,0 0 1,-1-1-1,1 1 1,0 0-1,0 0 0,0 0 1,0 0-1,0 0 1,0 0-1,0-1 1,0 1-1,-1 0 1,1 0-1,0 0 1,0 0-1,0 0 1,0 0-1,0 0 0,0 0 1,-1 0-1,1 0 1,0 0-1,0 0 1,0 0-1,0 0 1,-1 0-1,1 0 1,0 0-1,0 0 0,0 0 1,0 0-1,0 0 1,-1 0-1,1 0 1,0 0-1,0 0 1,0 0-1,0 0 1,0 0-1,-1 0 1,-5 11 1053,-3 18-362,5 16-502,2 0 0,2-1 0,6 46 0,-1-14-212,-4-49-19,2 25 143,-3 0 0,-9 89 1,8-136-109,0 0 0,0 1 0,-1-1 0,0 0 0,0 0 0,0 0 0,0 0 0,-1 0 0,0-1 1,0 1-1,0-1 0,-6 6 0,7-9-33,1 1 0,-1-1 0,0 0 0,0 0 0,0 1-1,0-1 1,0-1 0,0 1 0,0 0 0,0 0 0,0-1 0,0 1 0,0-1 0,-1 0 0,1 1 0,0-1 0,0 0 0,0-1 0,-1 1 0,1 0 0,0-1 0,0 1 0,0-1-1,0 1 1,-1-1 0,1 0 0,0 0 0,0 0 0,1 0 0,-1 0 0,0-1 0,0 1 0,-2-3 0,-5-4 10,0 0 0,1-1 0,0 0 0,0-1-1,1 0 1,0 0 0,-6-13 0,-37-85 402,38 77-147,-23-57 793,48 90-5887,16-7 49</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6.594"/>
    </inkml:context>
    <inkml:brush xml:id="br0">
      <inkml:brushProperty name="width" value="0.025" units="cm"/>
      <inkml:brushProperty name="height" value="0.025" units="cm"/>
      <inkml:brushProperty name="color" value="#E71224"/>
    </inkml:brush>
  </inkml:definitions>
  <inkml:trace contextRef="#ctx0" brushRef="#br0">64 33 7802,'-7'-7'5938,"5"4"-4330,-1 0-1,0 0 1,0 0 0,-1 0 0,1 1 0,0-1-1,-5-1 1,8 4-1548,-1-1 0,0 1 0,0 0 0,0 0 0,0 0 0,0 0 0,0 0 0,1 0 0,-1 0 0,0 0 0,0 0 0,0 1 0,0-1 0,0 0 0,1 1 0,-1-1 0,0 0 0,0 1-1,0-1 1,1 1 0,-1-1 0,0 1 0,1-1 0,-1 1 0,0 0 0,1-1 0,-1 1 0,1 0 0,-1-1 0,1 1 0,-1 0 0,1 0 0,0-1 0,-1 1 0,1 0 0,0 0 0,0 0 0,0 0 0,-1 0 0,1 0 0,0 1-191,-1 0 0,1-1 1,0 1-1,-1 0 0,1 0 1,0-1-1,0 1 0,0 0 1,0 0-1,1-1 0,-1 1 0,0 0 1,1 0-1,-1-1 0,2 3 1,-1-2-310,0 0 1,0 0 0,0 0 0,0 0 0,1 0-1,-1-1 1,1 1 0,-1 0 0,1-1-1,0 1 1,0-1 0,-1 0 0,5 3-1,39 13-6641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7.837"/>
    </inkml:context>
    <inkml:brush xml:id="br0">
      <inkml:brushProperty name="width" value="0.025" units="cm"/>
      <inkml:brushProperty name="height" value="0.025" units="cm"/>
      <inkml:brushProperty name="color" value="#E71224"/>
    </inkml:brush>
  </inkml:definitions>
  <inkml:trace contextRef="#ctx0" brushRef="#br0">827 1 2264,'8'1'663,"0"2"0,-1-1-1,1 1 1,-1 0 0,0 0-1,12 8 1,-25-15 5762,-11-5 1318,14 7-7290,0 1-1,-1-1 1,1 1-1,-1 0 1,1 1-1,-1-1 1,1 1 0,-6-1-1,2 1 12,-26 0-10,32 0-449,0 0 0,0 0-1,1 0 1,-1 0 0,0 0-1,0 0 1,0 0 0,1 0-1,-1 0 1,0 1 0,0-1-1,1 0 1,-1 1 0,0-1 0,0 0-1,1 1 1,-1-1 0,0 1-1,1-1 1,-1 1 0,1-1-1,-1 1 1,1-1 0,-1 1-1,1 0 1,-1-1 0,1 1 0,-1 0-1,1 1 1,-98 26 1058,-199 77-774,217-83-283,29-8-5,1 1 0,0 3 1,-67 34-1,89-35 244,51-16-234,-1 1-1,1 0 0,-1 2 1,24 7-1,21 2-2,0-3 0,106 3-1,-98-9-4,-32-2-4,-22-2 5,1 1 0,-1 1 0,-1 0 0,1 2 0,0 1-1,30 10 1,-48-13 47,8 3 82,-11-5-110,0 0 0,0 0-1,-1 0 1,1 0 0,0 0-1,0 0 1,0 0 0,0 0 0,0-1-1,0 1 1,0 0 0,0 1-1,0-1 1,-1 0 0,1 0-1,0 0 1,0 0 0,0 0 0,0 0-1,0 0 1,0 0 0,0 0-1,0 0 1,0 0 0,-1 0-1,1 0 1,0 0 0,0 0 0,0 0-1,0 0 1,0 0 0,0 0-1,0 0 1,0 1 0,0-1-1,0 0 1,0 0 0,0 0-1,0 0 1,0 0 0,0 0 0,0 0-1,0 0 1,0 0 0,0 1-1,0-1 1,0 0 0,0 0-1,0 0 1,0 0 0,0 0 0,2-4 1041,7 3-4301,2-1-962,18-13-2049</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8.537"/>
    </inkml:context>
    <inkml:brush xml:id="br0">
      <inkml:brushProperty name="width" value="0.025" units="cm"/>
      <inkml:brushProperty name="height" value="0.025" units="cm"/>
      <inkml:brushProperty name="color" value="#E71224"/>
    </inkml:brush>
  </inkml:definitions>
  <inkml:trace contextRef="#ctx0" brushRef="#br0">22 106 7674,'-1'-3'6895,"5"4"-3833,8 8-562,-9-3-2091,0 0-1,-1 0 1,0-1 0,0 1 0,0 1 0,-1-1-1,0 0 1,0 0 0,0 0 0,-1 1-1,0 6 1,-8 71 1119,7-78-1352,0-1-110,1 0 0,-1 0 0,0 0 0,0 0-1,0 0 1,-1 0 0,0-1 0,0 1 0,0 0-1,0-1 1,-5 6 0,7-10-60,0 0 0,-1 1 0,1-1 0,-1 0 1,1 0-1,0 1 0,-1-1 0,1 0 0,-1 0 0,1 0 0,-1 0 1,1 0-1,-1 0 0,1 0 0,-1 0 0,1 0 0,-1 0 0,1 0 1,0 0-1,-1 0 0,1 0 0,-1 0 0,1 0 0,-1 0 0,1-1 1,0 1-1,-1 0 0,1 0 0,-1-1 0,1 1 0,0 0 0,-1 0 1,1-1-1,0 1 0,-1 0 0,1-1 0,0 1 0,-1-1 0,1 1 1,0 0-1,0-1 0,0 1 0,-1-1 0,1 0 0,-7-20 82,10 8-92,0 1 1,1 0-1,0 0 0,1 0 0,0 0 1,0 1-1,2 0 0,-1 0 1,15-17-1,-7 11-71,0 1-1,2 1 1,-1 0 0,34-23 0,-31 25 59,0 1 1,1 1 0,1 1 0,0 0-1,0 1 1,34-9 0,-53 18 16,0 0 1,0-1-1,1 1 1,-1 0-1,0 0 1,0 0-1,1 0 1,-1 0-1,0 0 1,1 1-1,-1-1 1,0 0 0,0 1-1,1-1 1,-1 1-1,0-1 1,0 1-1,0-1 1,0 1-1,0 0 1,0 0-1,0 0 1,0-1-1,0 1 1,0 0-1,0 0 1,0 0-1,0 0 1,-1 0-1,1 1 1,0-1-1,-1 0 1,1 0-1,-1 0 1,0 1-1,1-1 1,-1 0-1,0 0 1,0 1-1,1-1 1,-1 0-1,-1 3 1,2 6 76,-1 1 0,-1 0 0,1-1 0,-4 12 0,4-18-42,-6 22 355,0-1 1,-17 41 0,6-18 428,16-48-850,1 0 1,0 0 0,0 0 0,0 0 0,0 1-1,0-1 1,0 0 0,0 0 0,0 0-1,0 0 1,0 1 0,0-1 0,0 0-1,0 0 1,0 0 0,0 0 0,0 1-1,0-1 1,0 0 0,0 0 0,0 0 0,0 0-1,0 1 1,1-1 0,-1 0 0,0 0-1,0 0 1,0 0 0,0 0 0,0 1-1,0-1 1,0 0 0,1 0 0,-1 0-1,0 0 1,0 0 0,0 0 0,0 0 0,0 0-1,1 0 1,-1 0 0,0 0 0,0 1-1,0-1 1,0 0 0,1 0 0,-1 0-1,0 0 1,0 0 0,0 0 0,0 0-1,1 0 1,-1-1 0,0 1 0,0 0 0,0 0-1,0 0 1,1 0 0,-1 0 0,0 0-1,0 0 1,0 0 0,0 0 0,22-8-6522,17-9-1268</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9.045"/>
    </inkml:context>
    <inkml:brush xml:id="br0">
      <inkml:brushProperty name="width" value="0.025" units="cm"/>
      <inkml:brushProperty name="height" value="0.025" units="cm"/>
      <inkml:brushProperty name="color" value="#E71224"/>
    </inkml:brush>
  </inkml:definitions>
  <inkml:trace contextRef="#ctx0" brushRef="#br0">12 33 9322,'-8'4'6291,"8"-4"-6179,0-1 1,0 1-1,0 0 1,0 0 0,0 0-1,0 0 1,0 0-1,0 0 1,0 0 0,0 0-1,0-1 1,0 1-1,0 0 1,0 0 0,0 0-1,0 0 1,0 0-1,0 0 1,0 0 0,0-1-1,0 1 1,0 0-1,0 0 1,0 0 0,0 0-1,-1 0 1,1 0-1,0 0 1,0 0 0,0 0-1,0 0 1,0-1-1,0 1 1,0 0 0,0 0-1,0 0 1,0 0-1,0 0 1,-1 0-1,1 0 1,0 0 0,0 0-1,0 0 1,0 0-1,0 0 1,-1 0 1965,15 0 283,152-10-675,45-4-1693,-121 8 523,-86 5-383,0 0 1,1 1-1,-1 0 0,0 0 0,1 0 0,-1 0 1,0 1-1,1-1 0,-1 1 0,7 3 1,-13 2-421,1-5 67,1-1 1,0 1 0,0 0-1,-1-1 1,1 1 0,0-1 0,0 1-1,0 0 1,0-1 0,-1 1-1,1 0 1,0-1 0,0 1-1,0 0 1,1-1 0,-1 1-1,0 0 1,0-1 0,0 1-1,0 0 1,1-1 0,-1 1-1,0 0 1,1-1 0,-1 1-1,0-1 1,1 1 0,-1-1-1,1 1 1,-1-1 0,1 1-1,-1-1 1,1 1 0,-1-1-1,1 0 1,0 1 0,19 8-6476</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9.619"/>
    </inkml:context>
    <inkml:brush xml:id="br0">
      <inkml:brushProperty name="width" value="0.025" units="cm"/>
      <inkml:brushProperty name="height" value="0.025" units="cm"/>
      <inkml:brushProperty name="color" value="#E71224"/>
    </inkml:brush>
  </inkml:definitions>
  <inkml:trace contextRef="#ctx0" brushRef="#br0">172 54 5457,'-17'-16'7988,"16"15"-7649,1 0-1,-1-1 0,1 1 1,-1 0-1,1-1 0,0 1 1,-1-1-1,1 1 1,0-1-1,0 1 0,0 0 1,0-1-1,0 1 0,1-3 1,-1-10 1222,-9 35 4320,-4 10-5192,-1 24 59,2 1-1,-6 65 0,14-76-335,-3-1-1,-1 0 1,-2 0-1,-29 75 1,36-111-327,-9 19 103,11-26-181,1 0 0,0 0 0,-1 0 0,1 0-1,0 0 1,0 0 0,0 0 0,0 0 0,0 0 0,0 0 0,0 0-1,0 0 1,0 0 0,0 0 0,0 0 0,1 0 0,-1 0 0,0 0-1,1 0 1,-1 0 0,2 1 0,0-3-5,-1 0 1,1 0-1,-1-1 0,1 1 0,-1-1 0,1 1 1,-1-1-1,0 0 0,0 1 0,0-1 1,2-3-1,0 0-109,1 0-784,0 0-1,1 0 1,0 0-1,9-6 1,0 0-4065,19-18-4676</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49.856"/>
    </inkml:context>
    <inkml:brush xml:id="br0">
      <inkml:brushProperty name="width" value="0.025" units="cm"/>
      <inkml:brushProperty name="height" value="0.025" units="cm"/>
      <inkml:brushProperty name="color" value="#E71224"/>
    </inkml:brush>
  </inkml:definitions>
  <inkml:trace contextRef="#ctx0" brushRef="#br0">3 3 11426,'0'0'8866,"0"-3"-6673,-2 3-41,4 0 1025,0 0-2793,0 0-168,1 3-216,-1-1-8,0 4-816,3 1-1929,8 18-4192</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0.046"/>
    </inkml:context>
    <inkml:brush xml:id="br0">
      <inkml:brushProperty name="width" value="0.025" units="cm"/>
      <inkml:brushProperty name="height" value="0.025" units="cm"/>
      <inkml:brushProperty name="color" value="#E71224"/>
    </inkml:brush>
  </inkml:definitions>
  <inkml:trace contextRef="#ctx0" brushRef="#br0">413 0 7642,'-27'9'10130,"3"7"-5633,-30 10-2233,1 6 233,4-1-777,4-4-976,7-3-544,7 5-200,7-2-40,-1 8-424,7-3-800,3-3-1281,6 35-3240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0.763"/>
    </inkml:context>
    <inkml:brush xml:id="br0">
      <inkml:brushProperty name="width" value="0.025" units="cm"/>
      <inkml:brushProperty name="height" value="0.025" units="cm"/>
      <inkml:brushProperty name="color" value="#E71224"/>
    </inkml:brush>
  </inkml:definitions>
  <inkml:trace contextRef="#ctx0" brushRef="#br0">494 25 4113,'0'0'84,"0"0"0,0 0 0,1-1 0,-1 1-1,0 0 1,0 0 0,0 0 0,1-1 0,-1 1 0,0 0 0,0 0 0,0 0 0,0-1 0,0 1 0,0 0 0,1 0-1,-1-1 1,0 1 0,0 0 0,0 0 0,0-1 0,0 1 0,0 0 0,0 0 0,0-1 0,0 1 0,0 0 0,0 0-1,0-1 1,0 1 0,0 0 0,-1 0 0,1-1 0,0 1 0,0 0 0,0 0 0,0-1 0,0 1 0,0 0-1,-1 0 1,1 0 0,0-1 0,0 1 0,0 0 0,-1 0 0,1 0 0,0 0 0,-1-1 0,-12-11 7077,12 12-6961,0 0-1,0 0 1,1-1-1,-1 1 1,0 0-1,0 0 1,1 0-1,-1 0 1,0 0 0,0 0-1,1 0 1,-1 0-1,0 0 1,0 0-1,0 1 1,1-1-1,-1 0 1,0 0 0,1 1-1,-1-1 1,0 1-1,1-1 1,-1 0-1,0 1 1,1-1-1,-1 1 1,1-1 0,-1 1-1,1 0 1,-1-1-1,1 1 1,-1 0-1,1-1 1,0 1-1,-1 0 1,1-1 0,0 1-1,-1 0 1,1 0-1,0 0 1,0 5 236,0-1 1,0 0-1,0 0 1,1 1-1,2 7 1,1 16-180,-18 279 295,14-301-549,-1 9 6,-1-1 1,0 0-1,-1 0 0,-1 0 0,0 0 1,-1-1-1,-1 1 0,0-1 0,-1 0 1,-12 17-1,12-21 2,0-1 0,-1 0-1,-1 0 1,1 0 0,-1-1 0,-1 0 0,0-1 0,0 0-1,0-1 1,0 0 0,-1-1 0,0 0 0,-20 6-1,20-8 18,0-1-1,-1 0 0,1-1 1,0 0-1,-1-1 0,1 0 1,-1-1-1,1 0 0,-1-1 1,1 0-1,0-1 0,-14-5 1,20 7-18,1-1 0,0 0 0,-1 1 0,1-2 0,0 1 0,0 0 0,1-1 0,-1 0 0,0 1 0,1-2 0,0 1 0,0 0 0,0-1 0,0 1 0,0-1-1,1 0 1,-1 0 0,1 0 0,0 0 0,0 0 0,1-1 0,-1 1 0,1 0 0,0-1 0,0 1 0,1-1 0,-1 1 0,1-1 0,0 0 0,0 1 0,0-1 0,1 1 0,1-6 0,-2 8-171,0 1 0,1-1 0,-1 1 0,1-1 0,-1 1 0,1-1 0,0 1 0,-1 0 0,1-1 0,0 1 0,0 0 0,0 0 0,0-1 0,0 1 0,0 0 0,0 0 0,0 0 0,1 0 0,-1 0 0,0 1 0,0-1 0,1 0 0,-1 0 0,1 1 0,-1-1 0,3 0 0,22-12-7485,6-18-2347</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1.098"/>
    </inkml:context>
    <inkml:brush xml:id="br0">
      <inkml:brushProperty name="width" value="0.025" units="cm"/>
      <inkml:brushProperty name="height" value="0.025" units="cm"/>
      <inkml:brushProperty name="color" value="#E71224"/>
    </inkml:brush>
  </inkml:definitions>
  <inkml:trace contextRef="#ctx0" brushRef="#br0">73 42 4129,'0'-2'1249,"-12"-20"8558,0 8-3624,11 13-5936,0 1-1,-1-1 1,1 1 0,0-1-1,0 1 1,-1 0-1,1 0 1,0-1 0,-1 1-1,1 0 1,0 0 0,-1 0-1,1 0 1,0 1 0,-1-1-1,1 0 1,0 0 0,-1 1-1,1-1 1,0 1 0,0-1-1,0 1 1,-1 0-1,1-1 1,0 1 0,0 0-1,-2 2 1,-9 2 2241,19 5-3012,10 20-5401,1 6-992</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1.513"/>
    </inkml:context>
    <inkml:brush xml:id="br0">
      <inkml:brushProperty name="width" value="0.025" units="cm"/>
      <inkml:brushProperty name="height" value="0.025" units="cm"/>
      <inkml:brushProperty name="color" value="#E71224"/>
    </inkml:brush>
  </inkml:definitions>
  <inkml:trace contextRef="#ctx0" brushRef="#br0">110 13 3649,'-9'-4'7575,"-1"-2"-202,0 3-3601,9 3-3625,-1 0 0,1 0 1,0 0-1,-1 0 0,1 1 1,0-1-1,0 0 0,-1 0 1,1 1-1,0-1 0,0 1 1,0-1-1,-1 1 0,1 0 0,0-1 1,0 1-1,0 0 0,0 0 1,0 0-1,0 0 0,1 0 1,-1 0-1,0 0 0,0 0 1,0 2-1,-4 4 132,0 0 0,1 0 0,0 1 0,1 0 0,0 0 0,0 0 0,1 0 0,0 0 0,0 0 0,-1 14 0,1 11 21,3 47 0,0-5-178,-2-55-270,-1 13 65,5-11-4313,-19-31-8572</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1.753"/>
    </inkml:context>
    <inkml:brush xml:id="br0">
      <inkml:brushProperty name="width" value="0.025" units="cm"/>
      <inkml:brushProperty name="height" value="0.025" units="cm"/>
      <inkml:brushProperty name="color" value="#E71224"/>
    </inkml:brush>
  </inkml:definitions>
  <inkml:trace contextRef="#ctx0" brushRef="#br0">7 59 4761,'-4'-7'3905,"4"3"1416,-3-3-3409,3-2-151,3 0 391,5 2-591,-1 1-337,6 3-88,-1-3 8,1 10-448,-2 1-423,2 1-185,5 1-88,0 4-56,11-4-953,-2-3-1615,60-1-3193</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2.053"/>
    </inkml:context>
    <inkml:brush xml:id="br0">
      <inkml:brushProperty name="width" value="0.025" units="cm"/>
      <inkml:brushProperty name="height" value="0.025" units="cm"/>
      <inkml:brushProperty name="color" value="#E71224"/>
    </inkml:brush>
  </inkml:definitions>
  <inkml:trace contextRef="#ctx0" brushRef="#br0">54 1 2881,'-1'2'20364,"-7"12"-17527,1 3-2130,1 0 1,1 1-1,-4 21 1,-8 105-851,17-139-303,0 14-1486,6-10-3416,6-4-844</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2.275"/>
    </inkml:context>
    <inkml:brush xml:id="br0">
      <inkml:brushProperty name="width" value="0.025" units="cm"/>
      <inkml:brushProperty name="height" value="0.025" units="cm"/>
      <inkml:brushProperty name="color" value="#E71224"/>
    </inkml:brush>
  </inkml:definitions>
  <inkml:trace contextRef="#ctx0" brushRef="#br0">0 27 5865,'3'-4'6722,"3"-1"-2713,8-3-1681,10 1 457,5 5-809,0 2-944,0 0-528,2 4-296,-8 1-152,-1 1-56,-4-1-168,-1 1-1536,37-1-3785</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2.851"/>
    </inkml:context>
    <inkml:brush xml:id="br0">
      <inkml:brushProperty name="width" value="0.025" units="cm"/>
      <inkml:brushProperty name="height" value="0.025" units="cm"/>
      <inkml:brushProperty name="color" value="#E71224"/>
    </inkml:brush>
  </inkml:definitions>
  <inkml:trace contextRef="#ctx0" brushRef="#br0">121 1 1280,'-2'7'18070,"10"3"-13687,3 0-3761,14 23 186,0 1 1,-2 2 0,-2 0 0,17 38-1,-22-43-636,-14-27-156,66 135 310,-56-111-297,-2 0-1,-1 0 1,7 34-1,-15-54 16,0 0 0,0 0 0,-1 0 0,0 0 0,0 0 0,-1 0 0,0 0 0,0 0-1,-1 0 1,0-1 0,-1 1 0,-5 12 0,3-10 84,-1 0 1,-1 0-1,1 0 0,-2-1 1,1 0-1,-1-1 0,-17 15 1,-8 0 302,-1 0 0,-1-3-1,-72 32 1,85-41-378,6-4 16,-1 1 80,-34 20 0,62-22-2323,5 7-3302,23 6-4566</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4.322"/>
    </inkml:context>
    <inkml:brush xml:id="br0">
      <inkml:brushProperty name="width" value="0.025" units="cm"/>
      <inkml:brushProperty name="height" value="0.025" units="cm"/>
      <inkml:brushProperty name="color" value="#E71224"/>
    </inkml:brush>
  </inkml:definitions>
  <inkml:trace contextRef="#ctx0" brushRef="#br0">829 135 3777,'-9'-19'8917,"-8"-15"141,14 31-8756,0-1 1,1 1 0,-1-1-1,0 1 1,0 0 0,-1 0 0,1 1-1,-1-1 1,1 1 0,-1 0-1,-7-4 1,-10-2-47,-2 0 0,1 1-1,-1 2 1,0 0 0,0 1-1,-29-1 1,6 4-237,1 1-1,-55 8 1,88-6-20,0 0 0,0 0 0,0 1-1,1 0 1,-1 1 0,1 1 0,0-1 0,-18 12 0,25-13-4,1-1 0,0 1 0,0-1 0,0 1 0,0 0 1,1 0-1,-1 0 0,1 1 0,-1-1 0,1 0 0,0 1 0,1 0 0,-1-1 0,1 1 0,-1 0 1,1 0-1,0 0 0,0 0 0,1 0 0,-1 0 0,1 0 0,0 0 0,0 0 0,0 0 0,1 0 0,0 0 1,-1 0-1,4 8 0,2 3 3,0 1 0,2-1-1,0 0 1,0-1 0,1 0 0,1 0 0,1-1 0,13 14 0,-8-10 16,-1 2 0,24 38-1,-38-55-11,0 0-1,0 0 0,0 0 0,0 0 0,0 0 0,0 0 0,-1 0 0,1 0 0,-1 1 0,1-1 0,-1 0 1,0 1-1,0-1 0,0 0 0,0 0 0,-1 1 0,1-1 0,-1 0 0,1 0 0,-1 0 0,0 1 1,0-1-1,0 0 0,0 0 0,0 0 0,0 0 0,0-1 0,-1 1 0,1 0 0,-1 0 0,1-1 0,-1 1 1,0-1-1,1 1 0,-1-1 0,0 0 0,0 0 0,-3 2 0,-8 3 17,0 0 1,0-1-1,0 0 0,-25 5 0,32-9-17,-44 9 15,-81 4 1,70-8-26,217-15-1500,-154 9 1485,76 1-778,-73-1 749,0 1 0,-1 0 1,1-1-1,0 2 0,-1-1 1,1 0-1,-1 1 0,1 0 1,-1 0-1,0 0 0,0 1 1,0-1-1,6 6 1,-9-6 45,0 0 1,0-1 0,0 1 0,0 0-1,-1-1 1,1 1 0,-1 0 0,1 0-1,-1-1 1,0 1 0,1 0 0,-1 0 0,0 0-1,0 0 1,0-1 0,-1 1 0,1 0-1,0 0 1,-1 0 0,1 0 0,-1-1 0,0 1-1,1 0 1,-1-1 0,0 1 0,-2 2-1,-31 43 48,32-44-46,-122 132 58,-9 11 473,129-142-463,1 1-1,-1 0 0,1 0 1,0 0-1,0 0 0,-3 9 0,5-13-42,1 0 0,0 1 0,-1-1 0,1 0 0,0 1 0,0-1-1,0 0 1,0 1 0,0-1 0,0 1 0,0-1 0,0 0-1,1 1 1,-1-1 0,0 0 0,1 0 0,-1 1 0,1-1 0,0 0-1,-1 0 1,1 0 0,0 0 0,0 1 0,0-1 0,-1 0-1,1-1 1,0 1 0,1 0 0,-1 0 0,0 0 0,0 0 0,0-1-1,2 2 1,6 2 135,-1-1-1,1 0 1,0 0 0,0-1-1,0 0 1,0 0-1,12 0 1,69-2 763,-47-1-490,107 1 1283,-175 7-3969,-7 5-2190,-42 2-2504</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8:57.375"/>
    </inkml:context>
    <inkml:brush xml:id="br0">
      <inkml:brushProperty name="width" value="0.025" units="cm"/>
      <inkml:brushProperty name="height" value="0.025" units="cm"/>
      <inkml:brushProperty name="color" value="#E71224"/>
    </inkml:brush>
  </inkml:definitions>
  <inkml:trace contextRef="#ctx0" brushRef="#br0">1 178 3793,'13'20'5508,"-11"-20"-5224,-1-1 1,1 1 0,-1-1-1,1 0 1,-1 1 0,1-1-1,-1 0 1,1 0 0,-1 0-1,0 0 1,1 0 0,0-2 0,19-11 2530,2 3-1514,-22 11-1196,-1 0 0,1-1 0,-1 1 0,1 0 0,-1 0 0,1-1 0,-1 1 0,1 0 0,-1 0-1,1-1 1,-1 1 0,1 0 0,-1-1 0,0 1 0,1-1 0,-1 1 0,1-1 0,-1 1 0,0-1 0,0 1 0,1-1 0,-1 1-1,0-1 1,0 1 0,1-1 0,-1 1 0,0-1 0,0 1 0,0-1 0,0 0 0,0 1 0,0-1 0,0 1 0,0-1 0,0 1 0,0-1-1,0 0 1,-1 1 0,1-1 0,0 1-74,-1 0-1,1 0 1,0 0-1,0 0 1,-1 0-1,1 0 1,0 0-1,0 0 1,-1 0-1,1 0 1,0 0-1,0 0 1,0 0-1,-1 0 1,1 0-1,0 0 1,0 1-1,-1-1 1,1 0-1,0 0 1,0 0-1,0 0 1,0 1-1,-1-1 1,1 0-1,0 0 1,0 0-1,0 1 1,0-1-1,0 0 1,0 0-1,0 0 1,-1 1-1,1-1 0,0 0 1,0 0-1,0 1 1,0-1-1,0 1 1,-1 3-53,4-7 394,-3 2-357,35-4 538,63-39-273,131-41 0,-165 72-265,-59 13-14,0-1 0,1 1 0,-1 0-1,0 0 1,0 1 0,1-1 0,-1 1-1,0 0 1,9 4 0,-13-5-1,0 1 0,0-1 0,0 1 0,0 0 0,-1-1 0,1 1 0,0 0 0,0 0 0,-1-1 0,1 1 0,0 0 0,-1 0 0,1 0 0,-1 0 0,0 0 0,1 0 0,-1 0 0,0 0 0,1 0 0,-1 0 0,0 0 0,0 0 0,0 0 0,0 0 0,0 0 0,0 0 0,0 0 0,0 0 0,0 0 0,-1 1 0,1-1 0,0 0 0,-1 0 0,1-1 0,-2 3 0,-22 37 172,19-33-153,-7 9 21,1 1 0,0 1 0,-9 23 0,17-35-36,1 1 1,0-1 0,0 1-1,1 0 1,0-1 0,0 1-1,0 0 1,1 0 0,0-1-1,0 1 1,1 0 0,0 0-1,3 10 1,-1-7-1,0-1 0,1 1 0,0-1 0,1 0 0,0 0 0,0-1 0,1 0 1,0 1-1,12 10 0,-5-6 94,1-1 1,1-1-1,0 0 1,23 12-1,-19-11 43,-15-9-91,1 1-1,1-1 0,-1 0 1,0 0-1,1-1 1,0 0-1,-1 1 0,1-2 1,0 1-1,9 0 0,-17-3 26,0-1 0,0 1 0,-1-1 1,1 0-1,0 0 0,0 0 0,1 0 0,-3-4 0,-1 0-46,1 3-18,-33-31 60,35 31-40,-1 1 1,0 0-1,1 0 0,-1 1 1,0-1-1,0 1 0,0-1 1,0 1-1,0 0 0,-1 0 0,1 0 1,-4 0-1,6 2-19,-1-1 1,1 0-1,-1 1 1,1-1-1,0 1 0,-1 0 1,1-1-1,-1 1 1,1 0-1,0 0 0,0 0 1,-1 0-1,1 0 0,0 0 1,0 0-1,0 1 1,0-1-1,0 0 0,1 1 1,-1-1-1,0 0 0,1 1 1,-1-1-1,0 1 1,1-1-1,0 1 0,-1-1 1,1 1-1,0-1 1,0 1-1,0-1 0,0 1 1,0 1-1,0 8-13,-1-1-1,2 0 0,2 16 1,19 63 105,-15-69-34,-1 0 0,-2 0 0,0 1 0,1 21-1,-5-35-49,0 0-1,0-1 0,-1 1 0,0 0 0,0 0 0,-1 0 0,0-1 0,0 1 0,-1-1 0,1 0 0,-1 1 0,-1-1 0,1 0 0,-1-1 0,0 1 0,-7 6 0,3-3 100,0-1 0,0 0 0,-1 0-1,-1-1 1,-13 9 0,19-14-80,0 0 1,0 0-1,-1 0 0,1-1 1,-1 1-1,1-1 0,-1 0 1,1 0-1,-1 0 1,0-1-1,1 0 0,-1 0 1,0 0-1,1 0 0,-1-1 1,-7-1-1,-7-5 210,0-1 0,0-1 0,-23-14 0,-4-2 845,114-28-1788,-50 39-4140,-7-4-1225</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5.555"/>
    </inkml:context>
    <inkml:brush xml:id="br0">
      <inkml:brushProperty name="width" value="0.025" units="cm"/>
      <inkml:brushProperty name="height" value="0.025" units="cm"/>
      <inkml:brushProperty name="color" value="#E71224"/>
    </inkml:brush>
  </inkml:definitions>
  <inkml:trace contextRef="#ctx0" brushRef="#br0">334 39 2897,'0'0'14147,"3"-7"-13705,10-19 1,-10 20 113,-3 15 729,0 0-925,-1 1 1,-1-1 0,1 0-1,-1 1 1,-1-1 0,0 0-1,0-1 1,-6 11 0,-42 67 518,30-52-545,-117 207 974,118-200-1245,2 1 0,1 1 0,3 0 0,-10 47 0,14-46-204,-3 11-13,10-22-8333,3-52 3509,0-7-1473</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6.142"/>
    </inkml:context>
    <inkml:brush xml:id="br0">
      <inkml:brushProperty name="width" value="0.025" units="cm"/>
      <inkml:brushProperty name="height" value="0.025" units="cm"/>
      <inkml:brushProperty name="color" value="#E71224"/>
    </inkml:brush>
  </inkml:definitions>
  <inkml:trace contextRef="#ctx0" brushRef="#br0">178 126 4609,'0'0'11334,"31"-16"-10345,101-50-265,-116 60-542,0-1 1,1 2-1,0 0 1,0 1-1,0 1 1,0 0-1,1 2 1,26 0-1,3-1 52,-22 0-79,-15 0-124,-1 1-1,0 0 0,0 1 0,0 0 1,1 0-1,-1 1 0,10 2 1,-18-1-16,0-1 0,0 0 0,0 0 0,0 1 1,0-1-1,0 0 0,0 1 0,-1-1 1,1 1-1,0-1 0,-1 1 0,0-1 0,1 1 1,-1 0-1,0-1 0,1 1 0,-1 0 1,0-1-1,0 1 0,-1-1 0,1 1 0,0 0 1,-1 2-1,1 0 87,-1 1 0,0 0 1,0-1-1,0 1 0,0 0 0,-1-1 0,-3 8 1,-10 3 36,0 0 1,0-1 0,-2-1 0,1 0 0,-2-1 0,0-1-1,-24 11 1,10-3-24,-17 6-59,35-19-66,1 1 0,0 0 0,0 1 0,0 0 1,1 1-1,-21 20 0,32-28-9,0 0 1,0 1-1,0-1 1,0 0-1,0 1 0,1-1 1,-1 1-1,0-1 0,1 1 1,-1 0-1,1-1 0,0 1 1,-1-1-1,1 1 0,0 0 1,0-1-1,0 1 0,0 0 1,0-1-1,0 1 0,1 0 1,-1-1-1,1 1 1,-1-1-1,1 1 0,-1-1 1,1 1-1,0-1 0,0 1 1,0-1-1,0 0 0,0 1 1,0-1-1,1 2 0,6 4-189,0 1 0,0-1 0,1-1-1,12 8 1,-1 1-449,-10-8 231,-1 1 1,0 0-1,-1 1 0,1 0 0,-2 1 0,1 0 0,7 13 0,-13-19 394,0-1-1,-1 0 1,0 1-1,1-1 0,-1 1 1,0 0-1,0-1 1,-1 1-1,1 0 0,-1-1 1,0 1-1,0 0 0,0 0 1,0-1-1,-1 1 1,0 0-1,1 0 0,-1-1 1,-1 1-1,1-1 1,0 1-1,-1-1 0,0 0 1,0 1-1,0-1 1,0 0-1,0 0 0,-5 4 1,-3 3 336,-1-1 1,0-1-1,0 0 1,0-1-1,-1 0 1,0-1-1,-1 0 1,0-1-1,-19 6 1,-19 3 1472,-57 7 0,80-17-1246,-3 2 68,5-3 43,0 3 1,-31 9 0,76-13-1417,-1 0 1,32-1-1,-18-5-3208,47-11 0,-42 6-2096</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6.592"/>
    </inkml:context>
    <inkml:brush xml:id="br0">
      <inkml:brushProperty name="width" value="0.025" units="cm"/>
      <inkml:brushProperty name="height" value="0.025" units="cm"/>
      <inkml:brushProperty name="color" value="#E71224"/>
    </inkml:brush>
  </inkml:definitions>
  <inkml:trace contextRef="#ctx0" brushRef="#br0">1 25 3089,'0'0'14884,"5"-2"-13930,-1 0-597,19-6 2388,-23 37-910,-1-10-1604,0-14-211,1-1 0,0 0 0,0 0-1,0 1 1,0-1 0,1 0 0,1 6 0,-2-8-28,1-1 1,0 0-1,0 1 1,0-1-1,-1 0 1,1 0-1,0 0 1,0 0-1,1 0 0,-1 0 1,0 0-1,0 0 1,0 0-1,1-1 1,-1 1-1,0 0 1,1-1-1,-1 1 1,0-1-1,1 0 1,-1 1-1,1-1 1,-1 0-1,1 0 1,-1 0-1,3 0 0,9 2-237,-1-2-1,1 1 0,0-2 0,-1 1 1,1-2-1,0 0 0,-1 0 0,1-1 0,13-6 1,-18 6 79,5-3 45,1 1 1,-1-1-1,-1-1 0,1 0 0,-1-1 1,-1-1-1,1 0 0,-1 0 0,-1-1 1,14-16-1,-21 29 1329,-2 13-687,-2-11-639,1-1 1,0 0-1,1 1 1,-1-1-1,1 0 1,-1 0-1,1 1 1,1-1-1,-1 0 1,0 0-1,4 6 1,0-7-665,0 0 1,0-1-1,1 0 1,-1 1-1,1-2 1,10 3-1,10-2-5219</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7.151"/>
    </inkml:context>
    <inkml:brush xml:id="br0">
      <inkml:brushProperty name="width" value="0.025" units="cm"/>
      <inkml:brushProperty name="height" value="0.025" units="cm"/>
      <inkml:brushProperty name="color" value="#E71224"/>
    </inkml:brush>
  </inkml:definitions>
  <inkml:trace contextRef="#ctx0" brushRef="#br0">277 1 4705,'0'0'16119,"-9"17"-15054,-103 238 2533,96-199-3221,15-46-354,-1-1-1,0 0 1,-1 0 0,0 0 0,0 0-1,-6 8 1,41-20-479,33-25-613,-53 22 750,-1 0 0,1 1 0,1 0 0,-1 1 0,0 1 0,1 0 0,0 0 0,21-1 0,-33 4 300,1 0-1,-1 0 1,0 0-1,1 0 1,-1 0-1,0 0 1,0 0-1,1 0 1,-1 0-1,0 1 1,1-1-1,-1 1 0,0-1 1,0 1-1,0-1 1,1 1-1,-1-1 1,0 1-1,0 0 1,0 0-1,0 0 1,0 0-1,0-1 1,-1 1-1,1 0 1,0 1-1,1 0 1,-2 2 32,1 0 0,0-1 0,-1 1 1,0 0-1,0 0 0,0 0 0,-1 0 1,0 4-1,0-1 10,1-2 35,-1-1 0,0 1 0,0-1 0,0 1 0,0-1 1,-1 1-1,0-1 0,0 0 0,0 0 0,0 0 0,0 0 0,-1 0 0,0-1 0,0 1 0,0-1 0,0 0 0,-1 0 0,1 0 0,-1 0 0,0 0 0,1-1 0,-1 0 0,0 1 0,-1-2 0,1 1 1,-5 1-1,-6 1 98,0-1 0,-1 0 0,1-1 0,0-1 0,-1-1 1,-20-1-1,25-1-111,-1 0 0,1 0-1,0-1 1,0-1 0,-18-7 0,20 6-40,0 1-1,-1 1 0,0 0 1,0 0-1,0 1 0,-18-2 1,26 4-80,20 0-3004,65 0-2797,-43 0-76</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7.727"/>
    </inkml:context>
    <inkml:brush xml:id="br0">
      <inkml:brushProperty name="width" value="0.025" units="cm"/>
      <inkml:brushProperty name="height" value="0.025" units="cm"/>
      <inkml:brushProperty name="color" value="#E71224"/>
    </inkml:brush>
  </inkml:definitions>
  <inkml:trace contextRef="#ctx0" brushRef="#br0">308 0 3081,'0'0'14568,"-15"26"-12285,-92 159 634,17 8-194,28-56-1868,55-117-787,6-17-52,1-5-40,1 1-1,-1-1 1,1 0 0,0 0 0,0 1-1,0-1 1,-1 0 0,2 1-1,-1-1 1,0 1 0,0-1 0,0 1-1,1 0 1,-1-1 0,1 1 0,-1 0-1,1 0 1,-1 0 0,3-1-1,37-19-539,-36 19 411,7-4-75,0 1 0,0 1 0,0 0 0,0 0 0,1 1 1,-1 1-1,1 0 0,0 0 0,22 2 0,-34 0 223,0 0 0,0 1 0,0-1 0,1 1 0,-1-1 0,0 1 0,0-1 0,0 1 0,0 0 0,0 0 0,0-1 0,-1 1 0,1 0 0,0 0 0,0 0 0,0 0 0,-1 0 0,1 0 0,-1 0 0,1 0 0,-1 0 0,1 0 0,-1 1 0,1-1 0,-1 0 0,0 0 0,0 0 0,0 1 0,0 1 0,1 44 16,-2-33 21,2-10 27,-1 1-1,-1 0 0,1 0 1,-1 0-1,1 0 1,-1 0-1,-1 0 0,1-1 1,-1 1-1,0 0 0,0-1 1,0 0-1,0 1 1,-1-1-1,0 0 0,0 0 1,0 0-1,0-1 1,-1 1-1,1-1 0,-1 0 1,0 0-1,0 0 0,0 0 1,0 0-1,-1-1 1,1 0-1,-1 0 0,1 0 1,-1-1-1,0 0 0,0 1 1,1-2-1,-1 1 1,-6 0-1,-8 1 251,-1 0 1,0-1-1,1-1 1,-37-5-1,56 5-327,-1 0 1,0 0-1,0-1 0,0 1 0,0 0 1,0 0-1,1-1 0,-1 1 0,0-1 1,0 1-1,1-1 0,-1 1 1,0-1-1,1 1 0,-1-1 0,0 1 1,1-1-1,-1 0 0,1 1 1,-1-1-1,1 0 0,-1 0 0,1 1 1,-1-1-1,1 0 0,0 0 0,0 0 1,-1 0-1,1 1 0,0-1 1,0 0-1,0-1 0,0 1-155,0-1 0,1 1 0,-1 0 0,1 0 0,-1 0 0,1 0 0,0 0 0,-1 0 0,1 0 0,0 0 0,0 0 0,0 0 0,0 0 0,-1 0 0,1 0 0,0 1 0,0-1 0,1 0 0,-1 1 0,0-1 0,0 1 0,0-1 0,3 0 0,68-22-7975,-38 6 1039</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8.020"/>
    </inkml:context>
    <inkml:brush xml:id="br0">
      <inkml:brushProperty name="width" value="0.025" units="cm"/>
      <inkml:brushProperty name="height" value="0.025" units="cm"/>
      <inkml:brushProperty name="color" value="#E71224"/>
    </inkml:brush>
  </inkml:definitions>
  <inkml:trace contextRef="#ctx0" brushRef="#br0">335 0 3625,'0'0'19423,"-20"29"-18155,-67 94-165,43-55 53,-47 96 0,65-112-989,8-14-229,3 0-1,-16 55 1,30-92-58,1-1 1,0 1-1,-1 0 0,1-1 0,0 1 0,0 0 0,0 0 1,0-1-1,-1 1 0,1 0 0,0-1 0,0 1 0,0 0 0,0 0 1,0-1-1,1 1 0,-1 0 0,0-1 0,0 1 0,0 0 1,1-1-1,-1 1 0,0 0 0,1-1 0,-1 1 0,0-1 0,1 1 1,-1 0-1,1-1 0,-1 1 0,1-1 0,-1 1 0,1-1 1,0 0-1,-1 1 0,1-1 0,0 1 0,28 0-4632,-15-2 2560,12 1-3371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8.459"/>
    </inkml:context>
    <inkml:brush xml:id="br0">
      <inkml:brushProperty name="width" value="0.025" units="cm"/>
      <inkml:brushProperty name="height" value="0.025" units="cm"/>
      <inkml:brushProperty name="color" value="#E71224"/>
    </inkml:brush>
  </inkml:definitions>
  <inkml:trace contextRef="#ctx0" brushRef="#br0">0 60 2881,'0'0'16887,"4"7"-16240,1-2-589,-1 0 0,1 0 1,0 0-1,0-1 0,1 0 0,-1 0 0,1 0 1,0-1-1,0 1 0,0-1 0,0-1 0,1 1 0,-1-1 1,1 0-1,0-1 0,-1 0 0,1 0 0,12 0 1,-5 0 28,5 1-125,0-2 0,0 0 1,37-5-1,-53 4 21,0 1 0,0 0 1,0-1-1,0 0 0,0 0 0,0 0 0,-1 0 0,1 0 1,0 0-1,0-1 0,-1 1 0,1-1 0,-1 0 1,0 0-1,1 0 0,-1 0 0,0 0 0,0-1 0,0 1 1,0 0-1,-1-1 0,1 0 0,-1 1 0,1-1 0,-1 0 1,0 0-1,0 1 0,0-1 0,-1 0 0,1 0 0,-1 0 1,1-4-1,-1 5 22,0 0-1,0 0 1,0 1 0,0-1 0,0 0 0,0 0-1,-1 0 1,1 1 0,-1-1 0,1 0 0,-1 0-1,0 1 1,1-1 0,-1 1 0,0-1 0,0 0-1,0 1 1,0 0 0,-1-1 0,1 1-1,0 0 1,-1-1 0,1 1 0,-3-1 0,-1 0 72,-1 0 0,1 0 1,-1 0-1,0 1 0,0 0 1,-9 0-1,6 0 53,0 0 66,1 0 1,-1 0-1,1 1 1,-1 1 0,1-1-1,-1 1 1,1 1-1,-1-1 1,-9 5 0,14-5-120,0 1 0,0 0 1,1 1-1,-1-1 0,1 1 1,-1 0-1,1-1 0,0 1 1,0 1-1,0-1 0,1 0 1,-1 1-1,1-1 0,0 1 1,0 0-1,0 0 0,0 0 1,1 0-1,-1 0 0,0 6 1,0-3-51,0 0 1,1 0-1,-1 0 1,2 0-1,-1 0 1,1 0 0,0 1-1,1-1 1,-1 0-1,1 0 1,1 0-1,2 8 1,-3-11-89,1-1 1,0 1-1,0 0 1,1-1 0,-1 0-1,1 1 1,0-1-1,0 0 1,0 0-1,0-1 1,0 1-1,1-1 1,-1 1-1,1-1 1,-1 0-1,1-1 1,0 1-1,0 0 1,0-1 0,0 0-1,0 0 1,0 0-1,0-1 1,5 1-1,151 6-4619,-78-6-246</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9.035"/>
    </inkml:context>
    <inkml:brush xml:id="br0">
      <inkml:brushProperty name="width" value="0.025" units="cm"/>
      <inkml:brushProperty name="height" value="0.025" units="cm"/>
      <inkml:brushProperty name="color" value="#E71224"/>
    </inkml:brush>
  </inkml:definitions>
  <inkml:trace contextRef="#ctx0" brushRef="#br0">479 143 3425,'0'0'9239,"14"-13"-7099,41-40 132,-53 52-2093,-1-1 0,0 1-1,0 0 1,1-1 0,-1 1 0,0-1 0,0 0 0,-1 1 0,1-1 0,0 0 0,0 0 0,-1 1 0,1-1 0,-1 0 0,1-3-1,-1 4-97,0 0-1,-1 0 1,1 0-1,0 0 1,-1 0-1,1 0 1,0 0-1,-1 0 1,1 0-1,-1 0 1,1 0-1,-1 0 1,0 0-1,1 0 1,-1 1-1,0-1 1,0 0-1,0 1 1,-1-2-1,-2 0 115,0-1-1,-1 1 0,1 0 1,-1 1-1,1-1 1,-1 1-1,-8-1 1,-37-5 931,-87 0 1,112 8-957,-1 0-1,1 1 0,0 2 1,1 1-1,-36 10 1,53-12-163,0 0 1,0 1 0,0-1 0,1 1-1,0 1 1,-1-1 0,1 1 0,1 0-1,-1 0 1,-7 10 0,11-13-32,1 0 0,-1 0 1,1 0-1,0 1 0,0-1 0,-1 0 0,2 1 1,-1-1-1,0 1 0,0-1 0,1 1 1,-1-1-1,1 1 0,0-1 0,0 1 0,0 0 1,0-1-1,0 1 0,1-1 0,-1 1 0,1-1 1,-1 1-1,1-1 0,0 1 0,0-1 1,0 0-1,0 1 0,1-1 0,-1 0 0,1 0 1,-1 0-1,1 0 0,0 0 0,0 0 1,2 1-1,19 16-281,1-2-1,1 0 1,0-2 0,40 18-1,36 22-724,-90-49 902,0 1 0,-1 1-1,0 0 1,-1 0-1,1 1 1,9 13 0,-17-20 127,-1 0-1,0 0 1,1 0 0,-1 0 0,0 0 0,0 1 0,-1-1-1,1 0 1,0 1 0,-1-1 0,1 0 0,-1 1-1,0-1 1,0 0 0,0 1 0,0 3 0,-1-3 36,0-1 1,0 1-1,0-1 1,0 1-1,-1-1 1,1 0-1,-1 1 1,0-1-1,0 0 1,1 0-1,-1 0 1,0 0-1,-1-1 1,1 1-1,0-1 1,0 1-1,-1-1 1,-2 2-1,-59 26 1175,-1-2 0,-121 31 0,116-37-884,84-22-6678,76-10-1390,-37 2-33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9.418"/>
    </inkml:context>
    <inkml:brush xml:id="br0">
      <inkml:brushProperty name="width" value="0.025" units="cm"/>
      <inkml:brushProperty name="height" value="0.025" units="cm"/>
      <inkml:brushProperty name="color" value="#E71224"/>
    </inkml:brush>
  </inkml:definitions>
  <inkml:trace contextRef="#ctx0" brushRef="#br0">298 132 5113,'0'0'18929,"-29"-5"-17428,-93-13-569,118 17-871,-1 0 0,1 0 0,-1 1-1,1-1 1,-1 1 0,1 1 0,-1-1 0,0 0 0,1 1 0,0 0 0,-1 0-1,1 1 1,-1-1 0,1 1 0,0 0 0,0 0 0,0 0 0,0 0 0,0 1-1,-6 5 1,-4 3 68,11-8-117,0 0-1,0 0 1,0 0 0,1 1-1,-1-1 1,1 0 0,0 1-1,0 0 1,0-1-1,1 1 1,-1 0 0,1 0-1,0 0 1,0 0 0,0 0-1,0 6 1,0 2-17,0 1 1,1-1-1,0 0 0,3 16 1,-3-26-16,1 0 1,-1 1-1,1-1 1,0 0-1,-1 0 1,1 0 0,0 1-1,0-1 1,1 0-1,-1 0 1,0 0-1,1-1 1,-1 1-1,1 0 1,-1-1 0,1 1-1,0 0 1,0-1-1,0 0 1,3 2-1,0 0-23,0-1-1,0-1 1,0 1-1,1-1 1,-1 0-1,0 0 1,0-1 0,1 1-1,5-1 1,-1-1-45,1 1 0,0-2 1,-1 1-1,1-2 1,-1 1-1,0-1 1,0-1-1,17-8 1,-17 6 83,0-2 1,0 1-1,-1-2 1,0 1 0,0-1-1,-1 0 1,0-1-1,-1 0 1,0 0 0,-1-1-1,0 0 1,0 0-1,-1 0 1,-1-1-1,0 0 1,0 1 0,-1-1-1,-1-1 1,0 1-1,0 0 1,-2-1 0,1 1-1,-1 0 1,-4-23-1,3 34-7,0-1-1,0 0 0,0 1 0,0-1 1,0 1-1,0-1 0,-1 1 0,1 0 1,0-1-1,-1 1 0,1 0 0,-1 0 0,0 0 1,1 0-1,-1 0 0,0 0 0,1 1 1,-1-1-1,0 1 0,0-1 0,0 1 1,0-1-1,-2 1 0,3 0-112,0-1 0,-1 1-1,1 0 1,0 0 0,0-1-1,-1 1 1,1 0 0,0 0-1,0 0 1,-1 1 0,1-1-1,0 0 1,0 0 0,0 1-1,-1-1 1,1 1 0,0-1-1,0 1 1,0-1 0,0 1 0,0 0-1,0-1 1,0 1 0,0 0-1,0 0 1,0 0 0,0 0-1,0 0 1,1 0 0,-1 0-1,0 0 1,1 0 0,-2 2-1,1 3-866,0 0-1,1 1 0,0-1 1,0 0-1,0 1 0,1-1 1,-1 0-1,2 1 0,-1-1 1,1 0-1,3 8 0,17 12-6514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9.586"/>
    </inkml:context>
    <inkml:brush xml:id="br0">
      <inkml:brushProperty name="width" value="0.025" units="cm"/>
      <inkml:brushProperty name="height" value="0.025" units="cm"/>
      <inkml:brushProperty name="color" value="#E71224"/>
    </inkml:brush>
  </inkml:definitions>
  <inkml:trace contextRef="#ctx0" brushRef="#br0">0 1 5153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39.786"/>
    </inkml:context>
    <inkml:brush xml:id="br0">
      <inkml:brushProperty name="width" value="0.025" units="cm"/>
      <inkml:brushProperty name="height" value="0.025" units="cm"/>
      <inkml:brushProperty name="color" value="#E71224"/>
    </inkml:brush>
  </inkml:definitions>
  <inkml:trace contextRef="#ctx0" brushRef="#br0">0 190 5153,'187'45'6537,"-149"-35"-3089,-37 11 4105,1 3-4597,1 27-1096,10 9-921,-13-60-895,1-1-31,1 1-1,-1-1 1,0 0-1,0-1 1,1 1 0,-1 0-1,0 0 1,0 0-1,0-1 1,0 1-1,-1-1 1,1 1 0,0 0-1,-1-1 1,1 0-1,0 1 1,-1-1-1,0 1 1,1-1 0,-1 1-1,0-1 1,0-3-1,1 0 10,13-63-32,-7 27-170,2 1 0,1 0 0,3 0-1,24-54 1,-36 92 96,0 0 1,0 0-1,0-1 1,0 1-1,0 0 0,0 0 1,1 0-1,-1 0 0,1 1 1,0-1-1,-1 0 1,1 1-1,0-1 0,0 1 1,0-1-1,0 1 1,0 0-1,0 0 0,1 0 1,-1 0-1,0 0 1,1 1-1,-1-1 0,0 1 1,1-1-1,-1 1 1,1 0-1,-1 0 0,0 0 1,1 0-1,-1 0 0,1 1 1,-1-1-1,0 1 1,5 1-1,3 3-1199,0 0 0,-1 1 0,0 1-1,0-1 1,0 1 0,9 11 0,-12-13-61,13 12-6225</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40.148"/>
    </inkml:context>
    <inkml:brush xml:id="br0">
      <inkml:brushProperty name="width" value="0.025" units="cm"/>
      <inkml:brushProperty name="height" value="0.025" units="cm"/>
      <inkml:brushProperty name="color" value="#E71224"/>
    </inkml:brush>
  </inkml:definitions>
  <inkml:trace contextRef="#ctx0" brushRef="#br0">201 0 6001,'0'0'19147,"-7"12"-17648,-108 231 1819,96-192-3211,2 0 1,2 1-1,-10 67 0,24-117-183,1 0-1,-1 0 1,1 0-1,0 0 0,-1-1 1,1 1-1,0 0 1,0 0-1,0 0 0,0 0 1,1 0-1,-1 0 1,0 0-1,1 0 0,-1-1 1,1 1-1,0 0 1,0 0-1,0 0 0,0-1 1,0 1-1,0-1 1,0 1-1,0-1 0,0 1 1,1-1-1,-1 0 1,3 2-1,1-1-317,1 0-1,0-1 1,0 0-1,-1 0 1,1-1 0,0 1-1,0-1 1,7-1-1,-1 1 88,99-2-6875,-60-9 1290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40.407"/>
    </inkml:context>
    <inkml:brush xml:id="br0">
      <inkml:brushProperty name="width" value="0.025" units="cm"/>
      <inkml:brushProperty name="height" value="0.025" units="cm"/>
      <inkml:brushProperty name="color" value="#E71224"/>
    </inkml:brush>
  </inkml:definitions>
  <inkml:trace contextRef="#ctx0" brushRef="#br0">1 15 2921,'0'0'17829,"23"-2"-16600,-3 0-983,144-6 1178,-15 6-87,243 10-986,-385-7-715,-6-1 233,1 0 0,-1-1 0,0 1 0,1 0 0,-1 0 0,0 0-1,1 0 1,-1 1 0,1-1 0,-1 0 0,0 1 0,1-1 0,-1 1 0,0-1 0,0 1 0,1-1 0,-1 1 0,0 0 0,0 0-1,0 0 1,0-1 0,0 1 0,0 0 0,0 0 0,0 1 0,1 0 0,-7 5-4262,-22 0-1982</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36.804"/>
    </inkml:context>
    <inkml:brush xml:id="br0">
      <inkml:brushProperty name="width" value="0.025" units="cm"/>
      <inkml:brushProperty name="height" value="0.025" units="cm"/>
      <inkml:brushProperty name="color" value="#004F8B"/>
    </inkml:brush>
  </inkml:definitions>
  <inkml:trace contextRef="#ctx0" brushRef="#br0">90 116 4721,'0'0'6735,"0"-12"-6002,0-43 375,0 7 3808,-6 60-4586,7 65-93,0-14-70,-10 103-1,-7-8 365,12-96-67,-3-1 0,-23 97 0,22-122 159,-4 65 0,12-235-7462,0 102 2054</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39.093"/>
    </inkml:context>
    <inkml:brush xml:id="br0">
      <inkml:brushProperty name="width" value="0.025" units="cm"/>
      <inkml:brushProperty name="height" value="0.025" units="cm"/>
      <inkml:brushProperty name="color" value="#004F8B"/>
    </inkml:brush>
  </inkml:definitions>
  <inkml:trace contextRef="#ctx0" brushRef="#br0">258 115 1880,'0'0'8033,"0"-39"-6031,0 38-1975,0-5 181,0 1 0,0-1 0,0 1 0,-1-1 0,1 1 0,-1 0 1,0-1-1,-1 1 0,0 0 0,-3-9 0,4 14-138,1-1 0,0 1 0,-1-1 0,0 1 0,1-1 0,-1 1 0,1-1 0,-1 1 0,1 0 0,-1-1 0,0 1 1,1 0-1,-1-1 0,0 1 0,1 0 0,-1 0 0,0 0 0,0-1 0,1 1 0,-1 0 0,0 0 0,0 0 0,1 0 0,-1 0 0,0 0 0,1 1 0,-1-1 0,0 0 0,1 0 0,-1 1 0,0-1 0,1 0 0,-1 0 0,0 1 0,1-1 1,-1 1-1,0-1 0,1 1 0,-1-1 0,1 1 0,-1-1 0,1 1 0,0-1 0,-1 2 0,-18 34 542,12-20-108,-16 23-76,-61 92 300,46-77-345,37-52-374,0-1 0,0 0 0,1 0 1,-1 1-1,0-1 0,1 0 0,-1 1 1,1-1-1,-1 0 0,1 1 1,-1-1-1,1 1 0,0-1 0,0 1 1,0-1-1,0 1 0,0-1 0,0 3 1,0-4 266,20-36 174,-2-1-383,25-66 0,5-13-56,-37 102 136,-4 27 256,7 13-329,-5-15-55,-1 0 1,0 1 0,0 0-1,-1 0 1,-1 0-1,7 18 1,-9-22 6,0-1-1,1 0 1,0 0 0,0 0-1,0 0 1,1-1-1,0 0 1,10 7 0,-9-8-5,-1 0 1,1-1 0,0 0-1,0 0 1,0-1 0,0 0-1,15 4 1,-21-6-10,-1 1 1,0-2-3,8 5-175,3 0 1662,-19-2-649,0-3-814,0-1 1,0 0-1,0-1 0,0 1 0,1-1 1,-11-5-1,-18-4 88,18 8-52,0 2 0,0 0 0,-30 2 1,14-1 181,-41 0-8,74 0 551,0 0-783,-4 0-11,0 0-7,2 0-354,1 0 1,0 0-1,0 1 1,0-1-1,-1 0 1,1 1-1,0-1 1,0 1-1,0 0 1,0 0-1,0 0 1,0 0 0,0 0-1,0 0 1,0 0-1,1 1 1,-1-1-1,0 1 1,1-1-1,-1 1 1,1-1-1,0 1 1,-1 0-1,1 0 1,0 0-1,0 0 1,0 0 0,-1 4-1,-6 9-3056,-4 1-2804</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39.838"/>
    </inkml:context>
    <inkml:brush xml:id="br0">
      <inkml:brushProperty name="width" value="0.025" units="cm"/>
      <inkml:brushProperty name="height" value="0.025" units="cm"/>
      <inkml:brushProperty name="color" value="#004F8B"/>
    </inkml:brush>
  </inkml:definitions>
  <inkml:trace contextRef="#ctx0" brushRef="#br0">0 52 3529,'0'0'10745,"3"-3"-10372,57-44 1233,-59 46-463,-13 27-583,7-19-545,0-1-1,1 1 1,0 0 0,0 1-1,1-1 1,0 1 0,1-1-1,-1 1 1,1 0 0,1 0-1,0 0 1,-1 14 0,5-21-31,-1 1 0,1-1 1,0 0-1,-1 0 1,1 0-1,0 0 1,0 0-1,0-1 1,0 1-1,0-1 0,5 0 1,30 0-4821,-25 0-726</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40.274"/>
    </inkml:context>
    <inkml:brush xml:id="br0">
      <inkml:brushProperty name="width" value="0.025" units="cm"/>
      <inkml:brushProperty name="height" value="0.025" units="cm"/>
      <inkml:brushProperty name="color" value="#004F8B"/>
    </inkml:brush>
  </inkml:definitions>
  <inkml:trace contextRef="#ctx0" brushRef="#br0">33 8 8938,'-4'-6'7634,"-5"5"-3894,0 6-4933,5 7-5967,3 1 7004,-4-4-2365</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43.339"/>
    </inkml:context>
    <inkml:brush xml:id="br0">
      <inkml:brushProperty name="width" value="0.025" units="cm"/>
      <inkml:brushProperty name="height" value="0.025" units="cm"/>
      <inkml:brushProperty name="color" value="#004F8B"/>
    </inkml:brush>
  </inkml:definitions>
  <inkml:trace contextRef="#ctx0" brushRef="#br0">1 829 4201,'0'0'3741,"6"0"-3363,6 0-188,128-1 996,272 34 0,-364-25-1176,295 44 30,-191-50 313,-73-3-172,-78 1-173,26-4 821,-1 4-622,7 0-42,-10 0 4056,-24-35-2233,-10-122-1804,5 41-104,-13-54-65,11 112-7,-16-89 25,14 108-15,2-1 0,1 0 0,-1-69 0,8 109-13,0 0 0,0 0 0,0 0 0,0-1 0,0 1 0,0 0 0,0 0 0,0 0 1,0 0-1,0-1 0,0 1 0,0 0 0,0 0 0,0 0 0,0-1 0,0 1 0,0 0 0,0 0 0,0 0 0,0-1 0,0 1 0,0 0 0,0 0 0,0 0 0,0 0 0,0-1 0,-1 1 0,1 0 0,0 0 0,0 0 0,0 0 0,0 0 1,0-1-1,0 1 0,-1 0 0,1 0 0,0 0 0,0 0 0,0 0 0,0 0 0,-1 0 0,1 0 0,0 0 0,0 0 0,0-1 0,-1 1 0,1 0 0,0 0 0,0 0 0,0 0 0,0 0 0,-1 0 0,1 0 0,0 1 0,0-1 1,0 0-1,-1 0 0,1 0 0,0 0 0,0 0 0,0 0 0,0 0 0,-1 0 0,1 0 0,-6 17 170,5-6-165,-1 1 0,1-1 1,-2 1-1,0-1 0,0 0 0,-1 0 1,-7 14-1,-3 3 29,-28 42 0,41-68-38,0 0 0,-1 0 0,1 0 1,0 0-1,0 0 0,0 0 1,0 0-1,0 1 1,0-1-1,1 0 0,-1 1 1,1-1-1,-1 4 1,1-6 379,1-14-65,5-2-302,1 0 0,17-31-1,-9 18-9,-10 18-3,1 0-1,1 0 0,-1 1 0,13-14 1,-19 24-1,0-1 0,1 1 0,-1 0-1,0 0 1,1 0 0,-1-1 0,1 1 0,-1 0 0,1 0 0,-1 0 0,0 0 0,1 0 0,-1 0 0,1 0-1,-1 0 1,1 0 0,-1 0 0,1 0 0,-1 0 0,1 0 0,-1 0 0,0 0 0,1 0 0,-1 0 0,1 1 0,-1-1-1,0 0 1,1 0 0,-1 0 0,1 1 0,-1-1 0,0 0 0,1 1 0,-1-1 0,0 0 0,1 1 0,-1-1-1,0 0 1,0 1 0,0-1 0,1 1 0,-1-1 0,0 0 0,0 1 0,16 30 357,-3-7-318,0-5-25,-11-15-5,-1-1 0,1 0-1,0 0 1,1 0 0,-1 0-1,0 0 1,1-1-1,-1 1 1,1-1 0,0 0-1,0 1 1,0-1 0,0-1-1,0 1 1,0 0 0,1-1-1,-1 1 1,7 1 0,-7-2 36,0 0 1,0 1 0,0 0 0,0 0 0,0 0 0,0 0 0,-1 0 0,1 0 0,-1 1 0,0-1 0,0 1-1,0-1 1,0 1 0,0 0 0,0 0 0,-1 0 0,1 0 0,1 6 0,-2-8 169,-1-1-401,1 1-1,-1-1 1,1 1-1,-1-1 1,0 1 0,1-1-1,-1 1 1,0-1-1,1 1 1,-1-1 0,0 1-1,0-1 1,0 1-1,1 0 1,-1-1-1,0 1 1,0-1 0,0 1-1,0 0 1,0-1-1,0 1 1,0 0 0,0-1-1,-1 2 1,-4 5-5591</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2.866"/>
    </inkml:context>
    <inkml:brush xml:id="br0">
      <inkml:brushProperty name="width" value="0.025" units="cm"/>
      <inkml:brushProperty name="height" value="0.025" units="cm"/>
    </inkml:brush>
  </inkml:definitions>
  <inkml:trace contextRef="#ctx0" brushRef="#br0">464 139 2056,'0'0'12781,"1"19"-5360,-2-19-6441,-45 16 146,-17-3-1043,0-3 1,-1-2-1,0-4 1,-75-3-1,138-2-86,-1 1 0,1 0-1,0-1 1,0 1-1,-1-1 1,1 1 0,0-1-1,0 0 1,0 1 0,0-1-1,0 0 1,0 0 0,0 0-1,0 0 1,0 0-1,1 0 1,-1 0 0,0 0-1,0 0 1,1 0 0,-1 0-1,1 0 1,-1-1 0,1 1-1,0 0 1,-1 0-1,1-1 1,0 1 0,0 0-1,0 0 1,0-1 0,0 1-1,0-2 1,0-2-18,0 0 1,0 0-1,0 0 1,1 0-1,-1 0 1,1 0-1,3-6 1,-1 5 10,1 0 1,1 0-1,-1 1 1,1-1-1,0 1 1,0 1-1,1-1 1,-1 1-1,1 0 1,0 0-1,0 0 1,8-3-1,80-32-26,-83 34 50,0 1 0,1 0 1,0 1-1,0 0 0,0 1 1,0 0-1,0 1 0,1 0 1,-1 1-1,0 1 0,18 2 1,-26-1 13,-1 0 1,0 0 0,1 0 0,-1 0 0,0 1 0,0-1 0,-1 1 0,1 0 0,0 0 0,-1 0 0,0 0-1,0 1 1,0-1 0,0 1 0,0-1 0,0 1 0,-1-1 0,0 1 0,0 0 0,1 4 0,2 11 184,0-1 0,1 37 1,-3-18 87,-1 1 0,-2-1 1,-1 1-1,-3-1 0,-1 0 1,-20 71-1,0-22-97,-18 49 7,42-125-1895,2-9 1486,0-1 1,0 0 0,1 1-1,-1-1 1,0 0 0,0 0-1,0 1 1,1-1 0,-1 0-1,0 1 1,1-1 0,-1 0-1,0 0 1,0 0 0,1 1-1,-1-1 1,0 0-1,1 0 1,-1 0 0,0 0-1,1 0 1,-1 1 0,1-1-1,-1 0 1,0 0 0,1 0-1,-1 0 1,0 0 0,1 0-1,-1 0 1,0 0 0,1-1-1,-1 1 1,1 0 0,-1 0-1,0 0 1,1 0-1,-1 0 1,0-1 0,1 1-1,-1 0 1,0 0 0,0 0-1,1-1 1,-1 1 0,0 0-1,0 0 1,1-1 0,17-10-6573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3.296"/>
    </inkml:context>
    <inkml:brush xml:id="br0">
      <inkml:brushProperty name="width" value="0.025" units="cm"/>
      <inkml:brushProperty name="height" value="0.025" units="cm"/>
    </inkml:brush>
  </inkml:definitions>
  <inkml:trace contextRef="#ctx0" brushRef="#br0">1 1 8042,'0'0'14256,"5"9"-13409,-3-5-784,4 5 102,-1 1 1,0 0 0,0 0 0,-1 1 0,-1-1 0,0 1-1,0 0 1,1 12 0,23-23-435,-15 0 208,0-2 1,0 0 0,0 0 0,-1-1 0,21-8 0,-20 7 100,1 0 0,0 0 0,-1 1 0,1 1 0,25-2 1,-36 9 53,-1 1 0,1 0 1,-1 0-1,0 0 1,-1-1-1,0 1 0,0 0 1,0 0-1,-1 7 1,0-1-751,1-9-144,0 4-406,0 0-5509,0-2 271</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3.732"/>
    </inkml:context>
    <inkml:brush xml:id="br0">
      <inkml:brushProperty name="width" value="0.025" units="cm"/>
      <inkml:brushProperty name="height" value="0.025" units="cm"/>
    </inkml:brush>
  </inkml:definitions>
  <inkml:trace contextRef="#ctx0" brushRef="#br0">1 0 4809,'0'0'17856,"1"16"-16999,-1-4-694,1 3 16,-1 0 1,2-1-1,0 1 0,1-1 1,6 20-1,-9-34-184,0 1-1,0-1 1,0 1 0,1 0-1,-1-1 1,0 1-1,0-1 1,1 1 0,-1-1-1,0 1 1,1-1-1,-1 1 1,1-1-1,-1 1 1,0-1 0,1 1-1,-1-1 1,1 0-1,-1 1 1,1-1 0,0 0-1,-1 1 1,1-1-1,-1 0 1,1 0-1,-1 0 1,1 0 0,0 1-1,-1-1 1,1 0-1,0 0 1,-1 0 0,1 0-1,-1 0 1,1 0-1,0 0 1,-1-1-1,1 1 1,-1 0 0,1 0-1,0 0 1,-1-1-1,1 1 1,-1 0-1,1-1 1,-1 1 0,2-1-1,24-25-375,-17 16 314,44-35-240,-49 42 329,1 0 0,-1 1 0,0-1-1,0 1 1,1 0 0,0 0 0,-1 1 0,1-1-1,0 1 1,0 0 0,6 0 0,-10 39 1435,-1-29-1285,-1-7-179,1 0 1,0 0-1,-1 1 1,1-1-1,0 0 1,0 0-1,1 1 1,-1-1 0,0 0-1,1 1 1,-1-1-1,1 0 1,0 0-1,0 0 1,2 4-1,-2-6-1059,20 0-9086,-4 0 3519</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4.153"/>
    </inkml:context>
    <inkml:brush xml:id="br0">
      <inkml:brushProperty name="width" value="0.025" units="cm"/>
      <inkml:brushProperty name="height" value="0.025" units="cm"/>
    </inkml:brush>
  </inkml:definitions>
  <inkml:trace contextRef="#ctx0" brushRef="#br0">33 0 11394,'0'0'9353,"3"12"-9106,8 36-36,-10-46-189,0-1 0,0 1 1,1-1-1,-1 0 0,0 1 1,0-1-1,1 0 1,-1 0-1,1 0 0,-1 0 1,1 0-1,-1 0 0,1 0 1,0 0-1,-1-1 1,1 1-1,0-1 0,0 1 1,-1-1-1,1 0 0,3 1 1,42-1 250,-36-1-280,-9 1 12,0 0 0,0-1 0,0 1-1,-1-1 1,1 0 0,0 1 0,-1-1-1,1 0 1,-1 0 0,1 0-1,-1 0 1,1 0 0,-1-1 0,0 1-1,1 0 1,-1-1 0,0 1 0,0-1-1,0 1 1,0-1 0,0 1 0,1-4-1,-2 4-3,1 0 0,0-1 0,-1 1 0,0 0 0,1 0 0,-1 0 0,0 0-1,1-1 1,-1 1 0,0 0 0,0 0 0,0-1 0,0 1 0,0 0 0,0 0 0,-1 0-1,1-1 1,0 1 0,0 0 0,-1 0 0,1 0 0,-1 0 0,1-1 0,-1 1 0,0 0-1,1 0 1,-1 0 0,0 0 0,0 1 0,0-1 0,0 0 0,1 0 0,-1 0 0,-2 0-1,-10-3 132,0 2-1,-1 0 0,1 0 0,0 1 0,-1 1 0,1 0 0,-1 1 1,-15 3-1,28-4-86,-1 0 0,1 1 0,-1-1 0,1 1 0,-1 0 1,1-1-1,0 1 0,-1 0 0,1 0 0,0 0 0,0 0 0,-1 0 1,1 0-1,0 0 0,0 0 0,0 1 0,1-1 0,-1 0 0,0 0 1,0 1-1,1-1 0,-1 1 0,0-1 0,1 1 0,0-1 0,-1 1 1,1-1-1,0 3 0,-1 49 549,2-35-428,-1-14-157,0 0-1,1 0 0,-1 0 1,1 0-1,0 0 0,0 0 1,0 0-1,1 0 0,-1 0 1,1-1-1,0 1 0,0-1 0,0 1 1,0-1-1,1 0 0,4 5 1,-2-3-100,0-1 1,1 0-1,-1 0 1,1-1-1,0 0 1,0 0-1,0 0 0,0 0 1,10 1-1,-3 0-552,0-1-1,0-1 0,0-1 1,17 1-1,-17-2-1055,0-1-1,0 0 1,22-5 0,9-9-5681</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4.431"/>
    </inkml:context>
    <inkml:brush xml:id="br0">
      <inkml:brushProperty name="width" value="0.025" units="cm"/>
      <inkml:brushProperty name="height" value="0.025" units="cm"/>
    </inkml:brush>
  </inkml:definitions>
  <inkml:trace contextRef="#ctx0" brushRef="#br0">21 117 11498,'0'0'12881,"0"21"-12261,0 99 321,-1-120-755,1 0-179,0 0-1,-1 0 1,1 0 0,0 0 0,0 0 0,0 1 0,0-1-1,-1 0 1,1 0 0,0 0 0,0 0 0,0 0 0,-1 0-1,1 0 1,0 0 0,0 0 0,0 0 0,0-1-1,-1 1 1,1 0 0,0 0 0,0 0 0,0 0 0,0 0-1,-1 0 1,1 0 0,0 0 0,0 0 0,0-1 0,0 1-1,0 0 1,0 0 0,-1 0 0,1 0 0,0 0-1,0-1 1,0 1 0,0 0 0,0 0 0,0 0 0,0 0-1,0-1 1,0 1 0,0 0 0,0 0 0,0 0 0,0 0-1,0-1 1,0 1 0,-4-17-11,0 0 0,2-1 1,0 1-1,1-1 0,1-22 0,1 31-60,0 0 0,1 0 0,-1-1 0,2 1 0,-1 0 0,1 1 0,1-1 0,0 0 0,0 1 0,0 0 0,11-14 0,-14 21-155,1 0 0,0 0 0,0 0 0,-1 1 0,1-1 0,0 0-1,0 1 1,0-1 0,0 1 0,0-1 0,0 1 0,0 0 0,0 0 0,0 0 0,0 0-1,0 0 1,3 1 0,4 0-1866,5-1-4015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5.150"/>
    </inkml:context>
    <inkml:brush xml:id="br0">
      <inkml:brushProperty name="width" value="0.025" units="cm"/>
      <inkml:brushProperty name="height" value="0.025" units="cm"/>
    </inkml:brush>
  </inkml:definitions>
  <inkml:trace contextRef="#ctx0" brushRef="#br0">411 1 11114,'0'0'13962,"-18"33"-12712,-5 7-894,-79 157 1145,43-75-506,-5 8-678,-66 188 0,124-283-297,6-30-483,0 1-1,-1 0 1,0-1-1,0 1 0,-1-1 1,-2 7-1,9-13-3466,7 0 2388,-4-3 555,0 1-1,-1-1 1,0 0 0,0-1-1,0 1 1,0-1 0,7-8-1,13-13-4610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5.489"/>
    </inkml:context>
    <inkml:brush xml:id="br0">
      <inkml:brushProperty name="width" value="0.025" units="cm"/>
      <inkml:brushProperty name="height" value="0.025" units="cm"/>
    </inkml:brush>
  </inkml:definitions>
  <inkml:trace contextRef="#ctx0" brushRef="#br0">104 0 968,'0'0'22022,"-8"12"-20407,-7 10-1017,-36 60 1222,46-74-1729,1 0-1,0 1 0,1-1 0,0 1 0,0 0 1,1 0-1,0 0 0,-1 14 0,3-21-90,-1 0-1,1 0 1,0 0-1,0 0 1,0 0-1,1 0 1,-1 0-1,0 0 1,1 0-1,-1 0 0,1 0 1,0 0-1,0 0 1,-1 0-1,1-1 1,0 1-1,1 0 1,-1-1-1,0 1 1,2 1-1,1-1-7,-1-1 0,0 0 0,1 0 0,-1 0 0,1 0 0,-1 0 0,1-1 0,0 0 1,-1 1-1,8-2 0,-3 0 9,0-1 1,0 1 0,-1-1-1,1-1 1,-1 0-1,1 0 1,-1 0 0,0-1-1,0 0 1,0 0 0,0-1-1,-1 0 1,0 0 0,0-1-1,7-7 1,-9 9 4,1-1-1,-1 0 1,0 1 0,-1-1 0,1-1 0,-1 1-1,0 0 1,0-1 0,-1 1 0,1-1 0,-1 0-1,-1 0 1,1 0 0,-1 0 0,0 0 0,0 0-1,-1-1 1,0 1 0,0 0 0,-2-12 0,1 16-3,-1 0 0,0 0 1,1 1-1,-1-1 0,0 0 1,0 1-1,-1-1 0,1 1 1,0 0-1,0 0 0,-1 0 1,1 0-1,0 0 0,-1 1 1,1-1-1,-1 0 0,1 1 1,-1 0-1,1 0 0,-1 0 1,-4 0-1,-26 7-1820,32-7 1552,0 1 0,0-1 0,0 1 0,0-1 0,0 1-1,0 0 1,1-1 0,-1 1 0,0 0 0,0 0 0,1 0-1,-1-1 1,1 1 0,-1 0 0,1 0 0,-1 0 0,1 0-1,-1 0 1,1 0 0,0 0 0,-1 0 0,1 0 0,0 0-1,0 2 1,3 4-4092,13 2-1356</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5.864"/>
    </inkml:context>
    <inkml:brush xml:id="br0">
      <inkml:brushProperty name="width" value="0.025" units="cm"/>
      <inkml:brushProperty name="height" value="0.025" units="cm"/>
    </inkml:brush>
  </inkml:definitions>
  <inkml:trace contextRef="#ctx0" brushRef="#br0">96 17 5569,'0'0'19064,"-6"3"-18042,3-1-954,-8 3 164,1 0-1,0 1 0,-15 11 1,23-14-214,-1-1 1,1 0 0,-1 1 0,1-1 0,0 1-1,0 0 1,0 0 0,0 0 0,0 0 0,1 0-1,-1 0 1,1 0 0,0 1 0,0-1 0,0 0-1,0 1 1,1-1 0,-1 5 0,1-5-23,0 0 0,0 1 0,1-1 0,-1 0 0,1 0 0,0 0-1,0 0 1,0 0 0,0 0 0,0 0 0,1 0 0,-1 0 0,1-1 0,0 1 0,-1 0 0,1-1 0,1 0 0,-1 1 0,0-1 0,1 0 0,-1 0 0,1 0 0,-1 0 0,1-1 0,0 1 0,0-1 0,0 0 0,0 1 0,0-1 0,0-1 0,0 1-1,5 1 1,2 0-29,0 0 1,1 0-1,-1-1 0,0 0 0,0-1 0,0 0 0,1-1 0,13-2 0,-21 2 32,0 1 0,0-1 0,0 0 0,0 0 1,0 0-1,-1-1 0,1 1 0,0-1 0,-1 1 0,1-1 0,-1 0 1,1 0-1,-1 0 0,0 0 0,0 0 0,0-1 0,0 1 0,0-1 1,-1 1-1,1-1 0,-1 0 0,0 1 0,1-1 0,-1 0 0,0 0 0,-1 0 1,1 0-1,-1 0 0,1 0 0,-1 0 0,0-5 0,0 4 16,0 0 0,0 0-1,0 0 1,-1 0 0,1 0 0,-1 1-1,0-1 1,0 0 0,-1 1-1,1-1 1,-1 0 0,1 1 0,-1 0-1,0-1 1,-4-2 0,1 1 9,0 0 0,-1 0 0,1 1 0,-1 0 0,0 1 0,-1-1 0,-11-4 0,-34-10 72,49 17-166,-1 0 0,1 0 0,-1 0 0,0 1 0,1-1 0,-1 1 0,0 0 0,1 1 0,-1-1 0,1 0 0,-1 1 0,0 0 0,-3 1 0,7-2-47,-1 1-1,1 0 1,-1-1-1,1 1 1,0 0-1,-1-1 1,1 1-1,0 0 1,-1-1-1,1 1 1,0 0-1,0 0 1,0-1-1,0 1 1,-1 0-1,1 0 1,0-1-1,0 1 1,1 0-1,-1 0 1,0-1-1,0 1 1,0 0-1,0 0 1,1-1-1,-1 1 1,0 0-1,1-1 1,-1 1-1,0 0 1,2 0-1,13 21-2975,19-8-1029,5-4-1265</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6.099"/>
    </inkml:context>
    <inkml:brush xml:id="br0">
      <inkml:brushProperty name="width" value="0.025" units="cm"/>
      <inkml:brushProperty name="height" value="0.025" units="cm"/>
    </inkml:brush>
  </inkml:definitions>
  <inkml:trace contextRef="#ctx0" brushRef="#br0">161 1 3713,'0'0'19669,"-11"27"-18358,-2 5-913,-47 130 1271,46-109-1694,2 1-1,2 0 1,3 0-1,2 1 1,2 57-1,-3-96-3407,6-16 3221,-1 0 1,1 0-1,-1 0 1,1 0-1,0 1 1,-1-1-1,1 0 1,0 0-1,-1 0 1,1 0-1,-1 0 1,1 0-1,0 0 1,-1 0-1,1 0 1,-1 0-1,1 0 1,0-1-1,-1 1 1,1 0-1,0 0 1,-1 0-1,1 0 1,0-1-1,-1 1 1,1 0-1,0 0 1,-1-1-1,1 1 1,0 0-1,0 0 1,-1-1-1,1 1 1,0 0-1,0-1 1,0 1-1,-1 0 1,1-1-1,0 1 0,0 0 1,0-1-1,0 1 1,0-1-1,0 1 1,0 0-1,0-1 1,0 0-1,-7-19-7456</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6.379"/>
    </inkml:context>
    <inkml:brush xml:id="br0">
      <inkml:brushProperty name="width" value="0.025" units="cm"/>
      <inkml:brushProperty name="height" value="0.025" units="cm"/>
    </inkml:brush>
  </inkml:definitions>
  <inkml:trace contextRef="#ctx0" brushRef="#br0">1 97 6481,'0'0'6506,"29"-15"-3914,92-48-397,-114 60-1813,1-1-1,-1 1 0,1 1 0,16-4 0,-23 6-251,1 0-1,-1-1 0,0 1 1,1 0-1,-1 0 0,0 0 1,1 0-1,-1 1 0,0-1 1,1 0-1,-1 1 0,0-1 1,1 0-1,-1 1 0,0 0 1,0-1-1,0 1 0,0 0 1,2 0-1,-2 2 139,1 0 1,-1 0 0,0 0-1,0 0 1,0 0-1,0 0 1,-1 0-1,1 0 1,-1 0-1,0 0 1,0 0 0,0 1-1,0-1 1,0 0-1,-2 5 1,1 13 107,1-17-317,0-1 0,-1 1 0,0-1-1,1 0 1,-1 1 0,0-1 0,-1 0-1,1 0 1,-1 0 0,1 0 0,-1 0-1,0 0 1,0 0 0,0 0 0,0-1-1,-1 1 1,1-1 0,-1 0 0,1 0 0,-1 1-1,0-2 1,0 1 0,0 0 0,0-1-1,0 1 1,0-1 0,-6 1 0,-3 2-296,-1 0 1,0-1 0,0-1 0,0 0 0,-23-1-1,36-1 153,-1 0-1,1 0 0,0 0 0,0 0 0,-1 0 0,1 0 0,0 0 0,0 0 0,-1 0 0,1 0 0,0 0 0,0 0 0,-1 0 0,1-1 0,0 1 0,0 0 0,-1 0 0,1 0 0,0 0 0,0 0 0,0-1 0,-1 1 0,1 0 0,0 0 0,0-1 0,0 1 0,0 0 1,0 0-1,0 0 0,-1-1 0,1 1 0,0 0 0,0 0 0,0-1 0,0 1 0,0 0 0,0 0 0,0-1 0,0 1 0,0 0 0,0-1 0,0 1 0,0 0 0,0 0 0,0-1 0,1 1 0,7-16-7737,9-5-3138</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6.658"/>
    </inkml:context>
    <inkml:brush xml:id="br0">
      <inkml:brushProperty name="width" value="0.025" units="cm"/>
      <inkml:brushProperty name="height" value="0.025" units="cm"/>
    </inkml:brush>
  </inkml:definitions>
  <inkml:trace contextRef="#ctx0" brushRef="#br0">96 1 15563,'0'0'13171,"-25"141"-12979,18-132-120,1 4-64,6-6-8,-6-4-184,-1-3-632,-12 0-1208,6 0-2089,0-10-1977</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6.831"/>
    </inkml:context>
    <inkml:brush xml:id="br0">
      <inkml:brushProperty name="width" value="0.025" units="cm"/>
      <inkml:brushProperty name="height" value="0.025" units="cm"/>
    </inkml:brush>
  </inkml:definitions>
  <inkml:trace contextRef="#ctx0" brushRef="#br0">0 0 14723,'0'0'10154,"0"93"-10402,7-58-1392,6-6-2137,-7 0-2384</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7.158"/>
    </inkml:context>
    <inkml:brush xml:id="br0">
      <inkml:brushProperty name="width" value="0.025" units="cm"/>
      <inkml:brushProperty name="height" value="0.025" units="cm"/>
    </inkml:brush>
  </inkml:definitions>
  <inkml:trace contextRef="#ctx0" brushRef="#br0">192 1 4001,'0'0'22283,"-15"10"-21752,-46 34-287,59-42-241,0 0-1,0 0 1,0 0 0,0 1-1,0-1 1,0 0 0,1 1-1,-1-1 1,1 1 0,0 0-1,0-1 1,0 1 0,0 0-1,0 0 1,0 0-1,1-1 1,0 1 0,-1 0-1,1 0 1,0 0 0,0 0-1,1 0 1,-1 0 0,1 0-1,0 4 1,1 6-39,-2 7-71,1-14 76,-1-1 0,0 1 1,0-1-1,-1 1 1,1-1-1,-1 0 1,-3 11-1,3-14 32,-1 0 0,1 0 0,0-1 1,-1 1-1,1 0 0,-1-1 0,0 1 0,1-1 0,-1 1 0,0-1 0,0 0 1,0 0-1,0 0 0,0 0 0,0 0 0,0-1 0,0 1 0,-1 0 0,1-1 1,0 0-1,0 1 0,0-1 0,-4 0 0,-26 0-388,22 0-5010,15 0-135</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7.930"/>
    </inkml:context>
    <inkml:brush xml:id="br0">
      <inkml:brushProperty name="width" value="0.025" units="cm"/>
      <inkml:brushProperty name="height" value="0.025" units="cm"/>
    </inkml:brush>
  </inkml:definitions>
  <inkml:trace contextRef="#ctx0" brushRef="#br0">508 79 1328,'0'0'17519,"-3"-9"-15804,3 7-1621,-1-1 0,0 1 0,0 0 0,0 0 0,0 0 0,0-1 0,-1 1 0,1 0 0,0 1 1,-1-1-1,0 0 0,1 0 0,-1 1 0,0-1 0,0 1 0,0-1 0,-3-1 0,1 2-8,1 1 0,0-1 0,-1 1 0,1 0-1,0 0 1,-1 0 0,1 1 0,0-1 0,-1 1 0,1 0-1,0 0 1,0 0 0,-1 0 0,1 0 0,0 1 0,-5 2-1,-30 16 465,1 1 0,0 1-1,2 2 1,0 2-1,-58 58 1,78-70-505,2 2 0,0 0 0,1 0-1,0 2 1,1-1 0,1 1 0,1 1 0,1 0 0,0 0-1,2 0 1,0 1 0,1 0 0,1 0 0,-2 30 0,5-47-45,0 12-8,0 0 0,2 0 0,-1 0 0,6 26 0,-5-36 3,0-1-1,1 1 1,0-1 0,0 1 0,0-1-1,0 0 1,1 0 0,0 0-1,0 0 1,0 0 0,0-1 0,0 1-1,1-1 1,0 0 0,0 0-1,0 0 1,0-1 0,8 5 0,1-2-19,0 0 0,0-1 1,0-1-1,1 0 1,-1 0-1,1-1 0,0-1 1,0-1-1,0 0 1,27-3-1,-18-1-58,0 0 0,0-1 0,0-2 1,0 0-1,37-18 0,-25 7-75,-1-2 0,-1-1 1,0-2-1,-2-1 1,0-1-1,41-46 0,-58 57 117,-2-2 0,1 0 0,-2 0 0,0-1 0,-1 0 0,-1-1 0,0 0 0,-2-1 0,0 1-1,-1-1 1,-1-1 0,0 1 0,-2-1 0,2-35 0,-5 47 87,-1 0 0,0 0-1,-1 1 1,0-1 0,0 0 0,-1 1 0,0-1-1,0 1 1,-1 0 0,0 0 0,0 0 0,-1 1-1,1-1 1,-1 1 0,-1 0 0,1 0-1,-1 1 1,0 0 0,0 0 0,-10-6 0,7 6 25,1-1 1,-1 1 0,0 1 0,-1 0 0,1 0 0,-1 1-1,1 0 1,-1 1 0,0 0 0,0 0 0,0 1-1,0 0 1,0 1 0,0 0 0,-1 1 0,-9 2-1,17-2-87,-1 0 0,0 0 0,1 1 0,-1-1-1,0 1 1,1 0 0,0 0 0,0 0-1,-1 0 1,1 1 0,1 0 0,-1-1-1,0 1 1,0 0 0,1 0 0,0 0-1,0 1 1,0-1 0,0 0 0,0 1-1,1 0 1,-3 7 0,1 2-1087,0 0-1,0 1 1,2-1 0,0 1 0,0 15-1,1-3-4422</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8.345"/>
    </inkml:context>
    <inkml:brush xml:id="br0">
      <inkml:brushProperty name="width" value="0.025" units="cm"/>
      <inkml:brushProperty name="height" value="0.025" units="cm"/>
    </inkml:brush>
  </inkml:definitions>
  <inkml:trace contextRef="#ctx0" brushRef="#br0">668 1 2801,'0'0'14608,"-35"12"-12515,-118 42-498,126-42-1092,0 1 1,1 1-1,0 1 1,1 2-1,-39 32 1,31-22-37,12-10-328,0 0 0,1 1 0,1 1 0,1 1 0,1 1 0,1 0 0,0 2 0,2-1 1,0 2-1,2 0 0,1 0 0,0 1 0,2 1 0,1-1 0,1 1 0,1 1 0,2-1 0,0 1 0,1 48 0,3-68-155,0 0-1,0 0 1,1 0 0,0-1 0,0 1-1,1 0 1,0 0 0,0-1 0,1 1-1,-1-1 1,2 0 0,-1 0 0,0 0-1,1 0 1,0 0 0,1-1 0,-1 0-1,1 0 1,0 0 0,6 4 0,-3-3-46,1-1 0,0 0 0,0-1-1,1 0 1,-1 0 0,1-1 0,0 0 0,0 0 0,0-1 0,0-1 0,1 0 0,16 0 0,0-1-935,-16 1-405,0-1-1,0 0 1,-1-1-1,1 0 1,17-4-1,5-12-7473</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8.967"/>
    </inkml:context>
    <inkml:brush xml:id="br0">
      <inkml:brushProperty name="width" value="0.025" units="cm"/>
      <inkml:brushProperty name="height" value="0.025" units="cm"/>
    </inkml:brush>
  </inkml:definitions>
  <inkml:trace contextRef="#ctx0" brushRef="#br0">0 64 4705,'0'0'14367,"13"-10"-13307,41-31-148,-51 40-793,0-1-1,0 0 0,0 1 0,1-1 1,-1 1-1,1 0 0,-1 0 0,1 1 0,-1-1 1,1 1-1,0-1 0,-1 1 0,1 0 1,0 0-1,-1 1 0,1-1 0,-1 1 0,1 0 1,-1 0-1,1 0 0,-1 0 0,1 1 1,-1-1-1,0 1 0,0 0 0,0 0 0,0 0 1,0 0-1,0 1 0,-1-1 0,1 1 1,-1 0-1,3 3 0,1 1 19,0 1 0,-1 0 1,0 1-1,0-1 0,-1 1 0,0 0 0,0 0 1,-1 0-1,-1 1 0,1-1 0,-1 1 0,-1-1 1,0 1-1,0 0 0,-2 16 0,1-25-130,1-1-1,-1 1 1,0-1 0,0 0 0,0 1-1,0-1 1,0 1 0,0-1-1,0 0 1,0 1 0,0-1-1,-1 1 1,1-1 0,0 1-1,0-1 1,0 0 0,0 1-1,-1-1 1,1 0 0,0 1-1,0-1 1,0 0 0,-1 1-1,1-1 1,0 0 0,-1 1-1,1-1 1,0 0 0,-1 0-1,1 1 1,0-1 0,-1 0-1,1 0 1,-1 0 0,1 0-1,0 1 1,-1-1 0,1 0-1,-1 0 1,1 0 0,0 0-1,-1 0 1,1 0 0,-1 0-1,1 0 1,-1 0 0,1 0-1,-1 0 121,1-7-129,0 0-1,1 0 1,0 0 0,1 1-1,-1-1 1,1 1 0,1-1-1,-1 1 1,1 0 0,0 0-1,0 0 1,1 0 0,0 0-1,5-5 1,6-6-60,1 1-1,35-26 1,-25 20 9,-26 22 65,1 0 1,-1-1-1,0 1 0,1 0 0,-1-1 0,1 1 1,-1 0-1,1-1 0,-1 1 0,1 0 0,-1 0 1,1 0-1,-1-1 0,1 1 0,-1 0 0,1 0 1,-1 0-1,1 0 0,-1 0 0,1 0 0,-1 0 1,1 0-1,-1 0 0,1 0 0,-1 0 0,1 1 1,-1-1-1,1 0 0,-1 0 0,1 0 0,-1 1 1,1-1-1,-1 0 0,0 1 0,1-1 0,-1 0 1,1 1-1,-1-1 0,0 0 0,1 1 0,-1-1 1,0 1-1,1-1 0,-1 0 0,0 1 0,0-1 1,0 1-1,1-1 0,-1 1 0,0-1 0,0 1 1,0-1-1,0 1 0,0-1 0,0 1 0,0 0 1,6 42 707,-5-28-369,0-7-253,0 1-1,1 0 1,0-1 0,0 1-1,1-1 1,0 1 0,0-1-1,1 0 1,6 9-1,-4 2 51,0-4-1292,8-11-5801,-8-4 803</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49.544"/>
    </inkml:context>
    <inkml:brush xml:id="br0">
      <inkml:brushProperty name="width" value="0.025" units="cm"/>
      <inkml:brushProperty name="height" value="0.025" units="cm"/>
    </inkml:brush>
  </inkml:definitions>
  <inkml:trace contextRef="#ctx0" brushRef="#br0">84 1 3809,'0'0'11596,"7"6"-10560,24 29 271,-1 1 1,-2 1-1,32 53 1,-48-69-1056,-2 1 1,0 0 0,-1 0-1,-1 1 1,-1 0-1,-1 1 1,-1-1-1,2 41 1,-5-40 18,-2 0 0,-5 44-1,3-57-128,0 0 1,-1 0-1,-1 0 0,1 0 0,-2-1 0,1 0 0,-2 0 0,-6 10 0,-5 5 339,-1 0 0,-1-2-1,-1 0 1,-1-1 0,-2-1 0,-24 18 0,-5 11 530,51-49-946,1 1-47,0-1-28,-33-1-8600,15 0 1234</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57.480"/>
    </inkml:context>
    <inkml:brush xml:id="br0">
      <inkml:brushProperty name="width" value="0.025" units="cm"/>
      <inkml:brushProperty name="height" value="0.025" units="cm"/>
    </inkml:brush>
  </inkml:definitions>
  <inkml:trace contextRef="#ctx0" brushRef="#br0">456 36 544,'0'0'7526,"10"-17"-4131,-7 11 6673,-5 5-9970,0 1 1,0-1 0,0 0-1,0 1 1,0 0 0,0-1-1,0 1 1,0 0 0,0 0-1,0 0 1,0 0 0,-3 1-1,2-1 17,-8 1-94,0 0-1,0 1 0,1 0 1,-1 1-1,1 0 1,-1 1-1,1 0 1,0 1-1,1 0 0,-11 7 1,-10 8 167,-47 40-1,56-42-108,1 2-1,0 0 0,2 1 0,0 1 0,2 1 1,-18 30-1,25-35-15,0 0 0,1 0-1,1 1 1,1 0 0,1 0 0,0 0 0,2 1 0,0 0 0,0 31 0,2-43-20,2 1 1,-1-1-1,1 1 0,0-1 1,1 0-1,0 0 1,0 1-1,1-1 1,0 0-1,1-1 1,-1 1-1,1-1 0,1 1 1,0-1-1,0-1 1,0 1-1,0-1 1,9 8-1,-6-5-21,1-1 0,1 1 1,0-1-1,0-1 0,0 0 0,1 0 0,0-1 1,0 0-1,1-1 0,0-1 0,0 0 0,0 0 0,0-1 1,0-1-1,1 0 0,-1 0 0,1-1 0,13-1 1,6 0 34,1 0-25,1 0 0,40-8 0,-62 6-19,1-1 0,-1 0 0,0-1 0,0-1 0,0 0 0,-1 0 0,1-1 0,-1-1 1,14-11-1,-11 7 23,-1-2 1,-1 0-1,0 0 1,-1-2 0,0 1-1,-1-1 1,15-31-1,-5 5-23,24-82 0,-39 103 10,-1 0 0,-1 0 0,0 0-1,-2-1 1,-1-29 0,-1 23 39,1 21-42,-1 1 0,1 0 0,-2 0 0,1 0-1,0 0 1,-1 0 0,0 0 0,0 1 0,0-1 0,-1 1 0,0-1 0,0 1 0,0 0-1,0 0 1,-1 0 0,1 0 0,-1 1 0,0-1 0,0 1 0,0 0 0,-9-5-1,-10-5 115,-1 1 0,-1 1-1,-29-8 1,1-2 220,14 0-81,34 17-179,-1 0 1,0 1-1,-1-1 0,1 1 0,0 1 1,-1-1-1,0 1 0,0 0 0,1 0 0,-1 1 1,-7-1-1,13 3-136,0 1 1,0-1-1,1 0 0,-1 0 0,1 0 1,-1 1-1,1-1 0,-1 0 0,1 1 1,0-1-1,0 0 0,-1 1 0,1-1 1,0 0-1,0 1 0,0-1 1,1 0-1,-1 1 0,0-1 0,0 0 1,1 1-1,-1-1 0,1 1 0,2 0-322,0-1 0,0 1 0,0-1 0,0 0-1,0-1 1,0 1 0,1 0 0,-1-1 0,0 0-1,0 1 1,0-1 0,1-1 0,-1 1-1,5-1 1,10 0-3273,13 1-3703</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58.246"/>
    </inkml:context>
    <inkml:brush xml:id="br0">
      <inkml:brushProperty name="width" value="0.025" units="cm"/>
      <inkml:brushProperty name="height" value="0.025" units="cm"/>
    </inkml:brush>
  </inkml:definitions>
  <inkml:trace contextRef="#ctx0" brushRef="#br0">507 7 3569,'0'0'12065,"1"0"-11972,-1 0 0,0 0 0,0 0 0,0 0 0,0 0 0,0-1 0,0 1-1,0 0 1,1 0 0,-1 0 0,0 0 0,0 0 0,0 0 0,0-1 0,0 1 0,0 0 0,0 0 0,0 0 0,0 0 0,0 0 0,0-1 0,0 1-1,0 0 1,0 0 0,0 0 0,0 0 0,0 0 0,0-1 0,0 1 0,0 0 0,0 0 0,0 0 0,0 0 0,0 0 0,0-1 0,0 1 0,0 0-1,0 0 1,0 0 0,0 0 0,-1 0 0,1 0 0,0-1 0,0 1 0,0 0 0,0 0 0,0 0 0,0 0 0,0 0 0,-1 0 0,1 0 0,0 0-1,0 0 1,0 0 0,0 0 0,-1 0 0,-13 2 260,0 2 0,0 0 0,0 1 0,1 0-1,-1 1 1,1 1 0,-21 13 0,30-17-289,-42 23 448,1 2-1,-48 40 1,79-56-425,0 1 1,1 1-1,0 0 1,1 0-1,1 1 0,0 1 1,1 0-1,0 0 1,-12 32-1,9-10 45,1 1 1,2 1-1,2 0 1,2 0-1,1 0 0,2 69 1,2-99-46,1 0 0,1 0 0,0 0 0,0 0 0,1 0 1,1 0-1,-1 0 0,2-1 0,-1 1 0,1-1 0,1 0 0,-1 0 0,2 0 1,-1-1-1,1 1 0,0-1 0,12 11 0,-6-7 53,1 0 0,1 0-1,0-1 1,0-1 0,1 0 0,0-1-1,0-1 1,1 0 0,28 9 0,-42-16 55,-2-2-284,0 1-1,0 0 0,0 0 1,0 0-1,0 0 0,0-1 1,0 1-1,0 0 0,0 0 1,0 0-1,1 0 0,-1 0 0,0-1 1,0 1-1,0 0 0,0 0 1,0 0-1,0 0 0,0 0 1,0 0-1,0 0 0,0-1 1,1 1-1,-1 0 0,0 0 1,0 0-1,0 0 0,0 0 1,0 0-1,0 0 0,1 0 0,-1 0 1,0 0-1,0 0 0,0 0 1,0 0-1,0 0 0,1 0 1,-1 0-1,0 0 0,0 0 1,0 0-1,0 0 0,1 0 1,-1 0-1,0 0 0,0 0 1,0 0-1,0 0 0,0 0 1,0 0-1,1 0 0,-1 0 0,0 0 1,0 0-1,0 1 0,0-1 1,0 0-1,0 0 0,0 0 1,1 0-1,-2-9-1229,1-8-3528,0 1-1667</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2:59.242"/>
    </inkml:context>
    <inkml:brush xml:id="br0">
      <inkml:brushProperty name="width" value="0.025" units="cm"/>
      <inkml:brushProperty name="height" value="0.025" units="cm"/>
    </inkml:brush>
  </inkml:definitions>
  <inkml:trace contextRef="#ctx0" brushRef="#br0">0 98 3489,'0'0'11670,"8"-7"-10285,23-18-145,-30 23-1095,0 1 0,1 0 0,-1 0 0,1 1 0,-1-1 0,1 0 0,0 0 0,-1 1 0,1-1 0,0 1 0,-1-1 0,1 1 0,0 0 0,0 0 0,-1 0 0,1 0 0,0 0 0,0 0 0,-1 0 0,1 1 0,0-1 0,0 0 0,-1 1 0,1 0 0,-1-1 0,1 1 0,0 0 0,-1 0 0,1 0 0,-1 0 0,0 0 0,1 0 0,-1 0 0,0 0 0,0 1 0,1-1 0,-1 0 0,0 1 0,0-1 0,-1 1 0,2 2 0,3 4 35,-1 0 1,0 1 0,0 0 0,-1 0 0,4 12 0,-2 7 171,-2 0 1,0 0 0,-2 43 0,-2-68-318,0 0 1,0 0 0,0 0 0,-1-1-1,1 1 1,-1 0 0,0-1 0,0 1-1,0-1 1,0 1 0,0-1 0,0 0-1,-1 0 1,1 0 0,-1 0-1,0 0 1,1-1 0,-1 1 0,-3 0-1,4-1 198,2-11-207,-1 1 1,2-1 0,-1 0 0,1 1 0,1-1 0,-1 1 0,2-1 0,-1 1 0,1 0 0,1 0-1,0 0 1,0 1 0,0-1 0,1 1 0,1 0 0,10-13 0,18-16-68,2 1-1,1 2 1,43-31 0,-78 62 43,-1 2-2,-1 1-1,1-1 1,-1 1 0,1 0 0,-1-1 0,1 1 0,-1-1-1,1 1 1,-1 0 0,1-1 0,0 1 0,-1 0 0,1 0-1,0 0 1,-1-1 0,1 1 0,0 0 0,-1 0 0,1 0-1,-1 0 1,1 0 0,0 0 0,-1 0 0,1 0 0,0 1-1,-1-1 1,1 0 0,0 0 0,2 2 5,-1-1-1,-1 1 1,1-1 0,0 1-1,0-1 1,0 1 0,-1 0 0,1 0-1,-1 0 1,0 0 0,1 0 0,-1 0-1,0 1 1,0-1 0,0 0-1,-1 0 1,1 1 0,0 4 0,6 8 13,-4-9 29,0-1 1,0 1-1,-1 0 0,0 0 1,0 0-1,0 0 0,0 1 1,-1-1-1,0 0 0,-1 1 0,1-1 1,-1 1-1,0-1 0,-2 10 1,0-3 146,-1 1-1,-1-1 1,0 0 0,0 0 0,-11 21-1,14-33-187,0 0-1,1 0 0,-1 0 0,1 0 1,-1 0-1,1 0 0,-1 0 1,1 1-1,0-1 0,0 0 0,-1 0 1,1 0-1,0 0 0,0 1 0,0-1 1,0 0-1,0 0 0,0 0 1,1 0-1,-1 1 0,0-1 0,1 0 1,-1 0-1,1 0 0,-1 0 1,1 0-1,-1 0 0,2 2 0,0-2 4,-1 0-1,1 0 0,0 0 0,-1 0 0,1 0 1,0-1-1,0 1 0,-1 0 0,1-1 0,0 0 1,0 1-1,0-1 0,0 0 0,3 0 0,-3 0-1032,3 0-8742</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00.287"/>
    </inkml:context>
    <inkml:brush xml:id="br0">
      <inkml:brushProperty name="width" value="0.025" units="cm"/>
      <inkml:brushProperty name="height" value="0.025" units="cm"/>
    </inkml:brush>
  </inkml:definitions>
  <inkml:trace contextRef="#ctx0" brushRef="#br0">24 14 4097,'0'0'11944,"0"-13"-6971,28 12-3733,35 3-541,-62-2-694,1 1 1,-1-1-1,0 1 1,0 0-1,0-1 1,0 1-1,0 0 1,0 0-1,0 0 1,0 0-1,0 0 1,0 0-1,0 0 1,0 0-1,-1 0 1,1 0-1,0 0 1,-1 1 0,1-1-1,-1 0 1,1 0-1,-1 1 1,0-1-1,1 0 1,-1 1-1,0-1 1,0 0-1,0 1 1,0-1-1,0 0 1,-1 3-1,1-1 12,0 0-1,-1-1 1,1 1 0,-1 0-1,1-1 1,-1 1 0,0-1-1,0 1 1,0-1 0,-1 1-1,1-1 1,-1 0 0,1 1-1,-1-1 1,1 0 0,-1 0-1,-3 2 1,-17 11 5,13-10-11,0 0-1,0 1 1,1 1-1,0-1 0,0 1 1,1 1-1,-1-1 1,-11 18-1,18-25 3,1 1 1,-1 0-1,1 0 1,-1-1-1,1 1 1,0 0-1,-1 0 0,1 0 1,0 0-1,-1-1 1,1 1-1,0 0 1,0 0-1,0 0 0,0 0 1,0 0-1,0 0 1,0 0-1,0 0 1,0 0-1,0-1 0,1 1 1,-1 0-1,0 0 1,0 0-1,1 0 1,-1 0-1,1-1 0,-1 1 1,1 0-1,-1 0 1,1-1-1,-1 1 1,1 0-1,0-1 0,-1 1 1,1-1-1,0 1 1,0-1-1,-1 1 1,3 0-1,3 1 95,0 0-1,0-1 0,1 0 1,-1 0-1,10 0 1,-6 0-103,63 2 289,-71-3-155,0 0 280,9 5-4095,3-6-5410,-2-10-2683</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01.532"/>
    </inkml:context>
    <inkml:brush xml:id="br0">
      <inkml:brushProperty name="width" value="0.025" units="cm"/>
      <inkml:brushProperty name="height" value="0.025" units="cm"/>
    </inkml:brush>
  </inkml:definitions>
  <inkml:trace contextRef="#ctx0" brushRef="#br0">187 10 1384,'0'0'11477,"6"-9"-3896,-3 9-7487,-1 1-1,0-1 1,0 1 0,0 0 0,0-1 0,0 1 0,0 0 0,0 0-1,0 1 1,0-1 0,-1 0 0,1 1 0,0-1 0,-1 1 0,1-1 0,-1 1-1,1 0 1,-1-1 0,2 4 0,22 43 976,-22-41-869,23 48 549,-8-21-156,-2 1 0,-2 0 0,-1 0 0,15 71 0,-20-67-310,-5-27-130,0 0 1,-1 0-1,0 20 0,1 26 634,-2-36-357,0 0 0,-1 0 1,-6 42-1,-26 41 561,30-96-948,-1 0 1,0 0-1,-1-1 0,0 1 0,0-1 1,-1 0-1,0 0 0,-12 14 0,0-1 27,-40 34-1,42-43-14,-1-1 0,-1-1 0,-24 12 0,-25 15 97,64-35-148,-3 1-1,0 0 1,0 0 0,0-1 0,0 0 0,0 0 0,0 0 0,-1-1 0,1 1 0,-8 0 0,-6 3 25,17-5-419,4-3-2678,7-11-928,-7-4-2442</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02.991"/>
    </inkml:context>
    <inkml:brush xml:id="br0">
      <inkml:brushProperty name="width" value="0.025" units="cm"/>
      <inkml:brushProperty name="height" value="0.025" units="cm"/>
    </inkml:brush>
  </inkml:definitions>
  <inkml:trace contextRef="#ctx0" brushRef="#br0">71 1 1272,'0'0'19146,"-45"0"-17038,44 0-2074,0 0 1,0 0-1,0-1 0,0 1 1,0 0-1,0 0 0,0 1 1,0-1-1,0 0 0,0 0 0,0 0 1,0 1-1,0-1 0,0 0 1,0 1-1,0-1 0,0 1 1,0 0-1,0-1 0,0 1 1,0-1-1,1 1 0,-1 0 0,0 0 1,0 1-1,1-1 10,1-1 0,-1 1 0,1 0 0,-1 0-1,1-1 1,0 1 0,-1-1 0,1 1 0,0 0 0,0-1 0,-1 1 0,1-1 0,0 1-1,0-1 1,0 0 0,0 1 0,-1-1 0,1 0 0,0 0 0,0 0 0,0 0 0,0 1-1,0-1 1,0 0 0,0 0 0,0-1 0,0 1 0,0 0 0,1-1 0,7 1-715,23 0 1725,-24 2-3669,-5 6-9510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2.927"/>
    </inkml:context>
    <inkml:brush xml:id="br0">
      <inkml:brushProperty name="width" value="0.025" units="cm"/>
      <inkml:brushProperty name="height" value="0.025" units="cm"/>
    </inkml:brush>
  </inkml:definitions>
  <inkml:trace contextRef="#ctx0" brushRef="#br0">1 203 2633,'0'0'11871,"0"-8"-10876,-1 5-866,1 0 0,0 1 0,1-1 0,-1 1 0,0-1 0,1 1 0,-1-1 0,1 0 0,0 1 0,0 0 0,0-1 0,0 1 0,0 0 0,0-1 0,1 1 0,-1 0 0,1 0 0,0 0 0,-1 0 0,1 0 0,0 1 0,0-1 0,0 0 0,0 1 0,1-1 0,-1 1 0,0 0 0,0 0 0,1 0 0,-1 0 0,1 0 0,-1 1 0,1-1 0,-1 1 0,1-1 0,0 1 0,-1 0 0,5 0 0,-1-1 34,1 1 1,-1-1-1,0 1 1,1 0-1,-1 1 0,0-1 1,1 1-1,10 3 1,-14-2-137,0-1 0,0 1 1,0 0-1,-1 0 0,1 0 1,-1 0-1,1 1 0,-1-1 0,0 1 1,0-1-1,0 1 0,0 0 1,-1 0-1,1-1 0,-1 1 1,1 0-1,-1 1 0,1 3 0,5 17 38,-1 0 0,-2 0 0,0 1 0,-2-1 0,0 1 0,-2 26 0,0-50 582,-20-49 283,17 36-917,1-1 0,0 0 0,1 1 0,0-1 0,1 0 1,2-13-1,-1-10-21,0 28-3,0 1 0,0-1 1,1 1-1,0-1 1,0 1-1,0 0 0,1 0 1,1 0-1,-1 0 1,1 1-1,0 0 0,0-1 1,1 1-1,0 0 1,0 1-1,0 0 0,1-1 1,0 2-1,0-1 1,0 1-1,0 0 0,10-5 1,-2 1-29,0 1-1,1 1 1,0 0 0,1 1 0,-1 0-1,1 1 1,0 1 0,0 1 0,23-1-1,-38 3 42,-1 1-1,1 0 0,0 0 0,0 0 0,-1 0 0,1 0 0,-1 0 0,1 0 0,-1 0 0,1 0 1,-1 0-1,0 0 0,1 0 0,-1 0 0,0 0 0,0 0 0,0 0 0,0 0 0,0 1 0,0-1 1,0 0-1,0 0 0,0 0 0,-1 1 0,1 0 6,0 181 1184,0-181-1188,1 1 1,-2-1-1,1 0 0,0 0 1,0 0-1,-1 0 1,1 0-1,-1 0 0,1 1 1,-1-1-1,0 0 0,0-1 1,0 1-1,0 0 0,0 0 1,0 0-1,-2 1 0,-33 17-4341,25-16 1924,-13 8-4019</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16.808"/>
    </inkml:context>
    <inkml:brush xml:id="br0">
      <inkml:brushProperty name="width" value="0.025" units="cm"/>
      <inkml:brushProperty name="height" value="0.025" units="cm"/>
    </inkml:brush>
  </inkml:definitions>
  <inkml:trace contextRef="#ctx0" brushRef="#br0">65 7 4513,'0'0'9815,"6"-5"-8493,-6 5-1307,0 0-1,0 0 1,1 0-1,-1 0 1,0-1-1,0 1 1,0 0-1,0 0 1,0 0-1,0 0 1,1 0-1,-1 0 1,0 0-1,0 0 1,0 0-1,0 0 1,1 0-1,-1 0 1,0 0-1,0 0 1,0 0 0,0 0-1,1 0 1,-1 0-1,0 0 1,0 0-1,0 0 1,0 0-1,0 0 1,1 0-1,-1 0 1,0 0-1,0 0 1,0 0-1,0 1 1,0-1-1,1 0 1,-1 0-1,0 0 1,0 0-1,0 0 1,0 0-1,0 1 1,0-1-1,0 0 1,0 0 0,0 0-1,1 0 1,-1 0-1,0 1 1,0-1-1,0 0 1,0 0-1,0 0 1,0 0-1,0 1 1,0-1-1,0 0 1,0 0-1,0 0 1,0 0-1,0 1 1,-37 562 5028,30-485-4838,-25 428 285,31-361-448,26 212 0,32-1-43,-56-320-496,-1-35-67,0-7-2246,0-60-2548,0 25 675</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19.401"/>
    </inkml:context>
    <inkml:brush xml:id="br0">
      <inkml:brushProperty name="width" value="0.025" units="cm"/>
      <inkml:brushProperty name="height" value="0.025" units="cm"/>
    </inkml:brush>
  </inkml:definitions>
  <inkml:trace contextRef="#ctx0" brushRef="#br0">155 43 1880,'0'0'1761,"-23"15"-757,-12 6-373,6-4 768,-38 30 0,67-47-1361,0 0 0,1 0 0,-1 0 0,1 0 0,-1 0 0,1 0 0,-1 0 0,1 0 0,-1 0 0,1 0 0,-1 1 0,0-1 0,1 0 0,-1 0 0,1 1 0,-1-1 0,0 0 0,1 1 0,-1-1 0,0 0 0,1 1 0,-1-1 0,0 0 1,1 1-1,-1-1 0,0 1 0,0-1 0,0 0 0,1 1 0,-1-1 0,0 1 0,0-1 0,0 1 0,0-1 0,0 1 0,0-1 0,0 0 0,0 1 0,0-1 0,0 1 0,0-1 0,0 1 0,0-1 0,0 1 0,-1-1 0,1 1 0,0-1 0,0 0 0,0 1 0,-1-1 0,1 1 0,0-1 0,0 0 1,-1 1-1,1-1 0,0 0 0,-1 1 0,1-1 0,-1 0 0,1 1 0,0-1 0,-1 0 0,1 0 0,-1 0 0,1 1 0,0-1 0,-1 0 0,1 0 0,-2 0 0,40 4 822,914-48 2676,-296 5-3559,648-39 703,-1196 72-622,-107 6 1159,-1 6-833,0 10-56,-20 508 2398,-28-215-1693,-6 66 506,46 30 288,10-253-1576,4 85 720,-6-243-1020,0 6 35,0-1 0,0 0 0,0 0 0,0 1 0,-1-1 0,1 0 0,0 0 1,-1 1-1,1-1 0,0 0 0,-1 1 0,1-1 0,-1 0 0,1 1 0,-1-1 1,1 1-1,-1-1 0,1 0 0,-1 1 0,0 0 0,1-1 0,-1 1 0,0-1 1,1 1-1,-1 0 0,0-1 0,0 1 0,1 0 0,-1 0 0,0 0 0,0 0 1,0 0-1,0 0 0,-34-1-13,22 2-48,-54-1-77,-107-1-725,-250 31-1,147 8 716,-165 27 57,56-14 123,211-39 53,-143 17-53,221-7 35,67-13 31,0-2-1,-1-2 0,-51 4 1,63-4 273,1 2 1,-1 0 0,-22 14-1,38-20-296,-24 14 161,20-11-195,0 0 0,0 0-1,-1-1 1,1 0 0,-1 0 0,1-1 0,-1 0 0,0 0-1,0-1 1,0 0 0,-12 0 0,10-1-3073,19 0-2207,-2 0-1365</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1.821"/>
    </inkml:context>
    <inkml:brush xml:id="br0">
      <inkml:brushProperty name="width" value="0.025" units="cm"/>
      <inkml:brushProperty name="height" value="0.025" units="cm"/>
    </inkml:brush>
  </inkml:definitions>
  <inkml:trace contextRef="#ctx0" brushRef="#br0">1 252 3473,'0'0'6060,"5"0"-5520,16 0-72,-15 0 96,7 13 3225,-7 61-216,-5-62-2469,-1-9-960,1 0 0,-1-1 0,0 1 0,0 0-1,0-1 1,0 1 0,0 0 0,-1 0 0,1-1 0,-1 1-1,1-1 1,-1 1 0,0 0 0,0-1 0,-2 4 0,-3 8-33,-1 4 515,3-18-364,0-12-170,-2-33-141,2 0 1,2-71 0,2 77-63,1 33 95,-1-1 0,1 1 0,0-1 0,0 1 0,1-1 0,0 1 0,0 0 0,0 0 0,1 0 0,0 0 0,0 0 0,0 0 0,1 1 0,0 0 0,0 0 0,0 0 0,6-5 1,-2 3-31,1 0 1,0 1-1,0 0 1,0 0-1,1 1 1,-1 0-1,1 1 1,1 0-1,16-4 1,-25 7 41,1 1 0,-1-1 0,1 1 0,-1-1 0,1 1-1,0 0 1,-1 0 0,1 1 0,-1-1 0,1 0 0,-1 1 0,1 0 0,-1-1 0,1 1 0,-1 0-1,0 0 1,1 0 0,-1 1 0,0-1 0,0 1 0,0-1 0,0 1 0,0 0 0,0-1 0,0 1-1,-1 0 1,1 0 0,-1 0 0,3 4 0,0 3 17,1 0-1,-2 0 1,1 1 0,-1-1-1,-1 1 1,3 17-1,0 20 250,-2 80-1,-3-84 141,6 76 1625,-3-116-2400,0-8-7096,-3-12-1866</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3.504"/>
    </inkml:context>
    <inkml:brush xml:id="br0">
      <inkml:brushProperty name="width" value="0.025" units="cm"/>
      <inkml:brushProperty name="height" value="0.025" units="cm"/>
    </inkml:brush>
  </inkml:definitions>
  <inkml:trace contextRef="#ctx0" brushRef="#br0">681 44 2777,'0'0'4451,"17"-9"-3445,52-25 165,-69 34-1102,0 0 1,0 0-1,0 1 1,0-1 0,0 0-1,0 0 1,1 0-1,-1 0 1,0 1 0,0-1-1,0 0 1,0 0-1,0 0 1,0 0 0,0 1-1,0-1 1,0 0-1,0 0 1,1 0 0,-1 0-1,0 0 1,0 0-1,0 1 1,0-1 0,0 0-1,0 0 1,1 0-1,-1 0 1,0 0 0,0 0-1,0 0 1,0 0-1,1 0 1,-1 0 0,0 0-1,0 0 1,0 0-1,0 0 1,1 0 0,-1 0-1,0 0 1,0 0-1,0 0 1,0 0 0,1 0-1,-1 0 1,0 0-1,0 0 1,0 0 0,0 0-1,1 0 1,-1 0-1,0-1 1,0 1 0,0 0-1,0 0 1,0 0-1,0 0 1,1 0 0,-1 0-1,0-1 1,0 1-1,0 0 1,0 0 0,0 0-1,0 0 1,0-1-1,-11 18 1260,-23 19-552,-417 427 2128,301-316-3476,88-89-666,10-1-4407,38-43 925</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3.779"/>
    </inkml:context>
    <inkml:brush xml:id="br0">
      <inkml:brushProperty name="width" value="0.025" units="cm"/>
      <inkml:brushProperty name="height" value="0.025" units="cm"/>
    </inkml:brush>
  </inkml:definitions>
  <inkml:trace contextRef="#ctx0" brushRef="#br0">1117 0 3305,'0'0'10754,"-193"161"-9370,103-75 305,-6 7-97,6 7-704,-6-1-448,0 1-280,6-4-56,7-9-104,6-10-88,6-7-24,20-12-336,6-16-504,13-7-984,25-19-465,7-3-1744</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4.074"/>
    </inkml:context>
    <inkml:brush xml:id="br0">
      <inkml:brushProperty name="width" value="0.025" units="cm"/>
      <inkml:brushProperty name="height" value="0.025" units="cm"/>
    </inkml:brush>
  </inkml:definitions>
  <inkml:trace contextRef="#ctx0" brushRef="#br0">1348 0 1840,'0'0'12124,"-35"16"-10182,-2-1-1470,-5 2 151,1 2-1,1 1 1,-61 43 0,-270 230 1853,243-187-2104,-321 290-251,430-376-300,10-13-117,1 0 0,0 1 0,1 0 1,0 0-1,0 1 0,1 0 0,0 0 0,0 1 1,1 0-1,0 0 0,-3 13 0,7-22 106,1 1 0,-1-1 0,1 0 0,0 1 0,0-1 0,0 0 0,0 1 0,0-1 0,0 0 0,0 1 0,0-1 0,1 0 0,-1 0 0,0 1 0,1-1 0,-1 0 0,1 0-1,-1 1 1,1-1 0,0 0 0,-1 0 0,1 0 0,0 0 0,0 0 0,0 0 0,0 0 0,0 0 0,0 0 0,0-1 0,0 1 0,0 0 0,0 0 0,1-1 0,-1 1 0,0-1 0,0 1 0,1-1 0,-1 0 0,2 1 0,34 1-5213</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4.374"/>
    </inkml:context>
    <inkml:brush xml:id="br0">
      <inkml:brushProperty name="width" value="0.025" units="cm"/>
      <inkml:brushProperty name="height" value="0.025" units="cm"/>
    </inkml:brush>
  </inkml:definitions>
  <inkml:trace contextRef="#ctx0" brushRef="#br0">955 1 5553,'0'0'9700,"-33"17"-8392,-7 3-881,12-7-81,0 2 0,1 0 0,1 2 0,0 1 0,-30 29 0,-206 213 1975,-57 48-2263,218-224-3789,93-73 515,23-10-3425,19-9 2227</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4.600"/>
    </inkml:context>
    <inkml:brush xml:id="br0">
      <inkml:brushProperty name="width" value="0.025" units="cm"/>
      <inkml:brushProperty name="height" value="0.025" units="cm"/>
    </inkml:brush>
  </inkml:definitions>
  <inkml:trace contextRef="#ctx0" brushRef="#br0">912 1 2497,'0'0'16843,"-28"29"-15868,-9 11-712,-11 11 179,-71 60 0,-260 216-404,253-218-2747,5-2-3354,68-60-520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5.627"/>
    </inkml:context>
    <inkml:brush xml:id="br0">
      <inkml:brushProperty name="width" value="0.025" units="cm"/>
      <inkml:brushProperty name="height" value="0.025" units="cm"/>
    </inkml:brush>
  </inkml:definitions>
  <inkml:trace contextRef="#ctx0" brushRef="#br0">0 202 1744,'0'0'14219,"14"-12"-13002,44-40-186,-55 50-884,-1 0 0,1 1 1,0-1-1,0 1 1,0-1-1,0 1 0,0 0 1,0 0-1,0 0 1,0 0-1,0 1 1,1-1-1,-1 1 0,0 0 1,0 0-1,1 0 1,-1 0-1,0 1 0,0-1 1,1 1-1,5 2 1,-8-3-99,1 1 40,1 1-1,-1-1 1,1 1-1,-1-1 1,0 1-1,1 0 0,-1 0 1,0 0-1,0 0 1,-1 1-1,1-1 1,0 0-1,-1 1 1,1-1-1,-1 1 1,0-1-1,0 1 1,0 0-1,0 0 0,0 3 1,2 5 125,-1-1 0,0 1 0,-1 0 1,0 11-1,-1 96 943,0-117-1006,0-7 39,0-16-142,-1-2-41,2 0 0,5-35-1,-4 50-10,0 0 0,1 0 0,0 0 0,0 1 0,1-1 0,0 1 0,1-1 0,-1 2 0,12-15 0,-2 6-21,0 1 0,2 1 0,-1 0 0,2 1 0,-1 0 0,2 1 0,26-13 0,-43 25 20,0-1 0,0 1 1,0-1-1,0 1 0,0-1 1,0 1-1,0 0 0,0 0 1,0-1-1,0 1 0,0 0 1,0 0-1,0 0 0,0 0 1,0 0-1,0 0 0,0 0 1,0 1-1,0-1 0,0 0 1,0 1-1,0-1 0,0 0 1,0 1-1,-1-1 0,1 1 1,0-1-1,0 1 0,1 0 1,-1 2 22,1-1 0,0 0 1,-1 1-1,1 0 1,-1-1-1,0 1 1,0-1-1,0 1 1,0 0-1,0 4 1,2 10 173,-1 0-1,0 31 1,-2-44-174,0 112 1257,-7-108-2610,-6-6-8706,7-2 1042</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26.652"/>
    </inkml:context>
    <inkml:brush xml:id="br0">
      <inkml:brushProperty name="width" value="0.025" units="cm"/>
      <inkml:brushProperty name="height" value="0.025" units="cm"/>
    </inkml:brush>
  </inkml:definitions>
  <inkml:trace contextRef="#ctx0" brushRef="#br0">0 55 1880,'0'0'12551,"13"-5"-11467,-12 5-1071,20-10 645,0 2-1,1 1 1,0 0-1,0 1 1,0 2-1,32-3 1,-53 36-21,0-19-530,-1 1 0,-1 0-1,0-1 1,-5 21 0,4-26-99,0 0-1,0-1 1,0 1 0,0-1 0,-1 0 0,0 0 0,0 0 0,0 0 0,0 0 0,-1-1 0,0 0 0,-7 6 0,9-7 16,-1 0 1,1-1 0,0 1-1,-1 0 1,1 0 0,0 0-1,1 1 1,-1-1 0,0 0-1,1 1 1,-1-1 0,1 1-1,0 0 1,-1-1 0,1 1-1,1 0 1,-1 0 0,0-1-1,1 1 1,-1 0 0,1 5-1,7-6 223,0-1-1,0 1 1,0-1-1,0-1 1,9 1-1,99-1 777,-114 0 338,18 0-9577,-6 0 2304</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39.386"/>
    </inkml:context>
    <inkml:brush xml:id="br0">
      <inkml:brushProperty name="width" value="0.025" units="cm"/>
      <inkml:brushProperty name="height" value="0.025" units="cm"/>
    </inkml:brush>
  </inkml:definitions>
  <inkml:trace contextRef="#ctx0" brushRef="#br0">1 748 3385,'0'0'4287,"2"3"-3028,0-1-1033,0 0-1,0 0 0,0-1 1,0 1-1,1 0 1,-1-1-1,0 0 0,1 0 1,-1 0-1,1 0 0,-1 0 1,1 0-1,0 0 1,-1-1-1,1 0 0,0 1 1,-1-1-1,1 0 0,0 0 1,-1 0-1,1-1 1,0 1-1,-1-1 0,1 1 1,4-3-1,14-3-221,-1 0-1,26-13 1,-24 10 196,414-184-36,-13-24 481,-108 82-133,-213 91-281,-70 32-105,0-2 1,-1-1-1,54-36 1,-79 48 39,-1-1 1,0-1 0,0 1-1,0-1 1,0 0 0,-1 0 0,6-8-1,-10 13 285,-20-1-92,-115 5 2651,-68 5-3252,209-8 252,1 0 0,-1 0-1,0 1 1,1 0 0,-1 0-1,0 0 1,6 4 0,-4-3 4,-1 1 0,0-2 0,1 1 0,0-1 0,13 2 0,6-1 0,0-2-1,1 0 1,-1-2 0,0-2 0,52-10-1,-77 13 239,24 32 677,21-6-557,-40-24-270,-1 1 0,0 0 0,0 0 0,0 1 0,0 0 0,-1 0-1,1 0 1,8 10 0,-5-4 331,5 12-1221,-14-21 628,0 0 0,0 0 0,0 0 0,0 0 0,-1 0 0,1 0 0,0 0 0,-1 0 1,1 0-1,-1 0 0,1 0 0,-1 0 0,1 0 0,-1-1 0,0 1 0,1 0 0,-1 0 0,0-1 1,0 1-1,1 0 0,-1-1 0,0 1 0,0-1 0,0 1 0,0-1 0,-2 1 0,-16 9-4801</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0.470"/>
    </inkml:context>
    <inkml:brush xml:id="br0">
      <inkml:brushProperty name="width" value="0.025" units="cm"/>
      <inkml:brushProperty name="height" value="0.025" units="cm"/>
    </inkml:brush>
  </inkml:definitions>
  <inkml:trace contextRef="#ctx0" brushRef="#br0">0 652 3545,'0'0'13520,"5"-1"-12716,-2-1-621,1 0 0,-1 0 0,1 0 0,-1 0 0,0 0 0,1-1 0,-1 0 0,-1 0 0,1 0 1,0 0-1,-1 0 0,1 0 0,-1-1 0,0 1 0,2-7 0,33-72 594,-23 46-690,234-442 102,-248 478-182,0 0 0,0-1 0,0 1 0,0 0 0,1 0 0,-1 0 0,0-1 0,0 1 0,0 0 0,0 0 0,0 0 0,0-1 0,1 1 0,-1 0 0,0 0 0,0 0 0,0 0 0,0-1 0,1 1 0,-1 0 0,0 0-1,0 0 1,0 0 0,1 0 0,-1 0 0,0 0 0,0 0 0,1 0 0,-1-1 0,0 1 0,0 0 0,0 0 0,1 0 0,-1 0 0,0 0 0,0 1 0,1-1 0,-1 0 0,0 0 0,0 0 0,1 0 0,-1 0 0,0 0 0,0 0 0,0 0 0,1 0-1,-1 1 1,0-1 0,0 0 0,0 0 0,0 0 0,1 0 0,-1 1 0,0-1 0,0 0 0,0 0 0,0 0 0,0 1 0,0-1 0,0 0 0,1 0 0,-1 0 0,0 1 0,0-1 0,0 0 0,0 0 0,0 1 0,7 30 565,0 50 201,-6-76-762,5 139 746,7 83-150,-12-159-739,-1-68-214,-2-10-3095,-28-41-4836,11 22 773</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0.641"/>
    </inkml:context>
    <inkml:brush xml:id="br0">
      <inkml:brushProperty name="width" value="0.025" units="cm"/>
      <inkml:brushProperty name="height" value="0.025" units="cm"/>
    </inkml:brush>
  </inkml:definitions>
  <inkml:trace contextRef="#ctx0" brushRef="#br0">1 7 11178,'0'0'12307,"199"-7"-12307,-154 7-264,25 0-1296,-18 0-2641,5 0-3665</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1.294"/>
    </inkml:context>
    <inkml:brush xml:id="br0">
      <inkml:brushProperty name="width" value="0.025" units="cm"/>
      <inkml:brushProperty name="height" value="0.025" units="cm"/>
    </inkml:brush>
  </inkml:definitions>
  <inkml:trace contextRef="#ctx0" brushRef="#br0">366 133 728,'0'0'14489,"6"-18"-13411,19-57 117,-24 74-1145,-1 0-1,0 0 0,1 0 0,-1 0 0,0 0 1,0 0-1,0 0 0,1-1 0,-1 1 1,0 0-1,0 0 0,-1 0 0,1 0 0,0 0 1,0 0-1,0 0 0,-1 0 0,1 0 1,-1 0-1,1 0 0,0 0 0,-1 0 0,0 0 1,1 0-1,-1 0 0,0 0 0,1 0 0,-1 1 1,0-1-1,0 0 0,0 1 0,0-1 1,1 0-1,-1 1 0,0-1 0,-1 0 0,-35-2 800,28 3-577,-12-1 17,0 1-1,0 1 1,0 0-1,0 2 1,-34 9-1,50-11-258,0 0 0,0 1 0,0 0 0,0 0 0,1 0 0,-1 0 0,1 1-1,-1 0 1,1 0 0,0 0 0,0 0 0,1 0 0,-1 1 0,0 0 0,1 0-1,0 0 1,0 0 0,0 0 0,1 1 0,0-1 0,-1 1 0,2 0-1,-1 0 1,0-1 0,1 1 0,0 0 0,0 0 0,0 0 0,1 7 0,0-10-30,0 0 0,1 0 0,-1 0 1,1 0-1,0 0 0,-1 0 0,1 0 1,0-1-1,0 1 0,0 0 0,0-1 1,1 1-1,-1 0 0,0-1 0,1 0 1,-1 1-1,1-1 0,-1 0 0,1 0 1,0 1-1,-1-2 0,1 1 0,0 0 1,0 0-1,0 0 0,0-1 0,0 1 1,0-1-1,0 1 0,0-1 0,0 0 1,0 0-1,2 0 0,14 1 9,0 0-1,34-4 1,-29 2 26,-7 0-28,-1-1-1,0-1 1,0 0 0,0-1-1,0 0 1,28-13 0,-42 16 111,-23 15 361,16-9-395,-31 25 172,1 2-1,2 1 0,1 2 1,2 2-1,1 0 1,2 2-1,2 1 1,1 1-1,3 1 1,-18 46-1,38-85-246,1 0 0,0 1 0,0-1 0,0 1 0,0-1 0,0 1 0,1-1 1,-1 1-1,1-1 0,0 1 0,1 5 0,-1-8-5,1 0 0,-1 1 0,1-1 0,-1 0 0,1 0 0,0 0 0,0 0 0,-1 0 0,1 0 0,0 0 0,0-1 0,0 1-1,0 0 1,0 0 0,0-1 0,0 1 0,0 0 0,0-1 0,1 1 0,-1-1 0,0 0 0,0 1 0,0-1 0,1 0 0,-1 0 0,0 1 0,0-1 0,1 0 0,-1 0 0,2-1 0,7 1 15,0-1 0,-1 0 0,1-1 0,-1 0-1,0 0 1,1-1 0,-1 0 0,12-7 0,64-41 42,-6 1-308,-78 50 10,0-1 1,0 1-1,-1-1 0,1 0 1,0 1-1,-1-1 0,1 0 1,-1 0-1,1 0 0,-1 1 1,1-1-1,-1 0 0,0 0 1,1 0-1,-1 0 0,0 0 1,0 0-1,0 0 0,1 0 1,-1 1-1,0-1 0,0 0 1,0 0-1,-1 0 0,1 0 1,0 0-1,-1-2 0,1-5-4544,0-4-2548</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1.779"/>
    </inkml:context>
    <inkml:brush xml:id="br0">
      <inkml:brushProperty name="width" value="0.025" units="cm"/>
      <inkml:brushProperty name="height" value="0.025" units="cm"/>
    </inkml:brush>
  </inkml:definitions>
  <inkml:trace contextRef="#ctx0" brushRef="#br0">2 0 8466,'0'0'12042,"0"5"-11467,0 13-4,-1-11-469,0 1-1,1 0 1,0 0 0,1-1-1,-1 1 1,2 0-1,-1-1 1,1 1-1,0-1 1,4 9 0,-6-15-134,1 0 1,0-1 0,-1 1 0,1-1-1,0 1 1,-1-1 0,1 1 0,0-1-1,0 0 1,-1 1 0,1-1 0,0 0-1,0 0 1,0 1 0,0-1 0,-1 0-1,1 0 1,0 0 0,0 0 0,0 0-1,0 0 1,0 0 0,-1 0 0,1-1-1,0 1 1,0 0 0,0 0 0,-1-1-1,1 1 1,1-1 0,19-12-988,70-92-109,-84 109 4081,14 12-2754,-5-4-676,-10-8-313,1-1-1,0 1 0,0-1 1,1-1-1,-1 1 0,1-1 1,12 2-1,6-1-4013</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2.232"/>
    </inkml:context>
    <inkml:brush xml:id="br0">
      <inkml:brushProperty name="width" value="0.025" units="cm"/>
      <inkml:brushProperty name="height" value="0.025" units="cm"/>
    </inkml:brush>
  </inkml:definitions>
  <inkml:trace contextRef="#ctx0" brushRef="#br0">220 1 9090,'0'0'11618,"-26"9"-11048,-80 32-134,98-38-287,0 1 1,1-1-1,-1 1 0,1 1 1,-1 0-1,-7 6 0,12-8-58,0 0 0,1 0-1,-1 1 1,1-1 0,-1 0 0,1 1-1,0 0 1,-2 6 0,4-9-86,-1-1 0,1 1 0,0 0 0,-1 0 0,1-1 0,0 1 0,0 0 0,0-1 0,0 1 0,0 0 0,0 0 0,0-1 0,0 1 0,0 0 0,0 0 0,0-1 0,0 1 0,1 0 0,-1-1 0,0 1 0,0 0 0,1-1 0,-1 1 0,1 0 0,-1-1 0,0 1 0,1-1 0,-1 1 0,2 1 0,24 6 79,-17-7-70,0-1 0,1 0 1,-1-1-1,14-2 0,-15 0-8,0-1 0,-1 1 0,1-1-1,-1-1 1,0 1 0,0-1 0,0-1 0,-1 1-1,0-1 1,0 0 0,0-1 0,-1 1 0,7-11-1,-12 71 1072,1-26-2638,-1-26 1412,1-1-1,-1 0 1,0 1-1,1-1 1,-1 0-1,1 0 0,-1 1 1,1-1-1,-1 0 1,1 0-1,0 0 1,-1 0-1,1 0 1,0 0-1,0 0 1,0 0-1,0 0 0,0 0 1,0-1-1,0 1 1,0 0-1,0-1 1,1 1-1,1 0 1,35 11-3928,-7-8-920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2.775"/>
    </inkml:context>
    <inkml:brush xml:id="br0">
      <inkml:brushProperty name="width" value="0.025" units="cm"/>
      <inkml:brushProperty name="height" value="0.025" units="cm"/>
    </inkml:brush>
  </inkml:definitions>
  <inkml:trace contextRef="#ctx0" brushRef="#br0">178 563 5329,'0'0'14454,"-15"0"-13893,-48 2-3,57-1-396,0 0 0,0 1 0,0 0 0,1 0 0,-1 0 0,1 1 0,0-1 0,-1 1 0,1 1 0,0-1 0,1 1 0,-1 0 0,1 0 0,0 0 0,0 0 0,0 1 0,-4 5 0,8-9-151,-1 0-1,0 1 0,1-1 0,-1 0 0,1 1 0,-1-1 0,1 1 1,-1-1-1,1 1 0,0-1 0,0 0 0,0 1 0,0-1 0,0 1 1,0-1-1,0 1 0,0-1 0,1 1 0,-1-1 0,0 1 0,1-1 1,-1 0-1,1 1 0,0-1 0,-1 0 0,1 1 0,0-1 1,0 0-1,0 0 0,0 0 0,0 0 0,0 0 0,0 0 0,0 0 1,1 0-1,-1 0 0,0 0 0,0-1 0,1 1 0,-1 0 0,1-1 1,-1 1-1,0-1 0,1 0 0,1 1 0,5-1-27,0 1-1,0-1 0,0-1 1,0 1-1,-1-1 0,1-1 0,0 0 1,0 0-1,-1 0 0,1-1 1,-1 0-1,8-4 0,-4-1-119,1 0-1,-2-1 0,1 0 1,-1 0-1,-1-1 0,13-16 1,9-16-307,-1-2 0,-2-1 0,-2-1 0,-2-1 0,-3-2 0,-1 0 0,-3-1 0,13-59 0,-27 94 552,0 0 0,-2 0 0,1-19 0,-2 33-56,0 1 0,0-1 1,0 0-1,0 1 0,0-1 0,0 1 0,0-1 0,0 0 0,0 1 0,-1-1 0,1 1 1,0-1-1,0 1 0,-1-1 0,1 0 0,0 1 0,-1-1 0,1 1 0,0-1 0,-1 1 1,1 0-1,-1-1 0,1 1 0,-1-1 0,1 1 0,-1 0 0,1-1 0,-1 1 1,1 0-1,-1 0 0,1-1 0,-1 1 0,1 0 0,-1 0 0,0 0 0,1 0 0,-1 0 1,1 0-1,-1 0 0,0 0 0,1 0 0,-2 0 0,-29 12 1227,17-1-995,0 0 0,1 1 1,1 0-1,0 1 1,1 0-1,0 1 1,1 1-1,-9 17 1,-1 3 257,1 1 1,-20 60-1,24-45-298,2 0 1,2 2-1,2 0 0,3 0 1,0 102-1,6-154-280,0 1 0,1 0 1,-1 0-1,0 0 0,1 0 0,-1-1 1,1 1-1,0 0 0,-1 0 0,1-1 1,0 1-1,0 0 0,0-1 0,0 1 1,0-1-1,0 1 0,1-1 0,-1 0 1,1 1-1,-1-1 0,0 0 1,1 0-1,0 0 0,-1 0 0,1 0 1,0-1-1,-1 1 0,1 0 0,0-1 1,0 1-1,3 0 0,6 0-913,1 1-1,0-1 1,-1-1 0,14-1-1,-6 1-1876,19 0-5892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3.641"/>
    </inkml:context>
    <inkml:brush xml:id="br0">
      <inkml:brushProperty name="width" value="0.025" units="cm"/>
      <inkml:brushProperty name="height" value="0.025" units="cm"/>
    </inkml:brush>
  </inkml:definitions>
  <inkml:trace contextRef="#ctx0" brushRef="#br0">0 126 8330,'0'0'12464,"5"4"-10861,1 3-1315,0 0 0,0 1 1,0 0-1,-1 0 1,0 0-1,-1 1 0,0-1 1,0 1-1,-1 0 0,0 0 1,-1 1-1,0-1 0,2 15 1,-4-19-190,1-8 157,-2-16-177,-2 10-88,1 0 0,0-1 0,0 1 0,1-1 0,1 1 0,-1-1 0,2 0 0,-1 1 0,1-1 0,1 1-1,0-1 1,0 1 0,1 0 0,0-1 0,6-12 0,3 5-345,22-27 1053,-31 42-993,-1 0-1,1 0 1,0 0 0,-1 0 0,1 1 0,0-1 0,0 1 0,0 0 0,0 0 0,0 0 0,0 0-1,0 0 1,0 1 0,1-1 0,4 1 0,29 0-5987,-18 0 594</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4.063"/>
    </inkml:context>
    <inkml:brush xml:id="br0">
      <inkml:brushProperty name="width" value="0.025" units="cm"/>
      <inkml:brushProperty name="height" value="0.025" units="cm"/>
    </inkml:brush>
  </inkml:definitions>
  <inkml:trace contextRef="#ctx0" brushRef="#br0">206 1 10818,'0'0'14086,"-24"16"-13301,-78 55-99,96-67-602,0 0-1,0 1 1,0 0 0,0 0-1,1 0 1,0 1 0,0-1-1,1 1 1,0 1-1,0-1 1,-5 10 0,5-9-53,3-3-16,-1 0 0,1 1 0,-1-1 1,1 0-1,0 0 0,1 1 0,-1 7 0,3-11-13,0 0 0,1 0 0,-1 0 0,0-1 0,1 1 0,-1-1 0,1 0 0,-1 1 0,0-1 0,1 0 0,-1 0 0,1-1 0,2 1 0,-2-1-3,3 1 10,0-1 0,0 0 1,-1-1-1,1 1 0,0-1 1,-1 0-1,0-1 0,1 1 0,-1-1 1,7-5-1,47-40 117,-60 86 599,1-36-977,0 0 0,0 0 0,0 0 0,0 0 0,0 1 0,1-1 0,-1 0 0,1 0 0,-1 0 0,1 0 0,0 0 0,0 0 0,0 0 0,0 0 0,0 0 1,1-1-1,-1 1 0,0 0 0,3 1 0,25-2-9730,-15-1-67</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4.216"/>
    </inkml:context>
    <inkml:brush xml:id="br0">
      <inkml:brushProperty name="width" value="0.025" units="cm"/>
      <inkml:brushProperty name="height" value="0.025" units="cm"/>
    </inkml:brush>
  </inkml:definitions>
  <inkml:trace contextRef="#ctx0" brushRef="#br0">0 1 7434</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4.419"/>
    </inkml:context>
    <inkml:brush xml:id="br0">
      <inkml:brushProperty name="width" value="0.025" units="cm"/>
      <inkml:brushProperty name="height" value="0.025" units="cm"/>
    </inkml:brush>
  </inkml:definitions>
  <inkml:trace contextRef="#ctx0" brushRef="#br0">0 1 7434,'118'56'5697,"-95"-45"2191,-23-6-4465,1 21-2157,0-24-1218,-1 0-1,0-1 1,1 1 0,0 0-1,-1-1 1,1 1 0,0-1-1,0 1 1,0-1-1,0 1 1,0-1 0,0 0-1,0 1 1,0-1 0,0 0-1,1 0 1,-1 0 0,0 0-1,1 0 1,-1 0-1,1 0 1,1 0 0,3 0-68,-1 0 0,0 0 0,1-1 0,-1 0 0,1 0 0,6-1 0,-11 1 18,13-3-160,1-1 0,-1 0 0,0 0 1,0-1-1,-1-1 0,15-9 0,-27 15 153,0 0-1,0-1 0,-1 1 0,1 0 0,0-1 0,0 1 0,0 0 1,-1 0-1,1 0 0,0 0 0,0 0 0,0 0 0,0 0 0,0 0 0,-1 0 1,1 0-1,0 0 0,0 1 0,0-1 0,0 0 0,-1 0 0,1 1 0,0-1 1,0 1-1,-1-1 0,1 1 0,0-1 0,-1 1 0,1-1 0,-1 1 1,1 0-1,0-1 0,-1 1 0,1 0 0,-1-1 0,0 1 0,1 0 0,-1 0 1,1 1-1,13 14-1536,30 0-5382,-20-13 461</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4.928"/>
    </inkml:context>
    <inkml:brush xml:id="br0">
      <inkml:brushProperty name="width" value="0.025" units="cm"/>
      <inkml:brushProperty name="height" value="0.025" units="cm"/>
    </inkml:brush>
  </inkml:definitions>
  <inkml:trace contextRef="#ctx0" brushRef="#br0">398 1 12139,'0'0'11791,"-20"14"-11713,-62 42-68,66-38-48,16-18 37,0 1 1,0-1-1,0 0 0,0 0 0,0 1 0,0-1 1,0 0-1,0 1 0,0-1 0,0 0 1,1 0-1,-1 1 0,0-1 0,0 0 0,0 0 1,0 1-1,0-1 0,1 0 0,-1 0 1,0 0-1,0 1 0,0-1 0,1 0 0,-1 0 1,0 0-1,0 0 0,1 1 0,-1-1 0,0 0 1,1 0-1,-1 0 0,0 0 0,0 0 1,1 0-1,-1 0 0,22 1-47,-16-1-30,-2 1 14,-1-1 1,1 0 0,0 1 0,0-1 0,-1-1-1,1 1 1,0 0 0,-1-1 0,1 0 0,-1 0-1,1 0 1,-1 0 0,1-1 0,-1 1 0,0-1-1,1 0 1,-1 0 0,0 0 0,0 0 0,0-1-1,-1 1 1,1-1 0,3-4 0,7-10-191,2-1 316,-14 19-52,0 0-1,-1 0 0,1-1 0,-1 1 1,1 0-1,-1 0 0,0 0 1,1 0-1,-1 0 0,0 0 1,0 0-1,0 0 0,1 0 1,-1 0-1,0 0 0,0 0 1,0-1-1,-1 1 0,1 0 1,0 0-1,0 0 0,0 0 0,-1 0 1,0 2-1,-5 32 167,-2 0 0,-1 0-1,-20 48 1,-6 20 148,19-22-76,14-63-187,-1 0 1,-1-1-1,0 1 1,-1-1-1,-1 0 1,-1 0 0,-13 23-1,18-37-3,-1 0 0,1 0-1,-1 0 1,1-1 0,-1 1-1,0-1 1,0 0 0,0 0-1,-1 0 1,1 0 0,0 0-1,-1-1 1,1 1 0,-1-1-1,1 0 1,-1 0 0,0-1-1,1 1 1,-1-1 0,0 0-1,0 0 1,1 0 0,-1 0-1,0 0 1,1-1 0,-8-2-1,2 1-33,0-1 0,0 0-1,0 0 1,1-1 0,-1-1-1,1 1 1,0-1 0,1 0-1,-12-11 1,7 6-10,1-1 1,0-1 0,-15-21-1,23 27-100,0 0-1,0 1 1,0-1-1,1 0 1,-1-1 0,2 1-1,-1 0 1,1-1-1,0 1 1,0 0-1,0-10 1,1 12-165,0 0-1,0 0 1,1 0-1,-1 0 1,1 0-1,0 1 1,0-1-1,0 0 1,1 1-1,-1-1 1,1 1-1,0-1 1,0 1-1,2-4 1,3 0-868,-1 1 0,1 0 0,0 0 0,13-8 0,-8 6-592,27-19-6270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5.243"/>
    </inkml:context>
    <inkml:brush xml:id="br0">
      <inkml:brushProperty name="width" value="0.025" units="cm"/>
      <inkml:brushProperty name="height" value="0.025" units="cm"/>
    </inkml:brush>
  </inkml:definitions>
  <inkml:trace contextRef="#ctx0" brushRef="#br0">212 1 12243,'0'0'9640,"-27"29"-7514,-83 95-664,105-118-1334,-1 0 0,1 1-1,0-1 1,1 1 0,0 1 0,0-1 0,0 1 0,1-1 0,0 1 0,1 0 0,-1 0 0,0 9-1,-1 5 153,-3 12 65,2 0 1,1 0 0,1 37 0,2 5-2222,1-42-211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45.554"/>
    </inkml:context>
    <inkml:brush xml:id="br0">
      <inkml:brushProperty name="width" value="0.025" units="cm"/>
      <inkml:brushProperty name="height" value="0.025" units="cm"/>
    </inkml:brush>
  </inkml:definitions>
  <inkml:trace contextRef="#ctx0" brushRef="#br0">0 81 888,'0'0'19606,"23"0"-18381,70-1-605,-32-5-266,-60 6-339,1-1 1,0 1 0,-1-1-1,1 1 1,-1-1 0,1 0 0,-1 0-1,1 0 1,-1 0 0,0 0-1,1 0 1,-1 0 0,0 0-1,0 0 1,0 0 0,0-1-1,0 1 1,0-1 0,0 1 0,1-3-1,-2 3-2,1 0-1,-1 0 0,1-1 1,-1 1-1,0 0 0,0 0 1,1-1-1,-1 1 1,0 0-1,0 0 0,0-1 1,0 1-1,-1 0 0,1-1 1,0 1-1,0 0 0,-1 0 1,1-1-1,-1 1 1,1 0-1,-1 0 0,0 0 1,1 0-1,-1 0 0,0 0 1,0 0-1,-1-2 1,0 2 69,0-1 0,-1 0 1,1 1-1,-1-1 0,0 1 1,1 0-1,-1 0 0,0 0 1,0 0-1,0 0 1,0 1-1,-3-1 0,2 1 71,0-1 0,0 1 0,0 0 0,0 0 0,-1 1 0,1 0 0,0-1 0,-7 3 0,10-2-95,-1-1-1,1 1 1,0 0-1,-1-1 1,1 1-1,-1 0 1,1 0-1,0 0 1,0 0 0,-1 0-1,1 0 1,0 0-1,0 0 1,0 0-1,0 1 1,1-1-1,-1 0 1,0 1-1,0-1 1,1 0-1,-2 3 1,2 0-61,-1-1 1,1 0 0,-1 0-1,1 1 1,0-1-1,0 0 1,1 0-1,-1 1 1,1-1 0,-1 0-1,1 0 1,0 0-1,0 1 1,0-1 0,1 0-1,-1 0 1,1-1-1,0 1 1,0 0-1,3 3 1,3 2-1042,0-1 0,1 0 0,-1-1 0,19 11 0,-9-7-2016,7 6-6097</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0.493"/>
    </inkml:context>
    <inkml:brush xml:id="br0">
      <inkml:brushProperty name="width" value="0.025" units="cm"/>
      <inkml:brushProperty name="height" value="0.025" units="cm"/>
    </inkml:brush>
  </inkml:definitions>
  <inkml:trace contextRef="#ctx0" brushRef="#br0">406 202 4713,'0'0'13434,"6"-20"-12302,20-61-199,-20 55 10,-6 24-61,-3 2-81,-17 2-724,0 0 0,0 1-1,0 1 1,1 1 0,0 1-1,0 0 1,0 1 0,0 1 0,1 1-1,1 1 1,-1 1 0,2 0-1,-1 1 1,2 0 0,0 2-1,0 0 1,1 0 0,1 1 0,0 1-1,1 0 1,1 1 0,1 0-1,0 1 1,1 0 0,1 0 0,1 1-1,0 0 1,2 1 0,0-1-1,-3 32 1,6-25-61,1 1 0,2-1 1,4 32-1,-3-46-16,1-1 1,0 0-1,1 1 0,0-1 0,1-1 1,0 1-1,0-1 0,1 0 1,9 12-1,-10-15 1,0-1 0,0 1-1,0-1 1,1 0 0,0 0 0,0-1 0,0 0-1,1 0 1,-1 0 0,1-1 0,1 0-1,-1 0 1,0-1 0,1 0 0,0 0 0,0-1-1,-1 0 1,2 0 0,-1-1 0,0 0-1,0 0 1,0-1 0,9 0 0,-1-1 2,0-1 0,1 0 0,-1-1 0,0-1 0,-1-1 0,1 0 0,-1 0 0,0-2 0,0 0 0,-1-1 0,1 0 0,-2-1 0,0-1 0,0 0 0,0-1 0,-1 0 0,-1 0 0,0-2 0,-1 1 0,11-17 0,-5 5-3,-1-1 1,-1 0-1,-1-1 1,-2 0-1,0-1 1,-2 0-1,-1-1 0,-1 0 1,-1 0-1,3-51 1,-8 57 9,0 1 0,-2-1 1,-1 1-1,0 0 0,-1 0 1,-2 0-1,-6-20 1,8 33-3,0 1 1,0 0 0,-1 0 0,1 0 0,-2 0 0,1 1 0,-1 0-1,0 0 1,0 0 0,0 0 0,-1 1 0,0 0 0,0 0 0,-1 0 0,1 1-1,-1 0 1,0 1 0,0-1 0,0 1 0,0 0 0,-1 1 0,-10-3-1,7 4 0,0-1 0,0 2 0,1-1 0,-1 1-1,0 1 1,0 0 0,0 1 0,1 0-1,-1 0 1,1 1 0,-1 0 0,1 1-1,0 1 1,-15 8 0,18-9-232,1 0 0,0 0 0,0 1 0,0-1 0,1 2 1,-1-1-1,1 0 0,0 1 0,1 0 0,0 0 0,0 0 0,0 1 0,0 0 0,1-1 1,0 1-1,1 0 0,0 0 0,0 1 0,0-1 0,1 0 0,0 1 0,0 8 0,3 39-7400,9-34-479</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0.837"/>
    </inkml:context>
    <inkml:brush xml:id="br0">
      <inkml:brushProperty name="width" value="0.025" units="cm"/>
      <inkml:brushProperty name="height" value="0.025" units="cm"/>
    </inkml:brush>
  </inkml:definitions>
  <inkml:trace contextRef="#ctx0" brushRef="#br0">0 0 7882,'0'0'13875,"17"19"-12760,140 129 1064,-86-84-1461,50 41-144,-109-95-501,-7-6-64,-1 0 0,1 0 1,0 0-1,0-1 1,0 0-1,0 0 0,1 0 1,-1-1-1,1 0 1,7 2-1,-12-4-57,-4 1-1267,0-1 662,0 0 1,0 0 0,0 0-1,-1 0 1,1 0-1,0 0 1,0-1 0,0 0-1,0 1 1,0-1-1,1 0 1,-1-1 0,0 1-1,-2-2 1,-9-4-7228</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1.329"/>
    </inkml:context>
    <inkml:brush xml:id="br0">
      <inkml:brushProperty name="width" value="0.025" units="cm"/>
      <inkml:brushProperty name="height" value="0.025" units="cm"/>
    </inkml:brush>
  </inkml:definitions>
  <inkml:trace contextRef="#ctx0" brushRef="#br0">1 1 4233,'0'0'15154,"2"7"-13613,15 95 1830,-5-21-2111,-12-79-1264,1-1 0,-1 0-1,1 1 1,-1-1 0,1 1 0,-1-1 0,1 0 0,0 0 0,0 1 0,0-1-1,0 0 1,0 0 0,0 0 0,0 0 0,0 0 0,0 0 0,1 0 0,-1 0-1,0-1 1,1 1 0,-1 0 0,0-1 0,1 1 0,-1-1 0,1 1 0,-1-1-1,1 0 1,-1 0 0,1 0 0,-1 1 0,1-2 0,-1 1 0,1 0 0,-1 0-1,1 0 1,-1-1 0,1 1 0,1-1 0,3-1-102,0 1 1,0-1-1,1-1 1,-2 1-1,1-1 0,0 0 1,7-6-1,9-10-438,0-1-1,22-28 1,4-4 2801,-48 58-1839,0-1-196,0 1 0,0-1 0,0 0 0,0 1 0,1-1 0,0 0 0,0 1 0,4 7 0,-4-10-243,1-1 0,0 0 0,0 0 0,0 0 0,0 0 1,0-1-1,0 1 0,1 0 0,-1-1 0,1 0 0,-1 1 0,1-1 0,-1 0 0,1 0 1,0-1-1,-1 1 0,1-1 0,0 1 0,4-1 0,61 7-2473,-24-7-2112,-16 0-1834</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1.877"/>
    </inkml:context>
    <inkml:brush xml:id="br0">
      <inkml:brushProperty name="width" value="0.025" units="cm"/>
      <inkml:brushProperty name="height" value="0.025" units="cm"/>
    </inkml:brush>
  </inkml:definitions>
  <inkml:trace contextRef="#ctx0" brushRef="#br0">182 21 4257,'0'0'15977,"4"-2"-14497,-4 2-1444,0 0 0,0 0 1,1-1-1,-1 1 0,0 0 0,0 0 1,1 0-1,-1 0 0,0 0 0,0 0 0,1-1 1,-1 1-1,0 0 0,0 0 0,0 0 1,0-1-1,1 1 0,-1 0 0,0 0 1,0 0-1,0-1 0,0 1 0,0 0 0,1 0 1,-1-1-1,0 1 0,0 0 0,0 0 1,0-1-1,0 1 0,0 0 0,0-1 1,0 1-1,0 0 0,0 0 0,0-1 0,0 1 1,0 0-1,0 0 0,0-1 0,-1 1 1,1 0-1,0 0 0,0-1 0,0 1 1,0 0-1,0 0 0,-1-1 0,1 1 0,0 0 1,0 0-1,0 0 0,0 0 0,-1-1 1,1 1-1,0 0 0,0 0 0,-1 0 1,1 0-1,0 0 0,0 0 0,-1-1 0,1 1 1,0 0-1,0 0 0,-1 0 0,1 0 1,-1 0-1,-35-5 1135,23 5-942,0 0 0,1 0 0,-1 1 0,-24 6 0,34-6-201,-1 1-1,1 0 1,-1 0 0,1 0 0,0 0 0,-1 0 0,1 1-1,0-1 1,1 1 0,-1 0 0,0 0 0,1 0 0,-1 0-1,1 0 1,0 0 0,0 1 0,1-1 0,-1 1 0,0 0 0,1-1-1,0 1 1,0 0 0,0 0 0,1 0 0,-1 0 0,1-1-1,0 1 1,0 0 0,0 0 0,1 0 0,-1 0 0,3 7 0,-1-8-26,0 0 1,0 0-1,0 0 1,1 0-1,0 0 1,-1-1-1,1 1 1,0-1-1,0 1 1,0-1-1,1 0 1,-1 0 0,0-1-1,1 1 1,3 1-1,4 1-6,0-1-1,0 1 1,20 2-1,-15-3-89,-1-2 0,1 0-1,-1 0 1,1-2 0,0 0-1,28-6 1,-40 6 83,0 0-1,0 0 0,0-1 1,0 0-1,0 0 1,-1 0-1,1 0 1,-1 0-1,1-1 0,-1 1 1,0-1-1,0 0 1,0 0-1,-1 0 1,1-1-1,0 1 0,-1 0 1,0-1-1,0 0 1,0 1-1,-1-1 1,1 0-1,-1 0 0,0 0 1,0 0-1,0 0 1,0 0-1,-1-1 0,0 1 1,0-7-1,0 10 54,0 0-1,0 0 0,0 0 0,0 0 1,0 0-1,0 0 0,0 0 0,0 0 1,0 0-1,0 0 0,1 0 0,-1 1 1,0-1-1,1 0 0,-1 0 1,1 0-1,-1 0 0,1 1 0,-1-1 1,1 0-1,0 0 0,-1 1 0,1-1 1,0 1-1,1-2 0,0 2 0,0-1 0,0 1 0,0 0 0,0 0 0,0-1 0,0 1 0,0 1 0,0-1 0,0 0 0,0 0 0,0 1 0,2 0 0,5 2-8,0 1 1,0 0-1,-1 0 0,0 1 1,14 9-1,25 14-102,-18-15-768,1-1-1,33 7 1,23-2-4113,-33-13-462</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2.442"/>
    </inkml:context>
    <inkml:brush xml:id="br0">
      <inkml:brushProperty name="width" value="0.025" units="cm"/>
      <inkml:brushProperty name="height" value="0.025" units="cm"/>
    </inkml:brush>
  </inkml:definitions>
  <inkml:trace contextRef="#ctx0" brushRef="#br0">328 693 8010,'0'0'15335,"-11"-8"-14315,1 0-773,6 3-154,-1 1-1,0 0 1,0 1-1,0-1 1,0 1 0,0 0-1,-1 0 1,1 1 0,-1-1-1,0 1 1,0 1 0,-9-2-1,-9 0 277,0 1 0,0 1-1,-1 1 1,1 1 0,-37 7 0,59-8-343,0 1 1,-1 0-1,1 0 0,-1 0 1,1 0-1,0 1 1,0-1-1,0 1 0,0-1 1,0 1-1,0 0 1,0-1-1,0 1 1,1 0-1,-1 0 0,1 0 1,-1 1-1,1-1 1,-2 4-1,2 0-11,-1 0 0,1 0 0,0 0-1,0 0 1,0 1 0,1 8 0,1-13-14,-1 0 1,0 0-1,1 0 1,-1 0-1,1 0 1,0-1-1,-1 1 1,1 0-1,0 0 1,0-1-1,0 1 1,0-1 0,1 1-1,-1-1 1,0 1-1,1-1 1,-1 0-1,1 0 1,-1 1-1,1-1 1,-1 0-1,1 0 1,0-1-1,0 1 1,-1 0-1,1 0 1,0-1-1,0 0 1,0 1-1,3-1 1,8 3-31,0-2 1,0 1-1,17-2 1,-24 0 9,3-1-64,0 0 0,1 0-1,-1-1 1,0 0 0,0-1-1,0 0 1,-1 0-1,1-1 1,-1 0 0,0 0-1,0-1 1,0 0 0,-1 0-1,1-1 1,-1 0-1,-1-1 1,1 1 0,-1-1-1,10-14 1,6-12-317,-2-1 0,0-1 0,18-49 0,-33 73 377,199-462-1098,-200 467 2474,-6 18-818,-9 23-48,9-30-424,-98 261 2075,85-219-1991,3 1-1,2 0 0,-7 91 0,15-110-187,-1 52-1,3-76-77,0 0 1,1 0-1,-1-1 1,1 1-1,0 0 0,0 0 1,1 0-1,-1-1 1,1 1-1,0-1 1,1 1-1,2 4 1,-1-6-189,-1-1 0,1 1 1,0-1-1,0 0 0,0 0 1,0-1-1,0 1 1,0-1-1,0 0 0,1 0 1,-1 0-1,0-1 0,1 1 1,-1-1-1,1 0 1,-1-1-1,0 1 0,7-2 1,10 1-2861,12 1-3786</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2.764"/>
    </inkml:context>
    <inkml:brush xml:id="br0">
      <inkml:brushProperty name="width" value="0.025" units="cm"/>
      <inkml:brushProperty name="height" value="0.025" units="cm"/>
    </inkml:brush>
  </inkml:definitions>
  <inkml:trace contextRef="#ctx0" brushRef="#br0">3 321 11723,'0'0'16107,"1"17"-15620,-1-7-474,4 47 331,-4-50-264,-1-9-35,-2-36-118,1 18 5,1-1 0,0 1 0,2-1 0,6-36 0,-4 45-7,0 0 0,1 0 1,0 0-1,1 1 1,0 0-1,1 0 0,1 0 1,-1 0-1,10-9 0,0-1-227,-10 12 36,0 0 1,1 0-1,0 1 1,0 0-1,1 1 0,0 0 1,0 0-1,1 0 1,10-5-1,-18 11 142,-1 1-1,1-1 0,-1 1 1,1-1-1,-1 1 1,1 0-1,0-1 0,-1 1 1,1 0-1,0 0 1,-1 0-1,1-1 0,0 1 1,-1 0-1,1 0 1,0 0-1,-1 0 0,1 0 1,0 0-1,-1 0 0,1 0 1,0 0-1,-1 0 1,1 1-1,0-1 0,-1 0 1,1 0-1,0 1 1,-1-1-1,1 0 0,-1 1 1,1-1-1,-1 0 1,1 1-1,-1-1 0,1 1 1,-1-1-1,1 1 1,-1-1-1,1 1 0,-1 0 1,0-1-1,1 1 0,-1-1 1,0 1-1,0 0 1,0-1-1,1 1 0,-1 0 1,0-1-1,0 1 1,0 0-1,0-1 0,0 2 1,0 19-4989</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3.197"/>
    </inkml:context>
    <inkml:brush xml:id="br0">
      <inkml:brushProperty name="width" value="0.025" units="cm"/>
      <inkml:brushProperty name="height" value="0.025" units="cm"/>
    </inkml:brush>
  </inkml:definitions>
  <inkml:trace contextRef="#ctx0" brushRef="#br0">287 0 8858,'0'0'15561,"-32"1"-14659,-102 7-117,129-8-716,0 0 1,0 1-1,0-1 1,0 1-1,1 0 1,-1 0 0,0 1-1,1 0 1,-1-1-1,1 2 1,-1-1-1,1 0 1,0 1 0,0 0-1,0 0 1,0 0-1,1 0 1,-1 1-1,1-1 1,0 1-1,-4 5 1,1-1 17,4-3-58,-1-1-1,1 1 0,0-1 1,1 1-1,-1 0 1,1 0-1,-2 8 0,3-11-28,-1 0 0,1 0-1,0 0 1,0 0-1,-1-1 1,1 1 0,0 0-1,1 0 1,-1 0-1,0 0 1,1 0-1,-1 0 1,1 0 0,-1 0-1,1 0 1,0-1-1,0 1 1,-1 0 0,2-1-1,-1 1 1,0 0-1,0-1 1,3 3 0,7 0-51,0 0 1,0-1 0,1 0-1,-1-1 1,1-1 0,-1 0-1,1 0 1,0-1 0,14-2-1,0 2-308,-15-1 272,0-1 0,0 0 0,-1 0 0,1-1 0,0-1 0,-1 0 0,0 0 0,0-1 0,0 0 0,-1 0 0,0-1 0,0-1 0,0 0 0,-1 0 1,0 0-1,0-1 0,-1 0 0,0-1 0,7-9 0,-14 21 273,1 0 0,0 0-1,0 0 1,0 0 0,0 0 0,1 0 0,-1 0 0,1-1 0,0 1 0,0-1-1,0 1 1,3 3 0,1 0-252,-1 1 1,1-1-1,0 0 0,0 0 0,11 6 1,-5-5-478,1-2 1,0 1 0,0-2 0,1 0 0,24 5 0,37-1-6105,-24-7-988</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3.493"/>
    </inkml:context>
    <inkml:brush xml:id="br0">
      <inkml:brushProperty name="width" value="0.025" units="cm"/>
      <inkml:brushProperty name="height" value="0.025" units="cm"/>
    </inkml:brush>
  </inkml:definitions>
  <inkml:trace contextRef="#ctx0" brushRef="#br0">135 1 10850,'0'0'11316,"-6"24"-8671,-2 4-1976,2-11-332,1 1 0,1 0 0,0 0 0,2 0 0,0 0 0,1 22 0,3 69 1024,1-36-986,-9 88 0,6-158-519,-1 0 0,1 0 0,-1 0 0,1 1 0,-1-1 0,0-1 0,0 1 0,0 0 0,-1 0 0,1 0 0,-1 0-1,1-1 1,-1 1 0,0-1 0,0 1 0,0-1 0,-1 0 0,1 0 0,-4 3 0,4-4-571,-1 0 0,0 0 1,1 0-1,-1 0 0,0 0 0,0-1 1,1 1-1,-1-1 0,0 1 0,0-1 1,0 0-1,0 0 0,0-1 0,-3 0 0,-13-4-9047</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3.879"/>
    </inkml:context>
    <inkml:brush xml:id="br0">
      <inkml:brushProperty name="width" value="0.025" units="cm"/>
      <inkml:brushProperty name="height" value="0.025" units="cm"/>
    </inkml:brush>
  </inkml:definitions>
  <inkml:trace contextRef="#ctx0" brushRef="#br0">0 13 12307,'0'0'12634,"33"-1"-11409,229-7 724,38 5-1183,-298 3-269,-2 9 110,-10 33 69,-1-3-229,6 47-406,4-81-355,-1-1-1,0 0 0,0 1 0,0-1 1,0 0-1,-1 0 0,1 0 0,-1 0 1,-6 6-1,-7 0-8623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4.064"/>
    </inkml:context>
    <inkml:brush xml:id="br0">
      <inkml:brushProperty name="width" value="0.025" units="cm"/>
      <inkml:brushProperty name="height" value="0.025" units="cm"/>
    </inkml:brush>
  </inkml:definitions>
  <inkml:trace contextRef="#ctx0" brushRef="#br0">0 0 13899,'0'0'9978,"0"112"-11066,0-80-1801,0-6-2992</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4.376"/>
    </inkml:context>
    <inkml:brush xml:id="br0">
      <inkml:brushProperty name="width" value="0.025" units="cm"/>
      <inkml:brushProperty name="height" value="0.025" units="cm"/>
    </inkml:brush>
  </inkml:definitions>
  <inkml:trace contextRef="#ctx0" brushRef="#br0">232 1 12067,'0'0'9115,"-28"4"-7104,-88 14-564,111-17-1323,1 0-1,-1 0 1,0 1-1,1-1 1,-1 1 0,1 0-1,0 0 1,-1 0-1,1 1 1,0-1 0,1 1-1,-1 0 1,0 0-1,1 1 1,0-1 0,-6 8-1,7-7-41,0 0 0,0 0 0,1 0 0,0 0 0,-1 1-1,2-1 1,-1 0 0,0 1 0,1-1 0,0 0 0,0 1 0,0-1-1,1 7 1,0-8-73,0-1-1,1 1 1,-1-1 0,1 1-1,-1-1 1,1 0-1,0 1 1,-1-1 0,1 0-1,0 0 1,0 0-1,1-1 1,-1 1-1,0 0 1,1-1 0,-1 0-1,1 1 1,-1-1-1,1 0 1,5 1-1,2 2-4,1-1 0,0 0 0,0 0-1,16 0 1,78 1-371,-34-3-4624</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6.026"/>
    </inkml:context>
    <inkml:brush xml:id="br0">
      <inkml:brushProperty name="width" value="0.025" units="cm"/>
      <inkml:brushProperty name="height" value="0.025" units="cm"/>
    </inkml:brush>
  </inkml:definitions>
  <inkml:trace contextRef="#ctx0" brushRef="#br0">142 160 3769,'0'0'4001,"5"-9"-3745,-3 7-208,3-6 192,0 0 0,-1-1 0,0 1-1,0-1 1,-1 0 0,5-17 0,-7 16-777,10-42 9148,-7 43-3435,-2 31-3428,-18 259 2171,5-135-3736,10-130-148,0 1 0,-1-1-1,-1 1 1,-7 21 0,9-35-206,0 0 0,0 1 0,0-1 0,-1 0 0,1 0 0,-1 0 0,0 0 0,0 0 0,0 0 0,0-1 0,0 1 0,-1-1-1,1 1 1,-1-1 0,0 0 0,0 0 0,1 0 0,-1 0 0,0-1 0,-1 1 0,1-1 0,0 1 0,0-1 0,-1 0 0,1-1 0,0 1 0,-1 0 0,-3-1-1,6 0 61,-5 0-737,0 0 0,0 0-1,1-1 1,-1 1-1,0-2 1,1 1-1,-8-3 1,-13-10-5382</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6.385"/>
    </inkml:context>
    <inkml:brush xml:id="br0">
      <inkml:brushProperty name="width" value="0.025" units="cm"/>
      <inkml:brushProperty name="height" value="0.025" units="cm"/>
    </inkml:brush>
  </inkml:definitions>
  <inkml:trace contextRef="#ctx0" brushRef="#br0">0 64 9618,'0'0'11352,"39"-9"-10229,127-30-187,-133 33-593,-1 2 1,0 2-1,1 0 0,40 4 0,-6 0 99,399-2 1126,-393-6-1052,-99 26-446,21-15-330,1-1 1,-1 1 0,1 0-1,0 0 1,0 0 0,1 0-1,-1 1 1,-2 7 0,2-4-1046,1 0 1,0 0-1,0 0 1,1 0-1,-1 10 1,2 8-4666</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6.670"/>
    </inkml:context>
    <inkml:brush xml:id="br0">
      <inkml:brushProperty name="width" value="0.025" units="cm"/>
      <inkml:brushProperty name="height" value="0.025" units="cm"/>
    </inkml:brush>
  </inkml:definitions>
  <inkml:trace contextRef="#ctx0" brushRef="#br0">116 1 4537,'0'0'22101,"-15"22"-21388,-45 72-317,57-89-362,-1 0 0,2 1 0,-1-1 0,0 1-1,1 0 1,0 0 0,-2 11 0,-1 2 2,0-8-416,-2 2-3673,6-34-1495,1 20 5360,0-25-6767</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6.852"/>
    </inkml:context>
    <inkml:brush xml:id="br0">
      <inkml:brushProperty name="width" value="0.025" units="cm"/>
      <inkml:brushProperty name="height" value="0.025" units="cm"/>
    </inkml:brush>
  </inkml:definitions>
  <inkml:trace contextRef="#ctx0" brushRef="#br0">0 1 8386,'0'0'13451,"45"74"-13891,-26-52-1617,1 7-3016</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7.511"/>
    </inkml:context>
    <inkml:brush xml:id="br0">
      <inkml:brushProperty name="width" value="0.025" units="cm"/>
      <inkml:brushProperty name="height" value="0.025" units="cm"/>
    </inkml:brush>
  </inkml:definitions>
  <inkml:trace contextRef="#ctx0" brushRef="#br0">0 46 9090,'0'0'15235,"4"9"-13943,-3-9-1271,27 72 1853,-26-66-1804,0 0 0,0 0 0,-1 0 0,0 0 0,0 0 0,-1 1 0,0-1 0,0 0 0,0 0 0,-1 1 0,1-1 0,-3 8 0,2-13-91,0-1-1,0 1 1,0 0 0,0-1-1,0 1 1,0-1 0,0 1-1,0-1 1,0 1 0,0-1-1,0 0 1,0 1 0,0-1-1,0 0 1,0 0 0,0 0-1,0 0 1,-1 0 0,1 0-1,0 0 1,0 0 0,0-1-1,0 1 1,0 0 0,0-1-1,0 1 1,0 0 0,-1-2-1,1-4-82,2 1 1,-1-1-1,1 0 0,0 0 0,0 1 0,0-1 1,1 0-1,0 1 0,0-1 0,0 1 0,6-10 1,-2 8 41,-1 1 0,1-1 0,0 1 0,0 0 1,1 1-1,0 0 0,0 0 0,8-4 1,15-10-21,49-20 1,-66 34 97,-1 0 1,1 1-1,1 1 1,-1 0 0,0 0-1,27 0 1,-38 12 1020,-2 94 458,40-105-1587,-18-6-59,0-1 0,30-17 0,28-11-78,-60 29 202,-15 6 120,0 0 1,0 0-1,0 0 0,0 1 1,0 0-1,0 0 0,6-1 1,-11 29 957,0 87-249,0-113-869,1 0 0,-1 0 0,0 0-1,0 0 1,1 0 0,-1 0-1,0 0 1,1 0 0,-1 0-1,1 0 1,-1 0 0,1-1-1,0 1 1,-1 0 0,1 0-1,0 0 1,-1-1 0,1 1-1,0 0 1,0-1 0,0 1-1,0-1 1,0 1 0,0-1 0,0 0-1,0 1 1,0-1 0,0 0-1,0 1 1,0-1 0,0 0-1,1 0 1,20 2-3702,-3-4-4025,0 0-2275</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3:57.926"/>
    </inkml:context>
    <inkml:brush xml:id="br0">
      <inkml:brushProperty name="width" value="0.025" units="cm"/>
      <inkml:brushProperty name="height" value="0.025" units="cm"/>
    </inkml:brush>
  </inkml:definitions>
  <inkml:trace contextRef="#ctx0" brushRef="#br0">0 18 9010,'0'0'11274,"18"8"-10642,0 1-468,-2-1 16,0 0 1,1 0-1,0-2 0,0 0 1,22 4-1,-34-9-167,-1 0-1,1-1 1,0 0-1,-1 0 1,1 0-1,-1-1 1,1 1-1,-1-1 1,1 0-1,-1 0 1,1-1-1,-1 0 1,8-3 0,-10 3-39,0 0 1,1 0 0,-1 1 0,0-1 0,-1-1-1,1 1 1,0 0 0,0 0 0,-1-1 0,0 1-1,1-1 1,-1 1 0,0-1 0,0 0 0,0 1-1,-1-1 1,1 0 0,-1 0 0,1 1 0,-1-1 0,0-5-1,-1 7 26,1 0-1,-1 0 1,0 0-1,0 1 1,1-1-1,-1 0 1,0 0-1,0 1 1,0-1-1,0 1 1,0-1-1,0 1 1,0-1-1,0 1 1,0-1-1,0 1 1,0 0 0,0 0-1,0-1 1,0 1-1,0 0 1,0 0-1,0 0 1,0 0-1,0 0 1,-2 1-1,-41-1 105,32 1-17,2-2 138,-1 1 0,1 1-1,-1 0 1,1 0 0,-1 1 0,1 0 0,0 1 0,0 1 0,-14 5 0,20-7-88,1 1 1,-1 0 0,1-1-1,-1 1 1,1 1 0,0-1-1,0 0 1,0 1-1,0-1 1,1 1 0,0 0-1,-1 0 1,2 0-1,-1 0 1,0 1 0,1-1-1,-1 0 1,1 1-1,1-1 1,-1 0 0,0 1-1,1-1 1,1 10 0,-1-11-107,0 1 0,1-1 0,0 0 0,0 0 1,0 0-1,0 0 0,0 0 0,1 0 1,-1 0-1,1 0 0,0 0 0,0 0 0,0-1 1,0 1-1,0-1 0,1 0 0,-1 1 1,1-1-1,-1 0 0,1-1 0,0 1 0,0 0 1,5 1-1,8 5 3,0-2 0,1 0 0,19 5 0,-22-8 22,14 5-74,1-2 1,57 4-1,-68-9-733,0-2-1,0 1 0,21-5 1,-9-6-3837,-14-1-4200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0.636"/>
    </inkml:context>
    <inkml:brush xml:id="br0">
      <inkml:brushProperty name="width" value="0.025" units="cm"/>
      <inkml:brushProperty name="height" value="0.025" units="cm"/>
      <inkml:brushProperty name="color" value="#004F8B"/>
    </inkml:brush>
  </inkml:definitions>
  <inkml:trace contextRef="#ctx0" brushRef="#br0">169 218 5393,'0'0'9542,"9"-15"-8820,40-76 365,-45 79-236,0 0 0,-1 0 1,0 0-1,-1-1 1,-1 0-1,1-24 1,-2 36-444,-1 5-382,0 0 0,0 0 0,1 0 0,-1 0 0,1 0 1,0 0-1,0 0 0,0 0 0,2 5 0,-1 18 106,-10 25 258,-1-1 0,-3 0 0,-37 95 0,19-60 336,-22 46 56,31-79-341,-25 86 0,43-120-325,2 1 0,0 0 0,1 0 0,2 20 0,-1-8-84,0-31-20,0-26-3270,0-27-3339,0 26 568</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1.619"/>
    </inkml:context>
    <inkml:brush xml:id="br0">
      <inkml:brushProperty name="width" value="0.025" units="cm"/>
      <inkml:brushProperty name="height" value="0.025" units="cm"/>
      <inkml:brushProperty name="color" value="#004F8B"/>
    </inkml:brush>
  </inkml:definitions>
  <inkml:trace contextRef="#ctx0" brushRef="#br0">0 158 3393,'0'0'4146,"5"1"-2768,17 3-309,-17-3-189,41-1 4695,34-15-3712,85-12-1263,552-52-451,-704 78-183,-1 0 614,0 0-1,-1 0 1,1-1-1,-1 0 0,1-1 1,-1-1-1,17-7 0,-18 7-465,11-4 355,-21 8-435,-1 0-1,1 0 0,0 0 0,0 0 0,0 0 0,0-1 0,0 1 0,0 0 0,0 0 0,0 0 1,0 0-1,0 0 0,0 0 0,0 0 0,0-1 0,0 1 0,0 0 0,0 0 0,-1 0 0,1 0 0,0 0 1,0 0-1,1-1 0,-1 1 0,0 0 0,0 0 0,0 0 0,0 0 0,0 0 0,0 0 0,0-1 0,0 1 1,0 0-1,0 0 0,0 0 0,0 0 0,0 0 0,0 0 0,-3 0-439,0 1 0,-1 0 0,1 0 0,0 0 0,0 1 0,-1-1 1,1 1-1,0-1 0,0 1 0,1 0 0,-1 1 0,0-1 0,1 0 0,-1 1 0,1-1 0,0 1 0,-4 6 0,-8 10-4892</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3.096"/>
    </inkml:context>
    <inkml:brush xml:id="br0">
      <inkml:brushProperty name="width" value="0.025" units="cm"/>
      <inkml:brushProperty name="height" value="0.025" units="cm"/>
      <inkml:brushProperty name="color" value="#004F8B"/>
    </inkml:brush>
  </inkml:definitions>
  <inkml:trace contextRef="#ctx0" brushRef="#br0">1 39 3937,'0'0'7020,"5"1"-5390,16 3-213,-15-3 1324,12-1 72,213-17-272,-89 2-2303,-22 5-188,-113 8-18,-6 1-45,-14 12-5268,-25 16-2169,19-16 808</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3.766"/>
    </inkml:context>
    <inkml:brush xml:id="br0">
      <inkml:brushProperty name="width" value="0.025" units="cm"/>
      <inkml:brushProperty name="height" value="0.025" units="cm"/>
      <inkml:brushProperty name="color" value="#004F8B"/>
    </inkml:brush>
  </inkml:definitions>
  <inkml:trace contextRef="#ctx0" brushRef="#br0">0 42 3265,'0'0'10514,"0"-5"-2929,0 3-7372,1 2-180,-1-1 1,0 0 0,1 1 0,-1-1-1,0 0 1,1 1 0,-1-1 0,1 1-1,-1-1 1,1 1 0,-1-1 0,1 1-1,0-1 1,-1 1 0,1-1 0,0 1-1,-1 0 1,1-1 0,0 1-1,-1 0 1,1 0 0,0-1 0,0 1-1,-1 0 1,1 0 0,1 0 0,26-4 189,-21 4-80,55-5 371,72 4-1,41-3 914,-144 0-665,0 0-476,-8 3-9652,-5 1 2818</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4.972"/>
    </inkml:context>
    <inkml:brush xml:id="br0">
      <inkml:brushProperty name="width" value="0.025" units="cm"/>
      <inkml:brushProperty name="height" value="0.025" units="cm"/>
      <inkml:brushProperty name="color" value="#004F8B"/>
    </inkml:brush>
  </inkml:definitions>
  <inkml:trace contextRef="#ctx0" brushRef="#br0">309 44 1400,'0'0'2718,"7"0"-304,23 0-144,-17-5 2085,0-11-2327,-6 7-813,5-4 1537,-27 15-1066,-26 13-1118,23-5-493,-1 1 0,1 1 0,1 0 0,0 2 1,1 0-1,1 1 0,0 0 0,-17 23 0,1 5 192,2 2-1,-26 54 1,45-76-163,1 0-1,1 0 1,1 1 0,1 0-1,2 1 1,0-1-1,1 1 1,2 49-1,1-67-53,1-1-1,0 1 1,1-1-1,0 0 1,0 0 0,0 1-1,0-1 1,1-1-1,0 1 1,1 0-1,3 5 1,52 62 826,-37-48-333,-14-14-399,0 0 0,1-1-1,1 0 1,0-1 0,0 1 0,0-2 0,1 0-1,1 0 1,-1-1 0,1 0 0,1-1-1,-1-1 1,1 0 0,17 5 0,20 3 366,-49-13-427,-22-28-9334,10 14 3487</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6.136"/>
    </inkml:context>
    <inkml:brush xml:id="br0">
      <inkml:brushProperty name="width" value="0.025" units="cm"/>
      <inkml:brushProperty name="height" value="0.025" units="cm"/>
      <inkml:brushProperty name="color" value="#004F8B"/>
    </inkml:brush>
  </inkml:definitions>
  <inkml:trace contextRef="#ctx0" brushRef="#br0">0 100 3241,'0'0'11769,"13"-3"-10948,-3 0-589,7-1 757,-1 0 1,1 1 0,33-2 0,-47 6-917,-1 0 0,1 0 1,-1 1-1,0-1 1,0 1-1,0 0 1,0-1-1,0 1 1,0 0-1,0 0 0,0 0 1,-1 0-1,1 1 1,-1-1-1,1 0 1,-1 1-1,0-1 1,0 1-1,0-1 0,0 1 1,0 4-1,17 64 557,-14-29 47,-1 53-1,-3-94-35,0-31-219,0 30-422,0-25 17,0 1 0,2-1 0,6-32 0,-6 49-30,1-1 0,0 0 0,0 1 1,1 0-1,0 0 0,1 0 0,-1 1 0,1-1 0,1 1 0,0 0 1,0 1-1,9-9 0,-8 8-15,1 0 0,-1 1 0,1 0-1,0 1 1,1 0 0,-1 0 0,1 1 0,12-5 0,-4 5 19,0 1 0,0 1-1,0 0 1,30 2 0,-46 0 19,0 1 0,-1 0 0,1-1 0,-1 1 0,1-1 0,-1 1 0,1 0 0,-1 0 1,1-1-1,-1 1 0,0 0 0,1 0 0,-1-1 0,0 1 0,0 0 0,1 0 0,-1 0 0,0 0 0,0-1 0,0 1 0,0 0 0,0 0 0,-1 1 0,1 28 260,0-25-187,0 211 2615,8-212-2481,0-1 1,1 0 0,-1 0 0,15 2 0,-6-3 332,-8-1-6794,-21 0-2669,-1-1-1113</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6.983"/>
    </inkml:context>
    <inkml:brush xml:id="br0">
      <inkml:brushProperty name="width" value="0.025" units="cm"/>
      <inkml:brushProperty name="height" value="0.025" units="cm"/>
      <inkml:brushProperty name="color" value="#004F8B"/>
    </inkml:brush>
  </inkml:definitions>
  <inkml:trace contextRef="#ctx0" brushRef="#br0">0 51 3425,'0'0'14347,"0"-1"-14228,0 0 0,0 0 0,0 0 1,0 0-1,1 0 0,-1 0 0,0 0 0,1 0 1,-1 0-1,0 0 0,1 0 0,-1 0 1,1 0-1,-1 0 0,1 0 0,0 0 0,1-1 1,294-4 3551,-145-4-2577,-145 8-1822,-5-8-6514,-1 6 4205</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7.725"/>
    </inkml:context>
    <inkml:brush xml:id="br0">
      <inkml:brushProperty name="width" value="0.025" units="cm"/>
      <inkml:brushProperty name="height" value="0.025" units="cm"/>
      <inkml:brushProperty name="color" value="#004F8B"/>
    </inkml:brush>
  </inkml:definitions>
  <inkml:trace contextRef="#ctx0" brushRef="#br0">0 23 4489,'0'0'11546,"21"-22"-3344,-20 21-8111,0 1-1,1 0 1,-1 0-1,0 0 1,1 0-1,-1 0 1,1 1-1,-1-1 1,0 0-1,1 1 1,-1-1-1,0 0 1,1 1-1,-1 0 1,0-1-1,0 1 1,0 0-1,1 0 1,-1-1-1,0 1 1,0 0-1,0 0 1,0 0-1,-1 0 1,2 2 0,0 1 28,-1 0 0,0 0 1,-1 1-1,1-1 1,-1 0-1,0 0 1,0 7-1,0-4-67,1 52 510,1-28-394,-2-1 0,-1 1 0,-1 0 0,-2-1 0,-11 50 0,3-19 686,9-40-1604,6-39-4881,3-2 718,6 1-2205</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8:58.782"/>
    </inkml:context>
    <inkml:brush xml:id="br0">
      <inkml:brushProperty name="width" value="0.025" units="cm"/>
      <inkml:brushProperty name="height" value="0.025" units="cm"/>
      <inkml:brushProperty name="color" value="#004F8B"/>
    </inkml:brush>
  </inkml:definitions>
  <inkml:trace contextRef="#ctx0" brushRef="#br0">39 28 4321,'0'0'11393,"5"-5"-10654,-3 3-635,0 0 0,0 0 0,1 0 0,-1 0 0,0 0 0,1 1 0,-1-1 0,1 1 0,0 0 0,-1 0 1,1 0-1,0 0 0,0 0 0,0 0 0,0 1 0,-1 0 0,1-1 0,0 1 0,0 0 0,0 0 0,0 1 0,0-1 0,0 1 0,0-1 0,-1 1 0,1 0 1,0 0-1,0 0 0,-1 0 0,1 1 0,-1-1 0,5 4 0,7 7 204,0 1-1,-2 0 1,1 1-1,-2 0 1,0 1-1,0 1 1,-2-1 0,0 2-1,-1-1 1,0 1-1,-1 0 1,-1 1 0,-1-1-1,-1 1 1,0 1-1,2 31 1,8 246 2095,-15-284-2294,-1 0 0,0-1 0,-1 1 0,0-1 0,-1 1 0,0-1 0,-1 0 0,-8 13 1,-1 7 16,9-22-35,0-1 0,-1 1 0,0-1 0,-7 9 0,-10 12 249,17-23-285,0 0-1,-1-1 1,0 0 0,0 0-1,0 0 1,0-1-1,-1 0 1,-13 4 0,2 1 101,-11 5 4,-18 11-20,47-25-193,1 1 0,0-1 0,0 0 0,0 1 0,-1-1 0,1 0-1,0 1 1,-1-1 0,1 0 0,0 0 0,-1 1 0,1-1-1,0 0 1,-1 0 0,1 1 0,0-1 0,-1 0 0,1 0 0,-1 0-1,1 0 1,-1 0 0,1 0 0,0 0 0,-1 0 0,1 0-1,-1 0 1,1 0 0,0 0 0,-1 0 0,1 0 0,-1 0-1,1 0 1,0 0 0,-1 0 0,1-1 0,-1 1 0,1 0 0,0 0-1,-1-1 1,1 1 0,0 0 0,-1 0 0,1-1 0,0 1-1,-1 0 1,1-1 0,0 1 0,0-1 0,-3-21-7543,3 18 6322,0-18-9236</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04.115"/>
    </inkml:context>
    <inkml:brush xml:id="br0">
      <inkml:brushProperty name="width" value="0.025" units="cm"/>
      <inkml:brushProperty name="height" value="0.025" units="cm"/>
      <inkml:brushProperty name="color" value="#004F8B"/>
    </inkml:brush>
  </inkml:definitions>
  <inkml:trace contextRef="#ctx0" brushRef="#br0">476 67 3697,'0'0'4961,"9"-6"-3804,65-48 2528,-80 50 1075,-16 2-3665,-27 2-1122,40 2 71,0 0 0,-1 0 1,1 1-1,1 0 0,-1 0 0,0 1 0,1 1 0,-10 6 0,-65 49 286,50-34-158,11-11-46,2 1 0,0 1 0,1 1 0,0 1 0,2 0 0,0 1 0,1 1 0,1 0 0,1 2 0,-19 41 0,20-30 22,1 0 1,2 1-1,1 0 1,2 1-1,1 0 1,2 0-1,1 38 1,3-62-21,0-1 1,0 0 0,1 0-1,1 0 1,0 0 0,1-1-1,0 1 1,0-1-1,1 1 1,0-1 0,1 0-1,0 0 1,1-1 0,0 0-1,1 0 1,-1 0-1,15 13 1,81 71 1483,-14-14-333,-86-78-1188,-1 0-1,0 1 1,0-1-1,1 0 0,-1 0 1,1 0-1,-1 0 1,1 0-1,-1-1 0,1 1 1,0 0-1,-1-1 1,1 1-1,0-1 0,0 0 1,-1 1-1,1-1 1,2 0-1,-3 0 102,15 0 219</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04.924"/>
    </inkml:context>
    <inkml:brush xml:id="br0">
      <inkml:brushProperty name="width" value="0.025" units="cm"/>
      <inkml:brushProperty name="height" value="0.025" units="cm"/>
      <inkml:brushProperty name="color" value="#004F8B"/>
    </inkml:brush>
  </inkml:definitions>
  <inkml:trace contextRef="#ctx0" brushRef="#br0">0 196 4081,'0'0'11756,"15"-5"-10996,46-14 11,-59 18-671,0 0 0,1 1 0,-1-1 0,0 1 0,0-1 0,0 1 0,0 0 0,0 0 0,1 0 0,-1 0 0,0 0 0,0 0 0,0 1 0,0-1 0,0 1 0,0 0 0,0-1 0,0 1 0,0 0 0,0 0 0,0 0 0,0 1 0,0-1 0,-1 0 0,1 1 0,0-1 0,-1 1 0,1-1 0,-1 1 1,0 0-1,0-1 0,1 1 0,-1 0 0,0 0 0,-1 0 0,2 3 0,2 7 59,-1-1-1,0 1 1,-1 0 0,-1 0 0,1 14 0,0-6 222,-4 63 835,2-84-977,4-34 19,-1 18-249,1 0 1,1 0-1,0 0 0,1 1 1,1 0-1,16-29 0,-7 19-28,1 1-1,1 1 0,24-26 0,-30 37 29,41-38-94,-50 49 99,0-1 0,0 1 0,0 0 0,0 1 0,0-1 0,1 0 0,-1 1 0,0 0 0,1 0 0,-1 0 0,1 0 0,-1 0 0,1 1 0,0-1 0,-1 1 0,7 1 0,-9-1 9,0 1 1,0 0 0,0 0-1,0 0 1,0-1-1,0 1 1,-1 0-1,1 0 1,0 0-1,0 1 1,-1-1 0,1 0-1,-1 0 1,1 0-1,-1 0 1,1 1-1,-1-1 1,0 0 0,1 1-1,-1-1 1,0 3-1,4 36 454,-3-29-279,2 35 950,-4 47-1,0-27-501,1-66-706,1 1 0,-1 0 1,1-1-1,-1 1 0,1-1 0,0 1 0,-1-1 0,1 0 1,-1 1-1,1-1 0,0 0 0,-1 1 0,1-1 0,0 0 1,0 0-1,-1 1 0,1-1 0,0 0 0,0 0 0,-1 0 1,1 0-1,0 0 0,-1 0 0,1 0 0,1-1 0,18 1-3003,-19 0 2785,19 0-3659,4 0-1336</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05.449"/>
    </inkml:context>
    <inkml:brush xml:id="br0">
      <inkml:brushProperty name="width" value="0.025" units="cm"/>
      <inkml:brushProperty name="height" value="0.025" units="cm"/>
      <inkml:brushProperty name="color" value="#004F8B"/>
    </inkml:brush>
  </inkml:definitions>
  <inkml:trace contextRef="#ctx0" brushRef="#br0">1 52 3993,'0'0'11442,"12"-10"-7766,240 0-257,-56 5-2927,-167 3-334,-19 3 63,-1-2 1,1 1-1,-1-1 0,1-1 1,-1 1-1,16-6 2321,-25 0-13691,0 1 5074</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05.930"/>
    </inkml:context>
    <inkml:brush xml:id="br0">
      <inkml:brushProperty name="width" value="0.025" units="cm"/>
      <inkml:brushProperty name="height" value="0.025" units="cm"/>
      <inkml:brushProperty name="color" value="#004F8B"/>
    </inkml:brush>
  </inkml:definitions>
  <inkml:trace contextRef="#ctx0" brushRef="#br0">26 0 4321,'0'0'15279,"1"12"-10105,4 45-3256,-5 249 896,0-297-2792,-1-1 0,-1 0 0,1 1 0,-1-1 0,-5 11 0,5-11-5,-1-1-1,1 1 1,0 0-1,1 0 1,-1 11-1,1 1 37,-1-31-2014,-2-35-4050,6 19 398,9 2-3422</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06.832"/>
    </inkml:context>
    <inkml:brush xml:id="br0">
      <inkml:brushProperty name="width" value="0.025" units="cm"/>
      <inkml:brushProperty name="height" value="0.025" units="cm"/>
      <inkml:brushProperty name="color" value="#004F8B"/>
    </inkml:brush>
  </inkml:definitions>
  <inkml:trace contextRef="#ctx0" brushRef="#br0">1 17 760,'0'0'16018,"0"-1"-15830,1-1-1,0 1 0,-1 0 1,1 0-1,0 0 0,0 0 1,0 0-1,-1 0 1,1 0-1,0 0 0,0 0 1,1 0-1,1-1 0,1 3-10,1-1-1,-1 1 1,0 1-1,0-1 1,1 1-1,-1-1 1,0 1-1,-1 1 0,1-1 1,0 0-1,0 1 1,-1 0-1,0 0 1,1 0-1,4 6 0,46 61 472,-43-55-334,37 54 711,-4 2 1,70 150-1,-106-200-775,-2 0 1,0 1 0,-1-1-1,-1 1 1,2 39 0,-4-7 497,-7 63 0,3-106-617,1 0-1,-2-1 1,1 0-1,-2 1 0,1-1 1,-1 0-1,-1-1 1,0 1-1,0-1 0,-1 0 1,0 0-1,-14 15 1,-3 0 378,0-2-1,-48 35 1,6 6-226,64-59-283,5-7-1980,2 0-2998,-16 2-716,-3 1-3467</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15.671"/>
    </inkml:context>
    <inkml:brush xml:id="br0">
      <inkml:brushProperty name="width" value="0.025" units="cm"/>
      <inkml:brushProperty name="height" value="0.025" units="cm"/>
      <inkml:brushProperty name="color" value="#004F8B"/>
    </inkml:brush>
  </inkml:definitions>
  <inkml:trace contextRef="#ctx0" brushRef="#br0">4 26 4065,'0'0'16077,"0"0"-16031,0 0 1,0 0-1,0 0 0,0 0 1,0 0-1,0 0 1,0 0-1,0-1 1,0 1-1,0 0 1,0 0-1,0 0 1,0 0-1,0 0 1,0 0-1,0 0 0,0 0 1,0 0-1,0-1 1,0 1-1,0 0 1,0 0-1,0 0 1,0 0-1,-1 0 1,1 0-1,0 0 0,0 0 1,0 0-1,0 0 1,0 0-1,0 0 1,0-1-1,0 1 1,0 0-1,0 0 1,0 0-1,0 0 0,-1 0 1,1 0-1,0 0 1,0 0-1,0 0 1,0 0-1,0 0 1,0 0-1,0 0 1,0 0-1,0 0 1,-1 0-1,1 0 0,0 0 1,0 0-1,0 0 1,0 0-1,0 0 1,0 0-1,0 0 1,0 0-1,-1 1 1,55-7 416,101 4 0,-93 3-405,-9 0-34,-34 1 3,1-2 0,-1 0 0,1-1-1,-1-1 1,37-8 0,-38 4-411,-22 7-2649,-28 13-4527,13-4 1137</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16.246"/>
    </inkml:context>
    <inkml:brush xml:id="br0">
      <inkml:brushProperty name="width" value="0.025" units="cm"/>
      <inkml:brushProperty name="height" value="0.025" units="cm"/>
      <inkml:brushProperty name="color" value="#004F8B"/>
    </inkml:brush>
  </inkml:definitions>
  <inkml:trace contextRef="#ctx0" brushRef="#br0">1 58 3369,'0'0'12929,"4"0"-11847,100-3 3508,57-10-2110,114-3-204,-274 16-1676,1-2-1059,10-10-9888,0 0 1101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18.237"/>
    </inkml:context>
    <inkml:brush xml:id="br0">
      <inkml:brushProperty name="width" value="0.025" units="cm"/>
      <inkml:brushProperty name="height" value="0.025" units="cm"/>
      <inkml:brushProperty name="color" value="#004F8B"/>
    </inkml:brush>
  </inkml:definitions>
  <inkml:trace contextRef="#ctx0" brushRef="#br0">2 179 1880,'0'0'16527,"0"-4"-15765,0 4-696,-1-1 0,1 1-1,0-1 1,0 1 0,0-1-1,0 1 1,-1-1 0,1 1-1,0-1 1,0 0-1,0 1 1,0-1 0,1 1-1,-1-1 1,0 1 0,0-1-1,0 1 1,0-1 0,0 1-1,1-1 1,-1 1 0,0-1-1,1 1 1,-1-1-1,0 1 1,1-1 0,-1 1-1,0-1 1,1 1 0,-1 0-1,1-1 1,-1 1 0,1 0-1,-1-1 1,1 1-1,-1 0 1,1-1 0,17 17 1061,15 39-517,-24-31-506,0 0 0,-1 0 0,-1 1-1,-1 0 1,-2 0 0,0 1 0,0 40 0,-4-64-93,0-1 1,0 1-1,0-1 1,-1 0-1,1 1 0,0-1 1,-1 0-1,1 1 1,-1-1-1,1 0 0,-1 1 1,0-1-1,1 0 1,-1 0-1,0 0 1,0 0-1,0 0 0,0 0 1,0 0-1,0 0 1,0 0-1,0 0 1,0 0-1,0-1 0,-1 1 1,1 0-1,0-1 1,0 1-1,-1-1 0,1 0 1,0 1-1,-1-1 1,1 0-1,-1 0 1,1 0-1,0 0 0,-1 0 1,-2 0-1,3-2 22,0 0 0,0 0 0,0-1 0,0 1-1,1 0 1,-1 0 0,0-1 0,1 1 0,0 0 0,0-1 0,-1 1-1,1-1 1,1-3 0,-1 6-26,0-30 112,-1 13-106,0 0 0,1-1 0,1 1 0,1 0 0,1 0 0,0 0 0,1 0 0,11-26 0,0 11-29,2 1 0,40-55 0,-50 77 12,0 0 1,0 0-1,1 1 0,1 0 1,-1 1-1,1 0 1,0 0-1,1 1 1,0 0-1,0 0 1,0 1-1,19-6 0,-26 9 14,0 1 0,0 0 0,0 0 0,0 1 0,1-1 0,-1 1 0,0-1 0,0 1 0,0 0 0,1 0 0,-1 1 0,0-1 0,0 1 0,0-1 0,0 1 0,0 0 0,0 0-1,0 1 1,0-1 0,0 0 0,0 1 0,0 0 0,-1 0 0,1 0 0,-1 0 0,1 0 0,-1 0 0,0 1 0,2 2 0,1 4 38,-1 1 0,0-1 0,-1 1 0,0 0 0,0 1 0,-1-1 0,1 13 0,0-5-29,0-4 42,-1 0 0,-1 0 0,0 1 0,-1-1 0,0 0 0,-1 1 0,0-1 0,-2 0 0,1 0 0,-2 0 0,-5 15 0,5-19 55,2 0-1,-1 0 1,1 0-1,0 1 1,1-1-1,0 0 1,1 1-1,1 10 1,-1-5-65,0-15-43,1 0 0,-1 0-1,1 0 1,-1 0 0,1 0 0,-1-1-1,1 1 1,-1 0 0,1 0 0,0 0 0,0-1-1,-1 1 1,1 0 0,0-1 0,0 1 0,0 0-1,0-1 1,0 1 0,-1-1 0,1 0 0,0 1-1,0-1 1,0 0 0,0 0 0,0 1 0,1-1-1,-1 0 1,0 0 0,0 0 0,1 0 0,41 0 85,-35 0-100,6 0-376,19 0 580,-21-4-2836,-7-5-3979</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19.048"/>
    </inkml:context>
    <inkml:brush xml:id="br0">
      <inkml:brushProperty name="width" value="0.025" units="cm"/>
      <inkml:brushProperty name="height" value="0.025" units="cm"/>
      <inkml:brushProperty name="color" value="#004F8B"/>
    </inkml:brush>
  </inkml:definitions>
  <inkml:trace contextRef="#ctx0" brushRef="#br0">1 61 3145,'0'0'12672,"1"-5"-11684,0 1-827,1 1 1,0 0-1,0-1 0,0 1 1,0 0-1,1 0 1,-1 0-1,1 0 0,0 0 1,-1 1-1,1 0 0,0-1 1,1 1-1,-1 0 0,0 0 1,1 0-1,-1 1 1,1-1-1,-1 1 0,1 0 1,0 0-1,-1 0 0,1 1 1,0-1-1,6 1 0,103-1 877,-112 2-1034,0-1 1,-1 1-1,1 0 0,0 0 0,0-1 1,0 1-1,-1 0 0,1 0 0,0 0 1,-1 0-1,1 0 0,-1 0 0,1 0 1,-1 0-1,1 0 0,-1 0 0,0 0 1,1 0-1,-1 0 0,0 0 0,0 0 1,0 0-1,0 0 0,0 2 0,3 30 106,-4-24-83,0 0 0,-1 0 0,0 0 0,0 0 1,-1 0-1,0 0 0,0-1 0,-1 1 0,-1-1 0,1 0 0,-1 0 0,0-1 0,-1 0 0,-10 12 0,-19 27 197,35-46-200,0 0 0,0 1 0,-1-1 0,1 0 0,0 1 0,0-1 0,0 0 0,-1 1-1,1-1 1,0 0 0,0 1 0,0-1 0,0 1 0,0-1 0,0 0 0,0 1 0,0-1 0,0 1 0,0-1 0,0 0 0,0 1 0,0-1 0,0 0 0,0 1 0,0-1 0,0 1 0,0-1 0,1 0 0,-1 1 0,0-1 0,0 0 0,0 1 0,1-1 0,-1 0 0,0 0 0,0 1 0,1-1 0,-1 1 0,22 5 538,40-6-21,-43-1-344,69 1-152,-87 0-502,-15 0-7014,-4 0 845</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26.590"/>
    </inkml:context>
    <inkml:brush xml:id="br0">
      <inkml:brushProperty name="width" value="0.025" units="cm"/>
      <inkml:brushProperty name="height" value="0.025" units="cm"/>
      <inkml:brushProperty name="color" value="#004F8B"/>
    </inkml:brush>
  </inkml:definitions>
  <inkml:trace contextRef="#ctx0" brushRef="#br0">0 35 3769,'1'1'15085,"2"-1"-11790,21 3-3039,341-23 783,-344 21-879,-12 0 59,1 0 0,-1-1 0,0 0-1,0-1 1,0 1 0,14-5 0,-15-3-142,-7 0-8738</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29.317"/>
    </inkml:context>
    <inkml:brush xml:id="br0">
      <inkml:brushProperty name="width" value="0.025" units="cm"/>
      <inkml:brushProperty name="height" value="0.025" units="cm"/>
      <inkml:brushProperty name="color" value="#004F8B"/>
    </inkml:brush>
  </inkml:definitions>
  <inkml:trace contextRef="#ctx0" brushRef="#br0">0 210 1776,'0'0'16844,"8"-7"-15738,-4 4-961,0-1 0,0 1 0,1 0 0,-1 0 0,1 1 0,0 0 0,0-1 1,0 1-1,0 1 0,0-1 0,0 1 0,1 0 0,-1 0 0,0 0 0,1 1 1,5 0-1,-6 0-86,0 0 1,1 1 0,-1 0-1,0-1 1,0 2-1,1-1 1,-1 1 0,0-1-1,0 1 1,0 1-1,-1-1 1,1 1 0,0 0-1,-1 0 1,0 0-1,0 0 1,0 1 0,0 0-1,0 0 1,-1 0-1,0 0 1,1 0 0,-2 1-1,1 0 1,0-1-1,-1 1 1,0 0 0,0 0-1,2 10 1,2 10 167,-1 1 1,-2 0-1,0 0 0,-2 45 0,-2-63-27,-1-10 362,-2-13-194,5 7-360,0 1 0,0-1 0,1 1 0,0 0 0,0-1 0,0 1 0,1 0 0,0 0 0,1 1 0,0-1 0,8-11 0,8-7-13,34-35-1,-24 27 2,-28 31 5,106-112-57,-91 98 45,1 0 1,1 2 0,1 0 0,33-18 0,-50 31-1,0-1 0,0 1 0,0 0 0,0 0 0,0 0 1,0 0-1,0 0 0,0 0 0,1 1 0,-1 0 0,0 0 1,0 0-1,1 0 0,5 1 0,-7 0 9,0 0 0,-1 0 0,1 0 0,0 0-1,0 0 1,0 0 0,-1 0 0,1 1 0,-1-1 0,1 1-1,-1-1 1,1 1 0,-1 0 0,0-1 0,0 1 0,0 0 0,0 0-1,0 0 1,0 0 0,0 0 0,-1 0 0,1 3 0,13 42 186,-8-31-67,-1 1 0,-1 1-1,0-1 1,-2 0 0,2 23 0,-4 98 1661,0-137-1697,-24-16-2284,-42-35-4925,34 22 756</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0.440"/>
    </inkml:context>
    <inkml:brush xml:id="br0">
      <inkml:brushProperty name="width" value="0.025" units="cm"/>
      <inkml:brushProperty name="height" value="0.025" units="cm"/>
      <inkml:brushProperty name="color" value="#004F8B"/>
    </inkml:brush>
  </inkml:definitions>
  <inkml:trace contextRef="#ctx0" brushRef="#br0">1 39 3793,'0'0'11217,"7"-7"-5404,117 9-2462,-46 1-2330,0-3 0,153-22-1,-199 14-191,-22 3-977,-18 3-2569,7 5-1212</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1.187"/>
    </inkml:context>
    <inkml:brush xml:id="br0">
      <inkml:brushProperty name="width" value="0.025" units="cm"/>
      <inkml:brushProperty name="height" value="0.025" units="cm"/>
      <inkml:brushProperty name="color" value="#004F8B"/>
    </inkml:brush>
  </inkml:definitions>
  <inkml:trace contextRef="#ctx0" brushRef="#br0">0 38 2761,'0'0'12460,"13"-6"-11566,39-18-33,-49 23-690,-1 0 0,1 0 1,0 0-1,-1 0 1,1 0-1,0 1 1,-1-1-1,1 1 0,0 0 1,0 0-1,0 0 1,-1 0-1,1 0 1,0 1-1,-1-1 0,1 1 1,0 0-1,-1 0 1,1 0-1,0 0 0,-1 0 1,0 0-1,1 1 1,-1-1-1,0 1 1,1 0-1,-1-1 0,0 1 1,0 0-1,-1 0 1,1 1-1,1 1 0,4 7 135,-1 0 0,0 0-1,-1 0 1,-1 1 0,6 17-1,-3-8 254,-2-5-332,-1 1-1,0-1 0,-2 0 0,1 1 1,-2 0-1,-1 32 0,0-48-221,-1-1 13,0 0 0,0 0 1,1 0-1,-1 0 1,0 0-1,0-1 0,0 1 1,1 0-1,-1 0 1,0 0-1,0-1 0,0 1 1,1 0-1,-1-1 1,0 1-1,1-1 0,-1 1 1,0-1-1,1 1 1,-1-1-1,0 1 0,1-1 1,-1 0-1,-1-7-26,1 1-1,-1-1 1,2 0 0,-1 1-1,1-1 1,0 0-1,1 1 1,0-1 0,0 1-1,1-1 1,-1 1 0,2-1-1,-1 1 1,1 0-1,0 0 1,1 0 0,-1 1-1,1-1 1,1 1-1,-1 0 1,1 0 0,0 0-1,0 0 1,1 1 0,0 0-1,0 0 1,7-3-1,-3 0-13,1 0 0,1 1-1,-1 1 1,1 0-1,0 0 1,0 2-1,1-1 1,-1 1 0,1 1-1,21-3 1,-33 7 28,1 0 1,0 0-1,-1 0 0,1 0 1,-1 0-1,1 1 1,-1-1-1,1 0 0,-1 1 1,0-1-1,0 1 1,0-1-1,0 1 0,0 0 1,0-1-1,0 1 1,0 0-1,0 0 1,0 3-1,12 38 410,-9-10 302,-1 0 1,-2 43 0,-1-46-723,0-29-130,8-1-6365,9-1 1376,3-2-1997</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1.729"/>
    </inkml:context>
    <inkml:brush xml:id="br0">
      <inkml:brushProperty name="width" value="0.025" units="cm"/>
      <inkml:brushProperty name="height" value="0.025" units="cm"/>
      <inkml:brushProperty name="color" value="#004F8B"/>
    </inkml:brush>
  </inkml:definitions>
  <inkml:trace contextRef="#ctx0" brushRef="#br0">20 2 3089,'0'0'12942,"0"0"-12734,1 0 0,-1-1 0,1 1 0,-1 0 0,1 0-1,-1 0 1,1 0 0,-1 0 0,1 0 0,-1 0 0,1 0-1,-1 0 1,1 0 0,-1 0 0,1 0 0,-1 0 0,1 0 0,-1 0-1,1 1 1,-1-1 0,1 0 0,-1 0 0,0 1 0,1-1-1,0 1 1,-1 32 1766,0 40-23,-12 106 0,11-110-3300,-12-69-6034,7-3 2159</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2.010"/>
    </inkml:context>
    <inkml:brush xml:id="br0">
      <inkml:brushProperty name="width" value="0.025" units="cm"/>
      <inkml:brushProperty name="height" value="0.025" units="cm"/>
      <inkml:brushProperty name="color" value="#004F8B"/>
    </inkml:brush>
  </inkml:definitions>
  <inkml:trace contextRef="#ctx0" brushRef="#br0">1 33 3105,'0'0'19273,"28"-4"-18261,7-1-738,7-1 142,0 2 1,48 0-1,-19 5-309,45-1-2801,-39-4-5234,-27-2-3301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2.509"/>
    </inkml:context>
    <inkml:brush xml:id="br0">
      <inkml:brushProperty name="width" value="0.025" units="cm"/>
      <inkml:brushProperty name="height" value="0.025" units="cm"/>
      <inkml:brushProperty name="color" value="#004F8B"/>
    </inkml:brush>
  </inkml:definitions>
  <inkml:trace contextRef="#ctx0" brushRef="#br0">77 39 2881,'0'0'18588,"3"-6"-17471,10-20-95,-10 20 626,-3 10-910,0 175 3250,0 94-2593,-6-127-1015,6-145-424,-21-1-2423,1 0-153,1-1-1901,-11-1-3869</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3.528"/>
    </inkml:context>
    <inkml:brush xml:id="br0">
      <inkml:brushProperty name="width" value="0.025" units="cm"/>
      <inkml:brushProperty name="height" value="0.025" units="cm"/>
      <inkml:brushProperty name="color" value="#004F8B"/>
    </inkml:brush>
  </inkml:definitions>
  <inkml:trace contextRef="#ctx0" brushRef="#br0">20 10 1816,'0'0'11423,"-3"2"-9848,-10 7-234,10-7 2372,11-2-1823,205-5 2173,2 0-3734,-193 6-327,-9 0-3,0-1 0,-1 0 1,1-1-1,-1 0 1,1-1-1,-1 0 1,18-6-1,-29 8-134,-36-1-4826,-50 3-5350,57 6 2532</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3.873"/>
    </inkml:context>
    <inkml:brush xml:id="br0">
      <inkml:brushProperty name="width" value="0.025" units="cm"/>
      <inkml:brushProperty name="height" value="0.025" units="cm"/>
      <inkml:brushProperty name="color" value="#004F8B"/>
    </inkml:brush>
  </inkml:definitions>
  <inkml:trace contextRef="#ctx0" brushRef="#br0">0 10 4457,'0'0'15257,"24"0"-14127,202 0 2501,-123 2-1881,114-5-797,-195-1-1153,-10 1-1657,0 1-3945,-5 2 110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4.684"/>
    </inkml:context>
    <inkml:brush xml:id="br0">
      <inkml:brushProperty name="width" value="0.025" units="cm"/>
      <inkml:brushProperty name="height" value="0.025" units="cm"/>
      <inkml:brushProperty name="color" value="#004F8B"/>
    </inkml:brush>
  </inkml:definitions>
  <inkml:trace contextRef="#ctx0" brushRef="#br0">1 224 3137,'0'0'13797,"7"-11"-12891,24-34-89,-30 44-749,-1 0 0,1 0-1,-1 0 1,1 0-1,0 0 1,-1 1 0,1-1-1,0 0 1,-1 0 0,1 1-1,0-1 1,0 1-1,0-1 1,0 1 0,0-1-1,-1 1 1,1-1-1,0 1 1,0 0 0,0-1-1,0 1 1,0 0 0,0 0-1,0 0 1,0 0-1,0 0 1,0 0 0,0 0-1,0 0 1,0 0 0,0 0-1,0 1 1,0-1-1,0 0 1,0 1 0,0-1-1,0 1 1,0-1 0,0 1-1,0-1 1,0 1-1,-1-1 1,1 1 0,0 0-1,0 0 1,-1-1 0,1 1-1,-1 0 1,1 0-1,-1 0 1,1 0 0,-1 0-1,1 0 1,-1 0-1,0 0 1,1 0 0,-1 0-1,0 0 1,0 0 0,0 1-1,8 41 696,-2 0-1,-2 1 0,-2 76 0,-2-86-549,-1-34-198,0 0 1,0 0-1,0 0 0,0 0 0,0 0 1,0 0-1,0 0 0,0-1 0,0 1 0,1 0 1,-1-1-1,0 1 0,0 0 0,0-1 0,1 1 1,-1-1-1,0 1 0,0-1 0,1 0 1,-1 1-1,-1-2 0,-1-13-7,0 0 0,1 0 0,0 0 1,1 0-1,1 0 0,1 0 0,0 0 0,5-26 0,0 23-76,1 0 0,1 1 0,0 0 0,1 0 0,1 1 0,0 1 0,1-1 0,1 2 0,1-1 0,0 2 0,0 0 0,1 0 0,21-13 0,-20 17 47,0 0 0,0 2-1,1 0 1,0 0 0,0 1 0,0 1-1,1 1 1,0 1 0,0 0 0,0 1-1,0 1 1,0 0 0,0 1 0,18 3-1,-32-3 30,0 0-1,0 1 0,-1-1 1,1 1-1,0 0 0,0-1 0,-1 1 1,1 0-1,0 1 0,-1-1 1,1 0-1,-1 1 0,0 0 0,1-1 1,-1 1-1,0 0 0,0 0 1,3 4-1,-2-1 29,0-1 0,-1 1 0,1 0 0,-1 0 0,0 0 0,-1 0 0,1 0 0,-1 0 1,1 8-1,-1 4 134,0-1 0,-1 1 1,0 0-1,-2 0 1,-5 23-1,-10 20 336,12-48-399,1 0-1,1-1 1,0 1-1,1 0 1,0 1 0,0 13-1,2-25-95,1 0 0,0-1 0,-1 1 0,1 0-1,0 0 1,0-1 0,-1 1 0,1-1-1,0 1 1,0-1 0,0 1 0,0-1 0,-1 1-1,1-1 1,0 0 0,0 1 0,0-1 0,0 0-1,0 0 1,0 0 0,0 0 0,0 0 0,0 0-1,0 0 1,1 0 0,37 0-2761,-29 0-689,1 0-2204</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5.412"/>
    </inkml:context>
    <inkml:brush xml:id="br0">
      <inkml:brushProperty name="width" value="0.025" units="cm"/>
      <inkml:brushProperty name="height" value="0.025" units="cm"/>
      <inkml:brushProperty name="color" value="#004F8B"/>
    </inkml:brush>
  </inkml:definitions>
  <inkml:trace contextRef="#ctx0" brushRef="#br0">0 23 3105,'0'0'14960,"10"-3"-14108,1-1-610,-1 0 0,1 1-1,0 1 1,1 0 0,15-1-1,-25 3-216,1-1 0,-1 1 1,0 0-1,1 0 0,-1 0 0,0 0 0,0 1 0,1-1 0,-1 0 0,0 1 0,0 0 0,0-1 1,0 1-1,0 0 0,0 0 0,0 0 0,0 1 0,0-1 0,0 0 0,0 1 0,-1-1 0,1 1 1,0 0-1,-1-1 0,0 1 0,1 0 0,-1 0 0,0 0 0,0 0 0,0 0 0,0 0 0,0 0 1,-1 0-1,1 1 0,-1-1 0,1 0 0,-1 0 0,0 1 0,0 3 0,1 2 73,0-1 0,-1 1 0,0 0 0,-1 0-1,1 0 1,-1-1 0,-1 1 0,0 0 0,0-1-1,0 1 1,-1-1 0,0 0 0,-1 0 0,1 0 0,-1 0-1,-9 10 1,8-11 6,0-1-1,0 1 1,0 0-1,1 0 1,0 0-1,0 0 1,1 1-1,0 0 1,0 0-1,1 0 1,-1 0-1,1 0 1,1 0-1,-1 9 1,8-13 71,0-1 0,1 1 0,-1-1 0,1 0 0,0-1 0,12 2 0,30 3 141,54-2 0,-102-4-1120,-1 6-3254,0-2-112,0 2-2264</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6.301"/>
    </inkml:context>
    <inkml:brush xml:id="br0">
      <inkml:brushProperty name="width" value="0.025" units="cm"/>
      <inkml:brushProperty name="height" value="0.025" units="cm"/>
      <inkml:brushProperty name="color" value="#004F8B"/>
    </inkml:brush>
  </inkml:definitions>
  <inkml:trace contextRef="#ctx0" brushRef="#br0">1 62 3289,'3'0'18861,"19"3"-18223,106-3 538,241-32 1,-330 28-1295,9-3 571,-34-2-6029,-9-3-1489</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6.975"/>
    </inkml:context>
    <inkml:brush xml:id="br0">
      <inkml:brushProperty name="width" value="0.025" units="cm"/>
      <inkml:brushProperty name="height" value="0.025" units="cm"/>
      <inkml:brushProperty name="color" value="#004F8B"/>
    </inkml:brush>
  </inkml:definitions>
  <inkml:trace contextRef="#ctx0" brushRef="#br0">143 79 2593,'0'0'19240,"3"-8"-18367,-2 5-800,0-1 0,1 1 0,0-1 0,0 1 0,0 0 0,0 0 0,0 0 0,1 0 0,-1 0-1,1 0 1,0 1 0,0-1 0,0 1 0,0 0 0,0 0 0,0 0 0,1 0 0,-1 0 0,1 1 0,-1-1 0,5 0 0,4-1 56,1-1 1,0 2 0,-1 0 0,1 0-1,0 2 1,18 0 0,-28 0-121,1 0-1,-1 1 1,1-1 0,-1 1-1,1 0 1,-1 0 0,0 1-1,1-1 1,-1 1 0,0-1-1,0 1 1,0 0 0,0 0-1,0 0 1,-1 1 0,1-1-1,0 1 1,-1-1 0,0 1-1,0 0 1,0 0-1,0 0 1,0 0 0,0 0-1,-1 1 1,0-1 0,2 4-1,3 20 63,-1 0-1,-2 1 0,0-1 0,-2 1 0,-1-1 0,-7 54 0,4-67-62,-1 1 0,0 0 0,-1-1-1,-1 0 1,0 0 0,-1-1 0,-1 0-1,0 0 1,-1 0 0,0-1 0,0-1 0,-2 1-1,-20 17 1,15-15-3,-1-1 0,0 0 0,-1-2-1,-1 0 1,1 0 0,-2-2 0,1-1 0,-2 0 0,-23 5 0,39-11-1,0-1 0,0 0 0,0 0 0,0-1 0,-1 1 1,1-1-1,-9-1 0,13 0-5,0 1 0,-1-1 0,1 1 0,0-1 0,0 1 0,0-1-1,0 0 1,0 1 0,0-1 0,0 0 0,0 0 0,0 0 0,0 0 0,0 0 0,0 0 0,1 0 0,-1 0 0,0 0 0,1-1 0,-1 1 0,1 0 0,-1 0 0,1-1 0,0 1 0,-1 0 0,1 0 0,0-1 0,0 1-1,0 0 1,0-1 0,0 1 0,0-2 0,0 0 2,0-1 1,0 1-1,0-1 0,0 1 0,1-1 1,-1 1-1,1 0 0,0-1 0,0 1 1,0 0-1,1 0 0,-1-1 0,1 1 1,-1 0-1,1 0 0,0 1 0,4-6 1,0 4 32,0 0 0,0 0 1,1 1-1,-1 0 1,1 0-1,0 0 0,12-2 1,4-1 212,1 2 1,-1 1 0,1 1-1,0 2 1,-1 0 0,47 6-1,-41 0-66,-1 0 1,1 3-1,39 15 0,41 13-95,-59-24-471,-49-13-489,-1-8-10323,0-4 1865</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7.484"/>
    </inkml:context>
    <inkml:brush xml:id="br0">
      <inkml:brushProperty name="width" value="0.025" units="cm"/>
      <inkml:brushProperty name="height" value="0.025" units="cm"/>
      <inkml:brushProperty name="color" value="#004F8B"/>
    </inkml:brush>
  </inkml:definitions>
  <inkml:trace contextRef="#ctx0" brushRef="#br0">0 31 10218,'0'0'12898,"19"1"-11630,55 10-139,-71-10-1046,0 0-1,-1 0 0,1 0 0,-1 1 0,1 0 0,-1-1 0,0 1 0,0 0 0,1 0 0,-1 0 0,-1 0 0,1 1 0,0-1 0,0 0 0,-1 1 0,0-1 1,1 1-1,-1 0 0,0-1 0,0 1 0,0 0 0,-1 0 0,1-1 0,-1 5 0,5 7 207,4 19 279,-8-27-512,1 0-1,0 0 1,0 0-1,0 0 1,0-1-1,1 1 1,6 9-1,-8-14 215,-1-18-209,-1 8-93,2 0 0,-1 0 0,1 0 1,0 0-1,1 0 0,5-16 0,-4 19 17,-1 1-1,1 0 1,1 0-1,-1 0 1,1 1-1,-1-1 1,1 1 0,1 0-1,-1 0 1,0 0-1,10-6 1,-2 2 24,-4 2-13,0 0 0,0 1 0,0 0 0,0 1 0,18-7 1,-24 11 23,0-1 0,0 1 1,0-1-1,0 1 1,0 0-1,0 0 0,0 0 1,0 0-1,0 0 1,0 1-1,0-1 1,0 1-1,0-1 0,0 1 1,0 0-1,-1 0 1,1-1-1,0 1 1,0 1-1,-1-1 0,1 0 1,0 0-1,-1 1 1,1-1-1,-1 0 1,0 1-1,1 0 0,-1-1 1,0 1-1,0 0 1,0-1-1,0 1 1,1 3-1,4 6-20,-1 1-1,0-1 1,0 1-1,-1 0 1,-1 1-1,0-1 1,-1 1-1,2 21 1,-3-33-331,-1-1-1,1 1 1,-1-1 0,1 0 0,-1 1-1,1-1 1,0 0 0,-1 1 0,1-1 0,0 0-1,-1 0 1,1 0 0,0 0 0,-1 1-1,1-1 1,0 0 0,-1 0 0,1 0-1,0 0 1,-1-1 0,1 1 0,0 0-1,0 0 1,4 0-1821,19 0-5545</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8.019"/>
    </inkml:context>
    <inkml:brush xml:id="br0">
      <inkml:brushProperty name="width" value="0.025" units="cm"/>
      <inkml:brushProperty name="height" value="0.025" units="cm"/>
      <inkml:brushProperty name="color" value="#004F8B"/>
    </inkml:brush>
  </inkml:definitions>
  <inkml:trace contextRef="#ctx0" brushRef="#br0">0 1 2833,'0'0'17483,"0"5"-15817,0 127 3602,0 73-2742,6-145-2211,-6-54-4540,1-23-13087</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8.270"/>
    </inkml:context>
    <inkml:brush xml:id="br0">
      <inkml:brushProperty name="width" value="0.025" units="cm"/>
      <inkml:brushProperty name="height" value="0.025" units="cm"/>
      <inkml:brushProperty name="color" value="#004F8B"/>
    </inkml:brush>
  </inkml:definitions>
  <inkml:trace contextRef="#ctx0" brushRef="#br0">1 39 8090,'0'0'15715,"109"0"-15179,-71 0-152,1 0-120,-1 0-144,1 0-64,-7-4-56,-6-2-72,-1 6-592,1-13-1208,0 7-2337,-7-4-2777</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38.955"/>
    </inkml:context>
    <inkml:brush xml:id="br0">
      <inkml:brushProperty name="width" value="0.025" units="cm"/>
      <inkml:brushProperty name="height" value="0.025" units="cm"/>
      <inkml:brushProperty name="color" value="#004F8B"/>
    </inkml:brush>
  </inkml:definitions>
  <inkml:trace contextRef="#ctx0" brushRef="#br0">33 30 1720,'0'0'19039,"3"-5"-17745,-2 3-1024,0 1-163,-1-1 0,1 1 0,0-1 0,0 1 0,-1-1 0,1 1 0,0 0 0,0 0 0,0-1-1,1 1 1,-1 0 0,0 0 0,0 0 0,1 0 0,-1 0 0,0 0 0,3 0 0,-3 1 1684,5 196 2922,1 435-2698,-6-628-2015,3-5-37,-3 1-209,-6 0-2919,0-1 1701,0 0 1,0 1-1,0 0 0,0 0 1,-9 0-1,12 1 226,-29-3-9267</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49.297"/>
    </inkml:context>
    <inkml:brush xml:id="br0">
      <inkml:brushProperty name="width" value="0.025" units="cm"/>
      <inkml:brushProperty name="height" value="0.025" units="cm"/>
      <inkml:brushProperty name="color" value="#004F8B"/>
    </inkml:brush>
  </inkml:definitions>
  <inkml:trace contextRef="#ctx0" brushRef="#br0">0 335 6513,'0'0'10751,"26"-13"-9215,179-98 1614,-190 103-2938,0 1 0,0 1 0,1 1 0,-1 0 0,1 0-1,1 2 1,-1 0 0,25-1 0,-40 4-210,1 0 0,-1 0-1,1 0 1,-1 1 0,1-1 0,-1 0-1,0 1 1,1-1 0,-1 1 0,0 0-1,1-1 1,-1 1 0,0 0 0,0 0-1,0-1 1,1 1 0,-1 0-1,0 0 1,0 1 0,0-1 0,-1 0-1,1 0 1,0 0 0,0 0 0,-1 1-1,1-1 1,0 0 0,-1 1 0,0-1-1,1 1 1,-1-1 0,0 0 0,1 3-1,0 6 29,-1 1-1,1-1 0,-4 20 0,2-12 3,-3 7 13,0 1 0,-2-2 0,-1 1 0,-1-1 0,-1 0 0,-17 33 0,-5 14-20,18-40-22,6-17-5,1 1 0,0 0 1,1 0-1,1 1 0,0-1 1,-2 33-1,6-48-3,0 1-1,0 0 1,0 0 0,0-1-1,0 1 1,0 0 0,0 0-1,1-1 1,-1 1 0,0 0 0,1-1-1,-1 1 1,0 0 0,1-1-1,-1 1 1,1 0 0,-1-1 0,1 1-1,-1-1 1,1 1 0,-1-1-1,1 1 1,0-1 0,-1 0-1,1 1 1,0-1 0,-1 0 0,1 1-1,0-1 1,0 0 0,-1 0-1,2 1 1,27 0-64,-20-2 45,13 0-31,0-1 1,-1-2-1,1 0 1,-1-1-1,0-1 1,0-1-1,21-10 1,16-11-175,61-38 0,-11-7 23,-108 73 200,1-1 1,-1 1-1,0 0 1,1 0 0,-1 0-1,0 0 1,1-1 0,-1 1-1,1 0 1,-1 0-1,0 0 1,1 0 0,-1 0-1,1 0 1,-1 0 0,0 0-1,1 0 1,-1 0-1,1 0 1,-1 0 0,0 1-1,1-1 1,-1 0-1,0 0 1,1 0 0,-1 0-1,0 1 1,1-1 0,-1 0-1,0 0 1,1 1-1,-1-1 1,0 0 0,1 0-1,-1 1 1,0-1 0,0 0-1,0 1 1,1-1-1,-1 0 1,0 1 0,0-1-1,0 1 1,7 17 40,-7-16-47,3 5 16,0 0 0,1 0 1,0 0-1,0-1 0,0 1 0,1-1 0,-1 0 0,2 0 0,-1 0 1,1-1-1,-1 0 0,2 0 0,-1 0 0,0-1 0,1 0 0,0 0 0,0-1 1,14 6-1,-2-3-12,-1 0 1,2-1 0,-1-1 0,1-1 0,-1-1-1,27 0 1,-41-3-17,0 0 0,-1 0 0,1 0 0,-1 0 0,1-1 0,-1 0 0,0 0-1,0 0 1,0 0 0,0-1 0,0 0 0,0 0 0,0 0 0,-1 0 0,0 0 0,1-1 0,-1 1 0,4-8 0,3-4-9,0 0 0,-2 0 0,13-28 0,-9 4 90,0 0 1,-3 0-1,-1-1 1,-2-1-1,-2 1 1,-1-1-1,-2 1 1,-5-43-1,3 73 8,1 1-1,-2-1 1,1 0 0,-1 1-1,-1 0 1,0-1-1,0 1 1,-7-14 0,8 20-58,-1 0 1,1-1 0,0 1 0,-1 0-1,1 0 1,-1 0 0,0 1-1,0-1 1,0 1 0,-1 0 0,1-1-1,0 1 1,-1 1 0,1-1 0,-1 0-1,0 1 1,0 0 0,1 0-1,-1 0 1,0 0 0,0 1 0,0 0-1,-5-1 1,6 1-65,1 0 1,-1 0-1,1 0 0,-1 0 1,1 1-1,-1-1 0,1 0 1,-1 1-1,1 0 0,0 0 1,-1 0-1,1 0 0,0 0 1,0 0-1,0 0 0,-1 1 1,1-1-1,1 1 0,-1 0 1,0-1-1,-2 4 0,2-1-589,0 0-1,0 0 0,1 0 1,-1 1-1,1-1 1,0 0-1,0 1 0,1-1 1,0 1-1,-1-1 1,2 7-1,-1 2-4330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49.745"/>
    </inkml:context>
    <inkml:brush xml:id="br0">
      <inkml:brushProperty name="width" value="0.025" units="cm"/>
      <inkml:brushProperty name="height" value="0.025" units="cm"/>
      <inkml:brushProperty name="color" value="#004F8B"/>
    </inkml:brush>
  </inkml:definitions>
  <inkml:trace contextRef="#ctx0" brushRef="#br0">308 1 3329,'0'0'18126,"-18"35"-16485,-4 6-1221,3-7-51,1 2-1,1 0 1,2 1 0,-10 43 0,-146 479 1491,170-559-1888,1 0-1,0 0 0,0 0 0,0 0 0,0 1 1,0-1-1,-1 0 0,1 0 0,0 0 0,0 1 0,0-1 1,0 0-1,0 0 0,0 1 0,0-1 0,0 0 1,0 0-1,0 1 0,0-1 0,0 0 0,0 0 0,0 0 1,0 1-1,0-1 0,0 0 0,0 0 0,0 1 1,0-1-1,1 0 0,-1 0 0,0 0 0,0 1 0,0-1 1,0 0-1,0 0 0,1 0 0,-1 0 0,0 1 1,0-1-1,0 0 0,1 0 0,-1 0 0,12-4-456,20-20 226,-27 20 43,58-52-793,-46 39 828,1 1 0,0 1 0,2 0-1,28-16 1,-47 30 797,6 27 213,-5-19-815,0 0 0,0 0 1,1 0-1,0 0 0,0-1 1,1 0-1,4 8 0,9 9-6659,-12-14 2273,-3 1-1490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0.165"/>
    </inkml:context>
    <inkml:brush xml:id="br0">
      <inkml:brushProperty name="width" value="0.025" units="cm"/>
      <inkml:brushProperty name="height" value="0.025" units="cm"/>
      <inkml:brushProperty name="color" value="#004F8B"/>
    </inkml:brush>
  </inkml:definitions>
  <inkml:trace contextRef="#ctx0" brushRef="#br0">1 68 9818,'0'0'9179,"10"8"-8534,-6-6-599,2 3 27,0-1 0,0 0 0,1 0 0,-1-1 1,1 1-1,0-1 0,0-1 0,1 0 0,-1 0 1,0 0-1,1-1 0,12 1 0,-11-2-30,1 0 1,-1 0-1,0-2 0,1 1 1,-1-1-1,0 0 0,0-1 0,10-4 1,-16 6-39,0-1 0,0 0 0,0 0 0,0 0 0,0 0 0,-1 0-1,1-1 1,-1 1 0,1-1 0,-1 0 0,0 0 0,0 0 0,0 0 0,0 0 0,-1 0 0,1 0 0,-1 0 0,0-1 0,0 1 0,0-1 0,0 1 0,0-1 0,-1 1 0,0-1 0,0-4 0,0 7 2,0 0 1,0 0-1,-1 0 0,1 0 1,0 0-1,-1 0 1,1 0-1,-1 0 0,1 1 1,-1-1-1,1 0 0,-1 0 1,0 1-1,1-1 1,-1 0-1,0 1 0,1-1 1,-1 0-1,0 1 1,0-1-1,0 1 0,0-1 1,1 1-1,-1 0 1,0-1-1,0 1 0,0 0 1,0 0-1,0 0 0,0 0 1,0-1-1,-1 2 1,-41-3 121,31 3-58,-5-2-40,-26 3 456,42-2-460,-1 1-1,0 0 1,1-1 0,-1 1-1,1 0 1,-1 0 0,1 0-1,-1 0 1,1 0 0,0 0-1,-1 0 1,1 0-1,0 1 1,0-1 0,0 0-1,0 1 1,0-1 0,0 1-1,0-1 1,1 1 0,-1 0-1,0-1 1,0 3 0,-1 7 59,-1 0 1,2 0 0,0 1 0,0-1-1,1 1 1,2 18 0,-2-23-114,1-1 0,0 0 0,0 0 0,1 0 0,0 0 1,0 0-1,0 0 0,1 0 0,0-1 0,0 0 0,0 1 0,1-1 0,0 0 0,5 5 1,-6-8-390,0 0 1,1 0 0,-1-1 0,1 1 0,0-1 0,0 0 0,-1 0 0,1 0 0,0 0 0,0 0 0,0-1 0,0 0 0,0 0 0,0 0-1,4-1 1,2 1-1912,11 0-3402</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0.523"/>
    </inkml:context>
    <inkml:brush xml:id="br0">
      <inkml:brushProperty name="width" value="0.025" units="cm"/>
      <inkml:brushProperty name="height" value="0.025" units="cm"/>
      <inkml:brushProperty name="color" value="#004F8B"/>
    </inkml:brush>
  </inkml:definitions>
  <inkml:trace contextRef="#ctx0" brushRef="#br0">0 0 5553,'0'0'15761,"2"15"-14634,-1-1-888,-1-3-57,1 0 1,0 0-1,0-1 1,1 1-1,0-1 1,1 1-1,1-1 1,5 13 0,-8-22-179,1 1 1,-1-1 0,1 0 0,-1 0-1,1 0 1,0 0 0,0 0 0,0 0 0,-1 0-1,1-1 1,0 1 0,0 0 0,0-1 0,0 0-1,0 1 1,0-1 0,0 0 0,0 0-1,0 0 1,0-1 0,3 0 0,1 1-60,0-1 1,0 0-1,-1-1 1,1 0-1,0 1 1,7-5-1,189-123-1313,-206 136 1648,1 0 0,0 0 0,0 0 0,0 1 0,1-1 0,0 1 0,1-1 0,0 1 0,-1 8-1,2-13-383,0-1 0,0 0 0,0 0-1,0 1 1,0-1 0,1 0-1,-1 0 1,1 0 0,-1 1-1,1-1 1,0 0 0,0 0 0,0 0-1,0 0 1,0 0 0,0 0-1,1-1 1,-1 1 0,4 3-1,0-2-931,0 0 0,1-1 0,-1 1 0,1-1 0,0 0 0,10 2 0,21 3-7893</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1.238"/>
    </inkml:context>
    <inkml:brush xml:id="br0">
      <inkml:brushProperty name="width" value="0.025" units="cm"/>
      <inkml:brushProperty name="height" value="0.025" units="cm"/>
      <inkml:brushProperty name="color" value="#004F8B"/>
    </inkml:brush>
  </inkml:definitions>
  <inkml:trace contextRef="#ctx0" brushRef="#br0">1 110 7634,'0'0'16366,"3"-2"-15574,-2 2-753,0-1 0,0 1 0,0-1 0,0 1 1,0 0-1,0-1 0,0 1 0,0 0 0,0 0 0,0 0 0,0 0 0,0 0 1,0 0-1,0 0 0,0 0 0,0 0 0,0 1 0,0-1 0,0 0 0,0 1 0,0-1 1,0 1-1,0-1 0,0 1 0,-1-1 0,1 1 0,0-1 0,0 1 0,0 0 1,-1 0-1,1-1 0,0 1 0,-1 0 0,1 0 0,-1 0 0,1 0 0,-1-1 1,1 1-1,-1 0 0,0 0 0,1 0 0,-1 0 0,0 0 0,0 0 0,0 0 0,1 0 1,-1 0-1,-1 2 0,4 12 171,-1 1 0,-1 29 0,1-2-115,-2-41-95,1-1 0,0 1 0,0 0 0,0 0 0,0-1 0,0 1 0,0-1 0,0 1 0,0-1 0,0 1 0,1-1 0,-1 0 0,1 1 0,-1-1 0,1 0 0,-1 0 0,1 0 0,0 0 0,0 0 0,-1-1 0,1 1 0,0-1 0,0 1 0,0-1 1,0 1-1,-1-1 0,1 0 0,0 0 0,0 0 0,0 0 0,0 0 0,0 0 0,0-1 0,0 1 0,2-1 0,3-1-55,1 1 0,-1-1 0,0 0 1,1-1-1,-1 0 0,-1 0 0,13-7 0,-6 1-19,0-1 0,0 0 0,-1-1 0,-1 0 0,0-1 0,12-16 0,-22 27 75,0 0 0,0 1 0,0-1 0,-1 0 0,1 1 0,0-1 0,0 1 0,0 0 0,0-1 1,0 1-1,0 0 0,0-1 0,0 1 0,0 0 0,0 0 0,0 0 0,1 0 0,-1 0 0,0 0 0,0 0 1,0 1-1,0-1 0,0 0 0,0 0 0,1 2 0,24 9 89,12 23 68,-33-29-156,-1 0 0,1 0 0,-1-1 0,1 1 0,1-1 0,-1 0 0,1-1-1,-1 1 1,1-1 0,0-1 0,0 1 0,0-1 0,0 0 0,1 0 0,-1 0 0,1-1-1,7 0 1,-9-1-30,0-2-1,0 1 0,0 0 0,-1-1 0,1 0 0,-1 0 0,1 0 0,-1-1 0,0 0 1,0 0-1,0 0 0,0 0 0,0 0 0,-1-1 0,1 1 0,-1-1 0,0 0 1,0 0-1,-1 0 0,5-10 0,0 2 29,-1 0-1,0-1 1,-1 1 0,-1-2 0,0 1-1,5-25 1,-8-40 1377,-2 78-1410,0-1 1,0 1-1,0 0 1,0 1 0,1-1-1,-1 0 1,0 0-1,0 0 1,0 0 0,1 1-1,-1-1 1,0 0-1,0 1 1,1-1 0,-1 0-1,0 1 1,1-1-1,-1 1 1,0-1 0,1 1-1,-1 0 1,1-1-1,-2 2 1,-1 45-5972,8-16-864,5-12-774</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1.568"/>
    </inkml:context>
    <inkml:brush xml:id="br0">
      <inkml:brushProperty name="width" value="0.025" units="cm"/>
      <inkml:brushProperty name="height" value="0.025" units="cm"/>
      <inkml:brushProperty name="color" value="#004F8B"/>
    </inkml:brush>
  </inkml:definitions>
  <inkml:trace contextRef="#ctx0" brushRef="#br0">1 53 9498,'0'0'13021,"25"4"-12362,10 4-489,-9-3-18,0 0 0,41 1 0,-10-5 82,-56-2-225,0 0 0,0 0 0,-1 1 0,1-1-1,0 0 1,-1 0 0,1 0 0,0 0 0,-1 0-1,1-1 1,-1 1 0,1 0 0,-1 0-1,0 0 1,1 0 0,-1 0 0,0-1 0,0 1-1,0 0 1,0 0 0,0 0 0,0-1 0,0 1-1,0 0 1,-1 0 0,1-2 0,0 1 8,0 1 0,-1-1 1,1 0-1,0 0 0,0 0 0,-1 0 1,1 0-1,-1 0 0,0 0 0,0 1 1,1-1-1,-1 0 0,0 1 1,0-1-1,-1 0 0,1 1 0,0-1 1,0 1-1,-3-2 0,-7 0 165,0-1 0,0 2 0,-1 0 0,1 0 0,-1 1 0,-13 1-1,18 0-79,0 0 0,0 0 0,-1 1 0,1-1 0,0 2 0,0-1 0,1 1 0,-1 0 0,0 1 0,-11 5 0,15-5-85,0-1-1,1 1 0,-1-1 0,1 1 0,0 0 0,0 0 1,0 0-1,0 0 0,1 0 0,-1 0 0,1 0 0,0 1 1,0-1-1,0 0 0,0 1 0,0-1 0,1 1 0,0-1 1,-1 1-1,1-1 0,1 1 0,0 6 0,0-5-60,0 0-1,0 0 1,0-1-1,1 1 1,0 0-1,0-1 1,0 1 0,0-1-1,1 0 1,0 0-1,0 0 1,0 0-1,0 0 1,0-1-1,1 1 1,6 3-1,14 8-1517,2-2 0,39 16 0,-7-9-4125</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2.144"/>
    </inkml:context>
    <inkml:brush xml:id="br0">
      <inkml:brushProperty name="width" value="0.025" units="cm"/>
      <inkml:brushProperty name="height" value="0.025" units="cm"/>
      <inkml:brushProperty name="color" value="#004F8B"/>
    </inkml:brush>
  </inkml:definitions>
  <inkml:trace contextRef="#ctx0" brushRef="#br0">360 550 11570,'0'0'13686,"-28"-5"-12779,-90-16-138,109 19-667,-1 1 0,1 0-1,-1 1 1,1 0-1,-1 1 1,1 0 0,0 0-1,-1 1 1,1 0-1,0 0 1,0 1 0,-12 6-1,15-6-70,1 0-1,-1 1 0,1-1 1,0 1-1,0 0 1,0 1-1,0-1 0,1 1 1,0 0-1,0 0 1,0 1-1,1-1 0,-1 1 1,1-1-1,-2 8 0,3-10-27,1 0 0,0 0-1,0 0 1,1 0 0,-1 0-1,1 0 1,-1 0 0,1 0-1,0 1 1,0-1 0,0 0-1,1 0 1,0 5 0,0-6-4,0 0 1,-1-1 0,1 1-1,0-1 1,0 1-1,0-1 1,0 1 0,1-1-1,-1 0 1,0 1 0,1-1-1,-1 0 1,0 0-1,1 0 1,0 0 0,-1 0-1,4 1 1,2 0-11,1 0 1,0 0-1,0-1 1,0 0-1,0-1 1,0 0-1,0 0 1,0 0-1,10-3 1,-2 0-61,0-1 1,-1-1 0,1 0-1,-1-1 1,0 0 0,0-2-1,-1 1 1,19-15 0,105-89-1189,-117 92 1016,50-44-571,80-94-1,-118 118 814,-1-2 0,-2-2 0,-2 0 0,23-49 0,-42 71 690,-10 17 616,-20 29 494,12-14-2127,-27 37 585,2 2 1,1 1-1,4 1 1,1 2 0,3 1-1,-35 113 1,58-164-316,1 0 1,0 0 0,0 1-1,0-1 1,0 1 0,1-1-1,0 1 1,0-1 0,0 1-1,1 6 1,0-9-70,0-1-1,1 1 1,-1-1-1,0 1 1,0-1-1,1 0 1,-1 0 0,1 1-1,-1-1 1,1 0-1,0 0 1,-1 0-1,1-1 1,0 1-1,0 0 1,0-1 0,-1 1-1,1-1 1,0 1-1,0-1 1,0 0-1,0 0 1,0 0 0,0 0-1,0 0 1,3-1-1,16 1-2013,0-1-1,0-1 1,32-6-1,-1-10-4734</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2.470"/>
    </inkml:context>
    <inkml:brush xml:id="br0">
      <inkml:brushProperty name="width" value="0.025" units="cm"/>
      <inkml:brushProperty name="height" value="0.025" units="cm"/>
      <inkml:brushProperty name="color" value="#004F8B"/>
    </inkml:brush>
  </inkml:definitions>
  <inkml:trace contextRef="#ctx0" brushRef="#br0">190 34 13259,'0'0'13563,"-28"15"-12632,-85 47-265,110-61-641,0 1-1,0-1 0,0 1 0,0 0 0,0 0 0,0 0 0,1 1 0,-1-1 0,1 1 0,0-1 1,-1 1-1,1 0 0,0 0 0,1 0 0,-1 0 0,1 0 0,-1 0 0,1 0 0,0 1 0,0-1 1,0 0-1,0 1 0,1-1 0,0 1 0,-1-1 0,1 1 0,1-1 0,-1 0 0,1 8 0,1 7-8,-2-16-13,1 1 0,-1 0 0,1 0 0,0 0 0,0-1 0,0 1 0,0 0 0,0-1 0,0 1 0,1-1 0,0 1 0,-1-1 0,1 0 1,0 0-1,0 1 0,0-2 0,0 1 0,0 0 0,1 0 0,-1-1 0,1 1 0,-1-1 0,1 1 0,-1-1 0,1 0 0,0 0 0,0 0 0,-1-1 0,1 1 0,0-1 0,5 1 0,-1 0-11,0 0-1,0-1 1,0 0 0,0 0 0,0 0-1,0-1 1,0 0 0,0 0 0,0-1-1,0 0 1,-1 0 0,13-6 0,-11 2 3,-1 0 0,0-1 0,0 0 0,0 0 1,-1-1-1,0 0 0,0 0 0,-1 0 0,0-1 1,0 1-1,-1-1 0,0-1 0,-1 1 0,0 0 1,0-1-1,-1 1 0,0-1 0,-1 0 0,0 0 1,-1 0-1,0 0 0,0 1 0,-1-1 0,-3-13 1,3 21-2,0 0 1,0-1 0,0 1 0,-1 0 0,1 0 0,-1 0 0,0 1 0,1-1 0,-1 0 0,0 0 0,0 1-1,0 0 1,0-1 0,0 1 0,-1 0 0,1 0 0,0 0 0,-1 0 0,1 0 0,0 0 0,-1 1 0,1-1-1,-1 1 1,1 0 0,-1 0 0,1 0 0,-1 0 0,1 0 0,-1 0 0,-4 2 0,2-2-162,-1 1 0,0 0 0,1 0 0,-1 1 0,0 0 0,1 0 0,0 0 0,-1 0 0,1 1 0,0 0 0,0 0 0,-5 4 0,5-1-801,1 0 0,0 0 0,0 1 0,0-1 0,1 1 0,-1 0 0,-1 7 0,-3 12-6905</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3.071"/>
    </inkml:context>
    <inkml:brush xml:id="br0">
      <inkml:brushProperty name="width" value="0.025" units="cm"/>
      <inkml:brushProperty name="height" value="0.025" units="cm"/>
      <inkml:brushProperty name="color" value="#004F8B"/>
    </inkml:brush>
  </inkml:definitions>
  <inkml:trace contextRef="#ctx0" brushRef="#br0">482 0 11386,'0'0'10181,"-29"27"-7529,-94 91-765,102-97-1467,1 2 0,1 1 0,1 0 0,2 1 0,-26 49 0,16-25 56,-9 12-184,3 1 0,3 1-1,-41 131 1,70-194-294,0 1 1,-1-1-1,1 0 0,0 1 1,0-1-1,0 0 0,0 1 1,0-1-1,0 0 0,0 1 1,0-1-1,0 0 0,0 1 0,0-1 1,0 0-1,0 1 0,0-1 1,0 0-1,0 1 0,0-1 1,1 0-1,-1 1 0,0-1 1,0 0-1,0 1 0,0-1 1,1 0-1,-1 0 0,0 1 0,0-1 1,1 0-1,-1 0 0,0 1 1,0-1-1,1 0 0,-1 0 1,0 0-1,1 0 0,-1 0 1,0 1-1,1-1 0,-1 0 0,0 0 1,1 0-1,-1 0 0,0 0 1,1 0-1,-1 0 0,0 0 1,1 0-1,-1 0 0,0 0 1,1 0-1,-1 0 0,0 0 1,1-1-1,-1 1 0,1 0 0,20-9-41,-20 9 42,53-28-79,101-45-1063,-136 66 987,0 1 0,0 0-1,1 2 1,0 0 0,0 1 0,28-1 0,-47 4 155,0 0 1,-1 1-1,1-1 1,0 0-1,-1 0 1,1 0 0,-1 1-1,1-1 1,0 0-1,-1 0 1,1 1-1,-1-1 1,1 1 0,-1-1-1,1 0 1,-1 1-1,1-1 1,-1 1-1,0-1 1,1 1 0,-1-1-1,0 1 1,1 0-1,-1-1 1,0 1-1,1-1 1,-1 1 0,0 0-1,0 0 1,3 28 9,-4-20 12,0-1 0,0 0 0,-1 0 0,0 0 0,-3 9 0,-3-2 83,0 0 0,-2 0 0,1 0-1,-1-2 1,-1 1 0,-1-1 0,0-1-1,0 0 1,-26 18 0,34-28-78,0 0-1,0-1 1,-1 0 0,1 0 0,0 0-1,-1 0 1,1-1 0,-1 1 0,1-1-1,-1 0 1,1-1 0,0 1 0,-1-1-1,1 0 1,-1 0 0,1 0-1,0 0 1,0-1 0,0 0 0,0 0-1,0 0 1,0 0 0,0-1 0,-5-4-1,4 2-108,-1 1 0,1-2 0,-1 1 0,1-1 0,1 1 0,-1-1 0,1-1 0,0 1 0,1-1 0,-1 1 0,1-1 0,1 0 0,-4-11 0,6 16-113,-1 1 0,1 0 0,0 0 0,0 0 1,0-1-1,0 1 0,0 0 0,0 0 0,0 0 0,1-1 0,-1 1 0,0 0 0,1 0 1,-1 0-1,0 0 0,1 0 0,0-1 0,-1 1 0,1 0 0,0 0 0,-1 0 0,1 1 1,0-1-1,0 0 0,0 0 0,0 0 0,0 0 0,0 1 0,1-2 0,37-10-5270,-23 8 2591,23-6-5492</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3.267"/>
    </inkml:context>
    <inkml:brush xml:id="br0">
      <inkml:brushProperty name="width" value="0.025" units="cm"/>
      <inkml:brushProperty name="height" value="0.025" units="cm"/>
      <inkml:brushProperty name="color" value="#004F8B"/>
    </inkml:brush>
  </inkml:definitions>
  <inkml:trace contextRef="#ctx0" brushRef="#br0">97 0 13363,'0'0'15451,"-58"132"-15267,51-123-72,-5 1-112,5-7-208,1-3-448,-1 0-896,7-9-1161,0-14-3584,0-6-7314</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3.457"/>
    </inkml:context>
    <inkml:brush xml:id="br0">
      <inkml:brushProperty name="width" value="0.025" units="cm"/>
      <inkml:brushProperty name="height" value="0.025" units="cm"/>
      <inkml:brushProperty name="color" value="#004F8B"/>
    </inkml:brush>
  </inkml:definitions>
  <inkml:trace contextRef="#ctx0" brushRef="#br0">84 0 13123,'0'0'14691,"-19"68"-14691,6-33-264,-6 4-1136,6 12-1105,0-9-2816,6-10-2985</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4.013"/>
    </inkml:context>
    <inkml:brush xml:id="br0">
      <inkml:brushProperty name="width" value="0.025" units="cm"/>
      <inkml:brushProperty name="height" value="0.025" units="cm"/>
      <inkml:brushProperty name="color" value="#004F8B"/>
    </inkml:brush>
  </inkml:definitions>
  <inkml:trace contextRef="#ctx0" brushRef="#br0">783 0 6729,'0'0'19837,"-24"4"-19042,-74 17-319,94-20-461,-1 0 1,1 0 0,0 0 0,0 1 0,0 0-1,0-1 1,0 1 0,0 1 0,1-1 0,-1 1-1,1-1 1,-1 1 0,1 0 0,0 0-1,0 1 1,1-1 0,-1 1 0,1-1 0,-1 1-1,1 0 1,0 0 0,0 0 0,1 0 0,-1 0-1,1 0 1,0 0 0,0 0 0,0 1-1,1-1 1,-1 6 0,2-9-18,-1 0 0,0 0 0,0 0 0,0 0 0,1 0 0,-1 0 0,0 0 0,1 0 0,-1 0 0,1 0 0,-1 0 0,1 0 0,0 0 0,-1 0 0,1 0 0,0-1 0,-1 1 0,1 0 0,0-1 0,0 1 0,0 0 0,0-1 0,0 1-1,0-1 1,0 0 0,0 1 0,0-1 0,0 0 0,0 1 0,0-1 0,0 0 0,1 0 0,44 1-175,-30-1 56,-4-1-36,1 0 0,-1 0 0,0-2 1,0 1-1,0-1 0,0-1 0,21-9 1,-26 9 100,0 1 1,0-1 0,0 0 0,-1-1 0,0 1-1,0-1 1,0-1 0,0 1 0,-1-1-1,0 0 1,0 0 0,0 0 0,6-14 0,-11 20 60,0 1 0,-1-1 0,1 0 0,-1 1 0,1-1 0,-1 0 1,1 0-1,-1 0 0,1 1 0,-1-1 0,1 0 0,-1 0 0,1 0 1,-1 0-1,1 0 0,-1 0 0,1 0 0,-1 0 0,1 0 0,-1 0 1,1 0-1,-1 0 0,1-1 0,-1 1 0,1 0 0,-1 0 0,1 0 1,-1-1-1,1 1 0,-1 0 0,1-1 0,0 1 0,-1 0 1,1-1-1,-1 1 0,1 0 0,0-1 0,-1 1 0,1-1 0,0 1 1,0-1-1,-1 1 0,1-1 0,0 1 0,0-1 0,0 1 0,0-1 1,0 1-1,-1-1 0,1 1 0,0-1 0,0 1 0,0-1 0,0 1 1,1-1-1,-1 1 0,0-1 0,0 1 0,0-1 0,0 1 0,0-1 1,1 1-1,-1-1 0,-9 7 79,0 0 0,1 2-1,-1-1 1,1 1 0,1 0 0,0 0 0,0 1 0,0 0-1,-5 10 1,-4 9 92,2 1 1,-12 30-1,5 3 6,2 2 0,4 0-1,2 1 1,2 0 0,-2 113 0,13-160-174,0 3 19,-2 0 1,0 0-1,0-1 1,-9 30 0,10-46 9,-1 0 0,1 0 1,-1 0-1,1 0 1,-1 0-1,0 0 0,-1-1 1,1 1-1,-1-1 0,1 0 1,-1 1-1,0-1 0,0 0 1,0-1-1,-1 1 1,1-1-1,-1 1 0,1-1 1,-1 0-1,0 0 0,0-1 1,0 1-1,0-1 1,0 0-1,0 0 0,0 0 1,-9 0-1,-30 0 5,1-3 0,-1-1 0,0-3 0,1-1 0,0-2 0,1-2 0,0-1 0,0-3 0,-46-23 0,83 36-167,1 1 0,-1-2 0,1 1-1,-1 0 1,1-1 0,0 1 0,0-1 0,0 0-1,0 0 1,1 0 0,-5-7 0,6 9-101,1-1 0,-1 0-1,0 0 1,1 0 0,-1 0 0,1 0 0,-1 0-1,1 0 1,0 0 0,0 0 0,0 0 0,0 0 0,0 0-1,1 0 1,-1 0 0,1 0 0,-1 0 0,1 0 0,0 0-1,0 0 1,-1 0 0,1 0 0,0 0 0,1 1-1,1-3 1,30-26-6769,5 2-5175</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4.589"/>
    </inkml:context>
    <inkml:brush xml:id="br0">
      <inkml:brushProperty name="width" value="0.025" units="cm"/>
      <inkml:brushProperty name="height" value="0.025" units="cm"/>
      <inkml:brushProperty name="color" value="#004F8B"/>
    </inkml:brush>
  </inkml:definitions>
  <inkml:trace contextRef="#ctx0" brushRef="#br0">534 1 9010,'0'0'11622,"-29"7"-9617,-3-1-1475,15-4-290,1 1 0,0 1 0,-1 1 0,2 0 0,-1 1 0,1 1 1,0 0-1,0 1 0,-14 11 0,-1 2 257,1 1-1,1 2 1,1 0-1,1 2 1,-36 47-1,50-56-451,0 0-1,2 0 0,0 1 1,0 1-1,2 0 1,0 0-1,2 0 0,0 1 1,1 0-1,1 0 0,-3 31 1,7-45-46,-1 9 7,0 0 0,1 0-1,1 0 1,4 24 0,-4-34-7,1-1 1,-1 0 0,1 1 0,0-1 0,0 0-1,0 0 1,1 0 0,-1-1 0,1 1 0,0-1-1,0 1 1,0-1 0,0 0 0,1 0 0,-1 0-1,1 0 1,0-1 0,0 0 0,6 4 0,2-2-19,-1 0 0,1 0 0,0-1 1,0 0-1,0-1 0,0-1 0,0 0 1,1 0-1,-1-1 0,0-1 0,0 0 1,0-1-1,23-6 0,-16 3-59,0-2 0,-1 0 1,0-1-1,0-1 0,-1 0 0,0-1 0,29-25 0,-30 23 60,-1-2 1,-1 0-1,0 0 0,0-1 1,-2-1-1,0 0 1,-1-1-1,0 0 0,-1 0 1,-1-2-1,-1 1 0,-1-1 1,0 0-1,-2 0 0,0 0 1,-1-1-1,-1 0 1,-1 0-1,0 0 0,-2 0 1,-2-30-1,0 41 20,0 0 1,0 1 0,-1-1-1,0 1 1,0-1-1,-1 1 1,0 0-1,-1 0 1,1 0-1,-2 1 1,1 0 0,-1 0-1,0 0 1,0 1-1,-1 0 1,0 0-1,0 0 1,0 1-1,-1 0 1,0 1-1,-12-6 1,12 6-29,-1 0 0,1 1 0,-1 0 1,1 0-1,-1 1 0,0 0 0,0 1 0,0 0 1,0 0-1,0 1 0,0 0 0,0 1 0,0 0 0,0 0 1,0 1-1,1 0 0,-1 1 0,0 0 0,1 0 0,0 1 1,-14 7-1,-23 28-2404,11 0-2598</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5.639"/>
    </inkml:context>
    <inkml:brush xml:id="br0">
      <inkml:brushProperty name="width" value="0.025" units="cm"/>
      <inkml:brushProperty name="height" value="0.025" units="cm"/>
      <inkml:brushProperty name="color" value="#004F8B"/>
    </inkml:brush>
  </inkml:definitions>
  <inkml:trace contextRef="#ctx0" brushRef="#br0">1 113 9218,'0'0'13284,"4"-3"-12508,5-2-557,1 1-1,-1 0 1,1 0-1,0 1 0,0 1 1,0 0-1,1 0 1,-1 1-1,0 0 1,1 0-1,-1 1 0,0 1 1,14 2-1,-23-3-201,1 1-1,-1 0 0,1 0 1,-1-1-1,0 1 0,0 0 1,0 0-1,1 0 0,-1 1 1,0-1-1,0 0 0,0 0 1,-1 0-1,1 1 1,0-1-1,0 0 0,-1 1 1,1-1-1,-1 1 0,1-1 1,-1 1-1,1-1 0,-1 1 1,0-1-1,0 1 0,0 0 1,0 1-1,0 53 260,-1-41-175,1-5-56,-1-1 1,-1 1-1,1-1 0,-1 0 0,-1 0 1,0 0-1,0 0 0,-1 0 0,0 0 1,-1-1-1,0 0 0,0 0 0,-7 8 1,13-59 103,2 33-183,1 0 1,0 0-1,0 0 0,1 0 0,0 1 1,1 0-1,0 0 0,0 1 1,1-1-1,0 1 0,10-8 0,11-10-53,54-39-1,-6 18-30,-68 43 118,-1 0 0,1 1 0,0 0 1,0 0-1,0 1 0,0 0 0,0 1 1,11-2-1,-18 9 193,0-1 0,0 0 0,-1 1 0,0-1-1,-2 11 1,1-7-34,-1 0-1,-1-1 0,0 1 0,-5 12 0,4-14-207,1 0 0,0 1 0,1-1-1,0 1 1,0 0 0,0 0 0,0 14 0,2-21-33,0-1 1,1 1-1,-1 0 1,0-1-1,1 1 0,-1 0 1,0-1-1,1 1 1,-1-1-1,1 1 1,-1-1-1,1 1 0,-1-1 1,1 1-1,-1-1 1,1 1-1,-1-1 1,1 1-1,0-1 1,-1 0-1,1 0 0,0 1 1,-1-1-1,1 0 1,0 0-1,-1 0 1,1 0-1,0 1 0,-1-1 1,1 0-1,1-1 1,29 2-2116,-22-2 1249,36 1-4622,0 0-1764</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6.002"/>
    </inkml:context>
    <inkml:brush xml:id="br0">
      <inkml:brushProperty name="width" value="0.025" units="cm"/>
      <inkml:brushProperty name="height" value="0.025" units="cm"/>
      <inkml:brushProperty name="color" value="#004F8B"/>
    </inkml:brush>
  </inkml:definitions>
  <inkml:trace contextRef="#ctx0" brushRef="#br0">120 95 9778,'0'0'17181,"-19"6"-16359,-54 23-354,71-28-448,0 0 0,0 0 1,0 0-1,1 1 1,-1-1-1,1 0 0,-1 1 1,1-1-1,-1 1 1,1-1-1,0 1 0,0 0 1,0 0-1,0 0 1,0-1-1,0 1 0,0 0 1,0 0-1,1 0 1,-1 0-1,1 0 0,0 0 1,-1 0-1,1 1 0,0-1 1,1 4-1,-1-3-8,1 0 0,-1 1-1,1-1 1,0 0 0,0 0 0,0 0-1,0 1 1,1-1 0,-1 0-1,1-1 1,0 1 0,2 3 0,2-2-8,-1-1 1,1 1 0,0-1-1,0-1 1,1 1 0,-1-1-1,0 0 1,1-1 0,-1 1-1,1-1 1,0 0 0,-1-1 0,1 0-1,0 0 1,12-2 0,0 2 9,-16 0-12,1 0 1,-1 0-1,1-1 1,0 1-1,-1-1 0,1 0 1,-1 0-1,0 0 1,1-1-1,-1 1 0,0-1 1,0 1-1,1-1 1,-1 0-1,-1 0 0,1-1 1,0 1-1,0 0 1,-1-1-1,0 0 0,1 0 1,-1 0-1,0 0 1,0 0-1,-1 0 1,2-4-1,1-2 18,-1-2 0,0 1 0,0 0-1,-1 0 1,-1-1 0,0 1 0,0-18 0,-1 25-17,0 0 1,-1 0-1,1 0 1,-1 0-1,1 0 1,-1 0-1,0 0 1,0 0-1,0 0 1,-1 1-1,1-1 0,-1 0 1,1 1-1,-1-1 1,0 1-1,0 0 1,-5-5-1,2 3 17,0 0 0,-1 1 0,1-1 0,-1 1 0,0 0 0,0 0 0,-1 1-1,-6-2 1,-3 0-238,0 1-1,-1 0 0,1 1 0,-1 1 1,1 1-1,-19 1 0,34-1 154,1 0 0,0 0 0,-1 0 0,1 0-1,0 0 1,-1 0 0,1 0 0,0-1 0,-1 1-1,1 0 1,-1 0 0,1 1 0,0-1 0,-1 0-1,1 0 1,0 0 0,-1 0 0,1 0 0,-1 0-1,1 0 1,0 1 0,-1-1 0,1 0 0,0 0-1,0 0 1,-1 1 0,1-1 0,0 0 0,-1 1-1,1-1 1,0 0 0,0 0 0,0 1 0,-1-1-1,1 0 1,0 1 0,0-1 0,0 0 0,0 1-1,0-1 1,0 1 0,-1-1 0,1 0 0,0 1-1,0-1 1,0 0 0,0 1 0,0-1 0,1 1-1,-1-1 1,0 0 0,0 1 0,0 0 0,19 12-5749,11-6-1689</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6.251"/>
    </inkml:context>
    <inkml:brush xml:id="br0">
      <inkml:brushProperty name="width" value="0.025" units="cm"/>
      <inkml:brushProperty name="height" value="0.025" units="cm"/>
      <inkml:brushProperty name="color" value="#004F8B"/>
    </inkml:brush>
  </inkml:definitions>
  <inkml:trace contextRef="#ctx0" brushRef="#br0">264 0 1536,'0'0'26074,"-17"27"-24536,-55 90-450,58-90-848,2 1 1,1 0 0,1 0-1,2 1 1,0 0 0,-5 48-1,-8 32-440,20-107 74,1 1 0,-1-1-1,0 0 1,0 0 0,0 1 0,0-1-1,0 0 1,0 0 0,-1 0 0,1 0-1,0 0 1,-1-1 0,0 1 0,1 0-1,-1-1 1,0 1 0,0-1 0,0 0-1,-4 2 1,4-2-633,-1 0 0,0 0-1,0 0 1,1-1 0,-1 0-1,0 1 1,0-1 0,0 0 0,0 0-1,-3-1 1,-6-2-6481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6.746"/>
    </inkml:context>
    <inkml:brush xml:id="br0">
      <inkml:brushProperty name="width" value="0.025" units="cm"/>
      <inkml:brushProperty name="height" value="0.025" units="cm"/>
      <inkml:brushProperty name="color" value="#004F8B"/>
    </inkml:brush>
  </inkml:definitions>
  <inkml:trace contextRef="#ctx0" brushRef="#br0">0 11 9978,'0'0'8157,"30"-2"-5429,9 0-1897,136-4 1980,67 6-736,-240 0-1892,-11 1 731,-6 3-724,0 1 1,1 1-1,-1 0 1,1 1-1,-18 11 1,25-13-178,0-1 1,0 1-1,1 1 1,-1-1-1,1 1 0,1 0 1,-1 1-1,1-1 1,0 1-1,0 0 0,-6 13 1,11-18-21,-1-1 0,0 0 1,1 1-1,-1-1 0,1 0 1,-1 1-1,1-1 0,0 1 0,0-1 1,0 1-1,-1-1 0,1 0 0,1 1 1,-1-1-1,0 1 0,0-1 1,0 1-1,1-1 0,-1 0 0,1 1 1,-1-1-1,1 1 0,-1-1 1,1 0-1,0 0 0,0 1 0,0-1 1,0 0-1,0 0 0,0 0 1,0 0-1,0 0 0,0 0 0,0 0 1,0-1-1,1 1 0,-1 0 0,0-1 1,1 1-1,-1 0 0,0-1 1,1 0-1,-1 1 0,1-1 0,-1 0 1,0 0-1,1 0 0,-1 0 1,2 0-1,9 1-114,1-1 0,-1 0 0,0-1 0,20-4 1,-22 2 1,1-1-1,-1 0 1,0 0 0,-1-1 0,1-1 0,-1 0 0,0 0 0,0-1 0,0 0 0,-1 0 0,-1-1-1,10-11 1,-8 6 341,-7 9 169,-2 7 68,-3 26 239,1-10-786,2 29-586,0-47 617,0 1 0,0 0 1,0-1-1,1 1 0,-1 0 1,0-1-1,1 1 0,-1 0 0,1-1 1,0 1-1,0-1 0,0 1 1,-1-1-1,1 1 0,0-1 0,1 0 1,-1 1-1,0-1 0,0 0 1,1 0-1,2 2 0,4-1-1065,0 0-1,0 0 0,0-1 0,0 0 1,1-1-1,8 0 0,15 0-6252</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6.981"/>
    </inkml:context>
    <inkml:brush xml:id="br0">
      <inkml:brushProperty name="width" value="0.025" units="cm"/>
      <inkml:brushProperty name="height" value="0.025" units="cm"/>
      <inkml:brushProperty name="color" value="#004F8B"/>
    </inkml:brush>
  </inkml:definitions>
  <inkml:trace contextRef="#ctx0" brushRef="#br0">238 0 15523,'0'0'11323,"-103"161"-9595,90-97-424,1 0-319,5-3-265,1 0-144,6-10-416,-7-3-160,1-9 0,-1-10-288,-5-7-464,-1-12-705,-6-10-951,-1 0-2481,7-20-3665</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7.326"/>
    </inkml:context>
    <inkml:brush xml:id="br0">
      <inkml:brushProperty name="width" value="0.025" units="cm"/>
      <inkml:brushProperty name="height" value="0.025" units="cm"/>
      <inkml:brushProperty name="color" value="#004F8B"/>
    </inkml:brush>
  </inkml:definitions>
  <inkml:trace contextRef="#ctx0" brushRef="#br0">1 4 13731,'0'0'7610,"29"-1"-4930,192-2 1061,57 3-1819,-277 0-1921,0 0 1,-1 0-1,1 0 0,0 0 1,0 0-1,0 0 1,0 0-1,0 1 1,0-1-1,-1 0 1,1 0-1,0 1 1,0-1-1,0 0 0,-1 1 1,1-1-1,0 1 1,0-1-1,-1 1 1,1-1-1,0 1 1,-1 0-1,1-1 1,-1 1-1,1 0 0,0 1 1,0-1 5,-1 1 0,0 0 0,0-1 0,0 1 0,0-1-1,0 1 1,0 0 0,0-1 0,0 1 0,-1-1 0,1 1 0,0 0 0,-2 2 0,-33 57 238,24-43-164,9-12-38,0 0-1,1 0 0,-1 0 1,1 0-1,0 1 0,1-1 0,0 0 1,0 0-1,1 10 0,0 4-155,-9-53-7359,3 8 1404</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7.654"/>
    </inkml:context>
    <inkml:brush xml:id="br0">
      <inkml:brushProperty name="width" value="0.025" units="cm"/>
      <inkml:brushProperty name="height" value="0.025" units="cm"/>
      <inkml:brushProperty name="color" value="#004F8B"/>
    </inkml:brush>
  </inkml:definitions>
  <inkml:trace contextRef="#ctx0" brushRef="#br0">90 1 2697,'0'0'26349,"-83"38"-26301,83-22-48,-7-3-56,7 6-784,0 0-1200,0 1-2225,13-7-2561</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8.368"/>
    </inkml:context>
    <inkml:brush xml:id="br0">
      <inkml:brushProperty name="width" value="0.025" units="cm"/>
      <inkml:brushProperty name="height" value="0.025" units="cm"/>
      <inkml:brushProperty name="color" value="#004F8B"/>
    </inkml:brush>
  </inkml:definitions>
  <inkml:trace contextRef="#ctx0" brushRef="#br0">104 84 12363,'0'0'16304,"-18"18"-15971,-50 59-117,66-76-210,1 1 1,-1 0 0,1 0-1,-1 0 1,1 0 0,0 0-1,-1 0 1,1 0 0,0 0 0,1 0-1,-1 1 1,0-1 0,1 0-1,-1 1 1,1-1 0,-1 1 0,1-1-1,0 0 1,0 1 0,1-1-1,-1 1 1,0-1 0,1 0-1,-1 1 1,1-1 0,0 0 0,0 1-1,0-1 1,0 0 0,0 0-1,0 0 1,0 0 0,1 0-1,2 3 1,-1-2-5,0-1 0,1 1 0,-1 0 0,1-1 0,-1 0-1,1 0 1,0 0 0,0 0 0,0-1 0,0 1 0,0-1 0,0 0 0,0 0-1,6 0 1,-6-1-4,0 1 1,0-1-1,0-1 0,0 1 0,0 0 0,0-1 0,0 0 0,0 0 0,-1 0 1,1 0-1,0-1 0,-1 0 0,1 1 0,4-4 0,-5 1 0,0 0 0,0 1 0,0-1 0,-1 0 0,0 0-1,0-1 1,0 1 0,0 0 0,-1-1 0,1 1 0,-1-1-1,1-8 1,3-10 5,-1 0 0,-1 0-1,-1-1 1,-1 1 0,-1-1-1,-3-23 1,2 46-3,0 0 0,0-1 1,0 1-1,0 0 0,0 0 0,0 0 1,0 0-1,0 0 0,-1 0 0,1 0 0,0 0 1,-1 0-1,1 0 0,0 1 0,-1-1 1,1 1-1,-1-1 0,1 1 0,-3-1 0,3 1-6,0-1 0,0 1 0,0-1 0,0 1 0,0 0 0,0 0 0,0 0 0,0-1 0,0 1 0,0 0 0,0 0-1,0 0 1,0 1 0,0-1 0,0 0 0,0 0 0,0 0 0,0 1 0,1-1 0,-1 0 0,0 1 0,0-1 0,0 1-1,0-1 1,0 1 0,1 0 0,-1-1 0,0 1 0,1 0 0,-2 1 0,1-1-55,1 1-1,0-1 1,-1 1 0,1 0-1,0-1 1,0 1 0,0 0-1,0-1 1,0 1 0,0 0-1,0-1 1,1 1 0,-1 0-1,1-1 1,-1 1 0,1-1-1,0 1 1,-1-1 0,1 1-1,0-1 1,0 1 0,2 1-1,0 0-77,0-1-1,0 1 0,0-1 0,0 0 0,1 0 0,-1 0 0,1-1 1,-1 1-1,7 1 0,7 1-524,1 0 1,0-1 0,23 0-1,-41-3 659,166 4-3069,-93-5 5977,-69 1-2595,-4 33 4249,-9 7-2991,7-33-1387,0-1 1,0 1-1,0-1 0,1 1 0,0 9 0,21-21-930,10-7 139,42-25-1,14-5 461,-70 39 1549,-15 15 324,-2 1-2164,1-10 303,0 0 1,0 0-1,0 0 0,0 0 1,0 0-1,1 0 1,0-1-1,-1 1 0,1 0 1,0 0-1,0-1 1,1 1-1,-1 0 1,0-1-1,1 1 0,0-1 1,1 3-1,0-3-938,1 1-1,-1-1 0,0 0 1,0 0-1,1 0 1,-1-1-1,1 1 0,4 1 1,12 3-10787</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8.512"/>
    </inkml:context>
    <inkml:brush xml:id="br0">
      <inkml:brushProperty name="width" value="0.025" units="cm"/>
      <inkml:brushProperty name="height" value="0.025" units="cm"/>
      <inkml:brushProperty name="color" value="#004F8B"/>
    </inkml:brush>
  </inkml:definitions>
  <inkml:trace contextRef="#ctx0" brushRef="#br0">142 0 15859,'0'0'13163,"-128"161"-14627,121-142-3209,1-6-5441</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9.228"/>
    </inkml:context>
    <inkml:brush xml:id="br0">
      <inkml:brushProperty name="width" value="0.025" units="cm"/>
      <inkml:brushProperty name="height" value="0.025" units="cm"/>
      <inkml:brushProperty name="color" value="#004F8B"/>
    </inkml:brush>
  </inkml:definitions>
  <inkml:trace contextRef="#ctx0" brushRef="#br0">34 84 11506,'0'0'15857,"-1"33"-13562,-11 18-1132,7-34-1063,0 1 0,2 0 1,0 0-1,1 0 0,0 0 0,2 0 1,2 29-1,-2-46-106,1 0 0,-1 0 0,1 0 1,-1 0-1,1 0 0,0 0 0,-1 0 1,1 0-1,0 0 0,0-1 0,0 1 1,-1 0-1,1 0 0,0-1 0,0 1 0,0-1 1,0 1-1,0-1 0,0 1 0,0-1 1,1 1-1,-1-1 0,0 0 0,0 0 0,0 0 1,0 0-1,2 1 0,39-1-258,-27-1 134,-5 0 24,0 0 1,0-1 0,0-1 0,-1 1 0,1-1 0,-1-1-1,0 0 1,0 0 0,0-1 0,0 0 0,12-11-1,-10 9 38,-1-2 0,0 1 0,0-2 0,-1 1 0,0-1 0,-1 0 0,0-1 0,8-15 0,-15 26 85,0 0 0,-1 0 0,1 0 0,0 0 0,-1 0 0,1 0 0,0 0 0,0 0 0,-1 1 0,1-1 0,0 0 0,-1 0 1,1 0-1,-1 1 0,1-1 0,0 0 0,-1 1 0,1-1 0,-1 1 0,1-1 0,-1 1 0,1-1 0,-1 1 0,1-1 0,-1 1 0,0-1 1,1 2-1,28 26-11,-9-8 28,-15-15-34,1 0 0,0-1 0,1 0 0,-1 0 0,1 0 0,0-1 0,0 0 0,0 0 0,0 0 0,1-1 0,-1-1 0,1 1 0,-1-1 0,1 0 0,-1-1 0,1 0 0,0 0 0,7-1 0,-12-1-7,1 1-1,-1-1 1,1 0-1,-1 0 0,1 0 1,-1 0-1,0-1 0,0 1 1,0-1-1,-1 0 1,1 0-1,-1 0 0,1 0 1,-1 0-1,0 0 1,0-1-1,-1 1 0,1-1 1,-1 0-1,1 1 1,-1-1-1,1-4 0,3-11 4,-1-1-1,5-37 0,-8 46 17,2-60 223,-2 67-222,-1 0 0,-1 0 0,1 0 0,-1 1 0,1-1 0,-1 0 0,0 0 0,0 0 0,-1 0 0,1 1 0,-1-1 0,0 1 0,-4-7 0,6 10-17,-1 0-1,1-1 0,0 1 0,0 0 0,-1 0 0,1 0 0,0 0 1,-1 0-1,1 0 0,0-1 0,0 1 0,-1 0 0,1 0 0,0 0 1,-1 0-1,1 0 0,0 0 0,-1 0 0,1 0 0,0 0 1,-1 0-1,1 1 0,0-1 0,0 0 0,-1 0 0,1 0 0,0 0 1,-1 0-1,1 1 0,0-1 0,0 0 0,-1 0 0,1 0 0,0 1 1,0-1-1,0 0 0,-1 0 0,1 1 0,0-1 0,0 0 0,0 0 1,0 1-1,-1-1 0,1 0 0,0 0 0,0 1 0,0-1 1,0 0-1,0 1 0,0-1 0,0 0 0,0 1 0,0-1 0,0 0 1,0 1-1,0-1 0,0 0 0,0 1 0,0-1 0,1 0 0,-1 0 1,0 1-1,0-1 0,-1 29-929,1-25 665,0 0 3,0-1-271,0 1-1,0-1 1,0 1 0,0-1 0,1 1-1,-1-1 1,1 1 0,0-1-1,0 0 1,0 1 0,3 3-1,13 10-5942</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9:59.619"/>
    </inkml:context>
    <inkml:brush xml:id="br0">
      <inkml:brushProperty name="width" value="0.025" units="cm"/>
      <inkml:brushProperty name="height" value="0.025" units="cm"/>
      <inkml:brushProperty name="color" value="#004F8B"/>
    </inkml:brush>
  </inkml:definitions>
  <inkml:trace contextRef="#ctx0" brushRef="#br0">0 84 8666,'0'0'15798,"10"3"-15103,5 2-607,-1-1-1,1-1 1,0 0 0,1-1 0,-1 0 0,0-1 0,0-1 0,20-2 0,-34 2-89,0-1 1,0 1 0,0-1 0,0 1-1,0-1 1,0 0 0,0 1 0,0-1-1,0 0 1,0 1 0,0-1 0,0 0-1,-1 0 1,1 0 0,0 0 0,-1 0-1,1 0 1,-1 0 0,1 0 0,-1 0-1,1 0 1,-1 0 0,0 0 0,0 0-1,1-1 1,-1 1 0,0 0 0,0 0 0,0 0-1,0 0 1,0-1 0,-1 1 0,1 0-1,0 0 1,0 0 0,-1 0 0,1 0-1,-1 0 1,0-2 0,0 0 2,0 0 0,0 0-1,-1 0 1,1 0 0,-1 0 0,0 0 0,0 1 0,0-1 0,0 1 0,0-1-1,0 1 1,-6-4 0,-3 1 298,-1 0 0,-1 1 0,1 1 0,0 0 0,-1 0 0,0 1 0,0 1 0,-13 0-1,25 1-261,1 0-1,-1 0 1,0 1-1,0-1 0,0 0 1,1 0-1,-1 1 1,0-1-1,0 0 0,1 1 1,-1-1-1,0 1 0,1-1 1,-1 1-1,0-1 1,1 1-1,-1-1 0,1 1 1,-1-1-1,1 1 1,-1 0-1,1 0 0,-1-1 1,1 1-1,0 0 0,-1 0 1,-5 30 319,11 31-318,-4-57-112,1 0 0,0 0 0,0 0 0,0 0 0,1 0 0,0 0-1,0-1 1,0 1 0,0-1 0,1 0 0,-1 0 0,1 0 0,0 0 0,0-1 0,1 0 0,-1 1 0,6 1-1,1 1-1001,1 0 0,0-1 0,0 0 0,1-1-1,23 4 1,16-2-5856</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0.023"/>
    </inkml:context>
    <inkml:brush xml:id="br0">
      <inkml:brushProperty name="width" value="0.025" units="cm"/>
      <inkml:brushProperty name="height" value="0.025" units="cm"/>
      <inkml:brushProperty name="color" value="#004F8B"/>
    </inkml:brush>
  </inkml:definitions>
  <inkml:trace contextRef="#ctx0" brushRef="#br0">931 210 14107,'0'0'5511,"-9"-25"-2888,-30-81-716,37 101-1822,-1 1 1,1-1-1,-1 0 1,0 1-1,0 0 1,0-1 0,-1 1-1,1 1 1,-1-1-1,0 0 1,0 1-1,-1 0 1,1 0-1,-1 0 1,1 0-1,-1 1 1,-8-3-1,2 2 46,0 1 0,0 0 0,-1 1 1,1 0-1,-21 1 0,16 0 11,4 1-66,0 1 0,0 0 0,0 0-1,0 2 1,0-1 0,0 1-1,1 1 1,0 0 0,0 1 0,0 0-1,1 1 1,0 0 0,0 0-1,-17 17 1,0 3 72,2 1-1,0 1 1,-33 52-1,26-26-103,2 1 0,2 2 0,3 1 0,2 1 0,3 0 0,-17 94 0,11-9-5,-10 253-1,24-226-24,12-171-41,0 0-1,0-1 1,0 1 0,0 0-1,0-1 1,0 1 0,0 0-1,0-1 1,0 1 0,0 0 0,0-1-1,0 1 1,-1 0 0,1-1-1,0 1 1,0-1 0,-1 1 0,1 0-1,-1-1 1,1 1 0,0-1-1,-1 1 1,1-1 0,-1 1 0,1-1-1,-1 0 1,1 1 0,-1-1-1,0 1 1,1-1 0,-1 0-1,1 0 1,-1 1 0,0-1 0,1 0-1,-1 0 1,0 0 0,1 0-1,-1 0 1,0 0 0,1 0 0,-1 0-1,0 0 1,1 0 0,-1 0-1,0 0 1,1 0 0,-1 0-1,0-1 1,1 1 0,-1 0 0,1 0-1,-1-1 1,0 1 0,1-1-1,-1 1 1,-31-22-2407,4-9-1385,-3-3-1726</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0.502"/>
    </inkml:context>
    <inkml:brush xml:id="br0">
      <inkml:brushProperty name="width" value="0.025" units="cm"/>
      <inkml:brushProperty name="height" value="0.025" units="cm"/>
      <inkml:brushProperty name="color" value="#004F8B"/>
    </inkml:brush>
  </inkml:definitions>
  <inkml:trace contextRef="#ctx0" brushRef="#br0">0 80 6873,'0'0'16083,"27"0"-14308,198 0 633,-166 1-2038,-28 1-36,48-4 0,-85 4-320,0 0 0,0 0 0,0 1 0,0 0 1,1 0-1,-1 1 0,1 0 0,0-1 0,0 2 1,1-1-1,-1 1 0,-5 7 0,7-9-13,0 0-1,1 1 1,-1-1-1,1 0 1,0 1-1,0 0 1,1-1-1,-1 1 1,1 0-1,-1 0 1,1 0-1,1-1 1,-1 1 0,0 1-1,1-1 1,0 0-1,0 0 1,0 0-1,0 0 1,1 0-1,1 7 1,0-9 1,-1 0 1,0 0 0,1-1-1,0 1 1,-1 0 0,1-1-1,0 1 1,0-1 0,0 0 0,0 1-1,0-1 1,0 0 0,0 0-1,1-1 1,-1 1 0,0 0-1,0-1 1,1 1 0,-1-1-1,5 1 1,54 1 39,-49-2-42,2 0 6,-1 0 0,1-1 0,-1 0-1,1-1 1,-1 0 0,14-5 0,-23 6-5,-1-1 0,0 1 1,0-1-1,0 0 0,0 0 1,0 0-1,0 0 0,-1 0 1,1 0-1,-1-1 0,1 0 1,-1 1-1,0-1 0,0 0 1,0 0-1,-1 0 0,1 0 1,-1 0-1,1-1 0,-1 1 1,0 0-1,0-1 0,0 1 0,-1-1 1,0 1-1,1-1 0,-1 1 1,-1-6-1,2 0 0,-1 0-1,0-1 1,0 1-1,-1 0 1,-1 0-1,1 0 1,-1-1-1,-1 2 1,0-1-1,0 0 1,-1 0-1,0 1 1,0 0-1,-1 0 1,-8-11-1,13 19-37,0 1-1,0-1 0,0 1 1,0-1-1,0 0 1,0 1-1,0-1 0,0 1 1,-1-1-1,1 0 1,0 1-1,0-1 0,0 1 1,0-1-1,0 0 1,-1 1-1,1-1 0,0 0 1,0 1-1,0-1 1,-1 0-1,1 1 1,0-1-1,-1 0 0,1 0 1,0 1-1,-1-1 1,1 0-1,0 0 0,-1 0 1,1 1-1,0-1 1,-1 0-1,1 0 0,-1 0 1,1 0-1,0 0 1,-1 0-1,1 0 0,-1 0 1,1 0-1,-1 0 1,1 0-1,0 0 1,-1 0-1,1 0 0,-1 0 1,1 0-1,0 0 1,-1-1-1,1 1 0,0 0 1,-1 0-1,1 0 1,0-1-1,-1 1 0,1 0 1,0-1-1,-1 1 1,1 0-1,0 0 0,0-1 1,-1 1-1,1-1 1,1 35-2558,16-10-826,2-6-2235</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0.843"/>
    </inkml:context>
    <inkml:brush xml:id="br0">
      <inkml:brushProperty name="width" value="0.025" units="cm"/>
      <inkml:brushProperty name="height" value="0.025" units="cm"/>
      <inkml:brushProperty name="color" value="#004F8B"/>
    </inkml:brush>
  </inkml:definitions>
  <inkml:trace contextRef="#ctx0" brushRef="#br0">322 3 9354,'0'0'15749,"-18"-1"-14694,17 1-1036,-20-1 308,0 1-1,1 0 1,-1 2-1,1 0 0,-1 1 1,1 1-1,-36 13 1,47-13-252,0 1 1,0 0-1,1 0 1,-1 1-1,1 0 0,-9 10 1,13-13-72,1 0 1,0 1 0,0-1-1,1 1 1,-1 0 0,1 0-1,0 0 1,0 0 0,0 1-1,0-1 1,1 1-1,0-1 1,0 1 0,0-1-1,0 1 1,1 5 0,-1-4-32,1 0 0,0-1 0,1 1 0,-1 0 0,1 0 0,0 0 0,0-1 0,1 1 0,2 6 0,-2-10-54,0 1 0,0-1 0,0 0 0,1 1-1,-1-1 1,0 0 0,1-1 0,0 1-1,-1 0 1,1-1 0,0 1 0,0-1 0,0 0-1,0 0 1,0 0 0,0 0 0,0-1-1,6 1 1,16 3-1886,1-1-1,38-2 0,11-6-4937,-29-6 316</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1.251"/>
    </inkml:context>
    <inkml:brush xml:id="br0">
      <inkml:brushProperty name="width" value="0.025" units="cm"/>
      <inkml:brushProperty name="height" value="0.025" units="cm"/>
      <inkml:brushProperty name="color" value="#004F8B"/>
    </inkml:brush>
  </inkml:definitions>
  <inkml:trace contextRef="#ctx0" brushRef="#br0">2 65 7722,'0'0'18441,"0"23"-15778,-1-5-2396,1-13-215,0 0 1,0 1 0,0-1-1,0 0 1,1 0-1,0 1 1,3 9 0,-3-13-56,0 0 1,0-1-1,1 1 0,-1 0 1,1-1-1,-1 1 1,1-1-1,-1 1 0,1-1 1,0 0-1,0 0 1,0 0-1,0 0 0,0 0 1,0 0-1,0 0 1,0-1-1,0 1 1,0-1-1,0 1 0,0-1 1,0 0-1,1 0 1,1 0-1,5 1-195,-1-1 0,1 0 0,0 0 0,-1-1 0,1 0 0,0 0 0,-1-1 0,1 0 0,-1-1 0,0 1 0,0-2 0,0 1 0,0-1 0,-1 0 0,1-1 0,-1 0 0,0 0 1,-1-1-1,1 1 0,-1-2 0,0 1 0,0 0 0,-1-1 0,0 0 0,0-1 0,6-13 0,1 2 197,-10 15 107,1 1 0,-1-1 0,0 0 0,0 1 0,0-1 0,0 0-1,-1 0 1,1 0 0,-1-1 0,0-5 3426,-2 18-3036,-1 9-603,0-1 0,1 1 0,1 21 0,0-20-493,0-17 478,0 1 0,0-1-1,0 0 1,0 0 0,0 1 0,1-1-1,-1 0 1,0 0 0,1 0 0,-1 0-1,1 1 1,-1-1 0,1 0 0,-1 0-1,1 0 1,0 0 0,0 0 0,0 0-1,-1 0 1,1 0 0,0-1 0,0 1-1,2 1 1,29 6-5327,-1-7-1591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1.558"/>
    </inkml:context>
    <inkml:brush xml:id="br0">
      <inkml:brushProperty name="width" value="0.025" units="cm"/>
      <inkml:brushProperty name="height" value="0.025" units="cm"/>
      <inkml:brushProperty name="color" value="#004F8B"/>
    </inkml:brush>
  </inkml:definitions>
  <inkml:trace contextRef="#ctx0" brushRef="#br0">167 5 12219,'0'0'15576,"-21"-1"-15012,-65-2-262,86 3-300,-1 0 1,0 0 0,0 0-1,1 0 1,-1 0-1,0 0 1,0 0 0,0 0-1,1 0 1,-1 0 0,0 0-1,0 0 1,1 0-1,-1 1 1,0-1 0,1 0-1,-1 1 1,0-1-1,1 0 1,-1 1 0,0-1-1,1 1 1,-1-1 0,1 1-1,-1-1 1,1 1-1,-1-1 1,1 1 0,-1 0-1,1-1 1,0 1-1,-1 0 1,1-1 0,0 1-1,-1 0 1,1 0-1,0-1 1,0 1 0,0 0-1,0 0 1,0-1 0,0 1-1,0 0 1,0 0-1,0-1 1,0 1 0,0 0-1,0 1 1,14 22 27,-13-23-30,11 14-14,-3-3-36,0-1 0,-1 1 1,9 16-1,-16-25 40,1 1 1,0 0-1,-1-1 0,0 1 1,0 0-1,0 0 1,0 0-1,-1-1 0,0 1 1,1 0-1,-2 0 0,1 0 1,0 0-1,-1 0 0,1 0 1,-3 7-1,1-8 11,0 0 1,0-1-1,-1 1 0,1 0 0,-1-1 1,1 1-1,-1-1 0,0 0 0,0 0 1,0 0-1,0 0 0,0-1 0,0 1 1,0-1-1,-7 2 0,2 0-32,-1 0 1,0-1-1,1 0 0,-1 0 1,-11-1-1,19-1-906,1-7-4919,0-5-282</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2.027"/>
    </inkml:context>
    <inkml:brush xml:id="br0">
      <inkml:brushProperty name="width" value="0.025" units="cm"/>
      <inkml:brushProperty name="height" value="0.025" units="cm"/>
      <inkml:brushProperty name="color" value="#004F8B"/>
    </inkml:brush>
  </inkml:definitions>
  <inkml:trace contextRef="#ctx0" brushRef="#br0">214 0 13035,'0'0'15460,"-17"9"-14591,2-2-759,1 0 0,0 1 0,0 1 0,1 0 0,0 1 0,0 0 1,1 1-1,0 0 0,1 1 0,1 1 0,-18 25 0,24-30-98,0 1 0,0 0 1,0 1-1,1-1 0,1 0 0,0 1 0,-2 9 0,4-16-12,0-1 0,0 0-1,0 0 1,0 0 0,0 0-1,0 0 1,0 0 0,1 0-1,-1 0 1,1 0 0,0 0-1,-1 0 1,1 0 0,0 0-1,0 0 1,0 0 0,0 0-1,1-1 1,-1 1 0,0 0-1,1-1 1,-1 0 0,1 1-1,-1-1 1,1 0 0,0 1-1,0-1 1,0 0 0,-1 0-1,1 0 1,0-1 0,0 1-1,0 0 1,0-1 0,0 1-1,1-1 1,-1 0 0,3 0-1,2 2-24,1-1 1,0-1-1,0 0 0,0 0 0,0 0 0,0-1 0,-1 0 1,1 0-1,0-1 0,-1 0 0,1-1 0,-1 1 0,1-1 1,-1-1-1,0 1 0,-1-1 0,1-1 0,0 1 0,-1-1 1,0 0-1,0-1 0,-1 1 0,0-1 0,0 0 1,0-1-1,0 1 0,-1-1 0,0 0 0,-1 0 0,1 0 1,-2 0-1,1 0 0,2-13 0,-1 3 18,-1 0 0,0-1-1,-2 0 1,0-19 0,-2 36 2,1 0 0,-1 0 0,0 0-1,0 0 1,0 0 0,0 0 0,0 1 0,0-1 0,0 0 0,0 0 0,0 1-1,0-1 1,-1 1 0,1-1 0,0 1 0,0-1 0,0 1 0,-1 0-1,1 0 1,0-1 0,-1 1 0,1 0 0,0 0 0,-1 0 0,1 0-1,0 1 1,-3-1 0,-38 6-788,39-4 490,1 0 1,-1 0 0,1 1-1,0-1 1,-1 0 0,1 1-1,0-1 1,0 1 0,0 0-1,1 0 1,-1 0 0,-1 5-1,2-6-179,0 0 0,0 0-1,0 0 1,1 0 0,-1 0-1,1 0 1,-1 0 0,1 1-1,0-1 1,0 0 0,0 0-1,0 0 1,0 0 0,0 0-1,1 1 1,-1-1 0,1 0-1,-1 0 1,1 0 0,1 2 0,14 7-7017</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2.197"/>
    </inkml:context>
    <inkml:brush xml:id="br0">
      <inkml:brushProperty name="width" value="0.025" units="cm"/>
      <inkml:brushProperty name="height" value="0.025" units="cm"/>
      <inkml:brushProperty name="color" value="#004F8B"/>
    </inkml:brush>
  </inkml:definitions>
  <inkml:trace contextRef="#ctx0" brushRef="#br0">0 0 10058</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2.572"/>
    </inkml:context>
    <inkml:brush xml:id="br0">
      <inkml:brushProperty name="width" value="0.025" units="cm"/>
      <inkml:brushProperty name="height" value="0.025" units="cm"/>
      <inkml:brushProperty name="color" value="#004F8B"/>
    </inkml:brush>
  </inkml:definitions>
  <inkml:trace contextRef="#ctx0" brushRef="#br0">0 0 10058,'156'83'3998,"-152"-81"-3418,1 0-1,-1 0 0,0 0 0,0-1 0,1 1 0,-1-1 0,9 1 1,-13-2-463,1 0 0,0 0 0,-1 0 0,1 0 0,0 0 0,-1-1 0,1 1 0,-1 0 0,1 0 1,0-1-1,-1 1 0,1 0 0,-1-1 0,1 1 0,-1 0 0,1-1 0,-1 1 0,1-1 0,-1 1 0,1-1 0,-1 1 1,1-2-1,9-7 1596,3 6-950,1-1 1,0 2 0,0 0 0,1 0 0,-1 2-1,20 0 1,-16 1-603,-17-1-146,0 1 0,0-1 0,0 1 0,0 0 0,0-1 0,0 1 0,0 0 0,0 0 0,0 0 0,0 0 0,0 0 0,0 0 0,-1 0 0,1 0 0,0 0 0,-1 0 0,1 0 0,-1 0 0,1 1 0,-1-1 0,1 0 0,-1 0 0,0 1 0,0-1 0,0 0 0,0 0 0,0 3 0,3 38 233,-3-41-235,0 123 539,0-122-547,0 0-1,0-1 1,0 1 0,0-1 0,0 1 0,-1-1 0,1 1 0,-1 0 0,1-1-1,-1 1 1,1-1 0,-1 0 0,0 1 0,0-1 0,1 0 0,-1 1 0,-3 1 0,-3 7 157,10-25 338,-3 11-512,0 0 0,1 0 0,0-1 0,0 1 0,0 0 0,1 0 0,2-6 1,4-2-9,1 1 0,1-1 0,0 2 0,1-1 0,0 1 0,0 1 0,1 0 0,1 1 0,-1 0 0,1 0 0,0 2 0,1 0 0,0 0 0,0 1 0,0 1 1,0 0-1,1 1 0,28-2 0,-42 32 585,-1 169 1476,-44-195-7102,22-1 248,-2 0-2156</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5.450"/>
    </inkml:context>
    <inkml:brush xml:id="br0">
      <inkml:brushProperty name="width" value="0.025" units="cm"/>
      <inkml:brushProperty name="height" value="0.025" units="cm"/>
      <inkml:brushProperty name="color" value="#004F8B"/>
    </inkml:brush>
  </inkml:definitions>
  <inkml:trace contextRef="#ctx0" brushRef="#br0">0 141 9210,'0'0'13787,"16"-8"-13283,50-24-100,-65 31-388,0 1 1,-1 0-1,1-1 1,0 1-1,-1 0 0,1-1 1,0 1-1,0 0 0,-1 0 1,1 0-1,0-1 0,0 1 1,-1 0-1,1 0 0,0 0 1,0 0-1,0 1 1,-1-1-1,1 0 0,0 0 1,-1 0-1,1 0 0,0 1 1,0-1-1,-1 0 0,1 1 1,0-1-1,-1 1 0,1-1 1,-1 1-1,1-1 1,0 1-1,-1-1 0,1 1 1,-1-1-1,1 2 0,1 22 553,-3-18-384,1-2-99,1 22 346,-2 0 1,-1 0 0,-5 27-1,5-45-387,0 0 0,0-1 0,-1 1-1,0-1 1,0 0 0,-1 0-1,0 0 1,0-1 0,0 1 0,-1-1-1,0 0 1,0 0 0,-1 0 0,-10 7-1,16-12-40,0-1 0,-1 1 0,1-1 0,0 0 0,-1 1 0,1-1 0,0 0 0,-1 0 0,1 1 0,-1-1 0,1 0 0,0 0 0,-1 0 0,1 1 0,-1-1 0,1 0 0,-1 0 0,1 0 0,0 0 0,-1 0 0,1 0 0,-1 0 0,1 0 0,-1 0 0,1 0 0,-1 0 0,1 0 0,-1 0 0,1 0 0,0-1 0,-1 1 0,1 0 0,-1 0 0,1 0 0,0-1 0,-1 1 0,1 0 0,-1-1 0,1 1 0,0 0 0,0-1 0,-1 1 0,1 0 0,0-1 0,-1 1 0,1 0 0,0-1 0,0 1 0,0-1 0,-1 1 0,1-1 0,0 1 0,0 0 0,0-1 0,0 1 0,0-1 0,0 1 0,0-1 0,0 0 1,0-34 49,0 27-62,1 0 7,0 0 0,1 0 0,-1 0 1,2 0-1,-1 0 0,1 1 0,1-1 0,-1 1 0,1 0 1,0 0-1,1 0 0,0 0 0,0 1 0,10-10 0,11-10-69,55-43 0,-66 58 31,11-9-23,2 0 0,0 2 0,41-20 0,-65 37 61,0-1 1,0 1-1,0 0 0,0 0 1,0 0-1,0 1 1,0-1-1,0 1 0,7 0 1,-4 0-13,-6 0 16,0 1 0,1-1 0,-1 0 0,0 0-1,0 1 1,1-1 0,-1 1 0,0-1 0,0 1 0,0 0 0,0-1-1,0 1 1,0 0 0,0 0 0,0 0 0,0 0 0,0 0 0,0 0-1,0 0 1,0 0 0,-1 0 0,1 0 0,-1 0 0,1 0 0,-1 0-1,1 1 1,-1-1 0,1 0 0,-1 0 0,0 1 0,0-1-1,0 0 1,0 1 0,0-1 0,0 0 0,0 0 0,0 1 0,0-1-1,-1 3 1,1-1 21,0 13 125,1-1 0,-2 0 0,0 1 0,-1-1 0,-1 0 0,0 1 0,-1-1 0,0-1 0,-1 1 0,-1-1 0,-11 21 0,13-29-120,1 0 1,0 0-1,0 0 0,0 1 1,1-1-1,0 1 0,0-1 1,1 1-1,0 0 0,-1 10 1,8-16-477,0 0-1,-1-1 1,1 1 0,0-1 0,0 0 0,9-2 0,12-8-3627,-1-11-1634</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5.980"/>
    </inkml:context>
    <inkml:brush xml:id="br0">
      <inkml:brushProperty name="width" value="0.025" units="cm"/>
      <inkml:brushProperty name="height" value="0.025" units="cm"/>
      <inkml:brushProperty name="color" value="#004F8B"/>
    </inkml:brush>
  </inkml:definitions>
  <inkml:trace contextRef="#ctx0" brushRef="#br0">123 36 5369,'0'0'15103,"21"-29"-8116,-19 28-6988,0 0-1,0 0 1,0 1 0,1-1-1,-1 0 1,0 1-1,1-1 1,-1 1-1,0 0 1,1 0 0,-1 0-1,0 0 1,1 0-1,-1 0 1,0 1 0,1-1-1,-1 1 1,0 0-1,1 0 1,-1-1 0,0 1-1,0 1 1,0-1-1,0 0 1,0 0-1,0 1 1,0-1 0,-1 1-1,1 0 1,0-1-1,-1 1 1,1 0 0,-1 0-1,0 0 1,0 0-1,0 0 1,0 0 0,0 1-1,0-1 1,0 0-1,-1 0 1,1 3-1,0 1 2,0-1 0,-1 0-1,1 1 1,-1-1-1,-1 1 1,1-1-1,-1 1 1,0-1-1,0 1 1,0-1-1,-1 0 1,0 0-1,0 0 1,0 0-1,-1 0 1,1 0-1,-7 7 1,-9 7 29,-1-1 1,-41 30-1,38-31 42,1 0 1,-28 30 0,48-47-67,0 1 0,1 0 1,-1 0-1,0 0 0,0-1 1,1 1-1,-1 0 1,1 0-1,-1 0 0,1 0 1,-1 0-1,1 0 1,0 0-1,-1 0 0,1 0 1,0 0-1,0 0 0,0 1 1,0-1-1,0 2 1,0-3 0,0 1 1,1 0 0,-1 0 0,1-1-1,-1 1 1,1-1 0,0 1 0,-1 0-1,1-1 1,0 1 0,-1-1 0,1 1-1,0-1 1,-1 1 0,1-1 0,0 0-1,0 0 1,0 1 0,-1-1 0,3 0 0,51 4 173,-44-4-190,123 0-307,-44 0-5925,-56 0-114</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6.776"/>
    </inkml:context>
    <inkml:brush xml:id="br0">
      <inkml:brushProperty name="width" value="0.025" units="cm"/>
      <inkml:brushProperty name="height" value="0.025" units="cm"/>
      <inkml:brushProperty name="color" value="#004F8B"/>
    </inkml:brush>
  </inkml:definitions>
  <inkml:trace contextRef="#ctx0" brushRef="#br0">247 53 9482,'0'0'15715,"-21"7"-14762,-70 23-80,82-27-752,0 1 0,1 0 0,-1 0 0,1 1 0,0 0 0,0 1 0,1 0 0,0 0 0,0 1 0,0-1-1,1 1 1,0 1 0,0-1 0,1 1 0,-8 14 0,11-18-107,0 1-1,0 0 1,1 0 0,0 0-1,0 0 1,0 0-1,0 0 1,1 0-1,0 0 1,0 0 0,0 0-1,2 6 1,-2-9-13,1 0 1,-1 0-1,1 0 0,0 0 1,0 0-1,0 0 0,0 0 1,0 0-1,0 0 0,0 0 1,1-1-1,-1 1 1,1 0-1,-1-1 0,1 0 1,0 1-1,-1-1 0,1 0 1,0 0-1,0 1 0,0-2 1,0 1-1,0 0 0,0 0 1,0-1-1,0 1 1,1-1-1,3 1 0,2 0-29,0-1 1,0 0-1,0 0 0,0-1 0,0 0 1,-1 0-1,1-1 0,0 0 1,0-1-1,-1 1 0,1-1 0,-1-1 1,0 1-1,0-1 0,0-1 0,-1 1 1,1-1-1,-1 0 0,0-1 0,0 1 1,-1-1-1,0 0 0,0-1 0,0 1 1,-1-1-1,0 0 0,0 0 0,-1-1 1,0 1-1,0-1 0,0 1 0,-1-1 1,-1 0-1,1 0 0,0-11 0,-2 9 20,0 1-35,0 0-1,0-1 0,-1 1 0,0 0 0,-3-13 1,2 18 7,0 0 0,0 1 0,0-1 0,0 0 0,-1 1 0,1 0 0,-1 0 0,0-1 0,0 1 0,0 1 1,0-1-1,0 0 0,-1 1 0,-5-3 0,-2-1-740,31 7-843,12-1 1546,0 2 0,0 1 1,0 2-1,-1 1 1,1 1-1,49 19 1,-78-24 104,1 0 1,-1 0 0,0 0 0,0 0 0,0 1 0,0 0 0,0-1-1,0 1 1,-1 0 0,0 0 0,1 1 0,-1-1 0,0 0-1,0 1 1,-1-1 0,1 1 0,-1 0 0,0 0 0,0-1 0,0 1-1,0 0 1,-1 0 0,1 0 0,-1 0 0,0 0 0,-1 4 0,1 4 242,-2-1 1,1 0-1,-2 1 1,1-1-1,-1 0 1,-1 0-1,-8 16 1,3 1-168,9-28-120,0 0 0,0 1 1,1-1-1,-1 0 0,0 0 0,0 1 1,0-1-1,1 0 0,-1 0 1,0 0-1,0 1 0,1-1 0,-1 0 1,0 0-1,0 0 0,1 0 0,-1 0 1,0 0-1,0 1 0,1-1 0,-1 0 1,0 0-1,1 0 0,-1 0 1,0 0-1,1 0 0,-1 0 0,0 0 1,0 0-1,1 0 0,-1-1 0,0 1 1,1 0-1,-1 0 0,0 0 1,0 0-1,1 0 0,-1 0 0,0-1 1,0 1-1,1 0 0,-1 0 0,0-1 1,47-32-1149,-33 22 1238,14-11-155,-8 6 167,1 0-1,31-16 0,-51 31 530,0 1-585,1 0 1,-1 0-1,0 0 1,1 0-1,-1 1 1,0-1-1,0 0 1,1 1-1,-1-1 1,0 0-1,0 1 1,0-1-1,1 1 1,-1 0-1,0-1 0,0 1 1,0 0-1,0 0 1,0 0-1,1 1 1,0 1-136,0 0 0,0 0 0,0 0 0,0 0 0,1 0 0,-1 0-1,1-1 1,0 1 0,0-1 0,0 0 0,0 1 0,6 2 0,29 4-5756,-19-9-31</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7.057"/>
    </inkml:context>
    <inkml:brush xml:id="br0">
      <inkml:brushProperty name="width" value="0.025" units="cm"/>
      <inkml:brushProperty name="height" value="0.025" units="cm"/>
      <inkml:brushProperty name="color" value="#004F8B"/>
    </inkml:brush>
  </inkml:definitions>
  <inkml:trace contextRef="#ctx0" brushRef="#br0">220 1 14067,'0'0'9913,"-22"26"-7761,-73 91-585,86-104-1258,-1 1-1,2 0 0,0 0 0,0 1 1,2 0-1,0 0 0,0 1 0,-5 25 1,2-5 141,3-13-290,1 1 1,0 0-1,2 0 1,1 0-1,1 1 0,4 43 1,-2-64-181,1 0-1,-1-1 1,1 1 0,0 0-1,0-1 1,0 1 0,1-1 0,-1 0-1,1 1 1,0-1 0,-1 0-1,2-1 1,-1 1 0,0-1-1,0 1 1,1-1 0,-1 0 0,1 0-1,0 0 1,0-1 0,0 1-1,-1-1 1,1 0 0,5 1 0,-1 0-522,0-1 1,0 0 0,-1 0 0,1 0 0,13-1 0,-17 0-282,0-1-1,0 1 0,0-1 0,0 0 1,0 0-1,-1 0 0,1-1 0,0 1 1,-1-1-1,7-3 0,9-11-7662</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7.271"/>
    </inkml:context>
    <inkml:brush xml:id="br0">
      <inkml:brushProperty name="width" value="0.025" units="cm"/>
      <inkml:brushProperty name="height" value="0.025" units="cm"/>
      <inkml:brushProperty name="color" value="#004F8B"/>
    </inkml:brush>
  </inkml:definitions>
  <inkml:trace contextRef="#ctx0" brushRef="#br0">1 1 8938,'0'0'19612,"70"64"-19300,-51-58-200,-6 4-104,7-3-8,-8-4-728,1-3-1056,6 0-2209,1 0-2857,-1-16-5296</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7.428"/>
    </inkml:context>
    <inkml:brush xml:id="br0">
      <inkml:brushProperty name="width" value="0.025" units="cm"/>
      <inkml:brushProperty name="height" value="0.025" units="cm"/>
      <inkml:brushProperty name="color" value="#004F8B"/>
    </inkml:brush>
  </inkml:definitions>
  <inkml:trace contextRef="#ctx0" brushRef="#br0">944 0 9914,'0'0'12371,"-160"80"-9883,95-28-863,1 15-513,-13 13-360,-6 13-344,-7 7-336,0 2-72,-38 27-1056,25-23-1705,20-20-3368</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8.098"/>
    </inkml:context>
    <inkml:brush xml:id="br0">
      <inkml:brushProperty name="width" value="0.025" units="cm"/>
      <inkml:brushProperty name="height" value="0.025" units="cm"/>
      <inkml:brushProperty name="color" value="#004F8B"/>
    </inkml:brush>
  </inkml:definitions>
  <inkml:trace contextRef="#ctx0" brushRef="#br0">341 0 11859,'0'0'10098,"-225"161"-10098,161-113-1265,13-10-5368</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9.207"/>
    </inkml:context>
    <inkml:brush xml:id="br0">
      <inkml:brushProperty name="width" value="0.025" units="cm"/>
      <inkml:brushProperty name="height" value="0.025" units="cm"/>
      <inkml:brushProperty name="color" value="#004F8B"/>
    </inkml:brush>
  </inkml:definitions>
  <inkml:trace contextRef="#ctx0" brushRef="#br0">443 0 8874,'0'0'15447,"-26"26"-14051,-88 89-201,104-102-1036,0-1 0,0 1 0,2 1-1,-1 0 1,2 0 0,0 1 0,0 0-1,-5 20 1,1-3 69,-7 17 60,-8 25-109,-3 0 1,-3-2-1,-73 119 0,104-189-283,0-6 59,1 1 0,0 0 0,0-1 0,0 1 0,1 0-1,-1 0 1,1-1 0,0 1 0,0 0 0,0 0 0,0 0 0,1 0 0,-1 0-1,1 0 1,0 0 0,0 0 0,0 1 0,3-4 0,4-6-6,1 0 0,0 1 0,0 1 0,1 0 0,1 0 0,-1 1 0,2 0 0,-1 1 0,1 1 0,0 0 0,1 1 0,0 0 0,0 1 0,0 0 0,0 1 0,1 1 0,-1 1 0,1 0 0,0 0 0,29 2 0,-42 0 50,0 1 0,0-1 0,-1 1 0,1-1 0,0 1 1,0 0-1,-1 0 0,1-1 0,0 1 0,-1 0 0,1 1 0,-1-1 0,0 0 0,1 0 1,-1 1-1,0-1 0,0 0 0,0 1 0,1-1 0,-2 1 0,1 0 0,0-1 1,0 1-1,0 0 0,-1-1 0,1 1 0,-1 0 0,1 0 0,-1 2 0,2 9 0,-1-1 0,0 0-1,-1 18 1,0-18 1,0-9 4,0-1 0,0 1 0,-1-1 0,1 1 0,-1-1 0,1 1 0,-1-1 0,0 1 0,0-1-1,0 0 1,0 0 0,0 1 0,-1-1 0,1 0 0,-1 0 0,1 0 0,-1 0 0,-2 2 0,-1-1 15,1 0 0,0 0 0,-1-1 0,1 0 0,-1 1 0,0-1 0,1-1 0,-10 3 0,-8 0 57,0-2 0,0 0 0,-31-2 0,38 0-66,-28 0 78,42 0-88,1-1 0,0 1 0,-1-1-1,1 1 1,0-1 0,0 0 0,-1 1 0,1-1 0,0 0 0,0 1-1,0-1 1,0 1 0,0-1 0,0 0 0,0 1 0,0-1 0,0 0 0,0 1-1,0-1 1,0 0 0,0 1 0,0-1 0,1 0 0,-1 1 0,0-1-1,0 1 1,1-1 0,0 0 0,5-4-11,0 1 0,0 1 0,1-1 0,-1 1 0,1 0 0,0 0 0,0 1 0,0 0 0,0 0 0,0 1 0,11-1 0,-8 0-5,150-20-120,39-8 111,-173 24-1,0-1 0,0-1 0,0-1 0,-1-1 0,29-17 0,-50 25 29,1-1-1,-1 1 1,0-1 0,0 0 0,0 0 0,0 0 0,0-1 0,-1 0 0,0 1 0,1-1 0,-1 0 0,-1-1 0,1 1 0,0 0 0,-1-1 0,0 0 0,0 1 0,-1-1 0,1 0-1,-1 0 1,0 0 0,0 0 0,-1 0 0,1 0 0,-1 0 0,0 0 0,-1 0 0,0-7 0,0 12 16,1-1 0,-1 0 0,0 0 0,0 1 0,1-1 0,-1 0 0,0 1 0,0-1 0,0 1 0,0-1 0,0 1-1,1-1 1,-1 1 0,0 0 0,0-1 0,0 1 0,0 0 0,0 0 0,0 0 0,0 0 0,0 0 0,0 0 0,-2 0 0,-29 2 333,29-2-288,-3 2-31,-1 0 0,1 0 1,0 0-1,0 1 0,0 0 1,0 0-1,0 1 0,1-1 0,0 1 1,-1 0-1,1 1 0,1-1 1,-1 1-1,1 0 0,0 0 0,-6 10 1,4-7-20,1 0 0,0 1 1,0-1-1,1 1 1,1 0-1,-1 0 0,1 0 1,1 1-1,0-1 1,-2 20-1,4-27-47,0 0 0,1 0 1,-1 0-1,1 0 0,-1 0 0,1 0 0,0 0 1,0 0-1,0 0 0,0-1 0,0 1 0,0 0 1,0-1-1,1 1 0,-1-1 0,0 1 0,1-1 1,0 1-1,-1-1 0,1 0 0,0 0 0,-1 0 1,1 0-1,0 0 0,0 0 0,4 0 1,5 3-427,1-1 0,0 0 0,19 2 0,109 2-7584,-80-6 168</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09.647"/>
    </inkml:context>
    <inkml:brush xml:id="br0">
      <inkml:brushProperty name="width" value="0.025" units="cm"/>
      <inkml:brushProperty name="height" value="0.025" units="cm"/>
      <inkml:brushProperty name="color" value="#004F8B"/>
    </inkml:brush>
  </inkml:definitions>
  <inkml:trace contextRef="#ctx0" brushRef="#br0">180 1 3449,'0'0'22371,"20"3"-18043,-74-3-6193,46 0 1817,0 0 0,0 1 0,1 0 0,-1 0-1,0 1 1,0 0 0,1 0 0,0 1 0,-1 0-1,1 1 1,-8 4 0,12-6 50,-1 1 1,1-1-1,-1 1 0,1 0 1,0 1-1,0-1 0,0 0 1,1 1-1,-1 0 0,1-1 1,0 1-1,0 0 0,0 0 1,1 0-1,-1 1 1,1-1-1,0 0 0,0 0 1,0 1-1,1-1 0,0 8 1,-1-6-6,1 0 1,1 0-1,-1-1 1,1 1 0,0 0-1,0 0 1,1 0-1,0-1 1,3 8 0,-4-11-32,1 1 0,0-1 1,0 1-1,0-1 1,0 0-1,0 0 1,0 0-1,1 0 1,-1 0-1,1-1 1,-1 1-1,1-1 1,0 1-1,0-1 0,-1 0 1,1 0-1,0 0 1,0 0-1,5 0 1,8 1-922,0 0 1,0-1-1,0-1 1,0 0-1,0-1 1,24-5-1,-21 2-1631,-1-1 1,32-13-1,15-10-6548</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0.348"/>
    </inkml:context>
    <inkml:brush xml:id="br0">
      <inkml:brushProperty name="width" value="0.025" units="cm"/>
      <inkml:brushProperty name="height" value="0.025" units="cm"/>
      <inkml:brushProperty name="color" value="#004F8B"/>
    </inkml:brush>
  </inkml:definitions>
  <inkml:trace contextRef="#ctx0" brushRef="#br0">305 1 8834,'0'0'15677,"-14"8"-14573,-119 74 1015,113-68-1874,0 0 1,0 2 0,2 0-1,0 1 1,-20 24 0,19-2-165,19-37-81,-1 0 1,0 0-1,1 0 0,-1 1 1,1-1-1,-1 0 0,1 0 1,0 0-1,0 1 0,0-1 0,0 0 1,0 0-1,1 0 0,-1 1 1,1-1-1,1 4 0,1-5-8,1 0 0,-1 0 0,0 0 0,1 0-1,-1-1 1,1 1 0,-1-1 0,1 0 0,-1 0 0,1 0-1,6-2 1,-1 2-28,6-1-96,1-1 1,-1-1-1,0 0 1,0-1-1,0 0 1,0-1-1,-1-1 1,18-9-1,-1-2-424,-2 0-1,46-37 0,-74 54 586,-1 0 1,1-1-1,0 1 1,-1 0-1,1 0 1,-1-1-1,1 1 1,-1-1-1,0 1 1,1-1-1,-1 1 1,1 0-1,-1-1 1,0 1-1,1-1 1,-1 0-1,0 1 1,0-1-1,1 1 1,-1-1-1,0 1 1,0-1-1,0 0 1,0 1-1,0-1 1,0 1-1,0-1 1,0-1-1,-14-1 718,12 3-705,0 0-1,0 1 1,0-1-1,0 0 1,1 1 0,-1-1-1,0 1 1,0 0-1,1 0 1,-1-1 0,0 1-1,1 0 1,-1 0-1,1 1 1,-1-1 0,1 0-1,0 0 1,0 1-1,-1-1 1,1 1 0,0-1-1,-1 4 1,0-2-15,1 1 1,0 0-1,1-1 0,-1 1 1,1 0-1,-1 0 0,1 0 1,0 0-1,1-1 0,-1 1 1,1 0-1,0 0 0,-1 0 1,2-1-1,-1 1 0,0-1 1,1 1-1,-1-1 0,1 1 1,4 4-1,-3-5-55,0 0 1,1 0-1,-1-1 0,1 1 0,0-1 1,-1 1-1,1-1 0,0-1 0,1 1 1,-1 0-1,0-1 0,0 0 1,1 0-1,-1 0 0,6 0 0,1-1-85,0 1 0,0-1 0,0-1-1,-1 0 1,1-1 0,0 0 0,0 0-1,-1-1 1,0-1 0,1 0 0,-1 0-1,0-1 1,15-10 0,-15 7 108,-1 1 1,0-2-1,0 1 0,-1-1 1,0 0-1,0-1 1,-1 0-1,7-13 1,-15 26 194,0 1 0,1-1 0,-1 0 0,1 1 0,0-1 0,0 0 1,1 1-1,-1-1 0,1 0 0,-1 1 0,1-1 0,0 0 1,0 0-1,0 0 0,1 0 0,-1 0 0,1 0 0,0 0 0,0 0 1,0-1-1,3 5 0,-2-3-342,0 0 0,1-1 1,-1 1-1,1-1 0,0 1 0,0-1 0,0 0 1,0 0-1,0-1 0,1 1 0,-1-1 0,1 0 1,0 0-1,0-1 0,-1 1 0,11 1 1,47-3-7566,-30 0-359</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0.848"/>
    </inkml:context>
    <inkml:brush xml:id="br0">
      <inkml:brushProperty name="width" value="0.025" units="cm"/>
      <inkml:brushProperty name="height" value="0.025" units="cm"/>
      <inkml:brushProperty name="color" value="#004F8B"/>
    </inkml:brush>
  </inkml:definitions>
  <inkml:trace contextRef="#ctx0" brushRef="#br0">128 0 12731,'0'0'14952,"-11"2"-13980,-3-1-696,9-1-182,0 0-1,0 0 0,0 1 0,-1 0 1,2 0-1,-1 0 0,0 1 0,0-1 0,-7 5 1,11-6-95,0 1 0,-1-1 0,1 1 0,0 0 0,0-1 0,0 1 0,0 0 0,0 0 0,0 0 1,0 0-1,1 0 0,-1 0 0,0 0 0,0 0 0,1 0 0,-1 0 0,0 0 0,1 0 0,-1 1 0,1-1 0,0 0 1,-1 0-1,1 1 0,0-1 0,0 0 0,0 0 0,0 1 0,0-1 0,0 0 0,0 1 0,0-1 0,0 0 0,1 0 1,-1 1-1,1-1 0,-1 0 0,1 0 0,-1 0 0,1 0 0,-1 1 0,1-1 0,0 0 0,0 0 0,0 0 0,0 0 1,-1-1-1,1 1 0,0 0 0,0 0 0,1 0 0,-1-1 0,0 1 0,0-1 0,0 1 0,0-1 0,1 1 1,-1-1-1,0 0 0,0 1 0,1-1 0,-1 0 0,0 0 0,2 0 0,12 0-150,-13 0 191,0 0 1,0-1-1,-1 1 0,1 0 0,0 0 0,0 0 1,0 0-1,0 0 0,-1 1 0,1-1 1,0 1-1,0-1 0,-1 1 0,1-1 1,0 1-1,-1 0 0,1 0 0,2 2 1,-20-3-2706,-19 0-2391,9 0-1409,-6 0-7039</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1.362"/>
    </inkml:context>
    <inkml:brush xml:id="br0">
      <inkml:brushProperty name="width" value="0.025" units="cm"/>
      <inkml:brushProperty name="height" value="0.025" units="cm"/>
      <inkml:brushProperty name="color" value="#004F8B"/>
    </inkml:brush>
  </inkml:definitions>
  <inkml:trace contextRef="#ctx0" brushRef="#br0">0 232 5753,'0'0'17820,"15"-4"-17029,7-2-460,-1 0-1,-1-1 1,1-2 0,-1 0 0,-1-1-1,28-19 1,101-100 583,-139 116-862,-1 3 2195,-5 24-1018,-3 17-893,-1-21-263,1 1-1,0 0 1,0 0 0,2 0-1,2 13 1,-3-20-67,0 0-1,1-1 1,0 0 0,-1 1 0,1-1 0,0 0-1,1 0 1,-1 0 0,0 0 0,1 0-1,0 0 1,0-1 0,-1 1 0,1-1-1,1 0 1,-1 0 0,0 0 0,1 0-1,3 1 1,6 1-172,0 0 0,0 0-1,1-1 1,-1-1 0,1 0 0,18-1-1,7-2-4433,-4-3-5114,-16-1-1455</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1.747"/>
    </inkml:context>
    <inkml:brush xml:id="br0">
      <inkml:brushProperty name="width" value="0.025" units="cm"/>
      <inkml:brushProperty name="height" value="0.025" units="cm"/>
      <inkml:brushProperty name="color" value="#004F8B"/>
    </inkml:brush>
  </inkml:definitions>
  <inkml:trace contextRef="#ctx0" brushRef="#br0">173 5 9130,'0'0'19243,"-11"-1"-18307,4 0-832,-3 0 75,1 0-1,-1 0 1,1 1-1,-1 1 1,-14 2-1,22-3-172,0 0 0,-1 1 0,1 0 0,0-1-1,0 1 1,0 0 0,0 0 0,0 0 0,0 0-1,0 1 1,0-1 0,0 1 0,1-1 0,-1 1-1,1-1 1,-1 1 0,1 0 0,-1 0 0,1 0-1,0 0 1,0 0 0,0 0 0,0 0 0,0 0-1,0 0 1,1 0 0,-1 0 0,1 1 0,0-1-1,-1 0 1,1 1 0,0 2 0,1-1-51,-1-1 0,1 1 0,-1-1 0,1 1 0,0-1 0,1 0 0,-1 1 0,0-1 0,1 0 0,0 0 0,0 0 0,0 0 0,0 0 0,0 0 0,1-1 0,-1 1 0,1-1 0,-1 1 0,7 2 0,-6-2-7,1 0 0,0 0 1,-1 1-1,0-1 0,0 1 1,0 0-1,0-1 0,0 1 1,-1 1-1,4 7 1,-6-11 46,0 1 0,0 0 0,0-1 1,0 1-1,0-1 0,0 1 0,-1 0 1,1-1-1,-1 1 0,1-1 0,-1 1 1,0-1-1,1 1 0,-1-1 0,0 0 1,0 1-1,0-1 0,0 0 0,0 0 1,0 0-1,0 1 0,-1-1 0,1 0 1,0-1-1,-1 1 0,1 0 0,0 0 1,-1 0-1,1-1 0,-1 1 0,-2 0 1,-62 22 97,48-18-100,62-18-9967,-6-6 2985</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2.107"/>
    </inkml:context>
    <inkml:brush xml:id="br0">
      <inkml:brushProperty name="width" value="0.025" units="cm"/>
      <inkml:brushProperty name="height" value="0.025" units="cm"/>
      <inkml:brushProperty name="color" value="#004F8B"/>
    </inkml:brush>
  </inkml:definitions>
  <inkml:trace contextRef="#ctx0" brushRef="#br0">11 99 10522,'0'0'13627,"15"3"-12805,-12-2-798,23 5 236,1-1 0,-1-2 0,1 0 0,48-2 0,-74-2-258,1 0 1,0 0-1,-1 0 1,1 0-1,-1 0 1,1 0-1,-1 0 1,1-1-1,-1 1 1,0 0-1,0-1 1,0 1-1,0-1 1,0 0-1,0 1 1,0-1-1,0 0 1,0 1-1,-1-1 1,1 0-1,-1 0 1,0 0-1,1 0 0,-1 1 1,0-4-1,1 2-1,-1 0-1,0 0 1,1 0-1,-1 0 1,-1 0-1,1 0 1,0 0-1,-1 0 0,1 0 1,-1 0-1,0 0 1,0 0-1,0 0 1,0 0-1,0 1 1,-3-5-1,-1 4 67,1 0-1,-1 0 1,0 0-1,0 1 1,-1 0-1,1 0 1,0 0-1,-1 0 1,1 1-1,-1 0 1,1 0 0,-1 1-1,1-1 1,-1 1-1,0 1 1,-9 0-1,9 0 85,0-1 0,-1 1 0,1 0 0,0 1 0,0 0 0,-1 0 0,2 0 0,-1 0 1,0 1-1,0 0 0,1 0 0,-1 1 0,1 0 0,-7 6 0,8-4-44,0 0 0,1 1 0,0-1 0,0 1 0,0 0 0,1 0 0,0 0 0,0 0 0,1 0 0,0 0 0,-1 9 0,2-1-7,-1 0 0,2-1-1,0 1 1,5 23 0,-5-33-122,0-1 1,1 0 0,-1 1 0,1-1-1,1 0 1,-1 0 0,0 0-1,1-1 1,0 1 0,0 0-1,0-1 1,0 0 0,0 0 0,1 0-1,-1 0 1,1 0 0,0-1-1,0 0 1,0 1 0,0-1-1,0-1 1,1 1 0,4 1 0,11 1-1098,1 0 1,-1-1 0,40 1 0,-54-4 702,75 2-8519</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3.009"/>
    </inkml:context>
    <inkml:brush xml:id="br0">
      <inkml:brushProperty name="width" value="0.025" units="cm"/>
      <inkml:brushProperty name="height" value="0.025" units="cm"/>
      <inkml:brushProperty name="color" value="#004F8B"/>
    </inkml:brush>
  </inkml:definitions>
  <inkml:trace contextRef="#ctx0" brushRef="#br0">1 77 7842,'0'0'14791,"31"-1"-13664,98 4-248,-124-3-791,1 0 1,-1 1 0,0 0 0,0 0 0,0 1 0,0-1 0,0 1 0,0 0 0,-1 0 0,1 1-1,-1 0 1,1-1 0,-1 2 0,0-1 0,0 0 0,0 1 0,0-1 0,-1 1 0,0 0 0,0 1-1,0-1 1,4 8 0,-1-3 128,2 2 4,-4-6-106,0 1 0,0 0 0,0 0 0,-1 0 0,0 0-1,0 0 1,0 1 0,-1-1 0,0 1 0,0 0-1,-1-1 1,1 12 0,-2-17-104,-1 0 0,0 0 1,1 0-1,-1-1 0,0 1 0,0 0 0,0 0 0,1 0 1,-1 0-1,0-1 0,0 1 0,0-1 0,0 1 0,0 0 0,0-1 1,0 0-1,-1 1 0,1-1 0,0 0 0,0 1 0,0-1 1,0 0-1,0 0 0,-1 0 0,1 0 0,0 0 0,0 0 0,0 0 1,0 0-1,-1-1 0,0 1 0,-2-1 55,4-25-54,1 19-33,2 1 1,-1 0-1,1 0 1,-1 0 0,2 0-1,-1 0 1,1 1-1,-1-1 1,2 1-1,-1 0 1,0 0-1,1 1 1,9-8-1,11-8-93,40-23 0,-58 38 121,14-9-9,2 1 0,0 0 0,0 2 0,1 1 0,0 1 0,40-10 0,-63 19 46,0 0-1,0 0 0,0-1 1,0 1-1,1 0 0,-1 1 0,0-1 1,0 0-1,0 0 0,0 0 1,0 1-1,0-1 0,1 0 1,-1 1-1,0-1 0,0 1 0,0 0 1,0-1-1,-1 1 0,1 0 1,0-1-1,0 1 0,0 0 1,0 1-1,1 1 45,0-1 1,-1 1 0,1 0-1,-1 0 1,0 0-1,0 0 1,0 0 0,0 0-1,0 4 1,1 11 230,-1 1 0,-2 29 0,0-26-304,1-3-133,-1-16 83,1 1 0,0-1 0,0 0 0,0 1 0,0-1 0,1 0 0,-1 0 0,2 6 0,-1-8-241,0 0 1,0 0-1,0 0 0,-1 0 0,1 0 0,0 0 1,0-1-1,0 1 0,1 0 0,-1 0 1,0-1-1,0 1 0,0-1 0,0 1 1,1-1-1,-1 1 0,0-1 0,1 0 0,-1 0 1,0 1-1,0-1 0,1 0 0,-1 0 1,0 0-1,3-1 0,14 1-5825</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3.503"/>
    </inkml:context>
    <inkml:brush xml:id="br0">
      <inkml:brushProperty name="width" value="0.025" units="cm"/>
      <inkml:brushProperty name="height" value="0.025" units="cm"/>
      <inkml:brushProperty name="color" value="#004F8B"/>
    </inkml:brush>
  </inkml:definitions>
  <inkml:trace contextRef="#ctx0" brushRef="#br0">1 1 9274,'0'0'10980,"18"1"-9292,-6 2-1464,0 1 1,0 0-1,-1 0 1,1 2-1,-1-1 1,0 1-1,-1 1 1,1 0-1,-1 1 1,-1 0-1,0 0 1,9 10-1,-16-16-220,0 0-1,-1 0 1,0 0-1,1 0 1,-1 0-1,0 0 1,0 0 0,0 1-1,-1-1 1,1 0-1,0 0 1,-1 1 0,0-1-1,1 0 1,-1 1-1,0-1 1,0 0-1,0 1 1,0-1 0,-1 0-1,1 1 1,-1-1-1,1 0 1,-1 1 0,0-1-1,0 0 1,0 0-1,0 0 1,0 0-1,-1 0 1,1 0 0,-3 3-1,-6 5 63,0 0-1,-1 0 0,0-1 1,-20 12-1,22-15 91,0 1-1,0-1 1,0 1-1,-9 11 1,18-18-142,-1 1 1,1-1-1,-1 0 1,1 1-1,0-1 1,-1 0-1,1 1 1,-1-1-1,1 1 1,0-1-1,-1 1 1,1-1-1,0 1 1,0-1-1,-1 1 1,1-1-1,0 1 1,0-1-1,0 1 1,0-1-1,0 1 1,0 0-1,0-1 1,0 1-1,0-1 1,0 1-1,0-1 1,0 1-1,0-1 1,0 1-1,0-1 1,1 1-1,-1 0 1,0-1-1,0 1 1,1-1-1,-1 0 1,0 1-1,1-1 1,-1 1-1,0-1 1,1 1-1,-1-1 1,0 0-1,1 1 1,-1-1-1,1 0 1,-1 1-1,1-1 1,-1 0-1,1 0 1,-1 0-1,1 1 1,-1-1-1,1 0 1,0 0-1,-1 0 1,2 0-1,41 0 390,-29 0-264,222 0-1124,-223 1-1814,-6 4-2567,-1 1-4440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5.110"/>
    </inkml:context>
    <inkml:brush xml:id="br0">
      <inkml:brushProperty name="width" value="0.025" units="cm"/>
      <inkml:brushProperty name="height" value="0.025" units="cm"/>
      <inkml:brushProperty name="color" value="#004F8B"/>
    </inkml:brush>
  </inkml:definitions>
  <inkml:trace contextRef="#ctx0" brushRef="#br0">11 7 6241,'0'0'11591,"-6"-3"-8631,2 0 3423,18 4-6204,1 1-1,-1 0 1,22 7 0,31 5 57,92 8 686,74 7-229,-92-13-534,-60-9 45,-80-7-179,-2 1-27,1 0 2,-1 0 0,0 0 1,0 0-1,0 0 1,0 0-1,0 0 0,-1-1 1,1 1-1,0 0 0,0-1 1,0 1-1,-1-1 0,1 1 1,0-1-1,-1 0 0,1 1 1,0-1-1,-1 0 0,-1 0 1,-39 5 14,35-4-14,-52 4-3,39-4 0,-1 1 0,-28 6 0,-30 7 0,49-10 0,-47 14 0,-153 40 108,109-32 165,202-24-385,-13 1-4812,-39-5-1278,2-1-4047</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6.398"/>
    </inkml:context>
    <inkml:brush xml:id="br0">
      <inkml:brushProperty name="width" value="0.025" units="cm"/>
      <inkml:brushProperty name="height" value="0.025" units="cm"/>
      <inkml:brushProperty name="color" value="#004F8B"/>
    </inkml:brush>
  </inkml:definitions>
  <inkml:trace contextRef="#ctx0" brushRef="#br0">167 0 4601,'0'0'9782,"-18"7"-9215,-93 37 478,100-41-1898,-15 8 6933,27-6-2397,17 2-2704,162 19 894,-38-3-1577,23 5-148,-134-22-142,-1-2 0,44 2 0,28 3 6,-100-9-13,-1 0 1,-1 0 0,0 0 0,1 0 0,-1 0 0,0 0 0,1 0 0,-1 0 0,0 0 0,1 0 0,-1 0 0,0 0 0,1 0 0,-1 0 0,0 0 0,1 0 0,-1 0 0,0 0 0,1 0 0,-1 0 0,0 1 0,0-1 0,1 0 0,-1 0 0,0 0 0,1 0 0,-1 1 0,0-1 0,0 0 0,1 0 0,-1 1 0,0-1 0,0 0 0,0 1 0,1-1 0,-1 0 0,0 0 0,0 1 0,0-1 0,0 0 0,0 1 0,0-1 0,0 0 0,0 1 0,3 2 20,1 4 23,-4-7 259,-8 13 41,-14-1-227,-1-1 0,0-1-1,0-1 1,-40 10-1,7-2 66,-2 6 197,2 2 1,-87 54-1,124-70-231,0 0 1,0-2-1,-33 9 0,96-14 1511,-12-3-5019,-6 1-7721,-19 0-48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7.708"/>
    </inkml:context>
    <inkml:brush xml:id="br0">
      <inkml:brushProperty name="width" value="0.025" units="cm"/>
      <inkml:brushProperty name="height" value="0.025" units="cm"/>
      <inkml:brushProperty name="color" value="#004F8B"/>
    </inkml:brush>
  </inkml:definitions>
  <inkml:trace contextRef="#ctx0" brushRef="#br0">97 196 6425,'0'0'13586,"-1"0"-13387,0 1 0,0-1 0,0 0 0,0 0 0,0-1 0,0 1 0,0 0 0,0 0 0,0 0 1,0-1-1,1 1 0,-1 0 0,0-1 0,0 1 0,0-1 0,0 1 0,0-1 0,0 0 0,0-3-68,-1 0 0,2 0 0,-1 0 0,0 0-1,1 0 1,0 0 0,0 0 0,0 0 0,0 0 0,1 0-1,-1 0 1,1 0 0,0 0 0,0 1 0,1-1 0,-1 0 0,4-5-1,-1 2-46,0 1-1,1 0 1,0 0-1,0 0 1,0 1-1,1 0 1,0 0-1,12-8 1,-5 5-83,0 0 0,1 1 0,0 1 1,0 1-1,0 0 0,1 0 1,-1 2-1,1 0 0,18-2 0,-29 5-8,1-1 0,-1 1-1,0 0 1,0 0 0,0 1 0,0-1-1,0 1 1,0 0 0,0 0-1,0 1 1,0-1 0,5 3-1,-7-2 7,0 0-1,0 0 1,0 0 0,0 1-1,0-1 1,-1 1-1,1-1 1,-1 1-1,0-1 1,1 1-1,-1 0 1,0-1 0,-1 1-1,1 0 1,0 0-1,-1 0 1,0 0-1,1 0 1,-1 3-1,2 23 22,-1 0 0,-1 0 0,-1 0 0,-2 0-1,-10 47 1,10-63-16,-1 0-1,-1 0 0,-1 0 1,1 0-1,-2-1 1,0 0-1,0-1 1,-1 1-1,-1-1 1,1-1-1,-2 1 1,0-2-1,0 1 1,-12 7-1,7-6 5,0-1 0,-1-1 0,-1-1 0,1 0 0,-1-1 0,0 0 0,-1-2 0,1 0 0,-1-1 0,0-1 0,0 0 0,-28-1 0,45-10-23,2 5 8,1 0-1,-1 0 0,1 0 1,0 0-1,0 1 1,0-1-1,0 1 0,0 0 1,0-1-1,1 1 0,-1 0 1,1 0-1,0 0 0,0 1 1,-1-1-1,1 1 0,0 0 1,6-2-1,64-25-105,-52 20 304,2 2 0,-1 1 1,0 1-1,37-2 0,-48 5-98,-1 2 0,1-1 0,-1 1 0,1 1 0,-1 0 0,1 1-1,-1 0 1,0 0 0,0 1 0,-1 0 0,18 11 0,-14-6 38,1-1 0,-1-1 0,1 0 0,1-1 0,17 6 1,-9-7-3457,1-4-3579</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18.323"/>
    </inkml:context>
    <inkml:brush xml:id="br0">
      <inkml:brushProperty name="width" value="0.025" units="cm"/>
      <inkml:brushProperty name="height" value="0.025" units="cm"/>
      <inkml:brushProperty name="color" value="#004F8B"/>
    </inkml:brush>
  </inkml:definitions>
  <inkml:trace contextRef="#ctx0" brushRef="#br0">0 74 11642,'0'0'13097,"22"2"-11652,65 7-139,-84-9-1218,-1 1 1,1 0 0,-1-1-1,1 1 1,-1 0-1,1 0 1,-1 0 0,0 1-1,0-1 1,1 0-1,-1 1 1,0 0 0,0-1-1,0 1 1,-1 0-1,1 0 1,0 0 0,-1 0-1,1 0 1,-1 0-1,0 1 1,0-1 0,0 0-1,0 1 1,0-1-1,0 1 1,-1-1 0,1 1-1,-1-1 1,1 1-1,-1 0 1,0-1 0,-1 5-1,3 6 305,-1 1-145,3 16 418,-1-28-435,1-17-201,-1 5-53,-1 1 1,1 0 0,0 0 0,1 0 0,0 1 0,0-1 0,1 1-1,0 0 1,1 0 0,0 1 0,0-1 0,0 1 0,1 0 0,0 1-1,0 0 1,1 0 0,8-5 0,-4 4-11,0 0 1,1 1-1,0 1 0,0 0 0,1 0 1,-1 1-1,1 1 0,0 0 0,0 1 0,25 0 1,-37 2 41,0 0 1,-1 1 0,1 0-1,-1-1 1,1 1 0,0 0-1,-1 0 1,0 0 0,1 0-1,-1 0 1,1 0 0,-1 0-1,0 0 1,0 1 0,0-1-1,0 1 1,0-1 0,0 0-1,0 1 1,0 0 0,0-1 0,-1 1-1,1-1 1,-1 1 0,1 2-1,13 51 411,-12-40-320,7 37 200,-8-38-204,1-1 0,1 0 1,7 23-1,-8-30-96,2-5-141,-3-1-697,-17 3-3956,-12 0-966,2 1-2367</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0.136"/>
    </inkml:context>
    <inkml:brush xml:id="br0">
      <inkml:brushProperty name="width" value="0.025" units="cm"/>
      <inkml:brushProperty name="height" value="0.025" units="cm"/>
      <inkml:brushProperty name="color" value="#004F8B"/>
    </inkml:brush>
  </inkml:definitions>
  <inkml:trace contextRef="#ctx0" brushRef="#br0">322 74 5249,'0'0'15307,"-2"-6"-13518,2 5-1644,-1-1-1,0 1 1,1 0 0,-1-1 0,0 1-1,1 0 1,-1-1 0,0 1 0,0 0 0,0 0-1,0 0 1,0 0 0,-1 0 0,1 0-1,0 0 1,0 0 0,-1 0 0,1 1-1,-3-2 1,-38-1 2168,25 3-2023,1 1 0,0 1 0,0 1 0,0 0 1,0 1-1,-21 8 0,28-9-218,1 1 0,-1 0 0,1 0 0,-1 1 0,2 0 1,-1 1-1,0 0 0,1 0 0,0 0 0,1 1 0,-1 0 0,-8 13 0,13-17-69,1-1 0,-1 1 1,1 0-1,-1 0 0,1-1 0,0 1 0,0 0 0,0 0 1,1 0-1,-1 0 0,1 1 0,-1-1 0,1 0 0,0 0 1,0 0-1,1 0 0,-1 0 0,2 6 0,-1-7-2,0 0-1,1 1 0,-1-1 1,1 0-1,-1 0 1,1 0-1,0 0 0,0 0 1,0-1-1,0 1 1,0-1-1,0 1 0,0-1 1,0 1-1,1-1 1,-1 0-1,0 0 0,1 0 1,-1-1-1,1 1 1,0 0-1,4-1 1,4 2-20,1 0 0,0-2 1,0 1-1,0-1 1,-1-1-1,1 0 1,0-1-1,-1 0 1,1-1-1,-1 0 1,0-1-1,0 0 1,0-1-1,0 0 1,-1-1-1,1 0 1,-2 0-1,18-15 0,-14 11-56,-5 4 34,1 1 0,-2-2-1,1 1 1,-1-1 0,0 0 0,0-1-1,-1 1 1,0-1 0,6-12-1,-11 19 61,-1 0 0,0 0-1,0 0 1,1 0 0,-1 0-1,1 1 1,-1-1 0,1 0-1,-1 0 1,1 0 0,-1 0-1,1 0 1,0 1 0,-1-1-1,1 0 1,0 1 0,0-1-1,0 0 1,0 1 0,-1-1 0,1 1-1,0-1 1,0 1 0,0 0-1,0-1 1,0 1 0,0 0-1,0 0 1,0 0 0,0 0-1,0 0 1,0 0 0,0 0-1,0 0 1,0 0 0,0 0-1,0 0 1,2 1 0,2 2 12,1 0 1,-1 1 0,0 0-1,0 0 1,8 8-1,-9-8-35,-1 0 0,1-1-1,-1 1 1,1-1-1,0 0 1,0-1 0,1 1-1,-1-1 1,1 1-1,6 1 1,-6-3-42,0 0 0,0 0 0,0-1 0,0 1 1,0-1-1,0-1 0,0 1 0,0-1 0,0 0 0,0 0 1,0 0-1,0-1 0,0 1 0,-1-1 0,1 0 0,-1-1 0,1 1 1,-1-1-1,0 0 0,4-3 0,16-13-331,-12 12 294,-2-1-1,1-1 0,-1 0 1,0-1-1,14-17 0,-23 29 262,0 0 0,0-1-1,0 1 1,0 0 0,1-1 0,-1 1-1,1-1 1,-1 1 0,1-1-1,0 0 1,-1 0 0,1 1 0,0-1-1,4 1 1,-1 2-204,0-1 0,1-1-1,-1 1 1,1-1 0,11 4 0,-6-5-140,-1 0 0,1-1 0,-1 0 0,1-1 0,-1 0 0,17-4 0,-22 3 119,1 0 0,0 0-1,-1-1 1,1 1 0,-1-1-1,0-1 1,0 1 0,0-1 0,-1 1-1,1-1 1,-1-1 0,7-7-1,-11 11 67,0 1-1,1-1 0,-1 0 1,1 0-1,-1 0 0,1 1 0,0-1 1,-1 0-1,1 1 0,0-1 1,-1 1-1,1-1 0,0 1 1,0-1-1,0 1 0,-1-1 1,1 1-1,0 0 0,0-1 1,0 1-1,0 0 0,0 0 0,0 0 1,-1-1-1,1 1 0,0 0 1,0 0-1,2 1 0,14 18-31,-16-16-225,2 0 0,-1 1-1,0-1 1,1 0 0,-1-1-1,1 1 1,0 0 0,5 3-1,52 13-7922,-33-14 818</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0.636"/>
    </inkml:context>
    <inkml:brush xml:id="br0">
      <inkml:brushProperty name="width" value="0.025" units="cm"/>
      <inkml:brushProperty name="height" value="0.025" units="cm"/>
      <inkml:brushProperty name="color" value="#004F8B"/>
    </inkml:brush>
  </inkml:definitions>
  <inkml:trace contextRef="#ctx0" brushRef="#br0">85 592 9914,'0'0'16158,"-34"-4"-13081,23 4-2918,9 0-97,-1 0 1,1 0-1,0 0 1,0 0-1,-1 0 1,1 0-1,0 1 1,0-1-1,0 1 1,-1-1-1,-1 2 1,2-1-42,1 1 0,1-1 0,-1 0 0,0 1 0,0-1 0,0 0 0,1 1 0,-1-1 0,0 1 0,1-1 0,0 1 0,-1-1 0,1 1 0,0 0 0,0-1 0,0 1 0,0-1 0,0 1 0,0 2 1,0-3-22,0 0 0,0 0 0,1 0 0,-1 0 0,0 0 0,0 0 0,1 0 0,-1 0 0,0 0 0,1-1 0,-1 1 0,1 0 0,-1 0 0,1 0 0,0-1 0,-1 1 0,1 0 0,0-1 0,-1 1 0,1 0 0,0-1 0,0 1 0,-1-1 0,1 1 0,0-1 0,0 0 1,0 1-1,0-1 0,1 1 0,3 0-2,0 0 1,0-1 0,-1 1-1,1-1 1,0 0 0,8-1-1,-2 0-19,0-1 0,0 0 0,-1-1 0,1 0 0,17-9 0,21-18-183,-3-3 0,0-2 1,-3-2-1,-1-2 0,-1-1 1,-3-2-1,-1-2 0,-2-2 1,-2-1-1,34-67 0,-61 105 275,0 0-1,-1-1 0,0 0 1,-1 0-1,0-1 1,-1 1-1,0-1 0,3-20 1,-6 30-32,-1 1 0,1-1 1,-1 1-1,1-1 0,-1 1 0,1-1 1,-1 1-1,0 0 0,1-1 0,-1 1 1,1 0-1,-1 0 0,0-1 0,1 1 1,-1 0-1,0 0 0,1 0 0,-1 0 0,0 0 1,0 0-1,1 0 0,-1 0 0,0 0 1,1 0-1,-1 0 0,0 0 0,1 1 1,-1-1-1,1 0 0,-1 0 0,0 1 1,1-1-1,-1 0 0,0 2 0,-9 2 86,1 1 0,1 0 0,-1 1 0,1 0 0,0 0 0,0 1 0,0 0 0,1 0 0,1 1 0,-1 0 0,1 0-1,0 1 1,1-1 0,-6 14 0,-6 11 124,2 0 0,-18 61 0,21-49-234,1 1 0,-7 90 0,12 93-24,6-227-61,0 0-1,0 0 1,0 0-1,0 0 1,1 0-1,-1 0 1,1 0-1,-1 0 1,1 0-1,0 0 1,0 0-1,0 0 1,0-1-1,0 1 1,0 0-1,0-1 1,1 1-1,-1-1 1,1 1 0,-1-1-1,1 1 1,-1-1-1,1 0 1,0 0-1,0 0 1,3 2-1,-1-2-372,0 0 0,0 0 0,0 0-1,0-1 1,0 1 0,0-1 0,0 0 0,0 0-1,0 0 1,0-1 0,0 1 0,7-3 0,9-7-9481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1.426"/>
    </inkml:context>
    <inkml:brush xml:id="br0">
      <inkml:brushProperty name="width" value="0.025" units="cm"/>
      <inkml:brushProperty name="height" value="0.025" units="cm"/>
      <inkml:brushProperty name="color" value="#004F8B"/>
    </inkml:brush>
  </inkml:definitions>
  <inkml:trace contextRef="#ctx0" brushRef="#br0">0 68 6873,'0'0'15580,"20"6"-13812,58 24-157,-76-28-1517,0-1 0,0 1 0,0 0-1,0 0 1,0-1 0,0 2 0,0-1-1,-1 0 1,1 0 0,-1 0 0,1 1 0,-1-1-1,0 1 1,0-1 0,0 1 0,0-1-1,-1 1 1,1 0 0,-1-1 0,1 1-1,-1 0 1,0 0 0,0-1 0,0 1 0,-1 0-1,1-1 1,0 1 0,-2 4 0,0 9 256,2 43 619,0-47-414,0-42-466,1 22-125,0 0 1,1 0-1,0 0 1,0 0-1,1 0 1,0 0-1,1 1 1,-1 0-1,1-1 1,1 1-1,8-10 1,-2 2-96,0 2 0,1 0 0,1 0 0,19-15 0,-26 22 114,1 1-1,0 0 1,0 0-1,0 1 1,1 0-1,-1 0 0,1 1 1,0 0-1,0 0 1,0 1-1,1 0 1,9-2-1,-17 5 50,0-1 0,0 1 0,0-1 0,0 0 0,-1 1 0,1 0 0,0-1-1,0 1 1,-1-1 0,1 1 0,0 0 0,0 0 0,-1-1 0,1 1 0,-1 0 0,1 0 0,-1 0 0,1 0-1,-1 0 1,0 0 0,1 0 0,-1-1 0,0 3 0,9 30 493,-6-21-201,6 15 159,-5-19-412,-1 0 0,-1 0 0,1 0 1,-1 1-1,0 10 0,-1-19-175,-1 1 0,0-1 0,1 1 0,-1-1 0,0 1 0,1-1 0,-1 1 0,1-1 0,-1 1 0,1-1 0,-1 1 0,1-1 0,-1 0 0,1 1 0,-1-1 0,1 0 0,-1 0 0,1 1 0,0-1 0,-1 0 0,1 0 0,-1 0 0,1 0 0,0 1 0,1-1 0,9 1-6010,-4-1 221</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1.939"/>
    </inkml:context>
    <inkml:brush xml:id="br0">
      <inkml:brushProperty name="width" value="0.025" units="cm"/>
      <inkml:brushProperty name="height" value="0.025" units="cm"/>
      <inkml:brushProperty name="color" value="#004F8B"/>
    </inkml:brush>
  </inkml:definitions>
  <inkml:trace contextRef="#ctx0" brushRef="#br0">39 26 2713,'0'0'17489,"3"-17"-15250,1 16-2099,0-1 1,0 1-1,1 0 1,-1 0-1,1 0 0,-1 0 1,1 1-1,-1 0 1,1 0-1,0 0 1,-1 0-1,6 2 1,0-2 25,-8 0-152,0 0 0,0 0 0,0 0 0,-1 0 0,1 0 1,0 0-1,0 1 0,0-1 0,-1 0 0,1 1 0,0-1 0,-1 1 0,1 0 0,0 0 0,-1 0 0,1-1 0,-1 1 0,1 1 0,-1-1 0,0 0 0,1 0 0,-1 0 0,0 1 0,0-1 0,0 1 0,2 2 0,-2 0 36,0 0-1,0 0 1,-1 1-1,1-1 1,-1 0-1,0 1 0,0-1 1,0 0-1,-1 1 1,-1 4-1,1-5 9,-1-1-1,0 1 1,1 0 0,-2-1-1,1 1 1,0-1 0,-1 1-1,0-1 1,1 0-1,-1 0 1,0 0 0,-1-1-1,1 1 1,-8 3 0,-8 10 147,-16 10 107,27-21-249,0 1 1,1-1 0,0 1-1,0 0 1,1 1 0,-10 11-1,16-18-58,0 1-1,-1-1 1,1 0 0,0 1-1,0-1 1,0 0 0,0 0-1,0 1 1,0-1 0,-1 0 0,1 1-1,0-1 1,0 0 0,0 1-1,0-1 1,0 0 0,0 1-1,0-1 1,0 0 0,0 0-1,0 1 1,1-1 0,-1 0-1,0 1 1,0-1 0,0 0-1,0 1 1,0-1 0,0 0-1,1 0 1,-1 1 0,0-1-1,0 0 1,0 0 0,1 1-1,-1-1 1,0 0 0,0 0-1,1 0 1,-1 1 0,20 5 120,22-4-20,-42-2-104,109 7-588,-39-1-5363,-45-3 380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2.713"/>
    </inkml:context>
    <inkml:brush xml:id="br0">
      <inkml:brushProperty name="width" value="0.025" units="cm"/>
      <inkml:brushProperty name="height" value="0.025" units="cm"/>
      <inkml:brushProperty name="color" value="#004F8B"/>
    </inkml:brush>
  </inkml:definitions>
  <inkml:trace contextRef="#ctx0" brushRef="#br0">65 1 8194,'0'0'13091,"0"0"-13046,0 0 0,-1 0 1,1 1-1,0-1 0,0 0 0,0 0 1,0 0-1,-1 1 0,1-1 1,0 0-1,0 0 0,0 0 1,0 1-1,0-1 0,0 0 1,0 0-1,0 1 0,0-1 1,0 0-1,0 0 0,0 1 1,0-1-1,0 0 0,0 0 0,0 1 1,0-1-1,0 0 0,0 0 1,0 1-1,0-1 0,0 0 1,0 0-1,0 0 0,1 1 1,-1-1-1,0 0 0,0 0 1,0 0-1,0 1 0,1-1 1,-1 0-1,0 0 0,0 0 0,0 0 1,1 0-1,-1 1 0,0-1 1,0 0-1,0 0 0,1 0 1,6 4 47,1-1 1,-1 0 0,1 0 0,0-1-1,0 0 1,10 1 0,20 6 135,357 89 298,-324-94 381,-145 1 2429,-45 13-2741,61-8-117,7-1-175,0 3 0,1 2 0,1 1 0,-86 42 0,89-27-138,45-30-22,9 0-1779,1-1 356,-1 0 0,1 0-1,-1-1 1,12-4-1,-4 1-2502,8-1-3431</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3.599"/>
    </inkml:context>
    <inkml:brush xml:id="br0">
      <inkml:brushProperty name="width" value="0.025" units="cm"/>
      <inkml:brushProperty name="height" value="0.025" units="cm"/>
      <inkml:brushProperty name="color" value="#004F8B"/>
    </inkml:brush>
  </inkml:definitions>
  <inkml:trace contextRef="#ctx0" brushRef="#br0">71 0 3697,'0'0'7328,"-10"1"-6508,-4 0-286,-7 0-151,-5 0 5688,26 0-5862,1 0 0,-1 0 0,0 1 1,1-1-1,-1 0 0,1 0 0,-1 1 0,1-1 0,0 0 0,-1 0 0,1 0 0,0 0 0,0 0 0,0 0 0,0 0 0,0 0 0,0 0 0,0-1 0,1 2 0,44 17 576,1-2 0,1-2-1,54 10 1,-10-3-204,-65-14-363,0-2 279,-1 2 1,44 19 0,-79-27-273,0 1 0,1 0 0,-1 1 0,1-1 0,0 2 0,-11 3 0,10-1-141,1 0 0,0 1 0,0 0 1,0 0-1,1 0 0,0 1 0,0 1 0,0-1 0,1 1 1,1 0-1,-10 17 0,10-16-61,0-1 0,0 1-1,-1-1 1,0-1 0,-1 1 0,1-1 0,-1 0 0,-1 0-1,1-1 1,-1 0 0,0-1 0,-18 10 0,23-13-17,-12 2-27,14-4-134,1-2-1361,0 0 1210,0 0 0,0 0 0,0 1 1,0-1-1,0 0 0,1 0 0,-1 0 0,1 1 1,-1-1-1,1 0 0,0 1 0,0-1 1,-1 0-1,1 1 0,0-1 0,1 1 0,-1 0 1,0-1-1,0 1 0,1 0 0,-1-1 1,0 1-1,1 0 0,-1 0 0,3-1 0,-1 0-321,23-18-6064,5-2-3856</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4.346"/>
    </inkml:context>
    <inkml:brush xml:id="br0">
      <inkml:brushProperty name="width" value="0.025" units="cm"/>
      <inkml:brushProperty name="height" value="0.025" units="cm"/>
      <inkml:brushProperty name="color" value="#004F8B"/>
    </inkml:brush>
  </inkml:definitions>
  <inkml:trace contextRef="#ctx0" brushRef="#br0">238 17 4425,'0'0'12715,"5"-17"-4759,-26 89-4689,12-33-2542,-114 475 2954,92-356-3679,25-134-49,4-19-50,1 1-1,-1-1 1,1 0 0,0 1-1,1-1 1,-1 7 0,0-11-446,0 1 1,0-1-1,0-1 1,0 1-1,0 0 1,0 0-1,-1 0 1,1-1-1,0 1 1,-1 0-1,1-1 1,0 1-1,-1-1 1,1 0-1,-1 1 1,1-1-1,-3 0 1,4 0 361,-20 1-8029</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6.311"/>
    </inkml:context>
    <inkml:brush xml:id="br0">
      <inkml:brushProperty name="width" value="0.025" units="cm"/>
      <inkml:brushProperty name="height" value="0.025" units="cm"/>
      <inkml:brushProperty name="color" value="#004F8B"/>
    </inkml:brush>
  </inkml:definitions>
  <inkml:trace contextRef="#ctx0" brushRef="#br0">1 368 6409,'0'0'11208,"25"-19"-10012,78-58-133,-47 40-91,-52 35-773,-1 1-1,0 0 1,1 0 0,-1 0-1,1 0 1,-1 0-1,1 1 1,-1 0 0,7 0-1,-10 0-157,1 0-1,-1 1 0,1-1 0,-1 1 1,1-1-1,-1 1 0,0-1 1,1 1-1,-1-1 0,1 1 1,-1-1-1,0 1 0,1 0 1,-1-1-1,0 1 0,0 0 1,0-1-1,1 1 0,-1 0 1,0-1-1,0 1 0,0 0 1,0-1-1,0 1 0,0 0 0,-1 0 1,1 27 617,0-20-376,-1 8-102,-1 0 0,-1 1 1,0-1-1,-10 30 0,7-31-88,2 1-1,0 0 1,0 1-1,-1 31 1,7-48-95,-1 1 0,1 0 0,-1-1 0,1 1 1,0-1-1,-1 1 0,1-1 0,0 0 0,-1 0 1,1 0-1,0 0 0,-1 0 0,1 0 0,0 0 0,-1 0 1,1-1-1,0 1 0,2-2 0,17-5-8,-1-2-1,-1 0 1,1-1-1,-2-1 1,21-16-1,14-6-131,-18 11 58,-23 13 55,0 1 0,0 1 0,1-1 0,0 2 0,1 0 0,-1 1 0,1 0-1,1 1 1,-1 0 0,24-2 0,-36 7 26,0 0 0,0 0 0,0 0-1,0 0 1,0 0 0,0 0 0,0 1 0,0-1-1,0 1 1,-1-1 0,1 1 0,0 0 0,-1 0-1,0 0 1,1 0 0,0 2 0,13 13 4,-11-14-17,-1 0 0,1 0-1,0-1 1,0 0-1,1 1 1,-1-2-1,0 1 1,1 0-1,-1-1 1,1 0-1,0 0 1,-1 0 0,1-1-1,0 1 1,-1-1-1,1 0 1,0 0-1,-1-1 1,1 0-1,7-1 1,-5-1-7,-1 0 1,0 0-1,0 0 1,0-1-1,0 0 1,-1 0-1,1 0 1,-1-1-1,0 1 0,-1-1 1,1-1-1,-1 1 1,6-9-1,1-3 55,0-1 0,-2-1 0,0 0-1,-1 0 1,0 0 0,-2-1 0,0 0-1,-2-1 1,0 1 0,-1-1 0,-1 0 0,-1-35-1,-1 55-94,0 0 0,-1 0 0,1 1 0,0-1-1,0 0 1,-1 0 0,1 1 0,0-1 0,-1 0-1,1 1 1,-1-1 0,1 1 0,-1-1 0,1 0-1,-1 1 1,1-1 0,-1 1 0,1-1 0,-1 1 0,0 0-1,1-1 1,-1 1 0,0 0 0,0-1 0,1 1-1,-1 0 1,0 0 0,0 0 0,1 0 0,-1-1-1,0 1 1,0 0 0,1 0 0,-1 0 0,0 1-1,0-1 1,1 0 0,-1 0 0,0 0 0,0 0-1,1 1 1,-1-1 0,0 0 0,1 1 0,-1-1-1,0 1 1,1-1 0,-1 1 0,1-1 0,-1 1 0,0 0-1,-6 45-7606,6-26 172</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6.732"/>
    </inkml:context>
    <inkml:brush xml:id="br0">
      <inkml:brushProperty name="width" value="0.025" units="cm"/>
      <inkml:brushProperty name="height" value="0.025" units="cm"/>
      <inkml:brushProperty name="color" value="#004F8B"/>
    </inkml:brush>
  </inkml:definitions>
  <inkml:trace contextRef="#ctx0" brushRef="#br0">1 59 3753,'0'0'16131,"19"1"-15476,5 0-513,131 0 364,-154-1-491,0 0 0,0 0 0,0 0 0,0-1 0,0 1 0,0 0 0,0 0 0,1-1 0,-1 1 0,0 0 0,0-1 0,0 1 0,0-1 0,-1 0 0,1 1 0,0-1 0,0 0-1,0 1 1,0-1 0,-1 0 0,1 0 0,0 0 0,-1 0 0,1 1 0,0-1 0,-1 0 0,1 0 0,-1 0 0,0 0 0,1-1 0,-1 1 0,0 0 0,0 0 0,1 0 0,-1 0 0,0 0 0,0 0 0,0 0 0,-1 0 0,1 0 0,0-1 0,0 1-1,0 0 1,-1 0 0,1 0 0,-1 0 0,1 0 0,0 0 0,-1 0 0,0 0 0,1 0 0,-1 1 0,0-1 0,1 0 0,-1 0 0,0 0 0,0 1 0,0-1 0,0 0 0,0 1 0,0-1 0,0 1 0,0-1 0,0 1 0,0-1 0,0 1 0,0 0 0,-1-1-1,-16-2 523,0 0 0,0 0-1,0 2 1,-32 1 0,28 0 37,20 1-532,0-1-1,0 0 0,0 1 1,1-1-1,-1 1 0,0 0 1,1 0-1,-1 0 0,0 0 0,1 0 1,-1 0-1,1 0 0,-1 0 1,1 0-1,0 1 0,-1-1 1,1 1-1,0-1 0,0 1 0,0-1 1,0 1-1,0 0 0,1-1 1,-1 1-1,0 0 0,1 0 0,-1 0 1,1-1-1,0 1 0,0 0 1,-1 0-1,1 0 0,0 0 1,1 2-1,-2 2-22,1 1 0,1-1-1,-1 0 1,1 1 0,0-1 0,0 0 0,1 0-1,0 1 1,4 9 0,-1-9-42,-1 0 0,1-1 1,0 1-1,1-1 0,0 0 0,0-1 0,0 1 0,0-1 1,1-1-1,0 1 0,0-1 0,0 0 0,1-1 0,-1 1 0,16 3 1,6 0-1140,1-1 1,58 4-1,-71-8 326,73 3-5218</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7.157"/>
    </inkml:context>
    <inkml:brush xml:id="br0">
      <inkml:brushProperty name="width" value="0.025" units="cm"/>
      <inkml:brushProperty name="height" value="0.025" units="cm"/>
      <inkml:brushProperty name="color" value="#004F8B"/>
    </inkml:brush>
  </inkml:definitions>
  <inkml:trace contextRef="#ctx0" brushRef="#br0">256 0 11562,'0'0'14882,"-32"9"-14307,-101 31-109,121-36-378,0 1-1,-1 0 1,-15 9 0,26-12-82,-1-1-1,1 1 0,0 0 0,0 0 0,0 0 0,0 0 0,0 0 0,0 1 1,0-1-1,1 0 0,-2 4 0,3-5-27,0-1 0,0 1-1,0 0 1,1-1 0,-1 1 0,0 0 0,1-1 0,-1 1 0,1 0-1,-1-1 1,1 1 0,-1-1 0,1 1 0,-1-1 0,1 1-1,-1-1 1,1 1 0,-1-1 0,1 0 0,0 1 0,-1-1 0,1 0-1,0 1 1,0-1 0,-1 0 0,1 0 0,0 0 0,1 0-1,27 9-170,-24-7 122,2 0 19,6 1-151,0 1-1,0 1 1,0 0-1,21 13 0,-31-16 175,0-1 0,-1 1 0,1 0 0,-1 0 0,0 1-1,0-1 1,0 0 0,0 1 0,0-1 0,0 1-1,-1 0 1,1-1 0,-1 1 0,1 0 0,-1 0-1,0 0 1,0 0 0,-1 0 0,1 0 0,-1 0 0,1 0-1,-1 1 1,0-1 0,0 0 0,-1 0 0,0 5-1,0-4 45,-1-1-1,1 0 1,-1-1-1,0 1 1,0 0-1,0-1 1,0 1-1,0-1 1,-1 1-1,1-1 1,-1 0-1,0 0 1,1 0-1,-1 0 1,0-1-1,0 1 1,0-1-1,-6 2 1,-3 2 96,0-1 1,0-1-1,-23 5 1,34-8-192,1 0 0,-1 1 0,0-1 0,0 0 1,0 1-1,1-1 0,-1 0 0,0 0 0,0 0 0,0 0 1,0 0-1,0 0 0,0 0 0,1 0 0,-1 0 0,0 0 0,0-1 1,0 1-1,0 0 0,1-1 0,-1 1 0,0 0 0,0-1 0,0 1 1,1-1-1,-1 1 0,0-1 0,1 1 0,-1-1 0,0 0 1,1 1-1,-1-1 0,1 0 0,-1-1 0,1 0-324,1 1-1,-1-1 1,1 1 0,0-1-1,0 0 1,0 1 0,0-1 0,0 1-1,0 0 1,0-1 0,1 1-1,-1 0 1,0 0 0,1 0-1,-1 0 1,1 0 0,-1 0-1,3-1 1,26-14-6644</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7.592"/>
    </inkml:context>
    <inkml:brush xml:id="br0">
      <inkml:brushProperty name="width" value="0.025" units="cm"/>
      <inkml:brushProperty name="height" value="0.025" units="cm"/>
      <inkml:brushProperty name="color" value="#004F8B"/>
    </inkml:brush>
  </inkml:definitions>
  <inkml:trace contextRef="#ctx0" brushRef="#br0">322 0 12459,'0'0'11701,"-30"5"-10328,-97 17-327,116-19-869,0 0 1,1 0-1,-1 1 0,1 0 0,0 1 1,0 0-1,0 0 0,1 1 0,-10 8 1,15-10-112,-1 0 1,0 1 0,1-1-1,0 1 1,0 0 0,0 0-1,0 1 1,1-1 0,0 1-1,0 0 1,1 0 0,-1 0-1,-1 8 1,4-12-63,-1 0 0,1 0 0,0 0 0,-1 0 0,1 0 0,0 0 0,0 0 0,1 0 0,-1 0 0,0 0 0,1 0 0,-1 0 0,1 0 0,-1 0 0,1 0 0,0-1 0,0 1 0,0 0 0,0 0 0,0-1 0,0 1 0,3 2 0,-1-2 0,0 0 1,0 0-1,1 0 0,-1 0 1,0 0-1,1-1 1,0 1-1,-1-1 0,1 0 1,0 0-1,4 0 0,10 1-47,-1-2-1,1 1 0,0-2 0,19-3 0,-28 2-4,-1 0 0,1-1-1,-1 1 1,1-2 0,-1 1-1,0-1 1,0-1 0,0 1-1,-1-1 1,0-1 0,0 1 0,0-1-1,-1-1 1,1 1 0,-2-1-1,1 0 1,7-12 0,-14 22 97,1-1 1,-1 1 0,1-1 0,0 1 0,0-1-1,0 1 1,0-1 0,0 1 0,0-1-1,1 1 1,-1-1 0,1 1 0,0-1-1,0 1 1,0-1 0,0 0 0,0 0-1,0 1 1,0-1 0,1 0 0,0 0-1,-1 0 1,1 0 0,0-1 0,0 1 0,2 2-1,1 0-280,-1 0-1,1 0 1,0 0-1,1-1 1,-1 0-1,0 0 1,1 0-1,0 0 1,0-1-1,0 0 1,0 0 0,6 0-1,50 0-6473,-43-2 2838,14 0-6835</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7.796"/>
    </inkml:context>
    <inkml:brush xml:id="br0">
      <inkml:brushProperty name="width" value="0.025" units="cm"/>
      <inkml:brushProperty name="height" value="0.025" units="cm"/>
      <inkml:brushProperty name="color" value="#004F8B"/>
    </inkml:brush>
  </inkml:definitions>
  <inkml:trace contextRef="#ctx0" brushRef="#br0">0 0 13083,'0'0'15171,"52"65"-15051,-27-59 24,1 0-144,6-2-88,-6-4-680,6 0-1104,13 0-1129,-7-7-3176,1-6-3113</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7.978"/>
    </inkml:context>
    <inkml:brush xml:id="br0">
      <inkml:brushProperty name="width" value="0.025" units="cm"/>
      <inkml:brushProperty name="height" value="0.025" units="cm"/>
      <inkml:brushProperty name="color" value="#004F8B"/>
    </inkml:brush>
  </inkml:definitions>
  <inkml:trace contextRef="#ctx0" brushRef="#br0">585 0 9570,'0'0'16163,"-193"116"-14834,148-62-417,-6 10-384,-7 4-72,0-1-320,1 0-136,5-2-128,14-11-800,19-9-1000,6-13-2313,13-16-2241</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8.572"/>
    </inkml:context>
    <inkml:brush xml:id="br0">
      <inkml:brushProperty name="width" value="0.025" units="cm"/>
      <inkml:brushProperty name="height" value="0.025" units="cm"/>
      <inkml:brushProperty name="color" value="#004F8B"/>
    </inkml:brush>
  </inkml:definitions>
  <inkml:trace contextRef="#ctx0" brushRef="#br0">0 44 7034,'0'0'15860,"18"-7"-15112,59-20-260,-71 25-406,-1 0 0,1 0-1,-1 1 1,1 0-1,-1 0 1,1 1-1,0 0 1,-1 0-1,1 0 1,0 0-1,7 3 1,-13-3-79,1 0 31,0 0-1,0 1 1,0-1-1,0 1 1,-1-1 0,1 1-1,0 0 1,0-1-1,-1 1 1,1 0 0,0-1-1,-1 1 1,1 0-1,0 0 1,-1 0 0,1 0-1,-1 0 1,0-1-1,1 1 1,-1 0-1,0 0 1,1 0 0,-1 0-1,0 0 1,0 2-1,1 27 574,-1-25-436,1 3-90,-1 1 0,0-1-1,-1 0 1,1 0 0,-2 0 0,1 0 0,-1 0-1,0 0 1,-1-1 0,0 1 0,0-1-1,-1 1 1,-7 11 0,24-32-172,0 0 1,1 1-1,0 1 1,1 0-1,24-13 1,-20 12 43,8-6-35,1 2-1,0 1 0,49-18 1,-77 33 138,1 0 1,0 1-1,-1-1 1,1 1 0,-1-1-1,1 0 1,-1 1-1,0-1 1,1 1-1,-1 0 1,1-1 0,-1 1-1,0-1 1,1 1-1,-1 0 1,0-1-1,0 1 1,1-1 0,-1 1-1,0 0 1,0-1-1,0 1 1,0 0-1,0 0 1,0-1-1,0 1 1,0 0 0,0-1-1,-1 2 1,1 32 807,0-26-561,-6 64-8,6-71-1276,14-2-11290,-2-4 1479</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9.055"/>
    </inkml:context>
    <inkml:brush xml:id="br0">
      <inkml:brushProperty name="width" value="0.025" units="cm"/>
      <inkml:brushProperty name="height" value="0.025" units="cm"/>
      <inkml:brushProperty name="color" value="#004F8B"/>
    </inkml:brush>
  </inkml:definitions>
  <inkml:trace contextRef="#ctx0" brushRef="#br0">1 0 9634,'0'0'13879,"3"0"-13079,180 0 1517,-182 0-2314,0 0 1,0 0-1,0 0 1,0 0-1,-1 1 1,1-1-1,0 0 1,0 0-1,0 1 1,0-1-1,0 0 1,0 1-1,0-1 1,-1 1-1,1 0 1,0-1-1,0 1 1,-1-1-1,1 1 1,0 0-1,-1 0 1,1-1-1,-1 1 1,1 0-1,-1 0 1,1 0-1,-1 0 1,1 0-1,-1-1 1,0 1-1,1 0 1,-1 0 0,0 0-1,0 0 1,0 0-1,0 0 1,0 0-1,0 0 1,0 0-1,0 0 1,0 0-1,-1 0 1,1 0-1,0 0 1,-1 0-1,1 0 1,0-1-1,-1 1 1,1 0-1,-1 0 1,0 1-1,-1 2 56,0 1-1,0 0 1,-1 0-1,0-1 1,0 0 0,0 1-1,0-1 1,0 0-1,-6 5 1,-22 12 255,21-16-205,1 1 0,0 0 0,0 1 0,1 0 0,0 1 0,-14 16 0,22-24-106,0 0-1,0 0 0,0 1 0,0-1 0,0 0 0,0 0 0,0 1 0,0-1 0,0 0 0,0 0 0,0 1 1,0-1-1,0 0 0,0 0 0,1 1 0,-1-1 0,0 0 0,0 0 0,0 0 0,0 1 0,1-1 0,-1 0 1,0 0-1,0 0 0,0 0 0,1 1 0,-1-1 0,0 0 0,0 0 0,1 0 0,-1 0 0,0 0 0,0 0 1,1 0-1,-1 0 0,0 0 0,0 1 0,1-1 0,-1 0 0,0 0 0,0 0 0,1-1 0,-1 1 7,33 6 141,1-1 1,-1-2-1,61-3 0,-48-1-437,-45 1 114,0 1 0,0-1 0,0 0 0,0 0 0,0-1 0,0 1 0,0 0 0,0 0 0,-1 0 0,1-1 0,0 1 0,0 0 0,0-1 1,0 1-1,0-1 0,0 1 0,-1-1 0,1 1 0,0-1 0,0 0 0,2-2-1161,9-4-6064</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29.879"/>
    </inkml:context>
    <inkml:brush xml:id="br0">
      <inkml:brushProperty name="width" value="0.025" units="cm"/>
      <inkml:brushProperty name="height" value="0.025" units="cm"/>
      <inkml:brushProperty name="color" value="#004F8B"/>
    </inkml:brush>
  </inkml:definitions>
  <inkml:trace contextRef="#ctx0" brushRef="#br0">359 534 3977,'0'0'15701,"-2"-5"-14164,1 4-1368,0-1 0,0 0 0,0 1 1,-1-1-1,1 1 0,0-1 0,-1 1 0,1-1 0,-1 1 0,1 0 0,-1 0 0,1 0 0,-1 0 0,0 0 0,0 0 0,0 0 1,1 0-1,-1 1 0,-2-1 0,-45-2 2307,41 3-2607,-6 0 269,0 0 0,0 2 0,0 0 0,0 0 0,0 2 1,0-1-1,1 2 0,0 0 0,0 0 0,0 1 0,1 1 0,-1 0 1,2 1-1,-1 0 0,1 1 0,0 0 0,1 1 0,-15 16 0,24-24-135,0-1 0,0 1 0,-1-1 0,1 1 0,0-1 1,0 1-1,1 0 0,-1 0 0,0-1 0,0 1 0,1 0 0,-1 0 0,1 0 0,0 0 0,0 0 0,-1 0 0,1 0 0,1 0 0,-1-1 0,0 1 0,1 4 0,0-5-3,0 1 0,0-1 0,0 1 0,0-1 0,1 0 0,-1 0 0,0 1 0,1-1 0,-1 0 0,1 0 0,0 0 0,-1 0 0,1-1 0,0 1 0,-1 0 0,1-1 0,0 1 0,2 0 0,8 0 0,-1 1 1,0-2-1,0 1 0,1-2 1,-1 1-1,20-5 1,-12 0-88,0-1 0,-1-1 0,1 0 0,-1-1 0,-1-2 0,24-15 0,97-77-1750,-122 89 1567,257-218-3842,-224 184 4140,-2-2 1,-3-2 0,48-69-1,-171 240 6776,-107 183-4705,176-287-2298,1 1-1,1 0 0,0 0 0,1 1 1,1 0-1,1 0 0,0 0 0,1 1 0,-1 23 1,15-42-3237,2-1 2146,1-1-1,-1-1 0,1 0 1,-1-1-1,0 0 0,0-1 0,-1 0 1,17-10-1,-10 6-1662,34-20-8030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0.159"/>
    </inkml:context>
    <inkml:brush xml:id="br0">
      <inkml:brushProperty name="width" value="0.025" units="cm"/>
      <inkml:brushProperty name="height" value="0.025" units="cm"/>
      <inkml:brushProperty name="color" value="#004F8B"/>
    </inkml:brush>
  </inkml:definitions>
  <inkml:trace contextRef="#ctx0" brushRef="#br0">278 0 7890,'0'0'16931,"-32"10"-15342,-102 34-370,127-42-1134,0 1 1,1 0 0,0 0-1,-1 0 1,1 1 0,1 0 0,-1 0-1,0 1 1,1 0 0,0 0-1,0 0 1,1 0 0,-1 1 0,1-1-1,0 1 1,1 1 0,-5 7 0,5-5-42,1 0 1,0 0 0,0 0 0,0 0 0,1 0 0,1 0 0,-1 0-1,2 1 1,-1-1 0,3 10 0,-3-18-43,1 1 0,-1 0 1,1-1-1,0 1 0,0-1 0,-1 1 1,1-1-1,0 1 0,1-1 0,-1 0 0,0 0 1,0 1-1,0-1 0,1 0 0,-1 0 1,1 0-1,-1 0 0,1 0 0,-1-1 1,1 1-1,-1 0 0,1-1 0,0 1 0,-1-1 1,1 0-1,0 1 0,0-1 0,2 0 1,58 1-17,-44-1 0,-8-1-41,0-1-1,-1 1 1,0-1-1,1-1 1,-1 0-1,0 0 0,0-1 1,0 0-1,-1 0 1,1-1-1,-1 0 1,0-1-1,-1 0 1,1 0-1,-1-1 0,0 0 1,-1 0-1,0 0 1,0-1-1,0 0 1,-1 0-1,0 0 1,-1-1-1,0 0 1,0 1-1,-1-2 0,0 1 1,0 0-1,-1 0 1,-1-1-1,2-16 1,-3 24 12,0 0 1,0-1 0,0 1-1,0 0 1,0 0 0,0 0-1,-1 0 1,1 0 0,-1 0-1,1 0 1,-1 0 0,0 0-1,0 0 1,0 1 0,0-1-1,0 0 1,0 0 0,0 1-1,-1-1 1,1 1 0,-2-2-1,0 2-176,1 0 0,0 0 0,0 0 0,-1 1 0,1-1 0,0 1 0,-1 0 0,1-1 0,-1 1 0,1 0 0,0 1 0,-1-1 1,1 0-1,-1 1 0,1-1 0,0 1 0,-4 1 0,-16 12-4802,3 5-2304</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0.919"/>
    </inkml:context>
    <inkml:brush xml:id="br0">
      <inkml:brushProperty name="width" value="0.025" units="cm"/>
      <inkml:brushProperty name="height" value="0.025" units="cm"/>
      <inkml:brushProperty name="color" value="#004F8B"/>
    </inkml:brush>
  </inkml:definitions>
  <inkml:trace contextRef="#ctx0" brushRef="#br0">1 119 5961,'0'0'17235,"8"-3"-16098,2-2-768,-7 3-232,1 1 1,-1-1-1,1 1 0,0-1 1,-1 1-1,1 1 1,0-1-1,0 0 1,-1 1-1,6 0 1,-8 0-77,0 0 0,-1 1 0,1-1 1,0 1-1,0-1 0,0 1 0,-1-1 1,1 1-1,0-1 0,-1 1 1,1 0-1,0-1 0,-1 1 0,1 0 1,-1 0-1,1 0 0,-1-1 0,0 1 1,1 0-1,-1 0 0,0 0 1,0 0-1,1 0 0,-1 0 0,0 0 1,0-1-1,0 1 0,0 0 0,0 2 1,0 36 616,0-31-491,0 97 296,0-104-480,0-1-2,0 0-1,0 1 1,0-1-1,0 0 1,0 0 0,0 0-1,0 0 1,0 1 0,0-1-1,0 0 1,0 0 0,0 0-1,0 1 1,0-1 0,0 0-1,0 0 1,0 0 0,0 1-1,0-1 1,0 0 0,0 0-1,0 0 1,0 1 0,0-1-1,-1 0 1,1 0 0,0 0-1,0 0 1,0 0 0,0 1-1,0-1 1,-1 0 0,1 0-1,0 0 1,0 0-1,0 0 1,0 0 0,-1 0-1,1 0 1,0 0 0,0 1-1,0-1 1,-1 0 0,1 0-1,0 0 1,0 0 0,0 0-1,-1 0 1,1 0 0,0 0-1,-1-1 1,0 1 98,2-8-79,4-1-77,1 1-1,0-1 1,0 1 0,0 0 0,1 0 0,0 1 0,1 0 0,0 0 0,0 1 0,13-8 0,-18 11 23,24-18-129,0 2 0,1 2 0,0 0 0,58-24 0,-80 40 189,-4 37 1510,-3-35-1518,1 0-1,0 1 1,0-1-1,-1 0 1,1 0 0,0 0-1,0 1 1,1-1 0,-1 0-1,0 0 1,0 1-1,0-1 1,1 0 0,-1 0-1,1 0 1,-1 0-1,1 0 1,-1 0 0,1 0-1,0 0 1,-1 0-1,1 0 1,0 0 0,0 0-1,0 0 1,0 0 0,0 0-1,0-1 1,0 1-1,2 1 1,1-3-9,-1 1 0,1 0 0,0-1 0,0 1 0,0-1 0,-1 0-1,1-1 1,0 1 0,-1-1 0,6-2 0,112-46-92,43-20-78,-164 70 192,1 0 1,-1 0-1,0 0 1,0 0-1,1 0 1,-1 0-1,0 0 0,1 0 1,-1 0-1,0 0 1,0 0-1,1 0 0,-1 0 1,0 0-1,0 0 1,1 0-1,-1 0 0,0 0 1,0 1-1,1-1 1,-1 0-1,0 0 1,0 0-1,1 0 0,-1 1 1,0-1-1,0 0 1,0 0-1,1 0 0,-1 1 1,0-1-1,0 0 1,0 0-1,0 1 0,0-1 1,0 0-1,1 0 1,-1 1-1,0-1 0,0 0 1,0 1-1,4 22 723,-4 36-1075,0-45-419,8-8-3440,17-6 2470,-21 0 711,29 0-4166,0 0-2576</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1.126"/>
    </inkml:context>
    <inkml:brush xml:id="br0">
      <inkml:brushProperty name="width" value="0.025" units="cm"/>
      <inkml:brushProperty name="height" value="0.025" units="cm"/>
      <inkml:brushProperty name="color" value="#004F8B"/>
    </inkml:brush>
  </inkml:definitions>
  <inkml:trace contextRef="#ctx0" brushRef="#br0">71 1 9154,'0'0'19804,"-45"89"-19652,45-79-72,0-3-80,0-1-288,0-3-744,-13-3-1153,7 0-1519,-1 0-2562</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1.291"/>
    </inkml:context>
    <inkml:brush xml:id="br0">
      <inkml:brushProperty name="width" value="0.025" units="cm"/>
      <inkml:brushProperty name="height" value="0.025" units="cm"/>
      <inkml:brushProperty name="color" value="#004F8B"/>
    </inkml:brush>
  </inkml:definitions>
  <inkml:trace contextRef="#ctx0" brushRef="#br0">103 0 11723,'0'0'14075,"-39"173"-14075,27-112-745,-8 16-1599,1-9-2529,6-14-4161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1.757"/>
    </inkml:context>
    <inkml:brush xml:id="br0">
      <inkml:brushProperty name="width" value="0.025" units="cm"/>
      <inkml:brushProperty name="height" value="0.025" units="cm"/>
      <inkml:brushProperty name="color" value="#004F8B"/>
    </inkml:brush>
  </inkml:definitions>
  <inkml:trace contextRef="#ctx0" brushRef="#br0">1 17 4657,'0'0'18745,"23"4"-17539,74 13-197,-95-17-953,1 1-1,-1-1 0,1 1 0,-1-1 0,1 1 0,-1 0 1,0 0-1,1 0 0,-1 0 0,0 0 0,0 1 0,1-1 0,-1 0 1,0 1-1,-1 0 0,1 0 0,0-1 0,0 1 0,-1 0 1,1 0-1,-1 1 0,0-1 0,1 0 0,-1 0 0,0 1 0,0-1 1,-1 1-1,1-1 0,0 0 0,-1 1 0,0-1 0,1 1 1,-1 0-1,0-1 0,0 1 0,0-1 0,-1 1 0,0 2 0,1 0-34,27-3-883,-18-5 706,0 1-1,0-1 1,0 0-1,-1-1 1,1 0-1,-1-1 1,0 0-1,12-9 1,4-2-43,79-41 12,-95 84 3065,-7-18-2923,1 0 0,0 1 0,1-1 0,0 0 0,6 11 0,-7-18-214,0 0 1,0-1 0,0 1 0,0-1-1,0 1 1,0-1 0,1 0 0,-1 0-1,0 0 1,1 0 0,-1-1 0,1 1-1,-1-1 1,1 1 0,0-1 0,-1 0-1,1 0 1,-1 0 0,6-1 0,-4 1-485,22 0-5527</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2.191"/>
    </inkml:context>
    <inkml:brush xml:id="br0">
      <inkml:brushProperty name="width" value="0.025" units="cm"/>
      <inkml:brushProperty name="height" value="0.025" units="cm"/>
      <inkml:brushProperty name="color" value="#004F8B"/>
    </inkml:brush>
  </inkml:definitions>
  <inkml:trace contextRef="#ctx0" brushRef="#br0">189 0 7178,'0'0'18377,"-25"3"-17392,-81 13-279,103-15-682,0-1-1,1 1 1,-1 0 0,0 0 0,1 0-1,-1 0 1,1 0 0,-1 0 0,1 1 0,-1-1-1,1 1 1,0 0 0,0-1 0,0 1-1,0 0 1,0 0 0,0 1 0,1-1-1,-1 0 1,1 1 0,-1-1 0,-1 6 0,1-2-8,1 0 1,0 0-1,0 0 1,1 0-1,0 0 1,0 1-1,1 7 1,0 3 3,-1-16-32,0 0 0,0 0 1,1 0-1,-1 0 0,0 0 1,0 0-1,1 0 0,-1 0 1,1 0-1,-1 0 0,1 0 1,-1-1-1,1 1 0,-1 0 0,1 0 1,0 0-1,0-1 0,-1 1 1,1 0-1,0-1 0,0 1 1,0-1-1,0 1 0,-1-1 1,1 1-1,0-1 0,0 1 1,0-1-1,0 0 0,0 0 1,0 0-1,0 1 0,1-1 1,43 0-752,-29-1 390,-9 1 192,-1-1 0,1 0 0,0 0 0,0-1 0,0 0 0,-1 0 0,1 0 0,-1-1 0,0 0 0,0 0 0,0-1 0,6-4 0,7-7 22,0-1 0,17-18 0,-35 32 197,-1 6 477,0 0 0,0 0 1,0 0-1,0-1 1,1 1-1,0 0 0,-1 0 1,3 5-1,-2-6-704,-1 0 0,1 0 0,0 0-1,0 0 1,0-1 0,0 1 0,1 0 0,-1-1-1,1 1 1,-1-1 0,1 1 0,0-1 0,0 0-1,4 4 1,29-2-6852,-21-4 264</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2.504"/>
    </inkml:context>
    <inkml:brush xml:id="br0">
      <inkml:brushProperty name="width" value="0.025" units="cm"/>
      <inkml:brushProperty name="height" value="0.025" units="cm"/>
      <inkml:brushProperty name="color" value="#004F8B"/>
    </inkml:brush>
  </inkml:definitions>
  <inkml:trace contextRef="#ctx0" brushRef="#br0">225 0 11723,'0'0'13154,"-30"31"-11477,-93 99-460,118-125-1124,0 0 0,0 0-1,0 1 1,1 0 0,-1 0-1,1 0 1,1 1 0,0-1 0,-1 1-1,2 0 1,-1 0 0,1 0-1,0 0 1,-1 12 0,0-1 131,-4 42 231,2 1-1,3 80 0,2-86-634,1-54 92,-1 1-1,1-1 1,-1 1-1,1-1 1,0 1 0,-1-1-1,1 1 1,0-1-1,0 1 1,0-1-1,0 0 1,0 0 0,0 0-1,0 1 1,1-1-1,-1 0 1,0 0-1,1-1 1,-1 1-1,1 0 1,-1 0 0,1-1-1,-1 1 1,1-1-1,-1 1 1,1-1-1,-1 0 1,1 1-1,0-1 1,-1 0 0,1 0-1,0 0 1,1-1-1,4 2-894,0-1 0,-1 0 0,1-1 0,0 1 0,0-1 0,11-4-1,9-13-6477</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2.687"/>
    </inkml:context>
    <inkml:brush xml:id="br0">
      <inkml:brushProperty name="width" value="0.025" units="cm"/>
      <inkml:brushProperty name="height" value="0.025" units="cm"/>
      <inkml:brushProperty name="color" value="#004F8B"/>
    </inkml:brush>
  </inkml:definitions>
  <inkml:trace contextRef="#ctx0" brushRef="#br0">1 1 11963,'0'0'13394,"179"0"-12721,-127 6-473,-14-3-160,-6 4-40,-6-4-761,-7 0-1071,-6-3-2297,-7 0-2880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3.172"/>
    </inkml:context>
    <inkml:brush xml:id="br0">
      <inkml:brushProperty name="width" value="0.025" units="cm"/>
      <inkml:brushProperty name="height" value="0.025" units="cm"/>
      <inkml:brushProperty name="color" value="#004F8B"/>
    </inkml:brush>
  </inkml:definitions>
  <inkml:trace contextRef="#ctx0" brushRef="#br0">1 14 1040,'0'0'19108,"3"14"-17995,12 43-344,-14-54-689,0-1 0,0 1 0,0-1 0,0 0 0,1 0 0,-1 1 0,1-1 0,-1 0 0,1 0 0,0-1 0,0 1 0,0 0 0,0-1 0,0 1 0,0-1 0,1 1-1,-1-1 1,0 0 0,4 1 0,43 7 515,-44-9-563,4 1 4,1 0 0,-1-1 1,1 0-1,-1-1 0,0 0 1,1 0-1,11-4 0,-19 4-37,1 0-1,-1 0 1,1 0-1,-1-1 1,0 0 0,1 1-1,-1-1 1,0 0-1,0 0 1,0 0 0,-1 0-1,1 0 1,0 0-1,-1-1 1,1 1 0,-1-1-1,0 1 1,0-1-1,0 1 1,0-1 0,0 0-1,-1 1 1,1-1-1,-1 0 1,1 0-1,-1 1 1,0-1 0,-1-5-1,1 6-6,1 0 0,-1 0 0,0-1 0,0 1 0,0 0 0,-1 0-1,1 0 1,0-1 0,-1 1 0,0 0 0,1 0 0,-1 0 0,0 0 0,0 0 0,0 0-1,0 0 1,0 1 0,-1-1 0,1 0 0,-1 0 0,1 1 0,-1-1 0,-1 0-1,-2 0 63,0 0-1,0 1 1,1-1-1,-1 1 0,0 0 1,0 1-1,-1 0 0,1-1 1,-7 2-1,8-1 60,0 1 0,0-1 0,0 1 1,0 0-1,0 1 0,0-1 0,0 0 0,0 1 0,1 0 0,-1 0 1,0 0-1,1 1 0,0-1 0,0 1 0,-1 0 0,2-1 0,-1 2 1,0-1-1,0 0 0,1 0 0,0 1 0,0-1 0,0 1 0,0 0 1,0 0-1,1-1 0,0 1 0,-1 0 0,1 6 0,-4 10 8,1 1 0,1 0 0,1-1 0,0 31 0,2-49-149,1-1 0,-1 1 0,0 0 0,0 0 0,1-1-1,-1 1 1,1 0 0,-1 0 0,1-1 0,0 1 0,-1-1-1,1 1 1,0-1 0,0 1 0,0-1 0,1 1 0,-1-1-1,0 0 1,0 1 0,1-1 0,-1 0 0,2 1-1,2 0-185,-1 0 0,0 0 0,1 0-1,-1-1 1,1 1 0,-1-1-1,1 0 1,6 0 0,4 0-1862,-1-1 0,1 0-1,-1-1 1,27-5 0,-1-8-7385</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3.571"/>
    </inkml:context>
    <inkml:brush xml:id="br0">
      <inkml:brushProperty name="width" value="0.025" units="cm"/>
      <inkml:brushProperty name="height" value="0.025" units="cm"/>
      <inkml:brushProperty name="color" value="#004F8B"/>
    </inkml:brush>
  </inkml:definitions>
  <inkml:trace contextRef="#ctx0" brushRef="#br0">308 5 12779,'0'0'16451,"-14"-1"-15717,4 0-612,4 0-85,-1 0 0,1 1 0,0-1 1,-1 1-1,1 1 0,0-1 0,0 1 0,-1 0 0,1 0 0,0 1 0,0 0 0,0 0 0,-11 6 0,15-7-74,0 0 0,0 0 0,1 1 0,-1-1 0,0 1 0,1-1 0,-1 1 0,1 0 0,-1 0 0,1-1 0,0 1 1,0 0-1,0 0 0,0 0 0,0 0 0,0 1 0,0-1 0,1 0 0,-1 0 0,1 0 0,-1 1 0,1-1 0,0 0 0,0 0 0,0 1 0,0-1 0,1 0 0,-1 0 0,1 1 0,-1-1 0,1 0 0,0 0 0,0 0 0,0 0 0,0 0 0,0 0 0,0 0 0,0 0 0,3 3 0,1 0 5,-2-1-10,0 0-1,0-1 1,0 1 0,0 0 0,-1 1-1,0-1 1,0 0 0,2 6-1,-4-8 62,0-1-1,0 1 1,0-1-1,0 0 0,0 1 1,-1-1-1,1 1 0,0-1 1,-1 0-1,0 1 0,1-1 1,-1 0-1,0 0 0,1 1 1,-1-1-1,0 0 1,0 0-1,0 0 0,0 0 1,0 0-1,0 0 0,0 0 1,0-1-1,-1 1 0,1 0 1,0 0-1,0-1 0,-1 1 1,1-1-1,0 1 0,-1-1 1,1 0-1,0 0 1,-1 1-1,-1-1 0,-53 16 722,-40 13-2952,85-26-3588,3-3-5516</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4.629"/>
    </inkml:context>
    <inkml:brush xml:id="br0">
      <inkml:brushProperty name="width" value="0.025" units="cm"/>
      <inkml:brushProperty name="height" value="0.025" units="cm"/>
      <inkml:brushProperty name="color" value="#004F8B"/>
    </inkml:brush>
  </inkml:definitions>
  <inkml:trace contextRef="#ctx0" brushRef="#br0">379 1 6345,'0'0'17372,"-115"183"-16188,95-119-360,-5 3-255,-1-9-305,0-3-208,7-14 16,-7-5-72,14-11-432,-8-6-633,-12-6-1015,0-3-1793,6-10-2624</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5.190"/>
    </inkml:context>
    <inkml:brush xml:id="br0">
      <inkml:brushProperty name="width" value="0.025" units="cm"/>
      <inkml:brushProperty name="height" value="0.025" units="cm"/>
      <inkml:brushProperty name="color" value="#004F8B"/>
    </inkml:brush>
  </inkml:definitions>
  <inkml:trace contextRef="#ctx0" brushRef="#br0">0 357 7906,'0'0'5698,"30"-7"-2076,210-41 1373,65-24-3058,-246 54-2015,-1-3 1,-1-1-1,57-34 1,-59 19-231,-52 35 291,0-1 0,-1 1 0,1 0 0,-1-1 1,0 1-1,0-1 0,0 0 0,0 0 0,0 0 0,-1 0 0,1 0 0,-1 0 1,0 0-1,0 0 0,0-1 0,1-4 0,-2 7 19,0 0 0,-1 0 0,1 0 0,0 0 0,0 0 0,-1 0 1,1 0-1,-1 0 0,1 0 0,-1 0 0,1 1 0,-1-1 0,0 0 0,1 0 0,-1 1 0,0-1 0,0 0 0,1 1 0,-1-1 1,0 0-1,0 1 0,0-1 0,0 1 0,0 0 0,0-1 0,0 1 0,0 0 0,0-1 0,0 1 0,0 0 0,0 0 0,-1 0 1,-40-2 165,31 3-124,-2 0 33,1 0 0,-1 1 0,1 1-1,0 0 1,0 1 0,0 1-1,0-1 1,0 2 0,1 0 0,0 0-1,0 1 1,1 0 0,-13 12-1,-9 9 368,1 2 0,-42 52 0,56-63-335,1 1 0,1 0 0,1 1-1,0 1 1,2 0 0,-16 39 0,26-21-109,3-39 3,0 0 0,0 0 1,0-1-1,0 1 0,0 0 0,0-1 1,1 1-1,-1-1 0,0 1 0,0-1 1,1 1-1,-1-1 0,0 0 1,0 0-1,1 0 0,-1 0 0,0 0 1,1 0-1,-1 0 0,0 0 0,0 0 1,1 0-1,1-1 0,0 1 20,10-2-2,0 0 0,0 0 0,-1-1 0,1 0 0,-1-1 1,0-1-1,0 0 0,0-1 0,17-11 0,7-1 55,-35 17 375,-1 49-35,-1-45-570,1 0 0,0 0 0,0 0 1,0 0-1,0 0 0,1 0 0,-1 0 1,1 0-1,-1 0 0,1 0 0,0 0 1,0 0-1,1 0 0,-1 0 1,3 4-1,-1-6-445,1 1 0,-1 0 0,0-1 0,1 0 0,-1 1-1,0-1 1,1-1 0,-1 1 0,1 0 0,0-1 0,-1 0 0,8 0 0,16 0-6052</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5.574"/>
    </inkml:context>
    <inkml:brush xml:id="br0">
      <inkml:brushProperty name="width" value="0.025" units="cm"/>
      <inkml:brushProperty name="height" value="0.025" units="cm"/>
      <inkml:brushProperty name="color" value="#004F8B"/>
    </inkml:brush>
  </inkml:definitions>
  <inkml:trace contextRef="#ctx0" brushRef="#br0">1 79 9034,'0'0'12851,"14"12"-12201,46 37-239,-56-46-382,1-1 0,0 1 0,0-2 0,0 1 0,0 0 0,0-1 0,0 0 0,0 0 0,0 0 0,0-1 0,1 0 0,-1 0 0,0 0 0,0-1 0,1 0 0,-1 0 0,0 0 0,0 0 0,6-3 0,-9 3-24,1 0-1,-1 0 1,1 0-1,-1 0 1,1 0-1,-1 0 1,0-1-1,0 1 1,0-1-1,0 0 1,0 0-1,0 1 1,0-1-1,0-1 0,-1 1 1,1 0-1,-1 0 1,1 0-1,-1-1 1,0 1-1,0-1 1,0 1-1,-1-1 1,1 1-1,0-1 1,-1 0-1,0 1 1,1-1-1,-1 0 1,0 1-1,0-1 0,-1 0 1,1 1-1,-1-1 1,1 0-1,-2-2 1,1 1 3,-1 0 1,1 1-1,-1-1 1,0 0-1,0 1 1,0-1-1,-1 1 1,1 0-1,-1 0 1,0 0-1,0 0 1,0 0-1,0 0 1,-1 1-1,1 0 1,-1 0-1,1 0 1,-1 0-1,0 0 1,1 1-1,-1-1 1,0 1-1,-5-1 1,5 1 63,1 0 0,-1 1 0,0-1-1,1 1 1,-1 0 0,0 0 0,1 0 0,-1 1 0,1-1 0,-1 1 0,1 0 0,-1 0 0,1 0 0,-1 0 0,1 1 0,0-1-1,-1 1 1,1 0 0,0 0 0,-3 3 0,3-1-31,0-1-1,1 2 1,0-1-1,0 0 0,0 0 1,0 1-1,1-1 1,-1 1-1,1-1 1,0 1-1,1-1 1,-1 1-1,1 0 1,0-1-1,0 7 1,0-1-55,0 0 1,1 0 0,0 0 0,0 0 0,4 12 0,-4-18-78,1 0 0,0 0 0,0 0 0,0-1-1,0 1 1,0 0 0,1-1 0,0 0 0,0 0 0,0 0 0,0 0 0,0 0 0,1 0 0,-1-1 0,1 1 0,5 1 0,15 7-1790,0-2 0,1-1 0,42 9 1,4-6-6574</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42.945"/>
    </inkml:context>
    <inkml:brush xml:id="br0">
      <inkml:brushProperty name="width" value="0.025" units="cm"/>
      <inkml:brushProperty name="height" value="0.025" units="cm"/>
      <inkml:brushProperty name="color" value="#004F8B"/>
    </inkml:brush>
  </inkml:definitions>
  <inkml:trace contextRef="#ctx0" brushRef="#br0">817 104 2905,'0'0'9255,"-2"-9"-4176,-4-10-3169,-1 16-1632,-1 1 0,0 0-1,0 0 1,0 1-1,0 0 1,0 0-1,0 1 1,0 0-1,-17 2 1,-76 15-142,95-15-60,-28 5 174,1 3 0,0 0 0,1 2 0,0 2 0,1 1 0,0 1 0,-39 28 0,40-25 61,1 2 0,1 1 0,1 1 0,1 1 0,1 2 0,-22 29 0,36-40-151,0 2 1,1-1 0,0 1-1,2 1 1,0 0-1,1 0 1,-6 22 0,7-10-17,1 0 1,1 1-1,1 55 1,3-76-71,-1-2-37,1 0-1,0 0 0,0 0 1,1-1-1,0 1 1,0 0-1,1 0 0,0-1 1,0 1-1,1-1 1,0 1-1,0-1 0,6 9 1,-1-5-15,0 0 0,1-1 0,1 0 0,0 0 0,0-1 0,1 0 0,0-1 0,1 0 0,-1-1 0,2 0 0,-1-1 0,1 0 0,0-1 1,22 6-1,6 1 14,1-1 0,1-2 0,-1-2 0,1-2 1,73-1-1,-104-4-38,4 1 11,0-1 1,0 0-1,0-2 1,0 1-1,0-2 0,-1 0 1,1-1-1,18-8 1,21-12 12,-1-3 1,-2-2 0,50-36 0,-83 50-16,0 0 0,-1-1-1,-1-1 1,0-1 0,-1 0 0,-1-2 0,-1 1 0,-1-2 0,-1 0-1,14-31 1,-14 20-12,-1 0 0,-1 0 0,-2-1 0,-2 0-1,-1-1 1,-1 1 0,-2-59 0,-2 87-4,0-17-7,0 0 0,-6-28 0,5 43 16,-1 0 0,0-1 0,0 1 0,-1 0 0,0 0 0,0 0 0,-1 0 0,0 1 0,0 0 0,-7-9 0,-17-22-10,24 31 1,0 0 0,0 1 1,0-1-1,0 1 0,-1 0 0,0 0 1,0 1-1,0-1 0,-1 1 0,0 0 0,0 1 1,0-1-1,0 1 0,-10-4 0,-8 0 46,1 2 1,-1 0-1,-1 1 0,-42-1 0,52 4 4,0 2-1,-1 0 1,1 0-1,0 1 1,0 1-1,0 1 1,0 0 0,-22 10-1,36-13 0,1-1-152,0 0 63,-1 0 0,1 1 1,0-1-1,0 0 1,0 0-1,0 1 1,0-1-1,0 0 1,0 0-1,0 1 1,-1-1-1,1 0 1,0 0-1,0 1 1,0-1-1,0 0 1,1 0-1,-1 1 1,0-1-1,0 0 1,0 1-1,0-1 0,0 0 1,0 0-1,0 1 1,0-1-1,0 0 1,1 0-1,-1 0 1,0 1-1,0-1 1,0 0-1,1 0 1,-1 0-1,0 1 1,0-1-1,0 0 1,1 0-1,-1 0 1,0 0-1,0 0 1,1 0-1,-1 1 0,0-1 1,0 0-1,1 0 1,-1 0-1,0 0 1,1 0-1,-1 0 1,54 21-7415,-23-14-1146</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43.596"/>
    </inkml:context>
    <inkml:brush xml:id="br0">
      <inkml:brushProperty name="width" value="0.025" units="cm"/>
      <inkml:brushProperty name="height" value="0.025" units="cm"/>
      <inkml:brushProperty name="color" value="#004F8B"/>
    </inkml:brush>
  </inkml:definitions>
  <inkml:trace contextRef="#ctx0" brushRef="#br0">779 0 5281,'0'0'12069,"-3"0"-10890,-16 1-591,1 1 0,0 0 0,0 2 0,0 0-1,0 0 1,-16 9 0,-106 49 619,98-41-781,3-2-87,1 1 0,1 3 0,1 1-1,1 1 1,-32 31 0,49-38-195,0 0-1,1 1 0,1 1 1,1 0-1,0 1 1,2 1-1,0 0 1,2 1-1,-16 44 1,18-39-35,1 1 0,2-1 0,1 1 0,2 1 1,0-1-1,2 0 0,4 47 0,-2-62-8,2 0-1,0 0 1,0-1 0,1 1-1,1-1 1,0 0 0,0 0-1,2 0 1,0-1-1,0 0 1,1 0 0,0 0-1,1-1 1,0-1-1,1 0 1,0 0 0,19 13-1,-19-16-12,0-1-1,1 0 1,0-1-1,-1 0 1,2-1-1,-1 0 0,0-1 1,1 0-1,13 1 1,10-1 121,61-2 1,-43-2-190,-52 1-76,-1 0 0,0 0 0,1 0 0,-1 0 0,1 0 0,-1-1 0,0 1 0,1 0 0,-1 0 0,0 0 0,1 0 0,-1-1-1,0 1 1,1 0 0,-1 0 0,0-1 0,1 1 0,-1 0 0,0-1 0,0 1 0,1 0 0,-1-1 0,0 1 0,0 0 0,0-1 0,1 1 0,-1 0 0,0-1 0,0 1 0,0-1 0,0 1 0,0 0 0,0-1 0,0 1 0,0-1 0,0 1 0,0 0 0,0-1 0,0 1 0,0-1 0,0 1 0,0 0 0,-1-1 0,1 1 0,0-1 0,-8-11-5462,-4 6-1414</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44.561"/>
    </inkml:context>
    <inkml:brush xml:id="br0">
      <inkml:brushProperty name="width" value="0.025" units="cm"/>
      <inkml:brushProperty name="height" value="0.025" units="cm"/>
      <inkml:brushProperty name="color" value="#004F8B"/>
    </inkml:brush>
  </inkml:definitions>
  <inkml:trace contextRef="#ctx0" brushRef="#br0">0 115 5393,'0'0'12431,"15"-6"-11356,47-15-94,-60 20-834,1 0-1,-1 1 1,1-1-1,-1 0 1,0 1-1,1 0 1,-1 0-1,1 0 1,-1 0-1,1 0 1,-1 0 0,0 0-1,1 1 1,-1 0-1,0-1 1,1 1-1,-1 0 1,0 0-1,1 0 1,-1 0-1,0 0 1,0 1-1,2 1 1,0 1 185,0 1 0,0 0 1,-1-1-1,1 1 0,-1 1 1,4 9-1,1 1 112,1 0-179,-1 1 0,-1-1 0,-1 2 1,0-1-1,-1 1 0,-1 0 0,-1 0 0,0 0 0,-2 0 1,0 0-1,-1 19 0,-1-36-256,1-1 1,-1 1-1,0-1 0,1 1 0,-1-1 1,0 0-1,1 1 0,-1-1 1,0 0-1,1 0 0,-1 0 1,0 1-1,0-1 0,1 0 0,-1 0 1,0 0-1,0 0 0,1 0 1,-1 0-1,0 0 0,0 0 1,1-1-1,-1 1 0,0 0 0,0 0 1,1-1-1,-1 1 0,0 0 1,1-1-1,-1 1 0,0-1 1,1 1-1,-1-1 0,1 1 0,-1-1 1,1 1-1,-1-1 0,0-1 1,-1-6-23,1 0 1,0-1-1,0 0 1,1 1-1,0-1 1,0 1 0,1-1-1,0 1 1,0-1-1,1 1 1,1-1-1,-1 1 1,1 0-1,1 0 1,-1 0 0,1 1-1,1-1 1,-1 1-1,7-7 1,12-16-68,2 2-1,1 1 1,33-27 0,-31 29 64,-20 18 20,0 0-1,0 0 1,18-9-1,-24 14 2,1 1-1,0-1 0,0 1 1,0 0-1,0 0 0,0 0 1,1 1-1,-1-1 0,0 1 1,0 0-1,0-1 0,1 1 1,-1 1-1,0-1 1,0 0-1,6 2 0,-8-1 14,0 0-1,0 0 1,-1 0-1,1 0 1,0 0-1,-1 0 1,1 0-1,-1 0 1,1 0-1,-1 0 1,1 0-1,-1 0 1,0 0-1,1 1 1,-1-1-1,0 0 1,0 0-1,0 0 1,0 0-1,0 3 1,-1 33 265,1-25-195,1 23 156,0-23-134,0-1 1,-1 1-1,0-1 0,-1 1 0,0-1 0,-1 1 0,-4 12 1,2-12-8,0 1 1,1-1 0,0 0 0,1 1 0,0 0 0,1 21-1,2-32-238,1-1-1,-1 1 0,1-1 0,0 0 0,-1 0 0,1 0 0,0 0 0,0 0 0,-1 0 0,1 0 0,0 0 0,0-1 0,0 1 0,0-1 0,0 0 0,4 1 0,30-1-6417,-16 0-49</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45.324"/>
    </inkml:context>
    <inkml:brush xml:id="br0">
      <inkml:brushProperty name="width" value="0.025" units="cm"/>
      <inkml:brushProperty name="height" value="0.025" units="cm"/>
      <inkml:brushProperty name="color" value="#004F8B"/>
    </inkml:brush>
  </inkml:definitions>
  <inkml:trace contextRef="#ctx0" brushRef="#br0">11 10 3777,'0'0'9239,"-11"0"1362,176-10-8395,-164 11-2180,0 0 0,-1 0 0,1 0 0,0 0 0,-1 0 0,1 0 0,0 0 0,-1 0 0,1 0 0,-1 1 0,0-1 0,1 0 0,-1 0 0,0 0 0,0 1 0,0-1 0,1 0 0,-1 0 0,-1 1 0,1-1 0,0 0 0,0 0 0,-1 2 0,1 0 23,0 0 1,0 1-1,-1-1 1,1 0 0,-1 0-1,0 0 1,0-1-1,0 1 1,0 0 0,0 0-1,-2 2 1,-70 54 467,16-15-179,56-43-317,0 1 0,0-1 0,0 1 0,0 0 0,0-1 1,0 1-1,0 0 0,0 0 0,1 0 0,-1 0 0,1 0 1,0 0-1,-1 0 0,1 0 0,0 0 0,0 0 0,0 0 1,0 0-1,1 0 0,-1-1 0,0 1 0,1 0 0,0 0 0,-1 0 1,1 0-1,0 0 0,0-1 0,0 1 0,0 0 0,0-1 1,0 1-1,0 0 0,1-1 0,-1 0 0,1 1 0,-1-1 1,1 0-1,-1 0 0,1 0 0,0 0 0,0 0 0,-1 0 0,1 0 1,3 0-1,16 3 57,0 0 0,1-2 0,-1-1 0,1 0-1,-1-2 1,24-3 0,-44 4-90,-1 0 0,1 0 0,-1 0 0,1-1-1,0 1 1,-1 0 0,1 0 0,-1 0 0,1 0 0,-1-1 0,1 1-1,-1 0 1,1-1 0,-1 1 0,1 0 0,-1-1 0,1 1-1,-1-1 1,1 1 0,-1 0 0,0-1 0,1 1 0,-1-1-1,0 1 1,1-1 0,-1 0 0,0 0 0,1-10-5302,-1 6 1066,0-1-2257</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45.974"/>
    </inkml:context>
    <inkml:brush xml:id="br0">
      <inkml:brushProperty name="width" value="0.025" units="cm"/>
      <inkml:brushProperty name="height" value="0.025" units="cm"/>
      <inkml:brushProperty name="color" value="#004F8B"/>
    </inkml:brush>
  </inkml:definitions>
  <inkml:trace contextRef="#ctx0" brushRef="#br0">25 7 8058,'0'0'9768,"0"-1"-9700,0 1-1,0 0 1,0 0-1,0 0 1,0-1-1,0 1 1,0 0-1,0 0 1,0 0-1,0-1 1,0 1-1,0 0 1,0 0-1,0 0 0,0-1 1,0 1-1,1 0 1,-1 0-1,0 0 1,0 0-1,0-1 1,0 1-1,0 0 1,1 0-1,-1 0 1,0 0-1,0 0 0,0 0 1,0-1-1,1 1 1,-1 0-1,0 0 1,0 0-1,0 0 1,0 0-1,1 0 1,-1 0-1,0 0 1,0 0-1,1 0 1,-1 0-1,0 0 0,0 0 1,0 0-1,1 0 1,-1 0-1,0 0 1,0 0-1,0 0 1,0 0-1,1 0 1,-1 1-1,0-1 1,0 0-1,0 0 1,0 0-1,1 0 0,-1 0 1,0 0-1,0 1 1,0-1-1,0 0 1,12 12 546,-1-1 0,-1 2-1,0-1 1,-1 1 0,-1 1 0,9 16 0,7 10-10,-17-29-487,31 47 690,39 84-1,-68-121-670,0 0 0,-2 1 0,0 0-1,-1 1 1,-2 0 0,0-1 0,1 46-1,-4-57-57,-1 0 0,-1-1 0,0 1 0,0 0 0,-1 0 0,-1 0 0,0-1 0,0 0 0,-1 1 0,0-1 0,-1 0 0,0-1 0,0 1 0,-1-1 0,0 0-1,-1-1 1,-8 10 0,-25 22 595,-89 71 1,68-61-451,54-45-342,17-9-3224,-9 4 3076,0 0 0,-1 0 0,1 0-1,0-1 1,0 1 0,0 0 0,-1-1 0,1 1-1,0 0 1,-1-1 0,1 1 0,0-1 0,-1 1 0,1-1-1,0 1 1,-1-1 0,1 0 0,-1 1 0,1-1 0,0-1-1,5-8-6926</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6.244"/>
    </inkml:context>
    <inkml:brush xml:id="br0">
      <inkml:brushProperty name="width" value="0.025" units="cm"/>
      <inkml:brushProperty name="height" value="0.025" units="cm"/>
      <inkml:brushProperty name="color" value="#004F8B"/>
    </inkml:brush>
  </inkml:definitions>
  <inkml:trace contextRef="#ctx0" brushRef="#br0">117 86 8570,'0'0'13859,"1"8"-13319,-1-6-512,1 1 0,-1-1 0,0 0 1,1 0-1,0 1 0,-1-1 0,1 0 0,0 0 0,0 0 1,0 0-1,0 0 0,1 0 0,-1 0 0,0 0 0,1 0 0,1 1 1,1-1 7,-1 0 1,1 0-1,0 0 1,0-1-1,0 1 1,0-1 0,0 0-1,0 0 1,0 0-1,0-1 1,8 0-1,-6 1-23,8 0 15,-1 0 0,1-1 0,0-1 0,19-3 0,-31 4-51,1-1 0,-1 1 0,1-1 0,-1 0 0,0 1-1,1-1 1,-1 0 0,0 0 0,0-1 0,0 1-1,0 0 1,0-1 0,0 1 0,0-1 0,0 0-1,0 0 1,-1 0 0,1 1 0,-1-2 0,1 1 0,-1 0-1,0 0 1,0 0 0,0 0 0,0-1 0,0 1-1,-1-1 1,1 1 0,0 0 0,-1-1 0,0 1-1,0-3 1,0 4 16,0 0 0,0 0 0,0 0 0,-1 0-1,1 1 1,0-1 0,-1 0 0,1 0 0,-1 1-1,1-1 1,0 0 0,-1 1 0,0-1 0,1 0 0,-1 1-1,1-1 1,-1 1 0,0-1 0,1 1 0,-1-1-1,0 1 1,0 0 0,1-1 0,-1 1 0,0 0-1,-1-1 1,-24-4-7,22 4 9,-38-3 101,-62 1 0,85 3 7,14 0-38,0 1 0,0-1 0,0 1 1,1 0-1,-1 0 0,0 0 0,1 1 1,-1 0-1,1 0 0,0 0 0,-1 0 1,1 1-1,0-1 0,0 1 0,1 0 1,-1 1-1,0-1 0,1 0 0,0 1 0,0 0 1,0 0-1,0 0 0,1 0 0,0 0 1,-3 6-1,1-1 87,0 1 1,1 0-1,0 1 1,1-1 0,0 0-1,1 1 1,0 0-1,0-1 1,1 1-1,2 15 1,-2-24-145,0 1 1,1-1 0,0 0 0,-1 0-1,1 1 1,0-1 0,0 0-1,0 0 1,0 0 0,1 0 0,-1 0-1,0 0 1,1 0 0,-1-1 0,1 1-1,0-1 1,0 1 0,2 1-1,1 0 5,-1-1 0,1 1 0,0-1 0,0 0-1,0-1 1,1 1 0,8 1 0,9-1 30,0-1 0,45-3 0,-51 1-15,-7 0-29,0 0-1,-1-1 1,1-1-1,-1 1 0,1-2 1,-1 1-1,16-10 1,64-43-344,-44 26-45,267-158-1262,-304 181 2061,-11 4-1152,-20 5-2909,9-1 1154,-11 2-2947</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6.474"/>
    </inkml:context>
    <inkml:brush xml:id="br0">
      <inkml:brushProperty name="width" value="0.025" units="cm"/>
      <inkml:brushProperty name="height" value="0.025" units="cm"/>
      <inkml:brushProperty name="color" value="#004F8B"/>
    </inkml:brush>
  </inkml:definitions>
  <inkml:trace contextRef="#ctx0" brushRef="#br0">0 1 11979,'0'0'16963,"58"154"-16507,-32-135-312,-1 0-144,-5-6 0,5-3-176,-5-7-736,-1-3-920,0 0-1897,0-3-1928,-6-13-3777</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6.990"/>
    </inkml:context>
    <inkml:brush xml:id="br0">
      <inkml:brushProperty name="width" value="0.025" units="cm"/>
      <inkml:brushProperty name="height" value="0.025" units="cm"/>
      <inkml:brushProperty name="color" value="#004F8B"/>
    </inkml:brush>
  </inkml:definitions>
  <inkml:trace contextRef="#ctx0" brushRef="#br0">406 129 10202,'0'0'12422,"-12"31"-10229,-67 183 848,74-202-2798,-73 182 1898,65-167-2134,-2-1-1,0 0 1,-2-2-1,-38 46 0,51-66-185,0-1-1,1 1 0,-1-1 1,-1 0-1,1-1 0,0 1 0,-1-1 1,1 0-1,-1 0 0,0 0 0,1-1 1,-9 2-1,11-2 14,0-1 0,1 0 0,-1 0 0,0 0 0,0 0 0,0 0 0,1 0 0,-1 0 0,0-1 0,0 1 0,1-1 0,-1 1 0,0-1 0,1 0 0,-1 1 0,1-1 0,-1 0 1,1 0-1,-1 0 0,1-1 0,-1 1 0,1 0 0,0 0 0,0-1 0,0 1 0,0 0 0,0-1 0,0 1 0,0-1 0,0 0 0,0 1 0,1-1 0,-1 0 0,1 1 0,-1-1 0,1 0 0,-1-2 0,0-9-431,0-1-1,0 1 1,1 0-1,1 0 1,0 0-1,1 0 1,0 0 0,1 0-1,1 0 1,9-23-1,7-6-1719,42-69 0,-51 93 1590,78-111-3049,-60 94 4495,52-50 0,-57 63 1237,2 0-1,52-31 1,-58 41-54,0 1 0,1 1 1,1 1-1,38-10 0,-58 18-1720,-1 1 0,0-1 0,1 0 0,-1 1-1,0 0 1,1-1 0,-1 1 0,1 0 0,-1 0 0,1 0-1,-1 0 1,1 0 0,-1 0 0,0 0 0,1 0 0,-1 1 0,1-1-1,-1 0 1,0 1 0,1-1 0,-1 1 0,0 0 0,1-1-1,-1 1 1,0 0 0,0 0 0,0 0 0,0 0 0,0 0 0,0 0-1,0 0 1,0 0 0,1 2 0,-1 1 34,0 1 0,0 0 0,0 0 0,-1-1-1,1 1 1,-1 0 0,-1 0 0,0 5 0,1 11 20,0-20-230,0 0 0,-1 1 0,1-1 0,0 0 0,0 0 0,0 0 1,-1 0-1,1 0 0,0 0 0,-1 0 0,1 1 0,-1-1 0,1 0 0,-1 0 0,0-1 0,0 1 0,1 0 0,-1 0 1,0 0-1,0 0 0,0-1 0,0 1 0,0 0 0,0-1 0,0 1 0,0-1 0,0 1 0,0-1 0,-2 1 0,-33 3-1176,30-4 632,4-23-8685,2 7 2451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7.548"/>
    </inkml:context>
    <inkml:brush xml:id="br0">
      <inkml:brushProperty name="width" value="0.025" units="cm"/>
      <inkml:brushProperty name="height" value="0.025" units="cm"/>
      <inkml:brushProperty name="color" value="#004F8B"/>
    </inkml:brush>
  </inkml:definitions>
  <inkml:trace contextRef="#ctx0" brushRef="#br0">0 140 11811,'0'0'16368,"0"18"-15586,0 76-30,2-104-988,0 1 0,1-1 0,0 1 0,1-1 0,0 1 1,0 0-1,1 0 0,0 1 0,8-11 0,-9 14 18,34-43-1656,-34 45 1737,-1-1 0,0 1-1,1 0 1,0-1 0,0 2 0,0-1 0,0 0 0,0 1-1,1 0 1,4-2 0,-3 3 190,0 1 0,0 0 0,0 0 0,0 1 0,0-1 0,0 1 0,0 1 0,0-1 0,0 1 0,0 0 0,-1 0-1,1 1 1,-1 0 0,0 0 0,10 7 0,37 15 431,-38-21-448,0 0-1,1-1 1,-1-1-1,1 0 1,-1-1 0,1-1-1,-1 0 1,26-4-1,-35 3-21,-1 0 0,0 0-1,1 0 1,-1 0-1,0-1 1,0 0 0,0 0-1,0 0 1,0 0 0,-1 0-1,1-1 1,-1 0-1,1 0 1,-1 0 0,0 0-1,0 0 1,0-1-1,-1 1 1,1-1 0,-1 0-1,0 0 1,0 0-1,0 0 1,0 0 0,-1 0-1,0 0 1,1-1-1,-2 1 1,1 0 0,0-1-1,-1 1 1,0-8 0,0 11 18,0 0 1,-1 0-1,1 0 1,0 1-1,0-1 1,0 0 0,-1 0-1,1 0 1,0 1-1,-1-1 1,1 0 0,-1 0-1,1 1 1,-1-1-1,1 1 1,-1-1 0,1 0-1,-1 1 1,0-1-1,1 1 1,-1-1 0,0 1-1,0 0 1,1-1-1,-1 1 1,0 0-1,-1-1 1,-33-3 436,29 4-368,-1 1 0,1 0 1,-1 0-1,1 0 0,0 1 0,-1 0 1,1 0-1,-8 4 0,7 0-102,0 1-1,0 0 1,0 0-1,1 0 1,0 1-1,1-1 1,0 1-1,0 1 1,0-1-1,1 1 1,0 0-1,1 0 1,0 0-1,0 0 1,1 1-1,1-1 1,-1 1-1,1-1 1,1 1-1,0-1 1,0 1-1,1 0 1,0-1-1,3 12 1,-3-20-129,-1 1 1,1 0 0,0-1-1,-1 1 1,1-1 0,0 0-1,0 1 1,0-1 0,0 0-1,0 1 1,0-1 0,0 0-1,1 0 1,-1 0-1,0 0 1,1 0 0,-1 0-1,1-1 1,-1 1 0,1 0-1,-1-1 1,1 1 0,-1-1-1,1 1 1,-1-1 0,4 1-1,45 1-3262,-42-2 2358,40-1-5538,3-5-3877</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7.924"/>
    </inkml:context>
    <inkml:brush xml:id="br0">
      <inkml:brushProperty name="width" value="0.025" units="cm"/>
      <inkml:brushProperty name="height" value="0.025" units="cm"/>
      <inkml:brushProperty name="color" value="#004F8B"/>
    </inkml:brush>
  </inkml:definitions>
  <inkml:trace contextRef="#ctx0" brushRef="#br0">321 1 9642,'0'0'17808,"-26"4"-17096,-82 17-275,105-21-446,1 1-1,0-1 1,0 0-1,-1 1 1,1 0-1,0-1 0,0 1 1,0 0-1,0 0 1,0 0-1,0 1 1,0-1-1,0 0 0,0 1 1,1-1-1,-1 1 1,1-1-1,-1 1 1,1 0-1,-1 0 0,1 0 1,0 0-1,0 0 1,0 0-1,0 0 1,0 0-1,0 0 0,1 0 1,-1 0-1,1 1 1,-1-1-1,1 0 1,0 0-1,0 1 0,0-1 1,0 0-1,1 1 1,-1-1-1,0 0 1,2 5-1,0 5-356,-2-10 343,0 0 1,0 0-1,0 0 1,0 0 0,-1 0-1,1 0 1,-1 0-1,1 0 1,-1-1 0,1 1-1,-1 0 1,0 0-1,0 0 1,0-1 0,0 1-1,0-1 1,0 1-1,-1 0 1,1-1 0,0 0-1,-1 1 1,1-1 0,-1 0-1,-2 2 1,-3 0 29,0-1-1,1 0 1,-1 0 0,0 0 0,-13 1-1,11-2 3,0 0-1,0 1 0,0 0 1,0 1-1,-9 4 0,17-7-92,13 0-3373,66-13-3568,-34 1 1654</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8.093"/>
    </inkml:context>
    <inkml:brush xml:id="br0">
      <inkml:brushProperty name="width" value="0.025" units="cm"/>
      <inkml:brushProperty name="height" value="0.025" units="cm"/>
      <inkml:brushProperty name="color" value="#004F8B"/>
    </inkml:brush>
  </inkml:definitions>
  <inkml:trace contextRef="#ctx0" brushRef="#br0">0 1 7866</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8.298"/>
    </inkml:context>
    <inkml:brush xml:id="br0">
      <inkml:brushProperty name="width" value="0.025" units="cm"/>
      <inkml:brushProperty name="height" value="0.025" units="cm"/>
      <inkml:brushProperty name="color" value="#004F8B"/>
    </inkml:brush>
  </inkml:definitions>
  <inkml:trace contextRef="#ctx0" brushRef="#br0">49 56 7866,'177'-46'5393,"-142"37"1968,-41 9-3048,-22 0-2351,21 0-1781,1 1 1,-1 0-1,1 0 0,-1 0 0,1 1 1,0 0-1,0 0 0,0 1 0,0-1 1,0 1-1,-9 6 0,12-6-182,0-1-1,0 1 1,0-1-1,0 1 1,0 0-1,0 0 1,1 0-1,-1 0 1,1 1-1,0-1 1,0 1 0,0-1-1,1 1 1,-1 0-1,1-1 1,0 1-1,0 0 1,0 0-1,0 0 1,1 5 0,0-6-37,0 0 1,0-1 0,1 1 0,0-1-1,-1 1 1,1 0 0,0-1 0,0 1-1,0-1 1,0 1 0,1-1 0,-1 0-1,1 0 1,-1 1 0,1-1 0,2 2-1,39 29-724,2 3 33,-43-34 700,0 0 0,0 0 0,0 1 0,0-1 0,-1 1 0,1-1-1,-1 1 1,0 0 0,1-1 0,-1 1 0,-1 0 0,1 0 0,0 0 0,-1 0 0,1 6 0,-1-8 33,0 1 1,-1-1-1,1 1 1,0-1-1,-1 0 1,1 1-1,-1-1 1,0 1-1,1-1 1,-1 0-1,0 1 0,0-1 1,0 0-1,0 0 1,0 0-1,0 0 1,0 0-1,0 0 1,0 0-1,-1 0 1,1 0-1,0 0 1,-1-1-1,1 1 1,-1-1-1,-1 1 1,-44 11 485,31-9-277,-33 6 283,36-8-369,1 1 0,-1 1 0,0 0 0,1 1 0,-16 6-1,71-12-8705,-11-12 2286</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8.527"/>
    </inkml:context>
    <inkml:brush xml:id="br0">
      <inkml:brushProperty name="width" value="0.025" units="cm"/>
      <inkml:brushProperty name="height" value="0.025" units="cm"/>
      <inkml:brushProperty name="color" value="#004F8B"/>
    </inkml:brush>
  </inkml:definitions>
  <inkml:trace contextRef="#ctx0" brushRef="#br0">135 1 9274,'0'0'21397,"-103"141"-21397,97-125-48,6 7-313,-6-11-431,-1 8-408,1-8-744,6 1-945,-7-6-1928</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8.734"/>
    </inkml:context>
    <inkml:brush xml:id="br0">
      <inkml:brushProperty name="width" value="0.025" units="cm"/>
      <inkml:brushProperty name="height" value="0.025" units="cm"/>
      <inkml:brushProperty name="color" value="#004F8B"/>
    </inkml:brush>
  </inkml:definitions>
  <inkml:trace contextRef="#ctx0" brushRef="#br0">129 1 8330,'0'0'20140,"-115"45"-20140,108-16-336,1 0-912,6 16-1193,0-13-1840,0-4-2024</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9.479"/>
    </inkml:context>
    <inkml:brush xml:id="br0">
      <inkml:brushProperty name="width" value="0.025" units="cm"/>
      <inkml:brushProperty name="height" value="0.025" units="cm"/>
      <inkml:brushProperty name="color" value="#004F8B"/>
    </inkml:brush>
  </inkml:definitions>
  <inkml:trace contextRef="#ctx0" brushRef="#br0">277 150 11138,'0'0'12424,"-30"7"-9850,-95 24-867,119-30-1597,0 1-1,0 0 1,0-1 0,0 2-1,0-1 1,0 1-1,0 0 1,1 0-1,-1 1 1,1-1-1,0 1 1,0 0 0,1 1-1,-1-1 1,1 1-1,0 0 1,0 0-1,0 0 1,-4 9-1,7-12-96,-1 1 0,0-1 0,1 1 0,-1 0 0,1-1 0,0 1 0,0 0 0,0 0 0,0 0 0,0 0 0,1 0 0,0 0 0,-1 0-1,1 0 1,0 0 0,0 0 0,1 0 0,-1 0 0,0 0 0,1 0 0,0 0 0,0 0 0,0-1 0,0 1 0,0 0 0,1 0 0,1 2-1,0-2-7,1 0 0,-1 0-1,1 0 1,0 0 0,0-1-1,0 1 1,0-1-1,0 0 1,0-1 0,1 1-1,-1-1 1,1 0 0,-1 0-1,1 0 1,-1 0 0,1-1-1,5 0 1,11 1-33,0-2 0,0 0 1,0-1-1,0-1 0,-1-1 1,1-1-1,29-11 0,-40 12-37,0 0 0,-1-1 0,0 0 0,0 0 0,0-1 0,-1 0 0,1-1 0,-1 0 0,-1 0 1,0-1-1,0 0 0,0 0 0,-1 0 0,0-1 0,0 0 0,-1 0 0,4-12 0,18-73-527,0-1 244,-27 93 351,1 1 0,0-1 0,0 1 0,0-1 1,0 1-1,0 0 0,0 0 0,0 0 0,0-1 0,0 1 1,1 0-1,-1 0 0,0 1 0,1-1 0,-1 0 1,1 0-1,-1 1 0,1-1 0,-1 1 0,1-1 0,-1 1 1,1-1-1,-1 1 0,1 0 0,0 0 0,-1 0 0,1 0 1,0 0-1,-1 0 0,1 1 0,-1-1 0,1 0 1,0 1-1,-1-1 0,2 2 0,3 0 48,0 0 1,0 1-1,0-1 1,0 2-1,-1-1 0,0 0 1,8 8-1,-1-1 53,-1 1 0,-1 0-1,0 1 1,0 0 0,7 13 0,-13-17-39,0 0 1,-1 0-1,0 0 1,0 1-1,0-1 1,-1 1-1,-1 0 1,0-1-1,0 1 1,0 11-1,-1 33 433,0-51-428,-1-2-66,1 0 0,0 0 0,0 0 0,0 0 0,-1 0 0,1 0 0,0 0-1,0 0 1,-1 0 0,1 0 0,0 0 0,0 0 0,0 0 0,-1 0 0,1 0 0,0 0 0,0-1 0,0 1-1,-1 0 1,1 0 0,0 0 0,0 0 0,0 0 0,-1 0 0,1-1 0,0 1 0,0 0 0,0 0-1,0 0 1,0-1 0,0 1 0,-1 0 0,1 0 0,0 0 0,0-1 0,0 1 0,0 0 0,0 0 0,0 0-1,0-1 1,0 1 0,0 0 0,0 0 0,0-1 0,0 1 0,0 0 0,0 0 0,0 0 0,0-1 0,0 1-1,0 0 1,0 0 0,1-1 0,-1 1 0,0 0 0,0 0 0,0 0 0,0 0 0,0-1 0,1 1-1,-1 0 1,0 0 0,0 0 0,0 0 0,0 0 0,1-1 0,-1 1 0,0 0 0,1 0 0,10-16-99,10-2-73,0 1 0,2 1 1,-1 0-1,2 2 0,0 1 0,40-15 1,-3-1 30,-60 28 184,0 0 0,1 0 0,-1 0 0,0 1 0,0-1-1,1 0 1,-1 1 0,1-1 0,-1 1 0,0 0 0,1-1 0,-1 1 0,1 0 0,-1 0 0,1 0 0,-1 0 0,1 0-1,-1 0 1,2 0 0,-2 2 56,0-1 1,0 1-1,-1 0 0,1-1 0,-1 1 1,0-1-1,1 1 0,-1 0 0,0-1 0,0 1 1,0 0-1,0-1 0,0 1 0,-1 2 0,1 6-154,-6 170 64,6-180-90,0 1-1,0 0 0,0-1 0,1 1 0,-1-1 0,0 1 0,0-1 0,1 0 1,-1 1-1,0-1 0,1 1 0,-1-1 0,1 1 0,-1-1 0,0 0 0,1 1 0,-1-1 1,1 0-1,-1 0 0,1 1 0,-1-1 0,1 0 0,-1 0 0,1 1 0,-1-1 1,1 0-1,-1 0 0,1 0 0,0 0 0,-1 0 0,1 0 0,0 0 0,26 0-3124,-16 0 621,20 0-4820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39.668"/>
    </inkml:context>
    <inkml:brush xml:id="br0">
      <inkml:brushProperty name="width" value="0.025" units="cm"/>
      <inkml:brushProperty name="height" value="0.025" units="cm"/>
      <inkml:brushProperty name="color" value="#004F8B"/>
    </inkml:brush>
  </inkml:definitions>
  <inkml:trace contextRef="#ctx0" brushRef="#br0">0 0 4521,'0'0'28246</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2.304"/>
    </inkml:context>
    <inkml:brush xml:id="br0">
      <inkml:brushProperty name="width" value="0.025" units="cm"/>
      <inkml:brushProperty name="height" value="0.025" units="cm"/>
      <inkml:brushProperty name="color" value="#004F8B"/>
    </inkml:brush>
  </inkml:definitions>
  <inkml:trace contextRef="#ctx0" brushRef="#br0">289 0 1504,'0'0'8937,"0"1"-9206,0 13 11934,-2-8-10676,-14 18-785,-2 0 0,0-1 0,-38 35 0,-25 11-1434,23-30-2506,19-15-2369</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2.900"/>
    </inkml:context>
    <inkml:brush xml:id="br0">
      <inkml:brushProperty name="width" value="0.025" units="cm"/>
      <inkml:brushProperty name="height" value="0.025" units="cm"/>
      <inkml:brushProperty name="color" value="#004F8B"/>
    </inkml:brush>
  </inkml:definitions>
  <inkml:trace contextRef="#ctx0" brushRef="#br0">0 77 8914,'0'0'9382,"21"13"-7534,-3-11-1161,1 0-1,37-2 0,-22-1-44,-33 0-615,0 0 1,-1 1-1,1-1 1,0 0 0,-1 0-1,1 0 1,-1 0-1,1 0 1,-1 0-1,1 0 1,-1 0-1,1 0 1,-1 0-1,0 0 1,0 0-1,1 0 1,-1 0-1,0 0 1,0 0-1,0 0 1,0 0 0,-1 0-1,1 0 1,0 0-1,0 0 1,-1-2-1,-8-32 201,7 33-165,0-1 1,0 1 0,-1 0-1,1-1 1,-1 1 0,1 0-1,-1 0 1,0 1 0,1-1-1,-1 1 1,0-1 0,0 1-1,0 0 1,0 0 0,0 0-1,-1 0 1,1 1 0,0-1-1,0 1 1,-1 0 0,1 0-1,0 0 1,0 0 0,-4 1-1,4 1-5,0-1-1,0 1 1,0-1-1,0 1 0,0 0 1,0 0-1,0 0 0,1 0 1,-1 1-1,1-1 1,0 1-1,0-1 0,-1 1 1,2 0-1,-1 0 0,0 0 1,1 0-1,-1 0 1,1 0-1,0 1 0,0-1 1,-1 7-1,-2 7-148,1 1 0,1-1 0,1 1 0,0 0 0,1 0 0,5 33 0,-5-50 37,1-1 0,-1 1 0,0-1 0,0 0 0,0 1 0,1-1 0,-1 0 0,0 1 0,0-1 0,1 0 0,-1 1 0,0-1 0,0 0 0,1 1 0,-1-1 0,0 0 0,1 0 1,-1 1-1,1-1 0,-1 0 0,0 0 0,1 0 0,-1 0 0,1 1 0,-1-1 0,0 0 0,1 0 0,-1 0 0,1 0 0,0 0 0,47 1-5744,-31-1 2009,15 0-5208</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3.286"/>
    </inkml:context>
    <inkml:brush xml:id="br0">
      <inkml:brushProperty name="width" value="0.025" units="cm"/>
      <inkml:brushProperty name="height" value="0.025" units="cm"/>
      <inkml:brushProperty name="color" value="#004F8B"/>
    </inkml:brush>
  </inkml:definitions>
  <inkml:trace contextRef="#ctx0" brushRef="#br0">306 0 12139,'0'0'10171,"-28"3"-8333,-90 9-669,105-11-1023,-1 1 0,1 0 0,0 1-1,-1 1 1,1 0 0,1 0 0,-1 1-1,1 1 1,0 0 0,-14 10-1,26-16-147,-1 0 0,1 1 0,0-1-1,-1 0 1,1 1 0,0-1-1,-1 1 1,1-1 0,0 0-1,0 1 1,0-1 0,-1 1 0,1-1-1,0 1 1,0-1 0,0 0-1,0 1 1,0-1 0,0 1 0,0-1-1,0 1 1,0-1 0,0 1-1,0-1 1,0 1 0,0-1-1,0 1 1,0-1 0,0 1 0,0-1-1,1 1 1,-1-1 0,0 0-1,0 1 1,1-1 0,-1 1 0,0-1-1,1 0 1,-1 1 0,0-1-1,1 0 1,-1 1 0,0-1-1,1 0 1,-1 0 0,1 1 0,-1-1-1,0 0 1,1 0 0,-1 0-1,1 0 1,0 1 0,35 17 59,-21-11-59,-11-5-5,-1 0 0,1 1 0,-1-1 1,1 1-1,-1-1 0,0 1 0,0 0 1,0 0-1,-1 1 0,1-1 0,-1 0 1,1 1-1,-1 0 0,0-1 0,-1 1 1,1 0-1,-1 0 0,1 0 0,-1 0 1,0 0-1,-1 1 0,1-1 0,-1 0 1,0 0-1,0 0 0,0 1 0,0-1 0,-2 6 1,1-8 12,0 1 1,0-1-1,0 0 1,0 0-1,-1 0 1,1 0 0,-1 0-1,1 0 1,-1-1-1,0 1 1,0 0-1,0-1 1,0 1-1,0-1 1,-3 2 0,-41 19-564,26-14-1797,14-7-4761</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3.519"/>
    </inkml:context>
    <inkml:brush xml:id="br0">
      <inkml:brushProperty name="width" value="0.025" units="cm"/>
      <inkml:brushProperty name="height" value="0.025" units="cm"/>
      <inkml:brushProperty name="color" value="#004F8B"/>
    </inkml:brush>
  </inkml:definitions>
  <inkml:trace contextRef="#ctx0" brushRef="#br0">167 0 10266,'0'0'11089,"-14"27"-8951,-44 89-708,49-94-1076,1 0 0,0 1 0,2 0 0,1 1 0,0-1 0,0 28 0,-5 24-157,8-57-311,-3 16 297,5-33-301,0-1-1,0 1 1,0 0-1,0 0 1,0-1-1,0 1 1,-1 0-1,1 0 1,0-1-1,-1 1 1,1 0-1,0-1 1,-1 1-1,1 0 1,-1-1-1,1 1 1,-1-1-1,1 1 1,-1-1-1,0 1 1,1-1-1,-1 1 1,1-1-1,-1 1 1,0-1-1,0 0 1,-1 1-1,2-1-140,-1 0-1,0-1 0,0 1 1,1 0-1,-1-1 1,0 1-1,1-1 0,-1 1 1,0 0-1,1-1 1,-1 0-1,1 1 0,-1-1 1,1 1-1,-1-1 1,1 0-1,-1 1 0,1-1 1,-1 0-1,1 1 1,0-1-1,-1 0 0,1 1 1,0-1-1,0 0 0,0-1 1,-5-22-5104,4-7-3045</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3.784"/>
    </inkml:context>
    <inkml:brush xml:id="br0">
      <inkml:brushProperty name="width" value="0.025" units="cm"/>
      <inkml:brushProperty name="height" value="0.025" units="cm"/>
      <inkml:brushProperty name="color" value="#004F8B"/>
    </inkml:brush>
  </inkml:definitions>
  <inkml:trace contextRef="#ctx0" brushRef="#br0">78 0 10178,'0'0'14391,"7"12"-13517,25 35-202,-31-44-608,1-1 0,0 1 0,-1-1 0,0 1 0,1 0 0,-1 0 0,0 0 0,-1-1 0,1 1 0,0 0 0,-1 0 0,0 0 0,1 0 0,-1 0 0,0 0 0,-1 0 0,0 5 0,1-6 0,-1 0 0,-1 1-1,1-1 1,0 0 0,0 0 0,-1 0 0,1 0 0,-1 0 0,0 0 0,1-1-1,-1 1 1,0 0 0,0-1 0,0 0 0,0 1 0,-4 1 0,-3 1-288,-1-1 0,0 0 1,1 0-1,-1-1 0,0 0 0,0-1 1,-19 0-1,29-1 1,0-1 0,-1 1 1,1-1-1,0 0 0,0 1 0,0-1 1,-1 1-1,1-1 0,0 1 0,0-1 0,0 0 1,0 1-1,0-1 0,0 1 0,0-1 1,1 0-1,-1 1 0,0-1 0,0 1 0,0-1 1,0 1-1,1-1 0,-1 1 0,0-1 1,1 1-1,-1-1 0,0 1 0,1-1 0,0 0 1,9-17-4978,8-1-3719</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4.594"/>
    </inkml:context>
    <inkml:brush xml:id="br0">
      <inkml:brushProperty name="width" value="0.025" units="cm"/>
      <inkml:brushProperty name="height" value="0.025" units="cm"/>
      <inkml:brushProperty name="color" value="#004F8B"/>
    </inkml:brush>
  </inkml:definitions>
  <inkml:trace contextRef="#ctx0" brushRef="#br0">20 83 4065,'0'0'17778,"21"5"-17256,-12-3-475,27 5 206,0 0 0,61 1 1,-96-9-243,0 0 0,0 0 1,0-1-1,-1 1 1,1-1-1,0 1 0,-1 0 1,1-1-1,-1 1 0,1-1 1,-1 1-1,0-1 1,0 1-1,0-1 0,0 1 1,0-1-1,0 0 1,0-1-1,-3-36-23,1 36 18,0 1 0,1-1 1,-1 0-1,0 0 0,0 1 1,0-1-1,-1 1 0,1-1 1,0 1-1,-1 0 0,0 0 1,1 0-1,-1 1 0,0-1 1,0 1-1,0-1 0,0 1 1,0 0-1,-1 0 0,1 0 1,0 1-1,0-1 0,-1 1 1,1 0-1,0 0 0,-1 0 1,1 0-1,-4 1 0,0-1 94,1 1 0,-1 0 0,1 0 0,0 1 0,-1-1 1,1 2-1,0-1 0,0 0 0,1 1 0,-1 0 0,0 1 0,1-1 0,-10 9 0,10-7-15,1 1 0,0 0 0,0 0 0,0 0 0,0 0 0,1 1 0,0-1 0,1 1 0,0 0 0,0-1 0,-2 11 0,1 5 25,1-1 1,2 31-1,0-30-65,0-20-42,0-1 0,0 0 0,0 1-1,1-1 1,-1 0 0,0 1 0,1-1-1,-1 0 1,1 0 0,-1 1 0,1-1 0,0 0-1,-1 0 1,1 0 0,0 0 0,0 0-1,0 0 1,0 0 0,0 0 0,0 0 0,0 0-1,1 1 1,2-1 5,-1 1-1,1 0 1,0-1-1,-1 0 1,1 0-1,0 0 1,0 0-1,3 0 1,13 0-64,-1-1 1,30-3-1,-34 2-105,14-4-399,-1-2-1,0 0 0,-1-2 1,0-1-1,0-1 1,40-23-1,-18 9-389,153-75-1030,-116 57 4936,-82 47 1689,-3 20-2777,-1-23-1829,0 1 1,0 0 0,0 0 0,-1-1-1,1 1 1,0 0 0,-1 0-1,1-1 1,-1 1 0,1 0-1,-1-1 1,0 1 0,0-1-1,0 1 1,0-1 0,0 1 0,0-1-1,-1 2 1,-27-12-70,26 7-22,0 1 1,0-1 0,0 1 0,0 0 0,-1 0 0,1 0 0,0 0-1,-8 0 1,8 1 49,-1 0 0,0 0-1,0 1 1,0-1 0,0 1-1,0 0 1,1 0 0,-1 0 0,0 0-1,1 1 1,-1-1 0,1 1-1,-1 0 1,1 0 0,0 0 0,0 1-1,0-1 1,0 1 0,0-1-1,0 1 1,1 0 0,-1 0 0,1 1-1,0-1 1,0 0 0,0 1-1,0-1 1,1 1 0,0-1-1,-1 1 1,1 0 0,1 0 0,-1 0-1,0-1 1,1 1 0,0 0-1,0 0 1,0 5 0,0-4 5,0 1 1,0 0-1,1-1 0,0 1 1,0-1-1,0 1 0,0-1 1,1 1-1,0-1 0,0 0 1,1 0-1,-1 0 1,4 5-1,-3-7-2,0 1-1,1-1 1,-1 0 0,1 0 0,0 0-1,0 0 1,0-1 0,0 0 0,0 0 0,1 0-1,-1 0 1,0-1 0,1 1 0,0-1-1,-1 0 1,8 0 0,4 1-292,1 0 1,0-1-1,-1-1 0,1 0 1,0-2-1,30-5 0,-36 4-687,0-1 0,0 0-1,0-1 1,10-5 0,-9 3-1392,-1-1 0,0 0 1,16-15-1,0-3-7769</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4.811"/>
    </inkml:context>
    <inkml:brush xml:id="br0">
      <inkml:brushProperty name="width" value="0.025" units="cm"/>
      <inkml:brushProperty name="height" value="0.025" units="cm"/>
      <inkml:brushProperty name="color" value="#004F8B"/>
    </inkml:brush>
  </inkml:definitions>
  <inkml:trace contextRef="#ctx0" brushRef="#br0">64 1 6545,'0'0'22317,"-57"112"-21917,57-89-152,-7-11-232,7 1-16,0-6-192,7-23-11298,-1-7 2048</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5.009"/>
    </inkml:context>
    <inkml:brush xml:id="br0">
      <inkml:brushProperty name="width" value="0.025" units="cm"/>
      <inkml:brushProperty name="height" value="0.025" units="cm"/>
      <inkml:brushProperty name="color" value="#004F8B"/>
    </inkml:brush>
  </inkml:definitions>
  <inkml:trace contextRef="#ctx0" brushRef="#br0">0 209 728,'225'-209'19884,"-225"213"-17739,0 15-889,0 3-904,0 4-256,0 0-96,0-1-560,6 1-936,14 3-1009,-1-7-2784,7-6-1272</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5.949"/>
    </inkml:context>
    <inkml:brush xml:id="br0">
      <inkml:brushProperty name="width" value="0.025" units="cm"/>
      <inkml:brushProperty name="height" value="0.025" units="cm"/>
      <inkml:brushProperty name="color" value="#004F8B"/>
    </inkml:brush>
  </inkml:definitions>
  <inkml:trace contextRef="#ctx0" brushRef="#br0">364 275 6465,'0'0'13341,"-30"0"-11006,-97 1-559,112-1-1304,0 1-1,1 0 1,-1 1 0,1 0-1,-27 9 1,32-7-304,1-1 0,1 1-1,-1 1 1,0-1 0,1 2 0,0-1-1,0 0 1,-7 9 0,12-11-153,0 0 0,0 0 0,1 0 0,-1 1 0,1-1 0,0 0 0,-1 1 0,1 0 0,1-1 0,-1 1 0,0 5 0,1-7-12,-1-1 0,1 1 0,0 0 0,0-1 0,0 1 0,0 0 0,0-1-1,0 1 1,0 0 0,1-1 0,-1 1 0,1-1 0,-1 1 0,1-1 0,-1 1 0,1-1-1,0 1 1,0-1 0,0 1 0,0-1 0,0 0 0,0 0 0,0 1 0,0-1-1,0 0 1,1 0 0,2 2 0,9-1-62,0 0 0,0 0 1,0-1-1,1-1 0,-1 0 0,0-1 0,1 0 0,-1-1 0,0-1 1,0 0-1,0-1 0,-1 0 0,1-1 0,-1 0 0,14-9 1,-26 14 56,41-26-198,-39 25 217,0-1 0,0 1-1,-1-1 1,1 1 0,0-1-1,-1 0 1,1 0 0,-1 1-1,0-1 1,1 0 0,-1 0-1,0-1 1,0 1 0,-1 0-1,1 0 1,0 0 0,0-4-1,-1 5 452,-2 7-452,-1-1 0,1 1 0,1 0 0,-1 0 0,1 0-1,0 0 1,1 0 0,-1 12 0,1-6-29,2 18-132,-1-29 136,-1 0 0,1 0 0,0 0 0,-1 0 0,1-1 0,0 1 0,-1 0 0,1 0 0,0 0 0,0-1 0,0 1 0,0 0 0,-1-1 0,1 1 0,0-1 0,0 1 0,0-1 0,0 0 0,0 1 0,1-1 0,-1 0 0,0 0 0,0 0 0,0 1 0,2-2 0,9 2-273,1-2 1,-1 0-1,1 0 1,-1-1-1,0-1 1,0 0-1,0-1 1,0 0-1,-1 0 0,1-2 1,-1 1-1,0-1 1,-1-1-1,0 0 1,16-14-1,11-12-713,-3-2 1,51-65-1,-58 67 882,-12 16 254,0-2-1,-2 1 1,0-2-1,-1 0 0,-1 0 1,10-27-1,-20 46-58,-1 1 1,0 0-1,1-1 0,-1 1 1,0 0-1,0-1 0,0 1 0,1-1 1,-1 1-1,0 0 0,0-1 0,0 1 1,0-1-1,0 1 0,0-1 0,0 1 1,0 0-1,0-1 0,0 1 0,0-1 1,0 1-1,0-1 0,0 1 0,0 0 1,0-1-1,0 1 0,0-1 1,-1 1-1,1 0 0,0-1 0,0 1 1,-1-1-1,1 1 0,0 0 0,0-1 1,-1 1-1,1 0 0,0 0 0,-1-1 1,1 1-1,0 0 0,-1 0 0,1-1 1,-1 1-1,0 0 0,-20 9 1703,10-1-1568,1 0 0,1 1 0,-1 0-1,2 0 1,-1 1 0,1 0 0,1 1 0,-1 0-1,2 0 1,0 1 0,0 0 0,1 0-1,1 0 1,-4 13 0,0 7-12,2 1 0,1 0-1,2 0 1,1 46 0,2-77-211,0-1-1,1 0 1,-1 0 0,1 1-1,-1-1 1,1 0-1,0 0 1,0 0 0,-1 1-1,1-1 1,0 0 0,0 0-1,0 0 1,0 0 0,0-1-1,0 1 1,0 0 0,0 0-1,1-1 1,-1 1-1,0 0 1,0-1 0,1 1-1,-1-1 1,0 0 0,1 1-1,-1-1 1,0 0 0,1 0-1,-1 0 1,0 0-1,2 0 1,56 0-454,-43-1 142,-3 0-83,0 0-1,-1-2 1,1 1 0,-1-2 0,1 0 0,-1 0 0,0-1-1,0 0 1,-1-1 0,0-1 0,16-11 0,13-12-2249,55-53 1,-91 79 2488,16-14-917,28-35 0,-44 48 1353,0 0-1,0 0 0,-1-1 0,0 1 1,0-1-1,0 0 0,-1 0 0,1 0 0,-1 0 1,-1 0-1,1-1 0,0-10 0,-2 16-87,-1 0-1,1 1 0,0-1 0,-1 1 1,1-1-1,-1 0 0,1 1 1,-1-1-1,1 1 0,-1-1 1,1 1-1,-1 0 0,0-1 1,1 1-1,-1 0 0,0-1 0,1 1 1,-1 0-1,0 0 0,1-1 1,-1 1-1,0 0 0,1 0 1,-1 0-1,0 0 0,0 0 0,1 0 1,-2 0-1,-30 1 1205,23-1-162,6 1-1120,1 0 0,-1 1-1,0-1 1,1 1 0,-1-1-1,1 1 1,-1 0 0,1 0 0,0 0-1,0 0 1,0 1 0,0-1-1,0 0 1,0 1 0,1 0-1,-1-1 1,1 1 0,-1 0 0,1 0-1,-1 4 1,-22 64 793,16-29-847,2 0-1,2 1 1,1 69 0,4-111-135,-1-1 1,0 1-1,0 0 1,0 0-1,0 0 1,0-1-1,1 1 1,-1 0-1,0 0 1,1-1-1,-1 1 1,0 0-1,1 0 1,-1-1-1,1 1 1,-1-1-1,1 1 1,0 0-1,-1-1 1,1 1-1,-1-1 1,1 1-1,0-1 1,0 0-1,-1 1 1,2 0-1,28 3-2493,-21-5 812,0 1 0,-1-2-1,1 1 1,16-6 0,7-10-6405</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6.181"/>
    </inkml:context>
    <inkml:brush xml:id="br0">
      <inkml:brushProperty name="width" value="0.025" units="cm"/>
      <inkml:brushProperty name="height" value="0.025" units="cm"/>
      <inkml:brushProperty name="color" value="#004F8B"/>
    </inkml:brush>
  </inkml:definitions>
  <inkml:trace contextRef="#ctx0" brushRef="#br0">1 1 6953,'0'0'21794,"3"8"-20756,0-1-845,0 0-1,1 0 1,-1 0-1,1 0 1,7 8-1,-9-13-293,0 1-1,1-1 1,-1 0-1,1 0 1,-1 0-1,1 0 1,0 0 0,-1 0-1,1-1 1,0 1-1,0-1 1,0 0-1,0 0 1,1 0 0,-1 0-1,0-1 1,0 1-1,6-1 1,14 0-3037,-7 1 1153,-1-1-1,1 0 1,-1-1 0,1-1 0,-1-1 0,27-8 0,-1-5-5137</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6.305"/>
    </inkml:context>
    <inkml:brush xml:id="br0">
      <inkml:brushProperty name="width" value="0.025" units="cm"/>
      <inkml:brushProperty name="height" value="0.025" units="cm"/>
      <inkml:brushProperty name="color" value="#004F8B"/>
    </inkml:brush>
  </inkml:definitions>
  <inkml:trace contextRef="#ctx0" brushRef="#br0">918 0 3593,'0'0'22989,"-192"81"-21493,128-33-624,-7 6-328,-6 7-160,7 3-384,-14 0-64,-44 23-824,12-23-1936,1-12-5322</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7.268"/>
    </inkml:context>
    <inkml:brush xml:id="br0">
      <inkml:brushProperty name="width" value="0.025" units="cm"/>
      <inkml:brushProperty name="height" value="0.025" units="cm"/>
      <inkml:brushProperty name="color" value="#004F8B"/>
    </inkml:brush>
  </inkml:definitions>
  <inkml:trace contextRef="#ctx0" brushRef="#br0">52 0 8578,'0'0'17656,"-4"21"-16428,-13 122 746,13-122-1835,0 0 1,-2-1 0,-10 27-1,15-101-13093,1 18 4492</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7.455"/>
    </inkml:context>
    <inkml:brush xml:id="br0">
      <inkml:brushProperty name="width" value="0.025" units="cm"/>
      <inkml:brushProperty name="height" value="0.025" units="cm"/>
      <inkml:brushProperty name="color" value="#004F8B"/>
    </inkml:brush>
  </inkml:definitions>
  <inkml:trace contextRef="#ctx0" brushRef="#br0">0 0 7682,'0'0'18492,"32"23"-18364,-19-7-128,0 0-256,0-3-1137,13 6-1247,-1-6-2825,-5 3-3865</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7.904"/>
    </inkml:context>
    <inkml:brush xml:id="br0">
      <inkml:brushProperty name="width" value="0.025" units="cm"/>
      <inkml:brushProperty name="height" value="0.025" units="cm"/>
      <inkml:brushProperty name="color" value="#004F8B"/>
    </inkml:brush>
  </inkml:definitions>
  <inkml:trace contextRef="#ctx0" brushRef="#br0">437 116 11002,'0'0'10540,"-12"-16"-9691,-40-50-2,49 62-748,-1 1 0,0 0 0,0 0 0,0 0-1,-1 1 1,1-1 0,-1 1 0,1 0 0,-1 0 0,0 1-1,1-1 1,-1 1 0,0 0 0,0 0 0,0 1-1,0-1 1,0 1 0,0 0 0,-1 1 0,-6 1 0,-8-2 211,14 0-230,0 0 0,0 0 0,0 1 0,0-1 0,0 1-1,0 1 1,0-1 0,0 1 0,0 0 0,0 0 0,1 1 0,-1 0 0,1 0-1,-1 0 1,1 0 0,0 1 0,1 0 0,-1 0 0,1 0 0,-1 1 0,1 0-1,1-1 1,-1 1 0,1 1 0,0-1 0,0 0 0,0 1 0,-3 9 0,-7 32 255,2 1 0,2 0 1,2 0-1,2 0 1,2 55-1,0-27-55,-5 139 172,7-212-486,-5 7 92,6-10-73,0 0 0,0 0-1,0 0 1,0 0 0,0 1 0,0-1-1,-1 0 1,1 0 0,0 0-1,0 0 1,0 0 0,0 0 0,0 0-1,0 0 1,-1 1 0,1-1-1,0 0 1,0 0 0,0 0-1,0 0 1,0 0 0,-1 0 0,1 0-1,0 0 1,0 0 0,0 0-1,0 0 1,-1 0 0,1 0-1,0 0 1,0 0 0,0 0 0,0 0-1,0 0 1,-1 0 0,1-1-1,0 1 1,0 0 0,0 0 0,0 0-1,0 0 1,-1 0 0,1 0-1,0 0 1,0 0 0,0-1-1,0 1 1,0 0 0,0 0 0,0 0-1,0 0 1,0 0 0,-1-1-1,1 1 1,0 0 0,0 0-1,0 0 1,0 0 0,0 0 0,0-1-1,0 1 1,-5-13-1744,1 0-1,0 0 1,-3-24 0,2-19-5980,-1 11-2957</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8.092"/>
    </inkml:context>
    <inkml:brush xml:id="br0">
      <inkml:brushProperty name="width" value="0.025" units="cm"/>
      <inkml:brushProperty name="height" value="0.025" units="cm"/>
      <inkml:brushProperty name="color" value="#004F8B"/>
    </inkml:brush>
  </inkml:definitions>
  <inkml:trace contextRef="#ctx0" brushRef="#br0">0 1 11546,'0'0'16188,"122"35"-16020,-90-32-168,1 0-152,18-3-1424,-6 0-2737,0 0-3913</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8.712"/>
    </inkml:context>
    <inkml:brush xml:id="br0">
      <inkml:brushProperty name="width" value="0.025" units="cm"/>
      <inkml:brushProperty name="height" value="0.025" units="cm"/>
      <inkml:brushProperty name="color" value="#004F8B"/>
    </inkml:brush>
  </inkml:definitions>
  <inkml:trace contextRef="#ctx0" brushRef="#br0">0 4 8770,'0'0'13259,"17"-1"-12155,54-1-97,-69 2-877,1 0 0,-1 0 0,1 0 0,-1 0 1,0 1-1,1-1 0,-1 1 0,0 0 0,1 0 0,-1-1 1,0 1-1,0 1 0,0-1 0,0 0 0,0 0 0,0 1 0,0-1 1,0 1-1,0 0 0,-1-1 0,1 1 0,-1 0 0,3 4 1,-1 0 98,0 1 1,0-1 0,-1 1-1,1 0 1,1 12 0,-1-7 28,-1-1-158,0 0 1,-1 0 0,0 0 0,-1 15 0,0-19-73,0-6-39,0-7-233,1 1 157,0 1 1,0 0-1,0-1 0,1 1 1,0 0-1,0 0 0,0 0 1,0 0-1,0 0 0,1 0 1,0 1-1,4-5 1,44-44-436,-47 48 523,-4 3 2,4-3 21,-1 1 1,1-1-1,0 0 1,0 1-1,0 0 1,1 0-1,-1 0 0,1 0 1,-1 1-1,1 0 1,0-1-1,0 2 1,0-1-1,0 1 1,0 0-1,7-1 1,-10 3 71,-1 1 1,0-1-1,1 1 1,-1-1 0,0 1-1,1 0 1,-1-1-1,0 1 1,0 0-1,0 0 1,-1 0 0,1 0-1,0 0 1,-1 0-1,1 3 1,8 37 762,-10-40-968,1 0-1,0 0 0,0 0 1,0 0-1,0 0 1,0 0-1,0 0 1,1 0-1,-1 0 0,1 0 1,-1 0-1,1 0 1,0 0-1,0 0 1,0 0-1,0-1 1,0 1-1,0 0 0,0-1 1,1 1-1,1 1 1,0-1-777,1-1 0,-1 0 1,1 0-1,-1-1 0,1 1 1,-1-1-1,1 1 0,0-1 1,-1 0-1,5-1 0,5 1-1867,13 0-7501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9.070"/>
    </inkml:context>
    <inkml:brush xml:id="br0">
      <inkml:brushProperty name="width" value="0.025" units="cm"/>
      <inkml:brushProperty name="height" value="0.025" units="cm"/>
      <inkml:brushProperty name="color" value="#004F8B"/>
    </inkml:brush>
  </inkml:definitions>
  <inkml:trace contextRef="#ctx0" brushRef="#br0">46 0 3369,'0'0'18313,"0"10"-16389,0-1-1685,1-2 245,-1 0-1,0 0 1,0 0-1,-1 1 1,1-1-1,-2 0 1,1 0-1,-1 0 1,0-1-1,-3 8 1,-6 7 157,-10 13-128,20-30-26,0 0-2847</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9.293"/>
    </inkml:context>
    <inkml:brush xml:id="br0">
      <inkml:brushProperty name="width" value="0.025" units="cm"/>
      <inkml:brushProperty name="height" value="0.025" units="cm"/>
      <inkml:brushProperty name="color" value="#004F8B"/>
    </inkml:brush>
  </inkml:definitions>
  <inkml:trace contextRef="#ctx0" brushRef="#br0">7 0 5353,'0'0'22693,"-7"42"-22693,7-26-176,7-3-688,19-3-1089,12-1-1663,-6-2-1337,-6-4-3569</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0:59.675"/>
    </inkml:context>
    <inkml:brush xml:id="br0">
      <inkml:brushProperty name="width" value="0.025" units="cm"/>
      <inkml:brushProperty name="height" value="0.025" units="cm"/>
      <inkml:brushProperty name="color" value="#004F8B"/>
    </inkml:brush>
  </inkml:definitions>
  <inkml:trace contextRef="#ctx0" brushRef="#br0">240 0 11466,'0'0'14517,"-25"13"-13501,-75 40-254,96-51-716,1-1 0,1 1 1,-1-1-1,0 1 1,0 0-1,1 0 1,-1 0-1,1 0 0,-1 1 1,1-1-1,0 1 1,-2 3-1,3-5-45,1-1 0,0 1 0,0 0 0,0-1 0,0 1 0,0 0 0,0-1-1,0 1 1,0 0 0,0-1 0,0 1 0,0 0 0,0-1 0,1 1 0,-1 0 0,0-1 0,0 1 0,1 0 0,-1-1 0,0 1 0,1-1 0,-1 1 0,1-1-1,-1 1 1,1-1 0,-1 1 0,1-1 0,-1 1 0,1-1 0,-1 1 0,1-1 0,1 1 0,5 2-77,1 0 1,0 0 0,1 0-1,-1-1 1,15 2-1,-12-2 89,-11-2-13,1 0-1,0 0 0,0 0 0,0 0 0,-1 1 1,1-1-1,0 0 0,0 1 0,-1-1 0,1 0 1,0 1-1,0-1 0,-1 1 0,1-1 0,-1 1 1,1 0-1,0-1 0,-1 1 0,1-1 0,-1 1 1,1 0-1,-1-1 0,0 1 0,1 0 0,-1 0 1,0 0-1,1-1 0,-1 1 0,0 0 0,0 0 1,0 0-1,0-1 0,0 1 0,0 0 0,0 0 1,0 0-1,0 0 0,0-1 0,0 1 0,0 0 1,-1 0-1,1 0 0,0-1 0,-1 1 0,1 0 1,0-1-1,-1 1 0,1 0 0,-1 0 0,1-1 1,-1 1-1,1-1 0,-2 2 0,-1 1 57,0 1 0,0-1 0,-1 0 0,1 0 0,-1 0 0,1 0-1,-9 4 1,-11 2 62,0-2 0,-1 0-1,-40 6 1,62-11-2859,14 0 731,17 0-1454,8-2-2036</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0.537"/>
    </inkml:context>
    <inkml:brush xml:id="br0">
      <inkml:brushProperty name="width" value="0.025" units="cm"/>
      <inkml:brushProperty name="height" value="0.025" units="cm"/>
      <inkml:brushProperty name="color" value="#004F8B"/>
    </inkml:brush>
  </inkml:definitions>
  <inkml:trace contextRef="#ctx0" brushRef="#br0">7 164 9570,'0'0'13494,"-7"-10"-10878,8 23-1896,0-1-1,1 0 1,0 1 0,5 14-1,-2-12-524,0 0-1,1 0 1,0-1-1,2 0 1,15 24-1,-22-37-189,-1 1 0,1-1 0,1 0-1,-1 1 1,0-1 0,0 0 0,0 0 0,1 0-1,-1 0 1,1 0 0,-1 0 0,0 0 0,1-1-1,0 1 1,-1 0 0,1-1 0,-1 1 0,1-1-1,0 0 1,-1 1 0,1-1 0,0 0 0,-1 0 0,4 0-1,-2-1-4,0 0 0,1 0 0,-1-1 0,0 1 0,0-1 0,0 0-1,0 1 1,-1-1 0,1 0 0,0-1 0,3-3 0,6-7-33,-1 0 0,-1-1 0,14-25 0,58-83 24,-81 119 12,1 1 1,-1-1 0,1 1 0,0 0 0,0-1 0,0 1 0,0 0 0,0 0 0,0 0 0,1 1 0,-1-1 0,1 0 0,-1 1 0,1 0 0,0-1 0,-1 1 0,1 0 0,0 1 0,0-1 0,0 0 0,4 0-1,2 1 8,-1 0 0,1 1 0,-1 0 0,1 0 0,-1 0-1,15 6 1,5-1-25,0-1-1,1-1 0,0-1 1,-1-2-1,1-1 0,35-4 1,-60 3 1,-1 1 0,1-1 0,-1 0 0,1 0 0,-1 0 0,0-1 1,1 1-1,-1-1 0,0 1 0,0-1 0,0 0 0,0-1 1,-1 1-1,1 0 0,0-1 0,-1 1 0,0-1 0,1 0 1,-1 0-1,0 0 0,-1 0 0,1 0 0,0 0 0,-1-1 0,0 1 1,0 0-1,0-1 0,0 1 0,0-1 0,-1 1 0,0-1 1,1 1-1,-1-1 0,-1-5 0,1 7 9,-1 1 0,1-1 0,0 1 0,-1-1-1,1 1 1,-1 0 0,0-1 0,1 1 0,-1 0 0,0-1 0,0 1-1,0 0 1,0 0 0,0 0 0,0 0 0,0-1 0,0 2 0,-1-1 0,1 0-1,0 0 1,-1 0 0,1 1 0,0-1 0,-1 0 0,1 1 0,-1-1-1,1 1 1,-1 0 0,1 0 0,-1-1 0,-2 1 0,-60-2-18,49 3 19,11-1 18,1 0 0,0 1 0,0-1 0,0 1 0,-1 0 0,1 0 0,0 0 0,0 0 0,1 1 0,-1-1 0,0 1 0,0 0 0,1 0 0,-1 0 0,1 0 0,-1 0 0,1 0 0,0 1 0,0-1 0,0 1 0,0-1 0,0 1 0,1 0 0,-1 0 0,1 0 0,0 0 0,0 0 0,0 0 0,0 0 0,0 0 0,1 0 0,-1 0 0,1 1 0,0 5 0,0-3-8,0 0 0,0 1 0,0-1 0,0 0 0,1 0 0,0 0 0,1 0 0,-1 0 0,1 0 0,0-1 0,1 1 0,-1-1 0,1 1 0,0-1 0,1 0 0,-1 0 0,1 0 1,4 5-1,0-4-259,0-1 1,1 0 0,-1 0-1,1 0 1,0-1 0,0-1-1,1 0 1,-1 0 0,1 0 0,15 1-1,0-2-3380,0 0 0,47-5 0,-32-2-4768</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0.847"/>
    </inkml:context>
    <inkml:brush xml:id="br0">
      <inkml:brushProperty name="width" value="0.025" units="cm"/>
      <inkml:brushProperty name="height" value="0.025" units="cm"/>
      <inkml:brushProperty name="color" value="#004F8B"/>
    </inkml:brush>
  </inkml:definitions>
  <inkml:trace contextRef="#ctx0" brushRef="#br0">46 213 8554,'0'0'17061,"-5"19"-16098,-17 90 354,22-108-1297,0-1 0,0 1-1,0-1 1,0 1 0,1-1 0,-1 1-1,-1-1 1,1 1 0,0-1-1,0 1 1,0-1 0,0 1 0,0-1-1,0 1 1,-1-1 0,1 1-1,0-1 1,0 1 0,-1-1 0,1 1-1,0-1 1,-1 1 0,1-1-1,0 0 1,-1 1 0,1-1 0,0 0-1,-1 1 1,1-1 0,-1 0-1,1 1 1,-2-1 0,-3-18 136,0-37-253,5 46 95,1 0 1,0-1 0,1 1-1,0 0 1,0 0 0,1 0-1,0 0 1,1 1-1,0-1 1,7-11 0,6-6-92,37-43 1,3-4-1034,-57 73 1066,1 0-1,-1-1 0,0 1 1,0 0-1,0 0 1,1-1-1,-1 1 0,0 0 1,0 0-1,1-1 1,-1 1-1,0 0 0,1 0 1,-1 0-1,0 0 0,0-1 1,1 1-1,-1 0 1,0 0-1,1 0 0,-1 0 1,0 0-1,1 0 1,-1 0-1,0 0 0,1 0 1,-1 0-1,0 0 1,1 0-1,-1 0 0,0 0 1,1 0-1,-1 0 1,0 0-1,1 1 0,-1-1 1,0 0-1,1 0 1,-1 0-1,0 0 0,0 1 1,1-1-1,-1 0 1,0 0-1,0 1 0,1-1 1,-1 0-1,0 0 0,0 1 1,0-1-1,1 0 1,-1 1-1,0-1 0,0 0 1,0 1-1,9 20-5023,-8-19 4592,5 15-5126</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1.065"/>
    </inkml:context>
    <inkml:brush xml:id="br0">
      <inkml:brushProperty name="width" value="0.025" units="cm"/>
      <inkml:brushProperty name="height" value="0.025" units="cm"/>
      <inkml:brushProperty name="color" value="#004F8B"/>
    </inkml:brush>
  </inkml:definitions>
  <inkml:trace contextRef="#ctx0" brushRef="#br0">0 0 10386,'0'0'16372,"45"84"-16236,-38-78-64,5 4-72,-5-7-592,12 3-1089,7-6-1143,-7 0-3090,0 0-7216</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1.269"/>
    </inkml:context>
    <inkml:brush xml:id="br0">
      <inkml:brushProperty name="width" value="0.025" units="cm"/>
      <inkml:brushProperty name="height" value="0.025" units="cm"/>
      <inkml:brushProperty name="color" value="#004F8B"/>
    </inkml:brush>
  </inkml:definitions>
  <inkml:trace contextRef="#ctx0" brushRef="#br0">353 0 12187,'0'0'13458,"-167"145"-12033,135-100-465,7-7-472,-1 4-344,7-4-144,-1-6-296,8-6-1120,-8 3-1665,1-10-2912,6-6-6146</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1.748"/>
    </inkml:context>
    <inkml:brush xml:id="br0">
      <inkml:brushProperty name="width" value="0.025" units="cm"/>
      <inkml:brushProperty name="height" value="0.025" units="cm"/>
      <inkml:brushProperty name="color" value="#004F8B"/>
    </inkml:brush>
  </inkml:definitions>
  <inkml:trace contextRef="#ctx0" brushRef="#br0">338 1 7578,'0'0'17114,"-19"8"-15875,1 0-883,0 0 1,1 2-1,0 0 0,1 1 0,0 0 1,0 2-1,1 0 0,1 0 1,0 1-1,-17 24 0,10-8-157,2 2-1,1 0 0,1 0 0,2 2 1,-16 51-1,26-37-492,9-21-3384,7-24 1162,56-2-6895,-24-1 1384</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2.213"/>
    </inkml:context>
    <inkml:brush xml:id="br0">
      <inkml:brushProperty name="width" value="0.025" units="cm"/>
      <inkml:brushProperty name="height" value="0.025" units="cm"/>
      <inkml:brushProperty name="color" value="#004F8B"/>
    </inkml:brush>
  </inkml:definitions>
  <inkml:trace contextRef="#ctx0" brushRef="#br0">238 29 8546,'0'0'14867,"3"-5"-13380,3-13-186,-17 13 333,-39 17-180,31-6-1146,-1 2 0,1 0 0,1 1 0,-26 16 0,39-21-281,0-1 0,1 0 1,-1 1-1,1 0 0,0 0 0,0 0 0,0 0 1,0 1-1,1-1 0,0 1 0,0 0 0,0 0 1,0 0-1,1 1 0,0-1 0,0 1 0,0-1 0,1 1 1,0-1-1,-1 10 0,2-14-28,1 1 0,-1-1 1,0 0-1,0 1 0,1-1 0,-1 0 0,1 1 1,-1-1-1,1 0 0,0 0 0,-1 1 1,1-1-1,0 0 0,0 0 0,0 0 0,0 0 1,0 0-1,0 0 0,0-1 0,0 1 0,0 0 1,1 0-1,-1-1 0,0 1 0,0-1 0,1 1 1,-1-1-1,0 1 0,1-1 0,-1 0 0,0 0 1,3 1-1,55-1-71,-41-1-15,-6 2 28,-1-1 0,0-1 0,1 0-1,-1-1 1,0 0 0,0-1 0,0 0 0,0-1 0,0 0 0,-1 0 0,0-1 0,0-1 0,0 0 0,-1 0 0,1-1 0,-2 0 0,11-10 0,-10 5 118,-9 12 14,0 2-106,0 0 1,0 0-1,0 0 1,0 0-1,0 0 1,0 0-1,1 0 1,-1 0-1,1 0 1,-1 0-1,1 0 1,1 3-1,-1-3-160,0 0 1,0 0-1,0 0 0,1 0 0,-1-1 1,1 1-1,-1 0 0,1-1 0,-1 1 1,1-1-1,0 1 0,0-1 0,0 0 1,0 0-1,0 0 0,0 0 0,0 0 1,0 0-1,0-1 0,3 2 0,47 0-5899,-34-2 3165,15 0-5065</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2.526"/>
    </inkml:context>
    <inkml:brush xml:id="br0">
      <inkml:brushProperty name="width" value="0.025" units="cm"/>
      <inkml:brushProperty name="height" value="0.025" units="cm"/>
      <inkml:brushProperty name="color" value="#004F8B"/>
    </inkml:brush>
  </inkml:definitions>
  <inkml:trace contextRef="#ctx0" brushRef="#br0">0 231 10610,'0'0'15688,"4"10"-14512,0-2-973,1 5 35,0-1 1,2 1-1,11 16 0,-18-49-121,1 0 1,1-1-1,4-20 1,-1 29-238,-1-1 0,2 1 0,-1 0 0,2 0 0,0 0 1,0 1-1,1 0 0,0 1 0,1 0 0,0 0 1,1 1-1,20-17 0,29-7-3263,-50 29 1940,1 1 0,0-1 0,0 2 0,14-2 0,1 0-4419</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3.401"/>
    </inkml:context>
    <inkml:brush xml:id="br0">
      <inkml:brushProperty name="width" value="0.025" units="cm"/>
      <inkml:brushProperty name="height" value="0.025" units="cm"/>
      <inkml:brushProperty name="color" value="#004F8B"/>
    </inkml:brush>
  </inkml:definitions>
  <inkml:trace contextRef="#ctx0" brushRef="#br0">314 42 1216,'0'0'21757,"-27"6"-20174,-88 20-333,110-25-1133,-1 0 1,1 1 0,-1-1 0,1 1 0,0 1-1,0-1 1,0 1 0,0-1 0,0 2 0,1-1 0,-1 0-1,1 1 1,-5 5 0,7-7-106,1 1 1,0-1-1,-1 0 0,1 1 1,0-1-1,1 1 0,-1 0 1,0-1-1,1 1 0,-1-1 1,1 1-1,0 0 0,0 0 1,0-1-1,0 1 1,1 0-1,-1-1 0,1 1 1,1 4-1,-1-6-12,0 0 0,-1 1 0,1-1 0,0 0 0,0 0 0,0-1 0,0 1 0,1 0 0,-1 0-1,0 0 1,0-1 0,0 1 0,1-1 0,-1 1 0,0-1 0,1 1 0,-1-1 0,0 0 0,1 0 0,-1 1 0,1-1 0,-1 0 0,2 0 0,42-1-18,-32 1 0,-7-1-71,0 1 1,0-1 0,0-1 0,0 1 0,0-1-1,0 0 1,0 0 0,0 0 0,-1-1-1,1 0 1,-1 0 0,0-1 0,8-6 0,-10 3-201,-4 16 178,0 6 166,0-1-1,-1 1 1,-6 18 0,-4 32 246,9 18 48,-3 32 4,5-111-326,0 0 0,0 0-1,0-1 1,-1 1-1,1-1 1,-1 1-1,0-1 1,0 0-1,0 1 1,-1-1 0,1 0-1,-1-1 1,0 1-1,1 0 1,-1-1-1,-1 1 1,1-1-1,0 0 1,0 0 0,-1 0-1,1-1 1,-1 1-1,0-1 1,1 0-1,-1 0 1,0 0-1,0 0 1,-5-1 0,-6 3-53,-1-2 0,0 0 0,0-1 0,1 0 0,-26-5 0,39 5-5,1-1 1,-1 1-1,0-1 0,1 0 0,-1 1 0,0-1 1,1 0-1,-1 0 0,1 0 0,-1 0 0,1 0 0,0 0 1,-1-1-1,1 1 0,0 0 0,0-1 0,0 1 0,0-1 1,0 1-1,0-1 0,0 1 0,1-1 0,-1 0 1,0 1-1,1-1 0,0 0 0,-1 0 0,1 1 0,0-1 1,0 0-1,0 0 0,0 1 0,0-1 0,0 0 1,0 0-1,1 0 0,-1 1 0,1-1 0,-1 0 0,1 1 1,0-1-1,-1 0 0,1 1 0,0-1 0,0 1 1,0-1-1,0 1 0,1 0 0,-1-1 0,0 1 0,0 0 1,1 0-1,1-1 0,24-13-87,-1 1-1,49-16 1,15-8-134,-8-3-470,-2-3-1,-3-4 0,-1-3 1,109-97-1,-168 134 946,-15 13-93,0 0 0,0 0 1,0 0-1,-1-1 0,1 1 0,-1 0 0,1-1 0,-1 1 0,1-1 0,-1 0 0,0 1 1,0-1-1,1 0 0,-1 0 0,-1 0 0,1 0 0,0 0 0,0 0 0,-1 0 0,1 0 1,-1 0-1,1-4 0,-23 6 938,-96 0 474,116 0-1488,0 1 1,0-1-1,0 1 0,0 0 1,1-1-1,-1 1 1,0 0-1,0 0 1,1 1-1,-1-1 1,1 0-1,-1 0 1,1 1-1,0-1 0,-1 1 1,1-1-1,0 1 1,0 0-1,0-1 1,0 1-1,0 0 1,0 0-1,1-1 1,-1 1-1,1 0 0,-1 0 1,1 0-1,0 0 1,-1 0-1,1 0 1,0 0-1,1 3 1,-2 6 47,1-1 0,0 1 0,1-1 0,0 1 0,3 11 0,-2-13-203,1-1-1,1 1 1,-1-1-1,1 0 1,1 0-1,0 0 1,0-1-1,0 1 1,1-1-1,0 0 1,0-1-1,1 0 1,0 0-1,0 0 1,1-1-1,-1 1 1,16 6-1,-18-11-586,0 1 0,0-1 0,0-1 0,-1 1 0,1-1 0,0 1 0,0-1 0,7-1 0,8 0-4426,5 1-4169</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1:03.629"/>
    </inkml:context>
    <inkml:brush xml:id="br0">
      <inkml:brushProperty name="width" value="0.025" units="cm"/>
      <inkml:brushProperty name="height" value="0.025" units="cm"/>
      <inkml:brushProperty name="color" value="#004F8B"/>
    </inkml:brush>
  </inkml:definitions>
  <inkml:trace contextRef="#ctx0" brushRef="#br0">1 0 11899,'0'0'18900,"2"3"-17239,0 2-1653,-1-1 0,1 0 0,-1 0 0,0 1 0,0-1 0,0 1 0,0 5 0,0 6-4795,-1-12-2586</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79"/>
    </inkml:context>
    <inkml:brush xml:id="br0">
      <inkml:brushProperty name="width" value="0.025" units="cm"/>
      <inkml:brushProperty name="height" value="0.025" units="cm"/>
    </inkml:brush>
  </inkml:definitions>
  <inkml:trace contextRef="#ctx0" brushRef="#br0">5 7 3657,'-1'-7'8126,"0"7"-8086,1 1 1,0-1 0,0 0-1,-1 0 1,1 0 0,0 0-1,0 0 1,0 1 0,0-1-1,0 0 1,0 1 0,0-1 0,-1 0-1,1 0 1,0 0 0,0 0-1,0 1 1,0-1 0,0 0-1,0 1 1,0-1 0,0 0 0,0 0-1,0 0 1,0 1 0,0-1-1,0 1 1,0-1 0,0 0-1,1 0 1,-1 5-1417,2 8-2602</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1"/>
    </inkml:context>
    <inkml:brush xml:id="br0">
      <inkml:brushProperty name="width" value="0.025" units="cm"/>
      <inkml:brushProperty name="height" value="0.025" units="cm"/>
    </inkml:brush>
  </inkml:definitions>
  <inkml:trace contextRef="#ctx0" brushRef="#br0">570 200 3673,'0'6'7619,"0"-2"-608,1-12-6669,0 0 0,1 0 1,2-8-1,4-25-362,-8 36 54,1 0-1,-1 1 0,-1 0 1,1-1-1,0 1 0,-2 0 1,1 0-1,0-1 0,-1 1 1,1 0-1,-1 0 0,0 0 1,-1 0-1,1 0 0,-1 1 1,0-1-1,0 0 0,0 1 1,0 0-1,-1 0 0,0 0 1,1 0-1,-2 0 0,1 1 1,-5-3-1,1 1-29,1 0 1,0 0-1,-2 1 1,1 0-1,1 1 1,-1-1-1,-1 1 1,-9-1-1,14 3-16,1 0-1,-1-1 1,0 2 0,0-1-1,0 0 1,1 0 0,-1 1-1,0 0 1,0 0 0,1 0-1,-1 1 1,0-1 0,1 0 0,0 1-1,-1-1 1,1 1 0,-1 0-1,1 1 1,0-1 0,-2 4-1,-9 8 3,2 0-1,-1 1 0,2 0 0,1 0 1,-13 25-1,-31 89 12,49-117-2,-73 233-24,40-118 248,6-30 463,11-40 182,3 1 0,-9 64 0,22-97-545,-2 8 365,8-31-426,2-9-920,0-17-3307,-2-9-878</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2"/>
    </inkml:context>
    <inkml:brush xml:id="br0">
      <inkml:brushProperty name="width" value="0.025" units="cm"/>
      <inkml:brushProperty name="height" value="0.025" units="cm"/>
    </inkml:brush>
  </inkml:definitions>
  <inkml:trace contextRef="#ctx0" brushRef="#br0">1 39 4425,'0'0'2077,"13"-8"6372,-8 5-7823,-1 1 0,1 0 0,0 0 0,9-4 0,1 4 98,1 1 0,-1 0 0,1 1 0,24 3 0,13 0 93,27-5 455,95-12 1,-122 12 810,-55 3-1488,-7-1-827,6 0-3780,9 11-12267</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3"/>
    </inkml:context>
    <inkml:brush xml:id="br0">
      <inkml:brushProperty name="width" value="0.025" units="cm"/>
      <inkml:brushProperty name="height" value="0.025" units="cm"/>
    </inkml:brush>
  </inkml:definitions>
  <inkml:trace contextRef="#ctx0" brushRef="#br0">270 37 2985,'-21'-16'9428,"-2"5"-3551,16 9-5153,0 0 0,1 1 0,0 0-1,-2-1 1,-10 1 0,9 1-552,-1 0 0,1 1 1,1-1-1,-1 2 0,-1 0 0,2 0 0,-1 0 0,0 1 0,-14 6 1,17-6-117,0 1 1,1-1-1,-1 1 1,2 0-1,-1 0 1,0 0-1,1 0 1,-1 1-1,2 0 1,-1 0-1,-4 6 1,7-9-63,0 0 1,0 0-1,-1 0 1,2 0-1,-1 0 1,0-1-1,0 1 1,1 0-1,0 0 1,0 0-1,0 0 1,-1 0-1,1 0 1,1 0-1,-1 0 1,0 0-1,0 0 1,0 0-1,1 0 1,0 0-1,0 0 1,-1 0-1,2 0 1,-1-1-1,0 1 1,0 0-1,0-1 1,1 1-1,-1 0 1,1-1-1,-1 0 1,1 1-1,0-1 1,-1 0-1,5 3 1,0-2 27,-1 0 0,1 1 0,0-2 0,-1 1 0,1-1 0,1 1 0,-1-1 1,0 0-1,1-1 0,-2 0 0,2 0 0,-1 0 0,9-2 0,-5 1 5,0-1 0,1 0 0,-1-1-1,0 0 1,-1-1 0,1 1 0,11-7 0,-20 9-7,1 0 0,1-1 0,-2 1 0,1 0 0,0-1 0,-1 0 0,1 1 1,-1-1-1,1 0 0,-1 0 0,0 1 0,0-1 0,0 0 0,0 0 0,0 0 0,-1-1 0,1 1 0,0 0 1,-1 0-1,0 0 0,1 0 0,-1 0 0,0 0 0,0 0 0,-1-1 0,1 1 0,-1 0 0,0 0 1,1 0-1,0 0 0,-2 1 0,1-1 0,-2-4 0,1 2-141,0 0 0,0 0 0,-1 1 0,1-1 0,-1 0 0,-1 1 0,1 0 0,-1 0 0,1-1-1,-1 2 1,0-1 0,1 0 0,-2 1 0,1-1 0,-7-1 0,10 4-574,0-1 505,4 2-6130,15 0-1114</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4"/>
    </inkml:context>
    <inkml:brush xml:id="br0">
      <inkml:brushProperty name="width" value="0.025" units="cm"/>
      <inkml:brushProperty name="height" value="0.025" units="cm"/>
    </inkml:brush>
  </inkml:definitions>
  <inkml:trace contextRef="#ctx0" brushRef="#br0">21 107 2240,'0'0'728,"-1"0"0,0 0 0,0 0 0,1 0-1,-2 0 1,2 0 0,-1 0 0,0 0-1,0 0 1,1-1 0,0 1 0,-1-1-1,0 1 1,0 0 0,1-1 0,-1 1-1,0-1 1,1 1 0,-1 0 0,1-1-1,-1 0 1,0-1 0,-4-2 1570,28 10 1208,-19-2-3392,0 0 1,0-1-1,-1 1 1,1 1-1,-1-1 1,0 1-1,0-1 1,0 1 0,-1-1-1,0 2 1,2 5-1,-2-7-102,-2 0-1,2-1 1,-1 2 0,-1-1-1,1 0 1,-1 1-1,0-2 1,0 2-1,-1-1 1,1 1 0,-1-1-1,0-1 1,0 2-1,-2 4 1,2-9 0,1 0 0,0 0 1,-1 0-1,1 0 0,-1 1 0,1-1 0,0 0 1,0 0-1,-1 0 0,1 1 0,-1-1 1,0 0-1,1 0 0,0 0 0,0 0 0,-1 0 1,1 0-1,-1 0 0,1 0 0,0 0 1,0 0-1,-1 0 0,0-1 0,1 1 0,-1 0 1,1 0-1,0 0 0,0-1 0,-1 1 1,1 0-1,0 0 0,-1 0 0,1 0 0,-1-1 1,1 1-1,0-1 0,0 1 0,0 0 0,-14-12 153,10 8-152,1-1 0,0 1 0,0-1 0,0 1 0,1-2 0,0 2 0,-1-2 0,2 1 0,-1 0-1,2 0 1,-2 0 0,1-1 0,1 1 0,0 0 0,0-1 0,0 1 0,1 0 0,1 0 0,1-9-1,0 7-19,0 0 0,-1 0 0,1 0 0,1 1 0,1-1 0,-1 1 0,0 0 0,2 0 0,-1 0 0,1 0-1,-1 1 1,2 0 0,10-8 0,-15 13-216,0-2-1,0 2 1,1-1 0,-1 0-1,1 1 1,-1-1 0,1 0-1,-1 1 1,0 0 0,0 0-1,1 0 1,3 0 0,8-1-3407,14-1-3829</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5"/>
    </inkml:context>
    <inkml:brush xml:id="br0">
      <inkml:brushProperty name="width" value="0.025" units="cm"/>
      <inkml:brushProperty name="height" value="0.025" units="cm"/>
    </inkml:brush>
  </inkml:definitions>
  <inkml:trace contextRef="#ctx0" brushRef="#br0">400 43 2841,'2'-7'7533,"2"-1"-4436,-3 6-2889,-1 2-1,1-2 0,0 2 1,-1-2-1,1 2 0,-1-2 1,0 1-1,1 0 0,-1 0 1,0 0-1,1-1 0,-1 1 1,0 0-1,0 0 0,0 0 0,0 0 1,-1-1-1,1 0 0,-1 2-26,0-1-1,0 0 1,0 1-1,0 0 1,0-1-1,0 0 0,0 1 1,0 0-1,0 0 1,-1 0-1,2 0 1,-2-1-1,1 1 1,0 0-1,-1 0 0,2 1 1,-2-1-1,1 0 1,0 0-1,0 0 1,-2 1-1,-26 7 358,4 1-344,2 1 1,-1 1-1,1 0 1,1 2-1,0 0 1,2 2-1,0 0 1,0 1-1,1 0 1,2 2-1,-17 20 1,22-24-50,1 2 0,1 0 0,0-1 0,1 2 0,2 0 0,-8 24 0,11-27-69,1 0 0,1 0 0,-1 0 0,3 0 0,-1 0 0,2 1 0,-1-2 0,8 27 0,-6-29 46,2-1 1,-1 0-1,2 1 1,-1-2-1,10 14 1,-11-18-34,0-1 1,0 1 0,1-2 0,0 1 0,-1 0 0,2 0-1,-1-1 1,1 0 0,-1 0 0,1 0 0,0 0 0,0 0-1,7 2 1,22 7 522,-33-12-649,0 0-1,-1 0 0,1-1 0,-1 1 1,0 0-1,1 0 0,-1 0 0,1 0 1,-1-1-1,1 1 0,-1 0 1,0-1-1,0 1 0,1 0 0,-1 0 1,1-1-1,-1 0 0,0 1 0,1 0 1,-1 0-1,0-1 0,0 1 0,0-1 1,0 1-1,0 0 0,0-1 0,0 0 1,1 1-1,-1-1 0,0-1-737,2 0-42,-2 1 40,1 0-1,0-1 0,0 1 0,0 0 0,0 0 1,0 0-1,0-1 0,0 2 0,0-2 0,3 0 1,20-7-8625</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6"/>
    </inkml:context>
    <inkml:brush xml:id="br0">
      <inkml:brushProperty name="width" value="0.025" units="cm"/>
      <inkml:brushProperty name="height" value="0.025" units="cm"/>
    </inkml:brush>
  </inkml:definitions>
  <inkml:trace contextRef="#ctx0" brushRef="#br0">112 21 3601,'-3'-15'11455,"3"14"-11214,0 1-1,-1 0 1,1 0-1,0-1 1,0 1-1,-1-1 1,1 1-1,0 0 1,-1 0-1,1 0 1,0-1 0,0 1-1,0 0 1,-1-1-1,1 1 1,-1 0-1,1 0 1,0 0-1,0 0 1,-1 0-1,1 0 1,-1-1-1,0 1 1,0 1-42,-1-1-1,1 0 1,-1 0 0,1 1 0,-1 0-1,2-1 1,-2 1 0,1 0 0,-1-1-1,2 1 1,-2 0 0,1 0 0,0 0-1,0 0 1,0 0 0,0 0 0,-1 1 0,-9 12 336,-1-1 0,-12 22 0,20-29-553,1 0-1,0 0 1,0 0 0,1 1-1,-1-1 1,2 1 0,-1 0-1,-1 12 1,3-18-64,0-1 0,0 0 0,0 0 0,0 1 0,0-1 0,0 0 0,0 0 1,0 0-1,0 0 0,0 0 0,0 0 0,0 0 0,0 1 0,0-1 0,0 0 0,0 0 0,0 1 0,0-1 0,0 0 1,0 0-1,0 0 0,0 0 0,0 0 0,-1 0 0,1 0 0,0 0 0,0 0 0,0 0 0,-1 1 0,1-1 0,0 0 1,0 0-1,0 0 0,-1 0 0,1 0 0,0 0 0,0 0 0,0 0 0,0 0 0,0 0 0,-1 0-131,1 0-1,0 0 1,0 0-1,-1 0 1,1-1-1,0 1 1,0 0-1,-1 0 0,1 0 1,0 0-1,0 0 1,0 0-1,0 0 1,0 0-1,0 0 1,0-1-1,0 1 1,0 0-1,0 0 1,0-1-1,0 1 1,0 0-1,0 0 0,-1 0 1,1 0-1,0 0 1,0-1-1,0 1 1,0 0-1,0 0 1,1-1-1,-1 1 1,0 0-1,0 0 1,0 0-1,0 0 1,0 0-1,0 0 0,0-1 1,6-12-7589</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7"/>
    </inkml:context>
    <inkml:brush xml:id="br0">
      <inkml:brushProperty name="width" value="0.025" units="cm"/>
      <inkml:brushProperty name="height" value="0.025" units="cm"/>
    </inkml:brush>
  </inkml:definitions>
  <inkml:trace contextRef="#ctx0" brushRef="#br0">13 11 3961,'-5'-4'14803,"-2"-2"-13011,6 6-607,1 3-953,0 4-232,4 3-256,2 7-1497,1 2-2912,9 24-4673</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8"/>
    </inkml:context>
    <inkml:brush xml:id="br0">
      <inkml:brushProperty name="width" value="0.025" units="cm"/>
      <inkml:brushProperty name="height" value="0.025" units="cm"/>
    </inkml:brush>
  </inkml:definitions>
  <inkml:trace contextRef="#ctx0" brushRef="#br0">4 69 3889,'-2'-6'6067,"1"-9"-1184,1 15-4697,-1-1 0,1 0 0,0 1 0,0 0 0,0-1 0,0 0 0,0 1 0,0-1 0,0 0 1,1 1-1,-1 0 0,0-1 0,0 0 0,0 1 0,0-1 0,1 1 0,-1-1 0,0 1 0,1-1 0,-1 1 0,1-1 0,-1 1 0,0 0 1,1-1-1,0 0 0,-1 1 0,1 0 0,-1 0 0,0 0 0,1-1 0,0 1 0,0-1 0,2 3 90,-2 0 1,1 0-1,-1 0 0,0 0 1,0 0-1,1 0 0,-2 0 1,1 0-1,0 0 0,1 5 0,1 6-104,-1 1-1,0 0 0,-1 0 0,-3 24 0,1-5-128,32-94-137,-24 48 54,0-1 1,1 1 0,1 1 0,0-1 0,0 2 0,2-1-1,21-19 1,-32 31 43,0-1 0,1 1 0,-1 0 0,1 0 0,-1 0-1,0-1 1,0 1 0,0-1 0,1 1 0,-1 0 0,1 0 0,0 0 0,-1 0-1,0 0 1,0 0 0,1-1 0,-1 1 0,1 0 0,-1 0 0,0 0-1,1 0 1,-1 0 0,1 0 0,0 0 0,-1 0 0,0 0 0,0 0 0,2 1-1,-1-1 9,-1 0 0,0 1-1,0 0 1,0-1 0,1 1 0,-1 0-1,0-1 1,0 0 0,1 1-1,-1 0 1,0-1 0,0 1-1,0 0 1,0-1 0,0 1-1,-1 0 1,-6 29 360,7-28-352,-9 23 222,7-22-197,-1 1 1,1 0-1,1 1 1,-1-1 0,1 0-1,0 1 1,0 0-1,1-1 1,0 8 0,0-11-66,0-1 0,0 0 0,0 0 0,0 0 0,0 0 0,0 0 0,0 1 0,0-1 0,1 0 0,-1 0 0,0 1 0,0-1 0,0 0 0,1 0 0,-1 0 0,0 0 0,0 0 0,0 0 0,0 0 0,0 0 0,1 0 0,-1 0 0,0 0 0,0 0 0,1 1 0,-1-1 0,0 0 0,1 0 0,-1 0 0,0 0 0,0 0 0,0 0 0,0 0 0,1 0 0,-1-1 0,0 1 1,0 0-1,1 0 0,-1 0 0,0 0 0,1 0 0,-1 0 0,0 0 0,0 0 0,0 0 0,12-6-2243,-10 5 1850,16-10-3847,27-13-2425</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89"/>
    </inkml:context>
    <inkml:brush xml:id="br0">
      <inkml:brushProperty name="width" value="0.025" units="cm"/>
      <inkml:brushProperty name="height" value="0.025" units="cm"/>
    </inkml:brush>
  </inkml:definitions>
  <inkml:trace contextRef="#ctx0" brushRef="#br0">211 37 4009,'3'-19'9618,"-3"18"-9274,1 0 0,-1 0 0,0 0 1,0 0-1,0 0 0,-1 0 0,1 0 0,0 1 0,0-1 0,-1 0 1,1 0-1,-1 0 0,1 0 0,0 1 0,-1-1 0,1 0 0,-1 0 1,0 0-1,1 1-226,-1 0 0,1 0 0,-1 0 0,1-1 0,0 1 0,0 0 0,0 0 0,-1 0 0,1 0 0,-1 0 0,1 0 0,-1 1 0,1-1 0,0 0 0,0 0 0,0 0 0,-1 0 0,1 0 0,-1 0 0,1 0 0,0 0 0,-1 0 0,1 1 0,0-1 0,0 0 0,0 0 0,0 1 0,-1-1 0,1 0 0,0 0 0,-1 1 0,-6 9 736,5-8-590,-8 12 400,-27 36 464,-41 76 1,65-102-1101,1 0 1,2 1 0,0 0 0,-8 45 0,18-69-45,-1 0 0,1 0 0,0 0 0,0 1 0,0-1 1,0 0-1,0 0 0,1 0 0,-1 1 0,0-1 0,0 0 1,1 0-1,-1 0 0,1 0 0,0 0 0,-1 0 0,1 0 1,0 0-1,0 0 0,-1 0 0,1 0 0,1 0 0,-2 0 0,1 0 1,1-1-1,-2 1 0,2 0 0,-1-1 0,0 1 0,0 0 1,0-1-1,1 0 0,-1 1 0,0-1 0,0 0 0,1 1 0,-1-1 1,1 0-1,-1 0 0,0 0 0,3 0 0,6 0-332,0-1 0,1 0 0,-1 0 0,13-4 0,-19 5 113,38-11-2642,-16 1-2157,-22 6 747,-10-3-1701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0"/>
    </inkml:context>
    <inkml:brush xml:id="br0">
      <inkml:brushProperty name="width" value="0.025" units="cm"/>
      <inkml:brushProperty name="height" value="0.025" units="cm"/>
    </inkml:brush>
  </inkml:definitions>
  <inkml:trace contextRef="#ctx0" brushRef="#br0">35 25 2785,'-3'-3'3134,"-5"-4"2713,7 5-5438,-1 2 0,2-1 0,-2 0 0,1 1 0,0-1 0,0 1 0,-1 0 0,1-1 0,-1 0 0,1 1 0,0 0 0,-1 0 0,1 0 0,-1 0 0,1 0 0,-2 0 0,50-2 5610,2 0-3630,-7-1-1817,74 4 0,-108 1-291,-12 1-195,-2-2-1829,6-1 1456,-1 0-1,1-1 1,0 1 0,-1 0 0,0 0 0,1 0-1,-1 0 1,1 0 0,0 1 0,-1-1 0,0 0-1,1 0 1,0 0 0,0 0 0,-1 0 0,0 0 0,1 0-1,-1 1 1,1-1 0,0 1 0,0-1 0,-1 0-1,1 0 1,-1 0 0,1 1 0,-1-1 0,1 1-1,-13 12-6931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1"/>
    </inkml:context>
    <inkml:brush xml:id="br0">
      <inkml:brushProperty name="width" value="0.025" units="cm"/>
      <inkml:brushProperty name="height" value="0.025" units="cm"/>
    </inkml:brush>
  </inkml:definitions>
  <inkml:trace contextRef="#ctx0" brushRef="#br0">2 88 2929,'4'2'-398,"1"2"9302,-9-7-6157,-2-3 2459,13 2-3780,3-1-1516,36-19 224,-20 11-53,39-25-1,-65 38-43,-91 70 1589,89-68-1618,0-1 0,1 1 1,-1 0-1,0 0 0,1 0 0,-1 0 0,1 0 0,0 1 0,0-1 0,0 0 1,0 0-1,0 0 0,0 1 0,1-1 0,0 1 0,0-1 0,-1 0 0,1 1 1,0-1-1,1 0 0,-1 1 0,0 0 0,0-1 0,1 0 0,0 0 0,0 1 0,2 3 1,0-2 1,-1 0 0,1 0 1,1 0-1,0 0 0,0 0 0,-1-1 1,2 1-1,-1-1 0,1 0 1,-1 0-1,1-1 0,5 4 1,6 1-81,28 12 261,-41-17-345,0-2 0,1 2 1,-1-2-1,1 1 0,-1 0 1,0-1-1,1 0 0,-1 0 1,1 0-1,-1 0 0,5 0 1,-7-1-131,1 0 1,-1 1 0,1 0 0,-1-1 0,1 0 0,-1 0 0,1 0 0,-1 1-1,3-3 1,23-21-5163</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2"/>
    </inkml:context>
    <inkml:brush xml:id="br0">
      <inkml:brushProperty name="width" value="0.025" units="cm"/>
      <inkml:brushProperty name="height" value="0.025" units="cm"/>
    </inkml:brush>
  </inkml:definitions>
  <inkml:trace contextRef="#ctx0" brushRef="#br0">98 45 3937,'-2'10'6954,"-4"2"-3291,4-8-3095,0 0 0,0 0 0,-1-1 0,1 1 0,-1 0 1,-7 5-1,10-9-510,-1 0 1,1 0-1,-1 1 0,0-1 1,1 0-1,-1 0 1,1 0-1,-1 0 1,0 0-1,0 0 1,1 0-1,0 0 0,-1 0 1,0 0-1,0 0 1,1 0-1,0 0 1,-1-1-1,0 1 0,1 0 1,-1 0-1,1 0 1,-1-1-1,0 1 1,1-1-1,0 1 1,-1 0-1,1 0 0,-1-1 1,1 0-1,-1 1 1,1 0-1,0-1 1,0 0-1,-1 1 1,-14-22 533,13 18-381,1 3-192,0-1 1,1 1-1,0-1 1,-1 0 0,1 1-1,-1-1 1,1 1-1,0-1 1,0 0-1,0 1 1,0-1-1,0 0 1,1 1-1,-1 0 1,1-1-1,-1 0 1,0 0-1,1 1 1,0 0-1,0-1 1,0 0-1,0 1 1,0 0-1,0 0 1,0-1-1,0 1 1,1 0-1,-1 0 1,4-2-1,-4 1-23,1 0 0,1 1 0,-1 0 0,1-1 0,-1 1 0,0 0-1,1 0 1,-1 0 0,1 0 0,0 1 0,-1-1 0,1 0 0,0 1 0,0 0-1,0 0 1,0 0 0,-1 0 0,1 0 0,5 0 0,-7 1 13,-1-1 1,1 1 0,-1-1 0,1 0-1,0 1 1,-1 0 0,1-1 0,0 0-1,-1 1 1,0-1 0,1 1 0,-1 0-1,1-1 1,0 1 0,-1 0 0,0-1-1,0 1 1,0 0 0,1-1 0,-1 1-1,0 0 1,0 0 0,0 0 0,0-1-1,0 1 1,0 0 0,0-1 0,0 2-1,-4 23 507,3-21-449,-1 3 116,0 0 0,-1 0 0,0 0-1,0-1 1,-1 1 0,-8 10 0,11-16-149,-1 0 1,1 1-1,0-1 1,0 0-1,-1 1 1,1-1-1,-1 0 1,1 0-1,-2 0 0,2 0 1,-1 0-1,0 0 1,1 0-1,-4 0 1,4-1-26,-1 0 1,1 0 0,-1 0-1,1 0 1,-1-1 0,1 1-1,0 0 1,0 0 0,-1 0-1,1-1 1,-1 0 0,2 1-1,-2 0 1,1-1 0,0 0-1,-1 1 1,2-2 0,-2 2-1,1-1 1,0 0 0,0 0-1,0 0 1,-1-1 0,0-2 2,0 1 1,0-1-1,-1 1 1,1-1 0,1 0-1,-1 0 1,1 0 0,-1 0-1,1 0 1,1 0-1,-1 0 1,1 0 0,0 0-1,0-1 1,1-3 0,-1 6-11,0 0 0,0 0 1,0 0-1,0 0 1,1 0-1,0 0 1,0 0-1,-1 0 1,1 0-1,0 0 1,0 0-1,0 0 1,1 1-1,-1-1 1,0 1-1,0-1 1,2 0-1,-2 1 1,0 0-1,1-1 1,0 1-1,0 0 1,0 0-1,0 0 1,0 0-1,0 0 1,0 0-1,0 1 1,0-1-1,1 0 1,-1 1-1,3-1 1,-4 1 11,0 0 0,0 0 0,1 0 0,-2 0 0,2 0 0,-1 0 1,0 0-1,0 0 0,0 1 0,1-1 0,-2 0 0,2 0 0,-1 1 0,-1-1 0,2 1 1,-1-1-1,0 1 0,0 0 0,0-1 0,-1 1 0,1 0 0,0-1 0,-1 1 0,1 0 1,0-1-1,0 1 0,-1 0 0,1 0 0,0 0 0,-1 0 0,1 0 0,-1 0 0,0 0 1,0 1-1,1 2-363,0 0-1,-1 0 1,1 0 0,-2 0 0,1 0 0,-1 0 0,-1 6 0,2-7-4855</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3"/>
    </inkml:context>
    <inkml:brush xml:id="br0">
      <inkml:brushProperty name="width" value="0.025" units="cm"/>
      <inkml:brushProperty name="height" value="0.025" units="cm"/>
    </inkml:brush>
  </inkml:definitions>
  <inkml:trace contextRef="#ctx0" brushRef="#br0">51 1 4297,'-15'11'1680,"14"-10"-1551,1-1 0,0 1 0,-1 0 0,0-1 0,1 0 0,-1 1 0,0-1 0,0 1 0,1-1 0,-1 0-1,0 0 1,0 1 0,1-1 0,-1 0 0,0 0 0,0 1 0,1-1 0,-3 0 0,0-6 4642,3 6-4643,0 0 0,0 0 1,0-1-1,0 1 0,0 0 1,0-1-1,0 1 0,0 0 0,-1 0 1,1 0-1,0-1 0,0 1 1,0 0-1,-1 0 0,1 0 1,0 0-1,0-1 0,0 1 1,0 0-1,0 0 0,-1-1 1,1 1-1,0 0 0,-1 0 1,1 0-1,0 0 0,-1 0 1,1 0-1,0 0 0,0 0 1,0 0-1,-1 0 0,1 0 1,0 0-1,-1 0 0,1 0 1,-1 0-1,1 0 0,0 0 1,0 0-1,0 0 0,-1 0 1,1 0-1,0 0 0,-1 0 1,1 0-1,0 0 0,-1 0 1,1 0-1,0 1 0,0-1 1,0 0-1,0 0 0,-1 1 1,1-1-1,0 0 0,0 0 1,-1 0-1,1 0 0,0 1 1,0-1-1,-1 1 6,1-1 1,0 1 0,-1-1-1,0 1 1,1 0-1,-1-1 1,1 2 0,0-2-1,0 1 1,0 0-1,0-1 1,0 1 0,-1 0-1,1-1 1,0 2-1,0-2 1,0 1-1,1 0 1,-1-1 0,0 2-1,0-1-92,0-1 0,0 1 0,0-1 0,0 0 0,0 1 0,1-1 0,-1 1 0,0-1 0,1 0-1,-1 1 1,1-1 0,-1 0 0,0 0 0,0 1 0,0-1 0,1 1 0,-1-1 0,1 0 0,0 0 0,-1 0 0,0 1 0,0-1-1,1 0 1,0 0 0,-1 0 0,1 1 0,-1-1 0,0 0 0,1 0 0,0 0 0,-1 0 0,1 0 0,-1 0 0,0 0 0,2 0-1,30-4 148,-1 1-1,63 3 0,-14 0-156,-30 0-7,-35 1-8,1-1 1,-1-1 0,1 1-1,19-5 1,-36 6-94,-15 1-9801,-6 1 4049</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4"/>
    </inkml:context>
    <inkml:brush xml:id="br0">
      <inkml:brushProperty name="width" value="0.025" units="cm"/>
      <inkml:brushProperty name="height" value="0.025" units="cm"/>
    </inkml:brush>
  </inkml:definitions>
  <inkml:trace contextRef="#ctx0" brushRef="#br0">10 1 3681,'-10'11'1411,"11"-11"-1120,-1 0-1,1 0 1,-1 0 0,1 0 0,0 0 0,-1 0 0,0 0-1,1 0 1,0 0 0,-1 0 0,1-1 0,-1 1 0,0 0 0,1 0-1,0 0 1,-1 0 0,1-1 0,-1 1 0,1 0 0,0-1-1,-1 1 0,1-1-1,-1 1 1,0 0 0,1 0 0,0-1 0,0 1 0,-1 0 0,0 0 0,1-1 0,0 1 0,-1 0 0,0 0 0,1 0 0,0 0 0,0 0 0,-1 0 0,1 0 0,0 0 0,-1 0 0,2 0 0,12 5 1040,0-1-1,0-1 1,1 0 0,27 1 0,40-3-754,-43-1-239,73 7 0,-107-6-258,1-1 0,-1 1 1,0-1-1,1 0 0,-1 0 0,0-1 1,0 1-1,1-1 0,-1 0 0,1 0 1,-1 0-1,0 0 0,-1-1 0,2 0 1,3-3-1,-7 3-184,-8 4 1449,1-1-2063,10-4-6164,9-4 834</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5"/>
    </inkml:context>
    <inkml:brush xml:id="br0">
      <inkml:brushProperty name="width" value="0.025" units="cm"/>
      <inkml:brushProperty name="height" value="0.025" units="cm"/>
    </inkml:brush>
  </inkml:definitions>
  <inkml:trace contextRef="#ctx0" brushRef="#br0">273 94 3713,'3'-2'7165,"-9"-3"-5180,-7-6 1999,7 5-2882,0 1-1,0 0 1,-13-8-1,17 11-993,0 1-1,0 0 1,-1 0-1,1 0 1,-1 0-1,0 0 1,0 1-1,1-1 1,-1 1-1,0-1 1,1 1-1,-1 0 1,0 0-1,0 0 0,-5 1 1,-1 1-17,0 1 1,0-1-1,1 1 1,-1 0-1,0 1 1,1 0-1,0 1 1,0-1-1,0 1 1,1 0-1,0 0 0,0 1 1,0 0-1,1 1 1,0-1-1,0 1 1,1 0-1,0 0 1,0 0-1,2 1 1,-2-1-1,2 1 1,-4 11-1,5-10-67,-1-1-1,2 1 1,-1-1-1,2 2 1,-1-2 0,2 16-1,-1-19-17,2 0 0,-1 1-1,1-2 1,0 1 0,0 0 0,1 0 0,-1 0-1,1-1 1,0 1 0,0 0 0,1-2-1,5 7 1,-2-2 9,1-1 0,0-1 0,0 1 0,1-1 0,0 0 0,0-1 0,14 6 0,-19-9-13,0-1-1,1 1 1,0-1 0,-1 0 0,2 0 0,-1 0 0,-1-1 0,1 0 0,1 1 0,-1-2 0,0 1 0,-1 0 0,2-1 0,-1 0-1,-1 0 1,1 0 0,0-1 0,6-2 0,-1 0 38,1-1 0,-2-1 0,1 1 0,-1-1 0,0-1 0,0 0 0,-1 0 0,0-1 0,0 0 0,7-10 0,-9 11 25,-1 0 0,0-1 0,-1 0 0,1 0-1,-1 0 1,-2 0 0,1-1 0,0 1 0,-1-1 0,-1 1-1,1-2 1,-1-11 0,-2 6-19,-1 0 1,1-1-1,-7-20 0,6 30-29,-1 0 0,1 0 0,0 0 0,-1 0 0,-1 1 0,1 0 0,0 0 0,-2-1 0,1 1 0,0 0 0,-9-6 0,10 9 0,-1-1 0,0 1-1,0-1 1,-1 1-1,2 1 1,-2-1 0,1 1-1,-1 0 1,1-1-1,-1 2 1,0-2-1,1 2 1,-1 0 0,0-1-1,1 1 1,-1 1-1,0-1 1,1 0-1,-1 1 1,-6 2 0,-1-1 85,0 2 1,1 0-1,-1 0 1,1 1-1,1 1 1,-18 9-1,24-11-85,8-4-39,7 0-240,37 21-5616,8-2-516</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6"/>
    </inkml:context>
    <inkml:brush xml:id="br0">
      <inkml:brushProperty name="width" value="0.025" units="cm"/>
      <inkml:brushProperty name="height" value="0.025" units="cm"/>
    </inkml:brush>
  </inkml:definitions>
  <inkml:trace contextRef="#ctx0" brushRef="#br0">79 41 3609,'0'0'122,"0"1"1,-1-1 0,1 0-1,-1 1 1,0-1 0,1 1-1,0-1 1,0 0-1,-1 0 1,0 1 0,1-1-1,-1 0 1,1 1 0,-1-1-1,1 0 1,-1 0-1,1 0 1,-1 0 0,1 0-1,-1 0 1,0 0 0,1 0-1,-1 0 1,1 0 0,-1 0-1,0 0 1,1 0-1,0 0 1,-1 0 0,0 0-1,0 0 1,1 0 0,0-1-1,-1 1 1,0-1-1,1 1 1,-1 0 0,1 0-1,0 0 1,-1-1 0,1 0-1,-1 1 1,1 0-1,-1 0 1,1-1 0,0 0-1,0 1 1,0 0 0,-1-2-1,0 1 255,0 0 0,0-1 0,0 0-1,0 1 1,0-1 0,0 1 0,1-1-1,0 1 1,-1-1 0,1 0 0,0 0 0,-1 0-1,1 1 1,0-1 0,1-2 0,-2 4-256,1 0 0,0-1 0,0 1 0,0-1 0,0 1 1,0 0-1,0 0 0,0-1 0,1 1 0,-1-1 0,0 1 1,0 0-1,0 0 0,0 0 0,0-1 0,1 1 0,-1-1 0,0 1 1,0 0-1,0 0 0,0 0 0,0-1 0,1 1 0,-1 0 1,1-1-1,-1 1 0,0 0 0,1 0 0,-1 0 0,0 0 0,0 0 1,1 0-1,-1-1 0,1 1 0,-1 0 0,0 0 0,1 0 0,7 11 1616,2 24-970,-10-34-651,1-1-79,-1 2 0,0-2 0,0 1 0,0 0 1,0 0-1,0 0 0,0 0 0,0 0 1,0 0-1,0 0 0,0 0 0,0 0 0,0 0 1,0 0-1,0 0 0,-1-1 0,0 2 0,1-2 4,0 1 0,-1-1 0,1 0-1,-1 1 1,1-1 0,-1 0-1,1 0 1,0 0 0,0 0-1,-1 0 1,1 0 0,-1 0-1,1 0 1,-1 0 0,1 0-1,0 0 1,-1 0 0,1 0 0,-1 0-1,0 0 1,1 0 0,0 0-1,0 0 1,-1 0 0,1 0-1,-1 0 1,0-1 0,-2 0 23,1-1 0,-1 1 1,1-1-1,-1 1 0,1-1 1,0 0-1,-1 0 0,2 0 0,-1 0 1,-3-3-1,4 3-61,0 0 0,0 0 0,0 0 1,0-1-1,0 1 0,1 0 0,-1 0 0,0-4 0,1 6-7,0 0 1,0-1-1,0 1 0,0 0 1,0-1-1,0 1 0,0 0 1,0 0-1,0 0 0,0-1 1,0 1-1,1 0 1,-1-1-1,0 1 0,0 0 1,0 0-1,1 0 0,-1 0 1,0 0-1,0-1 0,0 1 1,0 0-1,0-1 0,0 1 1,1 0-1,-1 0 0,0 0 1,1 0-1,0 0 0,-1 0-4,1 0-1,0 0 1,0 0-1,0 0 0,0 0 1,0 0-1,-1 0 1,2 1-1,-2-1 0,1 1 1,0-1-1,0 0 1,-1 1-1,3 0 0,-2 1 13,1-1 0,-1 0 0,1 1 0,-2 0 0,2-1 0,-1 0 0,0 1 0,0 0-1,0-1 1,-1 1 0,1 0 0,0 0 0,-1 0 0,0 0 0,0 0 0,0 0-1,1 0 1,-1-1 0,-1 1 0,1 0 0,0 0 0,0 0 0,0 0 0,-1 0 0,0-1-1,1 1 1,-1 0 0,0-1 0,0 1 0,0-1 0,0 1 0,0 0 0,-1-1 0,-1 3-1,2-4 15,0 1-1,0-1 0,0 0 1,0 0-1,-1 1 0,2-1 1,-2 0-1,2 1 0,-2-1 1,1 0-1,0 0 0,0 0 0,0 0 1,0 0-1,-1-1 0,2 1 1,-2 0-1,1-1 0,0 1 1,0 0-1,0-1 0,0 1 1,0-1-1,0 1 0,0-1 0,0 0 1,1 1-1,-2-1 0,1 0 1,0 0-18,0 0 0,0 1 0,1 0 0,-1-1 0,0 0 0,1 1 0,-1-1 0,1 1 1,-1-1-1,1 0 0,-1 1 0,0-1 0,1 0 0,0 1 0,0-1 0,0 0 0,-1 0 0,1 0 0,0 1 1,0-2-1,0 2 0,0-1 0,0 0 0,0 1 0,0-2 0,0 2 0,0-1 0,0 0 0,1 0 1,-1 0-1,0 1 0,0-1 0,1 0 0,-1 1 0,1-1 0,-1 1 0,1-2 0,24-14-24,-24 15 20,0 0 0,1 0 0,-2 1 0,2-1 0,-1 1 0,1-1-1,-1 1 1,1 0 0,-1-1 0,0 1 0,0 0 0,1-1-1,-1 1 1,1 0 0,-1 0 0,1 0 0,-1 1 0,4 0 0,-26 13 1041,17-21 149,3 4-4059,5 7-1664,7 8-1927</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7"/>
    </inkml:context>
    <inkml:brush xml:id="br0">
      <inkml:brushProperty name="width" value="0.025" units="cm"/>
      <inkml:brushProperty name="height" value="0.025" units="cm"/>
    </inkml:brush>
  </inkml:definitions>
  <inkml:trace contextRef="#ctx0" brushRef="#br0">346 43 2737,'-10'-4'11477,"5"1"-5736,16 3-4114,-20 6-786,-1-1-1,-14 7 1,22-12-810,-1 1 1,0 0-1,0-1 0,0 1 1,0-1-1,1 0 1,-1 1-1,-2-2 0,4 1-23,1 0 0,0 0 0,0 0 0,-1 0 0,1 0 0,0 0 0,-1-1 0,1 1 0,-1 0 0,1 0 0,0 0 0,0 0 0,0 0 0,0 0 0,-1-1 0,1 1 0,0 0 0,-1-1 0,1 1 0,0 0 0,0 0-1,-1 0 1,1-1 0,0 1 0,0-1 0,0 0 2,0 0 0,0 1 0,0-2 0,0 2 0,0-1 0,0 0 0,1 0 0,-1 1 0,0-2 0,1 2 0,-1-1 0,1 0 0,0-1 0,2-2 2,0 0 0,1-1 0,-1 1 0,0 0 0,9-5 0,-11 8-11,0-1-1,1 1 0,-1 0 1,2 0-1,-2 0 1,1 0-1,0 1 0,-1-2 1,2 2-1,-1-1 1,-1 0-1,1 1 0,1 0 1,-1 0-1,-1-1 1,2 1-1,-1 0 0,0 0 1,2 0-1,-3 1 7,0-1 0,0 0-1,0 0 1,0 1-1,0 0 1,-1-1 0,1 0-1,0 1 1,0 0 0,-1-1-1,1 1 1,0 0 0,-1-1-1,1 1 1,-1 0 0,1-1-1,-1 1 1,1-1-1,-1 1 1,1 0 0,-1 0-1,0 0 1,0-1 0,0 2-1,0-2 1,0 1 0,0 0-1,0 0 1,0 0-1,0 0 1,0 0 0,0-1-1,0 1 1,0 0 0,0 0-1,-1 0 1,0 1 0,0 1 51,0 0 0,-1 0 1,1 1-1,-1-2 0,1 2 1,-1-2-1,0 1 0,-4 4 1,7-8-51,0 1 0,-1-2 0,0 2 0,1-1 0,0 0 0,0 0 0,-1 0 0,0 1 0,0-2 0,1 2 0,-1-1 0,0 0 0,1 0 0,-1 0 0,0 0 1,0 0-1,0 0 0,0 0 0,0 0 0,-1 0 0,1 0 0,0 0 0,-1 0 0,1 0 0,0 0 0,0 0 0,-1 0 0,0 1 0,0-2 0,1 2 0,0-1 0,-1 1 0,0-2 0,1 2 0,-1-1 0,0 0 0,0 1 1,0 0-1,0-1 0,0 0 0,0 1 0,0 0 0,0-1 0,0 0 0,0 1 0,0 0 0,0 0 0,-1 0 0,2 0 0,-2-1 0,2 1 0,-2 0 0,1 0 0,0 0 0,0 1 0,0-1 0,0 0 0,0 0 0,0 0 0,-2 1 1,4-2-13,1 1 0,-2-1 1,2 0-1,-1 1 0,1-1 1,-1 1-1,1-1 0,-1 1 1,1 0-1,-1 0 1,1-1-1,-1 1 0,1 0 1,-1 0-1,1 0 0,-1 0 1,1 1-1,-1-1 0,1 0 1,-1 0-1,0 0 1,1 1-1,-1 0 0,1-1 1,1 2-1,-2-2 28,0 2 0,0-1-1,0 0 1,-1 0 0,2 0 0,-1 1 0,-1-1 0,0 0 0,1 0-1,0 1 1,0-1 0,-1 0 0,0 1 0,0-1 0,0 0-1,0 1 1,0 0 0,0-1 0,0 0 0,0 1 0,0-1-1,0 0 1,-1 0 0,0 3 0,-1 3 125,-1 0 0,0 0 0,-1 0 0,0 0-1,1 0 1,-2-1 0,0 0 0,0 1 0,0-1 0,0-1 0,-11 8 0,-7 5-447,-49 28 1,23-17-2283,-1 5-2569,-45 32-2638</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8"/>
    </inkml:context>
    <inkml:brush xml:id="br0">
      <inkml:brushProperty name="width" value="0.025" units="cm"/>
      <inkml:brushProperty name="height" value="0.025" units="cm"/>
    </inkml:brush>
  </inkml:definitions>
  <inkml:trace contextRef="#ctx0" brushRef="#br0">25 150 2312,'-4'8'615,"4"-8"-357,0 0 0,0 1-1,0 0 1,0-1-1,0 0 1,0 1 0,0-1-1,0 1 1,-1-1-1,1 0 1,0 1-1,-1 0 1,1-1 0,-1 0-1,1 0 1,0 1-1,0-1 1,-1 1 0,1-1-1,-1 0 1,1 0-1,0 1 1,0-1 0,-1 0-1,0 1 1,1-1-1,-1 0 1,1 0-1,0 0 1,-1 0 0,0 0-1,0 0 1,1 0-1,0 0 1,-1 0 0,1 0-1,-1 0 1,0 0-1,1 0 1,0 0-1,-1 0 1,0 0 0,1 0-1,-1 0 1,1 0-1,0-1 1,-1 1 0,0 0-1,1-1 1,-1 1-1,1 0 1,-1-1 0,7-4 3529,10-6-2499,91-42-434,-90 44-859,-2-1 1,0 0-1,0-2 1,17-16-1,-23 20 10,-7 6 0,0 1-1,-1 0 1,1-1-1,0 0 0,0 1 1,-1-1-1,0 1 1,0-1-1,2-2 0,-39 29 299,6-2-135,21-17-7,1 0 1,-1 1-1,1-1 1,-11 13-1,18-17-134,-1 0 1,1 1-1,0-1 0,-1 0 1,1 1-1,0-1 0,1 0 0,-1 0 1,0 1-1,0-1 0,1 0 0,0 0 1,0 1-1,0 0 0,0-1 1,0 0-1,0 1 0,0-1 0,1 0 1,0 0-1,0 1 0,-1-1 1,3 4-1,0 0 3,1 0 0,0 0 0,0-1 1,0 0-1,1 0 0,5 6 0,-8-9-26,0 0 0,0-1 0,0 1 0,1-1 0,-1 1 0,1-1 0,-1 0 0,0 1 1,1-2-1,-1 1 0,1 0 0,0 0 0,0-1 0,-1 0 0,1 1 0,0-1 0,0 1 0,0-1 0,2 0 0,10-2-31,-2-1-1,0 1 1,21-9-1,-4-1-3145,-21 6-900,-6-8-2001</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699"/>
    </inkml:context>
    <inkml:brush xml:id="br0">
      <inkml:brushProperty name="width" value="0.025" units="cm"/>
      <inkml:brushProperty name="height" value="0.025" units="cm"/>
    </inkml:brush>
  </inkml:definitions>
  <inkml:trace contextRef="#ctx0" brushRef="#br0">94 14 1880,'-11'-9'15253,"2"4"-7786,7 5-7134,0 0 1,1 0 0,-1 0-1,0 0 1,1 1 0,-1-1 0,1 0-1,-2 0 1,2 1 0,-1 0-1,1-1 1,0 0 0,-3 2 0,2 0-243,-27 11 558,28-13-633,0 1 0,0 0 0,-1-1 0,2 1 0,-2 0 0,1 0 0,0 0 0,0 0 0,0 0 0,0 0 1,0 0-1,0 0 0,1 0 0,-1 0 0,0 0 0,1 0 0,-1 1 0,0 1 0,30-15-676,2 4-39,-27 8-2958</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0"/>
    </inkml:context>
    <inkml:brush xml:id="br0">
      <inkml:brushProperty name="width" value="0.025" units="cm"/>
      <inkml:brushProperty name="height" value="0.025" units="cm"/>
    </inkml:brush>
  </inkml:definitions>
  <inkml:trace contextRef="#ctx0" brushRef="#br0">67 25 2889,'1'0'82,"-1"0"1,0 0-1,1 0 1,0 0-1,-1 0 1,1 0-1,-1-1 0,1 1 1,-1 0-1,1 0 1,-1-1-1,0 1 1,1 0-1,0 0 1,-1 0-1,1 0 1,-1-1-1,0 1 1,1-1-1,0 1 1,-1-8 4958,0 7-4497,-1 0 1,1 0-1,-1 1 0,1-1 0,0 0 0,-1 1 0,0-1 0,0 0 0,1 1 0,0 0 0,-1-1 0,0 0 0,1 1 0,-1 0 0,0-1 0,0 1 0,0-1 0,0 1 0,0 0 0,1 0 0,-1 0 0,-1-1 0,1 1-392,0 1 0,0-1 0,1 0 0,0 0 0,-1 0 0,0 1-1,0-1 1,1 1 0,0-1 0,-1 0 0,1 1 0,-1 0 0,1-1 0,0 0-1,0 1 1,-1 0 0,1-1 0,-1 0 0,1 1 0,0 0 0,-7 16 656,4-11-407,-3 7-69,1 1 0,1-1 0,-3 16 0,-5 20-49,9-42-288,2 1 0,-1-1-1,2 0 1,-1 13 0,4-19-2250,5 2-8007,-6 0 4990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1"/>
    </inkml:context>
    <inkml:brush xml:id="br0">
      <inkml:brushProperty name="width" value="0.025" units="cm"/>
      <inkml:brushProperty name="height" value="0.025" units="cm"/>
    </inkml:brush>
  </inkml:definitions>
  <inkml:trace contextRef="#ctx0" brushRef="#br0">13 36 2529,'0'2'4579,"-4"-4"349,-5-4 2261,34 4-3934,17-5-2521,3-1-668,-20 6-749,-18 2-1438,1 0 0,-1-1-1,11-1 1,16-5-6038</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2"/>
    </inkml:context>
    <inkml:brush xml:id="br0">
      <inkml:brushProperty name="width" value="0.025" units="cm"/>
      <inkml:brushProperty name="height" value="0.025" units="cm"/>
    </inkml:brush>
  </inkml:definitions>
  <inkml:trace contextRef="#ctx0" brushRef="#br0">77 2 2889,'2'6'543,"-3"-3"4646,-8-5 4662,3 0-9731,3-3 3290,3 5-3356,0 0 0,0 0-1,0 0 1,0 0 0,0 0 0,0 0 0,0 0-1,0 0 1,0 0 0,-1 0 0,1 0-1,0 0 1,0 0 0,0 0 0,0 0 0,0 0-1,0 0 1,0 0 0,0 0 0,-1 0-1,1 0 1,0 0 0,0 0 0,0 0 0,0 0-1,0 0 1,0 0 0,0 0 0,0 0-1,0 0 1,0 0 0,0 0 0,0 0 0,0 0-1,0 0 1,0 0 0,0 0 0,0 0 0,0 0-1,0 0 1,0 0 0,0 0 0,-1 0-1,1 0 1,0 0 0,0 0 0,0 0 0,0 0-1,0-1 1,0 1 0,0 0 0,0 0-1,0 0 1,0 0 0,0 0 0,0 0 0,0 0-1,-10 12 1378,3 0-1292,0 0 0,1 1 0,1-1 0,1 1 0,-1 0 0,2 0 0,0 1 0,1-1 0,0 17 0,1-22-503,0-7 196,1 1 1,0-1-1,0 0 0,-1 1 1,1 0-1,0-1 0,0 0 1,0 1-1,1 0 0,-1-1 0,0 0 1,0 1-1,1-1 0,0 2 1,3-5-5697,-1-2-878,0-10-258</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3"/>
    </inkml:context>
    <inkml:brush xml:id="br0">
      <inkml:brushProperty name="width" value="0.025" units="cm"/>
      <inkml:brushProperty name="height" value="0.025" units="cm"/>
    </inkml:brush>
  </inkml:definitions>
  <inkml:trace contextRef="#ctx0" brushRef="#br0">5 21 4057,'5'0'5697,"-14"-5"6325,10 4-10508,3 3-1242,1-1-1,1 0 0,-2 1 1,1-2-1,0 2 0,0-2 1,1 0-1,-1 0 0,0 0 1,8-1-1,52-10-80,-51 8 26,24-3 795,-22 5 88,-13 1-552,-5 1-57,2-1-511,1 0-1,-1 0 1,0 0-1,0 0 1,0 0-1,0 0 1,0 0-1,0 0 0,0 0 1,0 0-1,0 0 1,0 0-1,0 0 1,0 0-1,0 0 1,0 0-1,1 0 1,-1 0-1,0 1 0,0-1 1,0 0-1,0 0 1,0 0-1,0 0 1,0 0-1,0 0 1,0 0-1,0 0 1,0 0-1,0 0 0,0 0 1,0 0-1,0 0 1,0 0-1,0 1 1,0-1-1,0 0 1,0 0-1,0 0 1,0 0-1,0 0 0,0 0 1,0 0-1,0 0 1,0 0-1,0 0 1,0 0-1,0 0 1,0 0-1,0 0 1,0 0-1,0 0 0,0 0 1,0 0-1,-1 0 1,1 0-1,0 0 1,0 0-1,0 0 1,0 0-1,0 0 1,0 0-1,0 0 0,0 0 1,0 0-1,0 0 1,0 0-1,0 0 1,-1 0-1,9 2-2528,-1 1-4901,5 1 1384</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4"/>
    </inkml:context>
    <inkml:brush xml:id="br0">
      <inkml:brushProperty name="width" value="0.025" units="cm"/>
      <inkml:brushProperty name="height" value="0.025" units="cm"/>
    </inkml:brush>
  </inkml:definitions>
  <inkml:trace contextRef="#ctx0" brushRef="#br0">354 0 3913,'0'1'92,"0"-1"0,0 0 0,0 0 0,0 1 0,0-1 0,0 1 0,0-1 0,0 0 0,0 0 1,0 0-1,0 1 0,0-1 0,0 1 0,0-1 0,0 0 0,0 0 0,0 0 0,-1 1 0,1-1 0,0 0 0,-1 1 0,1-1 0,0 0 0,0 0 1,0 0-1,-1 0 0,0 1 328,1-1 1,-1 0 0,1 0 0,-1 0-1,0 0 1,1 0 0,-1-1 0,1 1-1,-1 0 1,0 0 0,1 0 0,-1 0-1,1 0 1,-1 0 0,1-1 0,-1 1-1,0-1 1,1 1 0,-4-4 6197,15 9-3872,75 34-673,-80-35-1899,0-1 0,0 1 0,0 1 0,-1-1 0,1 1 0,-1 0 0,-1-1 0,6 8 0,-7-7-34,-1-1 1,0 0-1,0 1 0,0-1 0,-1 1 1,0 0-1,1-1 0,-2 1 1,0 0-1,1 0 0,-2 8 1,-2 18 787,-8 37 1,-1-9-499,8-40-330,0 0 0,-2-1 1,-12 25-1,5-14 60,7-11-117,-2 0 0,-2-1 0,0 0 0,-14 18 0,14-25-11,0-1-1,-1 0 1,0-1 0,0 0 0,-1 0-1,-19 8 1,23-10-29,-4-2 75,0 2-1,0-3 1,0 1-1,-21 4 1,0 1-67,-9 3-11,19-5 0,-45 9 0,60-15 0,7-1 0,0 0 0,0 0 0,1 0 0,-1 0 0,0 0 0,0 0 0,1 0 0,-1 1 0,0-1 0,0 0 0,1 0 0,-1 0 0,1 0 0,-1 1 0,0-1 0,1 0 0,-1 1 0,2-2 0,2 2-35,-1 0 1,0-1-1,0 1 1,1 0-1,-1-1 1,0 1-1,0 0 1,0 0-1,0 0 1,0 1-1,0-1 1,0 0-1,2 3 1,10 5-1924,6 1-2562,11 10-3362</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5"/>
    </inkml:context>
    <inkml:brush xml:id="br0">
      <inkml:brushProperty name="width" value="0.025" units="cm"/>
      <inkml:brushProperty name="height" value="0.025" units="cm"/>
    </inkml:brush>
  </inkml:definitions>
  <inkml:trace contextRef="#ctx0" brushRef="#br0">0 213 2377,'4'-1'639,"-1"-1"0,0 0 0,1 0 0,-1 0 0,0 0 0,0-1 1,0 1-1,0-1 0,-1 1 0,1-1 0,-1 0 0,0 0 1,0 0-1,2-4 0,17-19 1713,77-54-50,-14 14-133,-96 76-1559,1 2 1,1 0-1,-1 0 1,2 0-1,-10 20 1,16-28-613,1 1 0,0 0 1,0-1-1,1 1 0,-1-1 0,2 2 1,-2-2-1,2 1 0,-1 0 1,2 6-1,-1-8 18,1-1 1,0 1-1,-1 0 0,1-1 1,1 1-1,-2 0 1,2-1-1,-1 0 1,1 1-1,0-1 0,0 0 1,0 0-1,-1 0 1,1 0-1,1 0 0,-1 0 1,1 0-1,-1-1 1,0 1-1,4 1 1,-1-1 12,0 0 1,0 0-1,0 0 0,0-1 1,1 1-1,-1-2 1,1 2-1,-1-2 1,1 0-1,0 0 1,9 0-1,-7-1-165,-1 0-1,0 0 0,0 0 0,0-1 0,0 0 0,0 0 1,-1 0-1,10-5 0,-15 6-44,1 0 1,-1 1-1,0-2 0,1 2 1,-2-1-1,2 0 1,-2 0-1,1 0 0,1 0 1,0-2-1,9-22-3551</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6"/>
    </inkml:context>
    <inkml:brush xml:id="br0">
      <inkml:brushProperty name="width" value="0.025" units="cm"/>
      <inkml:brushProperty name="height" value="0.025" units="cm"/>
    </inkml:brush>
  </inkml:definitions>
  <inkml:trace contextRef="#ctx0" brushRef="#br0">123 1 2256,'-14'7'10193,"2"1"-4526,10-5-5221,-1-1 1,0 1-1,1 0 1,0 0-1,1-1 1,-2 2-1,2-1 1,-1 0-1,-1 6 1,2-7-310,-7 16 372,8-18-496,0 1 0,0-1 1,0 0-1,-1 0 1,1 0-1,0 1 0,0-1 1,-1 0-1,1 1 1,0-1-1,0 0 1,0 0-1,0 0 0,0 0 1,-1 1-1,1-1 1,-1 0-1,1 0 0,0 0 1,-1 1-1,1-1 1,0 0-1,0 0 0,0 0 1,-1 0-1,1 0 1,-1 0-1,1 0 0,-1 0 1,1 0-1,0 0 1,0 0-1,0 0 0,-1 0 1,1 0-1,-1 0 1,1 0-1,0-1 1,-1 1-1,1 0 0,0 0 1,0 0-1,0-1 1,-1 1-1,1 0 0,0 0 1,-1 0-1,1 0 1,0 0-1,0-1 0,0 0 1,-3 0-3,2 0 0,-1-1 0,1 1-1,0-1 1,0 0 0,-1 0 0,1 0 0,1 0 0,-2 0 0,1-3 0,1 4-14,0 0-1,0 0 1,0 0 0,0-1-1,1 1 1,-1 0 0,1 0-1,0 0 1,-1 0 0,1 0 0,0-1-1,0 2 1,-1-1 0,1 0-1,1 0 1,-2 0 0,1 0-1,1 1 1,-2-1 0,3 0-1,8-9-19,-1 2 211,-17 15 625,3-3-610,-3 3 139,1-1-1,-2 1 1,1-1-1,-1 0 1,-17 9-1,23-42 366,2 27-749,0 0 0,0-1 0,0 1-1,0-1 1,0 1 0,0 0 0,0 0-1,0 0 1,1-1 0,-1 1 0,0-1-1,0 1 1,0 0 0,0 0 0,0 0-1,0-1 1,0 1 0,1 0 0,-1-1-1,0 1 1,0 0 0,1 0 0,-1 0-1,1 0 1,13 3-3985,22 15-1237</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7"/>
    </inkml:context>
    <inkml:brush xml:id="br0">
      <inkml:brushProperty name="width" value="0.025" units="cm"/>
      <inkml:brushProperty name="height" value="0.025" units="cm"/>
    </inkml:brush>
  </inkml:definitions>
  <inkml:trace contextRef="#ctx0" brushRef="#br0">530 2 2889,'1'0'9452,"0"0"-9182,-3-1 2833,1 5-1213,-29 2 4104,-31 12-5324,-1-3 0,-2-3 0,-93 8 0,130-17-647,-100 5 176,139-4 37,0 0-1,0 1 0,0 0 1,11 7-1,-3-2-131,29 14 118,-26-11-18,-1-2 0,2-1 0,-1 0 0,36 9 1,-53-18-184,-2 1 0,1 0 0,0 0 1,0 0-1,-1 0 0,1 1 0,-1 0 1,0-1-1,5 5 0,-2-1-1,0-2 87,0-1 0,0 1 0,10 4 0,-5-4 149,0 5 54,-10-5-28,-9-6 2,6 1-619,0 0 0,1 1 0,0-1-1,-1 0 1,0 1 0,1-1 0,0 0 0,-1 1 0,1-1 0,-1 0 0,1 1-1,-1-1 1,1 1 0,0-2 0,0 2 0,0-1 0,0 0 0,0 1 0,0-2 0,-1 2-1,2-1 1,-1 0 0,0 1 0,0-2 0,0 2 0,0-1 0,0 0 0,4-35-9207</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8"/>
    </inkml:context>
    <inkml:brush xml:id="br0">
      <inkml:brushProperty name="width" value="0.025" units="cm"/>
      <inkml:brushProperty name="height" value="0.025" units="cm"/>
    </inkml:brush>
  </inkml:definitions>
  <inkml:trace contextRef="#ctx0" brushRef="#br0">13 9 1320,'0'-1'2041,"-1"1"-1849,1-2-96,-2 1-16,0-2-32,-1 3 0,2-2 24,-2 2-64,2 0 8,1 2 32,0 1-40,4-3-1312,4-5-553</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09"/>
    </inkml:context>
    <inkml:brush xml:id="br0">
      <inkml:brushProperty name="width" value="0.025" units="cm"/>
      <inkml:brushProperty name="height" value="0.025" units="cm"/>
    </inkml:brush>
  </inkml:definitions>
  <inkml:trace contextRef="#ctx0" brushRef="#br0">72 46 3889,'-3'-3'7423,"-7"-4"-507,10 6-6780,0 1-1,0 0 0,0 0 0,-1 0 0,1-1 0,0 1 0,0 0 0,0 0 0,0 0 0,0 0 0,0 0 0,0 0 0,0 0 1,0 0-1,-1 0 0,1 0 0,0 0 0,0 0 0,-1 0 0,1 0 0,0 0 0,0 0 0,0 0 0,-1 0 0,1 0 0,0 0 0,0 0 1,0 0-1,0 0 0,0 0 0,0 0 0,-1 0 0,1 0 0,0 0 0,0 0 0,0 0 0,-1 0 0,1 0 0,0 0 0,0 0 1,0 0-1,0 0 0,0 0 0,-2 2 45,1 0 1,-1 0-1,1 0 1,-1-1-1,1 0 1,-2 1 0,2-1-1,-1 0 1,0 1-1,0-1 1,0-1-1,0 1 1,-1 0-1,-3 1 1,-11 2 232,17-4-409,0 0 0,0 0 0,0 1 1,0-1-1,0 0 0,0 0 0,0 0 0,0 0 0,0 0 0,0 0 1,0 0-1,0 0 0,0 0 0,0 1 0,0-1 0,-1 0 0,1 0 1,0 0-1,0 0 0,0 0 0,0 0 0,0 0 0,-1 0 0,1 0 1,0 0-1,0 0 0,0 0 0,0 0 0,0 0 0,-1 0 0,1 0 1,0 0-1,0 0 0,0-1 0,0 1 0,0 0 0,0 0 1,0 0-1,0 0 0,0 0 0,0 0 0,0 0 0,0 0 0,0 0 1,0-1-1,0 1 0,0 0 0,-1 0 0,1 0 0,0 0 0,0 0 1,0 0-1,0 0 0,0 0 0,0 0 0,0 0 0,0 0 0,0 0 1,0 0-1,0-1 0,0 1 0,0 0 0,0 0 0,0 0 0,0 0 1,0 0-1,0-1 0,0 1 0,0 0 0,15-17-102,-14 13 95,1 1 0,1 0 0,0 0 0,-1 0 0,1 0 0,0 1 1,0-1-1,0 0 0,0 1 0,1 0 0,0-1 0,6-1 0,-10 3 0,0 1-1,0 0 1,0 0 0,1 0-1,-1 0 1,0 0-1,0 0 1,1 0-1,-1 0 1,0 0 0,0 0-1,0 0 1,0 0-1,0 0 1,1 0 0,-1 0-1,0 0 1,0 0-1,1 0 1,-1 0 0,0 0-1,0 0 1,0 1-1,1-1 1,-1 0-1,0 0 1,0 0 0,0 0-1,0 0 1,0 0-1,0 0 1,0 0 0,0 0-1,1 0 1,-1 1-1,0-1 1,0 0-1,0 0 1,0 1 0,0-1-1,0 0 1,0 0-1,0 11 52,-8 10 418,6-19-365,2 0 0,-2 0 0,0 0 0,1 0 0,-2 0 0,2 0 0,-1-1 0,-4 3 0,15-19 718,-6 9-861,-3 6-22,-3 3-985,0-1-1271,0 2-3956,-2 6-7546</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0"/>
    </inkml:context>
    <inkml:brush xml:id="br0">
      <inkml:brushProperty name="width" value="0.025" units="cm"/>
      <inkml:brushProperty name="height" value="0.025" units="cm"/>
    </inkml:brush>
  </inkml:definitions>
  <inkml:trace contextRef="#ctx0" brushRef="#br0">474 31 8,'0'0'210,"0"0"0,0 0 0,0 0 0,0 0 0,0 0 0,0 0-1,1 0 1,-1 0 0,0 0 0,0 0 0,0 0 0,0 1 0,0-1 0,0 0 0,1 0 0,-1 0 0,0 1 0,0-1 0,0 0-1,0 0 1,0 0 0,0 0 0,0 0 0,0 0 0,0 1 0,0-1 0,0 0 0,0 0 0,0 0 0,0 1 0,0-1 0,0 0-1,0 0 1,-1 0 0,1 0 0,0 0 0,0 0 0,0 0 0,0 0 0,0 1 0,0-1 0,-1 0 0,1 0 0,0 0 0,0 0-1,0 1 1,0-1 0,0 0 0,-10-3 9614,0 1-4787,0 5-4812,0-1 0,0 0 1,0-1-1,0 0 1,0 0-1,-18-1 0,28 0-224,0 0 0,0 0-1,0 0 1,0 0-1,0 0 1,0 0 0,0 0-1,0 0 1,0-1 0,0 1-1,0 0 1,-1 0-1,1 0 1,0 0 0,0 0-1,0 0 1,0 0 0,0 0-1,0 0 1,0 0-1,0 0 1,0 0 0,0 0-1,0 0 1,0 0 0,0 0-1,0 0 1,0-1-1,0 1 1,0 0 0,0 0-1,0 0 1,0 0 0,0 0-1,0 0 1,0 0-1,0-1 1,0 1 0,0 0-1,0 0 1,1 0 0,-1 0-1,0 0 1,0 0-1,0 0 1,0 0 0,0 0-1,0 0 1,0 0 0,0 0-1,0 0 1,0 0-1,0 0 1,0 0 0,0 0-1,0 0 1,0 0 0,0 0-1,0 0 1,0 0-1,1 0 1,8-7 1,12-5-11,-17 10-3,1-1-1,0 1 0,0-1 0,1 2 0,-1-1 0,0 0 0,0 1 1,1 0-1,-1 0 0,12-1 0,-17 3 10,0-1 1,0 0-1,0 0 0,1 0 1,-1 1-1,0-1 0,0 1 1,0-1-1,0 0 0,1 0 1,-1 1-1,0-1 0,0 1 1,0-1-1,0 0 0,0 1 1,0-1-1,0 1 0,-1-1 1,1 0-1,0 0 0,0 1 1,0-1-1,0 1 0,-1-1 1,1 0-1,0 0 0,0 0 1,0 1-1,0-1 0,0 0 1,-1 0-1,1 0 0,-1 1 1,0 0-1,-10 12 388,9-10-288,-2 0-1,1-1 1,0 2 0,0-2-1,-1 0 1,0 1-1,1-1 1,-1 0-1,0 0 1,0-1-1,-1 1 1,-3 1-1,25-20 147,-8 10-297,-7 5 53,0 1 0,-1-1 0,2 1 0,-2-1 0,1 1 0,0 0 0,1-1 0,-1 1 0,0 0 0,0 0 0,1 0 0,-1 0 0,5 0 0,-24 20 216,-4 9 185,-32 59 0,5-8-168,42-70-252,-1 0 0,0-1 1,-1 1-1,1-1 0,-2-1 0,1 1 1,-2-2-1,1 1 0,0-1 0,-12 5 1,8-5-763,0 0 1,0-2-1,0 1 1,0-1-1,-24 3 1,-80 7-6810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1"/>
    </inkml:context>
    <inkml:brush xml:id="br0">
      <inkml:brushProperty name="width" value="0.025" units="cm"/>
      <inkml:brushProperty name="height" value="0.025" units="cm"/>
    </inkml:brush>
  </inkml:definitions>
  <inkml:trace contextRef="#ctx0" brushRef="#br0">1 65 3697,'7'-8'5831,"-5"5"-4805,0 0 0,0 1 0,1-1 0,-1 1 0,7-4 0,-9 6-938,1-1 1,0 1-1,0 0 0,-1-1 0,0 1 1,1 0-1,0 0 0,0 0 0,-1 0 1,1 0-1,0 0 0,-1 0 0,0 0 1,1 0-1,0 0 0,0 0 0,-1 0 1,1 0-1,0 0 0,-1 0 0,1 0 1,-1 1-1,1-1 0,0 1 0,-1-1 1,1 0-1,-1 0 0,1 1 0,-1-1 1,1 1-1,-1-1 0,1 0 1,-1 1-1,0-1 0,1 1 0,-1-1 1,1 1-1,-1-1 0,0 1 0,1-1 1,-1 2-1,3 3 185,0 2 0,0-1 0,-1 1 0,1-1 1,-1 1-1,1 12 0,1 45 563,-3-45-629,-8 61 929,3-122-320,2 34-822,1 0 0,0 0 0,0 0-1,1 1 1,0-1 0,3-11 0,0 9-2,1 1 0,0-1 0,1 1 0,0 0-1,0-1 1,1 2 0,1-1 0,-1 1 0,2 0 0,-1 0 0,1 1 0,1 0 0,-1 0 0,1 0 0,1 2 0,0-1 0,-1 0 0,21-7 0,-28 13 5,-1 0 0,-1 0 0,1 0-1,0-1 1,0 1 0,0 0-1,0 0 1,0 0 0,-1 0-1,1 0 1,1 0 0,-2 0-1,1 1 1,0-1 0,-1 0 0,1 0-1,0 0 1,0 1 0,0-1-1,0 1 1,0-1 0,-1 0-1,1 1 1,0-1 0,0 1-1,-1-1 1,0 1 0,1 0 0,0-1-1,-1 1 1,1 0 0,-1-1-1,0 1 1,1-1 0,-1 1-1,1 0 1,-1-1 0,1 1-1,-1 1 1,1 3 15,1 1 0,-1-1 0,0 1-1,-1 7 1,0-7 37,3 48 819,-3 1-1,-9 57 0,8-107-1378,-1 9 2377,4-12-3695,5-8-4956,3-9 455</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2"/>
    </inkml:context>
    <inkml:brush xml:id="br0">
      <inkml:brushProperty name="width" value="0.025" units="cm"/>
      <inkml:brushProperty name="height" value="0.025" units="cm"/>
    </inkml:brush>
  </inkml:definitions>
  <inkml:trace contextRef="#ctx0" brushRef="#br0">13 23 4089,'-4'2'921,"3"-2"-616,1 0-1,0 0 1,0 1-1,-1-1 1,1 0 0,0 0-1,0 0 1,0 0-1,0 0 1,-1 0-1,1 0 1,0 0 0,-1 0-1,1 0 1,0 0-1,-1 0 1,1 0 0,0 0-1,0 0 1,0 0-1,0 0 1,0-1-1,-1 1 1,1 0 0,0 0-1,0 0 1,-1 0-1,1 0 1,0 0 0,0 0-1,-1 0 1,1 0-1,0-1 1,0 1-1,0 0 1,0 0 0,0-1-1,0 1 1,0 0-1,0 0 1,0 0 0,0 0-1,-1 0 1,1-1-1,0 1 1,0-1-1,4 0 3129,9 0-3309,-11 0 224,73-7 1095,94 0-1,-161 10-454,3 0-7495,1-2 893,16-5-4111</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3"/>
    </inkml:context>
    <inkml:brush xml:id="br0">
      <inkml:brushProperty name="width" value="0.025" units="cm"/>
      <inkml:brushProperty name="height" value="0.025" units="cm"/>
    </inkml:brush>
  </inkml:definitions>
  <inkml:trace contextRef="#ctx0" brushRef="#br0">1 64 4601,'13'4'7385,"6"-7"-4200,9 0-2124,-27 3-985,0 1 0,0-1 0,0 0 0,0 0 0,0 0 1,0 1-1,0-1 0,0 1 0,0-1 0,-1 0 0,1 1 0,0 0 0,0-1 1,0 1-1,0-1 0,-1 1 0,1 0 0,0 0 0,-1-1 0,1 1 0,0 0 0,0 2 1,3 7 166,0 0 0,-1 1 1,0-1-1,0 1 1,-2 0-1,1 0 1,-1 0-1,-1-1 1,0 1-1,0 0 1,-1 0-1,-3 13 0,2-14-161,0 0 0,0 0-1,-1 0 1,-1 0-1,0 0 1,0-1-1,-1 1 1,0-1-1,-1-1 1,0 1-1,0-1 1,-15 15-1,21-22-77,0-1 0,0 0 0,-1 1 0,1-1 1,0 0-1,-1 0 0,1 1 0,0-1 0,-1 0 0,1 0 0,0 0 0,-1 1 0,1-1 0,0 0 0,-1 0 0,1 0 0,-1 0 0,1 0 0,0 0 0,-1 0 0,1 0 0,-1 0 0,1 0 0,0 0 0,-1 0 0,1 0 0,-1 0 0,1 0 0,0 0 0,-1 0 0,1 0 0,0-1 0,-1 1 0,1 0 0,0 0 0,-1-1 0,-6-16 276,4-23 113,3 31-400,1 0 0,0 0 0,1 0 0,0 0 0,0 0 0,1 0 0,0 1 0,0 0 0,1-1 0,1 1 0,-1 0 0,1 1 0,0-1 0,1 1 0,0 0 0,0 1 0,12-11 0,9-4-29,1 0 0,0 2 0,41-20 0,-54 31 34,-5 2 1,-1 0 3,0 1-1,0 0 1,0 1 0,1 0 0,-1 0-1,1 1 1,0 0 0,17-2 0,-26 5 1,0 1 1,1-1 0,-1 1 0,0-1-1,0 1 1,1-1 0,-1 1 0,0 0-1,0-1 1,0 1 0,0 0 0,0 0-1,0 0 1,0 0 0,0 0 0,0 0 0,-1 0-1,1 0 1,0 0 0,-1 1 0,1-1-1,0 0 1,-1 0 0,0 1 0,1-1-1,-1 0 1,0 1 0,1 1 0,5 43 446,-6-44-425,2 38 337,3 113 984,-6-146-1203,-1-1 1,1 0-1,-1 0 0,0 1 0,-1-1 1,1-1-1,-1 1 0,0 0 0,-1-1 1,1 1-1,-1-1 0,0 0 1,-1 0-1,1-1 0,-1 1 0,-9 6 1,7-5-33,0 1 0,0-1 0,1 2 0,0-1 1,0 1-1,-6 10 0,22-20-521,5-5-968,13-6-1246,37-20-2462</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4"/>
    </inkml:context>
    <inkml:brush xml:id="br0">
      <inkml:brushProperty name="width" value="0.025" units="cm"/>
      <inkml:brushProperty name="height" value="0.025" units="cm"/>
    </inkml:brush>
  </inkml:definitions>
  <inkml:trace contextRef="#ctx0" brushRef="#br0">0 31 3713,'4'1'10040,"7"-1"-7379,9-2 163,36 4 0,11-1-1704,142-25-696,-194 17-2050,-18 5-1649,-12 4-1576,-26 5-1673</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5"/>
    </inkml:context>
    <inkml:brush xml:id="br0">
      <inkml:brushProperty name="width" value="0.025" units="cm"/>
      <inkml:brushProperty name="height" value="0.025" units="cm"/>
    </inkml:brush>
  </inkml:definitions>
  <inkml:trace contextRef="#ctx0" brushRef="#br0">2 1 4521,'0'0'313,"0"0"1,0 0-1,0 0 1,0 1-1,-1-1 1,1 0-1,0 0 1,0 1-1,0-1 0,0 0 1,0 1-1,0-1 1,0 0-1,0 0 1,0 1-1,0-1 1,0 0-1,0 0 0,0 1 1,0-1-1,0 0 1,0 1-1,0-1 1,0 0-1,0 0 1,1 1-1,-1-1 1,0 0-1,0 0 0,0 0 1,0 1-1,1-1 1,-1 0-1,0 0 1,0 0-1,0 1 1,1-1-1,-1 0 0,0 0 1,0 0-1,1 0 1,-1 1-1,20 9 4138,23 2-2593,-27-9-1520,0-1 0,0-1-1,1 0 1,-1-1 0,0-1 0,1 0 0,-1-2 0,30-7 0,-39 8-217,3-2 316,-15 7-186,9-1-963,13 2-4903,7-3 428</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6"/>
    </inkml:context>
    <inkml:brush xml:id="br0">
      <inkml:brushProperty name="width" value="0.025" units="cm"/>
      <inkml:brushProperty name="height" value="0.025" units="cm"/>
    </inkml:brush>
  </inkml:definitions>
  <inkml:trace contextRef="#ctx0" brushRef="#br0">52 20 4353,'-4'-2'9693,"-4"-1"-4305,-17-6 1288,10 8-2538,27-4-4970,-1 7-4878,-5 9-784</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7"/>
    </inkml:context>
    <inkml:brush xml:id="br0">
      <inkml:brushProperty name="width" value="0.025" units="cm"/>
      <inkml:brushProperty name="height" value="0.025" units="cm"/>
    </inkml:brush>
  </inkml:definitions>
  <inkml:trace contextRef="#ctx0" brushRef="#br0">239 0 3049,'0'0'816,"-5"3"5945,3-1-3016,-5-2-1961,1 7 113,-3 1 63,-7 10-351,0 5-385,-1 3-496,-6-1-416,1 1-312,0 1-24,-3 0-1872,-44 58-5722</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8"/>
    </inkml:context>
    <inkml:brush xml:id="br0">
      <inkml:brushProperty name="width" value="0.025" units="cm"/>
      <inkml:brushProperty name="height" value="0.025" units="cm"/>
    </inkml:brush>
  </inkml:definitions>
  <inkml:trace contextRef="#ctx0" brushRef="#br0">30 11 5361,'-3'-4'3566,"-1"-2"4303,4 6-7721,0 0 468,-1 2-396,0-1 1,1 1 0,-1 0-1,1 0 1,-1-1 0,1 1-1,-1 0 1,1 0-1,0 0 1,0-1 0,0 1-1,1 3 1,-1-3 10,3 73 749,-1-46-351,0 0 0,-3-1 1,-8 52-1,6-61-110,0 37 1,-1-1 181,2 4 1198,2-40-1136,-4 29 0,5-22-633,0-17 39,0-11 592,3-6-447,3 4-5102,0 3-1075</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19"/>
    </inkml:context>
    <inkml:brush xml:id="br0">
      <inkml:brushProperty name="width" value="0.025" units="cm"/>
      <inkml:brushProperty name="height" value="0.025" units="cm"/>
    </inkml:brush>
  </inkml:definitions>
  <inkml:trace contextRef="#ctx0" brushRef="#br0">445 1 4353,'-3'1'1446,"1"1"0,0 0 0,0 1 0,0-1 0,0 0 0,1 0 0,-2 0 0,2 1-1,0 0 1,0-1 0,-1 1 0,1 2 0,-19-12 1424,11 4-2835,0 1-1,1 0 0,-1 0 1,0 0-1,0 2 0,0-1 0,0 0 1,0 1-1,0 1 0,-1 0 1,2 0-1,-18 4 0,6 0-30,0 1 0,1 0 0,-1 2 0,-26 14 0,41-19 0,0-1 1,1 1-1,-1 0 1,2 0-1,-2 1 0,1 0 1,1-1-1,-1 1 1,1 0-1,-1 0 1,1 0-1,1 1 1,-1-1-1,-1 6 1,3-8 0,0 1 0,1-1 0,-1 1 0,1 0 0,-1-1 0,1 1 0,0 0 0,0-1 0,1 0 0,-1 1 1,1-1-1,-1 1 0,1 0 0,0-1 0,0 1 0,0-1 0,0 0 0,0 0 0,1 1 0,-1-1 0,1 1 1,0-1-1,-1 0 0,2 0 0,-1 0 0,-1-1 0,7 4 0,3 2 11,0-1 0,1-1 0,0 1-1,16 4 1,-16-6-16,1 1 1,0 0-1,20 12 0,-31-16 0,-1 1 0,1-1-1,-1 0 1,1 1 0,-1-1-1,1 1 1,-1-1 0,1 0 0,-2 1-1,2 0 1,-1 0 0,0 0 0,0-1-1,0 1 1,-1 0 0,0 0 0,1 0-1,0 3 1,-1-2 0,0 1 1,-1 0-1,1-1 0,-1 0 0,1 0 1,-2 1-1,1-1 0,0 0 1,-1 0-1,-1 3 0,-3 4 5,-1-2-1,0 1 1,0-1-1,0 0 0,-1 0 1,-10 6-1,10-8 2,0-1 0,0 0 0,0 0 0,0-1 0,-1 0-1,-9 3 1,15-6-1,-1 0 0,0 1 1,0-2-1,1 1 0,-1 0 0,0-1 0,1 0 0,-1 1 0,0-1 0,1 0 0,-1-1 0,-1 1 0,2 0 0,-1-1 0,0 0 1,1 0-1,0 0 0,-5-2 0,8 2-6,-1 1 1,1 0 0,-1 0-1,1 0 1,-1 0 0,1 0-1,0-1 1,0 1 0,0 0-1,-1-1 1,1 1-1,0 0 1,-1 0 0,1-1-1,0 1 1,0 0 0,-1 0-1,1-1 1,0 1 0,0-1-1,0 1 1,0 0 0,0 0-1,0-1 1,0 0-1,0 1 1,0 0 0,0 0-1,0-1 1,0 1 0,0-1-1,10-11-123,-7 10 87,0 0 0,0 0 0,0 1-1,0-1 1,0 0 0,0 1 0,5-2-1,-7 3 32,1 0 0,0 0 0,-1 0 0,1 0 0,0 0-1,0 0 1,-1 0 0,1 0 0,0 1 0,-1-1 0,1 1-1,0-1 1,-1 1 0,1 0 0,-1-1 0,1 1 0,2 1-1,-1 0 1,0 1 0,-1-2 0,1 2 0,-1 0 0,0-1-1,0 1 1,4 6 0,-2-4-30,-1 2 0,0-1 0,-1 0 0,0 1 0,1 0 0,-2-1 0,2 12 0,-3-12 30,-1-1-1,1 0 1,-1 0-1,0 1 1,0 0-1,-2-2 1,2 1-1,-1 1 1,-1-1-1,0 0 0,-5 8 1,-6 4-22,-27 27 1,13-15 18,16-16 7,4-5 0,0 1 0,0 0 1,1 0-1,0 0 0,1 1 0,-6 13 0,12-20 12,-1 0 1,1-1-1,0 2 0,0-2 1,0 1-1,0 0 0,1 0 1,-1 0-1,0 0 0,1-1 1,1 1-1,-2 0 0,2 0 1,-1 0-1,0-1 0,1 0 1,0 1-1,-1-1 0,2 0 1,-1 1-1,0-1 0,0 0 1,0 0-1,6 3 0,-2 0 74,2 0 1,0 0-1,0-1 0,0 0 0,0 0 0,1-1 0,11 4 0,-9-5 161,-1-1 1,1 0 0,-1 0-1,1 0 1,0-1-1,21-3 1,14 1 1207,-46 2-1267,-26 3-2471,4 1-1969,-27 6-3292</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0"/>
    </inkml:context>
    <inkml:brush xml:id="br0">
      <inkml:brushProperty name="width" value="0.025" units="cm"/>
      <inkml:brushProperty name="height" value="0.025" units="cm"/>
    </inkml:brush>
  </inkml:definitions>
  <inkml:trace contextRef="#ctx0" brushRef="#br0">391 1 3601,'-4'9'11157,"4"-8"-10999,0-1 0,0 0 0,0 1 0,0-1-1,0 1 1,0-1 0,0 0 0,0 0 0,0 1 0,0-1 0,0 1-1,-1-1 1,1 0 0,0 1 0,-1-1 0,1 0 0,0 1 0,0-1-1,0 0 1,0 0 0,-1 1 0,1-1 0,-1 0 0,1 1 0,-1-1-1,1 0 1,0 0 0,0 0 0,-1 0 0,1 0 0,-1 0 0,1 0-1,-1 0 1,1 1 0,0-1 0,-1 0 0,1 0 0,-1 0 0,0 0 0,-144 3 2571,100-3-2748,-72 6 0,107-4 19,2-2-1,0 1 0,0 0-1,0 1 1,0 0 0,-11 4 0,20-7 79,1 1 1,-1-1-1,1 0 0,-1 1 1,1 0-1,-1 0 0,1-1 1,-1 1-1,1 0 0,-1 0 1,1 0-1,-1 0 0,1 0 1,-1 0-1,1 0 0,-1 1 1,0-1-1,0 0 0,1 0 1,1 2-1,-1-1-28,0 0 1,0 1-1,0-1 1,0 0-1,0 1 1,0-1-1,-1 1 1,1 0-1,0 0 1,0 0-1,0 1 1,1 4-27,1-1 1,-1 1-1,0 0 1,-1 0-1,0 0 0,3 12 1,-1 28 54,-3 0 0,-2 0 1,-2 1-1,-12 59 0,2-56-17,8-33-30,-5 31-1,10-48-26,0-1 0,0 0 0,0 0 0,0 0 0,0 1-1,0-1 1,0 1 0,1-1 0,-1 0 0,0 0 0,0 0 0,0 1-1,0-1 1,1 1 0,-1-1 0,0 0 0,0 0 0,1 0 0,-1 1-1,0-1 1,0 0 0,0 1 0,0-1 0,0 0 0,1 0-1,-1 0 1,1 0 0,-1 0 0,0 0 0,1 0 0,-1 1 0,0-1-1,0 0 1,1 0 0,-1 0 0,0 0 0,1 0 0,-1 0 0,1 0-1,-1 0 1,0 0 0,0 0 0,1 0 0,-1 0 0,1 0-1,-1 0 1,0-1 0,1 1 0,-1 0 0,0 0 0,0 0 0,0 0-1,1 0 1,22-10 672,-18 8-523,22-11 102,0 2 1,1 1 0,0 1-1,0 1 1,35-5 0,-63 13-250,2 0-79,-2 0-116,-1-1 0,1 1-1,0 0 1,-1 0 0,1 0-1,0 0 1,0-1-1,0 1 1,-1 0 0,1 0-1,0 0 1,-1 0 0,1 0-1,0-1 1,0 1 0,-1-1-1,1 1 1,0 0 0,0 0-1,0 0 1,0 0-1,0-1 1,0 1 0,0-1-1,0 1 1,0 0 0,0 0-1,0 0 1,0-1 0,0 1-1,0-1 1,2-12-6449</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1"/>
    </inkml:context>
    <inkml:brush xml:id="br0">
      <inkml:brushProperty name="width" value="0.025" units="cm"/>
      <inkml:brushProperty name="height" value="0.025" units="cm"/>
    </inkml:brush>
  </inkml:definitions>
  <inkml:trace contextRef="#ctx0" brushRef="#br0">18 84 3865,'-7'9'2013,"-4"7"6959,27-28-3321,3-1-5453,95-70-106,-120 89-104,-1 0 0,1 1 0,0 0 0,1 0 0,0 0 1,0 1-1,-5 13 0,8-17 11,0 0 1,0 1 0,1 0 0,-1-2-1,1 2 1,0 0 0,0-1 0,1 1-1,0-1 1,0 1 0,0 0 0,0-1 0,1 1-1,0-1 1,0 1 0,1 0 0,-1-1-1,4 7 1,-5-10-21,1 0 0,0-1 0,-1 1 0,1 0 0,-1-1 0,1 1-1,0 0 1,0-1 0,-1 1 0,1 0 0,0-1 0,-1 1 0,1-1 0,0 0 0,0 1 0,0 0-1,0-1 1,0 0 0,0 0 0,0 0 0,0 1 0,0-1 0,1 0 0,1 0-306,-1-1 0,1 1 1,0-1-1,0 0 1,0 1-1,0-1 0,-1-1 1,1 2-1,3-5 0,41-22-4212</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2"/>
    </inkml:context>
    <inkml:brush xml:id="br0">
      <inkml:brushProperty name="width" value="0.025" units="cm"/>
      <inkml:brushProperty name="height" value="0.025" units="cm"/>
    </inkml:brush>
  </inkml:definitions>
  <inkml:trace contextRef="#ctx0" brushRef="#br0">10 5 6049,'-5'-2'10274,"2"2"-7321,1-1-768,2-1 47,2 2-2232,0 2-576,1 1-1769,14 5-5064</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3"/>
    </inkml:context>
    <inkml:brush xml:id="br0">
      <inkml:brushProperty name="width" value="0.025" units="cm"/>
      <inkml:brushProperty name="height" value="0.025" units="cm"/>
    </inkml:brush>
  </inkml:definitions>
  <inkml:trace contextRef="#ctx0" brushRef="#br0">14 0 4881,'0'14'11754,"-2"0"-6879,3-4-3814,0 1 1,-1-2 0,-3 17-1,0 5-650,0 15-124,0-29-298,2 2-1,1-2 1,4 35-1,-4-52-80,0 0-1,0 0 0,0 0 0,0 0 0,0 0 1,0 1-1,0-1 0,0 0 0,0 1 1,0-1-1,0 0 0,0 0 0,0 0 1,0 0-1,0 0 0,0 1 0,0-1 0,0 0 1,0 1-1,0-1 0,0 0 0,0 0 1,0 0-1,0 0 0,0 0 0,1 0 1,-1 0-1,0 1 0,0-1 0,1 0 0,-1 0 1,0 0-1,0 0 0,1 0 0,-1 0 1,0 0-1,0 0 0,0 0 0,1 0 1,3-11-5822,0-15 1389</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4"/>
    </inkml:context>
    <inkml:brush xml:id="br0">
      <inkml:brushProperty name="width" value="0.025" units="cm"/>
      <inkml:brushProperty name="height" value="0.025" units="cm"/>
    </inkml:brush>
  </inkml:definitions>
  <inkml:trace contextRef="#ctx0" brushRef="#br0">4 0 4353,'-2'3'8514,"2"-1"-4625,-1-1-1881,2 1-416,3-2-511,3 1-337,1 3-200,2-2-136,-1 1-16,5-2-176,-3-1-144,0 2-56,4-1-16,-1 1-328,4-1-1568,-2-2-3297,35-10-8923</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5"/>
    </inkml:context>
    <inkml:brush xml:id="br0">
      <inkml:brushProperty name="width" value="0.025" units="cm"/>
      <inkml:brushProperty name="height" value="0.025" units="cm"/>
    </inkml:brush>
  </inkml:definitions>
  <inkml:trace contextRef="#ctx0" brushRef="#br0">38 5 2617,'3'-5'10603,"-11"14"-2628,5-2-8041,-6 35 2569,2-15-2162,2-1-1,0 1 1,2 50 0,3-76-433,0 0-80,-1 0 0,1-1-1,0 1 1,1 0 0,-1 0 0,0 0 0,0-1 0,0 1-1,0 0 1,0-1 0,0 1 0,1 0 0,-1-1 0,1 1-1,-1 0 1,1-1 0,-1 1 0,0 0 0,1-1 0,0 1-1,0-1 1,0 1 0,9 2-5488</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6"/>
    </inkml:context>
    <inkml:brush xml:id="br0">
      <inkml:brushProperty name="width" value="0.025" units="cm"/>
      <inkml:brushProperty name="height" value="0.025" units="cm"/>
    </inkml:brush>
  </inkml:definitions>
  <inkml:trace contextRef="#ctx0" brushRef="#br0">27 1 2569,'-11'13'5146,"-2"0"4201,13-13-9246,-1 1 0,1-1 1,0 1-1,-1-1 0,1 0 0,0 1 0,0-1 0,0 1 0,0-1 0,0 0 0,0 1 0,-1-1 0,1 0 1,0 1-1,0-1 0,0 1 0,0-1 0,0 0 0,0 1 0,0 0 0,1-1 0,-1 0 0,0 1 0,0-1 1,0 1-1,0-1 0,0 0 0,0 1 0,1-1 0,-1 1 0,0-1 0,1 0 0,-1 1 0,1-1 0,-1 1 1,0-1-1,0 0 0,1 0 0,-1 0 0,1 1 0,0-1 0,-1 0 0,0 0 0,0 1 0,1-1 0,0 0 1,-1 0-1,1 0 0,24 8 1984,-10-7-1872,1-1 0,-1 0 0,1-1 0,-1-1 0,19-3 0,-1 0-127,7-1-52,-23 3 51,0 1-1,24-1 0,-41 3-50,0-1 0,0 1 0,1 0 0,-1 0 0,1 0 0,-1 0 0,1 0 0,-1 0 0,0 0 0,0 0 0,0 0 0,1 0 0,-1 0 0,1 0 0,-1 0 1,0 0-1,0 0 0,1 0 0,-1 1 0,1-1 0,-1 0 0,1 0 0,-1 1 0,0-1 0,0 0 0,0 0 0,0 0 0,1 0 0,-1 0 0,0 1 0,1-1 0,-1 1 0,1-1 0,-9 8 1750,-4 5-1744,4 5 20,2 1 0,0-1 1,1 1-1,2 0 1,0 1-1,0-1 0,3 23 1,1-20-28,1 0 1,2 0 0,9 29 0,4 26 92,-13-62-70,-4-12 331,-4-5 22,-3-3-227,4 5-182,1-2 0,0 2 1,-1-1-1,0 0 1,0 1-1,1-1 1,-1 1-1,0-1 1,0 1-1,0 0 1,1 0-1,-1 0 0,-4 2 1,-38 6-7,40-6 6,-19 3-9,5-1-30,-32 11 0,47-13 34,0 0 0,0 0-1,-1 0 1,2 0 0,-2 0 0,2 1-1,-1-1 1,1 1 0,-1 0 0,1 0-1,0 0 1,-5 6 0,8-9-20,0 1 1,0-1-1,-1 0 1,1 1-1,0-1 1,0 0-1,0 0 1,0 1-1,0-1 1,0 0-1,0 1 1,0-1-1,0 0 0,0 0 1,0 1-1,0-1 1,0 1-1,0-1 1,0 0-1,0 0 1,0 0-1,0 1 1,0-1-1,0 1 1,0-1-1,1 0 1,-1 0-1,0 0 1,0 1-1,1-1 1,-1 0-1,0 1 1,0-1-1,1 0 1,-1 0-1,0 0 0,0 0 1,0 0-1,1 1 1,-1-1-1,0 0 1,1 0-1,-1 0 1,1 0-1,-1 0 1,0 1-1,1-1 1,26 2-4219,23-4-1361</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7"/>
    </inkml:context>
    <inkml:brush xml:id="br0">
      <inkml:brushProperty name="width" value="0.025" units="cm"/>
      <inkml:brushProperty name="height" value="0.025" units="cm"/>
    </inkml:brush>
  </inkml:definitions>
  <inkml:trace contextRef="#ctx0" brushRef="#br0">127 42 3961,'-24'7'747,"20"-6"-738,1-1 0,-1 1 0,0 0 0,1 0-1,0 1 1,-5 2 0,7-4-10,1 0-1,0 0 0,-1 1 0,0-1 0,1 1 1,0-1-1,-1 0 0,0 0 0,0 0 0,1 1 1,0-1-1,-1 0 0,0 0 0,0 0 0,1 0 1,-1 0-1,1 1 0,-1-2 0,0 1 0,1 0 1,-1 0-1,0 0 0,0 0 0,1 0 0,0-1 1,-1 1-1,0 0 0,0 0 0,1 0 0,0-1 1,-1 1-1,0-1 0,1 1 0,0 0 0,-2-1 1,1-2-28,-2 1 0,2-1 1,-1 0-1,1 0 1,-3-5-1,-7-13 891,-5 10 4558,7 8 232,9 3-5539,-1 0 0,1 0 0,0 0 0,0 0 0,-1 0-1,1 0 1,0 0 0,0 1 0,0-1 0,0 0 0,0 0 0,0 0-1,0 0 1,0 0 0,0 0 0,0 0 0,0 0 0,-1 0 0,1 0 0,0 1-1,0-1 1,0 0 0,0 0 0,0 1 0,0-1 0,0 0 0,0 0-1,0 0 1,0 0 0,0 0 0,0 0 0,0 0 0,0 1 0,0-1 0,0 0-1,0 0 1,0 0 0,0 1 0,0-1 0,0 0 0,0 0 0,0 0-1,1 0 1,-1 0 0,1 4 186,1-1 1,0 0-1,0 0 0,0 0 0,1 0 0,0-1 0,-1 1 0,5 3 0,4 4 139,103 96 1633,-29-28-1748,-76-70-237,-1 0-1,0 0 1,0 1-1,-2 0 1,1 1 0,-1-1-1,0 1 1,-2 0-1,1 1 1,-1-2 0,0 3-1,-1-2 1,0 1-1,-2 0 1,1 0-1,-2-1 1,1 2 0,-1-1-1,-1 0 1,0-1-1,-1 1 1,-5 18 0,-8 12 144,-3 0 1,-2-1 0,-40 60 0,36-61 207,18-28-253,-2 1 0,0-1 0,0-1 0,-1 1 0,-1-1-1,1 0 1,-1-1 0,-2 0 0,1-1 0,-18 12 0,29-20-171,0-1 0,0 1 0,0 0 0,0 0 0,0 0 0,0 0 0,0 0 0,0 0-1,0 0 1,0 0 0,0 0 0,0 0 0,0 0 0,0 0 0,0 0 0,0 0 0,0 0 0,0 0 0,-1 0 0,1 0 0,0 0 0,0 0 0,0 0 0,0 0 0,0 0 0,0 0 0,0 0 0,0 0-1,0 0 1,0 0 0,0 0 0,0 0 0,-1 0 0,1 0 0,0 0 0,0 0 0,0 0 0,0 0 0,0 0 0,0 0 0,0 0 0,0 0 0,0 0 0,0 0 0,0 0 0,0 0 0,0 0-1,0 0 1,0 0 0,0 0 0,0 0 0,5-6-1018,-5 6 927,0 0 0,0 0 0,0 0-1,0 0 1,0 0 0,0-1-1,0 1 1,0 0 0,0 0-1,0 0 1,0 0 0,0 0 0,0 0-1,1 0 1,-1 0 0,0-1-1,0 1 1,0 0 0,0 0-1,0 0 1,1 0 0,-1 0 0,0 0-1,0 0 1,0 0 0,1 0-1,-1 0 1,0 0 0,0 0-1,0 0 1,0 0 0,0 0 0,0 0-1,0 0 1,0 1 0,0-1-1,0 0 1,1 0 0,-1 0-1,0 0 1,0 0 0,0 0 0,0 1-1,-2 13-6388,-10 17-1812</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8"/>
    </inkml:context>
    <inkml:brush xml:id="br0">
      <inkml:brushProperty name="width" value="0.025" units="cm"/>
      <inkml:brushProperty name="height" value="0.025" units="cm"/>
    </inkml:brush>
  </inkml:definitions>
  <inkml:trace contextRef="#ctx0" brushRef="#br0">406 72 3833,'1'0'191,"0"0"0,-1-1 1,0 1-1,1 0 0,-1 0 1,1 0-1,0-1 0,-1 1 0,0 0 1,0 0-1,1-1 0,-1 1 0,1-1 1,-1 1-1,1 0 0,-1-1 1,0 1-1,0-1 0,0 1 0,1 0 1,-1-1-1,0 0 0,0 1 1,0 0-1,1-1 0,-1 0 0,0 0 1,3-19 3760,-2 13-3650,-1 6-116,0-1 0,1 1 0,-1-1 1,0 0-1,1 0 0,-1 0 0,0 1 1,-1-1-1,1 1 0,0-1 0,-1 0 0,1 0 1,0 1-1,-2-3 0,1 4 19,0-1 0,-1 0 0,1 1 0,0-1 0,0 0 0,-1 1-1,1-1 1,-1 0 0,1 1 0,-1 0 0,1 0 0,-1 0 0,1-1 0,-1 1 0,1 0 0,-1 0 0,1 0 0,-3 1 0,-147 5 1574,131-4-1621,0 1 0,1 1-1,1 1 1,-2 0 0,-28 12 0,46-16-151,0 0 0,1 0 0,-1 0 1,1-1-1,-1 1 0,1 0 0,-1 0 1,1 0-1,-1 0 0,1 1 0,0-1 1,-1 0-1,2 1 0,-2-1 0,2 0 1,-1 1-1,0-1 0,0 1 0,1-1 1,-1 1-1,-1 2 0,2-2-6,1-1 1,-1 1-1,0 0 1,1-1-1,0 1 0,-1-1 1,0 1-1,1 0 0,0-1 1,0 0-1,0 0 0,0 1 1,-1-1-1,2 0 0,-1 1 1,0-1-1,1 0 0,-1 0 1,1 0-1,-1 0 1,1 0-1,1 1 0,58 30 1,-45-25 66,0 1-1,0 0 1,-1 2-1,28 20 1,-40-27-45,0 1 1,1-1-1,-1 1 1,0 0-1,0 0 1,0 0-1,-1 1 1,0-1-1,0 0 1,0 1-1,-1-1 1,1 1-1,-1-1 1,-1 1-1,1 0 1,-1 0-1,1-1 1,-1 1-1,-1 0 0,0 0 1,-1 7-1,1-8-4,-1 0-1,0 0 0,1 0 1,-2 0-1,1 0 0,-1-1 0,0 1 1,1-1-1,-2 1 0,1-1 0,0 0 1,0 1-1,-1-2 0,0 1 0,0-1 1,-1 1-1,2-1 0,-2 0 1,1 0-1,-1 0 0,-4 1 0,-13 4 33,-1-1-1,0-1 1,-25 3 0,30-6-19,6 0-5,6 0 11,1-1-1,-1 0 0,0-1 1,0 0-1,-8 0 1,13-2-97,5 0-111,6-2-388,-9 4 525,1-1 0,0 1 0,0 1 0,0-1 0,0 0 0,-1 0 1,2 0-1,-2 1 0,1-1 0,0 1 0,-1-1 0,1 1 0,0 0 0,-1-1 0,1 2 0,-1-2 1,1 2-1,-1-2 0,1 2 0,-1-1 0,1 1 0,-1 0 20,1 0 1,-2 0-1,1 0 1,0 0-1,0-1 0,-1 1 1,0 0-1,0 0 0,1 0 1,-1 0-1,0 0 1,0 0-1,0 0 0,-1 4 1,-2 4 16,0 1 0,-1-1-1,0 1 1,-12 17 0,8-14 12,0 0 0,1 0 0,0 1 0,2 0-1,-6 24 1,10-35 22,1 0 0,-1 0 1,1 1-1,0-1 0,0 0 0,1 0 0,-1 0 0,1 1 0,0-1 0,0 0 1,0-1-1,1 1 0,0 0 0,0 0 0,0 0 0,1 0 0,-1-1 0,1 1 1,0 0-1,0-1 0,0 0 0,0 0 0,1-1 0,-1 1 0,1 0 0,5 2 1,-2-1 152,1 0 1,1-1 0,-1 0 0,1-1 0,0 1 0,0-1 0,0 0 0,10 0 0,75 2 1549,-91-4-1699,8-2 309,-8-1-2059,-6-3-5296,-13-6-4514</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29"/>
    </inkml:context>
    <inkml:brush xml:id="br0">
      <inkml:brushProperty name="width" value="0.025" units="cm"/>
      <inkml:brushProperty name="height" value="0.025" units="cm"/>
    </inkml:brush>
  </inkml:definitions>
  <inkml:trace contextRef="#ctx0" brushRef="#br0">2 0 4969,'-1'5'16,"2"-3"-8,2 5 0,8-2 184,4 1-120,2-3 248,6 1 8,4 5-128,1 0-104,2 5-96,1 4-48,41 32-1560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0"/>
    </inkml:context>
    <inkml:brush xml:id="br0">
      <inkml:brushProperty name="width" value="0.025" units="cm"/>
      <inkml:brushProperty name="height" value="0.025" units="cm"/>
    </inkml:brush>
  </inkml:definitions>
  <inkml:trace contextRef="#ctx0" brushRef="#br0">58 45 4313,'-7'0'1763,"2"0"-1131,0 0 1,-1 0-1,1 0 1,0-1-1,0 0 1,0 0-1,-10-2 1,15 1-469,1 0 1,-1 1 0,0-1 0,0 1 0,1 0-1,-1-1 1,1 0 0,0 1 0,-1 0-1,1-1 1,1 0 0,-2 1 0,3-2-1,0-1 122,-3-2 314,-9 1 6196,5 4-913,14 6-4829,6 1-1020,-1-1 0,2-1 0,-1 0 0,1 0 0,0-2 0,-1 0 0,24 0 0,-21-1-9,26 3 1,-33-2 20,2 0 0,-2-1 1,2 0-1,22-3 0,-24 0 39,5 0 38,31-1 0,-43 4-113,0-1 0,0 0 0,0 1 0,1 0-1,-1 0 1,-1 0 0,1 1 0,0-1 0,0 1-1,7 3 1,-3-1 52,0 0-1,0-1 1,0 0-1,1 0 1,-1-1-1,1-1 1,-1 0-1,2 0 1,-2 0 0,15-2-1,-9 2-54,0 0 0,0 0 0,26 6-1,46 10 26,34-1-25,-106-11-12,-14-5 10,-2-1 14,1 0 0,-1 0 0,1 0 0,0 1 0,-1-1-1,0 0 1,0 1 0,1-1 0,-1 1 0,0-1 0,1 1 0,-1-1 0,0 1 0,0-1-1,1 1 1,-1 0 0,-1-1 0,2 1 0,-1 0 0,0 0 0,-2 0 0,-23-6-66,17 6 36,1 0 0,-1 1 0,0 0 0,0 0 0,-16 4 0,-45 17 11,45-14-4,-23 10 2,34-12 8,0-1-1,0 0 1,-1-1-1,0 0 1,0 0 0,-19 0-1,20-3-7,2 0 1,-1 1-1,1 0 0,-1 1 0,1 0 0,-1 1 1,1 0-1,-23 11 0,-50 20 18,2-1 14,56-24 23,1 1-1,-46 26 1,57-27-32,-26 14 169,43-24-168,-1 0 1,-1-1-1,1 1 0,0 0 1,0 0-1,0 0 1,0 0-1,0 0 1,-1 0-1,2 0 0,-1 0 1,-1 1-1,1-1 1,0 0-1,0 0 0,0 0 1,0 1-1,-1-1 1,1 1-1,0-1 0,0 1 1,29 20-5788,-3 4 357</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1"/>
    </inkml:context>
    <inkml:brush xml:id="br0">
      <inkml:brushProperty name="width" value="0.025" units="cm"/>
      <inkml:brushProperty name="height" value="0.025" units="cm"/>
    </inkml:brush>
  </inkml:definitions>
  <inkml:trace contextRef="#ctx0" brushRef="#br0">0 1 456,'5'4'0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2"/>
    </inkml:context>
    <inkml:brush xml:id="br0">
      <inkml:brushProperty name="width" value="0.025" units="cm"/>
      <inkml:brushProperty name="height" value="0.025" units="cm"/>
    </inkml:brush>
  </inkml:definitions>
  <inkml:trace contextRef="#ctx0" brushRef="#br0">0 9 472,'5'-2'456,"-5"1"152,3 0 104,4-4-712</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3"/>
    </inkml:context>
    <inkml:brush xml:id="br0">
      <inkml:brushProperty name="width" value="0.025" units="cm"/>
      <inkml:brushProperty name="height" value="0.025" units="cm"/>
    </inkml:brush>
  </inkml:definitions>
  <inkml:trace contextRef="#ctx0" brushRef="#br0">304 0 8706,'-2'2'8815,"-2"3"-4517,-27 28-3372,-5 2-358,-12 9-15,-41 53 0,76-82-519,1 2-1,0 0 0,2 0 1,0 1-1,1 0 1,2 0-1,-9 28 1,15-40-24,-1-1 1,1 1 0,1 0 0,-1-1 0,1 1 0,0 0 0,1-1 0,-1 1 0,1-1-1,4 11 1,-4-13 6,1 0-1,-1 0 0,1 0 0,0 0 1,0-1-1,0 1 0,1 0 1,-1-1-1,1 1 0,0-1 0,0 0 1,-1 1-1,2-2 0,-1 1 1,0 0-1,1-1 0,-1 0 0,0 1 1,7 0-1,3 2-4,1-2 1,0 0-1,0 0 0,0-2 1,0 0-1,-1 0 0,1 0 0,20-5 1,-32 5-102,-2 0-1,2 0 1,-1-1 0,1 1 0,-1 0 0,0 0 0,0-1 0,0 1-1,1-1 1,-1 1 0,0-1 0,0 0 0,0 1 0,0-1 0,0 0-1,0 1 1,0-1 0,0 0 0,-1 0 0,1 0 0,0 0 0,0 0 0,-1 0-1,2-1 1,-2 0-384,0 0 0,0 0 0,-1 0-1,1 0 1,0 0 0,-1 0 0,1 1 0,-1-1-1,0 0 1,0 1 0,1-1 0,-1 1-1,-1-1 1,2 0 0,-2 0 0,1 1 0,-2-2-1,-30-32-7533</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4"/>
    </inkml:context>
    <inkml:brush xml:id="br0">
      <inkml:brushProperty name="width" value="0.025" units="cm"/>
      <inkml:brushProperty name="height" value="0.025" units="cm"/>
    </inkml:brush>
  </inkml:definitions>
  <inkml:trace contextRef="#ctx0" brushRef="#br0">0 12 6329,'6'-2'1576,"-1"1"0,0-1 0,1 0 0,-1 1-1,12-2 1,-8 3-492,-1-1 1,1 1-1,10 1 0,7 3-777,42 10-1,-8-1 36,-9-6-1700,-12-5-4577,2 0-2855</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5"/>
    </inkml:context>
    <inkml:brush xml:id="br0">
      <inkml:brushProperty name="width" value="0.025" units="cm"/>
      <inkml:brushProperty name="height" value="0.025" units="cm"/>
    </inkml:brush>
  </inkml:definitions>
  <inkml:trace contextRef="#ctx0" brushRef="#br0">5 59 7914,'0'1'284,"-1"0"0,1-1 0,-1 0 0,1 0 1,-1 1-1,1 0 0,0-1 0,0 0 0,0 1 0,0-1 1,0 1-1,-1-1 0,1 0 0,0 1 0,0 0 0,0-1 1,0 0-1,0 1 0,0 0 0,0-1 0,0 0 1,0 1-1,0 0 0,1 0 0,8 11 3397,-6-9-3284,0 0 0,0-1 0,1 0 0,-1 0 0,8 4 0,-7-5-346,2 0 1,-2 0-1,1 0 1,0 0-1,0-1 1,0 0-1,-1 0 1,2 0 0,-1 0-1,-1-1 1,7-1-1,-7 1-53,0 1-1,0-2 0,0 2 1,0-2-1,-1 1 0,1-1 1,0 1-1,-1-1 0,1 0 1,-1-1-1,1 1 0,-1 0 1,4-4-1,-6 4 4,0 0 0,-1 1 0,0 0 0,1-1 0,-1 1 0,1-1 0,-1 0 0,0 0 0,0 1 0,0-1 0,0 1 1,0-1-1,0 0 0,0 0 0,-1 1 0,0-1 0,1 1 0,0-1 0,-1 1 0,0-1 0,0 1 0,0-1 0,0 1 0,0-1 0,0 1 0,-1 0 0,-1-2 0,1 0 1,-1 0-1,0 1 1,0-2-1,0 2 1,0 0-1,0-1 0,0 1 1,-1 0-1,0 0 1,-7-3-1,9 4-1,0 1 0,0 0-1,-1-1 1,1 1 0,0 0-1,0 0 1,0 0 0,-1 0-1,1 0 1,0 0 0,0 1-1,0-1 1,0 0 0,0 1-1,-3 1 1,3-1 12,1-1 0,-1 2 0,1-2 0,0 2 0,-1-2 0,2 1 0,-2 0 0,1 0 0,0 1 0,0-1 0,1 0 0,-1 1 0,0-1 0,0 0 0,1 1 0,-1 1 0,0 0 8,0 0 1,1 0 0,0 0-1,0 1 1,0-1 0,0 0-1,0 0 1,0 0 0,1 0-1,0 0 1,0 0 0,0 0-1,1 0 1,-1 0-1,0-1 1,1 1 0,0 0-1,2 3 1,1-1-119,-1 0 0,2 0-1,0 0 1,-1 0 0,1-2-1,0 2 1,9 4 0,-11-8-1284,-1 1 0,1-1 1,0 0-1,0 0 0,6 1 1,8-1-6888</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6"/>
    </inkml:context>
    <inkml:brush xml:id="br0">
      <inkml:brushProperty name="width" value="0.025" units="cm"/>
      <inkml:brushProperty name="height" value="0.025" units="cm"/>
    </inkml:brush>
  </inkml:definitions>
  <inkml:trace contextRef="#ctx0" brushRef="#br0">1 0 7506,'2'5'7323,"3"1"-4518,4 7-171,-6-1-1261,1 1 0,0 11 1,0 53-405,-3-81-1040,0 0 0,-1 0 0,1 0 0,0 0 0,0 1-1,1-1 1,0 0 0,3-6 0,22-29-687,-19 29 561,37-45-127,-43 64 407,-2 5 112,-1-10-136,1 0 0,0-1 0,0 1 0,0 0 0,0-1 0,0 1 0,1 0 0,2 6 0,-2-9-53,-1 0 1,1-1-1,-1 1 1,0 0 0,1 0-1,0-1 1,0 1-1,-1 0 1,1 0-1,0 0 1,0-1-1,-1 1 1,1 0 0,0-1-1,-1 0 1,2 1-1,-1 0 1,-1-1-1,2 0 1,-1 0-1,-1 1 1,2-1 0,-1 0-1,0 1 1,0-1-1,0 0 1,0 0-1,0 0 1,0 0 0,0 0-1,1 0 1,-2-1-1,2 1 1,-2 0-1,1-1 1,1 1-1,-2 0 1,3-1 0,5-2 0,-1-1 0,1 0 1,-1 0-1,0-1 0,0 1 1,8-7-1,11-8-4,-25 18 47,1 1 1,-1 0-1,0 0 0,0-1 0,1 1 0,-1 1 1,0-1-1,1 0 0,-2 0 0,2 1 0,-2-1 1,2 0-1,-1 0 0,0 1 0,1-1 0,-2 1 0,1-1 1,2 2-1,33 17 469,-2-1-1188,-3-10-1575,31-1-2957</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7"/>
    </inkml:context>
    <inkml:brush xml:id="br0">
      <inkml:brushProperty name="width" value="0.025" units="cm"/>
      <inkml:brushProperty name="height" value="0.025" units="cm"/>
    </inkml:brush>
  </inkml:definitions>
  <inkml:trace contextRef="#ctx0" brushRef="#br0">75 0 13707,'-3'3'861,"2"1"1,-1-2-1,0 1 0,1 1 1,0-1-1,-1 6 0,-3 40 2264,4-34-2261,-30 225 1096,26-216-2441,4-13-268,-1 0 0,0 1 0,-1-2 0,-9 21 0,11-34-5144,1-3 4527,1 2 0,-1-1 0,1 0 0,2-6 1,16-47-5996</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8"/>
    </inkml:context>
    <inkml:brush xml:id="br0">
      <inkml:brushProperty name="width" value="0.025" units="cm"/>
      <inkml:brushProperty name="height" value="0.025" units="cm"/>
    </inkml:brush>
  </inkml:definitions>
  <inkml:trace contextRef="#ctx0" brushRef="#br0">1 60 7754,'4'-7'1295,"2"1"0,-1 0 0,0-1-1,1 2 1,0-1 0,9-6 0,-13 11-1136,1 0 1,-1 0-1,1-1 0,0 2 0,0-2 0,-1 2 0,1-1 0,0 0 0,0 1 1,1-1-1,-1 1 0,0 0 0,0 0 0,-1 0 0,1 0 0,0 0 0,0 1 1,0-1-1,0 1 0,0 0 0,5 1 0,3 2 167,-2-1 0,1 1-1,0 0 1,-1 0 0,0 1 0,15 10-1,-24-15-300,0 0 0,0 0-1,0 1 1,1-1 0,-1 0-1,0 0 1,0 0-1,1 0 1,-1 1 0,0-1-1,0 0 1,0 1 0,1-1-1,-1 0 1,0 0-1,0 0 1,0 1 0,0-1-1,0 1 1,0-1 0,0 0-1,0 0 1,0 0-1,0 1 1,0-1 0,0 0-1,0 0 1,0 0 0,0 1-1,0-1 1,0 1-1,0-1 1,-1 0 0,-10 6 651,-17-1-77,-6-4-535,27-2-244,0 1 1,0 0-1,0 0 0,-1 1 1,1 0-1,0 0 0,0 0 1,0 1-1,-11 4 1,17-5-3378,10-2-203,23-6-3309</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39"/>
    </inkml:context>
    <inkml:brush xml:id="br0">
      <inkml:brushProperty name="width" value="0.025" units="cm"/>
      <inkml:brushProperty name="height" value="0.025" units="cm"/>
    </inkml:brush>
  </inkml:definitions>
  <inkml:trace contextRef="#ctx0" brushRef="#br0">0 1 2064,'3'1'14208,"12"1"-11993,14 0-135,-15-2-1726,1 1 0,-1 0 0,1 1-1,-1 1 1,0-1 0,19 8 0,-16-6-69,-11-2-1468,-29 1-10057</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0"/>
    </inkml:context>
    <inkml:brush xml:id="br0">
      <inkml:brushProperty name="width" value="0.025" units="cm"/>
      <inkml:brushProperty name="height" value="0.025" units="cm"/>
    </inkml:brush>
  </inkml:definitions>
  <inkml:trace contextRef="#ctx0" brushRef="#br0">1 11 5865,'1'-1'4777,"4"1"-2168,5-2-201,5 1-351,0 1-441,1 0-304,4 1-151,-5 2-129,1 1-384,-3 0-248,1 1-128,-1 0-152,-3-2-56,-1-2-56,3-1-8,-4-1-264,3-5-1808,26-19-4650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1"/>
    </inkml:context>
    <inkml:brush xml:id="br0">
      <inkml:brushProperty name="width" value="0.025" units="cm"/>
      <inkml:brushProperty name="height" value="0.025" units="cm"/>
    </inkml:brush>
  </inkml:definitions>
  <inkml:trace contextRef="#ctx0" brushRef="#br0">246 12 9522,'-21'-2'8138,"2"-2"-5186,13 3-2743,0-1 1,1 1-1,-1 0 0,0 1 0,0-1 0,-7 2 1,5-1-82,1 2 0,-1 0 0,0 0 0,0 0 0,1 0 0,-1 1 0,1 0 0,0 0 0,0 1 0,0 0 0,-6 5 0,7-5-95,1 0-1,-1 1 1,1-1-1,0 1 1,1 0-1,-1 1 1,2-1-1,-2 0 1,2 1-1,0 0 1,0-1-1,-3 11 1,5-14-35,0-1-1,0 0 1,1 0 0,0 0 0,0 1-1,0-1 1,0 0 0,-1 1-1,1-2 1,0 2 0,1-1 0,-1 0-1,0 0 1,0 1 0,0-1 0,0 0-1,1 0 1,0 0 0,-1 1 0,1-2-1,-1 2 1,1-1 0,0 0 0,0 0-1,-1 0 1,2 0 0,-1 0 0,-1-1-1,2 2 1,-1-2 0,0 1 0,0 0-1,2 0 1,0 0-9,0-1 1,0 1-1,0-1 0,0 0 1,-1 0-1,1 0 0,0 0 0,0 0 1,0 0-1,0-1 0,0 0 1,-1 1-1,1-1 0,0 1 0,5-4 1,11-6-72,0 0 1,0-2 0,32-25-1,-48 36 109,-2-1 0,1 1 0,0-1 0,0 1 0,0-1 0,-1 1 0,1-1 0,-2 0 0,2 1 0,-1-1 0,0 0 0,0 0 0,0 0 0,0 0 0,0-3 0,-1 9 52,2 0-1,-1 0 0,0 0 0,1 0 0,0 0 0,0 0 1,0 0-1,6 6 0,12 14-2554,-18-22 1839,-1 0-1,1-1 1,1 0 0,-2 1 0,1-1-1,1 0 1,3 2 0,38 13-8257</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2"/>
    </inkml:context>
    <inkml:brush xml:id="br0">
      <inkml:brushProperty name="width" value="0.025" units="cm"/>
      <inkml:brushProperty name="height" value="0.025" units="cm"/>
    </inkml:brush>
  </inkml:definitions>
  <inkml:trace contextRef="#ctx0" brushRef="#br0">487 8 10250,'-3'-4'9112,"-8"2"-5747,-14 2-3895,18 0 1541,-44-1-540,1 2 1,1 3 0,-66 11 0,102-13-469,-1 0 1,1 1-1,0 0 0,1 1 1,-1 0-1,1 1 1,0 1-1,-16 8 0,27-13-5,1-1-1,-1 0 1,1 0-1,0 1 1,0-1-1,0 1 1,-1-1-1,1 0 1,0 0-1,-1 1 1,1-1-1,0 1 1,0-1-1,0 0 1,-1 1-1,1-1 1,0 1-1,0-1 1,0 0-1,0 1 1,0-1-1,0 0 1,0 1-1,0-1 1,1 1-1,-1-1 1,0 0-1,0 1 1,0-1-1,1 1 1,-1-1-1,0 0 1,0 1-1,1-1 1,-1 1-1,0-1 1,15 14 4,-10-9 7,3 3 6,0 1 0,-1-1 0,-1 1-1,0 0 1,0 0 0,5 13 0,-8-15-12,-1 0 1,0-1 0,-1 1-1,0-1 1,0 1-1,-1-1 1,0 2-1,0-2 1,0 1 0,-1-1-1,-2 9 1,-4 6 1,-1 0 1,-1-1-1,-1 0 1,-1-1-1,-18 25 1,-8 13 6,35-53-12,0-1-1,1 1 1,-1-1 0,1 0-1,0 1 1,0 4-1,1-8 3,0 1-1,-1 0 0,1-1 0,0 1 0,0-1 0,0 0 0,0 1 0,0 0 0,0-1 0,0 1 0,0-1 0,1 1 0,-1-1 0,0 1 0,0 0 0,0-1 0,0 0 0,1 1 0,-1-1 0,0 1 0,1-1 0,-1 0 0,1 1 0,-1 0 0,0-1 0,1 0 0,-1 0 0,1 1 0,0-1 0,-1 1 0,0-1 0,1 0 0,0 0 0,-1 0 0,1 0 0,-1 1 0,1-1 0,0 0 0,-1 0 0,1 0 0,-1 0 0,1 0 0,0 0 0,0 0 0,-1 0 0,0 0 0,1 0 0,0 0 0,-1-1 0,2 1 0,19-5 61,1-1 1,30-12-1,-38 12-66,1 0 1,1 1 0,-1 1-1,1 0 1,0 1-1,32-3 1,-46 5-981,-6 0-3808,-4 3-533</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3"/>
    </inkml:context>
    <inkml:brush xml:id="br0">
      <inkml:brushProperty name="width" value="0.025" units="cm"/>
      <inkml:brushProperty name="height" value="0.025" units="cm"/>
    </inkml:brush>
  </inkml:definitions>
  <inkml:trace contextRef="#ctx0" brushRef="#br0">0 35 4913,'18'-2'11468,"0"-2"-5813,-8 1-5198,-1-1 1,0 0-1,1 0 0,13-10 1,-34 23-248,4-4-155,0-1 1,2 2-1,-1-1 1,0 0-1,-7 10 1,12-13-56,0 0 0,-1 1 0,2-1 0,-1 0 0,0 0 0,0 0 0,1 0 1,-1 1-1,1-1 0,0 0 0,0 1 0,0-1 0,0 1 0,0-1 0,1 0 0,-1 0 0,0 1 0,1-1 1,0 0-1,0 0 0,0 0 0,2 4 0,-2-4-67,0 0 0,1 0 1,-1 0-1,1 0 0,-1 0 1,1-1-1,0 1 0,-1 0 0,2 0 1,-1 0-1,0-1 0,0 0 0,3 2 1,-3-3-275,1 1 0,-1 0 0,0-1 0,1 1 0,0-1 0,-1 1 0,1-1 0,-1 0 0,1 0 0,-1 0 0,0-1 0,1 1 0,0-1 0,-1 1 0,1 0 0,3-3 0,45-16-4937</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4"/>
    </inkml:context>
    <inkml:brush xml:id="br0">
      <inkml:brushProperty name="width" value="0.025" units="cm"/>
      <inkml:brushProperty name="height" value="0.025" units="cm"/>
    </inkml:brush>
  </inkml:definitions>
  <inkml:trace contextRef="#ctx0" brushRef="#br0">1 1 13875,'0'0'4697,"0"1"-2697,0 1-247,0-1-985,0 1-568,0-1-200,0 2-240,1 1-1128,1-1-2753</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5"/>
    </inkml:context>
    <inkml:brush xml:id="br0">
      <inkml:brushProperty name="width" value="0.025" units="cm"/>
      <inkml:brushProperty name="height" value="0.025" units="cm"/>
    </inkml:brush>
  </inkml:definitions>
  <inkml:trace contextRef="#ctx0" brushRef="#br0">41 0 11707,'5'6'7097,"7"-2"-4857,13 3-1626,-24-6-254,33 5 41,0-1 1,1-1-1,56 0 1,-85-4-513,2 0 827,-11 4 467,-5 7-924,-2 4-213,2-1 1,1 2-1,0-1 1,1 1-1,1 0 0,1 0 1,0 0-1,1 1 1,1 0-1,1-1 1,0 1-1,2 0 0,0-1 1,1 0-1,5 21 1,-4-30-47,-1-1 0,-1-2 0,1 1 0,-1 1 1,0 6-1,-2-13 25,1 0-1,-1 0 1,0 0 0,0 0 0,0 0-1,0 0 1,0 0 0,0 0 0,-1 0-1,1 1 1,0-1 0,0 0 0,-1 1-1,-1-2 1,-23-7-47,14 5 12,-1 1-1,1 0 0,-1 1 0,1 0 0,-2 2 0,2-1 0,-2 1 0,2 0 0,-1 1 0,0 1 1,-18 3-1,12 2-112,19-7 44,-1 0 0,0 0 1,1 0-1,-1 0 0,1 0 1,0 0-1,0 0 1,-1 0-1,0 1 0,1-1 1,-1 0-1,1 1 0,0-1 1,0 0-1,0 0 0,-1 0 1,1 1-1,-1-1 1,1 1-1,0-1 0,-1 0 1,1 0-1,0 1 0,0-1 1,0 0-1,0 0 0,0 1 1,0-1-1,-1 1 1,1-1-1,0 0 0,0 1 1,0-1-1,0 1 0,0-1 1,0 1-1,13 1-3075,27-5-1458</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6"/>
    </inkml:context>
    <inkml:brush xml:id="br0">
      <inkml:brushProperty name="width" value="0.025" units="cm"/>
      <inkml:brushProperty name="height" value="0.025" units="cm"/>
    </inkml:brush>
  </inkml:definitions>
  <inkml:trace contextRef="#ctx0" brushRef="#br0">33 1 15307,'0'0'5193,"0"3"-2624,-3 0 71,-2-2-1007,0 2-481,-2 0-296,3 0-400,0 1-312,3-1-136,1-1-8,1 2-80,1 0-856,0 4-1560,-2-1-3266,-9 11-5256</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7"/>
    </inkml:context>
    <inkml:brush xml:id="br0">
      <inkml:brushProperty name="width" value="0.025" units="cm"/>
      <inkml:brushProperty name="height" value="0.025" units="cm"/>
    </inkml:brush>
  </inkml:definitions>
  <inkml:trace contextRef="#ctx0" brushRef="#br0">146 1 12587,'-2'7'6937,"-1"4"-4312,-4 8 135,0 0-751,2-2-1193,-7 3-568,2 2-248,-2 0-816,-6 2-2137,-51 43-4440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8"/>
    </inkml:context>
    <inkml:brush xml:id="br0">
      <inkml:brushProperty name="width" value="0.025" units="cm"/>
      <inkml:brushProperty name="height" value="0.025" units="cm"/>
    </inkml:brush>
  </inkml:definitions>
  <inkml:trace contextRef="#ctx0" brushRef="#br0">119 71 5641,'15'-15'4696,"14"-26"660,-29 41-5272,1 0 1,-1-1-1,0 1 1,1 0 0,-1-1-1,0 1 1,1 0-1,-1 0 1,0-1 0,0 0-1,0 1 1,0 0-1,0 0 1,0-1 0,0 1-1,0 0 1,0-1-1,0 1 1,0-1 0,0 1-1,0 0 1,0 0-1,0-1 1,0 0 0,0 1-1,0 0 1,0 0-1,0-1 1,0 1 0,0-1-1,-1 1 1,1 0-1,0 0 1,-1-1 0,0 0-1,1 1-10,-2 0-1,1 0 1,0-1-1,0 1 1,0 0-1,-1 0 1,1 0 0,0 0-1,0 0 1,-1 0-1,1 0 1,-2 1-1,-37 10 65,30-7-133,1 0-1,-1 0 1,1 1-1,0 0 0,0 1 1,1-1-1,-10 10 1,15-13-4,1 0 0,0 0 0,1 0 0,-2 0 0,2-1-1,-1 1 1,1 0 0,-1 1 0,1-1 0,0 1 0,0-1 0,0 0 0,0 1 0,0-1 0,1 1 0,0-1 0,0 1 0,-1-1 0,1 1 0,0 0 0,1-1 0,-1 1-1,0-1 1,0 0 0,1 1 0,0 0 0,0-1 0,0 0 0,1 0 0,-2 1 0,2-1 0,2 2 0,-3-2 3,1 0 0,-1-1 0,0 0-1,2 1 1,-2 0 0,1-2 0,1 2 0,-2-1 0,1-1 0,1 2 0,-1-2 0,0 1-1,0 0 1,0-1 0,1 1 0,-1 0 0,1-1 0,-1 0 0,0 0 0,0 0-1,1 0 1,0 0 0,-1 0 0,0-1 0,0 1 0,3-1 0,8-3 2,-1 1 1,0-1 0,18-8-1,-22 9-6,-1-1-1,30-14 42,-35 17-36,-1 0 1,1 0-1,0-1 0,0 1 1,-1-1-1,1 1 1,-1-1-1,0 0 0,0 1 1,0-1-1,1 0 1,-2 0-1,1 1 0,0-1 1,-1 0-1,2-3 1,-2 5 34,0 0 1,0-1 0,0 1 0,1-1 0,-1 1 0,0 0-1,0-1 1,0 0 0,0 1 0,0 0 0,0-1 0,0 1-1,-1-1 1,1 1 0,0 0 0,0-1 0,0 1 0,-1 0-1,1-1 1,0 1 0,-1-1 0,1 1 0,0 0-1,0-1 1,0 1 0,-1-1 0,1 1 0,-1 0 0,1 0-1,0 0 1,-1-1 0,1 1 0,-1 0 0,1-1 0,-1 1-1,1 0 1,0 0 0,-1 0 0,-1 0 0,2 0-16,0 0 1,-1 0 0,0 1-1,0-1 1,1 1 0,0-1-1,-1 0 1,0 0 0,0 1-1,1-1 1,0 1 0,0-1-1,-1 0 1,0 1 0,1 0-1,-1-1 1,1 1 0,0-1-1,0 0 1,0 1 0,0 0-1,-1-1 1,1 1 0,0 0-1,0-1 1,0 0 0,0 1-1,0 0 1,0-1 0,0 1-1,0 0 1,0-1 0,0 1-1,1 0 1,-1 7 19,1 1 1,1-1-1,0-1 1,3 11-1,-3-15-210,-2 0-1,2 0 0,-1 0 0,1 0 0,0-1 0,-1 1 0,2-1 0,-1 1 1,0-1-1,0 1 0,1-1 0,-1 0 0,1 0 0,4 2 0,-5-3-123,-2-1 0,1 0 0,1 1 0,-2-1 0,2 1 0,-1-1 0,0 0 0,0 0 0,0 0 0,1 0 0,-2 0 0,2 0 0,-1 0 0,0 0 0,0 0 0,3-1 0,38-13-8365</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49"/>
    </inkml:context>
    <inkml:brush xml:id="br0">
      <inkml:brushProperty name="width" value="0.025" units="cm"/>
      <inkml:brushProperty name="height" value="0.025" units="cm"/>
    </inkml:brush>
  </inkml:definitions>
  <inkml:trace contextRef="#ctx0" brushRef="#br0">328 1 7802,'1'1'6430,"2"3"89,-6-3-6286,-2 0 0,1 0 0,0 0 0,0 0 0,0-1 1,-1 0-1,1 0 0,0 0 0,0 0 0,-8-1 0,-7 1-114,-16 1-110,-105 7-14,134-8-1,2 0 0,-1 2 0,0-2 1,1 2-1,-1 0 0,-6 2 0,11-4 4,-1 0 1,1 0 0,-1 1-1,0 0 1,1-1-1,-1 0 1,1 1 0,-1-1-1,0 0 1,1 1 0,0 0-1,0-1 1,-1 1 0,1 0-1,-1-1 1,1 1-1,-1 0 1,1-1 0,0 2-1,0-2 2,0 2-1,0-2 0,0 2 1,1-2-1,-1 2 0,0-2 1,1 2-1,0-2 0,-1 2 0,0-2 1,1 1-1,-1 0 0,1 0 1,0-1-1,-1 1 0,1 0 1,1 1-1,19 16 2,-14-13 0,-1 1 0,0-1-1,-1 1 1,7 8 0,-10-11-1,-1 0 1,1 0-1,-1-1 0,1 2 0,-2-1 0,2-1 1,-1 2-1,-1-1 0,0 0 0,0 1 0,1-2 0,-1 2 1,-1-1-1,1 3 0,-6 22 9,-2-1 0,-1 0 1,-2-1-1,-27 49 0,6-12 9,31-60-18,-1 0 1,1 0-1,0 1 0,0 0 0,0 0 0,1-1 1,-1 1-1,1-1 0,0 1 0,0-1 1,0 1-1,1 4 0,0-7 4,-1 1-1,1-1 0,0 0 1,-1 1-1,1-1 0,0 0 1,0 1-1,-1-2 0,2 2 1,-1-1-1,0 0 0,0 0 1,0-1-1,0 2 0,1-2 1,-1 1-1,0 0 0,1-1 1,-1 1-1,1 0 0,-1-1 1,1 1-1,-1-1 0,1 1 1,-1-1-1,1 0 0,-1 0 1,1 0-1,0 0 0,-1 0 1,1 0-1,-1 0 0,1 0 1,2 0-1,13-4 173,0 1-1,0-1 0,0 0 1,25-12-1,12-3 184,-54 18-1673,-7 3-3532,-8 5-704</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0"/>
    </inkml:context>
    <inkml:brush xml:id="br0">
      <inkml:brushProperty name="width" value="0.025" units="cm"/>
      <inkml:brushProperty name="height" value="0.025" units="cm"/>
    </inkml:brush>
  </inkml:definitions>
  <inkml:trace contextRef="#ctx0" brushRef="#br0">0 54 10290,'24'-17'6995,"16"-4"-5015,-9 5-891,-35 22 598,-7 7-1530,1 1 1,0 0-1,-12 25 0,21-37-152,0 0 0,0 0 0,1 0 0,0 0 0,0 0-1,0 0 1,0 1 0,0-1 0,0 0 0,1 0 0,-1 0 0,1 0 0,0 0-1,-1 0 1,1 0 0,1 0 0,-2 0 0,2 0 0,-1 0 0,0 0 0,3 1-1,-3-1-40,0-2 0,1 2 0,-1-2 0,0 2 0,1-2 0,-1 1 0,1 0 0,0 0 0,0 0 0,-1-1 0,1 0 0,0 1-1,-1-1 1,1 1 0,0-1 0,-1 0 0,2 0 0,-2 0 0,1 0 0,0 0 0,0 0 0,0-1 0,-1 1 0,1-1 0,0 1 0,-1 0-1,1-1 1,2-1 0,3-1-1162,0-1 0,-1 1-1,1-1 1,-1 0 0,0-1-1,-1 0 1,1 1 0,8-11-1,26-27-5282</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1"/>
    </inkml:context>
    <inkml:brush xml:id="br0">
      <inkml:brushProperty name="width" value="0.025" units="cm"/>
      <inkml:brushProperty name="height" value="0.025" units="cm"/>
    </inkml:brush>
  </inkml:definitions>
  <inkml:trace contextRef="#ctx0" brushRef="#br0">9 6 12675,'-4'-2'6137,"1"-1"-4273,1 3-903,4 0-665,-2 1-296,3 3 0,1 0-296,5 0-1841,24 1-3856</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2"/>
    </inkml:context>
    <inkml:brush xml:id="br0">
      <inkml:brushProperty name="width" value="0.025" units="cm"/>
      <inkml:brushProperty name="height" value="0.025" units="cm"/>
    </inkml:brush>
  </inkml:definitions>
  <inkml:trace contextRef="#ctx0" brushRef="#br0">22 15 6497,'39'-3'11589,"-1"-2"-7923,-24 3-3426,0 0 0,1 0 0,0 1 0,26 2 0,-41-1-223,1 0 1,-1 0 0,1 0-1,-1 1 1,0-1 0,0 1-1,1-1 1,-1 0-1,0 0 1,1 1 0,-1-1-1,0 1 1,1-1 0,-1 0-1,0 0 1,0 1 0,0-1-1,0 1 1,0-1 0,0 0-1,0 1 1,0-1 0,0 1-1,0-1 1,0 0 0,0 1-1,0-1 1,0 0 0,0 1-1,0-1 1,0 1 0,0-1-1,0 0 1,-1 1 0,-7 20 515,6-14-356,-4 11-120,0 0-1,2 1 1,0 0 0,1-1 0,2 1-1,1 30 1,7 90-26,-7-139-27,1 1-1,-1-1 1,0 1-1,0-1 1,0 0 0,0 1-1,0 0 1,0-1 0,0 0-1,0 1 1,0-1-1,0 1 1,-1-1 0,1 0-1,0 1 1,0 0 0,0-1-1,0 0 1,0 0-1,0 1 1,-1 0 0,1-1-1,-1 0 1,1 0 0,-1 1-1,1-1 1,0 0-1,0 0 1,-1 0 0,1 1-1,-1-1 1,1 0 0,-1 1-1,1-1 1,0 0-1,-2 0 1,-19-3 197,8 1-197,-21-4-24,-65-17 1,103 27-1814,-3-4 1598,-1 0-1,1 1 1,0 0 0,-1-1-1,1 1 1,0-1 0,0 1 0,-1-1-1,1 0 1,0 1 0,0-1-1,-1 1 1,2-1 0,-1 0-1,-1 0 1,1 0 0,0 0 0,0 0-1,0 0 1,0 1 0,-1-2-1,2 1 1,-1 0 0,45-2-5771</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3"/>
    </inkml:context>
    <inkml:brush xml:id="br0">
      <inkml:brushProperty name="width" value="0.025" units="cm"/>
      <inkml:brushProperty name="height" value="0.025" units="cm"/>
    </inkml:brush>
  </inkml:definitions>
  <inkml:trace contextRef="#ctx0" brushRef="#br0">1 1 10306,'39'3'9772,"19"8"-5594,11 3-4203,-65-14 496,-3 0-621,0 0 0,-1 0 0,0 0 0,1 0 0,0 0 0,-1 0 0,1 0 0,-1 0 0,0 0 0,1 0 0,0 0 0,-1 0 0,0 0 0,1 1 0,-1-1 0,1 0 0,0 1 0,-1-1 0,0 0 0,1 1 0,-2-1-371,-1 2 1,1-1-1,0 0 1,0 0-1,-1 0 1,1 0-1,-2 0 1,2-1-1,-1 1 1,-2 0-1,-43 21-4439</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4"/>
    </inkml:context>
    <inkml:brush xml:id="br0">
      <inkml:brushProperty name="width" value="0.025" units="cm"/>
      <inkml:brushProperty name="height" value="0.025" units="cm"/>
    </inkml:brush>
  </inkml:definitions>
  <inkml:trace contextRef="#ctx0" brushRef="#br0">0 39 7770,'2'0'5089,"0"-1"-3001,6-2-191,7-1 119,1-2-576,9-1-551,-2 2-385,0 2-336,2 2-168,-1 1-40,7 0-1977,63-9-7265</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5"/>
    </inkml:context>
    <inkml:brush xml:id="br0">
      <inkml:brushProperty name="width" value="0.025" units="cm"/>
      <inkml:brushProperty name="height" value="0.025" units="cm"/>
    </inkml:brush>
  </inkml:definitions>
  <inkml:trace contextRef="#ctx0" brushRef="#br0">263 26 8194,'0'0'354,"0"0"1,1-1-1,-1 1 1,1 0-1,-1 0 1,0 0-1,1 0 1,-1-1-1,1 1 1,-1 0-1,1-1 1,-1 1-1,0 0 1,0 0-1,0-1 1,1 1-1,-1-1 1,0 1-1,1 0 1,-1-1-1,0 1 1,0-1-1,0 1 1,1-1-1,-8-7 3455,5 7-3544,0 0 0,-1-1 0,1 2-1,-1-2 1,1 2 0,0-1 0,-5 0 0,-3 0-139,-1 1 0,1 0 1,0 1-1,0-1 0,0 2 1,-1 0-1,2 0 0,-2 0 1,-12 6-1,10-3-125,1 1 0,0-1 0,0 1 0,0 2 0,1-1 0,-14 12 1,22-17-2,0 1 1,1 0-1,-1-1 1,1 1 0,-1 0-1,1 0 1,1 0 0,-2 0-1,2 0 1,-1 0 0,2 1-1,-2-1 1,1 4-1,1-6 0,0 0 0,-1 0 0,2 0-1,-1 0 1,0 0 0,0 0 0,0 1-1,0-2 1,0 2 0,1-2 0,-1 1-1,1 0 1,-1 0 0,1 0-1,-1 0 1,1 0 0,0 0 0,0 1-1,1-2 2,-1 2-1,1-2 0,0 2 0,0-2 0,-1 1 0,0 0 1,2-1-1,-2 1 0,1 0 0,0-1 0,0 0 1,0 0-1,0 1 0,3-1 0,4 0 2,-1-1-1,0 1 0,1-1 1,-1 0-1,0-1 0,0 0 1,0 0-1,0-1 1,-1 0-1,1 0 0,0-1 1,7-4-1,-7 3-20,0 0 0,-1 0-1,1-1 1,-1 0 0,0 0 0,-1-1-1,0 0 1,0 0 0,9-14-1,-11 10 156,-4 11-123,0 0 1,0 0-1,0 0 0,0-1 1,0 1-1,0 0 0,0 0 1,0 0-1,0 0 0,0 0 1,0 0-1,0 0 0,0 0 0,0 0 1,0 0-1,0 0 0,0 0 1,0 0-1,-1 0 0,1-1 1,0 1-1,0 0 0,0 0 1,0 0-1,0 0 0,0 0 1,-1 0-1,1 0 0,0 0 1,0 0-1,0 0 0,0 0 1,0 0-1,-1 0 0,1 0 0,0 0 1,0 0-1,0 0 0,0 0 1,0 0-1,0 0 0,0 0 1,0 0-1,0 0 0,0 0 1,0 0-1,-1 0 0,0 1 40,0-1 0,0 1 1,0-1-1,0 1 0,0 0 0,0-1 0,1 1 0,-2 0 0,1 0 0,1 0 0,-1 0 0,1 0 1,-1 0-1,0 0 0,1 1 0,-2 1-9,1 0 1,1 0-1,-1 1 0,1-1 1,-1 0-1,1 0 1,0 0-1,0 0 1,1 1-1,0-1 0,-1 0 1,1 1-1,0-2 1,0 1-1,0 1 1,1-2-1,0 2 0,-1-2 1,1 1-1,0 0 1,4 4-1,-2-3-305,-1 0-1,1 0 1,0-1-1,0 0 1,1 0-1,-1 1 1,1-1-1,0 0 1,-1-1-1,1 0 1,0 1 0,1-1-1,7 2 1,-9-4-489,1 1 0,-1-1 0,0 0 0,0 1 0,1-2 0,6 0 0,58-12-8154</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6"/>
    </inkml:context>
    <inkml:brush xml:id="br0">
      <inkml:brushProperty name="width" value="0.025" units="cm"/>
      <inkml:brushProperty name="height" value="0.025" units="cm"/>
    </inkml:brush>
  </inkml:definitions>
  <inkml:trace contextRef="#ctx0" brushRef="#br0">413 0 9986,'-4'2'9185,"-14"5"-6634,-1-4-1484,0 0 0,0-2-1,-37 1 1,-10 0-430,11 1-452,-40 5-182,94-8-4,1 0 1,-1 0-1,1-1 1,-1 1 0,1 0-1,0 0 1,0 0-1,-1 0 1,1 0 0,-1 1-1,1-1 1,-1 0-1,1 0 1,0 0-1,0 0 1,0 0 0,-1 0-1,1 0 1,-1 0-1,1 0 1,0 1-1,0-1 1,0 0 0,0 1-1,-1-1 1,1 0-1,0 0 1,-1 0 0,1 1-1,0-1 1,0 0-1,-1 1 1,1-1-1,0 0 1,0 1 0,9 8-23,3 1 13,-7-3 11,-1 1-1,0-1 1,0 1 0,-1 0 0,0 0 0,-1 0 0,0 0 0,0 0 0,-1 1-1,0-1 1,-1 1 0,0-1 0,0 0 0,-1 1 0,-2 9 0,-3 8 3,-1 0 1,-1-1-1,-18 38 1,8-28 2,11-21-7,0 0 1,1-1-1,-6 20 1,12-32-1,0 0 1,0 0-1,-1 0 1,1 0-1,0 0 0,0 0 1,0 0-1,0 0 1,0 0-1,0 0 0,0 0 1,1 0-1,-1 0 1,0 0-1,0 0 0,0 0 1,1 0-1,0 0 0,-1 0 1,1 0-1,-1 0 1,1 0-1,0-1 0,0 1 1,-1 0-1,1 0 1,0 0-1,0-1 0,0 1 1,0-1-1,0 0 1,-1 1-1,2 0 0,-1-1 1,0 0-1,0 1 1,2 0-1,3-1 6,0 2 0,1-2 0,0 0 0,-1 0 1,11 0-1,-6-1 14,-10 1-20,84-5 118,-72 4-109,-1-1 0,-1 0 1,1 0-1,0-2 0,11-3 0,-22 7-20,-1 0-1,0-1 1,0 1-1,1 0 1,-1 0-1,1 0 0,0 0 1,-1 0-1,0 0 1,0-1-1,1 1 0,-1 0 1,1 0-1,-1 0 1,1-1-1,-1 1 1,0 0-1,0-1 0,0 1 1,0 0-1,1-1 1,-1 1-1,0-1 1,1 1-1,-1-1 0,-9-6-2888,2 4 871,-13-11-3734</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7"/>
    </inkml:context>
    <inkml:brush xml:id="br0">
      <inkml:brushProperty name="width" value="0.025" units="cm"/>
      <inkml:brushProperty name="height" value="0.025" units="cm"/>
    </inkml:brush>
  </inkml:definitions>
  <inkml:trace contextRef="#ctx0" brushRef="#br0">0 74 9618,'17'-13'7231,"1"0"-3750,40-18-3377,-25 15 2368,-45 30-1781,1 0 1,-11 16-1,19-24-688,-1 0 1,2 0-1,-1 0 0,1 0 0,-4 10 1,6-14-13,0 0 0,-1 0 1,1-1-1,0 1 0,0 0 1,0-1-1,0 1 1,0-1-1,0 1 0,1 0 1,-1 0-1,0 0 0,1-1 1,-1 1-1,1-1 1,0 1-1,0-1 0,0 1 1,0-1-1,0 1 0,0-1 1,0 1-1,1-1 1,-1 0-1,0 0 0,3 2 1,-2-3-100,-1 1 0,1 0 1,0-1-1,0 0 0,0 1 1,0-1-1,-1 0 1,2 0-1,-2 0 0,1 0 1,1 0-1,-2 0 0,1-1 1,0 1-1,0 0 1,-1-1-1,2 0 0,-2 1 1,4-2-1,32-19-4225,-36 21 4157,28-22-4642,14-20-1371</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8"/>
    </inkml:context>
    <inkml:brush xml:id="br0">
      <inkml:brushProperty name="width" value="0.025" units="cm"/>
      <inkml:brushProperty name="height" value="0.025" units="cm"/>
    </inkml:brush>
  </inkml:definitions>
  <inkml:trace contextRef="#ctx0" brushRef="#br0">0 10 11090,'0'-3'4985,"0"1"-3256,0-1 751,0 2 417,2 2-2897,0 2-192,-1 0-344,6 6-1569,11 4-2960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59"/>
    </inkml:context>
    <inkml:brush xml:id="br0">
      <inkml:brushProperty name="width" value="0.025" units="cm"/>
      <inkml:brushProperty name="height" value="0.025" units="cm"/>
    </inkml:brush>
  </inkml:definitions>
  <inkml:trace contextRef="#ctx0" brushRef="#br0">38 1 4761,'1'1'10201,"0"1"-4465,-2 7-1819,-3 7-2823,-3 1-707,0-1 0,2 1 0,-1 0 0,3 0 0,-4 28 0,8-18-103,3-12-1160,4-5-3391,-5-11-1173,0-8-2042</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0"/>
    </inkml:context>
    <inkml:brush xml:id="br0">
      <inkml:brushProperty name="width" value="0.025" units="cm"/>
      <inkml:brushProperty name="height" value="0.025" units="cm"/>
    </inkml:brush>
  </inkml:definitions>
  <inkml:trace contextRef="#ctx0" brushRef="#br0">0 15 13243,'0'-4'5521,"2"4"-4177,4-3-215,4 0-433,5 2-400,3-2-104,1 3-96,0 0-32,-2 1-64,3 1-80,1-1-1120,32 0-4170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1"/>
    </inkml:context>
    <inkml:brush xml:id="br0">
      <inkml:brushProperty name="width" value="0.025" units="cm"/>
      <inkml:brushProperty name="height" value="0.025" units="cm"/>
    </inkml:brush>
  </inkml:definitions>
  <inkml:trace contextRef="#ctx0" brushRef="#br0">28 0 10938,'0'3'5081,"-1"-1"-2880,-5 0-233,2 5-471,-3 4-417,2 2-176,2 3 136,1 1-256,2 1-327,0 0-209,0-4-160,0 1-88,0 0-72,0-3-1577,2-4-3264,13 2-5033</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2"/>
    </inkml:context>
    <inkml:brush xml:id="br0">
      <inkml:brushProperty name="width" value="0.025" units="cm"/>
      <inkml:brushProperty name="height" value="0.025" units="cm"/>
    </inkml:brush>
  </inkml:definitions>
  <inkml:trace contextRef="#ctx0" brushRef="#br0">88 1 7490,'5'9'8555,"9"-2"-5977,12 3-1193,-10-8-971,0 0 0,0-1 1,0-1-1,0 0 0,0 0 0,16-3 0,37-2 381,-82 24 1054,7-9-1737,0 0 0,1 0 0,0 1 0,0-1 0,1 1 0,1 0 1,0 0-1,1 0 0,-1 13 0,1-6-117,2 0-1,1 0 1,0 0 0,9 35 0,-7-43 7,1 0 0,0 0 0,9 15 0,-7-15 4,-1 0-1,7 20 1,-12-30-1,0 1-1,0 0 1,-1-1 0,1 0 0,-1 1-1,1 0 1,-1-1 0,1 0-1,0 1 1,-1 0 0,0-1-1,1 0 1,-1 0 0,1 1 0,-1-1-1,0 1 1,0-1 0,1 0-1,0 0 1,-1 0 0,0 0-1,0 1 1,1-1 0,-1 0-1,0 0 1,0 0 0,1 0 0,-1 0-1,0 0 1,-33 3 96,28-3-92,-53 2 15,-38 4 30,83-4-52,-2 1 1,1-1-1,0 2 1,-16 5-1,28-8-58,2 0-1,-1-1 0,0 2 0,0-2 0,1 2 0,-1-2 1,1 2-1,-1-1 0,0 0 0,1 1 0,0-1 1,-1 0-1,1 1 0,0 0 0,-2 1 0,3-3-22,0 1 0,0-1 0,0 1 0,0-1 0,0 0 0,0 0-1,0 1 1,0-1 0,0 1 0,0-1 0,0 0 0,0 0 0,0 0 0,0 1-1,1-1 1,-1 1 0,0-1 0,0 0 0,0 0 0,0 0 0,0 1 0,0-1 0,1 0-1,-1 1 1,0-1 0,1 0 0,-1 0 0,0 0 0,1 0 0,-1 0 0,0 1-1,0-1 1,1 0 0,-1 0 0,1 0 0,2 1-443,0-1 0,0 1 0,0-1 0,0 0-1,0 0 1,0 0 0,-1 0 0,4-1 0,69-10-7864</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3"/>
    </inkml:context>
    <inkml:brush xml:id="br0">
      <inkml:brushProperty name="width" value="0.025" units="cm"/>
      <inkml:brushProperty name="height" value="0.025" units="cm"/>
    </inkml:brush>
  </inkml:definitions>
  <inkml:trace contextRef="#ctx0" brushRef="#br0">21 2 13219,'2'-1'13187,"0"1"-11331,-4 0-632,0 0 121,1 0-1129,1 1-168,-2 4-48,1-2-272,-1 4-593,-3 3-975,0-1-2321,0 18-2248</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4"/>
    </inkml:context>
    <inkml:brush xml:id="br0">
      <inkml:brushProperty name="width" value="0.025" units="cm"/>
      <inkml:brushProperty name="height" value="0.025" units="cm"/>
    </inkml:brush>
  </inkml:definitions>
  <inkml:trace contextRef="#ctx0" brushRef="#br0">178 1 14491,'-4'6'4849,"-3"4"-1984,-7 5 111,-1 5-1343,-4 0-1113,0-1-520,1 2-568,-4 1-2489,-37 32-4785</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5"/>
    </inkml:context>
    <inkml:brush xml:id="br0">
      <inkml:brushProperty name="width" value="0.025" units="cm"/>
      <inkml:brushProperty name="height" value="0.025" units="cm"/>
    </inkml:brush>
  </inkml:definitions>
  <inkml:trace contextRef="#ctx0" brushRef="#br0">245 4 5641,'-4'-3'11478,"-3"3"-8999,-5 1-2367,1 0 0,1 0 0,-1 2 0,-1 0 0,2-1 0,0 1 0,-1 1 0,1 0 0,0 1 1,0 0-1,1 0 0,0 1 0,0 0 0,1 1 0,-15 12 0,17-13-90,-27 26 58,31-29-77,0 0 0,0 1 0,-1-1 0,2 0 0,-1 0 0,0 1 0,1-1 0,0 0 0,-1 6 0,2-9-2,-1 1 0,1 0-1,0-1 1,0 0-1,0 1 1,0 0 0,0-1-1,0 1 1,0-1 0,0 1-1,0-1 1,1 1 0,-1 0-1,0-1 1,0 0-1,0 1 1,0-1 0,1 1-1,-1-1 1,0 1 0,1-1-1,-1 1 1,1-1 0,-1 0-1,0 0 1,1 1 0,-1-1-1,1 1 1,0-1-1,-1 0 1,0 0 0,1 0-1,0 1 1,-1-1 0,1 0-1,-1 0 1,1 1 0,-1-1-1,1 0 1,0 0-1,-1 0 1,1 0 0,-1 0-1,1 0 1,0 0 0,-1 0-1,2-1 1,2 0 11,1 1 0,0-2 0,-1 2 0,9-5 0,12-5 17,0-2 0,-1-1-1,29-20 1,9-4 21,-60 35 1838,-9 5-1003,5-1-831,-1-1 1,1 0-1,0 1 1,1 0-1,-2-1 1,1 1-1,-2 2 1,2 0-26,0 0 1,1-1-1,-2 1 1,3 0-1,-2 0 0,1 0 1,0 0-1,1 0 1,-1 0-1,1 0 0,0 0 1,0 0-1,0 0 0,2 5 1,-2-6-219,2 0 1,-1 0-1,0 1 1,0-2-1,1 1 1,-1 0-1,1 0 1,3 4-1,-3-5-314,0 0 0,0 0-1,0 0 1,0-1 0,1 1 0,-1-1-1,0 1 1,0-1 0,1 0 0,0 1-1,5 0 1,36 7-7188</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6"/>
    </inkml:context>
    <inkml:brush xml:id="br0">
      <inkml:brushProperty name="width" value="0.025" units="cm"/>
      <inkml:brushProperty name="height" value="0.025" units="cm"/>
    </inkml:brush>
  </inkml:definitions>
  <inkml:trace contextRef="#ctx0" brushRef="#br0">428 1 8258,'1'0'429,"0"0"-1,0 0 1,-1 0 0,1 0-1,0 0 1,0 0 0,-1 0 0,1 1-1,0-1 1,0 0 0,-1 0 0,1 0-1,-1 0 1,1 1 0,-1-1 0,1 1-1,0-1 1,-1 0 0,1 1 0,-1 0-1,1-1 1,-1 1-325,0-1-1,0 1 1,0-1 0,0 0-1,0 0 1,0 1 0,0-1-1,-1 1 1,1-1 0,0 0-1,0 0 1,0 1 0,0-1 0,0 0-1,0 0 1,-1 0 0,1 1-1,0-1 1,-1 1 0,1-1-1,0 0 1,-1 0 0,1 0-1,0 0 1,0 0 0,-1 1-1,1-1 1,-1 0 0,1 0-1,0 0 1,0 0 0,-1 1-1,1-1 1,-1 0 0,1 0-1,-1 0 1,1 0 0,0 0-1,0 0 1,-1-1 0,-34 8 403,0-2 1,0-1-1,0-2 1,-40-1 0,48-3-494,19 1-11,0 0 0,0 0 0,-1 1 0,1 0 0,-1 1 0,1-1 0,-9 3 0,17-3-3,-1 0-1,1 0 0,-1 1 1,1-1-1,0 1 1,-1-1-1,1 0 1,0 0-1,0 1 0,0-1 1,0 1-1,0-1 1,0 0-1,0 1 0,0-1 1,-1 1-1,1-1 1,0 0-1,0 1 1,0-1-1,0 1 0,1-1 1,-1 0-1,0 1 1,0-1-1,0 1 0,0-1 1,0 0-1,0 1 1,0-1-1,1 1 1,-1-1-1,11 21 5,-6-12 3,-3-3-2,0 0 0,-1-1 0,0 0 1,-1 1-1,1-1 0,-1 1 0,0-1 0,-1 1 0,1 0 0,-3 5 0,-2 9 49,-11 27 0,12-38-35,-10 24 24,-21 35 0,19-40-42,-21 55 0,36-80-1,0 0-1,-1 0 1,2 0-1,0 0 1,-1 1-1,1-1 1,0 0-1,0 0 1,0 1 0,1-1-1,-1 0 1,2 4-1,-1-6 4,-1 0-1,1 1 1,0-1 0,0 0-1,-1 0 1,2 0-1,-1 1 1,-1-2 0,2 2-1,-1-2 1,0 2-1,1-2 1,-1 1-1,0 0 1,0-1 0,1 1-1,-1-1 1,1 1-1,-1 0 1,1-1 0,-1 0-1,1 1 1,-1-1-1,1 0 1,0 0 0,-1 1-1,1-1 1,-1-1-1,3 1 1,12-2 96,0 0 0,0-1 0,-1 0 0,1-1 0,22-9 0,-19 6 29,1 1 0,32-6 0,-52 12-281,11-2 775,-8-1-1543,-8 0-4073,-12-2-1123</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7"/>
    </inkml:context>
    <inkml:brush xml:id="br0">
      <inkml:brushProperty name="width" value="0.025" units="cm"/>
      <inkml:brushProperty name="height" value="0.025" units="cm"/>
    </inkml:brush>
  </inkml:definitions>
  <inkml:trace contextRef="#ctx0" brushRef="#br0">1 91 9130,'16'-13'6192,"-1"0"-3970,18-14-614,19-10 142,-61 45-1446,0 1-1,1 0 1,1 0 0,-1 1-1,2-1 1,0 1 0,-7 16 0,11-22-293,1 1 1,-1 0 0,1-1-1,0 1 1,0-1 0,0 2-1,1 4 1,0-8-175,0 0-1,1 0 1,-1 0 0,1 0 0,0 1 0,-1-1 0,0 0-1,2-1 1,-1 1 0,-1 0 0,2 0 0,-1 0-1,0-1 1,1 1 0,-1-1 0,0 1 0,2 0 0,2 1-1,-5-2-22,1-1-1,-1 1 0,0-1 0,1 0 0,0 0 0,-1 0 1,1 0-1,-1 0 0,1 0 0,-1 1 0,1-1 0,0 0 0,-1 0 1,0 0-1,1 0 0,0 0 0,-1 0 0,0 0 0,1-1 1,1 1-1,18-7-6236</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8"/>
    </inkml:context>
    <inkml:brush xml:id="br0">
      <inkml:brushProperty name="width" value="0.025" units="cm"/>
      <inkml:brushProperty name="height" value="0.025" units="cm"/>
    </inkml:brush>
  </inkml:definitions>
  <inkml:trace contextRef="#ctx0" brushRef="#br0">8 1 14043,'0'1'3921,"-2"1"-2705,0 0-344,2 0-376,0 4-352,-3-3-144,6-1-384,1 0-2664,13-4-3818</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69"/>
    </inkml:context>
    <inkml:brush xml:id="br0">
      <inkml:brushProperty name="width" value="0.025" units="cm"/>
      <inkml:brushProperty name="height" value="0.025" units="cm"/>
    </inkml:brush>
  </inkml:definitions>
  <inkml:trace contextRef="#ctx0" brushRef="#br0">30 0 10666,'3'5'3713,"-1"-2"-2041,4 2 585,-2 6-161,-1 3-199,-4 5-129,-5 3-416,0 0-543,-4 0-417,2-1-224,3-6-152,0 0-8,3-3-8,1-3-232,1-3-913,0-5-999,-4-13-7674</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0"/>
    </inkml:context>
    <inkml:brush xml:id="br0">
      <inkml:brushProperty name="width" value="0.025" units="cm"/>
      <inkml:brushProperty name="height" value="0.025" units="cm"/>
    </inkml:brush>
  </inkml:definitions>
  <inkml:trace contextRef="#ctx0" brushRef="#br0">0 20 10138,'1'0'6089,"5"-2"-4416,5-3-545,6 1-208,6 0-296,-2 4-248,1 0-223,-1 0-89,-3 5-64,2-3-289,1-2-1743,34-12-3849</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1"/>
    </inkml:context>
    <inkml:brush xml:id="br0">
      <inkml:brushProperty name="width" value="0.025" units="cm"/>
      <inkml:brushProperty name="height" value="0.025" units="cm"/>
    </inkml:brush>
  </inkml:definitions>
  <inkml:trace contextRef="#ctx0" brushRef="#br0">72 0 12979,'-1'5'3865,"-6"2"-2545,-2 9 472,-2 7-231,-3 5-481,2-1-184,4-3-328,-1-2-392,8 0-176,2-3-32,1-10-1288,3-1-3153,8-6-3329</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2"/>
    </inkml:context>
    <inkml:brush xml:id="br0">
      <inkml:brushProperty name="width" value="0.025" units="cm"/>
      <inkml:brushProperty name="height" value="0.025" units="cm"/>
    </inkml:brush>
  </inkml:definitions>
  <inkml:trace contextRef="#ctx0" brushRef="#br0">0 39 9490,'0'0'3860,"2"2"71,12 3-2247,-1-4-990,-1-1-1,0-1 0,0 0 0,0-1 0,0 0 0,21-6 0,-11 4-385,21-7-55,-28 7-186,0 0-1,0 1 1,1 0 0,23-1 0,-40 6 55,1-1 1,-1 1-1,1 0 0,0-1 0,-1 0 1,0 1-1,0-1 0,1 1 1,-2 1-1,-4 6 17,1 1 0,1-1 0,0 2-1,0-1 1,1-1 0,1 2 0,0-1 0,0 1 0,2-1 0,-1 1 0,2 15 0,4 9-187,2 0 1,11 37 0,-1-10 162,-16-59-112,0-1 0,-1 1 0,1 0 0,-1-1 0,0 1 0,0 0 0,0 0 0,0-1 1,0 1-1,-1 0 0,1-1 0,-1 1 0,0-1 0,0 1 0,0 0 0,0-1 0,0 1 0,-1-1 0,1 0 0,-2 0 0,2 1 0,-1-1 0,0 0 0,0 0 0,0 0 0,0 0 0,-1-1 0,0 1 0,1 0 0,-1-1 0,0 0 0,1 0 0,-1 1 0,0-2 0,0 2 0,0-2 1,0 1-1,0 0 0,-4-1 0,-66 4 28,51-4-46,1 0 1,-1 2 0,1 1 0,-35 7 0,112-17-6217,10-7 168</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3"/>
    </inkml:context>
    <inkml:brush xml:id="br0">
      <inkml:brushProperty name="width" value="0.025" units="cm"/>
      <inkml:brushProperty name="height" value="0.025" units="cm"/>
    </inkml:brush>
  </inkml:definitions>
  <inkml:trace contextRef="#ctx0" brushRef="#br0">0 13 10722,'2'-1'769,"0"0"-1,1 0 0,0-1 1,-1 1-1,0 0 0,1 0 1,-1 0-1,1 1 0,-1-1 0,1 0 1,0 1-1,0 0 0,-1-1 1,1 1-1,3 0 0,47 4 2998,-37-2-3556,8-1-117,-1 1 0,36-4 0,-18-4-7293,-56 9 1133</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4"/>
    </inkml:context>
    <inkml:brush xml:id="br0">
      <inkml:brushProperty name="width" value="0.025" units="cm"/>
      <inkml:brushProperty name="height" value="0.025" units="cm"/>
    </inkml:brush>
  </inkml:definitions>
  <inkml:trace contextRef="#ctx0" brushRef="#br0">0 40 14019,'2'0'5321,"1"-2"-4017,5 2 89,11-2 39,2-3-616,9-1-520,2-2-272,3 2-24,1 0-1416,53 2-5722</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5"/>
    </inkml:context>
    <inkml:brush xml:id="br0">
      <inkml:brushProperty name="width" value="0.025" units="cm"/>
      <inkml:brushProperty name="height" value="0.025" units="cm"/>
    </inkml:brush>
  </inkml:definitions>
  <inkml:trace contextRef="#ctx0" brushRef="#br0">181 25 7522,'2'-5'1961,"2"-9"3810,-4 14-5683,0 0 1,0-1 0,0 1-1,0 0 1,0 0-1,0-1 1,0 1 0,0 0-1,0 0 1,0 0 0,0 0-1,-1 0 1,1-1 0,0 1-1,0 0 1,0 0-1,0 0 1,0-1 0,0 1-1,0 0 1,0 0 0,0 0-1,0 0 1,0 0 0,0 0-1,-1 0 1,1 0-1,0 0 1,0-1 0,0 1-1,-1 0 1,1 0 0,0 0-1,0 0 1,-1 0 0,1 0-1,0 0 1,0 0 0,0 0-1,0 0 1,0 0-1,0 0 1,-1 0 0,1 0-1,0 0 1,0 0 0,-1 0-1,1 0 1,0 0 0,0 0-1,-1 0 1,1 0-1,0 0 1,0 1 0,0-1-1,0 0 1,0 0 0,0 0-1,0 0 1,0 0 0,-1 0-1,1 0 1,0 0 0,0 1-1,-7 3 319,1 0 0,-1 1 0,1 0-1,0 0 1,1 0 0,0 0 0,0 1 0,0 0-1,1 0 1,-7 11 0,0 3 160,2 1-1,-9 25 1,10-23-447,1 0-1,1 0 1,1 0 0,2 1 0,0-1 0,2 38 0,2-53-559,1 22 292,-2-30-81,0 1 0,0 0 0,0-1 0,0 2 0,-1-2 0,1 1 0,0 0 0,-1-1 0,1 1 0,-1 0 0,1-1 0,0 1 0,-1-1 0,-1 1 0,2 0-140,0-1-1,-1 1 1,0-1-1,1 0 1,-1 0-1,1 0 1,-1 0-1,1 0 1,-1 1-1,1-1 1,-1 0-1,0 0 1,0 0-1,1 0 1,0 0-1,-1 0 1,0-1-1,0 1 0,1 0 1,0 0-1,-1 0 1,-1 0-1,-22-9-8385</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6"/>
    </inkml:context>
    <inkml:brush xml:id="br0">
      <inkml:brushProperty name="width" value="0.025" units="cm"/>
      <inkml:brushProperty name="height" value="0.025" units="cm"/>
    </inkml:brush>
  </inkml:definitions>
  <inkml:trace contextRef="#ctx0" brushRef="#br0">1 33 12123,'7'-3'5209,"2"-2"-3721,16-4 120,6 2-263,7 4-553,9 3-192,-1-1-248,5 1-176,0 0-160,-3 0-16,-8 0-336,45-5-4473</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7"/>
    </inkml:context>
    <inkml:brush xml:id="br0">
      <inkml:brushProperty name="width" value="0.025" units="cm"/>
      <inkml:brushProperty name="height" value="0.025" units="cm"/>
    </inkml:brush>
  </inkml:definitions>
  <inkml:trace contextRef="#ctx0" brushRef="#br0">1 136 14187,'16'1'5521,"1"2"-3572,19 1-732,-16-4-832,-3 0-133,0 0 1,29-4-1,-42 4-239,0-1-1,0 0 1,1 0-1,-2 0 1,2-1 0,-2 1-1,1 0 1,0-1 0,0 0-1,-1 0 1,1-1-1,-1 1 1,1 0 0,-1-1-1,-1 0 1,4-3 0,-4 5-12,-1-1 1,-1 1 0,2-1 0,-1 1 0,-1-1 0,0 0-1,1 0 1,0 1 0,-1-1 0,1 1 0,-1-1 0,0 1-1,0-1 1,0 0 0,0 0 0,0 0 0,0 1 0,-1-3-1,-1 1 0,2 0-1,-2 1 0,1-2 1,-2 2-1,2-1 0,-1 0 1,0 1-1,0-1 0,-4-2 1,1 0-4,-1 0 1,0 1-1,0 0 1,0-1-1,-1 2 1,0-1-1,0 0 1,-9-1 0,14 3 13,-1 2 1,1-1 0,0 0 0,-1 1 0,0 0 0,1 0 0,-1-1 0,0 1 0,1 0 0,-1 0 0,1 1 0,0-1-1,-1 0 1,1 0 0,-1 1 0,0 0 0,1 0 0,-1 0 0,1-1 0,0 2 0,0-1 0,-1 0 0,1 0-1,1 1 1,-2-1 0,1 0 0,1 1 0,-1 0 0,-1 2 0,0-2 4,2 2 0,-1-2 0,0 1 0,1 0 0,0 0 0,-1 1 0,2-2 0,-1 2 0,0-1 0,1 0 0,0 0 0,0 1 0,0-1 0,0 0 0,0 0 0,0 1 0,1-1 0,0 0 0,2 5 0,0-1-148,0 0 1,0-1-1,1 0 1,0 0-1,1 0 1,-1 0-1,1 0 1,7 5-1,-9-8-427,2 0-1,-1 0 1,0 0-1,1 0 1,8 3-1,-9-4-251,0-1-1,0 0 1,0 0-1,0 0 1,0 0 0,0-1-1,0 1 1,6-1-1,43-5-7755</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8"/>
    </inkml:context>
    <inkml:brush xml:id="br0">
      <inkml:brushProperty name="width" value="0.025" units="cm"/>
      <inkml:brushProperty name="height" value="0.025" units="cm"/>
    </inkml:brush>
  </inkml:definitions>
  <inkml:trace contextRef="#ctx0" brushRef="#br0">1 28 7154,'7'-4'8996,"3"5"-4199,-9 0-4243,1-1 0,-1 1-1,1 0 1,-1 0 0,1 0-1,-1 0 1,1-1 0,-1 2 0,2 1-1,15 25 1049,-14-21-1551,1 1 1,-1 0 0,13 11 0,-16-18-76,1 0 1,-2-1 0,2 1 0,-1 0-1,1-1 1,-1 1 0,1-1-1,0 0 1,-1 1 0,1-1 0,-1 1-1,1-1 1,-1 0 0,2 0 0,-2 0-1,0 0 1,1 0 0,-1-1-1,1 1 1,0-1 0,0 1 0,-1 0-1,1-1 1,-1 1 0,3-2-1,8-3-416,-1 0 0,13-8 0,-17 9 196,58-35-162,-65 38 936,1 4-506,-1-1 0,1 0-1,0 0 1,0 0 0,0 0 0,0 0 0,3 4 0,1-1-139,1-1 1,-1 0 0,1 0-1,0 0 1,1 0 0,0-1 0,-1 1-1,1-2 1,11 4 0,-14-4-42,-1-2 0,1 1 1,-1-1-1,1 1 0,0-1 1,0 0-1,-1 0 0,1 0 0,0-1 1,-1 0-1,0 1 0,1-1 1,0 0-1,-1 0 0,0 0 1,0-1-1,1 1 0,-1-1 1,0 1-1,0-1 0,0 0 1,3-3-1,1-1 54,0-1 1,0 0-1,9-11 0,-13 14 460,-1 1 0,0-1-1,0 1 1,1-1 0,-2 0-1,1 0 1,0 0-1,-2 0 1,2 0 0,-1-5-1,-1 16 1251,-1-5-1814,0 0 1,0 0 0,1 1-1,0-1 1,0 0 0,0 6-1,1-7-205,-1 1 0,1-1 1,0 0-1,-1 1 0,1 0 0,0-1 0,0 1 0,0-1 0,0 1 0,0-1 0,0 0 0,1 1 0,-1-1 0,0 0 0,0 0 0,3 1 0,26 17-4875</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79"/>
    </inkml:context>
    <inkml:brush xml:id="br0">
      <inkml:brushProperty name="width" value="0.025" units="cm"/>
      <inkml:brushProperty name="height" value="0.025" units="cm"/>
    </inkml:brush>
  </inkml:definitions>
  <inkml:trace contextRef="#ctx0" brushRef="#br0">127 1 9354,'3'9'9112,"-8"10"-7187,4-14-649,-24 83 3420,10-37-4183,-12 79 0,24-102-691,-3 26 157,5-49-629,0 0-1,0 0 1,-2 1-1,1-1 1,0-1-1,0 2 1,-5 4-1,6-9 236,1 0-74,-1 0 0,1-1 0,-1 1 1,0 0-1,1 0 0,-1 0 0,0-1 0,0 0 0,1 1 0,-1 0 0,0-1 0,0 1 1,0-1-1,-1 1 0,-13 1-5499</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0"/>
    </inkml:context>
    <inkml:brush xml:id="br0">
      <inkml:brushProperty name="width" value="0.025" units="cm"/>
      <inkml:brushProperty name="height" value="0.025" units="cm"/>
    </inkml:brush>
  </inkml:definitions>
  <inkml:trace contextRef="#ctx0" brushRef="#br0">0 11 12771,'2'-1'593,"0"0"0,-1 0 1,1 0-1,0 0 1,0 0-1,0 1 0,0-1 1,0 0-1,-1 1 0,2 0 1,-1 0-1,4-1 0,28 1 1061,-23 0-912,23-1 160,-20 1-692,0-1 0,0 2 0,0-1 0,17 4 0,-30-4-200,0 0 1,0 1-1,0-1 0,0 1 0,0-1 1,0 0-1,0 0 0,-1 1 0,2 0 1,-1-1-1,-1 1 0,1-1 1,0 1-1,0 0 0,-1-1 0,0 1 1,1 0-1,0-1 0,-1 1 0,0 0 1,1 0-1,0 1 0,0 0 68,-1 0 0,0 0 0,0 0 0,0 0 0,0 0 0,0 0 0,0 0 0,0 0 0,-1 3 0,-1 2 202,0 0 1,-1 0 0,0 0-1,-7 10 1,8-14-256,0 1 1,0-1-1,-1 0 0,1 1 1,-1-2-1,1 2 0,-1-2 0,0 1 1,-1-1-1,1 1 0,-1 0 1,1-1-1,-1 0 0,0 0 1,1-1-1,-1 1 0,0 0 0,0-1 1,-1 0-1,2 0 0,-2 0 1,1-1-1,-1 1 0,1 0 0,0-1 1,-5 0-1,4 0-68,1 0 0,-1 0 1,-1-1-1,2 0 0,-1 1 0,0-1 1,0 0-1,1-1 0,-1 1 0,0 0 0,1-1 1,-8-5-1,11 7-53,1 0 0,-1 0 0,1 0 0,0-1 0,0 1 0,-1 0 0,1-1 0,-1 1 0,1 0 1,0-1-1,-1 1 0,1-1 0,0 1 0,0 0 0,0-1 0,0 1 0,0-1 0,0 1 0,-1 0 0,1-1 0,0 1 0,0-1 0,1 0-206,-1 0 0,0 1 0,0-1 0,0 0 0,1 1 0,0-1 0,-1 1 0,1-1-1,-1 0 1,0 1 0,1 0 0,0-1 0,0 1 0,-1-1 0,1 1 0,0 0 0,1-2 0,25-10-6437</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1"/>
    </inkml:context>
    <inkml:brush xml:id="br0">
      <inkml:brushProperty name="width" value="0.025" units="cm"/>
      <inkml:brushProperty name="height" value="0.025" units="cm"/>
    </inkml:brush>
  </inkml:definitions>
  <inkml:trace contextRef="#ctx0" brushRef="#br0">1 12 1016,'1'-2'16652,"3"1"-11411,-2-2-1576,-1 0-1249,-1 1-823,0 1-665,-1 1-256,1 1-672,0 5-152,1 0-328,1 5-1033,-2 0-1151,-2 3-3473,-1 14-6714</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2"/>
    </inkml:context>
    <inkml:brush xml:id="br0">
      <inkml:brushProperty name="width" value="0.025" units="cm"/>
      <inkml:brushProperty name="height" value="0.025" units="cm"/>
    </inkml:brush>
  </inkml:definitions>
  <inkml:trace contextRef="#ctx0" brushRef="#br0">190 0 16243,'0'0'6538,"-3"5"-3906,-3 3 9,-1 1-977,-1 6-1016,1 4-415,-1 1-233,-2 8-168,-4 2-1217,-8 3-2592,-82 64-4648</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4"/>
    </inkml:context>
    <inkml:brush xml:id="br0">
      <inkml:brushProperty name="width" value="0.025" units="cm"/>
      <inkml:brushProperty name="height" value="0.025" units="cm"/>
    </inkml:brush>
  </inkml:definitions>
  <inkml:trace contextRef="#ctx0" brushRef="#br0">69 1 3865,'0'0'377,"0"1"0,0-1 0,1 0 0,-1 1 0,0-1-1,0 1 1,0-1 0,0 0 0,0 0 0,0 1 0,0 0 0,0-1 0,0 0 0,0 0 0,0 1 0,0 0 0,0-1 0,-1 0 0,1 0 0,0 1-1,0-1 1,-1 1 0,1-1 0,0 0 0,-1 0 0,1 1 0,-12 13 5298,6-6-4105,-2 9-760,1 1 1,1 0-1,1-1 0,-3 22 0,6-29-664,-3 8-54,4-13-112,-2 1 0,2 0 0,0 0 0,0 0 0,0 0 0,1 0 0,0 0 0,0 0 0,3 11 0,-3-17-66,0 0-1,0 0 0,0 1 1,0-1-1,0 0 1,0 0-1,0 1 1,0-1-1,1 0 1,-1 0-1,0 0 0,0 0 1,0 0-1,0 0 1,0 0-1,0 0 1,0 0-1,0 1 1,0-1-1,1 0 1,-1 0-1,0 0 0,0 0 1,0 0-1,1 0 1,-1 0-1,0 0 1,0 0-1,1 0 1,-1 0-1,0 0 0,0 0 1,0 0-1,0 0 1,0 0-1,0 0 1,1 0-1,-1 0 1,0 0-1,0 0 1,1 0-1,-1 0 0,8-9-5977,4-15-1172</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5"/>
    </inkml:context>
    <inkml:brush xml:id="br0">
      <inkml:brushProperty name="width" value="0.025" units="cm"/>
      <inkml:brushProperty name="height" value="0.025" units="cm"/>
    </inkml:brush>
  </inkml:definitions>
  <inkml:trace contextRef="#ctx0" brushRef="#br0">9 1 3737,'5'0'11722,"-10"3"-9321,2-2-265,1 2-583,0 0-441,1-1-400,1 0-280,1 0-424,1-1-8,0 1-200,1-1-1448,1-1-3529,17 0-5554</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6"/>
    </inkml:context>
    <inkml:brush xml:id="br0">
      <inkml:brushProperty name="width" value="0.025" units="cm"/>
      <inkml:brushProperty name="height" value="0.025" units="cm"/>
    </inkml:brush>
  </inkml:definitions>
  <inkml:trace contextRef="#ctx0" brushRef="#br0">362 90 3625,'1'-6'8038,"-7"-3"-4369,-11-6-1936,13 12-849,-4-4-359,0 0-1,-1 0 1,-1 2 0,1-1-1,-1 0 1,-18-6 0,24 11-486,0-1 0,0 2 1,0-1-1,0 0 0,0 1 0,1-1 1,-2 1-1,1 0 0,0 0 0,0 0 1,0 1-1,0-1 0,0 1 0,0 0 1,0 0-1,0 0 0,0 1 1,0-1-1,1 1 0,-1-1 0,1 1 1,-6 4-1,3-1-21,-1 1 0,1-1 0,0 1 0,1 0 0,-1-1-1,2 2 1,-1 0 0,1-1 0,-1 1 0,-2 10 0,-3 8 211,-10 44 0,15-54-119,-10 50 266,3 1-1,3-1 1,1 87-1,6-93 428,-14 76 0,16-132-1297,1-9-1238,5-14-4053,-3-8 129</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7"/>
    </inkml:context>
    <inkml:brush xml:id="br0">
      <inkml:brushProperty name="width" value="0.025" units="cm"/>
      <inkml:brushProperty name="height" value="0.025" units="cm"/>
    </inkml:brush>
  </inkml:definitions>
  <inkml:trace contextRef="#ctx0" brushRef="#br0">1 21 4225,'0'2'734,"0"-1"-1,0 0 1,0 0-1,0 0 1,0 1 0,1-1-1,-1 0 1,0 0-1,1 1 1,-1-1 0,1 0-1,0 0 1,-1 0 0,3 2-1,-3-2-324,2 0 0,-1 0 0,-1-1 0,2 1 0,-1 0 0,0-1 0,0 0 0,0 1 0,0 0 0,0-1 0,0 0 0,1 0-1,-2 0 1,3 1 0,5-1 159,-2 0 0,2-1-1,-1 1 1,-1-1 0,10-2-1,13-2-316,-7 6-176,-18-1-205,0 0 0,0 0 1,0 0-1,0 0 0,0 0 0,4-1 1,-5 0-635,0 0 0,1 0 0,-1 0 0,0 0 0,0-1 0,3-1 0,37-25-7921</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8"/>
    </inkml:context>
    <inkml:brush xml:id="br0">
      <inkml:brushProperty name="width" value="0.025" units="cm"/>
      <inkml:brushProperty name="height" value="0.025" units="cm"/>
    </inkml:brush>
  </inkml:definitions>
  <inkml:trace contextRef="#ctx0" brushRef="#br0">197 0 224,'43'1'4077,"-28"1"-1291,-15-2-2633,0 0 0,0 0 0,-1 0 0,1 0 0,0 0 153,0 0-153,0 0 1,0 0-1,0 0 0,0 0 0,0 0 0,0 0 0,0 1 0,0-1 0,0 0 0,0 0 0,0 0 0,0 0 0,0 0 1,0 0-1,0 1 0,0-1 0,0 0 0,0 0 0,0 0 0,0 0 0,0 0 0,0 0 0,0 0 0,0 0 0,0 0 1,0 0-1,0 0 0,0 0 0,0 0 0,0 0 0,0 0 0,0 0 0,0 1 0,0-1 153,0 0-153,0 0 1,1 0-1,-1 0 0,0 0 0,0 0 0,0 0 0,0 0 0,0 0 0,0 0 0,0 0 0,1 0 0,-1 0 0,0 1 1,0-1-1,0 0 0,0 0 0,0 0 0,0 0 0,1 0 0,-1 0 0,0-1 0,0 1 0,-4 3 319,-26 12 2143,-35 25 0,54-32-2477,2 0 1,-1 1-1,1-1 0,0 1 0,1 0 1,-12 19-1,5-4 113,2 0 0,0 2 0,-12 40 0,21-53-164,0 1 1,1-1-1,1 0 0,0 1 1,2 0-1,-1 0 0,2-1 1,-1 1-1,5 14 1,-4-24-38,1 2 1,-1-1 0,2-1 0,-2 1 0,2 0 0,-1 0 0,1-1 0,0 0 0,1 1 0,0-1 0,-1 0 0,1 0 0,0 0 0,0-1 0,1 0 0,-1 1 0,1-1-1,0-1 1,0 1 0,0 0 0,0-1 0,1 0 0,-1 0 0,12 2 0,-15-4-290,0 0-1,0 0 1,0 1-1,0-2 1,-1 1-1,1 0 1,0 0-1,0 0 1,0 0-1,3-2 1,13-8-6601,13-11-6560</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89"/>
    </inkml:context>
    <inkml:brush xml:id="br0">
      <inkml:brushProperty name="width" value="0.025" units="cm"/>
      <inkml:brushProperty name="height" value="0.025" units="cm"/>
    </inkml:brush>
  </inkml:definitions>
  <inkml:trace contextRef="#ctx0" brushRef="#br0">452 1 4585,'-3'2'1057,"1"0"0,-1 0 0,0-1 0,0 1 0,1-1 0,-1 1 0,-4 0 0,-25 6 3631,15-7-3181,-33-2 0,31 1-1116,-86-8 288,59 4-643,-55 1 0,97 3-37,2 0 3,0 0-1,1 0 0,-2 0 0,2 1 0,-1-1 0,0 0 0,1 1 1,-2-1-1,2 0 0,-1 1 0,0-1 0,-2 3 0,16 15 650,-6-5-251,0 0-1,-2 1 1,0 0-1,2 16 1,-3-15-296,1 4-4,-2-1 0,0 0 0,-2 0-1,0 1 1,-4 17 0,-22 91 525,24-117-602,-3 6 74,-12 25 0,12-26 35,-10 29-1,15-44-123,0 0 0,0 0-1,0 0 1,-1 0 0,1 0 0,0 1-1,0-1 1,0 0 0,0 0-1,0 1 1,0-1 0,0 0 0,1 0-1,-1 0 1,0 0 0,0 0-1,0 0 1,0 1 0,0-1 0,0 0-1,0 0 1,0 1 0,0-1-1,0 0 1,0 0 0,0 0-1,0 0 1,1 0 0,-1 0 0,0 0-1,0 0 1,0 0 0,1 0-1,-1 1 1,0-1 0,0 0 0,1 0-1,-1 0 1,12-1 461,16-8 521,-22 7-763,71-29 717,27-7-370,-104 38-576,-1 0-1,1 0 1,0 0-1,0 0 1,0 0-1,0 0 1,0 0-1,0 0 1,0 0-1,0 1 1,-1-1 0,1 0-1,0 0 1,0 0-1,0 0 1,0 0-1,0 0 1,0 0-1,0 0 1,0 0-1,0 0 1,0 1-1,0-1 1,0 0 0,0 0-1,0 0 1,0 0-1,0 0 1,0 0-1,0 0 1,0 0-1,0 0 1,0 0-1,0 0 1,0 0-1,0 0 1,0 0 0,0 0-1,0 0 1,0 0-1,0 1 1,0-1-1,0 0 1,0 0-1,0 0 1,0 0-1,0 0 1,0 0-1,0 0 1,0 0 0,0 0-1,1 0 1,-1 0-1,0 1 1,0-1-1,0 0 1,0 0-1,0 0 1,0 0-1,0 0 1,0 0-1,1 0 1,-1 0 0,0 0-1,0 0 1,0 0-1,0 0 1,0 0-1,0 0-153,0 0-1,0 0 1,0 0-1,-1 0 1,1 0-1,0 0 1,0 0-1,0 0 1,0 1-1,0-1 1,0 0-1,0 0 1,0 0-1,-1 1 1,1-1-1,0 0 1,0 0-1,0 0 1,0 0-1,0 0 1,0 0-1,0 0 1,0 1-1,0-1 1,0 0-1,0 0 1,0 0-1,1 1 1,-1-1-1,0 0 1,0 0-1,0 0 1,0 0-1,0 0 1,0 0-1,0 0 1,1 0-1,-1 1 1,8-1-5708</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0"/>
    </inkml:context>
    <inkml:brush xml:id="br0">
      <inkml:brushProperty name="width" value="0.025" units="cm"/>
      <inkml:brushProperty name="height" value="0.025" units="cm"/>
    </inkml:brush>
  </inkml:definitions>
  <inkml:trace contextRef="#ctx0" brushRef="#br0">1 84 3721,'7'-9'11802,"18"-18"-7638,1-3-2677,-13 13 730,-13 16-2131,-7 11 434,1 0-366,1-3-108,-1 0 0,2 0 0,0 1 1,-5 14-1,8-20-47,0-1 0,1 0 1,0 1-1,-1-1 0,1 0 1,0 1-1,0-1 0,0 0 1,0 1-1,0-1 0,0 0 1,1 1-1,-1-1 0,1 0 1,-1 0-1,1 1 0,-1-1 0,1 0 1,0 1-1,0-1 0,-1 0 1,1 0-1,0 0 0,0 0 1,0 0-1,0 0 0,0 0 1,1 0-1,-2 0 0,2-1 1,-1 1-1,1 0 0,-1-1 1,0 1-1,1-1 0,-1 1 1,2 0-1,-1-1-56,1 1 1,-1 0 0,1-1-1,-1 0 1,0 0-1,0 0 1,0 1-1,1-1 1,0-1 0,-1 1-1,0 0 1,0 0-1,5-2 1,-3 0-528,0 1 1,0-1 0,-1 0 0,1 0-1,0 0 1,0-1 0,-1 0-1,2-3 1,30-24-4938</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1"/>
    </inkml:context>
    <inkml:brush xml:id="br0">
      <inkml:brushProperty name="width" value="0.025" units="cm"/>
      <inkml:brushProperty name="height" value="0.025" units="cm"/>
    </inkml:brush>
  </inkml:definitions>
  <inkml:trace contextRef="#ctx0" brushRef="#br0">25 12 3865,'-7'-3'11034,"4"1"-6473,-4 0-2096,4-3-665,2 5-832,-2 0-568,2 0-304,2 3-96,-1 1-96,0 1-504,3 1-1808,1 14-3466</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2"/>
    </inkml:context>
    <inkml:brush xml:id="br0">
      <inkml:brushProperty name="width" value="0.025" units="cm"/>
      <inkml:brushProperty name="height" value="0.025" units="cm"/>
    </inkml:brush>
  </inkml:definitions>
  <inkml:trace contextRef="#ctx0" brushRef="#br0">1 0 2961,'0'4'439,"0"-1"602,-1-1 0,1 1 0,1-1 0,-1 1 0,0 0 0,0-1 0,1 1 0,1 3 0,-1-6-715,-1 2-1,1-2 0,0 1 1,-1 0-1,1-1 0,0 1 1,0 0-1,-1-1 1,2 1-1,-1 0 0,-1-1 1,1 1-1,1 0 0,13 3-456,10 0 608,0-3 1,0 1-1,0-2 1,44-4-1,-35 1-377,-27 3-42,120-10-57,-105 6 470,1 1 1,0-2 0,31-10 0,-45 12 1327,-14 8 104,-8 5-1492,9-4-328,0 1 1,1-1-1,-1 0 1,1 1-1,1-1 1,-1 2-1,1-2 1,1 1-1,-1 7 1,-6 16 220,-20 97 650,20-81-261,-25 72 0,16-62-175,16-55-401,-6-6-9,1-1-1,-1 1 1,0 0-1,-1 1 1,0 0-1,1 1 1,-2-1 0,1 1-1,-1 0 1,1 0-1,-18-2 1,15 4-113,-1-1 0,-1 2 1,1 0-1,0 0 0,0 0 1,-1 2-1,2 0 0,-15 3 0,26-5 1,-1 0 0,1 0 0,0 0-1,0 0 1,0 0 0,-1 0 0,1 0 0,0 0-1,0 0 1,0 0 0,-1 0 0,1 0 0,0 0-1,0 0 1,0 0 0,0 0 0,0 0 0,0 1-1,0-1 1,0 0 0,0 0 0,0 0 0,0 0-1,-1 0 1,1 0 0,0 0 0,0 0 0,0 0-1,0 0 1,0 0 0,0 1 0,0-1-1,0 0 1,0 0 0,0 0 0,0 1 0,0-1-1,0 0 1,0 0 0,0 0 0,0 0 0,0 0-1,0 0 1,0 0 0,0 0 0,0 0 0,0 1-1,0-1 1,0 0 0,0 0 0,9 6-193,16 4-601,-21-8 572,28 3-2912,1-5-2780,49-11-11523</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3"/>
    </inkml:context>
    <inkml:brush xml:id="br0">
      <inkml:brushProperty name="width" value="0.025" units="cm"/>
      <inkml:brushProperty name="height" value="0.025" units="cm"/>
    </inkml:brush>
  </inkml:definitions>
  <inkml:trace contextRef="#ctx0" brushRef="#br0">169 10 3937,'-1'-5'7876,"1"5"-7607,-1 0 0,1 0 0,0-1 0,0 1 1,-1-1-1,1 1 0,0 0 0,0 0 0,0 0 0,0-1 1,-1 1-1,1 0 0,-1-1 0,1 1 0,0 0 0,-1 0 0,1 0 1,0 0-1,0 0 0,-1 0 0,1 0 0,-1 0 0,1 0 1,-1-1-1,1 1 0,0 0 0,0 0 0,-1 0 0,1 0 1,-1 0-1,1 1 0,0-1 0,-26 16 404,17-11-662,-1 2 0,1-1 0,-14 13-1,14-8-14,-1 0 0,1 0-1,1 0 1,1 1 0,-1 0-1,-7 21 1,11-25-5,1-1 0,1 2-1,0-1 1,0 0 0,1 1 0,1-1-1,-1 1 1,1 0 0,1-1-1,-1 1 1,6 14 0,-6-21 15,1 1 1,0-1-1,0 1 0,1 0 1,-1-1-1,1 1 0,-1-1 1,1 0-1,0 1 1,0-1-1,3 3 0,-4-5-3,0 1 0,0 0-1,0-1 1,0 1 0,0 0 0,0-1-1,0 0 1,0 0 0,1 1-1,-1-1 1,0 1 0,0-1-1,0 0 1,1 0 0,-1 0-1,0 0 1,0 0 0,0 0 0,1 0-1,-1-1 1,0 1 0,0 0-1,0-1 1,0 1 0,0 0-1,1-1 1,-2 0 0,2 1-1,-1 0 1,-1-1 0,2 0 0,0-1-1,10-8 1,0-1-1,-1 0 0,-1 0 0,1-1 1,-3 0-1,1-1 0,-1 1 1,0-1-1,-2-1 0,1 0 0,-2 0 1,0 1-1,5-29 0,-11 2 71,-1 25 297,2 15-281,-1 0 0,1 0 0,0 0 0,0 0 0,0 0 0,0 0 1,0 0-1,0 0 0,0 0 0,0 0 0,0 0 0,0 0 0,0 0 0,0 0 0,1 28 617,3 2 1,0-1-1,18 55 0,-21-78-655,1-1 0,0 0 0,0 0 0,0 0 1,1 0-1,0 0 0,0-1 0,1 1 0,3 4 0,-5-7-41,0-1 0,-1 0 0,2 0 1,-2 1-1,1-2 0,1 2 0,-2-2 0,1 2 0,1-2 0,-1 1 0,0 0 0,0-1 1,0 1-1,1-1 0,-1 1 0,0-1 0,0 0 0,0 0 0,1 0 0,0 0 0,-1-1 1,0 1-1,0-1 0,1 1 0,-1-1 0,4-1 0,5-3-25,1 0 0,-1-1 0,0-1 1,-1 1-1,0-2 0,11-9 0,7-5-557,14-4-1859,27-11-2841</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4"/>
    </inkml:context>
    <inkml:brush xml:id="br0">
      <inkml:brushProperty name="width" value="0.025" units="cm"/>
      <inkml:brushProperty name="height" value="0.025" units="cm"/>
    </inkml:brush>
  </inkml:definitions>
  <inkml:trace contextRef="#ctx0" brushRef="#br0">197 34 6513,'0'1'164,"0"-1"0,0 0 0,0 1-1,1-1 1,-1 0 0,0 0 0,1 0-1,-1 0 1,1 0 0,-1 1 0,0-1-1,0 0 1,1 0 0,-1 0 0,1 0-1,-1 0 1,1 0 0,-1 0 0,0 0-1,0 0 1,1 0 0,-1 0 0,1 0-1,-1 0 1,1 0 0,-1 0 0,0 0-1,0 0 1,1-1 0,-1 1 0,1 0-1,-1 0 1,1 0 0,-1 0 0,0 0-1,0-1 1,0 1 0,1 0 0,-1-1-1,0 1 1,0 0 0,1 0 0,-1 0-1,0-1 1,0 1 0,0-1 0,0 1-1,1-1 30,0 0-1,-1 0 0,1 0 0,-1 0 1,0 0-1,0 0 0,1 0 0,-1 0 0,0 0 1,0 0-1,0 0 0,0 0 0,0 0 0,0 0 1,0 0-1,-1-1 0,1 1-112,0 0 0,-1 0 0,1 1 0,-1-1 0,0 1-1,1-1 1,0 0 0,-1 1 0,0-1 0,1 0 0,-1 1 0,0-1 0,0 0-1,1 1 1,-1 0 0,-1-1 0,2 1 0,-1-1 0,0 1 0,0 0 0,0 0 0,0-1-1,0 1 1,-1 0 0,0 0-18,-1 0-1,1 0 0,-1 0 1,1 1-1,-1-1 0,0 1 1,1 0-1,0-1 1,-3 2-1,-5 3-32,0-1 0,0 2-1,-10 6 1,20-12-25,-12 8-1,1 1 0,0 0 1,0 1-1,1-1 0,-17 22 0,23-24-29,-1-1 0,1 2 0,-1-1 0,3 0 0,-2 0 0,2 1 0,-1-1 0,1 1 0,0 0 0,1 0 0,0 11 0,0-13 43,2 1-1,-1 0 1,1 0 0,0-1 0,0 1 0,2 0 0,3 9 0,-6-14-7,1-1 1,0 0-1,0 1 0,0 0 0,0-1 1,0 0-1,1 1 0,-1-1 0,0 0 0,0 0 1,1 0-1,-1 0 0,2 0 0,-2 0 1,1-1-1,-1 2 0,1-2 0,0 1 1,0-1-1,-1 1 0,2-1 0,-2 0 1,1 1-1,0-1 0,0 0 0,0 0 1,0 0-1,0 0 0,-1 0 0,2 0 1,-2-1-1,1 1 0,0 0 0,0-1 0,3-1 1,-2 1-1,-1 0 1,1-1-1,0 0 1,0 1-1,-1-1 0,1 0 1,-1 0-1,0 0 1,0 0-1,1 0 1,-1 0-1,-1-1 1,1 1-1,0-1 1,-1 1-1,0-1 0,1 0 1,-2 1-1,3-5 1,0-6 73,1 1 1,1-23-1,-4 23 593,-1 0 0,-2-20-1,14 72-522,-9-28 37,1 1 0,0 0 0,2-1 0,-1 0 1,11 16-1,-14-25-152,0-1 0,0 1 1,1 0-1,-1-1 0,1 0 1,-1 1-1,1-1 0,0 0 1,0 0-1,1-1 0,-1 1 0,0-1 1,0 1-1,0-1 0,1 0 1,0 0-1,-1 0 0,1 0 1,0-1-1,0 0 0,-1 1 1,1-1-1,0 0 0,-1 0 0,1-1 1,5 0-1,13-5 74,-3 0-1119,-8 5-2613,-2 4-4126</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5"/>
    </inkml:context>
    <inkml:brush xml:id="br0">
      <inkml:brushProperty name="width" value="0.025" units="cm"/>
      <inkml:brushProperty name="height" value="0.025" units="cm"/>
    </inkml:brush>
  </inkml:definitions>
  <inkml:trace contextRef="#ctx0" brushRef="#br0">16 107 6201,'-1'0'357,"0"0"-1,1 0 1,-1 0-1,0-1 1,0 1-1,1 0 1,0-1-1,-1 1 1,0 0 0,0 0-1,1-1 1,0 0-1,-1 1 1,0 0-1,1-1 1,-1 1-1,1-1 1,0 1-1,0-1 1,-1 0-1,1 1 1,-1 0-1,1-1 1,0 0-1,-1 1 1,1-1-1,0 0 1,0 1-1,0-2 1,0 2-56,0-2-1,-1 1 1,1 0-1,0 0 1,0-1 0,0 1-1,0 0 1,0 0-1,1 0 1,-1-1 0,0 1-1,0 0 1,1 0-1,0-2 1,1 1-273,32-39 137,-31 37-169,0 1-1,1 0 0,-1 1 1,0-1-1,1 0 1,0 1-1,0 0 0,-1 0 1,2 0-1,5-2 1,-9 4 4,-1 0 0,1 0 0,-1 0 0,0 0 0,1 0 0,-1 1 0,1-1 0,-1 0 0,0 0 0,0 0 0,1 0 0,-1 0 0,1 1 0,-1-1 0,1 0 0,-1 1 0,0-1 0,0 0 0,0 0 0,1 1 0,-1-1 0,0 1 0,1-1 0,-1 0 0,0 0 0,1 1 0,-1-1 0,0 1 0,0-1 0,0 0 0,0 1 0,0 0 0,4 17 47,-2-14-45,6 47 10,-6-38 0,0 1-1,1-1 0,1 0 0,10 25 0,-12-34-7,0 0-1,1 0 0,-1-1 0,1 1 1,1-1-1,-1 1 0,1-1 0,-1 0 1,0 0-1,2-1 0,-1 1 0,-1 0 1,2-1-1,-1 0 0,1 0 0,-1 0 1,0 0-1,2-1 0,6 2 0,-5-2 13,-1 0-1,1 0 1,0-1-1,-1 0 1,1 0-1,8-1 1,-11 1-11,-1-1 0,0 1 0,-1-1 0,1 1 1,0-1-1,0 0 0,0 0 0,0 0 0,-1-1 0,1 1 0,0 0 0,-1-1 1,0 0-1,1 0 0,1-2 0,-3 3 6,0 0-1,0 1 1,-1 0 0,0-1-1,0 1 1,1-1 0,-1 0-1,0 1 1,1-1 0,-1 0-1,0 0 1,0 0 0,1 1-1,-1-1 1,0 0 0,0 1-1,0-1 1,0 0 0,-1 1-1,1-2 1,-1 0 0,1 2-4,0 0 0,-1 0 0,1 0 0,0-1 0,0 1 1,0 0-1,0 0 0,-1-1 0,1 1 0,-1 0 0,1 0 0,-1 0 1,1 0-1,0 0 0,0 0 0,0 0 0,-1 0 0,1 0 0,-1 0 1,1 0-1,0 0 0,0 0 0,-1 0 0,1 0 0,-1 0 0,1 0 1,-1 0-1,1 0 0,0 0 0,0 0 0,-1 0 0,1 0 0,-1 0 1,1 0-1,0 1 0,-1-1 0,1 0 0,0 1 0,0-1 0,0 0 1,-1 0-1,1 0 0,0 1 0,0-1 0,-1 0 0,1 1 0,0-1 0,-4 3-21,1 0 0,1 0 0,-1 0 0,0 0 0,1 1 0,0-1 0,0 1 0,0-1 0,0 1 0,1 0 0,0-1 0,-1 1 0,2 0 0,-1 0 0,0 0 0,0 0 0,1 0 0,0 0 0,0 0 0,1 0 0,0 0 0,0 0 0,-1 0 0,4 7 0,-1-5 8,0 0 0,1-1 0,-1 1 0,1 0 0,0-1 0,0 1 0,1-1 0,0 0 0,0 0 0,1-1 0,-1 0 0,1 0 0,0 0 0,9 5 0,-5-5 3,-5-2 5,0 0 1,-2 0-1,2 0 0,-1 1 0,7 4 0,-11-6 3,0-1 1,1 1 0,0 0-1,-1-1 1,1 1 0,-1 0-1,1-1 1,0 1-1,-1 0 1,0 0 0,0 0-1,0-1 1,1 1 0,-1 0-1,0 0 1,0-1 0,0 2-1,0-2 1,0 1-1,0 0 1,0 0 0,0 0-1,0 0 1,-1 0 0,1-1-1,0 1 1,0 0 0,0 0-1,-1 0 1,0-1 0,1 1-1,-1 0 1,1-1-1,-2 2 1,-5 7 144,-1-1 1,0-1-1,-1 0 1,1 0-1,-2 0 0,0-1 1,1 0-1,-2 0 0,1-1 1,0-1-1,-1 0 0,0 0 1,-1 0-1,1-1 1,-16 2-1,25-5-122,1 0 1,0 0-1,-1 0 0,1 0 0,-1 0 1,0-1-1,0 1 0,1 0 1,-1 0-1,1-1 0,-1 0 1,1 1-1,0-1 0,0 0 0,-1 1 1,1-1-1,0 0 0,0 0 1,-1 1-1,1-1 0,0 0 1,0-1-1,0 2 0,0-2 1,0 1-1,0 0 0,1-1 0,-2 0 1,2 2-30,-1 35-2691,-3-8-1909,-8 33-3468</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6"/>
    </inkml:context>
    <inkml:brush xml:id="br0">
      <inkml:brushProperty name="width" value="0.025" units="cm"/>
      <inkml:brushProperty name="height" value="0.025" units="cm"/>
    </inkml:brush>
  </inkml:definitions>
  <inkml:trace contextRef="#ctx0" brushRef="#br0">32 144 2256,'-4'-17'6007,"-8"-5"-2923,0 0 556,8 15 985,5 7-4569,-1 0 0,0 0 0,0 0 0,0 0 0,0 0 0,1 0 1,-1 0-1,0 0 0,1 0 0,-1 0 0,1 0 0,-1 0 0,0 0 0,0 0 0,0 0 0,1 0 0,-1 0 0,0 0 0,1 0 0,-1 0 0,0 0 0,1 0 0,-1 0 0,0 0 0,0 0 0,0-1 1,0 1-1,1 0 0,-1 0 0,0-1 0,0 1 0,1 0 0,-1 0 0,0 0 0,0-1 0,12-6-7,0 0 1,20-9-1,1 1-38,-27 11-6,-1 1 1,1-1 0,0 2 0,1-1 0,0 1-1,-1 0 1,1 0 0,0 0 0,-1 1-1,2 0 1,9 0 0,-16 1-6,0 1-1,0-1 1,1 0-1,-1 0 1,0 1-1,0 0 1,0-1 0,0 1-1,0 0 1,0-1-1,0 1 1,0 0-1,-1-1 1,2 1 0,-1 0-1,-1 0 1,1-1-1,-1 2 1,1-2-1,0 2 1,-1-2 0,0 2-1,1-2 1,-1 2-1,1-1 1,-1 0-1,0 0 1,1 1-1,1 33 32,-2-31-30,0 11 6,0 0 0,6 23 1,-6-34-7,1 0 0,1 0 0,-1 0 0,1 0 1,-1-1-1,1 1 0,0 0 0,0-1 0,0 0 1,1 0-1,-1 1 0,1-1 0,0 0 0,6 5 1,-6-7-1,0 0 1,-1 0-1,1-1 1,0 2-1,0-2 1,0 1-1,0 0 1,0-1-1,0 0 1,0 0 0,0 0-1,1 0 1,-1 0-1,0 0 1,-1 0-1,1-1 1,0 0-1,0 1 1,5-3-1,1 0 9,1-1-1,0 0 0,-2 0 1,14-8-1,-64 77 475,40-61-455,-1 1 1,0 0-1,1 0 0,0 0 0,0 0 0,1 0 0,-1 1 1,2-1-1,-1 1 0,0-1 0,1 0 0,0 0 1,1 1-1,0-1 0,-1 1 0,1-1 0,1 0 0,-1 0 1,1 0-1,1 0 0,-1 0 0,1 0 0,-1 0 1,2-1-1,2 6 0,-3-8-7,-2 1 1,1-1-1,-1 1 1,1 0-1,-1 0 0,0 0 1,0 0-1,0 0 1,0 0-1,-1-1 1,0 2-1,0-1 0,0 0 1,0 0-1,0 0 1,-1 5-1,-1-4 187,1 1 0,0-2 0,-2 2 0,2-1 0,-2 0 0,1 0 0,-1 0 0,0 0 0,0-1 0,-6 6 0,5-6-15,0 1 0,0 0-1,-1 0 1,0-2-1,1 2 1,-1-2 0,0 1-1,-1-1 1,1 0-1,-1 0 1,1 0-1,-1 0 1,1-1 0,-1 0-1,0 0 1,0 0-1,0-1 1,1 0-1,-11 0 1,13-1-74,-1 0 0,1 0 0,0 0 1,0-1-1,1 1 0,-1-1 0,0 1 0,0-1 0,0 0 1,-2-3-1,8 10-654,12 10 1277,-6-11-3078,0-6-4323,8-11-2474</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7"/>
    </inkml:context>
    <inkml:brush xml:id="br0">
      <inkml:brushProperty name="width" value="0.025" units="cm"/>
      <inkml:brushProperty name="height" value="0.025" units="cm"/>
      <inkml:brushProperty name="color" value="#E71224"/>
    </inkml:brush>
  </inkml:definitions>
  <inkml:trace contextRef="#ctx0" brushRef="#br0">1 0 4577,'4'3'0,"1"1"-48,1-2 48,1 0-8,0-2 8,2 0-64,-3 0 56,1-2-488,2 2-280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8"/>
    </inkml:context>
    <inkml:brush xml:id="br0">
      <inkml:brushProperty name="width" value="0.025" units="cm"/>
      <inkml:brushProperty name="height" value="0.025" units="cm"/>
      <inkml:brushProperty name="color" value="#E71224"/>
    </inkml:brush>
  </inkml:definitions>
  <inkml:trace contextRef="#ctx0" brushRef="#br0">345 246 2665,'0'-2'9486,"-2"-4"-4756,-2-10-777,18-7-3582,-11 18-309,0 0-1,0 0 1,0 0 0,-1 0 0,3-10-1,-4 12-58,4-12 18,-2 0 0,0 0 0,0 0-1,-1-24 1,-1 36-16,-2 0 0,1 0 0,0 1 0,-1-1 0,1 0 0,-1 0 0,0 0 0,0 1 0,0-1 0,0 0 0,-1 1 0,1-1 0,-4-3 0,4 4-1,-1 1-1,0-1 1,1 1-1,-1 0 1,0 0-1,0 0 1,0 0 0,0 0-1,0 0 1,0 1-1,0-1 1,0 1 0,-1-1-1,1 1 1,0 0-1,0 0 1,0 0 0,-1 0-1,1 0 1,-4 1-1,-1 0 5,0 1 0,0 0-1,0 1 1,0-1 0,0 1-1,1 1 1,0-1 0,-1 1-1,1 0 1,0 1 0,1-1-1,-10 11 1,-5 6 27,-30 43 0,50-64-35,-5 8 6,1-1 1,-1 1 0,2 0-1,-1 1 1,1-1 0,0 0-1,1 1 1,0 0 0,-1 10-1,0 12 57,1 41 0,0 3 183,-59 390 1883,17-164-799,34-257-1016,8-34-160,-1 0-1,1 0 1,-1 20 0,20-70-5742,-2-12-964,0-37-2578</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799"/>
    </inkml:context>
    <inkml:brush xml:id="br0">
      <inkml:brushProperty name="width" value="0.025" units="cm"/>
      <inkml:brushProperty name="height" value="0.025" units="cm"/>
      <inkml:brushProperty name="color" value="#E71224"/>
    </inkml:brush>
  </inkml:definitions>
  <inkml:trace contextRef="#ctx0" brushRef="#br0">9 173 3737,'-1'-3'960,"0"1"1,0 0-1,0-1 1,0 1-1,0-1 1,0 1-1,1-1 1,-1 1-1,1-4 1,0 5-797,0 1 0,0-1 0,0 0 0,0 1 0,0-1 0,1 0 0,-1 1 0,0-1 0,0 1 0,1-1 0,-1 1 0,0-1 0,1 0 0,-1 1 0,0-1 0,1 1 0,-1-1 1,1 1-1,-1 0 0,1-1 0,-1 1 0,1-1 0,1 0 0,2 0 150,0 1 1,0-1-1,0 0 0,0 1 1,0 0-1,0 0 1,1 0-1,-1 0 1,7 2-1,6 0 134,-1-1 0,1-1 0,0-1 0,0 0 0,0-1 0,23-7 1,96-34-347,-55 14 33,-32 14-1010,1 2-1,51-7 1,-76 21-2033,3 10-1744</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0"/>
    </inkml:context>
    <inkml:brush xml:id="br0">
      <inkml:brushProperty name="width" value="0.025" units="cm"/>
      <inkml:brushProperty name="height" value="0.025" units="cm"/>
      <inkml:brushProperty name="color" value="#E71224"/>
    </inkml:brush>
  </inkml:definitions>
  <inkml:trace contextRef="#ctx0" brushRef="#br0">257 64 4889,'-9'-9'9237,"1"1"-3767,7 7-5293,-1 0-1,1 0 0,0 1 1,-1-1-1,1 0 0,0 1 1,-1-1-1,1 1 0,-1-1 1,1 1-1,-1 0 0,1 0 1,-1 0-1,1 0 0,-1 0 1,1 0-1,-3 0 0,-5 2-17,0-1-1,0 1 1,0 1-1,0 0 0,0 0 1,1 0-1,0 1 1,0 1-1,0-1 1,0 1-1,1 1 1,-1-1-1,2 1 1,-1 0-1,0 1 0,1 0 1,-7 10-1,5-7-131,1 1 0,0 0 0,1 0-1,0 1 1,1 0 0,0 0-1,0 0 1,2 0 0,0 1-1,0 0 1,-2 22 0,5-30-29,0 0 0,0 0 0,0 0 0,1 0 0,-1 0 0,1 0 0,0 0 0,1 0 0,-1 0 0,1-1 0,0 1 0,0-1 0,1 1 0,-1-1 0,1 0 0,0 0 0,0 0 0,0 0 0,1 0 0,-1-1 0,1 1 0,0-1 0,0 0 0,0 0 0,0-1 0,0 1 0,1-1 0,-1 0 0,1 0 0,8 2 0,-5-2 6,1 0 0,0-1 0,-1 0 0,1-1 0,0 0 0,0 0 0,-1-1 0,1 0 0,0 0 0,-1-1 0,1 0-1,-1-1 1,1 1 0,-1-2 0,0 1 0,13-9 0,-13 7 7,0 0 0,0-1 0,-1 0 0,0-1-1,0 0 1,0 0 0,-1 0 0,0-1 0,0 1 0,-1-2 0,0 1-1,-1 0 1,1-1 0,-2 0 0,1 0 0,-1 0 0,-1-1 0,1 1-1,-2 0 1,1-1 0,-1-17 0,0 10 22,-2 0 0,0 0 0,-1 0 0,0 1 0,-8-24 0,9 35-17,-1-1-1,0 1 1,-1 0 0,0 0-1,1 0 1,-1 0 0,-1 0-1,-6-7 1,7 9-14,1 1 0,-1 0-1,0 0 1,0 0 0,1 1 0,-1-1 0,0 0 0,0 1 0,-1 0 0,1 0-1,0 0 1,0 0 0,-1 1 0,1-1 0,0 1 0,-5 0 0,6 0-62,0 0 0,1 0 0,-1 0 0,0 1 0,1-1 0,-1 1 0,1-1 0,-1 1 1,0 0-1,1-1 0,-1 1 0,1 0 0,0 0 0,-1 0 0,1 0 0,0 0 0,-1 1 0,1-1 0,0 0 1,0 1-1,0-1 0,0 0 0,0 1 0,1-1 0,-1 1 0,0 0 0,1-1 0,-2 4 0,2-2-375,-1-1 0,1 1 0,0-1 1,0 1-1,0 0 0,0-1 0,0 1 0,0 0 0,1-1 0,-1 1 0,1-1 0,0 1 0,1 3 0,24 42-6149</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1"/>
    </inkml:context>
    <inkml:brush xml:id="br0">
      <inkml:brushProperty name="width" value="0.025" units="cm"/>
      <inkml:brushProperty name="height" value="0.025" units="cm"/>
      <inkml:brushProperty name="color" value="#E71224"/>
    </inkml:brush>
  </inkml:definitions>
  <inkml:trace contextRef="#ctx0" brushRef="#br0">13 187 4033,'-13'-6'15196,"22"19"-10546,7 8-3589,2 9-314,-2-3-399,20 45-1,-33-65-329,0 1-1,0-1 0,-1 1 0,0 0 0,-1 0 0,1-1 1,-2 1-1,1 0 0,-1 1 0,0-1 0,-2 10 0,2-17-8,0-1 0,0 0 0,0 1 0,0-1 0,0 1-1,0-1 1,0 1 0,0-1 0,0 1 0,0-1 0,0 1-1,0-1 1,-1 0 0,1 1 0,0-1 0,0 1 0,-1-1-1,1 0 1,0 1 0,0-1 0,-1 0 0,1 1 0,0-1-1,-1 0 1,1 1 0,0-1 0,-1 0 0,1 0 0,-1 0-1,1 1 1,-1-1 0,1 0 0,0 0 0,-1 0 0,1 0-1,-2 0 1,-12-13 193,-11-31 36,24 41-200,-5-10-10,1-1 1,1 0 0,0 0 0,1 0 0,0 0-1,1 0 1,1-1 0,1 1 0,0 0 0,0-1 0,1 1-1,1-1 1,1 1 0,4-17 0,-4 22-137,-1-1 0,1 1 0,1 0 0,0 0-1,0 0 1,1 0 0,0 1 0,0 0 0,1 0 0,0 0 0,1 0 0,0 1 0,0 0 0,0 1-1,1 0 1,0 0 0,0 0 0,0 1 0,1 0 0,0 1 0,15-6 0,15 6-2801,44 5-2537</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2"/>
    </inkml:context>
    <inkml:brush xml:id="br0">
      <inkml:brushProperty name="width" value="0.025" units="cm"/>
      <inkml:brushProperty name="height" value="0.025" units="cm"/>
      <inkml:brushProperty name="color" value="#E71224"/>
    </inkml:brush>
  </inkml:definitions>
  <inkml:trace contextRef="#ctx0" brushRef="#br0">770 58 4081,'1'-3'933,"0"-1"148,1 0-1,-1 0 1,0-1 0,0 1 0,0 0-1,0-1 1,-1 1 0,0-5 0,0 8-971,0 1 0,0-1-1,0 1 1,0-1 0,-1 0 0,1 1 0,0-1 0,0 1 0,-1 0 0,1-1 0,0 1 0,-1-1-1,1 1 1,-1-1 0,1 1 0,0 0 0,-1-1 0,1 1 0,-1 0 0,1-1 0,-1 1 0,1 0-1,-1 0 1,1-1 0,-1 1 0,0 0 0,-2 0 135,1 0-1,-1 0 1,1 0-1,-1 0 1,1 0-1,-1 1 1,1-1 0,-1 1-1,-3 1 1,-32 13 664,2 1 0,0 2 0,-35 23 0,-97 75 798,127-86-1449,2 2 0,1 2-1,1 1 1,2 2-1,2 1 1,-39 58-1,57-73-175,2 1 0,1 0-1,1 0 1,1 1 0,-13 48-1,19-54-57,1 1-1,1-1 0,0 1 1,2-1-1,0 1 1,1-1-1,1 1 0,8 35 1,-6-43 5,0 1 0,1-1 0,0 0 0,1 0 0,1 0 0,0-1-1,0 0 1,1 0 0,0-1 0,1 0 0,0-1 0,1 0 0,0 0 0,0-1 0,1 0 0,15 8 0,-13-9-166,0 0 0,1-1 0,-1-1 0,2 0 0,-1-1 0,22 4 0,-22-6-512,0-1-1,1 0 0,-1-1 0,0-1 0,1 0 0,-1-1 0,16-4 0,71-25-5346</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3"/>
    </inkml:context>
    <inkml:brush xml:id="br0">
      <inkml:brushProperty name="width" value="0.025" units="cm"/>
      <inkml:brushProperty name="height" value="0.025" units="cm"/>
      <inkml:brushProperty name="color" value="#E71224"/>
    </inkml:brush>
  </inkml:definitions>
  <inkml:trace contextRef="#ctx0" brushRef="#br0">67 16 5337,'0'-7'9786,"-2"3"-7177,-3-1-161,3 5-311,-2 5-569,-1 8-320,-4 7-167,0 9-369,-2 5-320,5-1-224,1-4-104,-2 2-64,5-8-80,2-1-472,0 0-1193,2-6-2143,12-7-2378</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4"/>
    </inkml:context>
    <inkml:brush xml:id="br0">
      <inkml:brushProperty name="width" value="0.025" units="cm"/>
      <inkml:brushProperty name="height" value="0.025" units="cm"/>
      <inkml:brushProperty name="color" value="#E71224"/>
    </inkml:brush>
  </inkml:definitions>
  <inkml:trace contextRef="#ctx0" brushRef="#br0">28 30 9506,'-9'-9'7618,"4"4"-3818,-6-10-2119,9 15-41,2 9-784,0 11-616,7 9-240,-1 4-280,5 5-1960,7 0-3977,22 40-4594</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5"/>
    </inkml:context>
    <inkml:brush xml:id="br0">
      <inkml:brushProperty name="width" value="0.025" units="cm"/>
      <inkml:brushProperty name="height" value="0.025" units="cm"/>
      <inkml:brushProperty name="color" value="#E71224"/>
    </inkml:brush>
  </inkml:definitions>
  <inkml:trace contextRef="#ctx0" brushRef="#br0">1 47 6849,'0'-9'8408,"1"-1"-534,12 16-5450,-8-1-2240,-1 0 0,1 0 0,-1 1 0,0 0 0,0-1 0,-1 1 0,0 0 0,0 1 0,0-1 0,-1 0 0,0 1 0,0-1 0,-1 1 1,0 0-1,1 12 0,8 28-71,-10-46-125,0-1 0,0 0 0,0 1 0,1-1 0,-1 0 0,0 1 0,0-1 0,1 0 0,-1 0 1,0 1-1,0-1 0,1 0 0,-1 0 0,0 0 0,1 1 0,-1-1 0,0 0 0,1 0 0,-1 0 0,0 0 0,1 0 0,-1 1 0,1-1 1,-1 0-1,0 0 0,1 0 0,-1 0 0,1 0 0,-1 0 0,0-1 0,1 1 0,-1 0 0,0 0 0,1 0 0,-1 0 0,0 0 0,1 0 1,-1-1-1,0 1 0,1 0 0,-1 0 0,0 0 0,1-1 0,-1 1 0,0 0 0,0-1 0,1 1 0,-1 0 0,0 0 0,0-1 0,1 0 1,17-17-467,-16 16 482,103-102-1012,-36 39 929,-71 70 211,1 0 0,-1 1-1,1-1 1,0 1-1,1-1 1,0 1 0,-1-1-1,2 1 1,1 10 0,-1-8-97,0-1 0,0 1 0,1-1 0,1 0 0,-1 0 0,1 0 0,4 9 0,-5-14-214,-1 0 1,0 0-1,1 0 0,-1 0 1,1 0-1,0 0 1,0 0-1,-1 0 0,1-1 1,0 1-1,1-1 1,-1 1-1,0-1 0,0 0 1,1 0-1,-1 0 0,0 0 1,1 0-1,-1 0 1,1-1-1,-1 1 0,1-1 1,-1 0-1,1 0 0,0 0 1,-1 0-1,4-1 1,58-16-5518</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6"/>
    </inkml:context>
    <inkml:brush xml:id="br0">
      <inkml:brushProperty name="width" value="0.025" units="cm"/>
      <inkml:brushProperty name="height" value="0.025" units="cm"/>
      <inkml:brushProperty name="color" value="#E71224"/>
    </inkml:brush>
  </inkml:definitions>
  <inkml:trace contextRef="#ctx0" brushRef="#br0">123 1 7786,'-3'27'11066,"-4"4"-4854,-7 8-3336,-10 21-3241,-3 9 2091,15-38-1368,3 1 0,0 0 0,2 0 1,-3 39-1,9-61-355,1 0-1,0 0 1,1 0 0,0 0 0,1 0 0,0 0 0,6 18 0,-6-22-24,1-1 0,-1 0 1,1 0-1,1 0 0,-1 0 0,1 0 1,-1-1-1,1 1 0,1-1 0,-1 0 1,0 0-1,1-1 0,0 1 1,8 3-1,-7-4-238,0-1 1,0 1-1,0-2 1,0 1-1,0-1 1,0 0-1,0 0 0,0 0 1,12-1-1,-14 0-258,0-1-1,0 1 1,0-1-1,0 0 1,0 0-1,0 0 1,0 0-1,-1-1 0,1 1 1,0-1-1,-1 0 1,0 0-1,1 0 1,-1-1-1,0 1 1,0-1-1,4-4 1,24-46-8448</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7"/>
    </inkml:context>
    <inkml:brush xml:id="br0">
      <inkml:brushProperty name="width" value="0.025" units="cm"/>
      <inkml:brushProperty name="height" value="0.025" units="cm"/>
      <inkml:brushProperty name="color" value="#E71224"/>
    </inkml:brush>
  </inkml:definitions>
  <inkml:trace contextRef="#ctx0" brushRef="#br0">10 76 4217,'-5'-4'10546,"3"-3"-6305,0 0-2209,11-2-351,11 5 7,9-5-223,11 7-217,9 0-240,6-1-336,10 1-152,-3-2-184,-4-1-168,-9-1-112,-13 1-56,-14 1-200,-6 1-1248,-12 3-3497,-37 7-7858</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8"/>
    </inkml:context>
    <inkml:brush xml:id="br0">
      <inkml:brushProperty name="width" value="0.025" units="cm"/>
      <inkml:brushProperty name="height" value="0.025" units="cm"/>
      <inkml:brushProperty name="color" value="#E71224"/>
    </inkml:brush>
  </inkml:definitions>
  <inkml:trace contextRef="#ctx0" brushRef="#br0">276 79 2385,'15'1'1376,"-11"-1"-1087,0 1 1,-1-1-1,1 0 0,0-1 0,0 1 1,-1 0-1,5-2 0,-7 1-82,0 1-1,1-1 0,-1 0 0,0 0 0,0 0 0,1 0 0,-1 0 0,0 0 0,0 0 0,0 0 0,0 0 1,0 0-1,-1 0 0,1-1 0,0 1 0,-1 0 0,1-1 0,0 1 0,-1 0 0,0-1 0,1 1 1,-1-3-1,5-9 1635,-4 11-1497,0 0-1,0 0 1,0 0 0,0 0-1,-1 0 1,1 0 0,-1 0 0,1 0-1,-1 0 1,0 0 0,0 0-1,0 0 1,0 0 0,0 0-1,-1-3 1,1 5-281,0 0 1,0 0-1,0 0 1,0 0-1,0-1 1,0 1-1,-1 0 1,1 0-1,0 0 1,0 0-1,0 0 1,0 0-1,0 0 1,0-1-1,-1 1 1,1 0-1,0 0 1,0 0-1,0 0 1,0 0-1,0 0 1,-1 0-1,1 0 1,0 0-1,0 0 1,0 0-1,0 0 1,0 0-1,-1 0 1,1 0-1,0 0 1,0 0-1,0 0 1,0 0-1,-1 0 1,1 0-1,0 0 1,0 1-1,0-1 0,0 0 1,0 0-1,0 0 1,-1 0-1,1 0 1,0 0-1,-8 10 694,-4 10-696,-2 30 198,1 1-1,3 1 1,-5 80-1,-9 47-266,19-153 25,-2 1 0,0-1 1,-2-1-1,-19 40 0,27-64-14,0 1 1,0 0-1,0 0 0,0 0 0,0 0 0,0-1 0,-1 1 0,1 0 0,-1-1 1,1 1-1,-1-1 0,1 0 0,-1 0 0,0 1 0,0-1 0,-3 1 0,4-2 2,0 0 0,0 1 0,-1-1 0,1 0 0,0 0 0,0 0 0,-1-1 0,1 1 0,0 0 0,0 0 0,-1-1 0,1 1 0,0-1 0,0 1 0,0-1 0,0 1 0,0-1 0,-1 0 0,1 0 0,-1-1 0,-3-3 19,0-1-1,0 0 0,0 0 0,0-1 1,1 0-1,1 1 0,-6-12 0,-9-27 228,2-1 0,-13-60-1,-12-100 1160,59 241-1190,8 31-309,8 44-3703,-34-109 3572,1 1-1,-1-1 0,1 0 0,-1 0 1,1 1-1,-1-1 0,1 0 0,0 0 1,-1 0-1,1 1 0,0-1 0,0 0 1,0 0-1,0-1 0,0 1 0,2 1 1,30 4-5116</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09"/>
    </inkml:context>
    <inkml:brush xml:id="br0">
      <inkml:brushProperty name="width" value="0.025" units="cm"/>
      <inkml:brushProperty name="height" value="0.025" units="cm"/>
      <inkml:brushProperty name="color" value="#E71224"/>
    </inkml:brush>
  </inkml:definitions>
  <inkml:trace contextRef="#ctx0" brushRef="#br0">241 50 3681,'3'15'1811,"-5"-13"1263,0-11 1433,1 9-4207,1-1 0,0 0 0,0 0 0,-1 0 0,1 1 0,0-1 0,-1 0 0,1 1 0,-1-1 0,1 0 0,-1 1 0,1-1 0,-1 0 0,1 1 0,-1-1 0,0 1 0,1-1 0,-1 1 0,0 0 0,1-1 0,-1 1 0,-1-1 0,-22-1 2276,-25 12-1775,45-9-483,-36 11 194,18-5-220,0-1 0,-36 6 0,58-12-285,0 0-1,0 0 1,0 0-1,-1 0 1,1 0 0,0 0-1,0 0 1,-1 0-1,1 0 1,0 0-1,0 0 1,0 0 0,-1 0-1,1 0 1,0 0-1,0 0 1,0 0-1,-1 0 1,1 0 0,0 0-1,0 0 1,0 0-1,-1 0 1,1 0 0,0-1-1,0 1 1,0 0-1,-1 0 1,1 0-1,0 0 1,0 0 0,0-1-1,0 1 1,0 0-1,-1 0 1,1 0 0,0 0-1,0-1 1,0 1-1,0 0 1,0 0-1,0 0 1,0-1 0,0 1-1,0 0 1,0 0-1,0-1 1,0 1 0,0 0-1,0 0 1,0 0-1,0-1 1,0 1-1,0 0 1,0-1 0,11-15 112,19-14-95,16 1 18,-19 21 14,-26 8-47,-1 0 1,1 0-1,0 0 1,0 0-1,0 1 1,0-1-1,-1 0 1,1 0-1,0 0 1,0 1-1,0-1 1,-1 0-1,1 1 1,0-1-1,-1 1 1,1-1-1,0 1 1,-1-1-1,1 1 0,0-1 1,-1 1-1,1 0 1,-1-1-1,1 2 1,0 0 46,-1 1 0,1-1 0,-1 1 0,0-1-1,0 1 1,0-1 0,-1 1 0,1-1 0,0 1 0,-1-1 0,0 0 0,1 1 0,-1-1 0,0 0 0,0 1 0,0-1-1,-1 0 1,1 0 0,0 0 0,-3 2 0,1 1 10,0-1 0,0 0 1,-1 0-1,1 0 0,-1-1 0,0 1 0,0-1 0,-8 5 1,13-17-1065,5 6-2233,6 10-2857,8 12-6555</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0"/>
    </inkml:context>
    <inkml:brush xml:id="br0">
      <inkml:brushProperty name="width" value="0.025" units="cm"/>
      <inkml:brushProperty name="height" value="0.025" units="cm"/>
      <inkml:brushProperty name="color" value="#E71224"/>
    </inkml:brush>
  </inkml:definitions>
  <inkml:trace contextRef="#ctx0" brushRef="#br0">0 105 2625,'7'-11'4496,"15"-36"4189,-21 47-8369,0-1 1,0 0-1,0 0 0,1 1 1,-1-1-1,0 1 0,0-1 1,1 1-1,-1 0 0,0-1 0,1 1 1,-1 0-1,0 0 0,1 0 1,-1 0-1,0 0 0,1 0 1,1 1-1,3-1 135,17-3 327,0 0-1,37-12 0,-43 10-759,1 0 0,0 2 0,0 0 0,0 1 0,28 0 0,-44 2-93,-1 0 0,0 0 1,0 0-1,0 0 1,0 0-1,0 0 1,0 0-1,0 1 0,0-1 1,0 1-1,0-1 1,0 1-1,0-1 1,0 1-1,-1-1 0,3 2 1,-3-1-122,0 0 0,0 0 0,0 0-1,0-1 1,0 1 0,0 0 0,0 0 0,-1 0 0,1 0 0,0-1 0,0 1 0,-1 0-1,1 0 1,0 0 0,-1-1 0,1 1 0,-1 0 0,1-1 0,-1 1 0,1 0 0,-1-1 0,0 1-1,1-1 1,-1 1 0,0-1 0,1 1 0,-1-1 0,0 1 0,-1-1 0,-34 28-5181</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1"/>
    </inkml:context>
    <inkml:brush xml:id="br0">
      <inkml:brushProperty name="width" value="0.025" units="cm"/>
      <inkml:brushProperty name="height" value="0.025" units="cm"/>
      <inkml:brushProperty name="color" value="#E71224"/>
    </inkml:brush>
  </inkml:definitions>
  <inkml:trace contextRef="#ctx0" brushRef="#br0">3 25 4945,'-2'0'10858,"11"0"-9417,4-2 631,3-3-400,2 5-487,4-2-105,-2 2-248,7 0-440,-3 0-248,-2 0-80,5 0-64,-5-4-344,3 2-1744,37-7-4162</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2"/>
    </inkml:context>
    <inkml:brush xml:id="br0">
      <inkml:brushProperty name="width" value="0.025" units="cm"/>
      <inkml:brushProperty name="height" value="0.025" units="cm"/>
      <inkml:brushProperty name="color" value="#E71224"/>
    </inkml:brush>
  </inkml:definitions>
  <inkml:trace contextRef="#ctx0" brushRef="#br0">347 127 4017,'1'-2'673,"0"-2"1177,1-1 1,-1 0 0,0 0 0,0 0 0,1-8-1,-2 12-1709,0 1 0,0-1-1,0 0 1,-1 0 0,1 1-1,0-1 1,0 0 0,0 1-1,-1-1 1,1 0 0,0 0-1,-1 1 1,1-1 0,-1 1-1,1-1 1,-1 0 0,1 1-1,-1-1 1,1 1 0,-1-1-1,1 1 1,-1-1 0,0 1-1,1 0 1,-1-1 0,0 1-1,1 0 1,-1-1 0,0 1-1,1 0 1,-1 0 0,0 0-1,0-1 1,1 1-1,-1 0 1,0 0 0,0 0-1,1 0 1,-1 1 0,0-1-1,0 0 1,1 0 0,-1 0-1,0 0 1,-1 1 0,-19 5 349,0 1-1,0 1 1,0 1 0,1 1 0,1 1-1,0 0 1,-22 18 0,25-18-419,1 0 0,1 2-1,0-1 1,1 2 0,0-1 0,1 2 0,-11 16-1,20-26-56,-1 0 0,1 1 0,0-1-1,1 1 1,-1 0 0,1 0 0,0 0 0,1 0-1,0 0 1,0 1 0,0-1 0,0 0-1,1 0 1,0 1 0,0-1 0,1 0 0,0 1-1,0-1 1,1 0 0,-1 0 0,1 0-1,0 0 1,1 0 0,5 9 0,-6-11-15,1-1 1,-1 1-1,1-1 0,0 0 1,0 0-1,0 0 1,0 0-1,0-1 1,0 1-1,1-1 0,-1 0 1,1 0-1,0 0 1,0 0-1,0-1 1,6 2-1,-2-1-1,-1-1 0,0-1 0,0 1 0,0-1 0,0-1 0,1 1 0,-1-1 0,0-1 0,7-1 0,4-3-1,0-1 1,0 0-1,-1-1 0,0-1 1,-1-1-1,25-18 1,-30 19 9,0-1-1,-1 1 1,0-2 0,-1 0 0,0 0-1,-1 0 1,0-1 0,0-1 0,-2 1-1,1-1 1,-2 0 0,7-22 0,-9 27 30,-1-1 0,-1 0 0,0 1 1,0-1-1,0 0 0,-1 1 0,-1-1 0,1 0 1,-2 0-1,1 1 0,-1-1 0,0 1 1,-1-1-1,0 1 0,0 0 0,-1 0 1,0 0-1,0 1 0,-1-1 0,0 1 0,-8-10 1,7 11-3,1 0 1,-1 1-1,0 0 1,-1 0-1,1 0 1,-1 1-1,-7-4 1,13 8-53,1 0 0,0-1 0,-1 1 1,1 0-1,0 0 0,-1-1 0,1 1 0,-1 0 1,1 0-1,-1 0 0,1 0 0,0 0 0,-1 0 1,1 0-1,-1 0 0,1 0 0,-1 0 0,1 0 1,0 0-1,-1 0 0,1 0 0,-1 0 0,1 0 1,-1 0-1,1 0 0,0 1 0,-1-1 0,1 0 1,-1 0-1,1 1 0,0-1 0,-1 0 0,1 0 1,0 1-1,-1-1 0,1 0 0,0 1 0,0-1 1,-1 0-1,1 1 0,0-1 0,0 1 0,0-1 1,-1 0-1,1 1 0,0-1 0,0 1 0,0-1 1,0 1-1,0-1 0,0 0 0,0 1 0,0-1 1,0 1-1,0-1 0,0 1 0,0 0 1,1 1-354,-1 1 1,0-1 0,1 0 0,-1 1 0,1-1 0,0 0 0,0 1 0,0-1 0,0 0 0,0 0 0,0 0 0,2 3 0,34 31-5292</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3"/>
    </inkml:context>
    <inkml:brush xml:id="br0">
      <inkml:brushProperty name="width" value="0.025" units="cm"/>
      <inkml:brushProperty name="height" value="0.025" units="cm"/>
      <inkml:brushProperty name="color" value="#E71224"/>
    </inkml:brush>
  </inkml:definitions>
  <inkml:trace contextRef="#ctx0" brushRef="#br0">51 15 1968,'-11'-8'15547,"1"3"-6760,9 5-8349,0-1 0,0 1 1,0 0-1,0 0 1,0 0-1,0 0 0,0 0 1,0 0-1,0 0 0,0 0 1,0 0-1,0 0 1,0 0-1,0 1 0,-1-1 1,1 1-594,0 0 1,0 0 0,0 0 0,0 0 0,0 0-1,0 0 1,1 0 0,-1 0 0,0 0-1,1 0 1,-1 0 0,1 0 0,-1 1 0,1-1-1,-1 0 1,1 0 0,0 1 0,0-1 0,0 0-1,0 1 1,0-1 0,0 0 0,0 0-1,0 1 1,0-1 0,0 0 0,1 0 0,-1 1-1,1-1 1,-1 0 0,2 2 0,6 17-5518,12 15-3498</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4"/>
    </inkml:context>
    <inkml:brush xml:id="br0">
      <inkml:brushProperty name="width" value="0.025" units="cm"/>
      <inkml:brushProperty name="height" value="0.025" units="cm"/>
      <inkml:brushProperty name="color" value="#E71224"/>
    </inkml:brush>
  </inkml:definitions>
  <inkml:trace contextRef="#ctx0" brushRef="#br0">337 1 3737,'-36'15'13267,"3"-1"-8746,-32 17-2865,5 7-8,9 0-687,6 4-689,16-4-272,14 0-673,12-9-3159,41 0-5426</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5"/>
    </inkml:context>
    <inkml:brush xml:id="br0">
      <inkml:brushProperty name="width" value="0.025" units="cm"/>
      <inkml:brushProperty name="height" value="0.025" units="cm"/>
      <inkml:brushProperty name="color" value="#E71224"/>
    </inkml:brush>
  </inkml:definitions>
  <inkml:trace contextRef="#ctx0" brushRef="#br0">261 7 2497,'11'5'866,"8"4"2924,-15-13-845,-6-8 785,2 12-3674,0 0-1,0-1 1,0 1-1,0 0 1,0 0-1,0 0 1,0 0-1,0 0 0,0-1 1,0 1-1,0 0 1,0 0-1,0 0 1,0 0-1,0 0 1,-1-1-1,1 1 1,0 0-1,0 0 0,0 0 1,0 0-1,0 0 1,0 0-1,0-1 1,0 1-1,-1 0 1,1 0-1,0 0 1,0 0-1,0 0 1,0 0-1,0 0 0,0 0 1,-1 0-1,1 0 1,0 0-1,0 0 1,0 0-1,0 0 1,-1 0-1,1 0 1,0 0-1,0 0 0,0 0 1,0 0-1,0 0 1,-1 0-1,1 0 1,0 0-1,0 0 1,0 0-1,0 0 1,0 0-1,-1 0 1,-5 11 1053,-3 18-362,5 16-502,2 0 0,2-1 0,6 46 0,-1-14-212,-4-49-19,2 25 143,-3 0 0,-9 89 1,8-136-109,0 0 0,0 1 0,-1-1 0,0 0 0,0 0 0,0 0 0,0 0 0,-1 0 0,0-1 1,0 1-1,0-1 0,-6 6 0,7-9-33,1 1 0,-1-1 0,0 0 0,0 0 0,0 1-1,0-1 1,0-1 0,0 1 0,0 0 0,0 0 0,0-1 0,0 1 0,0-1 0,-1 0 0,1 1 0,0-1 0,0 0 0,0-1 0,-1 1 0,1 0 0,0-1 0,0 1 0,0-1-1,0 1 1,-1-1 0,1 0 0,0 0 0,0 0 0,1 0 0,-1 0 0,0-1 0,0 1 0,-2-3 0,-5-4 10,0 0 0,1-1 0,0 0 0,0-1-1,1 0 1,0 0 0,-6-13 0,-37-85 402,38 77-147,-23-57 793,48 90-5887,16-7 49</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6"/>
    </inkml:context>
    <inkml:brush xml:id="br0">
      <inkml:brushProperty name="width" value="0.025" units="cm"/>
      <inkml:brushProperty name="height" value="0.025" units="cm"/>
      <inkml:brushProperty name="color" value="#E71224"/>
    </inkml:brush>
  </inkml:definitions>
  <inkml:trace contextRef="#ctx0" brushRef="#br0">64 33 7802,'-7'-7'5938,"5"4"-4330,-1 0-1,0 0 1,0 0 0,-1 0 0,1 1 0,0-1-1,-5-1 1,8 4-1548,-1-1 0,0 1 0,0 0 0,0 0 0,0 0 0,0 0 0,0 0 0,1 0 0,-1 0 0,0 0 0,0 0 0,0 1 0,0-1 0,0 0 0,1 1 0,-1-1 0,0 0 0,0 1-1,0-1 1,1 1 0,-1-1 0,0 1 0,1-1 0,-1 1 0,0 0 0,1-1 0,-1 1 0,1 0 0,-1-1 0,1 1 0,-1 0 0,1 0 0,0-1 0,-1 1 0,1 0 0,0 0 0,0 0 0,0 0 0,-1 0 0,1 0 0,0 1-191,-1 0 0,1-1 1,0 1-1,-1 0 0,1 0 1,0-1-1,0 1 0,0 0 1,0 0-1,1-1 0,-1 1 0,0 0 1,1 0-1,-1-1 0,2 3 1,-1-2-310,0 0 1,0 0 0,0 0 0,0 0 0,1 0-1,-1-1 1,1 1 0,-1 0 0,1-1-1,0 1 1,0-1 0,-1 0 0,5 3-1,39 13-6641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7"/>
    </inkml:context>
    <inkml:brush xml:id="br0">
      <inkml:brushProperty name="width" value="0.025" units="cm"/>
      <inkml:brushProperty name="height" value="0.025" units="cm"/>
      <inkml:brushProperty name="color" value="#E71224"/>
    </inkml:brush>
  </inkml:definitions>
  <inkml:trace contextRef="#ctx0" brushRef="#br0">827 1 2264,'8'1'663,"0"2"0,-1-1-1,1 1 1,-1 0 0,0 0-1,12 8 1,-25-15 5762,-11-5 1318,14 7-7290,0 1-1,-1-1 1,1 1-1,-1 0 1,1 1-1,-1-1 1,1 1 0,-6-1-1,2 1 12,-26 0-10,32 0-449,0 0 0,0 0-1,1 0 1,-1 0 0,0 0-1,0 0 1,0 0 0,1 0-1,-1 0 1,0 1 0,0-1-1,1 0 1,-1 1 0,0-1 0,0 0-1,1 1 1,-1-1 0,0 1-1,1-1 1,-1 1 0,1-1-1,-1 1 1,1-1 0,-1 1-1,1 0 1,-1-1 0,1 1 0,-1 0-1,1 1 1,-98 26 1058,-199 77-774,217-83-283,29-8-5,1 1 0,0 3 1,-67 34-1,89-35 244,51-16-234,-1 1-1,1 0 0,-1 2 1,24 7-1,21 2-2,0-3 0,106 3-1,-98-9-4,-32-2-4,-22-2 5,1 1 0,-1 1 0,-1 0 0,1 2 0,0 1-1,30 10 1,-48-13 47,8 3 82,-11-5-110,0 0 0,0 0-1,-1 0 1,1 0 0,0 0-1,0 0 1,0 0 0,0 0 0,0-1-1,0 1 1,0 0 0,0 1-1,0-1 1,-1 0 0,1 0-1,0 0 1,0 0 0,0 0 0,0 0-1,0 0 1,0 0 0,0 0-1,0 0 1,0 0 0,-1 0-1,1 0 1,0 0 0,0 0 0,0 0-1,0 0 1,0 0 0,0 0-1,0 0 1,0 1 0,0-1-1,0 0 1,0 0 0,0 0-1,0 0 1,0 0 0,0 0 0,0 0-1,0 0 1,0 0 0,0 1-1,0-1 1,0 0 0,0 0-1,0 0 1,0 0 0,0 0 0,2-4 1041,7 3-4301,2-1-962,18-13-2049</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8"/>
    </inkml:context>
    <inkml:brush xml:id="br0">
      <inkml:brushProperty name="width" value="0.025" units="cm"/>
      <inkml:brushProperty name="height" value="0.025" units="cm"/>
      <inkml:brushProperty name="color" value="#E71224"/>
    </inkml:brush>
  </inkml:definitions>
  <inkml:trace contextRef="#ctx0" brushRef="#br0">22 106 7674,'-1'-3'6895,"5"4"-3833,8 8-562,-9-3-2091,0 0-1,-1 0 1,0-1 0,0 1 0,0 1 0,-1-1-1,0 0 1,0 0 0,0 0 0,-1 1-1,0 6 1,-8 71 1119,7-78-1352,0-1-110,1 0 0,-1 0 0,0 0 0,0 0-1,0 0 1,-1 0 0,0-1 0,0 1 0,0 0-1,0-1 1,-5 6 0,7-10-60,0 0 0,-1 1 0,1-1 0,-1 0 1,1 0-1,0 1 0,-1-1 0,1 0 0,-1 0 0,1 0 0,-1 0 1,1 0-1,-1 0 0,1 0 0,-1 0 0,1 0 0,-1 0 0,1 0 1,0 0-1,-1 0 0,1 0 0,-1 0 0,1 0 0,-1 0 0,1-1 1,0 1-1,-1 0 0,1 0 0,-1-1 0,1 1 0,0 0 0,-1 0 1,1-1-1,0 1 0,-1 0 0,1-1 0,0 1 0,-1-1 0,1 1 1,0 0-1,0-1 0,0 1 0,-1-1 0,1 0 0,-7-20 82,10 8-92,0 1 1,1 0-1,0 0 0,1 0 0,0 0 1,0 1-1,2 0 0,-1 0 1,15-17-1,-7 11-71,0 1-1,2 1 1,-1 0 0,34-23 0,-31 25 59,0 1 1,1 1 0,1 1 0,0 0-1,0 1 1,34-9 0,-53 18 16,0 0 1,0-1-1,1 1 1,-1 0-1,0 0 1,0 0-1,1 0 1,-1 0-1,0 0 1,1 1-1,-1-1 1,0 0 0,0 1-1,1-1 1,-1 1-1,0-1 1,0 1-1,0-1 1,0 1-1,0 0 1,0 0-1,0 0 1,0-1-1,0 1 1,0 0-1,0 0 1,0 0-1,0 0 1,-1 0-1,1 1 1,0-1-1,-1 0 1,1 0-1,-1 0 1,0 1-1,1-1 1,-1 0-1,0 0 1,0 1-1,1-1 1,-1 0-1,-1 3 1,2 6 76,-1 1 0,-1 0 0,1-1 0,-4 12 0,4-18-42,-6 22 355,0-1 1,-17 41 0,6-18 428,16-48-850,1 0 1,0 0 0,0 0 0,0 0 0,0 1-1,0-1 1,0 0 0,0 0 0,0 0-1,0 0 1,0 1 0,0-1 0,0 0-1,0 0 1,0 0 0,0 0 0,0 1-1,0-1 1,0 0 0,0 0 0,0 0 0,0 0-1,0 1 1,1-1 0,-1 0 0,0 0-1,0 0 1,0 0 0,0 0 0,0 1-1,0-1 1,0 0 0,1 0 0,-1 0-1,0 0 1,0 0 0,0 0 0,0 0 0,0 0-1,1 0 1,-1 0 0,0 0 0,0 1-1,0-1 1,0 0 0,1 0 0,-1 0-1,0 0 1,0 0 0,0 0 0,0 0-1,1 0 1,-1-1 0,0 1 0,0 0 0,0 0-1,0 0 1,1 0 0,-1 0 0,0 0-1,0 0 1,0 0 0,0 0 0,22-8-6522,17-9-1268</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19"/>
    </inkml:context>
    <inkml:brush xml:id="br0">
      <inkml:brushProperty name="width" value="0.025" units="cm"/>
      <inkml:brushProperty name="height" value="0.025" units="cm"/>
      <inkml:brushProperty name="color" value="#E71224"/>
    </inkml:brush>
  </inkml:definitions>
  <inkml:trace contextRef="#ctx0" brushRef="#br0">12 33 9322,'-8'4'6291,"8"-4"-6179,0-1 1,0 1-1,0 0 1,0 0 0,0 0-1,0 0 1,0 0-1,0 0 1,0 0 0,0 0-1,0-1 1,0 1-1,0 0 1,0 0 0,0 0-1,0 0 1,0 0-1,0 0 1,0 0 0,0-1-1,0 1 1,0 0-1,0 0 1,0 0 0,0 0-1,-1 0 1,1 0-1,0 0 1,0 0 0,0 0-1,0 0 1,0-1-1,0 1 1,0 0 0,0 0-1,0 0 1,0 0-1,0 0 1,-1 0-1,1 0 1,0 0 0,0 0-1,0 0 1,0 0-1,0 0 1,-1 0 1965,15 0 283,152-10-675,45-4-1693,-121 8 523,-86 5-383,0 0 1,1 1-1,-1 0 0,0 0 0,1 0 0,-1 0 1,0 1-1,1-1 0,-1 1 0,7 3 1,-13 2-421,1-5 67,1-1 1,0 1 0,0 0-1,-1-1 1,1 1 0,0-1 0,0 1-1,0 0 1,0-1 0,-1 1-1,1 0 1,0-1 0,0 1-1,0 0 1,1-1 0,-1 1-1,0 0 1,0-1 0,0 1-1,0 0 1,1-1 0,-1 1-1,0 0 1,1-1 0,-1 1-1,0-1 1,1 1 0,-1-1-1,1 1 1,-1-1 0,1 1-1,-1-1 1,1 1 0,-1-1-1,1 0 1,0 1 0,19 8-6476</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20"/>
    </inkml:context>
    <inkml:brush xml:id="br0">
      <inkml:brushProperty name="width" value="0.025" units="cm"/>
      <inkml:brushProperty name="height" value="0.025" units="cm"/>
      <inkml:brushProperty name="color" value="#E71224"/>
    </inkml:brush>
  </inkml:definitions>
  <inkml:trace contextRef="#ctx0" brushRef="#br0">172 54 5457,'-17'-16'7988,"16"15"-7649,1 0-1,-1-1 0,1 1 1,-1 0-1,1-1 0,0 1 1,-1-1-1,1 1 1,0-1-1,0 1 0,0 0 1,0-1-1,0 1 0,1-3 1,-1-10 1222,-9 35 4320,-4 10-5192,-1 24 59,2 1-1,-6 65 0,14-76-335,-3-1-1,-1 0 1,-2 0-1,-29 75 1,36-111-327,-9 19 103,11-26-181,1 0 0,0 0 0,-1 0 0,1 0-1,0 0 1,0 0 0,0 0 0,0 0 0,0 0 0,0 0 0,0 0-1,0 0 1,0 0 0,0 0 0,0 0 0,1 0 0,-1 0 0,0 0-1,1 0 1,-1 0 0,2 1 0,0-3-5,-1 0 1,1 0-1,-1-1 0,1 1 0,-1-1 0,1 1 1,-1-1-1,0 0 0,0 1 0,0-1 1,2-3-1,0 0-109,1 0-784,0 0-1,1 0 1,0 0-1,9-6 1,0 0-4065,19-18-4676</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1.831"/>
    </inkml:context>
    <inkml:brush xml:id="br0">
      <inkml:brushProperty name="width" value="0.025" units="cm"/>
      <inkml:brushProperty name="height" value="0.025" units="cm"/>
      <inkml:brushProperty name="color" value="#E71224"/>
    </inkml:brush>
  </inkml:definitions>
  <inkml:trace contextRef="#ctx0" brushRef="#br0">1 178 3793,'13'20'5508,"-11"-20"-5224,-1-1 1,1 1 0,-1-1-1,1 0 1,-1 1 0,1-1-1,-1 0 1,1 0 0,-1 0-1,0 0 1,1 0 0,0-2 0,19-11 2530,2 3-1514,-22 11-1196,-1 0 0,1-1 0,-1 1 0,1 0 0,-1 0 0,1-1 0,-1 1 0,1 0 0,-1 0-1,1-1 1,-1 1 0,1 0 0,-1-1 0,0 1 0,1-1 0,-1 1 0,1-1 0,-1 1 0,0-1 0,0 1 0,1-1 0,-1 1-1,0-1 1,0 1 0,1-1 0,-1 1 0,0-1 0,0 1 0,0-1 0,0 0 0,0 1 0,0-1 0,0 1 0,0-1 0,0 1 0,0-1-1,0 0 1,-1 1 0,1-1 0,0 1-74,-1 0-1,1 0 1,0 0-1,0 0 1,-1 0-1,1 0 1,0 0-1,0 0 1,-1 0-1,1 0 1,0 0-1,0 0 1,0 0-1,-1 0 1,1 0-1,0 0 1,0 1-1,-1-1 1,1 0-1,0 0 1,0 0-1,0 0 1,0 1-1,-1-1 1,1 0-1,0 0 1,0 0-1,0 1 1,0-1-1,0 0 1,0 0-1,0 0 1,-1 1-1,1-1 0,0 0 1,0 0-1,0 1 1,0-1-1,0 1 1,-1 3-53,4-7 394,-3 2-357,35-4 538,63-39-273,131-41 0,-165 72-265,-59 13-14,0-1 0,1 1 0,-1 0-1,0 0 1,0 1 0,1-1 0,-1 1-1,0 0 1,9 4 0,-13-5-1,0 1 0,0-1 0,0 1 0,0 0 0,-1-1 0,1 1 0,0 0 0,0 0 0,-1-1 0,1 1 0,0 0 0,-1 0 0,1 0 0,-1 0 0,0 0 0,1 0 0,-1 0 0,0 0 0,1 0 0,-1 0 0,0 0 0,0 0 0,0 0 0,0 0 0,0 0 0,0 0 0,0 0 0,0 0 0,0 0 0,-1 1 0,1-1 0,0 0 0,-1 0 0,1-1 0,-2 3 0,-22 37 172,19-33-153,-7 9 21,1 1 0,0 1 0,-9 23 0,17-35-36,1 1 1,0-1 0,0 1-1,1 0 1,0-1 0,0 1-1,0 0 1,1 0 0,0-1-1,0 1 1,1 0 0,0 0-1,3 10 1,-1-7-1,0-1 0,1 1 0,0-1 0,1 0 0,0 0 0,0-1 0,1 0 1,0 1-1,12 10 0,-5-6 94,1-1 1,1-1-1,0 0 1,23 12-1,-19-11 43,-15-9-91,1 1-1,1-1 0,-1 0 1,0 0-1,1-1 1,0 0-1,-1 1 0,1-2 1,0 1-1,9 0 0,-17-3 26,0-1 0,0 1 0,-1-1 1,1 0-1,0 0 0,0 0 0,1 0 0,-3-4 0,-1 0-46,1 3-18,-33-31 60,35 31-40,-1 1 1,0 0-1,1 0 0,-1 1 1,0-1-1,0 1 0,0-1 1,0 1-1,0 0 0,-1 0 0,1 0 1,-4 0-1,6 2-19,-1-1 1,1 0-1,-1 1 1,1-1-1,0 1 0,-1 0 1,1-1-1,-1 1 1,1 0-1,0 0 0,0 0 1,-1 0-1,1 0 0,0 0 1,0 0-1,0 1 1,0-1-1,0 0 0,1 1 1,-1-1-1,0 0 0,1 1 1,-1-1-1,0 1 1,1-1-1,0 1 0,-1-1 1,1 1-1,0-1 1,0 1-1,0-1 0,0 1 1,0 1-1,0 8-13,-1-1-1,2 0 0,2 16 1,19 63 105,-15-69-34,-1 0 0,-2 0 0,0 1 0,1 21-1,-5-35-49,0 0-1,0-1 0,-1 1 0,0 0 0,0 0 0,-1 0 0,0-1 0,0 1 0,-1-1 0,1 0 0,-1 1 0,-1-1 0,1 0 0,-1-1 0,0 1 0,-7 6 0,3-3 100,0-1 0,0 0 0,-1 0-1,-1-1 1,-13 9 0,19-14-80,0 0 1,0 0-1,-1 0 0,1-1 1,-1 1-1,1-1 0,-1 0 1,1 0-1,-1 0 1,0-1-1,1 0 0,-1 0 1,0 0-1,1 0 0,-1-1 1,-7-1-1,-7-5 210,0-1 0,0-1 0,-23-14 0,-4-2 845,114-28-1788,-50 39-4140,-7-4-1225</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47.099"/>
    </inkml:context>
    <inkml:brush xml:id="br0">
      <inkml:brushProperty name="width" value="0.025" units="cm"/>
      <inkml:brushProperty name="height" value="0.025" units="cm"/>
      <inkml:brushProperty name="color" value="#E71224"/>
    </inkml:brush>
  </inkml:definitions>
  <inkml:trace contextRef="#ctx0" brushRef="#br0">1 13 10098,'0'0'7722,"0"-13"-7722,6 13-96</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53.981"/>
    </inkml:context>
    <inkml:brush xml:id="br0">
      <inkml:brushProperty name="width" value="0.025" units="cm"/>
      <inkml:brushProperty name="height" value="0.025" units="cm"/>
      <inkml:brushProperty name="color" value="#E71224"/>
    </inkml:brush>
  </inkml:definitions>
  <inkml:trace contextRef="#ctx0" brushRef="#br0">409 26 2801,'0'0'6424,"6"-19"-1246,-5 19-5170,-1-1-1,0-1-13,0-1 3303,-8 5-3205,1 0 0,0 1-1,-1 0 1,1 0 0,1 1-1,-1 0 1,0 0 0,1 1 0,-12 10-1,-3 0 283,-3 4 9,1 0 0,1 2-1,-37 44 1,2-4 116,52-55-473,0 0 1,1 0-1,0 1 1,0-1-1,-4 8 1,-14 22 87,14-24-77,0-1 0,1 2 0,1-1 0,-8 21-1,4-10 2,-8 46 179,16-54-166,0 1 0,1 0 0,0 0 1,4 30-1,-1 3-86,-1-48 33,1 0-1,-1 1 1,0-1 0,1 0-1,-1-1 1,1 1-1,-1 0 1,1 0-1,-1-1 1,1 1-1,-1-1 1,1 1 0,0-1-1,-1 0 1,1 1-1,0-1 1,-1 0-1,1 0 1,2-1-1,41 3 168,-13-1-110,40-2 6,-67 1-56,-1-1 1,0 0 0,1 0 0,-1 0 0,0 0 0,0-1 0,0 1 0,0-1-1,0 0 1,0-1 0,0 1 0,0-1 0,3-3 0,22-15 11,-22 17-17,-1 0 0,0 0 0,0-1 0,-1 1 0,8-9 0,5-6 5,-15 17 7,-1 0 0,0 0 0,0 0-1,0 0 1,0 0 0,-1-1 0,1 1 0,-1-1 0,1 1-1,-1-1 1,0 1 0,0-1 0,0 0 0,0 1 0,0-1-1,-1 0 1,1 0 0,-1 0 0,1 1 0,-1-6-1,0-11 62,-1-25 180,1 42-243,0 1 0,0-1 1,0 0-1,-1 1 0,1-1 1,-1 1-1,1-1 0,-1 0 1,0 1-1,0 0 1,0-1-1,1 1 0,-1-1 1,0 1-1,-1 0 0,1 0 1,0 0-1,0-1 1,0 1-1,-3-1 0,-29-26 238,26 25-188,0-1 1,0 2-1,-1-1 0,1 1 0,-1 0 0,1 1 0,-1 0 0,0 0 1,-15 1-1,-65 0 445,87 0-466,-8-1 2479,-28 9-2538,34-6-673,-11 8 1751,7-8-3828,0-1-3468</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25"/>
    </inkml:context>
    <inkml:brush xml:id="br0">
      <inkml:brushProperty name="width" value="0.025" units="cm"/>
      <inkml:brushProperty name="height" value="0.025" units="cm"/>
    </inkml:brush>
  </inkml:definitions>
  <inkml:trace contextRef="#ctx0" brushRef="#br0">5 7 3657,'-1'-7'8126,"0"7"-8086,1 1 1,0-1 0,0 0-1,-1 0 1,1 0 0,0 0-1,0 0 1,0 1 0,0-1-1,0 0 1,0 1 0,0-1 0,-1 0-1,1 0 1,0 0 0,0 0-1,0 1 1,0-1 0,0 0-1,0 1 1,0-1 0,0 0 0,0 0-1,0 0 1,0 1 0,0-1-1,0 1 1,0-1 0,0 0-1,1 0 1,-1 5-1417,2 8-2602</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26"/>
    </inkml:context>
    <inkml:brush xml:id="br0">
      <inkml:brushProperty name="width" value="0.025" units="cm"/>
      <inkml:brushProperty name="height" value="0.025" units="cm"/>
    </inkml:brush>
  </inkml:definitions>
  <inkml:trace contextRef="#ctx0" brushRef="#br0">570 200 3673,'0'6'7619,"0"-2"-608,1-12-6669,0 0 0,1 0 1,2-8-1,4-25-362,-8 36 54,1 0-1,-1 1 0,-1 0 1,1-1-1,0 1 0,-2 0 1,1 0-1,0-1 0,-1 1 1,1 0-1,-1 0 0,0 0 1,-1 0-1,1 0 0,-1 1 1,0-1-1,0 0 0,0 1 1,0 0-1,-1 0 0,0 0 1,1 0-1,-2 0 0,1 1 1,-5-3-1,1 1-29,1 0 1,0 0-1,-2 1 1,1 0-1,1 1 1,-1-1-1,-1 1 1,-9-1-1,14 3-16,1 0-1,-1-1 1,0 2 0,0-1-1,0 0 1,1 0 0,-1 1-1,0 0 1,0 0 0,1 0-1,-1 1 1,0-1 0,1 0 0,0 1-1,-1-1 1,1 1 0,-1 0-1,1 1 1,0-1 0,-2 4-1,-9 8 3,2 0-1,-1 1 0,2 0 0,1 0 1,-13 25-1,-31 89 12,49-117-2,-73 233-24,40-118 248,6-30 463,11-40 182,3 1 0,-9 64 0,22-97-545,-2 8 365,8-31-426,2-9-920,0-17-3307,-2-9-878</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27"/>
    </inkml:context>
    <inkml:brush xml:id="br0">
      <inkml:brushProperty name="width" value="0.025" units="cm"/>
      <inkml:brushProperty name="height" value="0.025" units="cm"/>
    </inkml:brush>
  </inkml:definitions>
  <inkml:trace contextRef="#ctx0" brushRef="#br0">1 39 4425,'0'0'2077,"13"-8"6372,-8 5-7823,-1 1 0,1 0 0,0 0 0,9-4 0,1 4 98,1 1 0,-1 0 0,1 1 0,24 3 0,13 0 93,27-5 455,95-12 1,-122 12 810,-55 3-1488,-7-1-827,6 0-3780,9 11-12267</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28"/>
    </inkml:context>
    <inkml:brush xml:id="br0">
      <inkml:brushProperty name="width" value="0.025" units="cm"/>
      <inkml:brushProperty name="height" value="0.025" units="cm"/>
    </inkml:brush>
  </inkml:definitions>
  <inkml:trace contextRef="#ctx0" brushRef="#br0">270 37 2985,'-21'-16'9428,"-2"5"-3551,16 9-5153,0 0 0,1 1 0,0 0-1,-2-1 1,-10 1 0,9 1-552,-1 0 0,1 1 1,1-1-1,-1 2 0,-1 0 0,2 0 0,-1 0 0,0 1 0,-14 6 1,17-6-117,0 1 1,1-1-1,-1 1 1,2 0-1,-1 0 1,0 0-1,1 0 1,-1 1-1,2 0 1,-1 0-1,-4 6 1,7-9-63,0 0 1,0 0-1,-1 0 1,2 0-1,-1 0 1,0-1-1,0 1 1,1 0-1,0 0 1,0 0-1,0 0 1,-1 0-1,1 0 1,1 0-1,-1 0 1,0 0-1,0 0 1,0 0-1,1 0 1,0 0-1,0 0 1,-1 0-1,2 0 1,-1-1-1,0 1 1,0 0-1,0-1 1,1 1-1,-1 0 1,1-1-1,-1 0 1,1 1-1,0-1 1,-1 0-1,5 3 1,0-2 27,-1 0 0,1 1 0,0-2 0,-1 1 0,1-1 0,1 1 0,-1-1 1,0 0-1,1-1 0,-2 0 0,2 0 0,-1 0 0,9-2 0,-5 1 5,0-1 0,1 0 0,-1-1-1,0 0 1,-1-1 0,1 1 0,11-7 0,-20 9-7,1 0 0,1-1 0,-2 1 0,1 0 0,0-1 0,-1 0 0,1 1 1,-1-1-1,1 0 0,-1 0 0,0 1 0,0-1 0,0 0 0,0 0 0,0 0 0,-1-1 0,1 1 0,0 0 1,-1 0-1,0 0 0,1 0 0,-1 0 0,0 0 0,0 0 0,-1-1 0,1 1 0,-1 0 0,0 0 1,1 0-1,0 0 0,-2 1 0,1-1 0,-2-4 0,1 2-141,0 0 0,0 0 0,-1 1 0,1-1 0,-1 0 0,-1 1 0,1 0 0,-1 0 0,1-1-1,-1 2 1,0-1 0,1 0 0,-2 1 0,1-1 0,-7-1 0,10 4-574,0-1 505,4 2-6130,15 0-1114</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29"/>
    </inkml:context>
    <inkml:brush xml:id="br0">
      <inkml:brushProperty name="width" value="0.025" units="cm"/>
      <inkml:brushProperty name="height" value="0.025" units="cm"/>
    </inkml:brush>
  </inkml:definitions>
  <inkml:trace contextRef="#ctx0" brushRef="#br0">21 107 2240,'0'0'728,"-1"0"0,0 0 0,0 0 0,1 0-1,-2 0 1,2 0 0,-1 0 0,0 0-1,0 0 1,1-1 0,0 1 0,-1-1-1,0 1 1,0 0 0,1-1 0,-1 1-1,0-1 1,1 1 0,-1 0 0,1-1-1,-1 0 1,0-1 0,-4-2 1570,28 10 1208,-19-2-3392,0 0 1,0-1-1,-1 1 1,1 1-1,-1-1 1,0 1-1,0-1 1,0 1 0,-1-1-1,0 2 1,2 5-1,-2-7-102,-2 0-1,2-1 1,-1 2 0,-1-1-1,1 0 1,-1 1-1,0-2 1,0 2-1,-1-1 1,1 1 0,-1-1-1,0-1 1,0 2-1,-2 4 1,2-9 0,1 0 0,0 0 1,-1 0-1,1 0 0,-1 1 0,1-1 0,0 0 1,0 0-1,-1 0 0,1 1 0,-1-1 1,0 0-1,1 0 0,0 0 0,0 0 0,-1 0 1,1 0-1,-1 0 0,1 0 0,0 0 1,0 0-1,-1 0 0,0-1 0,1 1 0,-1 0 1,1 0-1,0 0 0,0-1 0,-1 1 1,1 0-1,0 0 0,-1 0 0,1 0 0,-1-1 1,1 1-1,0-1 0,0 1 0,0 0 0,-14-12 153,10 8-152,1-1 0,0 1 0,0-1 0,0 1 0,1-2 0,0 2 0,-1-2 0,2 1 0,-1 0-1,2 0 1,-2 0 0,1-1 0,1 1 0,0 0 0,0-1 0,0 1 0,1 0 0,1 0 0,1-9-1,0 7-19,0 0 0,-1 0 0,1 0 0,1 1 0,1-1 0,-1 1 0,0 0 0,2 0 0,-1 0 0,1 0-1,-1 1 1,2 0 0,10-8 0,-15 13-216,0-2-1,0 2 1,1-1 0,-1 0-1,1 1 1,-1-1 0,1 0-1,-1 1 1,0 0 0,0 0-1,1 0 1,3 0 0,8-1-3407,14-1-3829</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0"/>
    </inkml:context>
    <inkml:brush xml:id="br0">
      <inkml:brushProperty name="width" value="0.025" units="cm"/>
      <inkml:brushProperty name="height" value="0.025" units="cm"/>
    </inkml:brush>
  </inkml:definitions>
  <inkml:trace contextRef="#ctx0" brushRef="#br0">400 43 2841,'2'-7'7533,"2"-1"-4436,-3 6-2889,-1 2-1,1-2 0,0 2 1,-1-2-1,1 2 0,-1-2 1,0 1-1,1 0 0,-1 0 1,0 0-1,1-1 0,-1 1 1,0 0-1,0 0 0,0 0 0,0 0 1,-1-1-1,1 0 0,-1 2-26,0-1-1,0 0 1,0 1-1,0 0 1,0-1-1,0 0 0,0 1 1,0 0-1,0 0 1,-1 0-1,2 0 1,-2-1-1,1 1 1,0 0-1,-1 0 0,2 1 1,-2-1-1,1 0 1,0 0-1,0 0 1,-2 1-1,-26 7 358,4 1-344,2 1 1,-1 1-1,1 0 1,1 2-1,0 0 1,2 2-1,0 0 1,0 1-1,1 0 1,2 2-1,-17 20 1,22-24-50,1 2 0,1 0 0,0-1 0,1 2 0,2 0 0,-8 24 0,11-27-69,1 0 0,1 0 0,-1 0 0,3 0 0,-1 0 0,2 1 0,-1-2 0,8 27 0,-6-29 46,2-1 1,-1 0-1,2 1 1,-1-2-1,10 14 1,-11-18-34,0-1 1,0 1 0,1-2 0,0 1 0,-1 0 0,2 0-1,-1-1 1,1 0 0,-1 0 0,1 0 0,0 0 0,0 0-1,7 2 1,22 7 522,-33-12-649,0 0-1,-1 0 0,1-1 0,-1 1 1,0 0-1,1 0 0,-1 0 0,1 0 1,-1-1-1,1 1 0,-1 0 1,0-1-1,0 1 0,1 0 0,-1 0 1,1-1-1,-1 0 0,0 1 0,1 0 1,-1 0-1,0-1 0,0 1 0,0-1 1,0 1-1,0 0 0,0-1 0,0 0 1,1 1-1,-1-1 0,0-1-737,2 0-42,-2 1 40,1 0-1,0-1 0,0 1 0,0 0 0,0 0 1,0 0-1,0-1 0,0 2 0,0-2 0,3 0 1,20-7-8625</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1"/>
    </inkml:context>
    <inkml:brush xml:id="br0">
      <inkml:brushProperty name="width" value="0.025" units="cm"/>
      <inkml:brushProperty name="height" value="0.025" units="cm"/>
    </inkml:brush>
  </inkml:definitions>
  <inkml:trace contextRef="#ctx0" brushRef="#br0">112 21 3601,'-3'-15'11455,"3"14"-11214,0 1-1,-1 0 1,1 0-1,0-1 1,0 1-1,-1-1 1,1 1-1,0 0 1,-1 0-1,1 0 1,0-1 0,0 1-1,0 0 1,-1-1-1,1 1 1,-1 0-1,1 0 1,0 0-1,0 0 1,-1 0-1,1 0 1,-1-1-1,0 1 1,0 1-42,-1-1-1,1 0 1,-1 0 0,1 1 0,-1 0-1,2-1 1,-2 1 0,1 0 0,-1-1-1,2 1 1,-2 0 0,1 0 0,0 0-1,0 0 1,0 0 0,0 0 0,-1 1 0,-9 12 336,-1-1 0,-12 22 0,20-29-553,1 0-1,0 0 1,0 0 0,1 1-1,-1-1 1,2 1 0,-1 0-1,-1 12 1,3-18-64,0-1 0,0 0 0,0 0 0,0 1 0,0-1 0,0 0 0,0 0 1,0 0-1,0 0 0,0 0 0,0 0 0,0 0 0,0 1 0,0-1 0,0 0 0,0 0 0,0 1 0,0-1 0,0 0 1,0 0-1,0 0 0,0 0 0,0 0 0,-1 0 0,1 0 0,0 0 0,0 0 0,0 0 0,-1 1 0,1-1 0,0 0 1,0 0-1,0 0 0,-1 0 0,1 0 0,0 0 0,0 0 0,0 0 0,0 0 0,0 0 0,-1 0-131,1 0-1,0 0 1,0 0-1,-1 0 1,1-1-1,0 1 1,0 0-1,-1 0 0,1 0 1,0 0-1,0 0 1,0 0-1,0 0 1,0 0-1,0 0 1,0-1-1,0 1 1,0 0-1,0 0 1,0-1-1,0 1 1,0 0-1,0 0 0,-1 0 1,1 0-1,0 0 1,0-1-1,0 1 1,0 0-1,0 0 1,1-1-1,-1 1 1,0 0-1,0 0 1,0 0-1,0 0 1,0 0-1,0 0 0,0-1 1,6-12-7589</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2"/>
    </inkml:context>
    <inkml:brush xml:id="br0">
      <inkml:brushProperty name="width" value="0.025" units="cm"/>
      <inkml:brushProperty name="height" value="0.025" units="cm"/>
    </inkml:brush>
  </inkml:definitions>
  <inkml:trace contextRef="#ctx0" brushRef="#br0">13 11 3961,'-5'-4'14803,"-2"-2"-13011,6 6-607,1 3-953,0 4-232,4 3-256,2 7-1497,1 2-2912,9 24-4673</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3"/>
    </inkml:context>
    <inkml:brush xml:id="br0">
      <inkml:brushProperty name="width" value="0.025" units="cm"/>
      <inkml:brushProperty name="height" value="0.025" units="cm"/>
    </inkml:brush>
  </inkml:definitions>
  <inkml:trace contextRef="#ctx0" brushRef="#br0">4 69 3889,'-2'-6'6067,"1"-9"-1184,1 15-4697,-1-1 0,1 0 0,0 1 0,0 0 0,0-1 0,0 0 0,0 1 0,0-1 0,0 0 1,1 1-1,-1 0 0,0-1 0,0 0 0,0 1 0,0-1 0,1 1 0,-1-1 0,0 1 0,1-1 0,-1 1 0,1-1 0,-1 1 0,0 0 1,1-1-1,0 0 0,-1 1 0,1 0 0,-1 0 0,0 0 0,1-1 0,0 1 0,0-1 0,2 3 90,-2 0 1,1 0-1,-1 0 0,0 0 1,0 0-1,1 0 0,-2 0 1,1 0-1,0 0 0,1 5 0,1 6-104,-1 1-1,0 0 0,-1 0 0,-3 24 0,1-5-128,32-94-137,-24 48 54,0-1 1,1 1 0,1 1 0,0-1 0,0 2 0,2-1-1,21-19 1,-32 31 43,0-1 0,1 1 0,-1 0 0,1 0 0,-1 0-1,0-1 1,0 1 0,0-1 0,1 1 0,-1 0 0,1 0 0,0 0 0,-1 0-1,0 0 1,0 0 0,1-1 0,-1 1 0,1 0 0,-1 0 0,0 0-1,1 0 1,-1 0 0,1 0 0,0 0 0,-1 0 0,0 0 0,0 0 0,2 1-1,-1-1 9,-1 0 0,0 1-1,0 0 1,0-1 0,1 1 0,-1 0-1,0-1 1,0 0 0,1 1-1,-1 0 1,0-1 0,0 1-1,0 0 1,0-1 0,0 1-1,-1 0 1,-6 29 360,7-28-352,-9 23 222,7-22-197,-1 1 1,1 0-1,1 1 1,-1-1 0,1 0-1,0 1 1,0 0-1,1-1 1,0 8 0,0-11-66,0-1 0,0 0 0,0 0 0,0 0 0,0 0 0,0 0 0,0 1 0,0-1 0,1 0 0,-1 0 0,0 1 0,0-1 0,0 0 0,1 0 0,-1 0 0,0 0 0,0 0 0,0 0 0,0 0 0,0 0 0,1 0 0,-1 0 0,0 0 0,0 0 0,1 1 0,-1-1 0,0 0 0,1 0 0,-1 0 0,0 0 0,0 0 0,0 0 0,0 0 0,1 0 0,-1-1 0,0 1 1,0 0-1,1 0 0,-1 0 0,0 0 0,1 0 0,-1 0 0,0 0 0,0 0 0,0 0 0,12-6-2243,-10 5 1850,16-10-3847,27-13-2425</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4"/>
    </inkml:context>
    <inkml:brush xml:id="br0">
      <inkml:brushProperty name="width" value="0.025" units="cm"/>
      <inkml:brushProperty name="height" value="0.025" units="cm"/>
    </inkml:brush>
  </inkml:definitions>
  <inkml:trace contextRef="#ctx0" brushRef="#br0">211 37 4009,'3'-19'9618,"-3"18"-9274,1 0 0,-1 0 0,0 0 1,0 0-1,0 0 0,-1 0 0,1 0 0,0 1 0,0-1 0,-1 0 1,1 0-1,-1 0 0,1 0 0,0 1 0,-1-1 0,1 0 0,-1 0 1,0 0-1,1 1-226,-1 0 0,1 0 0,-1 0 0,1-1 0,0 1 0,0 0 0,0 0 0,-1 0 0,1 0 0,-1 0 0,1 0 0,-1 1 0,1-1 0,0 0 0,0 0 0,0 0 0,-1 0 0,1 0 0,-1 0 0,1 0 0,0 0 0,-1 0 0,1 1 0,0-1 0,0 0 0,0 0 0,0 1 0,-1-1 0,1 0 0,0 0 0,-1 1 0,-6 9 736,5-8-590,-8 12 400,-27 36 464,-41 76 1,65-102-1101,1 0 1,2 1 0,0 0 0,-8 45 0,18-69-45,-1 0 0,1 0 0,0 0 0,0 1 0,0-1 1,0 0-1,0 0 0,1 0 0,-1 1 0,0-1 0,0 0 1,1 0-1,-1 0 0,1 0 0,0 0 0,-1 0 0,1 0 1,0 0-1,0 0 0,-1 0 0,1 0 0,1 0 0,-2 0 0,1 0 1,1-1-1,-2 1 0,2 0 0,-1-1 0,0 1 0,0 0 1,0-1-1,1 0 0,-1 1 0,0-1 0,0 0 0,1 1 0,-1-1 1,1 0-1,-1 0 0,0 0 0,3 0 0,6 0-332,0-1 0,1 0 0,-1 0 0,13-4 0,-19 5 113,38-11-2642,-16 1-2157,-22 6 747,-10-3-1701</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5"/>
    </inkml:context>
    <inkml:brush xml:id="br0">
      <inkml:brushProperty name="width" value="0.025" units="cm"/>
      <inkml:brushProperty name="height" value="0.025" units="cm"/>
    </inkml:brush>
  </inkml:definitions>
  <inkml:trace contextRef="#ctx0" brushRef="#br0">35 25 2785,'-3'-3'3134,"-5"-4"2713,7 5-5438,-1 2 0,2-1 0,-2 0 0,1 1 0,0-1 0,0 1 0,-1 0 0,1-1 0,-1 0 0,1 1 0,0 0 0,-1 0 0,1 0 0,-1 0 0,1 0 0,-2 0 0,50-2 5610,2 0-3630,-7-1-1817,74 4 0,-108 1-291,-12 1-195,-2-2-1829,6-1 1456,-1 0-1,1-1 1,0 1 0,-1 0 0,0 0 0,1 0-1,-1 0 1,1 0 0,0 1 0,-1-1 0,0 0-1,1 0 1,0 0 0,0 0 0,-1 0 0,0 0 0,1 0-1,-1 1 1,1-1 0,0 1 0,0-1 0,-1 0-1,1 0 1,-1 0 0,1 1 0,-1-1 0,1 1-1,-13 12-6931</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6"/>
    </inkml:context>
    <inkml:brush xml:id="br0">
      <inkml:brushProperty name="width" value="0.025" units="cm"/>
      <inkml:brushProperty name="height" value="0.025" units="cm"/>
    </inkml:brush>
  </inkml:definitions>
  <inkml:trace contextRef="#ctx0" brushRef="#br0">2 88 2929,'4'2'-398,"1"2"9302,-9-7-6157,-2-3 2459,13 2-3780,3-1-1516,36-19 224,-20 11-53,39-25-1,-65 38-43,-91 70 1589,89-68-1618,0-1 0,1 1 1,-1 0-1,0 0 0,1 0 0,-1 0 0,1 0 0,0 1 0,0-1 0,0 0 1,0 0-1,0 0 0,0 1 0,1-1 0,0 1 0,0-1 0,-1 0 0,1 1 1,0-1-1,1 0 0,-1 1 0,0 0 0,0-1 0,1 0 0,0 0 0,0 1 0,2 3 1,0-2 1,-1 0 0,1 0 1,1 0-1,0 0 0,0 0 0,-1-1 1,2 1-1,-1-1 0,1 0 1,-1 0-1,1-1 0,5 4 1,6 1-81,28 12 261,-41-17-345,0-2 0,1 2 1,-1-2-1,1 1 0,-1 0 1,0-1-1,1 0 0,-1 0 1,1 0-1,-1 0 0,5 0 1,-7-1-131,1 0 1,-1 1 0,1 0 0,-1-1 0,1 0 0,-1 0 0,1 0 0,-1 1-1,3-3 1,23-21-5163</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7"/>
    </inkml:context>
    <inkml:brush xml:id="br0">
      <inkml:brushProperty name="width" value="0.025" units="cm"/>
      <inkml:brushProperty name="height" value="0.025" units="cm"/>
    </inkml:brush>
  </inkml:definitions>
  <inkml:trace contextRef="#ctx0" brushRef="#br0">98 45 3937,'-2'10'6954,"-4"2"-3291,4-8-3095,0 0 0,0 0 0,-1-1 0,1 1 0,-1 0 1,-7 5-1,10-9-510,-1 0 1,1 0-1,-1 1 0,0-1 1,1 0-1,-1 0 1,1 0-1,-1 0 1,0 0-1,0 0 1,1 0-1,0 0 0,-1 0 1,0 0-1,0 0 1,1 0-1,0 0 1,-1-1-1,0 1 0,1 0 1,-1 0-1,1 0 1,-1-1-1,0 1 1,1-1-1,0 1 1,-1 0-1,1 0 0,-1-1 1,1 0-1,-1 1 1,1 0-1,0-1 1,0 0-1,-1 1 1,-14-22 533,13 18-381,1 3-192,0-1 1,1 1-1,0-1 1,-1 0 0,1 1-1,-1-1 1,1 1-1,0-1 1,0 0-1,0 1 1,0-1-1,0 0 1,1 1-1,-1 0 1,1-1-1,-1 0 1,0 0-1,1 1 1,0 0-1,0-1 1,0 0-1,0 1 1,0 0-1,0 0 1,0-1-1,0 1 1,1 0-1,-1 0 1,4-2-1,-4 1-23,1 0 0,1 1 0,-1 0 0,1-1 0,-1 1 0,0 0-1,1 0 1,-1 0 0,1 0 0,0 1 0,-1-1 0,1 0 0,0 1 0,0 0-1,0 0 1,0 0 0,-1 0 0,1 0 0,5 0 0,-7 1 13,-1-1 1,1 1 0,-1-1 0,1 0-1,0 1 1,-1 0 0,1-1 0,0 0-1,-1 1 1,0-1 0,1 1 0,-1 0-1,1-1 1,0 1 0,-1 0 0,0-1-1,0 1 1,0 0 0,1-1 0,-1 1-1,0 0 1,0 0 0,0 0 0,0-1-1,0 1 1,0 0 0,0-1 0,0 2-1,-4 23 507,3-21-449,-1 3 116,0 0 0,-1 0 0,0 0-1,0-1 1,-1 1 0,-8 10 0,11-16-149,-1 0 1,1 1-1,0-1 1,0 0-1,-1 1 1,1-1-1,-1 0 1,1 0-1,-2 0 0,2 0 1,-1 0-1,0 0 1,1 0-1,-4 0 1,4-1-26,-1 0 1,1 0 0,-1 0-1,1 0 1,-1-1 0,1 1-1,0 0 1,0 0 0,-1 0-1,1-1 1,-1 0 0,2 1-1,-2 0 1,1-1 0,0 0-1,-1 1 1,2-2 0,-2 2-1,1-1 1,0 0 0,0 0-1,0 0 1,-1-1 0,0-2 2,0 1 1,0-1-1,-1 1 1,1-1 0,1 0-1,-1 0 1,1 0 0,-1 0-1,1 0 1,1 0-1,-1 0 1,1 0 0,0 0-1,0-1 1,1-3 0,-1 6-11,0 0 0,0 0 1,0 0-1,0 0 1,1 0-1,0 0 1,0 0-1,-1 0 1,1 0-1,0 0 1,0 0-1,0 0 1,1 1-1,-1-1 1,0 1-1,0-1 1,2 0-1,-2 1 1,0 0-1,1-1 1,0 1-1,0 0 1,0 0-1,0 0 1,0 0-1,0 0 1,0 0-1,0 1 1,0-1-1,1 0 1,-1 1-1,3-1 1,-4 1 11,0 0 0,0 0 0,1 0 0,-2 0 0,2 0 0,-1 0 1,0 0-1,0 0 0,0 1 0,1-1 0,-2 0 0,2 0 0,-1 1 0,-1-1 0,2 1 1,-1-1-1,0 1 0,0 0 0,0-1 0,-1 1 0,1 0 0,0-1 0,-1 1 0,1 0 1,0-1-1,0 1 0,-1 0 0,1 0 0,0 0 0,-1 0 0,1 0 0,-1 0 0,0 0 1,0 1-1,1 2-363,0 0-1,-1 0 1,1 0 0,-2 0 0,1 0 0,-1 0 0,-1 6 0,2-7-4855</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8"/>
    </inkml:context>
    <inkml:brush xml:id="br0">
      <inkml:brushProperty name="width" value="0.025" units="cm"/>
      <inkml:brushProperty name="height" value="0.025" units="cm"/>
    </inkml:brush>
  </inkml:definitions>
  <inkml:trace contextRef="#ctx0" brushRef="#br0">51 1 4297,'-15'11'1680,"14"-10"-1551,1-1 0,0 1 0,-1 0 0,0-1 0,1 0 0,-1 1 0,0-1 0,0 1 0,1-1 0,-1 0-1,0 0 1,0 1 0,1-1 0,-1 0 0,0 0 0,0 1 0,1-1 0,-3 0 0,0-6 4642,3 6-4643,0 0 0,0 0 1,0-1-1,0 1 0,0 0 1,0-1-1,0 1 0,0 0 0,-1 0 1,1 0-1,0-1 0,0 1 1,0 0-1,-1 0 0,1 0 1,0 0-1,0-1 0,0 1 1,0 0-1,0 0 0,-1-1 1,1 1-1,0 0 0,-1 0 1,1 0-1,0 0 0,-1 0 1,1 0-1,0 0 0,0 0 1,0 0-1,-1 0 0,1 0 1,0 0-1,-1 0 0,1 0 1,-1 0-1,1 0 0,0 0 1,0 0-1,0 0 0,-1 0 1,1 0-1,0 0 0,-1 0 1,1 0-1,0 0 0,-1 0 1,1 0-1,0 1 0,0-1 1,0 0-1,0 0 0,-1 1 1,1-1-1,0 0 0,0 0 1,-1 0-1,1 0 0,0 1 1,0-1-1,-1 1 6,1-1 1,0 1 0,-1-1-1,0 1 1,1 0-1,-1-1 1,1 2 0,0-2-1,0 1 1,0 0-1,0-1 1,0 1 0,-1 0-1,1-1 1,0 2-1,0-2 1,0 1-1,1 0 1,-1-1 0,0 2-1,0-1-92,0-1 0,0 1 0,0-1 0,0 0 0,0 1 0,1-1 0,-1 1 0,0-1 0,1 0-1,-1 1 1,1-1 0,-1 0 0,0 0 0,0 1 0,0-1 0,1 1 0,-1-1 0,1 0 0,0 0 0,-1 0 0,0 1 0,0-1-1,1 0 1,0 0 0,-1 0 0,1 1 0,-1-1 0,0 0 0,1 0 0,0 0 0,-1 0 0,1 0 0,-1 0 0,0 0 0,2 0-1,30-4 148,-1 1-1,63 3 0,-14 0-156,-30 0-7,-35 1-8,1-1 1,-1-1 0,1 1-1,19-5 1,-36 6-94,-15 1-9801,-6 1 4049</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39"/>
    </inkml:context>
    <inkml:brush xml:id="br0">
      <inkml:brushProperty name="width" value="0.025" units="cm"/>
      <inkml:brushProperty name="height" value="0.025" units="cm"/>
    </inkml:brush>
  </inkml:definitions>
  <inkml:trace contextRef="#ctx0" brushRef="#br0">10 1 3681,'-10'11'1411,"11"-11"-1120,-1 0-1,1 0 1,-1 0 0,1 0 0,0 0 0,-1 0 0,0 0-1,1 0 1,0 0 0,-1 0 0,1-1 0,-1 1 0,0 0 0,1 0-1,0 0 1,-1 0 0,1-1 0,-1 1 0,1 0 0,0-1-1,-1 1 0,1-1-1,-1 1 1,0 0 0,1 0 0,0-1 0,0 1 0,-1 0 0,0 0 0,1-1 0,0 1 0,-1 0 0,0 0 0,1 0 0,0 0 0,0 0 0,-1 0 0,1 0 0,0 0 0,-1 0 0,2 0 0,12 5 1040,0-1-1,0-1 1,1 0 0,27 1 0,40-3-754,-43-1-239,73 7 0,-107-6-258,1-1 0,-1 1 1,0-1-1,1 0 0,-1 0 0,0-1 1,0 1-1,1-1 0,-1 0 0,1 0 1,-1 0-1,0 0 0,-1-1 0,2 0 1,3-3-1,-7 3-184,-8 4 1449,1-1-2063,10-4-6164,9-4 834</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0"/>
    </inkml:context>
    <inkml:brush xml:id="br0">
      <inkml:brushProperty name="width" value="0.025" units="cm"/>
      <inkml:brushProperty name="height" value="0.025" units="cm"/>
    </inkml:brush>
  </inkml:definitions>
  <inkml:trace contextRef="#ctx0" brushRef="#br0">391 1 3601,'-4'9'11157,"4"-8"-10999,0-1 0,0 0 0,0 1 0,0-1-1,0 1 1,0-1 0,0 0 0,0 0 0,0 1 0,0-1 0,0 1-1,-1-1 1,1 0 0,0 1 0,-1-1 0,1 0 0,0 1 0,0-1-1,0 0 1,0 0 0,-1 1 0,1-1 0,-1 0 0,1 1 0,-1-1-1,1 0 1,0 0 0,0 0 0,-1 0 0,1 0 0,-1 0 0,1 0-1,-1 0 1,1 1 0,0-1 0,-1 0 0,1 0 0,-1 0 0,0 0 0,-144 3 2571,100-3-2748,-72 6 0,107-4 19,2-2-1,0 1 0,0 0-1,0 1 1,0 0 0,-11 4 0,20-7 79,1 1 1,-1-1-1,1 0 0,-1 1 1,1 0-1,-1 0 0,1-1 1,-1 1-1,1 0 0,-1 0 1,1 0-1,-1 0 0,1 0 1,-1 0-1,1 0 0,-1 1 1,0-1-1,0 0 0,1 0 1,1 2-1,-1-1-28,0 0 1,0 1-1,0-1 1,0 0-1,0 1 1,0-1-1,-1 1 1,1 0-1,0 0 1,0 0-1,0 1 1,1 4-27,1-1 1,-1 1-1,0 0 1,-1 0-1,0 0 0,3 12 1,-1 28 54,-3 0 0,-2 0 1,-2 1-1,-12 59 0,2-56-17,8-33-30,-5 31-1,10-48-26,0-1 0,0 0 0,0 0 0,0 0 0,0 1-1,0-1 1,0 1 0,1-1 0,-1 0 0,0 0 0,0 0 0,0 1-1,0-1 1,1 1 0,-1-1 0,0 0 0,0 0 0,1 0 0,-1 1-1,0-1 1,0 0 0,0 1 0,0-1 0,0 0 0,1 0-1,-1 0 1,1 0 0,-1 0 0,0 0 0,1 0 0,-1 1 0,0-1-1,0 0 1,1 0 0,-1 0 0,0 0 0,1 0 0,-1 0 0,1 0-1,-1 0 1,0 0 0,0 0 0,1 0 0,-1 0 0,1 0-1,-1 0 1,0-1 0,1 1 0,-1 0 0,0 0 0,0 0 0,0 0-1,1 0 1,22-10 672,-18 8-523,22-11 102,0 2 1,1 1 0,0 1-1,0 1 1,35-5 0,-63 13-250,2 0-79,-2 0-116,-1-1 0,1 1-1,0 0 1,-1 0 0,1 0-1,0 0 1,0-1-1,0 1 1,-1 0 0,1 0-1,0 0 1,-1 0 0,1 0-1,0-1 1,0 1 0,-1-1-1,1 1 1,0 0 0,0 0-1,0 0 1,0 0-1,0-1 1,0 1 0,0-1-1,0 1 1,0 0 0,0 0-1,0 0 1,0-1 0,0 1-1,0-1 1,2-12-6449</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1"/>
    </inkml:context>
    <inkml:brush xml:id="br0">
      <inkml:brushProperty name="width" value="0.025" units="cm"/>
      <inkml:brushProperty name="height" value="0.025" units="cm"/>
    </inkml:brush>
  </inkml:definitions>
  <inkml:trace contextRef="#ctx0" brushRef="#br0">18 84 3865,'-7'9'2013,"-4"7"6959,27-28-3321,3-1-5453,95-70-106,-120 89-104,-1 0 0,1 1 0,0 0 0,1 0 0,0 0 1,0 1-1,-5 13 0,8-17 11,0 0 1,0 1 0,1 0 0,-1-2-1,1 2 1,0 0 0,0-1 0,1 1-1,0-1 1,0 1 0,0 0 0,0-1 0,1 1-1,0-1 1,0 1 0,1 0 0,-1-1-1,4 7 1,-5-10-21,1 0 0,0-1 0,-1 1 0,1 0 0,-1-1 0,1 1-1,0 0 1,0-1 0,-1 1 0,1 0 0,0-1 0,-1 1 0,1-1 0,0 0 0,0 1 0,0 0-1,0-1 1,0 0 0,0 0 0,0 0 0,0 1 0,0-1 0,1 0 0,1 0-306,-1-1 0,1 1 1,0-1-1,0 0 1,0 1-1,0-1 0,-1-1 1,1 2-1,3-5 0,41-22-4212</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2"/>
    </inkml:context>
    <inkml:brush xml:id="br0">
      <inkml:brushProperty name="width" value="0.025" units="cm"/>
      <inkml:brushProperty name="height" value="0.025" units="cm"/>
    </inkml:brush>
  </inkml:definitions>
  <inkml:trace contextRef="#ctx0" brushRef="#br0">10 5 6049,'-5'-2'10274,"2"2"-7321,1-1-768,2-1 47,2 2-2232,0 2-576,1 1-1769,14 5-5064</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3"/>
    </inkml:context>
    <inkml:brush xml:id="br0">
      <inkml:brushProperty name="width" value="0.025" units="cm"/>
      <inkml:brushProperty name="height" value="0.025" units="cm"/>
    </inkml:brush>
  </inkml:definitions>
  <inkml:trace contextRef="#ctx0" brushRef="#br0">14 0 4881,'0'14'11754,"-2"0"-6879,3-4-3814,0 1 1,-1-2 0,-3 17-1,0 5-650,0 15-124,0-29-298,2 2-1,1-2 1,4 35-1,-4-52-80,0 0-1,0 0 0,0 0 0,0 0 0,0 0 1,0 1-1,0-1 0,0 0 0,0 1 1,0-1-1,0 0 0,0 0 0,0 0 1,0 0-1,0 0 0,0 1 0,0-1 0,0 0 1,0 1-1,0-1 0,0 0 0,0 0 1,0 0-1,0 0 0,0 0 0,1 0 1,-1 0-1,0 1 0,0-1 0,1 0 0,-1 0 1,0 0-1,0 0 0,1 0 0,-1 0 1,0 0-1,0 0 0,0 0 0,1 0 1,3-11-5822,0-15 1389</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4"/>
    </inkml:context>
    <inkml:brush xml:id="br0">
      <inkml:brushProperty name="width" value="0.025" units="cm"/>
      <inkml:brushProperty name="height" value="0.025" units="cm"/>
    </inkml:brush>
  </inkml:definitions>
  <inkml:trace contextRef="#ctx0" brushRef="#br0">4 0 4353,'-2'3'8514,"2"-1"-4625,-1-1-1881,2 1-416,3-2-511,3 1-337,1 3-200,2-2-136,-1 1-16,5-2-176,-3-1-144,0 2-56,4-1-16,-1 1-328,4-1-1568,-2-2-3297,35-10-8923</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5"/>
    </inkml:context>
    <inkml:brush xml:id="br0">
      <inkml:brushProperty name="width" value="0.025" units="cm"/>
      <inkml:brushProperty name="height" value="0.025" units="cm"/>
    </inkml:brush>
  </inkml:definitions>
  <inkml:trace contextRef="#ctx0" brushRef="#br0">38 5 2617,'3'-5'10603,"-11"14"-2628,5-2-8041,-6 35 2569,2-15-2162,2-1-1,0 1 1,2 50 0,3-76-433,0 0-80,-1 0 0,1-1-1,0 1 1,1 0 0,-1 0 0,0 0 0,0-1 0,0 1-1,0 0 1,0-1 0,0 1 0,1 0 0,-1-1 0,1 1-1,-1 0 1,1-1 0,-1 1 0,0 0 0,1-1 0,0 1-1,0-1 1,0 1 0,9 2-5488</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6"/>
    </inkml:context>
    <inkml:brush xml:id="br0">
      <inkml:brushProperty name="width" value="0.025" units="cm"/>
      <inkml:brushProperty name="height" value="0.025" units="cm"/>
    </inkml:brush>
  </inkml:definitions>
  <inkml:trace contextRef="#ctx0" brushRef="#br0">27 1 2569,'-11'13'5146,"-2"0"4201,13-13-9246,-1 1 0,1-1 1,0 1-1,-1-1 0,1 0 0,0 1 0,0-1 0,0 1 0,0-1 0,0 0 0,0 1 0,-1-1 0,1 0 1,0 1-1,0-1 0,0 1 0,0-1 0,0 0 0,0 1 0,0 0 0,1-1 0,-1 0 0,0 1 0,0-1 1,0 1-1,0-1 0,0 0 0,0 1 0,1-1 0,-1 1 0,0-1 0,1 0 0,-1 1 0,1-1 0,-1 1 1,0-1-1,0 0 0,1 0 0,-1 0 0,1 1 0,0-1 0,-1 0 0,0 0 0,0 1 0,1-1 0,0 0 1,-1 0-1,1 0 0,24 8 1984,-10-7-1872,1-1 0,-1 0 0,1-1 0,-1-1 0,19-3 0,-1 0-127,7-1-52,-23 3 51,0 1-1,24-1 0,-41 3-50,0-1 0,0 1 0,1 0 0,-1 0 0,1 0 0,-1 0 0,1 0 0,-1 0 0,0 0 0,0 0 0,0 0 0,1 0 0,-1 0 0,1 0 0,-1 0 1,0 0-1,0 0 0,1 0 0,-1 1 0,1-1 0,-1 0 0,1 0 0,-1 1 0,0-1 0,0 0 0,0 0 0,0 0 0,1 0 0,-1 0 0,0 1 0,1-1 0,-1 1 0,1-1 0,-9 8 1750,-4 5-1744,4 5 20,2 1 0,0-1 1,1 1-1,2 0 1,0 1-1,0-1 0,3 23 1,1-20-28,1 0 1,2 0 0,9 29 0,4 26 92,-13-62-70,-4-12 331,-4-5 22,-3-3-227,4 5-182,1-2 0,0 2 1,-1-1-1,0 0 1,0 1-1,1-1 1,-1 1-1,0-1 1,0 1-1,0 0 1,1 0-1,-1 0 0,-4 2 1,-38 6-7,40-6 6,-19 3-9,5-1-30,-32 11 0,47-13 34,0 0 0,0 0-1,-1 0 1,2 0 0,-2 0 0,2 1-1,-1-1 1,1 1 0,-1 0 0,1 0-1,0 0 1,-5 6 0,8-9-20,0 1 1,0-1-1,-1 0 1,1 1-1,0-1 1,0 0-1,0 0 1,0 1-1,0-1 1,0 0-1,0 1 1,0-1-1,0 0 0,0 0 1,0 1-1,0-1 1,0 1-1,0-1 1,0 0-1,0 0 1,0 0-1,0 1 1,0-1-1,0 1 1,0-1-1,1 0 1,-1 0-1,0 0 1,0 1-1,1-1 1,-1 0-1,0 1 1,0-1-1,1 0 1,-1 0-1,0 0 0,0 0 1,0 0-1,1 1 1,-1-1-1,0 0 1,1 0-1,-1 0 1,1 0-1,-1 0 1,0 1-1,1-1 1,26 2-4219,23-4-1361</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7"/>
    </inkml:context>
    <inkml:brush xml:id="br0">
      <inkml:brushProperty name="width" value="0.025" units="cm"/>
      <inkml:brushProperty name="height" value="0.025" units="cm"/>
    </inkml:brush>
  </inkml:definitions>
  <inkml:trace contextRef="#ctx0" brushRef="#br0">127 42 3961,'-24'7'747,"20"-6"-738,1-1 0,-1 1 0,0 0 0,1 0-1,0 1 1,-5 2 0,7-4-10,1 0-1,0 0 0,-1 1 0,0-1 0,1 1 1,0-1-1,-1 0 0,0 0 0,0 0 0,1 1 1,0-1-1,-1 0 0,0 0 0,0 0 0,1 0 1,-1 0-1,1 1 0,-1-2 0,0 1 0,1 0 1,-1 0-1,0 0 0,0 0 0,1 0 0,0-1 1,-1 1-1,0 0 0,0 0 0,1 0 0,0-1 1,-1 1-1,0-1 0,1 1 0,0 0 0,-2-1 1,1-2-28,-2 1 0,2-1 1,-1 0-1,1 0 1,-3-5-1,-7-13 891,-5 10 4558,7 8 232,9 3-5539,-1 0 0,1 0 0,0 0 0,0 0 0,-1 0-1,1 0 1,0 0 0,0 1 0,0-1 0,0 0 0,0 0 0,0 0-1,0 0 1,0 0 0,0 0 0,0 0 0,0 0 0,-1 0 0,1 0 0,0 1-1,0-1 1,0 0 0,0 0 0,0 1 0,0-1 0,0 0 0,0 0-1,0 0 1,0 0 0,0 0 0,0 0 0,0 0 0,0 1 0,0-1 0,0 0-1,0 0 1,0 0 0,0 1 0,0-1 0,0 0 0,0 0 0,0 0-1,1 0 1,-1 0 0,1 4 186,1-1 1,0 0-1,0 0 0,0 0 0,1 0 0,0-1 0,-1 1 0,5 3 0,4 4 139,103 96 1633,-29-28-1748,-76-70-237,-1 0-1,0 0 1,0 1-1,-2 0 1,1 1 0,-1-1-1,0 1 1,-2 0-1,1 1 1,-1-2 0,0 3-1,-1-2 1,0 1-1,-2 0 1,1 0-1,-2-1 1,1 2 0,-1-1-1,-1 0 1,0-1-1,-1 1 1,-5 18 0,-8 12 144,-3 0 1,-2-1 0,-40 60 0,36-61 207,18-28-253,-2 1 0,0-1 0,0-1 0,-1 1 0,-1-1-1,1 0 1,-1-1 0,-2 0 0,1-1 0,-18 12 0,29-20-171,0-1 0,0 1 0,0 0 0,0 0 0,0 0 0,0 0 0,0 0 0,0 0-1,0 0 1,0 0 0,0 0 0,0 0 0,0 0 0,0 0 0,0 0 0,0 0 0,0 0 0,0 0 0,-1 0 0,1 0 0,0 0 0,0 0 0,0 0 0,0 0 0,0 0 0,0 0 0,0 0 0,0 0-1,0 0 1,0 0 0,0 0 0,0 0 0,-1 0 0,1 0 0,0 0 0,0 0 0,0 0 0,0 0 0,0 0 0,0 0 0,0 0 0,0 0 0,0 0 0,0 0 0,0 0 0,0 0 0,0 0-1,0 0 1,0 0 0,0 0 0,0 0 0,5-6-1018,-5 6 927,0 0 0,0 0 0,0 0-1,0 0 1,0 0 0,0-1-1,0 1 1,0 0 0,0 0-1,0 0 1,0 0 0,0 0 0,0 0-1,1 0 1,-1 0 0,0-1-1,0 1 1,0 0 0,0 0-1,0 0 1,1 0 0,-1 0 0,0 0-1,0 0 1,0 0 0,1 0-1,-1 0 1,0 0 0,0 0-1,0 0 1,0 0 0,0 0 0,0 0-1,0 0 1,0 1 0,0-1-1,0 0 1,1 0 0,-1 0-1,0 0 1,0 0 0,0 0 0,0 1-1,-2 13-6388,-10 17-1812</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68"/>
    </inkml:context>
    <inkml:brush xml:id="br0">
      <inkml:brushProperty name="width" value="0.025" units="cm"/>
      <inkml:brushProperty name="height" value="0.025" units="cm"/>
    </inkml:brush>
  </inkml:definitions>
  <inkml:trace contextRef="#ctx0" brushRef="#br0">406 72 3833,'1'0'191,"0"0"0,-1-1 1,0 1-1,1 0 0,-1 0 1,1 0-1,0-1 0,-1 1 0,0 0 1,0 0-1,1-1 0,-1 1 0,1-1 1,-1 1-1,1 0 0,-1-1 1,0 1-1,0-1 0,0 1 0,1 0 1,-1-1-1,0 0 0,0 1 1,0 0-1,1-1 0,-1 0 0,0 0 1,3-19 3760,-2 13-3650,-1 6-116,0-1 0,1 1 0,-1-1 1,0 0-1,1 0 0,-1 0 0,0 1 1,-1-1-1,1 1 0,0-1 0,-1 0 0,1 0 1,0 1-1,-2-3 0,1 4 19,0-1 0,-1 0 0,1 1 0,0-1 0,0 0 0,-1 1-1,1-1 1,-1 0 0,1 1 0,-1 0 0,1 0 0,-1 0 0,1-1 0,-1 1 0,1 0 0,-1 0 0,1 0 0,-3 1 0,-147 5 1574,131-4-1621,0 1 0,1 1-1,1 1 1,-2 0 0,-28 12 0,46-16-151,0 0 0,1 0 0,-1 0 1,1-1-1,-1 1 0,1 0 0,-1 0 1,1 0-1,-1 0 0,1 1 0,0-1 1,-1 0-1,2 1 0,-2-1 0,2 0 1,-1 1-1,0-1 0,0 1 0,1-1 1,-1 1-1,-1 2 0,2-2-6,1-1 1,-1 1-1,0 0 1,1-1-1,0 1 0,-1-1 1,0 1-1,1 0 0,0-1 1,0 0-1,0 0 0,0 1 1,-1-1-1,2 0 0,-1 1 1,0-1-1,1 0 0,-1 0 1,1 0-1,-1 0 1,1 0-1,1 1 0,58 30 1,-45-25 66,0 1-1,0 0 1,-1 2-1,28 20 1,-40-27-45,0 1 1,1-1-1,-1 1 1,0 0-1,0 0 1,0 0-1,-1 1 1,0-1-1,0 0 1,0 1-1,-1-1 1,1 1-1,-1-1 1,-1 1-1,1 0 1,-1 0-1,1-1 1,-1 1-1,-1 0 0,0 0 1,-1 7-1,1-8-4,-1 0-1,0 0 0,1 0 1,-2 0-1,1 0 0,-1-1 0,0 1 1,1-1-1,-2 1 0,1-1 0,0 0 1,0 1-1,-1-2 0,0 1 0,0-1 1,-1 1-1,2-1 0,-2 0 1,1 0-1,-1 0 0,-4 1 0,-13 4 33,-1-1-1,0-1 1,-25 3 0,30-6-19,6 0-5,6 0 11,1-1-1,-1 0 0,0-1 1,0 0-1,-8 0 1,13-2-97,5 0-111,6-2-388,-9 4 525,1-1 0,0 1 0,0 1 0,0-1 0,0 0 0,-1 0 1,2 0-1,-2 1 0,1-1 0,0 1 0,-1-1 0,1 1 0,0 0 0,-1-1 0,1 2 0,-1-2 1,1 2-1,-1-2 0,1 2 0,-1-1 0,1 1 0,-1 0 20,1 0 1,-2 0-1,1 0 1,0 0-1,0-1 0,-1 1 1,0 0-1,0 0 0,1 0 1,-1 0-1,0 0 1,0 0-1,0 0 0,-1 4 1,-2 4 16,0 1 0,-1-1-1,0 1 1,-12 17 0,8-14 12,0 0 0,1 0 0,0 1 0,2 0-1,-6 24 1,10-35 22,1 0 0,-1 0 1,1 1-1,0-1 0,0 0 0,1 0 0,-1 0 0,1 1 0,0-1 0,0 0 1,0-1-1,1 1 0,0 0 0,0 0 0,0 0 0,1 0 0,-1-1 0,1 1 1,0 0-1,0-1 0,0 0 0,0 0 0,1-1 0,-1 1 0,1 0 0,5 2 1,-2-1 152,1 0 1,1-1 0,-1 0 0,1-1 0,0 1 0,0-1 0,0 0 0,10 0 0,75 2 1549,-91-4-1699,8-2 309,-8-1-2059,-6-3-5296,-13-6-4514</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0"/>
    </inkml:context>
    <inkml:brush xml:id="br0">
      <inkml:brushProperty name="width" value="0.025" units="cm"/>
      <inkml:brushProperty name="height" value="0.025" units="cm"/>
    </inkml:brush>
  </inkml:definitions>
  <inkml:trace contextRef="#ctx0" brushRef="#br0">58 45 4313,'-7'0'1763,"2"0"-1131,0 0 1,-1 0-1,1 0 1,0-1-1,0 0 1,0 0-1,-10-2 1,15 1-469,1 0 1,-1 1 0,0-1 0,0 1 0,1 0-1,-1-1 1,1 0 0,0 1 0,-1 0-1,1-1 1,1 0 0,-2 1 0,3-2-1,0-1 122,-3-2 314,-9 1 6196,5 4-913,14 6-4829,6 1-1020,-1-1 0,2-1 0,-1 0 0,1 0 0,0-2 0,-1 0 0,24 0 0,-21-1-9,26 3 1,-33-2 20,2 0 0,-2-1 1,2 0-1,22-3 0,-24 0 39,5 0 38,31-1 0,-43 4-113,0-1 0,0 0 0,0 1 0,1 0-1,-1 0 1,-1 0 0,1 1 0,0-1 0,0 1-1,7 3 1,-3-1 52,0 0-1,0-1 1,0 0-1,1 0 1,-1-1-1,1-1 1,-1 0-1,2 0 1,-2 0 0,15-2-1,-9 2-54,0 0 0,0 0 0,26 6-1,46 10 26,34-1-25,-106-11-12,-14-5 10,-2-1 14,1 0 0,-1 0 0,1 0 0,0 1 0,-1-1-1,0 0 1,0 1 0,1-1 0,-1 1 0,0-1 0,1 1 0,-1-1 0,0 1 0,0-1-1,1 1 1,-1 0 0,-1-1 0,2 1 0,-1 0 0,0 0 0,-2 0 0,-23-6-66,17 6 36,1 0 0,-1 1 0,0 0 0,0 0 0,-16 4 0,-45 17 11,45-14-4,-23 10 2,34-12 8,0-1-1,0 0 1,-1-1-1,0 0 1,0 0 0,-19 0-1,20-3-7,2 0 1,-1 1-1,1 0 0,-1 1 0,1 0 0,-1 1 1,1 0-1,-23 11 0,-50 20 18,2-1 14,56-24 23,1 1-1,-46 26 1,57-27-32,-26 14 169,43-24-168,-1 0 1,-1-1-1,1 1 0,0 0 1,0 0-1,0 0 1,0 0-1,0 0 1,-1 0-1,2 0 0,-1 0 1,-1 1-1,1-1 1,0 0-1,0 0 0,0 0 1,0 1-1,-1-1 1,1 1-1,0-1 0,0 1 1,29 20-5788,-3 4 357</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1"/>
    </inkml:context>
    <inkml:brush xml:id="br0">
      <inkml:brushProperty name="width" value="0.025" units="cm"/>
      <inkml:brushProperty name="height" value="0.025" units="cm"/>
    </inkml:brush>
  </inkml:definitions>
  <inkml:trace contextRef="#ctx0" brushRef="#br0">0 1 456,'5'4'0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2"/>
    </inkml:context>
    <inkml:brush xml:id="br0">
      <inkml:brushProperty name="width" value="0.025" units="cm"/>
      <inkml:brushProperty name="height" value="0.025" units="cm"/>
    </inkml:brush>
  </inkml:definitions>
  <inkml:trace contextRef="#ctx0" brushRef="#br0">0 9 472,'5'-2'456,"-5"1"152,3 0 104,4-4-712</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3"/>
    </inkml:context>
    <inkml:brush xml:id="br0">
      <inkml:brushProperty name="width" value="0.025" units="cm"/>
      <inkml:brushProperty name="height" value="0.025" units="cm"/>
    </inkml:brush>
  </inkml:definitions>
  <inkml:trace contextRef="#ctx0" brushRef="#br0">304 0 8706,'-2'2'8815,"-2"3"-4517,-27 28-3372,-5 2-358,-12 9-15,-41 53 0,76-82-519,1 2-1,0 0 0,2 0 1,0 1-1,1 0 1,2 0-1,-9 28 1,15-40-24,-1-1 1,1 1 0,1 0 0,-1-1 0,1 1 0,0 0 0,1-1 0,-1 1 0,1-1-1,4 11 1,-4-13 6,1 0-1,-1 0 0,1 0 0,0 0 1,0-1-1,0 1 0,1 0 1,-1-1-1,1 1 0,0-1 0,0 0 1,-1 1-1,2-2 0,-1 1 1,0 0-1,1-1 0,-1 0 0,0 1 1,7 0-1,3 2-4,1-2 1,0 0-1,0 0 0,0-2 1,0 0-1,-1 0 0,1 0 0,20-5 1,-32 5-102,-2 0-1,2 0 1,-1-1 0,1 1 0,-1 0 0,0 0 0,0-1 0,0 1-1,1-1 1,-1 1 0,0-1 0,0 0 0,0 1 0,0-1 0,0 0-1,0 1 1,0-1 0,0 0 0,-1 0 0,1 0 0,0 0 0,0 0 0,-1 0-1,2-1 1,-2 0-384,0 0 0,0 0 0,-1 0-1,1 0 1,0 0 0,-1 0 0,1 1 0,-1-1-1,0 0 1,0 1 0,1-1 0,-1 1-1,-1-1 1,2 0 0,-2 0 0,1 1 0,-2-2-1,-30-32-7533</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4"/>
    </inkml:context>
    <inkml:brush xml:id="br0">
      <inkml:brushProperty name="width" value="0.025" units="cm"/>
      <inkml:brushProperty name="height" value="0.025" units="cm"/>
    </inkml:brush>
  </inkml:definitions>
  <inkml:trace contextRef="#ctx0" brushRef="#br0">0 12 6329,'6'-2'1576,"-1"1"0,0-1 0,1 0 0,-1 1-1,12-2 1,-8 3-492,-1-1 1,1 1-1,10 1 0,7 3-777,42 10-1,-8-1 36,-9-6-1700,-12-5-4577,2 0-2855</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5"/>
    </inkml:context>
    <inkml:brush xml:id="br0">
      <inkml:brushProperty name="width" value="0.025" units="cm"/>
      <inkml:brushProperty name="height" value="0.025" units="cm"/>
    </inkml:brush>
  </inkml:definitions>
  <inkml:trace contextRef="#ctx0" brushRef="#br0">5 59 7914,'0'1'284,"-1"0"0,1-1 0,-1 0 0,1 0 1,-1 1-1,1 0 0,0-1 0,0 0 0,0 1 0,0-1 1,0 1-1,-1-1 0,1 0 0,0 1 0,0 0 0,0-1 1,0 0-1,0 1 0,0 0 0,0-1 0,0 0 1,0 1-1,0 0 0,1 0 0,8 11 3397,-6-9-3284,0 0 0,0-1 0,1 0 0,-1 0 0,8 4 0,-7-5-346,2 0 1,-2 0-1,1 0 1,0 0-1,0-1 1,0 0-1,-1 0 1,2 0 0,-1 0-1,-1-1 1,7-1-1,-7 1-53,0 1-1,0-2 0,0 2 1,0-2-1,-1 1 0,1-1 1,0 1-1,-1-1 0,1 0 1,-1-1-1,1 1 0,-1 0 1,4-4-1,-6 4 4,0 0 0,-1 1 0,0 0 0,1-1 0,-1 1 0,1-1 0,-1 0 0,0 0 0,0 1 0,0-1 0,0 1 1,0-1-1,0 0 0,0 0 0,-1 1 0,0-1 0,1 1 0,0-1 0,-1 1 0,0-1 0,0 1 0,0-1 0,0 1 0,0-1 0,0 1 0,-1 0 0,-1-2 0,1 0 1,-1 0-1,0 1 1,0-2-1,0 2 1,0 0-1,0-1 0,0 1 1,-1 0-1,0 0 1,-7-3-1,9 4-1,0 1 0,0 0-1,-1-1 1,1 1 0,0 0-1,0 0 1,0 0 0,-1 0-1,1 0 1,0 0 0,0 1-1,0-1 1,0 0 0,0 1-1,-3 1 1,3-1 12,1-1 0,-1 2 0,1-2 0,0 2 0,-1-2 0,2 1 0,-2 0 0,1 0 0,0 1 0,0-1 0,1 0 0,-1 1 0,0-1 0,0 0 0,1 1 0,-1 1 0,0 0 8,0 0 1,1 0 0,0 0-1,0 1 1,0-1 0,0 0-1,0 0 1,0 0 0,1 0-1,0 0 1,0 0 0,0 0-1,1 0 1,-1 0-1,0-1 1,1 1 0,0 0-1,2 3 1,1-1-119,-1 0 0,2 0-1,0 0 1,-1 0 0,1-2-1,0 2 1,9 4 0,-11-8-1284,-1 1 0,1-1 1,0 0-1,0 0 0,6 1 1,8-1-6888</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6"/>
    </inkml:context>
    <inkml:brush xml:id="br0">
      <inkml:brushProperty name="width" value="0.025" units="cm"/>
      <inkml:brushProperty name="height" value="0.025" units="cm"/>
    </inkml:brush>
  </inkml:definitions>
  <inkml:trace contextRef="#ctx0" brushRef="#br0">1 0 7506,'2'5'7323,"3"1"-4518,4 7-171,-6-1-1261,1 1 0,0 11 1,0 53-405,-3-81-1040,0 0 0,-1 0 0,1 0 0,0 0 0,0 1-1,1-1 1,0 0 0,3-6 0,22-29-687,-19 29 561,37-45-127,-43 64 407,-2 5 112,-1-10-136,1 0 0,0-1 0,0 1 0,0 0 0,0-1 0,0 1 0,1 0 0,2 6 0,-2-9-53,-1 0 1,1-1-1,-1 1 1,0 0 0,1 0-1,0-1 1,0 1-1,-1 0 1,1 0-1,0 0 1,0-1-1,-1 1 1,1 0 0,0-1-1,-1 0 1,2 1-1,-1 0 1,-1-1-1,2 0 1,-1 0-1,-1 1 1,2-1 0,-1 0-1,0 1 1,0-1-1,0 0 1,0 0-1,0 0 1,0 0 0,0 0-1,1 0 1,-2-1-1,2 1 1,-2 0-1,1-1 1,1 1-1,-2 0 1,3-1 0,5-2 0,-1-1 0,1 0 1,-1 0-1,0-1 0,0 1 1,8-7-1,11-8-4,-25 18 47,1 1 1,-1 0-1,0 0 0,0-1 0,1 1 0,-1 1 1,0-1-1,1 0 0,-2 0 0,2 1 0,-2-1 1,2 0-1,-1 0 0,0 1 0,1-1 0,-2 1 0,1-1 1,2 2-1,33 17 469,-2-1-1188,-3-10-1575,31-1-2957</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7"/>
    </inkml:context>
    <inkml:brush xml:id="br0">
      <inkml:brushProperty name="width" value="0.025" units="cm"/>
      <inkml:brushProperty name="height" value="0.025" units="cm"/>
    </inkml:brush>
  </inkml:definitions>
  <inkml:trace contextRef="#ctx0" brushRef="#br0">75 0 13707,'-3'3'861,"2"1"1,-1-2-1,0 1 0,1 1 1,0-1-1,-1 6 0,-3 40 2264,4-34-2261,-30 225 1096,26-216-2441,4-13-268,-1 0 0,0 1 0,-1-2 0,-9 21 0,11-34-5144,1-3 4527,1 2 0,-1-1 0,1 0 0,2-6 1,16-47-5996</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8"/>
    </inkml:context>
    <inkml:brush xml:id="br0">
      <inkml:brushProperty name="width" value="0.025" units="cm"/>
      <inkml:brushProperty name="height" value="0.025" units="cm"/>
    </inkml:brush>
  </inkml:definitions>
  <inkml:trace contextRef="#ctx0" brushRef="#br0">1 60 7754,'4'-7'1295,"2"1"0,-1 0 0,0-1-1,1 2 1,0-1 0,9-6 0,-13 11-1136,1 0 1,-1 0-1,1-1 0,0 2 0,0-2 0,-1 2 0,1-1 0,0 0 0,0 1 1,1-1-1,-1 1 0,0 0 0,0 0 0,-1 0 0,1 0 0,0 0 0,0 1 1,0-1-1,0 1 0,0 0 0,5 1 0,3 2 167,-2-1 0,1 1-1,0 0 1,-1 0 0,0 1 0,15 10-1,-24-15-300,0 0 0,0 0-1,0 1 1,1-1 0,-1 0-1,0 0 1,0 0-1,1 0 1,-1 1 0,0-1-1,0 0 1,0 1 0,1-1-1,-1 0 1,0 0-1,0 0 1,0 1 0,0-1-1,0 1 1,0-1 0,0 0-1,0 0 1,0 0-1,0 1 1,0-1 0,0 0-1,0 0 1,0 0 0,0 1-1,0-1 1,0 1-1,0-1 1,-1 0 0,-10 6 651,-17-1-77,-6-4-535,27-2-244,0 1 1,0 0-1,0 0 0,-1 1 1,1 0-1,0 0 0,0 0 1,0 1-1,-11 4 1,17-5-3378,10-2-203,23-6-3309</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79"/>
    </inkml:context>
    <inkml:brush xml:id="br0">
      <inkml:brushProperty name="width" value="0.025" units="cm"/>
      <inkml:brushProperty name="height" value="0.025" units="cm"/>
    </inkml:brush>
  </inkml:definitions>
  <inkml:trace contextRef="#ctx0" brushRef="#br0">0 1 2064,'3'1'14208,"12"1"-11993,14 0-135,-15-2-1726,1 1 0,-1 0 0,1 1-1,-1 1 1,0-1 0,19 8 0,-16-6-69,-11-2-1468,-29 1-10057</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0"/>
    </inkml:context>
    <inkml:brush xml:id="br0">
      <inkml:brushProperty name="width" value="0.025" units="cm"/>
      <inkml:brushProperty name="height" value="0.025" units="cm"/>
    </inkml:brush>
  </inkml:definitions>
  <inkml:trace contextRef="#ctx0" brushRef="#br0">1 11 5865,'1'-1'4777,"4"1"-2168,5-2-201,5 1-351,0 1-441,1 0-304,4 1-151,-5 2-129,1 1-384,-3 0-248,1 1-128,-1 0-152,-3-2-56,-1-2-56,3-1-8,-4-1-264,3-5-1808,26-19-4650</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1"/>
    </inkml:context>
    <inkml:brush xml:id="br0">
      <inkml:brushProperty name="width" value="0.025" units="cm"/>
      <inkml:brushProperty name="height" value="0.025" units="cm"/>
    </inkml:brush>
  </inkml:definitions>
  <inkml:trace contextRef="#ctx0" brushRef="#br0">246 12 9522,'-21'-2'8138,"2"-2"-5186,13 3-2743,0-1 1,1 1-1,-1 0 0,0 1 0,0-1 0,-7 2 1,5-1-82,1 2 0,-1 0 0,0 0 0,0 0 0,1 0 0,-1 1 0,1 0 0,0 0 0,0 1 0,0 0 0,-6 5 0,7-5-95,1 0-1,-1 1 1,1-1-1,0 1 1,1 0-1,-1 1 1,2-1-1,-2 0 1,2 1-1,0 0 1,0-1-1,-3 11 1,5-14-35,0-1-1,0 0 1,1 0 0,0 0 0,0 1-1,0-1 1,0 0 0,-1 1-1,1-2 1,0 2 0,1-1 0,-1 0-1,0 0 1,0 1 0,0-1 0,0 0-1,1 0 1,0 0 0,-1 1 0,1-2-1,-1 2 1,1-1 0,0 0 0,0 0-1,-1 0 1,2 0 0,-1 0 0,-1-1-1,2 2 1,-1-2 0,0 1 0,0 0-1,2 0 1,0 0-9,0-1 1,0 1-1,0-1 0,0 0 1,-1 0-1,1 0 0,0 0 0,0 0 1,0 0-1,0-1 0,0 0 1,-1 1-1,1-1 0,0 1 0,5-4 1,11-6-72,0 0 1,0-2 0,32-25-1,-48 36 109,-2-1 0,1 1 0,0-1 0,0 1 0,0-1 0,-1 1 0,1-1 0,-2 0 0,2 1 0,-1-1 0,0 0 0,0 0 0,0 0 0,0 0 0,0-3 0,-1 9 52,2 0-1,-1 0 0,0 0 0,1 0 0,0 0 0,0 0 1,0 0-1,6 6 0,12 14-2554,-18-22 1839,-1 0-1,1-1 1,1 0 0,-2 1 0,1-1-1,1 0 1,3 2 0,38 13-8257</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2"/>
    </inkml:context>
    <inkml:brush xml:id="br0">
      <inkml:brushProperty name="width" value="0.025" units="cm"/>
      <inkml:brushProperty name="height" value="0.025" units="cm"/>
    </inkml:brush>
  </inkml:definitions>
  <inkml:trace contextRef="#ctx0" brushRef="#br0">487 8 10250,'-3'-4'9112,"-8"2"-5747,-14 2-3895,18 0 1541,-44-1-540,1 2 1,1 3 0,-66 11 0,102-13-469,-1 0 1,1 1-1,0 0 0,1 1 1,-1 0-1,1 1 1,0 1-1,-16 8 0,27-13-5,1-1-1,-1 0 1,1 0-1,0 1 1,0-1-1,0 1 1,-1-1-1,1 0 1,0 0-1,-1 1 1,1-1-1,0 1 1,0-1-1,0 0 1,-1 1-1,1-1 1,0 1-1,0-1 1,0 0-1,0 1 1,0-1-1,0 0 1,0 1-1,0-1 1,1 1-1,-1-1 1,0 0-1,0 1 1,0-1-1,1 1 1,-1-1-1,0 0 1,0 1-1,1-1 1,-1 1-1,0-1 1,15 14 4,-10-9 7,3 3 6,0 1 0,-1-1 0,-1 1-1,0 0 1,0 0 0,5 13 0,-8-15-12,-1 0 1,0-1 0,-1 1-1,0-1 1,0 1-1,-1-1 1,0 2-1,0-2 1,0 1 0,-1-1-1,-2 9 1,-4 6 1,-1 0 1,-1-1-1,-1 0 1,-1-1-1,-18 25 1,-8 13 6,35-53-12,0-1-1,1 1 1,-1-1 0,1 0-1,0 1 1,0 4-1,1-8 3,0 1-1,-1 0 0,1-1 0,0 1 0,0-1 0,0 0 0,0 1 0,0 0 0,0-1 0,0 1 0,0-1 0,1 1 0,-1-1 0,0 1 0,0 0 0,0-1 0,0 0 0,1 1 0,-1-1 0,0 1 0,1-1 0,-1 0 0,1 1 0,-1 0 0,0-1 0,1 0 0,-1 0 0,1 1 0,0-1 0,-1 1 0,0-1 0,1 0 0,0 0 0,-1 0 0,1 0 0,-1 1 0,1-1 0,0 0 0,-1 0 0,1 0 0,-1 0 0,1 0 0,0 0 0,0 0 0,-1 0 0,0 0 0,1 0 0,0 0 0,-1-1 0,2 1 0,19-5 61,1-1 1,30-12-1,-38 12-66,1 0 1,1 1 0,-1 1-1,1 0 1,0 1-1,32-3 1,-46 5-981,-6 0-3808,-4 3-533</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3"/>
    </inkml:context>
    <inkml:brush xml:id="br0">
      <inkml:brushProperty name="width" value="0.025" units="cm"/>
      <inkml:brushProperty name="height" value="0.025" units="cm"/>
    </inkml:brush>
  </inkml:definitions>
  <inkml:trace contextRef="#ctx0" brushRef="#br0">0 35 4913,'18'-2'11468,"0"-2"-5813,-8 1-5198,-1-1 1,0 0-1,1 0 0,13-10 1,-34 23-248,4-4-155,0-1 1,2 2-1,-1-1 1,0 0-1,-7 10 1,12-13-56,0 0 0,-1 1 0,2-1 0,-1 0 0,0 0 0,0 0 0,1 0 1,-1 1-1,1-1 0,0 0 0,0 1 0,0-1 0,0 1 0,0-1 0,1 0 0,-1 0 0,0 1 0,1-1 1,0 0-1,0 0 0,0 0 0,2 4 0,-2-4-67,0 0 0,1 0 1,-1 0-1,1 0 0,-1 0 1,1-1-1,0 1 0,-1 0 0,2 0 1,-1 0-1,0-1 0,0 0 0,3 2 1,-3-3-275,1 1 0,-1 0 0,0-1 0,1 1 0,0-1 0,-1 1 0,1-1 0,-1 0 0,1 0 0,-1 0 0,0-1 0,1 1 0,0-1 0,-1 1 0,1 0 0,3-3 0,45-16-4937</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4"/>
    </inkml:context>
    <inkml:brush xml:id="br0">
      <inkml:brushProperty name="width" value="0.025" units="cm"/>
      <inkml:brushProperty name="height" value="0.025" units="cm"/>
    </inkml:brush>
  </inkml:definitions>
  <inkml:trace contextRef="#ctx0" brushRef="#br0">1 1 13875,'0'0'4697,"0"1"-2697,0 1-247,0-1-985,0 1-568,0-1-200,0 2-240,1 1-1128,1-1-2753</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5"/>
    </inkml:context>
    <inkml:brush xml:id="br0">
      <inkml:brushProperty name="width" value="0.025" units="cm"/>
      <inkml:brushProperty name="height" value="0.025" units="cm"/>
    </inkml:brush>
  </inkml:definitions>
  <inkml:trace contextRef="#ctx0" brushRef="#br0">41 0 11707,'5'6'7097,"7"-2"-4857,13 3-1626,-24-6-254,33 5 41,0-1 1,1-1-1,56 0 1,-85-4-513,2 0 827,-11 4 467,-5 7-924,-2 4-213,2-1 1,1 2-1,0-1 1,1 1-1,1 0 0,1 0 1,0 0-1,1 1 1,1 0-1,1-1 1,0 1-1,2 0 0,0-1 1,1 0-1,5 21 1,-4-30-47,-1-1 0,-1-2 0,1 1 0,-1 1 1,0 6-1,-2-13 25,1 0-1,-1 0 1,0 0 0,0 0 0,0 0-1,0 0 1,0 0 0,0 0 0,-1 0-1,1 1 1,0-1 0,0 0 0,-1 1-1,-1-2 1,-23-7-47,14 5 12,-1 1-1,1 0 0,-1 1 0,1 0 0,-2 2 0,2-1 0,-2 1 0,2 0 0,-1 1 0,0 1 1,-18 3-1,12 2-112,19-7 44,-1 0 0,0 0 1,1 0-1,-1 0 0,1 0 1,0 0-1,0 0 1,-1 0-1,0 1 0,1-1 1,-1 0-1,1 1 0,0-1 1,0 0-1,0 0 0,-1 0 1,1 1-1,-1-1 1,1 1-1,0-1 0,-1 0 1,1 0-1,0 1 0,0-1 1,0 0-1,0 0 0,0 1 1,0-1-1,-1 1 1,1-1-1,0 0 0,0 1 1,0-1-1,0 1 0,0-1 1,0 1-1,13 1-3075,27-5-1458</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6"/>
    </inkml:context>
    <inkml:brush xml:id="br0">
      <inkml:brushProperty name="width" value="0.025" units="cm"/>
      <inkml:brushProperty name="height" value="0.025" units="cm"/>
    </inkml:brush>
  </inkml:definitions>
  <inkml:trace contextRef="#ctx0" brushRef="#br0">33 1 15307,'0'0'5193,"0"3"-2624,-3 0 71,-2-2-1007,0 2-481,-2 0-296,3 0-400,0 1-312,3-1-136,1-1-8,1 2-80,1 0-856,0 4-1560,-2-1-3266,-9 11-5256</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7"/>
    </inkml:context>
    <inkml:brush xml:id="br0">
      <inkml:brushProperty name="width" value="0.025" units="cm"/>
      <inkml:brushProperty name="height" value="0.025" units="cm"/>
    </inkml:brush>
  </inkml:definitions>
  <inkml:trace contextRef="#ctx0" brushRef="#br0">146 1 12587,'-2'7'6937,"-1"4"-4312,-4 8 135,0 0-751,2-2-1193,-7 3-568,2 2-248,-2 0-816,-6 2-2137,-51 43-4440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8"/>
    </inkml:context>
    <inkml:brush xml:id="br0">
      <inkml:brushProperty name="width" value="0.025" units="cm"/>
      <inkml:brushProperty name="height" value="0.025" units="cm"/>
    </inkml:brush>
  </inkml:definitions>
  <inkml:trace contextRef="#ctx0" brushRef="#br0">119 71 5641,'15'-15'4696,"14"-26"660,-29 41-5272,1 0 1,-1-1-1,0 1 1,1 0 0,-1-1-1,0 1 1,1 0-1,-1 0 1,0-1 0,0 0-1,0 1 1,0 0-1,0 0 1,0-1 0,0 1-1,0 0 1,0-1-1,0 1 1,0-1 0,0 1-1,0 0 1,0 0-1,0-1 1,0 0 0,0 1-1,0 0 1,0 0-1,0-1 1,0 1 0,0-1-1,-1 1 1,1 0-1,0 0 1,-1-1 0,0 0-1,1 1-10,-2 0-1,1 0 1,0-1-1,0 1 1,0 0-1,-1 0 1,1 0 0,0 0-1,0 0 1,-1 0-1,1 0 1,-2 1-1,-37 10 65,30-7-133,1 0-1,-1 0 1,1 1-1,0 0 0,0 1 1,1-1-1,-10 10 1,15-13-4,1 0 0,0 0 0,1 0 0,-2 0 0,2-1-1,-1 1 1,1 0 0,-1 1 0,1-1 0,0 1 0,0-1 0,0 0 0,0 1 0,0-1 0,1 1 0,0-1 0,0 1 0,-1-1 0,1 1 0,0 0 0,1-1 0,-1 1-1,0-1 1,0 0 0,1 1 0,0 0 0,0-1 0,0 0 0,1 0 0,-2 1 0,2-1 0,2 2 0,-3-2 3,1 0 0,-1-1 0,0 0-1,2 1 1,-2 0 0,1-2 0,1 2 0,-2-1 0,1-1 0,1 2 0,-1-2 0,0 1-1,0 0 1,0-1 0,1 1 0,-1 0 0,1-1 0,-1 0 0,0 0 0,0 0-1,1 0 1,0 0 0,-1 0 0,0-1 0,0 1 0,3-1 0,8-3 2,-1 1 1,0-1 0,18-8-1,-22 9-6,-1-1-1,30-14 42,-35 17-36,-1 0 1,1 0-1,0-1 0,0 1 1,-1-1-1,1 1 1,-1-1-1,0 0 0,0 1 1,0-1-1,1 0 1,-2 0-1,1 1 0,0-1 1,-1 0-1,2-3 1,-2 5 34,0 0 1,0-1 0,0 1 0,1-1 0,-1 1 0,0 0-1,0-1 1,0 0 0,0 1 0,0 0 0,0-1 0,0 1-1,-1-1 1,1 1 0,0 0 0,0-1 0,0 1 0,-1 0-1,1-1 1,0 1 0,-1-1 0,1 1 0,0 0-1,0-1 1,0 1 0,-1-1 0,1 1 0,-1 0 0,1 0-1,0 0 1,-1-1 0,1 1 0,-1 0 0,1-1 0,-1 1-1,1 0 1,0 0 0,-1 0 0,-1 0 0,2 0-16,0 0 1,-1 0 0,0 1-1,0-1 1,1 1 0,0-1-1,-1 0 1,0 0 0,0 1-1,1-1 1,0 1 0,0-1-1,-1 0 1,0 1 0,1 0-1,-1-1 1,1 1 0,0-1-1,0 0 1,0 1 0,0 0-1,-1-1 1,1 1 0,0 0-1,0-1 1,0 0 0,0 1-1,0 0 1,0-1 0,0 1-1,0 0 1,0-1 0,0 1-1,1 0 1,-1 7 19,1 1 1,1-1-1,0-1 1,3 11-1,-3-15-210,-2 0-1,2 0 0,-1 0 0,1 0 0,0-1 0,-1 1 0,2-1 0,-1 1 1,0-1-1,0 1 0,1-1 0,-1 0 0,1 0 0,4 2 0,-5-3-123,-2-1 0,1 0 0,1 1 0,-2-1 0,2 1 0,-1-1 0,0 0 0,0 0 0,0 0 0,1 0 0,-2 0 0,2 0 0,-1 0 0,0 0 0,0 0 0,3-1 0,38-13-8365</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89"/>
    </inkml:context>
    <inkml:brush xml:id="br0">
      <inkml:brushProperty name="width" value="0.025" units="cm"/>
      <inkml:brushProperty name="height" value="0.025" units="cm"/>
    </inkml:brush>
  </inkml:definitions>
  <inkml:trace contextRef="#ctx0" brushRef="#br0">328 1 7802,'1'1'6430,"2"3"89,-6-3-6286,-2 0 0,1 0 0,0 0 0,0 0 0,0-1 1,-1 0-1,1 0 0,0 0 0,0 0 0,-8-1 0,-7 1-114,-16 1-110,-105 7-14,134-8-1,2 0 0,-1 2 0,0-2 1,1 2-1,-1 0 0,-6 2 0,11-4 4,-1 0 1,1 0 0,-1 1-1,0 0 1,1-1-1,-1 0 1,1 1 0,-1-1-1,0 0 1,1 1 0,0 0-1,0-1 1,-1 1 0,1 0-1,-1-1 1,1 1-1,-1 0 1,1-1 0,0 2-1,0-2 2,0 2-1,0-2 0,0 2 1,1-2-1,-1 2 0,0-2 1,1 2-1,0-2 0,-1 2 0,0-2 1,1 1-1,-1 0 0,1 0 1,0-1-1,-1 1 0,1 0 1,1 1-1,19 16 2,-14-13 0,-1 1 0,0-1-1,-1 1 1,7 8 0,-10-11-1,-1 0 1,1 0-1,-1-1 0,1 2 0,-2-1 0,2-1 1,-1 2-1,-1-1 0,0 0 0,0 1 0,1-2 0,-1 2 1,-1-1-1,1 3 0,-6 22 9,-2-1 0,-1 0 1,-2-1-1,-27 49 0,6-12 9,31-60-18,-1 0 1,1 0-1,0 1 0,0 0 0,0 0 0,1-1 1,-1 1-1,1-1 0,0 1 0,0-1 1,0 1-1,1 4 0,0-7 4,-1 1-1,1-1 0,0 0 1,-1 1-1,1-1 0,0 0 1,0 1-1,-1-2 0,2 2 1,-1-1-1,0 0 0,0 0 1,0-1-1,0 2 0,1-2 1,-1 1-1,0 0 0,1-1 1,-1 1-1,1 0 0,-1-1 1,1 1-1,-1-1 0,1 1 1,-1-1-1,1 0 0,-1 0 1,1 0-1,0 0 0,-1 0 1,1 0-1,-1 0 0,1 0 1,2 0-1,13-4 173,0 1-1,0-1 0,0 0 1,25-12-1,12-3 184,-54 18-1673,-7 3-3532,-8 5-704</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0"/>
    </inkml:context>
    <inkml:brush xml:id="br0">
      <inkml:brushProperty name="width" value="0.025" units="cm"/>
      <inkml:brushProperty name="height" value="0.025" units="cm"/>
    </inkml:brush>
  </inkml:definitions>
  <inkml:trace contextRef="#ctx0" brushRef="#br0">0 54 10290,'24'-17'6995,"16"-4"-5015,-9 5-891,-35 22 598,-7 7-1530,1 1 1,0 0-1,-12 25 0,21-37-152,0 0 0,0 0 0,1 0 0,0 0 0,0 0-1,0 0 1,0 1 0,0-1 0,0 0 0,1 0 0,-1 0 0,1 0 0,0 0-1,-1 0 1,1 0 0,1 0 0,-2 0 0,2 0 0,-1 0 0,0 0 0,3 1-1,-3-1-40,0-2 0,1 2 0,-1-2 0,0 2 0,1-2 0,-1 1 0,1 0 0,0 0 0,0 0 0,-1-1 0,1 0 0,0 1-1,-1-1 1,1 1 0,0-1 0,-1 0 0,2 0 0,-2 0 0,1 0 0,0 0 0,0 0 0,0-1 0,-1 1 0,1-1 0,0 1 0,-1 0-1,1-1 1,2-1 0,3-1-1162,0-1 0,-1 1-1,1-1 1,-1 0 0,0-1-1,-1 0 1,1 1 0,8-11-1,26-27-5282</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1"/>
    </inkml:context>
    <inkml:brush xml:id="br0">
      <inkml:brushProperty name="width" value="0.025" units="cm"/>
      <inkml:brushProperty name="height" value="0.025" units="cm"/>
    </inkml:brush>
  </inkml:definitions>
  <inkml:trace contextRef="#ctx0" brushRef="#br0">9 6 12675,'-4'-2'6137,"1"-1"-4273,1 3-903,4 0-665,-2 1-296,3 3 0,1 0-296,5 0-1841,24 1-3856</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2"/>
    </inkml:context>
    <inkml:brush xml:id="br0">
      <inkml:brushProperty name="width" value="0.025" units="cm"/>
      <inkml:brushProperty name="height" value="0.025" units="cm"/>
    </inkml:brush>
  </inkml:definitions>
  <inkml:trace contextRef="#ctx0" brushRef="#br0">22 15 6497,'39'-3'11589,"-1"-2"-7923,-24 3-3426,0 0 0,1 0 0,0 1 0,26 2 0,-41-1-223,1 0 1,-1 0 0,1 0-1,-1 1 1,0-1 0,0 1-1,1-1 1,-1 0-1,0 0 1,1 1 0,-1-1-1,0 1 1,1-1 0,-1 0-1,0 0 1,0 1 0,0-1-1,0 1 1,0-1 0,0 0-1,0 1 1,0-1 0,0 1-1,0-1 1,0 0 0,0 1-1,0-1 1,0 0 0,0 1-1,0-1 1,0 1 0,0-1-1,0 0 1,-1 1 0,-7 20 515,6-14-356,-4 11-120,0 0-1,2 1 1,0 0 0,1-1 0,2 1-1,1 30 1,7 90-26,-7-139-27,1 1-1,-1-1 1,0 1-1,0-1 1,0 0 0,0 1-1,0 0 1,0-1 0,0 0-1,0 1 1,0-1-1,0 1 1,-1-1 0,1 0-1,0 1 1,0 0 0,0-1-1,0 0 1,0 0-1,0 1 1,-1 0 0,1-1-1,-1 0 1,1 0 0,-1 1-1,1-1 1,0 0-1,0 0 1,-1 0 0,1 1-1,-1-1 1,1 0 0,-1 1-1,1-1 1,0 0-1,-2 0 1,-19-3 197,8 1-197,-21-4-24,-65-17 1,103 27-1814,-3-4 1598,-1 0-1,1 1 1,0 0 0,-1-1-1,1 1 1,0-1 0,0 1 0,-1-1-1,1 0 1,0 1 0,0-1-1,-1 1 1,2-1 0,-1 0-1,-1 0 1,1 0 0,0 0 0,0 0-1,0 0 1,0 1 0,-1-2-1,2 1 1,-1 0 0,45-2-5771</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3"/>
    </inkml:context>
    <inkml:brush xml:id="br0">
      <inkml:brushProperty name="width" value="0.025" units="cm"/>
      <inkml:brushProperty name="height" value="0.025" units="cm"/>
    </inkml:brush>
  </inkml:definitions>
  <inkml:trace contextRef="#ctx0" brushRef="#br0">1 1 10306,'39'3'9772,"19"8"-5594,11 3-4203,-65-14 496,-3 0-621,0 0 0,-1 0 0,0 0 0,1 0 0,0 0 0,-1 0 0,1 0 0,-1 0 0,0 0 0,1 0 0,0 0 0,-1 0 0,0 0 0,1 1 0,-1-1 0,1 0 0,0 1 0,-1-1 0,0 0 0,1 1 0,-2-1-371,-1 2 1,1-1-1,0 0 1,0 0-1,-1 0 1,1 0-1,-2 0 1,2-1-1,-1 1 1,-2 0-1,-43 21-4439</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4"/>
    </inkml:context>
    <inkml:brush xml:id="br0">
      <inkml:brushProperty name="width" value="0.025" units="cm"/>
      <inkml:brushProperty name="height" value="0.025" units="cm"/>
    </inkml:brush>
  </inkml:definitions>
  <inkml:trace contextRef="#ctx0" brushRef="#br0">0 39 7770,'2'0'5089,"0"-1"-3001,6-2-191,7-1 119,1-2-576,9-1-551,-2 2-385,0 2-336,2 2-168,-1 1-40,7 0-1977,63-9-7265</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5"/>
    </inkml:context>
    <inkml:brush xml:id="br0">
      <inkml:brushProperty name="width" value="0.025" units="cm"/>
      <inkml:brushProperty name="height" value="0.025" units="cm"/>
    </inkml:brush>
  </inkml:definitions>
  <inkml:trace contextRef="#ctx0" brushRef="#br0">263 26 8194,'0'0'354,"0"0"1,1-1-1,-1 1 1,1 0-1,-1 0 1,0 0-1,1 0 1,-1-1-1,1 1 1,-1 0-1,1-1 1,-1 1-1,0 0 1,0 0-1,0-1 1,1 1-1,-1-1 1,0 1-1,1 0 1,-1-1-1,0 1 1,0-1-1,0 1 1,1-1-1,-8-7 3455,5 7-3544,0 0 0,-1-1 0,1 2-1,-1-2 1,1 2 0,0-1 0,-5 0 0,-3 0-139,-1 1 0,1 0 1,0 1-1,0-1 0,0 2 1,-1 0-1,2 0 0,-2 0 1,-12 6-1,10-3-125,1 1 0,0-1 0,0 1 0,0 2 0,1-1 0,-14 12 1,22-17-2,0 1 1,1 0-1,-1-1 1,1 1 0,-1 0-1,1 0 1,1 0 0,-2 0-1,2 0 1,-1 0 0,2 1-1,-2-1 1,1 4-1,1-6 0,0 0 0,-1 0 0,2 0-1,-1 0 1,0 0 0,0 0 0,0 1-1,0-2 1,0 2 0,1-2 0,-1 1-1,1 0 1,-1 0 0,1 0-1,-1 0 1,1 0 0,0 0 0,0 1-1,1-2 2,-1 2-1,1-2 0,0 2 0,0-2 0,-1 1 0,0 0 1,2-1-1,-2 1 0,1 0 0,0-1 0,0 0 1,0 0-1,0 1 0,3-1 0,4 0 2,-1-1-1,0 1 0,1-1 1,-1 0-1,0-1 0,0 0 1,0 0-1,0-1 1,-1 0-1,1 0 0,0-1 1,7-4-1,-7 3-20,0 0 0,-1 0-1,1-1 1,-1 0 0,0 0 0,-1-1-1,0 0 1,0 0 0,9-14-1,-11 10 156,-4 11-123,0 0 1,0 0-1,0 0 0,0-1 1,0 1-1,0 0 0,0 0 1,0 0-1,0 0 0,0 0 1,0 0-1,0 0 0,0 0 0,0 0 1,0 0-1,0 0 0,0 0 1,0 0-1,-1 0 0,1-1 1,0 1-1,0 0 0,0 0 1,0 0-1,0 0 0,0 0 1,-1 0-1,1 0 0,0 0 1,0 0-1,0 0 0,0 0 1,0 0-1,-1 0 0,1 0 0,0 0 1,0 0-1,0 0 0,0 0 1,0 0-1,0 0 0,0 0 1,0 0-1,0 0 0,0 0 1,0 0-1,-1 0 0,0 1 40,0-1 0,0 1 1,0-1-1,0 1 0,0 0 0,0-1 0,1 1 0,-2 0 0,1 0 0,1 0 0,-1 0 0,1 0 1,-1 0-1,0 0 0,1 1 0,-2 1-9,1 0 1,1 0-1,-1 1 0,1-1 1,-1 0-1,1 0 1,0 0-1,0 0 1,1 1-1,0-1 0,-1 0 1,1 1-1,0-2 1,0 1-1,0 1 1,1-2-1,0 2 0,-1-2 1,1 1-1,0 0 1,4 4-1,-2-3-305,-1 0-1,1 0 1,0-1-1,0 0 1,1 0-1,-1 1 1,1-1-1,0 0 1,-1-1-1,1 0 1,0 1 0,1-1-1,7 2 1,-9-4-489,1 1 0,-1-1 0,0 0 0,0 1 0,1-2 0,6 0 0,58-12-8154</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6"/>
    </inkml:context>
    <inkml:brush xml:id="br0">
      <inkml:brushProperty name="width" value="0.025" units="cm"/>
      <inkml:brushProperty name="height" value="0.025" units="cm"/>
    </inkml:brush>
  </inkml:definitions>
  <inkml:trace contextRef="#ctx0" brushRef="#br0">413 0 9986,'-4'2'9185,"-14"5"-6634,-1-4-1484,0 0 0,0-2-1,-37 1 1,-10 0-430,11 1-452,-40 5-182,94-8-4,1 0 1,-1 0-1,1-1 1,-1 1 0,1 0-1,0 0 1,0 0-1,-1 0 1,1 0 0,-1 1-1,1-1 1,-1 0-1,1 0 1,0 0-1,0 0 1,0 0 0,-1 0-1,1 0 1,-1 0-1,1 0 1,0 1-1,0-1 1,0 0 0,0 1-1,-1-1 1,1 0-1,0 0 1,-1 0 0,1 1-1,0-1 1,0 0-1,-1 1 1,1-1-1,0 0 1,0 1 0,9 8-23,3 1 13,-7-3 11,-1 1-1,0-1 1,0 1 0,-1 0 0,0 0 0,-1 0 0,0 0 0,0 0 0,-1 1-1,0-1 1,-1 1 0,0-1 0,0 0 0,-1 1 0,-2 9 0,-3 8 3,-1 0 1,-1-1-1,-18 38 1,8-28 2,11-21-7,0 0 1,1-1-1,-6 20 1,12-32-1,0 0 1,0 0-1,-1 0 1,1 0-1,0 0 0,0 0 1,0 0-1,0 0 1,0 0-1,0 0 0,0 0 1,1 0-1,-1 0 1,0 0-1,0 0 0,0 0 1,1 0-1,0 0 0,-1 0 1,1 0-1,-1 0 1,1 0-1,0-1 0,0 1 1,-1 0-1,1 0 1,0 0-1,0-1 0,0 1 1,0-1-1,0 0 1,-1 1-1,2 0 0,-1-1 1,0 0-1,0 1 1,2 0-1,3-1 6,0 2 0,1-2 0,0 0 0,-1 0 1,11 0-1,-6-1 14,-10 1-20,84-5 118,-72 4-109,-1-1 0,-1 0 1,1 0-1,0-2 0,11-3 0,-22 7-20,-1 0-1,0-1 1,0 1-1,1 0 1,-1 0-1,1 0 0,0 0 1,-1 0-1,0 0 1,0-1-1,1 1 0,-1 0 1,1 0-1,-1 0 1,1-1-1,-1 1 1,0 0-1,0-1 0,0 1 1,0 0-1,1-1 1,-1 1-1,0-1 1,1 1-1,-1-1 0,-9-6-2888,2 4 871,-13-11-3734</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7"/>
    </inkml:context>
    <inkml:brush xml:id="br0">
      <inkml:brushProperty name="width" value="0.025" units="cm"/>
      <inkml:brushProperty name="height" value="0.025" units="cm"/>
    </inkml:brush>
  </inkml:definitions>
  <inkml:trace contextRef="#ctx0" brushRef="#br0">0 74 9618,'17'-13'7231,"1"0"-3750,40-18-3377,-25 15 2368,-45 30-1781,1 0 1,-11 16-1,19-24-688,-1 0 1,2 0-1,-1 0 0,1 0 0,-4 10 1,6-14-13,0 0 0,-1 0 1,1-1-1,0 1 0,0 0 1,0-1-1,0 1 1,0-1-1,0 1 0,1 0 1,-1 0-1,0 0 0,1-1 1,-1 1-1,1-1 1,0 1-1,0-1 0,0 1 1,0-1-1,0 1 0,0-1 1,0 1-1,1-1 1,-1 0-1,0 0 0,3 2 1,-2-3-100,-1 1 0,1 0 1,0-1-1,0 0 0,0 1 1,0-1-1,-1 0 1,2 0-1,-2 0 0,1 0 1,1 0-1,-2 0 0,1-1 1,0 1-1,0 0 1,-1-1-1,2 0 0,-2 1 1,4-2-1,32-19-4225,-36 21 4157,28-22-4642,14-20-1371</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8"/>
    </inkml:context>
    <inkml:brush xml:id="br0">
      <inkml:brushProperty name="width" value="0.025" units="cm"/>
      <inkml:brushProperty name="height" value="0.025" units="cm"/>
    </inkml:brush>
  </inkml:definitions>
  <inkml:trace contextRef="#ctx0" brushRef="#br0">0 10 11090,'0'-3'4985,"0"1"-3256,0-1 751,0 2 417,2 2-2897,0 2-192,-1 0-344,6 6-1569,11 4-2960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6.999"/>
    </inkml:context>
    <inkml:brush xml:id="br0">
      <inkml:brushProperty name="width" value="0.025" units="cm"/>
      <inkml:brushProperty name="height" value="0.025" units="cm"/>
    </inkml:brush>
  </inkml:definitions>
  <inkml:trace contextRef="#ctx0" brushRef="#br0">38 1 4761,'1'1'10201,"0"1"-4465,-2 7-1819,-3 7-2823,-3 1-707,0-1 0,2 1 0,-1 0 0,3 0 0,-4 28 0,8-18-103,3-12-1160,4-5-3391,-5-11-1173,0-8-2042</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
    </inkml:context>
    <inkml:brush xml:id="br0">
      <inkml:brushProperty name="width" value="0.025" units="cm"/>
      <inkml:brushProperty name="height" value="0.025" units="cm"/>
    </inkml:brush>
  </inkml:definitions>
  <inkml:trace contextRef="#ctx0" brushRef="#br0">0 15 13243,'0'-4'5521,"2"4"-4177,4-3-215,4 0-433,5 2-400,3-2-104,1 3-96,0 0-32,-2 1-64,3 1-80,1-1-1120,32 0-4170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1"/>
    </inkml:context>
    <inkml:brush xml:id="br0">
      <inkml:brushProperty name="width" value="0.025" units="cm"/>
      <inkml:brushProperty name="height" value="0.025" units="cm"/>
    </inkml:brush>
  </inkml:definitions>
  <inkml:trace contextRef="#ctx0" brushRef="#br0">28 0 10938,'0'3'5081,"-1"-1"-2880,-5 0-233,2 5-471,-3 4-417,2 2-176,2 3 136,1 1-256,2 1-327,0 0-209,0-4-160,0 1-88,0 0-72,0-3-1577,2-4-3264,13 2-5033</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2"/>
    </inkml:context>
    <inkml:brush xml:id="br0">
      <inkml:brushProperty name="width" value="0.025" units="cm"/>
      <inkml:brushProperty name="height" value="0.025" units="cm"/>
    </inkml:brush>
  </inkml:definitions>
  <inkml:trace contextRef="#ctx0" brushRef="#br0">88 1 7490,'5'9'8555,"9"-2"-5977,12 3-1193,-10-8-971,0 0 0,0-1 1,0-1-1,0 0 0,0 0 0,16-3 0,37-2 381,-82 24 1054,7-9-1737,0 0 0,1 0 0,0 1 0,0-1 0,1 1 0,1 0 1,0 0-1,1 0 0,-1 13 0,1-6-117,2 0-1,1 0 1,0 0 0,9 35 0,-7-43 7,1 0 0,0 0 0,9 15 0,-7-15 4,-1 0-1,7 20 1,-12-30-1,0 1-1,0 0 1,-1-1 0,1 0 0,-1 1-1,1 0 1,-1-1 0,1 0-1,0 1 1,-1 0 0,0-1-1,1 0 1,-1 0 0,1 1 0,-1-1-1,0 1 1,0-1 0,1 0-1,0 0 1,-1 0 0,0 0-1,0 1 1,1-1 0,-1 0-1,0 0 1,0 0 0,1 0 0,-1 0-1,0 0 1,-33 3 96,28-3-92,-53 2 15,-38 4 30,83-4-52,-2 1 1,1-1-1,0 2 1,-16 5-1,28-8-58,2 0-1,-1-1 0,0 2 0,0-2 0,1 2 0,-1-2 1,1 2-1,-1-1 0,0 0 0,1 1 0,0-1 1,-1 0-1,1 1 0,0 0 0,-2 1 0,3-3-22,0 1 0,0-1 0,0 1 0,0-1 0,0 0 0,0 0-1,0 1 1,0-1 0,0 1 0,0-1 0,0 0 0,0 0 0,0 0 0,0 1-1,1-1 1,-1 1 0,0-1 0,0 0 0,0 0 0,0 0 0,0 1 0,0-1 0,1 0-1,-1 1 1,0-1 0,1 0 0,-1 0 0,0 0 0,1 0 0,-1 0 0,0 1-1,0-1 1,1 0 0,-1 0 0,1 0 0,2 1-443,0-1 0,0 1 0,0-1 0,0 0-1,0 0 1,0 0 0,-1 0 0,4-1 0,69-10-7864</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3"/>
    </inkml:context>
    <inkml:brush xml:id="br0">
      <inkml:brushProperty name="width" value="0.025" units="cm"/>
      <inkml:brushProperty name="height" value="0.025" units="cm"/>
    </inkml:brush>
  </inkml:definitions>
  <inkml:trace contextRef="#ctx0" brushRef="#br0">21 2 13219,'2'-1'13187,"0"1"-11331,-4 0-632,0 0 121,1 0-1129,1 1-168,-2 4-48,1-2-272,-1 4-593,-3 3-975,0-1-2321,0 18-2248</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4"/>
    </inkml:context>
    <inkml:brush xml:id="br0">
      <inkml:brushProperty name="width" value="0.025" units="cm"/>
      <inkml:brushProperty name="height" value="0.025" units="cm"/>
    </inkml:brush>
  </inkml:definitions>
  <inkml:trace contextRef="#ctx0" brushRef="#br0">178 1 14491,'-4'6'4849,"-3"4"-1984,-7 5 111,-1 5-1343,-4 0-1113,0-1-520,1 2-568,-4 1-2489,-37 32-4785</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5"/>
    </inkml:context>
    <inkml:brush xml:id="br0">
      <inkml:brushProperty name="width" value="0.025" units="cm"/>
      <inkml:brushProperty name="height" value="0.025" units="cm"/>
    </inkml:brush>
  </inkml:definitions>
  <inkml:trace contextRef="#ctx0" brushRef="#br0">245 4 5641,'-4'-3'11478,"-3"3"-8999,-5 1-2367,1 0 0,1 0 0,-1 2 0,-1 0 0,2-1 0,0 1 0,-1 1 0,1 0 0,0 1 1,0 0-1,1 0 0,0 1 0,0 0 0,1 1 0,-15 12 0,17-13-90,-27 26 58,31-29-77,0 0 0,0 1 0,-1-1 0,2 0 0,-1 0 0,0 1 0,1-1 0,0 0 0,-1 6 0,2-9-2,-1 1 0,1 0-1,0-1 1,0 0-1,0 1 1,0 0 0,0-1-1,0 1 1,0-1 0,0 1-1,0-1 1,1 1 0,-1 0-1,0-1 1,0 0-1,0 1 1,0-1 0,1 1-1,-1-1 1,0 1 0,1-1-1,-1 1 1,1-1 0,-1 0-1,0 0 1,1 1 0,-1-1-1,1 1 1,0-1-1,-1 0 1,0 0 0,1 0-1,0 1 1,-1-1 0,1 0-1,-1 0 1,1 1 0,-1-1-1,1 0 1,0 0-1,-1 0 1,1 0 0,-1 0-1,1 0 1,0 0 0,-1 0-1,2-1 1,2 0 11,1 1 0,0-2 0,-1 2 0,9-5 0,12-5 17,0-2 0,-1-1-1,29-20 1,9-4 21,-60 35 1838,-9 5-1003,5-1-831,-1-1 1,1 0-1,0 1 1,1 0-1,-2-1 1,1 1-1,-2 2 1,2 0-26,0 0 1,1-1-1,-2 1 1,3 0-1,-2 0 0,1 0 1,0 0-1,1 0 1,-1 0-1,1 0 0,0 0 1,0 0-1,0 0 0,2 5 1,-2-6-219,2 0 1,-1 0-1,0 1 1,0-2-1,1 1 1,-1 0-1,1 0 1,3 4-1,-3-5-314,0 0 0,0 0-1,0 0 1,0-1 0,1 1 0,-1-1-1,0 1 1,0-1 0,1 0 0,0 1-1,5 0 1,36 7-7188</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6"/>
    </inkml:context>
    <inkml:brush xml:id="br0">
      <inkml:brushProperty name="width" value="0.025" units="cm"/>
      <inkml:brushProperty name="height" value="0.025" units="cm"/>
    </inkml:brush>
  </inkml:definitions>
  <inkml:trace contextRef="#ctx0" brushRef="#br0">428 1 8258,'1'0'429,"0"0"-1,0 0 1,-1 0 0,1 0-1,0 0 1,0 0 0,-1 0 0,1 1-1,0-1 1,0 0 0,-1 0 0,1 0-1,-1 0 1,1 1 0,-1-1 0,1 1-1,0-1 1,-1 0 0,1 1 0,-1 0-1,1-1 1,-1 1-325,0-1-1,0 1 1,0-1 0,0 0-1,0 0 1,0 1 0,0-1-1,-1 1 1,1-1 0,0 0-1,0 0 1,0 1 0,0-1 0,0 0-1,0 0 1,-1 0 0,1 1-1,0-1 1,-1 1 0,1-1-1,0 0 1,-1 0 0,1 0-1,0 0 1,0 0 0,-1 1-1,1-1 1,-1 0 0,1 0-1,0 0 1,0 0 0,-1 1-1,1-1 1,-1 0 0,1 0-1,-1 0 1,1 0 0,0 0-1,0 0 1,-1-1 0,-34 8 403,0-2 1,0-1-1,0-2 1,-40-1 0,48-3-494,19 1-11,0 0 0,0 0 0,-1 1 0,1 0 0,-1 1 0,1-1 0,-9 3 0,17-3-3,-1 0-1,1 0 0,-1 1 1,1-1-1,0 1 1,-1-1-1,1 0 1,0 0-1,0 1 0,0-1 1,0 1-1,0-1 1,0 0-1,0 1 0,0-1 1,-1 1-1,1-1 1,0 0-1,0 1 1,0-1-1,0 1 0,1-1 1,-1 0-1,0 1 1,0-1-1,0 1 0,0-1 1,0 0-1,0 1 1,0-1-1,1 1 1,-1-1-1,11 21 5,-6-12 3,-3-3-2,0 0 0,-1-1 0,0 0 1,-1 1-1,1-1 0,-1 1 0,0-1 0,-1 1 0,1 0 0,-3 5 0,-2 9 49,-11 27 0,12-38-35,-10 24 24,-21 35 0,19-40-42,-21 55 0,36-80-1,0 0-1,-1 0 1,2 0-1,0 0 1,-1 1-1,1-1 1,0 0-1,0 0 1,0 1 0,1-1-1,-1 0 1,2 4-1,-1-6 4,-1 0-1,1 1 1,0-1 0,0 0-1,-1 0 1,2 0-1,-1 1 1,-1-2 0,2 2-1,-1-2 1,0 2-1,1-2 1,-1 1-1,0 0 1,0-1 0,1 1-1,-1-1 1,1 1-1,-1 0 1,1-1 0,-1 0-1,1 1 1,-1-1-1,1 0 1,0 0 0,-1 1-1,1-1 1,-1-1-1,3 1 1,12-2 96,0 0 0,0-1 0,-1 0 0,1-1 0,22-9 0,-19 6 29,1 1 0,32-6 0,-52 12-281,11-2 775,-8-1-1543,-8 0-4073,-12-2-1123</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7"/>
    </inkml:context>
    <inkml:brush xml:id="br0">
      <inkml:brushProperty name="width" value="0.025" units="cm"/>
      <inkml:brushProperty name="height" value="0.025" units="cm"/>
    </inkml:brush>
  </inkml:definitions>
  <inkml:trace contextRef="#ctx0" brushRef="#br0">1 91 9130,'16'-13'6192,"-1"0"-3970,18-14-614,19-10 142,-61 45-1446,0 1-1,1 0 1,1 0 0,-1 1-1,2-1 1,0 1 0,-7 16 0,11-22-293,1 1 1,-1 0 0,1-1-1,0 1 1,0-1 0,0 2-1,1 4 1,0-8-175,0 0-1,1 0 1,-1 0 0,1 0 0,0 1 0,-1-1 0,0 0-1,2-1 1,-1 1 0,-1 0 0,2 0 0,-1 0-1,0-1 1,1 1 0,-1-1 0,0 1 0,2 0 0,2 1-1,-5-2-22,1-1-1,-1 1 0,0-1 0,1 0 0,0 0 0,-1 0 1,1 0-1,-1 0 0,1 0 0,-1 1 0,1-1 0,0 0 0,-1 0 1,0 0-1,1 0 0,0 0 0,-1 0 0,0 0 0,1-1 1,1 1-1,18-7-6236</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8"/>
    </inkml:context>
    <inkml:brush xml:id="br0">
      <inkml:brushProperty name="width" value="0.025" units="cm"/>
      <inkml:brushProperty name="height" value="0.025" units="cm"/>
    </inkml:brush>
  </inkml:definitions>
  <inkml:trace contextRef="#ctx0" brushRef="#br0">8 1 14043,'0'1'3921,"-2"1"-2705,0 0-344,2 0-376,0 4-352,-3-3-144,6-1-384,1 0-2664,13-4-3818</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09"/>
    </inkml:context>
    <inkml:brush xml:id="br0">
      <inkml:brushProperty name="width" value="0.025" units="cm"/>
      <inkml:brushProperty name="height" value="0.025" units="cm"/>
    </inkml:brush>
  </inkml:definitions>
  <inkml:trace contextRef="#ctx0" brushRef="#br0">30 0 10666,'3'5'3713,"-1"-2"-2041,4 2 585,-2 6-161,-1 3-199,-4 5-129,-5 3-416,0 0-543,-4 0-417,2-1-224,3-6-152,0 0-8,3-3-8,1-3-232,1-3-913,0-5-999,-4-13-7674</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0"/>
    </inkml:context>
    <inkml:brush xml:id="br0">
      <inkml:brushProperty name="width" value="0.025" units="cm"/>
      <inkml:brushProperty name="height" value="0.025" units="cm"/>
    </inkml:brush>
  </inkml:definitions>
  <inkml:trace contextRef="#ctx0" brushRef="#br0">0 20 10138,'1'0'6089,"5"-2"-4416,5-3-545,6 1-208,6 0-296,-2 4-248,1 0-223,-1 0-89,-3 5-64,2-3-289,1-2-1743,34-12-3849</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1"/>
    </inkml:context>
    <inkml:brush xml:id="br0">
      <inkml:brushProperty name="width" value="0.025" units="cm"/>
      <inkml:brushProperty name="height" value="0.025" units="cm"/>
    </inkml:brush>
  </inkml:definitions>
  <inkml:trace contextRef="#ctx0" brushRef="#br0">72 0 12979,'-1'5'3865,"-6"2"-2545,-2 9 472,-2 7-231,-3 5-481,2-1-184,4-3-328,-1-2-392,8 0-176,2-3-32,1-10-1288,3-1-3153,8-6-3329</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2"/>
    </inkml:context>
    <inkml:brush xml:id="br0">
      <inkml:brushProperty name="width" value="0.025" units="cm"/>
      <inkml:brushProperty name="height" value="0.025" units="cm"/>
    </inkml:brush>
  </inkml:definitions>
  <inkml:trace contextRef="#ctx0" brushRef="#br0">0 39 9490,'0'0'3860,"2"2"71,12 3-2247,-1-4-990,-1-1-1,0-1 0,0 0 0,0-1 0,0 0 0,21-6 0,-11 4-385,21-7-55,-28 7-186,0 0-1,0 1 1,1 0 0,23-1 0,-40 6 55,1-1 1,-1 1-1,1 0 0,0-1 0,-1 0 1,0 1-1,0-1 0,1 1 1,-2 1-1,-4 6 17,1 1 0,1-1 0,0 2-1,0-1 1,1-1 0,1 2 0,0-1 0,0 1 0,2-1 0,-1 1 0,2 15 0,4 9-187,2 0 1,11 37 0,-1-10 162,-16-59-112,0-1 0,-1 1 0,1 0 0,-1-1 0,0 1 0,0 0 0,0 0 0,0-1 1,0 1-1,-1 0 0,1-1 0,-1 1 0,0-1 0,0 1 0,0 0 0,0-1 0,0 1 0,-1-1 0,1 0 0,-2 0 0,2 1 0,-1-1 0,0 0 0,0 0 0,0 0 0,0 0 0,-1-1 0,0 1 0,1 0 0,-1-1 0,0 0 0,1 0 0,-1 1 0,0-2 0,0 2 0,0-2 1,0 1-1,0 0 0,-4-1 0,-66 4 28,51-4-46,1 0 1,-1 2 0,1 1 0,-35 7 0,112-17-6217,10-7 168</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3"/>
    </inkml:context>
    <inkml:brush xml:id="br0">
      <inkml:brushProperty name="width" value="0.025" units="cm"/>
      <inkml:brushProperty name="height" value="0.025" units="cm"/>
    </inkml:brush>
  </inkml:definitions>
  <inkml:trace contextRef="#ctx0" brushRef="#br0">0 13 10722,'2'-1'769,"0"0"-1,1 0 0,0-1 1,-1 1-1,0 0 0,1 0 1,-1 0-1,1 1 0,-1-1 0,1 0 1,0 1-1,0 0 0,-1-1 1,1 1-1,3 0 0,47 4 2998,-37-2-3556,8-1-117,-1 1 0,36-4 0,-18-4-7293,-56 9 1133</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4"/>
    </inkml:context>
    <inkml:brush xml:id="br0">
      <inkml:brushProperty name="width" value="0.025" units="cm"/>
      <inkml:brushProperty name="height" value="0.025" units="cm"/>
    </inkml:brush>
  </inkml:definitions>
  <inkml:trace contextRef="#ctx0" brushRef="#br0">0 40 14019,'2'0'5321,"1"-2"-4017,5 2 89,11-2 39,2-3-616,9-1-520,2-2-272,3 2-24,1 0-1416,53 2-5722</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5"/>
    </inkml:context>
    <inkml:brush xml:id="br0">
      <inkml:brushProperty name="width" value="0.025" units="cm"/>
      <inkml:brushProperty name="height" value="0.025" units="cm"/>
    </inkml:brush>
  </inkml:definitions>
  <inkml:trace contextRef="#ctx0" brushRef="#br0">181 25 7522,'2'-5'1961,"2"-9"3810,-4 14-5683,0 0 1,0-1 0,0 1-1,0 0 1,0 0-1,0-1 1,0 1 0,0 0-1,0 0 1,0 0 0,0 0-1,-1 0 1,1-1 0,0 1-1,0 0 1,0 0-1,0 0 1,0-1 0,0 1-1,0 0 1,0 0 0,0 0-1,0 0 1,0 0 0,0 0-1,-1 0 1,1 0-1,0 0 1,0-1 0,0 1-1,-1 0 1,1 0 0,0 0-1,0 0 1,-1 0 0,1 0-1,0 0 1,0 0 0,0 0-1,0 0 1,0 0-1,0 0 1,-1 0 0,1 0-1,0 0 1,0 0 0,-1 0-1,1 0 1,0 0 0,0 0-1,-1 0 1,1 0-1,0 0 1,0 1 0,0-1-1,0 0 1,0 0 0,0 0-1,0 0 1,0 0 0,-1 0-1,1 0 1,0 0 0,0 1-1,-7 3 319,1 0 0,-1 1 0,1 0-1,0 0 1,1 0 0,0 0 0,0 1 0,0 0-1,1 0 1,-7 11 0,0 3 160,2 1-1,-9 25 1,10-23-447,1 0-1,1 0 1,1 0 0,2 1 0,0-1 0,2 38 0,2-53-559,1 22 292,-2-30-81,0 1 0,0 0 0,0-1 0,0 2 0,-1-2 0,1 1 0,0 0 0,-1-1 0,1 1 0,-1 0 0,1-1 0,0 1 0,-1-1 0,-1 1 0,2 0-140,0-1-1,-1 1 1,0-1-1,1 0 1,-1 0-1,1 0 1,-1 0-1,1 0 1,-1 1-1,1-1 1,-1 0-1,0 0 1,0 0-1,1 0 1,0 0-1,-1 0 1,0-1-1,0 1 0,1 0 1,0 0-1,-1 0 1,-1 0-1,-22-9-8385</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6"/>
    </inkml:context>
    <inkml:brush xml:id="br0">
      <inkml:brushProperty name="width" value="0.025" units="cm"/>
      <inkml:brushProperty name="height" value="0.025" units="cm"/>
    </inkml:brush>
  </inkml:definitions>
  <inkml:trace contextRef="#ctx0" brushRef="#br0">1 33 12123,'7'-3'5209,"2"-2"-3721,16-4 120,6 2-263,7 4-553,9 3-192,-1-1-248,5 1-176,0 0-160,-3 0-16,-8 0-336,45-5-4473</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7"/>
    </inkml:context>
    <inkml:brush xml:id="br0">
      <inkml:brushProperty name="width" value="0.025" units="cm"/>
      <inkml:brushProperty name="height" value="0.025" units="cm"/>
    </inkml:brush>
  </inkml:definitions>
  <inkml:trace contextRef="#ctx0" brushRef="#br0">1 136 14187,'16'1'5521,"1"2"-3572,19 1-732,-16-4-832,-3 0-133,0 0 1,29-4-1,-42 4-239,0-1-1,0 0 1,1 0-1,-2 0 1,2-1 0,-2 1-1,1 0 1,0-1 0,0 0-1,-1 0 1,1-1-1,-1 1 1,1 0 0,-1-1-1,-1 0 1,4-3 0,-4 5-12,-1-1 1,-1 1 0,2-1 0,-1 1 0,-1-1 0,0 0-1,1 0 1,0 1 0,-1-1 0,1 1 0,-1-1 0,0 1-1,0-1 1,0 0 0,0 0 0,0 0 0,0 1 0,-1-3-1,-1 1 0,2 0-1,-2 1 0,1-2 1,-2 2-1,2-1 0,-1 0 1,0 1-1,0-1 0,-4-2 1,1 0-4,-1 0 1,0 1-1,0 0 1,0-1-1,-1 2 1,0-1-1,0 0 1,-9-1 0,14 3 13,-1 2 1,1-1 0,0 0 0,-1 1 0,0 0 0,1 0 0,-1-1 0,0 1 0,1 0 0,-1 0 0,1 1 0,0-1-1,-1 0 1,1 0 0,-1 1 0,0 0 0,1 0 0,-1 0 0,1-1 0,0 2 0,0-1 0,-1 0 0,1 0-1,1 1 1,-2-1 0,1 0 0,1 1 0,-1 0 0,-1 2 0,0-2 4,2 2 0,-1-2 0,0 1 0,1 0 0,0 0 0,-1 1 0,2-2 0,-1 2 0,0-1 0,1 0 0,0 0 0,0 1 0,0-1 0,0 0 0,0 0 0,0 1 0,1-1 0,0 0 0,2 5 0,0-1-148,0 0 1,0-1-1,1 0 1,0 0-1,1 0 1,-1 0-1,1 0 1,7 5-1,-9-8-427,2 0-1,-1 0 1,0 0-1,1 0 1,8 3-1,-9-4-251,0-1-1,0 0 1,0 0-1,0 0 1,0 0 0,0-1-1,0 1 1,6-1-1,43-5-7755</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8"/>
    </inkml:context>
    <inkml:brush xml:id="br0">
      <inkml:brushProperty name="width" value="0.025" units="cm"/>
      <inkml:brushProperty name="height" value="0.025" units="cm"/>
    </inkml:brush>
  </inkml:definitions>
  <inkml:trace contextRef="#ctx0" brushRef="#br0">1 28 7154,'7'-4'8996,"3"5"-4199,-9 0-4243,1-1 0,-1 1-1,1 0 1,-1 0 0,1 0-1,-1 0 1,1-1 0,-1 2 0,2 1-1,15 25 1049,-14-21-1551,1 1 1,-1 0 0,13 11 0,-16-18-76,1 0 1,-2-1 0,2 1 0,-1 0-1,1-1 1,-1 1 0,1-1-1,0 0 1,-1 1 0,1-1 0,-1 1-1,1-1 1,-1 0 0,2 0 0,-2 0-1,0 0 1,1 0 0,-1-1-1,1 1 1,0-1 0,0 1 0,-1 0-1,1-1 1,-1 1 0,3-2-1,8-3-416,-1 0 0,13-8 0,-17 9 196,58-35-162,-65 38 936,1 4-506,-1-1 0,1 0-1,0 0 1,0 0 0,0 0 0,0 0 0,3 4 0,1-1-139,1-1 1,-1 0 0,1 0-1,0 0 1,1 0 0,0-1 0,-1 1-1,1-2 1,11 4 0,-14-4-42,-1-2 0,1 1 1,-1-1-1,1 1 0,0-1 1,0 0-1,-1 0 0,1 0 0,0-1 1,-1 0-1,0 1 0,1-1 1,0 0-1,-1 0 0,0 0 1,0-1-1,1 1 0,-1-1 1,0 1-1,0-1 0,0 0 1,3-3-1,1-1 54,0-1 1,0 0-1,9-11 0,-13 14 460,-1 1 0,0-1-1,0 1 1,1-1 0,-2 0-1,1 0 1,0 0-1,-2 0 1,2 0 0,-1-5-1,-1 16 1251,-1-5-1814,0 0 1,0 0 0,1 1-1,0-1 1,0 0 0,0 6-1,1-7-205,-1 1 0,1-1 1,0 0-1,-1 1 0,1 0 0,0-1 0,0 1 0,0-1 0,0 1 0,0-1 0,0 0 0,1 1 0,-1-1 0,0 0 0,0 0 0,3 1 0,26 17-4875</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19"/>
    </inkml:context>
    <inkml:brush xml:id="br0">
      <inkml:brushProperty name="width" value="0.025" units="cm"/>
      <inkml:brushProperty name="height" value="0.025" units="cm"/>
    </inkml:brush>
  </inkml:definitions>
  <inkml:trace contextRef="#ctx0" brushRef="#br0">127 1 9354,'3'9'9112,"-8"10"-7187,4-14-649,-24 83 3420,10-37-4183,-12 79 0,24-102-691,-3 26 157,5-49-629,0 0-1,0 0 1,-2 1-1,1-1 1,0-1-1,0 2 1,-5 4-1,6-9 236,1 0-74,-1 0 0,1-1 0,-1 1 1,0 0-1,1 0 0,-1 0 0,0-1 0,0 0 0,1 1 0,-1 0 0,0-1 0,0 1 1,0-1-1,-1 1 0,-13 1-5499</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0"/>
    </inkml:context>
    <inkml:brush xml:id="br0">
      <inkml:brushProperty name="width" value="0.025" units="cm"/>
      <inkml:brushProperty name="height" value="0.025" units="cm"/>
    </inkml:brush>
  </inkml:definitions>
  <inkml:trace contextRef="#ctx0" brushRef="#br0">0 11 12771,'2'-1'593,"0"0"0,-1 0 1,1 0-1,0 0 1,0 0-1,0 1 0,0-1 1,0 0-1,-1 1 0,2 0 1,-1 0-1,4-1 0,28 1 1061,-23 0-912,23-1 160,-20 1-692,0-1 0,0 2 0,0-1 0,17 4 0,-30-4-200,0 0 1,0 1-1,0-1 0,0 1 0,0-1 1,0 0-1,0 0 0,-1 1 0,2 0 1,-1-1-1,-1 1 0,1-1 1,0 1-1,0 0 0,-1-1 0,0 1 1,1 0-1,0-1 0,-1 1 0,0 0 1,1 0-1,0 1 0,0 0 68,-1 0 0,0 0 0,0 0 0,0 0 0,0 0 0,0 0 0,0 0 0,0 0 0,-1 3 0,-1 2 202,0 0 1,-1 0 0,0 0-1,-7 10 1,8-14-256,0 1 1,0-1-1,-1 0 0,1 1 1,-1-2-1,1 2 0,-1-2 0,0 1 1,-1-1-1,1 1 0,-1 0 1,1-1-1,-1 0 0,0 0 1,1-1-1,-1 1 0,0 0 0,0-1 1,-1 0-1,2 0 0,-2 0 1,1-1-1,-1 1 0,1 0 0,0-1 1,-5 0-1,4 0-68,1 0 0,-1 0 1,-1-1-1,2 0 0,-1 1 0,0-1 1,0 0-1,1-1 0,-1 1 0,0 0 0,1-1 1,-8-5-1,11 7-53,1 0 0,-1 0 0,1 0 0,0-1 0,0 1 0,-1 0 0,1-1 0,-1 1 0,1 0 1,0-1-1,-1 1 0,1-1 0,0 1 0,0 0 0,0-1 0,0 1 0,0-1 0,0 1 0,-1 0 0,1-1 0,0 1 0,0-1 0,1 0-206,-1 0 0,0 1 0,0-1 0,0 0 0,1 1 0,0-1 0,-1 1 0,1-1-1,-1 0 1,0 1 0,1 0 0,0-1 0,0 1 0,-1-1 0,1 1 0,0 0 0,1-2 0,25-10-6437</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1"/>
    </inkml:context>
    <inkml:brush xml:id="br0">
      <inkml:brushProperty name="width" value="0.025" units="cm"/>
      <inkml:brushProperty name="height" value="0.025" units="cm"/>
    </inkml:brush>
  </inkml:definitions>
  <inkml:trace contextRef="#ctx0" brushRef="#br0">1 12 1016,'1'-2'16652,"3"1"-11411,-2-2-1576,-1 0-1249,-1 1-823,0 1-665,-1 1-256,1 1-672,0 5-152,1 0-328,1 5-1033,-2 0-1151,-2 3-3473,-1 14-6714</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2"/>
    </inkml:context>
    <inkml:brush xml:id="br0">
      <inkml:brushProperty name="width" value="0.025" units="cm"/>
      <inkml:brushProperty name="height" value="0.025" units="cm"/>
    </inkml:brush>
  </inkml:definitions>
  <inkml:trace contextRef="#ctx0" brushRef="#br0">190 0 16243,'0'0'6538,"-3"5"-3906,-3 3 9,-1 1-977,-1 6-1016,1 4-415,-1 1-233,-2 8-168,-4 2-1217,-8 3-2592,-82 64-4648</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4"/>
    </inkml:context>
    <inkml:brush xml:id="br0">
      <inkml:brushProperty name="width" value="0.025" units="cm"/>
      <inkml:brushProperty name="height" value="0.025" units="cm"/>
    </inkml:brush>
  </inkml:definitions>
  <inkml:trace contextRef="#ctx0" brushRef="#br0">69 1 3865,'0'0'377,"0"1"0,0-1 0,1 0 0,-1 1 0,0-1-1,0 1 1,0-1 0,0 0 0,0 0 0,0 1 0,0 0 0,0-1 0,0 0 0,0 0 0,0 1 0,0 0 0,0-1 0,-1 0 0,1 0 0,0 1-1,0-1 1,-1 1 0,1-1 0,0 0 0,-1 0 0,1 1 0,-12 13 5298,6-6-4105,-2 9-760,1 1 1,1 0-1,1-1 0,-3 22 0,6-29-664,-3 8-54,4-13-112,-2 1 0,2 0 0,0 0 0,0 0 0,0 0 0,1 0 0,0 0 0,0 0 0,3 11 0,-3-17-66,0 0-1,0 0 0,0 1 1,0-1-1,0 0 1,0 0-1,0 1 1,0-1-1,1 0 1,-1 0-1,0 0 0,0 0 1,0 0-1,0 0 1,0 0-1,0 0 1,0 0-1,0 1 1,0-1-1,1 0 1,-1 0-1,0 0 0,0 0 1,0 0-1,1 0 1,-1 0-1,0 0 1,0 0-1,1 0 1,-1 0-1,0 0 0,0 0 1,0 0-1,0 0 1,0 0-1,0 0 1,1 0-1,-1 0 1,0 0-1,0 0 1,1 0-1,-1 0 0,8-9-5977,4-15-1172</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5"/>
    </inkml:context>
    <inkml:brush xml:id="br0">
      <inkml:brushProperty name="width" value="0.025" units="cm"/>
      <inkml:brushProperty name="height" value="0.025" units="cm"/>
    </inkml:brush>
  </inkml:definitions>
  <inkml:trace contextRef="#ctx0" brushRef="#br0">9 1 3737,'5'0'11722,"-10"3"-9321,2-2-265,1 2-583,0 0-441,1-1-400,1 0-280,1 0-424,1-1-8,0 1-200,1-1-1448,1-1-3529,17 0-5554</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6"/>
    </inkml:context>
    <inkml:brush xml:id="br0">
      <inkml:brushProperty name="width" value="0.025" units="cm"/>
      <inkml:brushProperty name="height" value="0.025" units="cm"/>
    </inkml:brush>
  </inkml:definitions>
  <inkml:trace contextRef="#ctx0" brushRef="#br0">362 90 3625,'1'-6'8038,"-7"-3"-4369,-11-6-1936,13 12-849,-4-4-359,0 0-1,-1 0 1,-1 2 0,1-1-1,-1 0 1,-18-6 0,24 11-486,0-1 0,0 2 1,0-1-1,0 0 0,0 1 0,1-1 1,-2 1-1,1 0 0,0 0 0,0 0 1,0 1-1,0-1 0,0 1 0,0 0 1,0 0-1,0 0 0,0 1 1,0-1-1,1 1 0,-1-1 0,1 1 1,-6 4-1,3-1-21,-1 1 0,1-1 0,0 1 0,1 0 0,-1-1-1,2 2 1,-1 0 0,1-1 0,-1 1 0,-2 10 0,-3 8 211,-10 44 0,15-54-119,-10 50 266,3 1-1,3-1 1,1 87-1,6-93 428,-14 76 0,16-132-1297,1-9-1238,5-14-4053,-3-8 129</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7"/>
    </inkml:context>
    <inkml:brush xml:id="br0">
      <inkml:brushProperty name="width" value="0.025" units="cm"/>
      <inkml:brushProperty name="height" value="0.025" units="cm"/>
    </inkml:brush>
  </inkml:definitions>
  <inkml:trace contextRef="#ctx0" brushRef="#br0">1 21 4225,'0'2'734,"0"-1"-1,0 0 1,0 0-1,0 0 1,0 1 0,1-1-1,-1 0 1,0 0-1,1 1 1,-1-1 0,1 0-1,0 0 1,-1 0 0,3 2-1,-3-2-324,2 0 0,-1 0 0,-1-1 0,2 1 0,-1 0 0,0-1 0,0 0 0,0 1 0,0 0 0,0-1 0,0 0 0,1 0-1,-2 0 1,3 1 0,5-1 159,-2 0 0,2-1-1,-1 1 1,-1-1 0,10-2-1,13-2-316,-7 6-176,-18-1-205,0 0 0,0 0 1,0 0-1,0 0 0,0 0 0,4-1 1,-5 0-635,0 0 0,1 0 0,-1 0 0,0 0 0,0-1 0,3-1 0,37-25-7921</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8"/>
    </inkml:context>
    <inkml:brush xml:id="br0">
      <inkml:brushProperty name="width" value="0.025" units="cm"/>
      <inkml:brushProperty name="height" value="0.025" units="cm"/>
    </inkml:brush>
  </inkml:definitions>
  <inkml:trace contextRef="#ctx0" brushRef="#br0">197 0 224,'43'1'4077,"-28"1"-1291,-15-2-2633,0 0 0,0 0 0,-1 0 0,1 0 0,0 0 153,0 0-153,0 0 1,0 0-1,0 0 0,0 0 0,0 0 0,0 0 0,0 1 0,0-1 0,0 0 0,0 0 0,0 0 0,0 0 0,0 0 1,0 0-1,0 1 0,0-1 0,0 0 0,0 0 0,0 0 0,0 0 0,0 0 0,0 0 0,0 0 0,0 0 0,0 0 1,0 0-1,0 0 0,0 0 0,0 0 0,0 0 0,0 0 0,0 0 0,0 1 0,0-1 153,0 0-153,0 0 1,1 0-1,-1 0 0,0 0 0,0 0 0,0 0 0,0 0 0,0 0 0,0 0 0,0 0 0,1 0 0,-1 0 0,0 1 1,0-1-1,0 0 0,0 0 0,0 0 0,0 0 0,1 0 0,-1 0 0,0-1 0,0 1 0,-4 3 319,-26 12 2143,-35 25 0,54-32-2477,2 0 1,-1 1-1,1-1 0,0 1 0,1 0 1,-12 19-1,5-4 113,2 0 0,0 2 0,-12 40 0,21-53-164,0 1 1,1-1-1,1 0 0,0 1 1,2 0-1,-1 0 0,2-1 1,-1 1-1,5 14 1,-4-24-38,1 2 1,-1-1 0,2-1 0,-2 1 0,2 0 0,-1 0 0,1-1 0,0 0 0,1 1 0,0-1 0,-1 0 0,1 0 0,0 0 0,0-1 0,1 0 0,-1 1 0,1-1-1,0-1 1,0 1 0,0 0 0,0-1 0,1 0 0,-1 0 0,12 2 0,-15-4-290,0 0-1,0 0 1,0 1-1,0-2 1,-1 1-1,1 0 1,0 0-1,0 0 1,0 0-1,3-2 1,13-8-6601,13-11-6560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29"/>
    </inkml:context>
    <inkml:brush xml:id="br0">
      <inkml:brushProperty name="width" value="0.025" units="cm"/>
      <inkml:brushProperty name="height" value="0.025" units="cm"/>
    </inkml:brush>
  </inkml:definitions>
  <inkml:trace contextRef="#ctx0" brushRef="#br0">452 1 4585,'-3'2'1057,"1"0"0,-1 0 0,0-1 0,0 1 0,1-1 0,-1 1 0,-4 0 0,-25 6 3631,15-7-3181,-33-2 0,31 1-1116,-86-8 288,59 4-643,-55 1 0,97 3-37,2 0 3,0 0-1,1 0 0,-2 0 0,2 1 0,-1-1 0,0 0 0,1 1 1,-2-1-1,2 0 0,-1 1 0,0-1 0,-2 3 0,16 15 650,-6-5-251,0 0-1,-2 1 1,0 0-1,2 16 1,-3-15-296,1 4-4,-2-1 0,0 0 0,-2 0-1,0 1 1,-4 17 0,-22 91 525,24-117-602,-3 6 74,-12 25 0,12-26 35,-10 29-1,15-44-123,0 0 0,0 0-1,0 0 1,-1 0 0,1 0 0,0 1-1,0-1 1,0 0 0,0 0-1,0 1 1,0-1 0,0 0 0,1 0-1,-1 0 1,0 0 0,0 0-1,0 0 1,0 1 0,0-1 0,0 0-1,0 0 1,0 1 0,0-1-1,0 0 1,0 0 0,0 0-1,0 0 1,1 0 0,-1 0 0,0 0-1,0 0 1,0 0 0,1 0-1,-1 1 1,0-1 0,0 0 0,1 0-1,-1 0 1,12-1 461,16-8 521,-22 7-763,71-29 717,27-7-370,-104 38-576,-1 0-1,1 0 1,0 0-1,0 0 1,0 0-1,0 0 1,0 0-1,0 0 1,0 0-1,0 1 1,-1-1 0,1 0-1,0 0 1,0 0-1,0 0 1,0 0-1,0 0 1,0 0-1,0 0 1,0 0-1,0 0 1,0 1-1,0-1 1,0 0 0,0 0-1,0 0 1,0 0-1,0 0 1,0 0-1,0 0 1,0 0-1,0 0 1,0 0-1,0 0 1,0 0-1,0 0 1,0 0 0,0 0-1,0 0 1,0 0-1,0 1 1,0-1-1,0 0 1,0 0-1,0 0 1,0 0-1,0 0 1,0 0-1,0 0 1,0 0 0,0 0-1,1 0 1,-1 0-1,0 1 1,0-1-1,0 0 1,0 0-1,0 0 1,0 0-1,0 0 1,0 0-1,1 0 1,-1 0 0,0 0-1,0 0 1,0 0-1,0 0 1,0 0-1,0 0-153,0 0-1,0 0 1,0 0-1,-1 0 1,1 0-1,0 0 1,0 0-1,0 0 1,0 1-1,0-1 1,0 0-1,0 0 1,0 0-1,-1 1 1,1-1-1,0 0 1,0 0-1,0 0 1,0 0-1,0 0 1,0 0-1,0 0 1,0 1-1,0-1 1,0 0-1,0 0 1,0 0-1,1 1 1,-1-1-1,0 0 1,0 0-1,0 0 1,0 0-1,0 0 1,0 0-1,0 0 1,1 0-1,-1 1 1,8-1-5708</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0"/>
    </inkml:context>
    <inkml:brush xml:id="br0">
      <inkml:brushProperty name="width" value="0.025" units="cm"/>
      <inkml:brushProperty name="height" value="0.025" units="cm"/>
    </inkml:brush>
  </inkml:definitions>
  <inkml:trace contextRef="#ctx0" brushRef="#br0">1 84 3721,'7'-9'11802,"18"-18"-7638,1-3-2677,-13 13 730,-13 16-2131,-7 11 434,1 0-366,1-3-108,-1 0 0,2 0 0,0 1 1,-5 14-1,8-20-47,0-1 0,1 0 1,0 1-1,-1-1 0,1 0 1,0 1-1,0-1 0,0 0 1,0 1-1,0-1 0,0 0 1,1 1-1,-1-1 0,1 0 1,-1 0-1,1 1 0,-1-1 0,1 0 1,0 1-1,0-1 0,-1 0 1,1 0-1,0 0 0,0 0 1,0 0-1,0 0 0,0 0 1,1 0-1,-2 0 0,2-1 1,-1 1-1,1 0 0,-1-1 1,0 1-1,1-1 0,-1 1 1,2 0-1,-1-1-56,1 1 1,-1 0 0,1-1-1,-1 0 1,0 0-1,0 0 1,0 1-1,1-1 1,0-1 0,-1 1-1,0 0 1,0 0-1,5-2 1,-3 0-528,0 1 1,0-1 0,-1 0 0,1 0-1,0 0 1,0-1 0,-1 0-1,2-3 1,30-24-4938</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1"/>
    </inkml:context>
    <inkml:brush xml:id="br0">
      <inkml:brushProperty name="width" value="0.025" units="cm"/>
      <inkml:brushProperty name="height" value="0.025" units="cm"/>
    </inkml:brush>
  </inkml:definitions>
  <inkml:trace contextRef="#ctx0" brushRef="#br0">25 12 3865,'-7'-3'11034,"4"1"-6473,-4 0-2096,4-3-665,2 5-832,-2 0-568,2 0-304,2 3-96,-1 1-96,0 1-504,3 1-1808,1 14-3466</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2"/>
    </inkml:context>
    <inkml:brush xml:id="br0">
      <inkml:brushProperty name="width" value="0.025" units="cm"/>
      <inkml:brushProperty name="height" value="0.025" units="cm"/>
    </inkml:brush>
  </inkml:definitions>
  <inkml:trace contextRef="#ctx0" brushRef="#br0">1 0 2961,'0'4'439,"0"-1"602,-1-1 0,1 1 0,1-1 0,-1 1 0,0 0 0,0-1 0,1 1 0,1 3 0,-1-6-715,-1 2-1,1-2 0,0 1 1,-1 0-1,1-1 0,0 1 1,0 0-1,-1-1 1,2 1-1,-1 0 0,-1-1 1,1 1-1,1 0 0,13 3-456,10 0 608,0-3 1,0 1-1,0-2 1,44-4-1,-35 1-377,-27 3-42,120-10-57,-105 6 470,1 1 1,0-2 0,31-10 0,-45 12 1327,-14 8 104,-8 5-1492,9-4-328,0 1 1,1-1-1,-1 0 1,1 1-1,1-1 1,-1 2-1,1-2 1,1 1-1,-1 7 1,-6 16 220,-20 97 650,20-81-261,-25 72 0,16-62-175,16-55-401,-6-6-9,1-1-1,-1 1 1,0 0-1,-1 1 1,0 0-1,1 1 1,-2-1 0,1 1-1,-1 0 1,1 0-1,-18-2 1,15 4-113,-1-1 0,-1 2 1,1 0-1,0 0 0,0 0 1,-1 2-1,2 0 0,-15 3 0,26-5 1,-1 0 0,1 0 0,0 0-1,0 0 1,0 0 0,-1 0 0,1 0 0,0 0-1,0 0 1,0 0 0,-1 0 0,1 0 0,0 0-1,0 0 1,0 0 0,0 0 0,0 0 0,0 1-1,0-1 1,0 0 0,0 0 0,0 0 0,0 0-1,-1 0 1,1 0 0,0 0 0,0 0 0,0 0-1,0 0 1,0 0 0,0 1 0,0-1-1,0 0 1,0 0 0,0 0 0,0 1 0,0-1-1,0 0 1,0 0 0,0 0 0,0 0 0,0 0-1,0 0 1,0 0 0,0 0 0,0 0 0,0 1-1,0-1 1,0 0 0,0 0 0,9 6-193,16 4-601,-21-8 572,28 3-2912,1-5-2780,49-11-11523</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3"/>
    </inkml:context>
    <inkml:brush xml:id="br0">
      <inkml:brushProperty name="width" value="0.025" units="cm"/>
      <inkml:brushProperty name="height" value="0.025" units="cm"/>
    </inkml:brush>
  </inkml:definitions>
  <inkml:trace contextRef="#ctx0" brushRef="#br0">169 10 3937,'-1'-5'7876,"1"5"-7607,-1 0 0,1 0 0,0-1 0,0 1 1,-1-1-1,1 1 0,0 0 0,0 0 0,0 0 0,0-1 1,-1 1-1,1 0 0,-1-1 0,1 1 0,0 0 0,-1 0 0,1 0 1,0 0-1,0 0 0,-1 0 0,1 0 0,-1 0 0,1 0 1,-1-1-1,1 1 0,0 0 0,0 0 0,-1 0 0,1 0 1,-1 0-1,1 1 0,0-1 0,-26 16 404,17-11-662,-1 2 0,1-1 0,-14 13-1,14-8-14,-1 0 0,1 0-1,1 0 1,1 1 0,-1 0-1,-7 21 1,11-25-5,1-1 0,1 2-1,0-1 1,0 0 0,1 1 0,1-1-1,-1 1 1,1 0 0,1-1-1,-1 1 1,6 14 0,-6-21 15,1 1 1,0-1-1,0 1 0,1 0 1,-1-1-1,1 1 0,-1-1 1,1 0-1,0 1 1,0-1-1,3 3 0,-4-5-3,0 1 0,0 0-1,0-1 1,0 1 0,0 0 0,0-1-1,0 0 1,0 0 0,1 1-1,-1-1 1,0 1 0,0-1-1,0 0 1,1 0 0,-1 0-1,0 0 1,0 0 0,0 0 0,1 0-1,-1-1 1,0 1 0,0 0-1,0-1 1,0 1 0,0 0-1,1-1 1,-2 0 0,2 1-1,-1 0 1,-1-1 0,2 0 0,0-1-1,10-8 1,0-1-1,-1 0 0,-1 0 0,1-1 1,-3 0-1,1-1 0,-1 1 1,0-1-1,-2-1 0,1 0 0,-2 0 1,0 1-1,5-29 0,-11 2 71,-1 25 297,2 15-281,-1 0 0,1 0 0,0 0 0,0 0 0,0 0 0,0 0 1,0 0-1,0 0 0,0 0 0,0 0 0,0 0 0,0 0 0,0 0 0,0 0 0,1 28 617,3 2 1,0-1-1,18 55 0,-21-78-655,1-1 0,0 0 0,0 0 0,0 0 1,1 0-1,0 0 0,0-1 0,1 1 0,3 4 0,-5-7-41,0-1 0,-1 0 0,2 0 1,-2 1-1,1-2 0,1 2 0,-2-2 0,1 2 0,1-2 0,-1 1 0,0 0 0,0-1 1,0 1-1,1-1 0,-1 1 0,0-1 0,0 0 0,0 0 0,1 0 0,0 0 0,-1-1 1,0 1-1,0-1 0,1 1 0,-1-1 0,4-1 0,5-3-25,1 0 0,-1-1 0,0-1 1,-1 1-1,0-2 0,11-9 0,7-5-557,14-4-1859,27-11-2841</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4"/>
    </inkml:context>
    <inkml:brush xml:id="br0">
      <inkml:brushProperty name="width" value="0.025" units="cm"/>
      <inkml:brushProperty name="height" value="0.025" units="cm"/>
    </inkml:brush>
  </inkml:definitions>
  <inkml:trace contextRef="#ctx0" brushRef="#br0">197 34 6513,'0'1'164,"0"-1"0,0 0 0,0 1-1,1-1 1,-1 0 0,0 0 0,1 0-1,-1 0 1,1 0 0,-1 1 0,0-1-1,0 0 1,1 0 0,-1 0 0,1 0-1,-1 0 1,1 0 0,-1 0 0,0 0-1,0 0 1,1 0 0,-1 0 0,1 0-1,-1 0 1,1 0 0,-1 0 0,0 0-1,0 0 1,1-1 0,-1 1 0,1 0-1,-1 0 1,1 0 0,-1 0 0,0 0-1,0-1 1,0 1 0,1 0 0,-1-1-1,0 1 1,0 0 0,1 0 0,-1 0-1,0-1 1,0 1 0,0-1 0,0 1-1,1-1 30,0 0-1,-1 0 0,1 0 0,-1 0 1,0 0-1,0 0 0,1 0 0,-1 0 0,0 0 1,0 0-1,0 0 0,0 0 0,0 0 0,0 0 1,0 0-1,-1-1 0,1 1-112,0 0 0,-1 0 0,1 1 0,-1-1 0,0 1-1,1-1 1,0 0 0,-1 1 0,0-1 0,1 0 0,-1 1 0,0-1 0,0 0-1,1 1 1,-1 0 0,-1-1 0,2 1 0,-1-1 0,0 1 0,0 0 0,0 0 0,0-1-1,0 1 1,-1 0 0,0 0-18,-1 0-1,1 0 0,-1 0 1,1 1-1,-1-1 0,0 1 1,1 0-1,0-1 1,-3 2-1,-5 3-32,0-1 0,0 2-1,-10 6 1,20-12-25,-12 8-1,1 1 0,0 0 1,0 1-1,1-1 0,-17 22 0,23-24-29,-1-1 0,1 2 0,-1-1 0,3 0 0,-2 0 0,2 1 0,-1-1 0,1 1 0,0 0 0,1 0 0,0 11 0,0-13 43,2 1-1,-1 0 1,1 0 0,0-1 0,0 1 0,2 0 0,3 9 0,-6-14-7,1-1 1,0 0-1,0 1 0,0 0 0,0-1 1,0 0-1,1 1 0,-1-1 0,0 0 0,0 0 1,1 0-1,-1 0 0,2 0 0,-2 0 1,1-1-1,-1 2 0,1-2 0,0 1 1,0-1-1,-1 1 0,2-1 0,-2 0 1,1 1-1,0-1 0,0 0 0,0 0 1,0 0-1,0 0 0,-1 0 0,2 0 1,-2-1-1,1 1 0,0 0 0,0-1 0,3-1 1,-2 1-1,-1 0 1,1-1-1,0 0 1,0 1-1,-1-1 0,1 0 1,-1 0-1,0 0 1,0 0-1,1 0 1,-1 0-1,-1-1 1,1 1-1,0-1 1,-1 1-1,0-1 0,1 0 1,-2 1-1,3-5 1,0-6 73,1 1 1,1-23-1,-4 23 593,-1 0 0,-2-20-1,14 72-522,-9-28 37,1 1 0,0 0 0,2-1 0,-1 0 1,11 16-1,-14-25-152,0-1 0,0 1 1,1 0-1,-1-1 0,1 0 1,-1 1-1,1-1 0,0 0 1,0 0-1,1-1 0,-1 1 0,0-1 1,0 1-1,0-1 0,1 0 1,0 0-1,-1 0 0,1 0 1,0-1-1,0 0 0,-1 1 1,1-1-1,0 0 0,-1 0 0,1-1 1,5 0-1,13-5 74,-3 0-1119,-8 5-2613,-2 4-4126</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5"/>
    </inkml:context>
    <inkml:brush xml:id="br0">
      <inkml:brushProperty name="width" value="0.025" units="cm"/>
      <inkml:brushProperty name="height" value="0.025" units="cm"/>
    </inkml:brush>
  </inkml:definitions>
  <inkml:trace contextRef="#ctx0" brushRef="#br0">16 107 6201,'-1'0'357,"0"0"-1,1 0 1,-1 0-1,0-1 1,0 1-1,1 0 1,0-1-1,-1 1 1,0 0 0,0 0-1,1-1 1,0 0-1,-1 1 1,0 0-1,1-1 1,-1 1-1,1-1 1,0 1-1,0-1 1,-1 0-1,1 1 1,-1 0-1,1-1 1,0 0-1,-1 1 1,1-1-1,0 0 1,0 1-1,0-2 1,0 2-56,0-2-1,-1 1 1,1 0-1,0 0 1,0-1 0,0 1-1,0 0 1,0 0-1,1 0 1,-1-1 0,0 1-1,0 0 1,1 0-1,0-2 1,1 1-273,32-39 137,-31 37-169,0 1-1,1 0 0,-1 1 1,0-1-1,1 0 1,0 1-1,0 0 0,-1 0 1,2 0-1,5-2 1,-9 4 4,-1 0 0,1 0 0,-1 0 0,0 0 0,1 0 0,-1 1 0,1-1 0,-1 0 0,0 0 0,0 0 0,1 0 0,-1 0 0,1 1 0,-1-1 0,1 0 0,-1 1 0,0-1 0,0 0 0,0 0 0,1 1 0,-1-1 0,0 1 0,1-1 0,-1 0 0,0 0 0,1 1 0,-1-1 0,0 1 0,0-1 0,0 0 0,0 1 0,0 0 0,4 17 47,-2-14-45,6 47 10,-6-38 0,0 1-1,1-1 0,1 0 0,10 25 0,-12-34-7,0 0-1,1 0 0,-1-1 0,1 1 1,1-1-1,-1 1 0,1-1 0,-1 0 1,0 0-1,2-1 0,-1 1 0,-1 0 1,2-1-1,-1 0 0,1 0 0,-1 0 1,0 0-1,2-1 0,6 2 0,-5-2 13,-1 0-1,1 0 1,0-1-1,-1 0 1,1 0-1,8-1 1,-11 1-11,-1-1 0,0 1 0,-1-1 0,1 1 1,0-1-1,0 0 0,0 0 0,0 0 0,-1-1 0,1 1 0,0 0 0,-1-1 1,0 0-1,1 0 0,1-2 0,-3 3 6,0 0-1,0 1 1,-1 0 0,0-1-1,0 1 1,1-1 0,-1 0-1,0 1 1,1-1 0,-1 0-1,0 0 1,0 0 0,1 1-1,-1-1 1,0 0 0,0 1-1,0-1 1,0 0 0,-1 1-1,1-2 1,-1 0 0,1 2-4,0 0 0,-1 0 0,1 0 0,0-1 0,0 1 1,0 0-1,0 0 0,-1-1 0,1 1 0,-1 0 0,1 0 0,-1 0 1,1 0-1,0 0 0,0 0 0,0 0 0,-1 0 0,1 0 0,-1 0 1,1 0-1,0 0 0,0 0 0,-1 0 0,1 0 0,-1 0 0,1 0 1,-1 0-1,1 0 0,0 0 0,0 0 0,-1 0 0,1 0 0,-1 0 1,1 0-1,0 1 0,-1-1 0,1 0 0,0 1 0,0-1 0,0 0 1,-1 0-1,1 0 0,0 1 0,0-1 0,-1 0 0,1 1 0,0-1 0,-4 3-21,1 0 0,1 0 0,-1 0 0,0 0 0,1 1 0,0-1 0,0 1 0,0-1 0,0 1 0,1 0 0,0-1 0,-1 1 0,2 0 0,-1 0 0,0 0 0,0 0 0,1 0 0,0 0 0,0 0 0,1 0 0,0 0 0,0 0 0,-1 0 0,4 7 0,-1-5 8,0 0 0,1-1 0,-1 1 0,1 0 0,0-1 0,0 1 0,1-1 0,0 0 0,0 0 0,1-1 0,-1 0 0,1 0 0,0 0 0,9 5 0,-5-5 3,-5-2 5,0 0 1,-2 0-1,2 0 0,-1 1 0,7 4 0,-11-6 3,0-1 1,1 1 0,0 0-1,-1-1 1,1 1 0,-1 0-1,1-1 1,0 1-1,-1 0 1,0 0 0,0 0-1,0-1 1,1 1 0,-1 0-1,0 0 1,0-1 0,0 2-1,0-2 1,0 1-1,0 0 1,0 0 0,0 0-1,0 0 1,-1 0 0,1-1-1,0 1 1,0 0 0,0 0-1,-1 0 1,0-1 0,1 1-1,-1 0 1,1-1-1,-2 2 1,-5 7 144,-1-1 1,0-1-1,-1 0 1,1 0-1,-2 0 0,0-1 1,1 0-1,-2 0 0,1-1 1,0-1-1,-1 0 0,0 0 1,-1 0-1,1-1 1,-16 2-1,25-5-122,1 0 1,0 0-1,-1 0 0,1 0 0,-1 0 1,0-1-1,0 1 0,1 0 1,-1 0-1,1-1 0,-1 0 1,1 1-1,0-1 0,0 0 0,-1 1 1,1-1-1,0 0 0,0 0 1,-1 1-1,1-1 0,0 0 1,0-1-1,0 2 0,0-2 1,0 1-1,0 0 0,1-1 0,-2 0 1,2 2-30,-1 35-2691,-3-8-1909,-8 33-3468</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27.036"/>
    </inkml:context>
    <inkml:brush xml:id="br0">
      <inkml:brushProperty name="width" value="0.025" units="cm"/>
      <inkml:brushProperty name="height" value="0.025" units="cm"/>
    </inkml:brush>
  </inkml:definitions>
  <inkml:trace contextRef="#ctx0" brushRef="#br0">32 144 2256,'-4'-17'6007,"-8"-5"-2923,0 0 556,8 15 985,5 7-4569,-1 0 0,0 0 0,0 0 0,0 0 0,0 0 0,1 0 1,-1 0-1,0 0 0,1 0 0,-1 0 0,1 0 0,-1 0 0,0 0 0,0 0 0,0 0 0,1 0 0,-1 0 0,0 0 0,1 0 0,-1 0 0,0 0 0,1 0 0,-1 0 0,0 0 0,0 0 0,0-1 1,0 1-1,1 0 0,-1 0 0,0-1 0,0 1 0,1 0 0,-1 0 0,0 0 0,0-1 0,12-6-7,0 0 1,20-9-1,1 1-38,-27 11-6,-1 1 1,1-1 0,0 2 0,1-1 0,0 1-1,-1 0 1,1 0 0,0 0 0,-1 1-1,2 0 1,9 0 0,-16 1-6,0 1-1,0-1 1,1 0-1,-1 0 1,0 1-1,0 0 1,0-1 0,0 1-1,0 0 1,0-1-1,0 1 1,0 0-1,-1-1 1,2 1 0,-1 0-1,-1 0 1,1-1-1,-1 2 1,1-2-1,0 2 1,-1-2 0,0 2-1,1-2 1,-1 2-1,1-1 1,-1 0-1,0 0 1,1 1-1,1 33 32,-2-31-30,0 11 6,0 0 0,6 23 1,-6-34-7,1 0 0,1 0 0,-1 0 0,1 0 1,-1-1-1,1 1 0,0 0 0,0-1 0,0 0 1,1 0-1,-1 1 0,1-1 0,0 0 0,6 5 1,-6-7-1,0 0 1,-1 0-1,1-1 1,0 2-1,0-2 1,0 1-1,0 0 1,0-1-1,0 0 1,0 0 0,0 0-1,1 0 1,-1 0-1,0 0 1,-1 0-1,1-1 1,0 0-1,0 1 1,5-3-1,1 0 9,1-1-1,0 0 0,-2 0 1,14-8-1,-64 77 475,40-61-455,-1 1 1,0 0-1,1 0 0,0 0 0,0 0 0,1 0 0,-1 1 1,2-1-1,-1 1 0,0-1 0,1 0 0,0 0 1,1 1-1,0-1 0,-1 1 0,1-1 0,1 0 0,-1 0 1,1 0-1,1 0 0,-1 0 0,1 0 0,-1 0 1,2-1-1,2 6 0,-3-8-7,-2 1 1,1-1-1,-1 1 1,1 0-1,-1 0 0,0 0 1,0 0-1,0 0 1,0 0-1,-1-1 1,0 2-1,0-1 0,0 0 1,0 0-1,0 0 1,-1 5-1,-1-4 187,1 1 0,0-2 0,-2 2 0,2-1 0,-2 0 0,1 0 0,-1 0 0,0 0 0,0-1 0,-6 6 0,5-6-15,0 1 0,0 0-1,-1 0 1,0-2-1,1 2 1,-1-2 0,0 1-1,-1-1 1,1 0-1,-1 0 1,1 0-1,-1 0 1,1-1 0,-1 0-1,0 0 1,0 0-1,0-1 1,1 0-1,-11 0 1,13-1-74,-1 0 0,1 0 0,0 0 1,0-1-1,1 1 0,-1-1 0,0 1 0,0-1 0,0 0 1,-2-3-1,8 10-654,12 10 1277,-6-11-3078,0-6-4323,8-11-2474</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39.127"/>
    </inkml:context>
    <inkml:brush xml:id="br0">
      <inkml:brushProperty name="width" value="0.025" units="cm"/>
      <inkml:brushProperty name="height" value="0.025" units="cm"/>
      <inkml:brushProperty name="color" value="#E71224"/>
    </inkml:brush>
  </inkml:definitions>
  <inkml:trace contextRef="#ctx0" brushRef="#br0">155 29 2665,'0'0'5486,"10"-22"-3579,-9 15 3581,-5 7-5503,2 1 29,-1 0-1,1 0 0,0 1 1,0-1-1,0 0 0,0 1 1,0-1-1,0 1 0,0 0 1,0 0-1,1 0 0,-1-1 1,0 2-1,1-1 0,0 0 1,0 0-1,-1 0 0,1 1 1,0-1-1,-1 5 0,-14 21 121,7-18-124,1 1-1,0 1 1,1 0 0,1 0 0,0 0-1,0 0 1,-4 18 0,1-9-6,-4 47 27,10-57-18,-1 0 0,1 0 1,1 1-1,0-1 0,1 1 0,0 0 0,1 0 0,2 23 1,-1 1 91,-14 61 454,13-88-532,0 1 0,1-1 0,1 0 0,0 1 0,0-1 0,1 0 0,0 0 0,0 0 0,5 8 0,3 2 149,1 0 0,24 29-1,-27-36-63,-3-7 53,-1 1-1,0 0 1,-1 0 0,1 0-1,-1 0 1,-1 1 0,1 0-1,2 8 1,27 9 1283,-25-19-1640,12 11 906,-19-15-837,-1-1 0,0 0 0,0 1 0,0-1 0,0 1 0,1-1 0,-1 1 0,0-1-1,0 0 1,0 1 0,0-1 0,0 1 0,0-1 0,0 1 0,0-1 0,0 1 0,-1-1 0,1 0 0,0 1 0,0-1 0,0 1 0,0-1 0,-1 1 0,1-1-1,0 0 1,0 1 0,-1-1 0,1 0 0,0 1 0,-1-1 0,1 0 0,0 1 0,-1-1 0,1 0 0,0 0 0,-1 1 0,1-1 0,-1 0 0,1 0 0,0 0 0,-1 0-1,1 0 1,-1 1 0,1-1 0,-1 0 0,1 0 0,0 0 0,-1 0 0,1 0 0,-1 0 0,-11 1-6481</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40.694"/>
    </inkml:context>
    <inkml:brush xml:id="br0">
      <inkml:brushProperty name="width" value="0.025" units="cm"/>
      <inkml:brushProperty name="height" value="0.025" units="cm"/>
      <inkml:brushProperty name="color" value="#E71224"/>
    </inkml:brush>
  </inkml:definitions>
  <inkml:trace contextRef="#ctx0" brushRef="#br0">392 5 1376,'0'0'6582,"-13"-5"-501,14 19-5807,0 0-1,2-1 1,-1 0-1,10 24 1,-8-23-13,0 0 0,0-1 0,-2 1 0,3 28 0,8 141 970,-14-162-977,-1 0 1,0-1-1,-2 1 1,0-1 0,-1 0-1,-2 0 1,-8 19 0,10-25-300,-12 40 146,11-32-40,-2 0 0,-12 28 0,9-28 48,0 0 0,-2-1-1,0 0 1,-2-1 0,0 0 0,-1-1 0,-1-1-1,-1-1 1,0 0 0,-1-2 0,-27 18 0,-69 44 595,109-72-561,5 5-9701,1-9 8484</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47.230"/>
    </inkml:context>
    <inkml:brush xml:id="br0">
      <inkml:brushProperty name="width" value="0.025" units="cm"/>
      <inkml:brushProperty name="height" value="0.025" units="cm"/>
      <inkml:brushProperty name="color" value="#E71224"/>
    </inkml:brush>
  </inkml:definitions>
  <inkml:trace contextRef="#ctx0" brushRef="#br0">316 46 3105,'0'0'6046,"0"-4"-5470,0-36 2536,0 39-2723,-6 49 1878,-5-4-2094,-29 92 422,12-35-225,23-75-85,-1-1-1,-2 0 1,-15 35 0,-6 7 52,2 2-1,-19 77 1,25-78 38,15-51-219,-1-1-1,-15 25 1,-6 16 280,25-49-120,5-12-735,8-18-2309,-6 14 897,8-14-4509</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9:59.689"/>
    </inkml:context>
    <inkml:brush xml:id="br0">
      <inkml:brushProperty name="width" value="0.025" units="cm"/>
      <inkml:brushProperty name="height" value="0.025" units="cm"/>
      <inkml:brushProperty name="color" value="#E71224"/>
    </inkml:brush>
  </inkml:definitions>
  <inkml:trace contextRef="#ctx0" brushRef="#br0">118 99 1800,'0'0'10597,"0"-5"-9983,0-17-98,0 21-466,1 0-1,-1 0 1,1 0 0,-1 0-1,1 0 1,-1 0-1,1 1 1,-1-1 0,1 0-1,0 0 1,-1 0 0,1 1-1,0-1 1,0 0 0,0 1-1,0-1 1,0 1 0,-1-1-1,1 1 1,0 0 0,2-1-1,28-10 371,-20 7-286,98-36 110,-109 40-227,1-1 1,-1 1 0,1 0-1,-1 0 1,1 0-1,-1 0 1,0 0 0,1 0-1,-1 0 1,1 0 0,-1 0-1,1 0 1,-1 0 0,1 0-1,-1 1 1,0-1 0,1 0-1,-1 0 1,1 0-1,-1 1 1,0-1 0,1 0-1,-1 0 1,1 1 0,-1-1-1,0 0 1,0 1 0,1-1-1,-1 0 1,0 1 0,1-1-1,-1 1 1,6 21 340,-6 38-36,-1-42-237,1 3 6,-2 0 1,0 0-1,-2-1 1,0 1-1,-1-1 1,-1 0-1,-1 0 1,-1-1-1,0 0 1,-2 0-1,0-1 1,-1 0-1,-1-1 1,0 0-1,-28 28 1,25-29 25,-31 29 33,42-43-102,1 1 0,-1-1 0,0 0 0,0 0 0,0-1 0,0 1 0,0-1 0,0 1 0,0-2 0,-1 1 0,1 0 0,-8 0 0,10-1-31,1 0 0,-1-1 0,0 1 1,0 0-1,1-1 0,-1 1 0,0-1 0,0 1 1,1-1-1,-1 0 0,1 1 0,-1-1 0,0 0 1,1 0-1,0 0 0,-1-1 0,1 1 0,0 0 1,-1 0-1,1-1 0,0 1 0,0-1 0,0 1 1,0-1-1,1 1 0,-1-1 0,0 1 0,0-1 1,1 0-1,-1 0 0,1 1 0,0-1 0,0 0 1,-1 0-1,1-2 0,0 2-12,0 0 0,0-1-1,0 1 1,1 0 0,-1 0-1,1-1 1,-1 1 0,1 0 0,0 0-1,-1 0 1,1 0 0,0 0-1,1 0 1,-1 0 0,0 0 0,0 0-1,1 0 1,-1 1 0,1-1-1,0 0 1,-1 1 0,1 0 0,0-1-1,0 1 1,0 0 0,0 0-1,0 0 1,3-1 0,11-1 7,0 1 0,0 1 1,0 0-1,0 1 0,1 0 1,-1 2-1,29 6 0,45 1 423,31-9 492,-121 1-894,1-1-1,0 0 1,0 1-1,-1-1 0,1 0 1,0 1-1,-1 0 1,1-1-1,0 1 1,-1-1-1,1 1 0,-1 0 1,1-1-1,-1 1 1,1 0-1,-1-1 1,1 1-1,-1 0 0,0 0 1,1-1-1,-1 1 1,0 0-1,0 1 1,1-1-18,-1 0 0,0 0 0,1 1 0,-1-1 1,0 0-1,1 0 0,0 0 0,-1 0 0,1 0 0,-1 0 1,1 0-1,0 0 0,0 0 0,0 0 0,0-1 1,-1 1-1,1 0 0,0 0 0,0-1 0,1 1 0,-1-1 1,0 1-1,0-1 0,0 1 0,0-1 0,2 1 0,10 0 299,11 1-7102,-11-2-595</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0.508"/>
    </inkml:context>
    <inkml:brush xml:id="br0">
      <inkml:brushProperty name="width" value="0.025" units="cm"/>
      <inkml:brushProperty name="height" value="0.025" units="cm"/>
      <inkml:brushProperty name="color" value="#E71224"/>
    </inkml:brush>
  </inkml:definitions>
  <inkml:trace contextRef="#ctx0" brushRef="#br0">40 55 3897,'0'0'13324,"-1"0"-13311,-21 2 174,7-1 148,15-1-332,0-1 0,0 1 0,0 0 0,-1-1 0,1 1 0,0 0 0,0-1 1,0 1-1,0 0 0,-1-1 0,1 1 0,0 0 0,0-1 0,0 1 0,0 0 0,0-1 0,0 1 1,0-1-1,0 1 0,0 0 0,0-1 0,0 1 0,0 0 0,0-1 0,1 1 0,-1 0 0,0-1 1,0 1-1,0 0 0,0-1 0,1 1 0,-1 0 0,0-1 0,1 0 8,-1 0 0,1 0 0,-1-1 0,1 1 0,-1 0 0,1 0 0,0 0 0,0 0 0,-1 0-1,1 0 1,0 1 0,0-1 0,0 0 0,0 0 0,0 1 0,0-1 0,0 0 0,0 1 0,0-1 0,2 0 0,-2 1 4,-1 0 0,1 0 1,0 1-1,-1-1 0,1 0 1,-1 0-1,1 0 0,0 1 0,-1-1 1,1 0-1,-1 1 0,1-1 1,-1 0-1,1 1 0,-1-1 1,1 1-1,-1-1 0,0 1 0,1-1 1,-1 1-1,0-1 0,1 1 1,-1-1-1,0 1 0,1 0 0,-1-1 1,0 1-1,0-1 0,0 1 1,0 0-1,0-1 0,0 1 1,0 0-1,0-1 0,0 1 0,0-1 1,0 1-1,0 0 0,-1 1 1,2 4 54,-1-4-33,0 0 0,1 1 0,-1-1 0,0 0-1,0 1 1,-1-1 0,1 1 0,0-1-1,-1 0 1,1 1 0,-1-1 0,0 0-1,0 0 1,0 1 0,0-1 0,0 0 0,0 0-1,-3 3 1,3-4 618,1-28 178,0 23-823,1 0-1,0 0 0,0 0 0,0 0 0,0 0 0,1 0 0,0 0 0,0 0 1,0 0-1,0 1 0,0-1 0,1 1 0,-1-1 0,1 1 0,0 0 0,0 0 1,1 1-1,4-5 0,-6 7 3,-2 55 617,0-31-7331,0-20 223</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1.641"/>
    </inkml:context>
    <inkml:brush xml:id="br0">
      <inkml:brushProperty name="width" value="0.025" units="cm"/>
      <inkml:brushProperty name="height" value="0.025" units="cm"/>
      <inkml:brushProperty name="color" value="#E71224"/>
    </inkml:brush>
  </inkml:definitions>
  <inkml:trace contextRef="#ctx0" brushRef="#br0">362 23 5721,'0'0'8470,"-24"-9"-5829,23 9-2605,1-1 0,0 1 0,0 0 0,-1 0 0,1-1 0,0 1 1,0 0-1,-1 0 0,1 0 0,0-1 0,-1 1 0,1 0 0,0 0 1,-1 0-1,1 0 0,0 0 0,-1 0 0,1 0 0,0 0 1,-1-1-1,1 1 0,0 0 0,-1 1 0,1-1 0,0 0 0,-1 0 1,1 0-1,0 0 0,-1 0 0,1 0 0,0 0 0,-1 0 0,1 1 1,0-1-1,-1 0 0,1 0 0,0 0 0,0 1 0,-1-1 0,1 0 1,0 0-1,0 1 0,-1-1 0,1 0 0,0 0 0,0 1 0,0-1 1,0 1-1,-1 0-33,0-1 1,0 1-1,1 0 1,-1 0-1,0-1 1,0 1-1,0-1 1,0 1-1,0 0 1,0-1-1,0 0 1,0 1-1,0-1 1,0 0-1,0 1 1,0-1-1,0 0 1,0 0-1,0 0 1,0 0-1,0 0 1,-1 0-1,1 0 1,0 0-1,0 0 1,0-1-1,0 1 1,0 0-1,-1-2 1,1 2-15,1-1 0,0 1 1,-1-1-1,1 1 0,0-1 0,0 1 1,0-1-1,-1 1 0,1-1 0,0 0 1,0 1-1,0-1 0,0 1 0,0-1 1,0 0-1,0 1 0,0-1 0,0 1 1,0-1-1,1 1 0,-1-1 0,0 0 1,0 1-1,1-1 0,-1 1 0,0-1 1,0 1-1,1-1 0,-1 1 0,1-1 1,-1 1-1,0 0 0,1-1 0,-1 1 0,1-1 1,0 1-1,-1 0 9,0 0 1,0 1-1,-1-1 1,1 0-1,0 1 1,0-1-1,0 0 1,0 1-1,0-1 1,0 0-1,0 1 1,0-1-1,0 0 1,0 1-1,0-1 1,0 0-1,0 1 1,0-1-1,1 0 1,-1 1-1,0-1 1,0 0-1,0 1 1,0-1-1,1 0 1,-1 1 0,0-1-1,0 0 1,1 0-1,-1 1 1,0-1-1,0 0 1,1 0-1,-1 0 1,0 1-1,1-1 1,-1 0-1,0 0 1,1 0-1,-1 0 1,0 0-1,1 0 1,-1 0-1,0 0 1,1 0-1,-1 0 1,0 0-1,1 0 1,-1 0-1,0 0 1,1 0-1,-1 0 1,0 0-1,1 0 1,-1 0-1,0 0 1,1 0-1,-1-1 1,0 1-1,1 0 1,-1 0-1,0 0 1,0-1-1,1 1 1,-1 0-1,0 0 1,0-1-1,1 1 1,-1 13 98,-3 22 115,3-34-205,-1 0 0,0 0 0,1 0-1,-1 0 1,0 0 0,1 0 0,-1 0 0,0-1 0,0 1 0,0 0 0,0 0 0,1-1 0,-1 1 0,0-1-1,0 1 1,-1-1 0,1 1 0,0-1 0,0 1 0,0-1 0,0 0 0,0 0 0,0 0 0,0 1 0,-1-1 0,1 0-1,-2-1 1,2-33-227,1 32 219,0 0 0,0 1-1,0-1 1,0 1 0,0-1 0,1 1-1,-1-1 1,1 1 0,-1-1 0,1 1-1,-1 0 1,1-1 0,0 1-1,0 0 1,0-1 0,0 1 0,0 0-1,0 0 1,0 0 0,0 0 0,0 0-1,0 0 1,1 0 0,-1 0 0,0 0-1,1 0 1,-1 1 0,0-1-1,1 1 1,1-1 0,1-1-5,-3 2-13,-1 2-73,0 0 111,0 1 1,0-1-1,0 1 1,-1-1-1,1 1 1,-1-1-1,1 1 1,-1-1-1,0 0 1,0 1-1,0-1 1,0 0-1,0 0 1,-3 4-1,3-11 20,1-18-74,1 22 35,-1 1-1,1-1 1,0 0-1,-1 0 1,1 1-1,0-1 1,0 0-1,0 1 1,0-1-1,0 1 1,-1-1-1,1 1 1,0 0-1,0-1 1,0 1-1,0 0 1,0-1-1,0 1 1,0 0 0,1 0-1,-1 0 1,0 0-1,0 0 1,0 0-1,0 0 1,0 1-1,0-1 1,0 0-1,0 0 1,0 1-1,0-1 1,1 1-1,-1 2 6,1-1-1,-1 0 0,0 1 1,0-1-1,-1 0 1,1 1-1,0-1 0,-1 1 1,0 0-1,1-1 1,-1 1-1,0-1 0,0 1 1,-1-1-1,1 1 0,-1 3 1,0 4 36,2 2 28,0 1 0,-1 0 0,-1 0 0,-1-1 0,1 1-1,-2 0 1,0-1 0,0 0 0,-1 1 0,-1-1 0,0-1 0,0 1-1,-2-1 1,1 0 0,-10 12 0,-10 5-2,-1-1 0,-1-2 0,-1 0 0,-1-3 0,-1 0 0,-42 21 0,73-43-71,-28 19 28,24-11-1618,15-5-4823,18-3 685</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2.932"/>
    </inkml:context>
    <inkml:brush xml:id="br0">
      <inkml:brushProperty name="width" value="0.025" units="cm"/>
      <inkml:brushProperty name="height" value="0.025" units="cm"/>
      <inkml:brushProperty name="color" value="#E71224"/>
    </inkml:brush>
  </inkml:definitions>
  <inkml:trace contextRef="#ctx0" brushRef="#br0">417 9 760,'0'0'13450,"0"-6"-12651,0 4-599,0 5 921,1 51-755,2 1-1,3-1 0,2 0 1,20 73-1,17 26 170,61 238-35,-100-361-472,-2 0 0,0 1-1,-2-1 1,-4 52 0,2-77 22,0 0 0,-1-1 0,1 1 0,-1-1 0,0 1 0,-1-1 0,1 1 0,-1-1 0,0 0 0,0 0 0,0 0 0,0 0-1,-1 0 1,1 0 0,-1 0 0,0-1 0,0 0 0,-1 1 0,1-1 0,-1 0 0,1-1 0,-1 1 0,0-1 0,0 1 0,-6 1 0,-4 1 154,1-2-1,-1 1 1,0-2 0,-1 0-1,1 0 1,-27-2-1,28-1-160,0-1 0,0-1-1,0 0 1,0 0-1,1-1 1,0-1 0,-1 0-1,2-1 1,-1 0 0,1-1-1,0 0 1,0-1-1,1 0 1,-13-13 0,-7-9 124,1 0 0,1-2 0,-28-43 1,46 61-168,-9-14 240,-26-47 0,40 64-207,0 1 0,1-1 0,1 0-1,-1 0 1,2 0 0,0 0 0,0-1 0,0-17 0,7-55-2228,7 4-3911,-9 63 4237,3-24-5051</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3.194"/>
    </inkml:context>
    <inkml:brush xml:id="br0">
      <inkml:brushProperty name="width" value="0.025" units="cm"/>
      <inkml:brushProperty name="height" value="0.025" units="cm"/>
      <inkml:brushProperty name="color" value="#E71224"/>
    </inkml:brush>
  </inkml:definitions>
  <inkml:trace contextRef="#ctx0" brushRef="#br0">33 36 8618,'0'0'15323,"-13"-35"-14755,6 35-208,1 0-360,-1 0-280,7 6-240,0 4-1064,0 3-2193,0-7-2352</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3.662"/>
    </inkml:context>
    <inkml:brush xml:id="br0">
      <inkml:brushProperty name="width" value="0.025" units="cm"/>
      <inkml:brushProperty name="height" value="0.025" units="cm"/>
      <inkml:brushProperty name="color" value="#E71224"/>
    </inkml:brush>
  </inkml:definitions>
  <inkml:trace contextRef="#ctx0" brushRef="#br0">78 1 4049,'0'0'12122,"-3"5"-11867,-8 17 17,1 0-1,1 1 0,1 0 1,1 0-1,1 1 1,1 0-1,-2 31 0,-2 65-1150,7-7-4526</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3.896"/>
    </inkml:context>
    <inkml:brush xml:id="br0">
      <inkml:brushProperty name="width" value="0.025" units="cm"/>
      <inkml:brushProperty name="height" value="0.025" units="cm"/>
      <inkml:brushProperty name="color" value="#E71224"/>
    </inkml:brush>
  </inkml:definitions>
  <inkml:trace contextRef="#ctx0" brushRef="#br0">0 74 6249,'0'0'10595,"116"-19"-9979,-78 13-312,7-1-216,6-2-80,7 2 40,-7 4-48,7-7-536,-13 4-1625,-6-1-3752</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4.271"/>
    </inkml:context>
    <inkml:brush xml:id="br0">
      <inkml:brushProperty name="width" value="0.025" units="cm"/>
      <inkml:brushProperty name="height" value="0.025" units="cm"/>
      <inkml:brushProperty name="color" value="#E71224"/>
    </inkml:brush>
  </inkml:definitions>
  <inkml:trace contextRef="#ctx0" brushRef="#br0">32 1 7314,'0'0'8649,"-1"14"-7040,-3 18-540,0 0 0,2 44-1,2-38-1011,-7 49-1,6-59-45,-1 5-2320,-3-15-3867,-1-14 1321</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4.502"/>
    </inkml:context>
    <inkml:brush xml:id="br0">
      <inkml:brushProperty name="width" value="0.025" units="cm"/>
      <inkml:brushProperty name="height" value="0.025" units="cm"/>
      <inkml:brushProperty name="color" value="#E71224"/>
    </inkml:brush>
  </inkml:definitions>
  <inkml:trace contextRef="#ctx0" brushRef="#br0">1 93 5841,'0'0'13171,"71"-38"-12403,-59 35-304,8 3-280,5-4-104,7 1-80,0 0 8,7 3-8,6-6-240,45-7-1008,-13 3-2697,-13-3-6601</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5.313"/>
    </inkml:context>
    <inkml:brush xml:id="br0">
      <inkml:brushProperty name="width" value="0.025" units="cm"/>
      <inkml:brushProperty name="height" value="0.025" units="cm"/>
      <inkml:brushProperty name="color" value="#E71224"/>
    </inkml:brush>
  </inkml:definitions>
  <inkml:trace contextRef="#ctx0" brushRef="#br0">0 0 4121,'0'0'9830,"15"1"-9230,1-1-426,-10 0-123,-1-1 0,1 1 0,-1 1 0,1-1 0,-1 1 0,0 0 0,1 0 1,-1 1-1,0-1 0,0 1 0,0 0 0,0 1 0,0-1 0,7 6 0,22 14 281,0 3 0,-2 1 0,0 1-1,-2 2 1,33 40 0,-50-53-242,-1 1 0,-1 1 0,0 0 0,-2 0 0,0 1 1,-1 0-1,0 1 0,-2 0 0,0 0 0,-2 0 0,0 1 0,1 28 0,-3-26 112,-2 0-1,0 0 0,-2-1 0,0 1 1,-1-1-1,-2 1 0,0-1 1,-1 0-1,-2-1 0,0 1 0,-1-2 1,-14 24-1,-17 17 606,-2-2 0,-57 60 1,88-107-664,7-5-87,4-6-48,-1 1 0,1-1 0,-1 0 1,0 0-1,1 0 0,-1 0 1,0 0-1,0-1 0,0 1 0,1 0 1,-1 0-1,0 0 0,0-1 1,0 1-1,0-1 0,-2 2 0,2-2 98,1-13-1037,-1 9-71,1 0-1,-1 0 1,1 0-1,1-1 1,-1 1-1,1 0 1,-1 1-1,3-9 1,13-5-8420</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0:06.480"/>
    </inkml:context>
    <inkml:brush xml:id="br0">
      <inkml:brushProperty name="width" value="0.025" units="cm"/>
      <inkml:brushProperty name="height" value="0.025" units="cm"/>
      <inkml:brushProperty name="color" value="#E71224"/>
    </inkml:brush>
  </inkml:definitions>
  <inkml:trace contextRef="#ctx0" brushRef="#br0">655 24 4097,'0'0'14002,"-1"-3"-12758,0 1-1167,0 1 0,0-1 0,-1 1-1,1-1 1,0 1 0,0 0 0,-1 0 0,1-1 0,-1 1 0,1 0 0,-1 0 0,1 1 0,-1-1 0,0 0-1,1 0 1,-1 1 0,0-1 0,0 1 0,1 0 0,-1-1 0,0 1 0,0 0 0,0 0 0,-1 0 0,-64 1 247,39 0-248,2-1-30,0 2 0,0 0 0,0 2 0,-32 9 0,47-10-44,0 0 0,0 1 1,1 0-1,0 1 0,-1 0 1,2 1-1,-1 0 0,1 0 1,0 1-1,0 1 0,1-1 1,-11 13-1,15-15-16,1 0 0,0 0-1,1 1 1,-1-1 0,1 1 0,0-1 0,0 1-1,1 0 1,0 0 0,0 0 0,0 0-1,1 0 1,-1 0 0,2 0 0,-1 0 0,1-1-1,-1 1 1,3 8 0,4 11-11,1-1 1,1 0-1,12 24 0,-2-4 49,-7-13-26,-2 0 1,8 38-1,-15-55 17,-1 0 1,0 0-1,-1 0 0,0 0 0,-2 0 0,1 0 1,-6 25-1,3-30 21,0-1-1,-1 0 1,0 0 0,0-1 0,0 1-1,-1-1 1,-1 0 0,1 0 0,-1 0-1,0-1 1,-10 8 0,-13 10 450,-42 26 0,44-32-213,25-17-266,-4 4 7,0-1 1,0 1-1,-1-1 0,0 0 0,0-1 1,0 0-1,0 0 0,0 0 0,-1-1 0,1 0 1,-1-1-1,1 1 0,-12-1 0,18-1-66,42-4-557,24-14 479,-42 10-101,1 1-1,1 2 1,-1 0-1,48-2 1,-70 46 38,-1-14 211,-1 0 1,-2-1 0,0 1 0,-2 0 0,-8 29 0,3-27-4,1 0 1,1 0 0,2 0-1,1 1 1,-2 31-1,7-57-14,-1-1 0,0 1-1,1-1 1,-1 1 0,1-1-1,0 1 1,-1-1 0,1 1-1,0-1 1,0 0 0,0 1-1,0-1 1,0 0 0,0 0-1,0 0 1,0 0 0,1 0-1,-1 0 1,0 0 0,1 0-1,-1 0 1,0 0 0,1-1-1,1 1 1,43 14 157,-38-13-94,36 5 186,0-2 0,0-2-1,1-2 1,49-5 0,-87 4-180,5-1 230,0 0-1,-1-1 1,23-6 0,-37 5-845,-11-8-5295,2-1-1245</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2.875"/>
    </inkml:context>
    <inkml:brush xml:id="br0">
      <inkml:brushProperty name="width" value="0.025" units="cm"/>
      <inkml:brushProperty name="height" value="0.025" units="cm"/>
      <inkml:brushProperty name="color" value="#004F8B"/>
    </inkml:brush>
  </inkml:definitions>
  <inkml:trace contextRef="#ctx0" brushRef="#br0">1 29 6129,'0'0'5724,"5"-4"-5276,34-16 1080,-38 19-1479,0 0-1,0 1 1,0-1 0,0 1-1,0 0 1,0-1 0,0 1-1,0 0 1,0 0-1,0-1 1,0 1 0,0 0-1,0 0 1,0 0 0,0 0-1,0 0 1,0 0-1,0 1 1,0-1 0,0 0-1,0 1 1,0-1 0,0 0-1,0 1 1,0-1-1,0 1 1,0 0 0,0-1-1,0 1 1,-1 0 0,1-1-1,0 1 1,0 0-1,-1 0 1,1 0 0,0-1-1,-1 1 1,1 0 0,-1 0-1,1 0 1,-1 0-1,0 0 1,1 2 0,8 34 390,-6-26-348,-1 0 0,1 1 0,-2-1-1,1 15 1,-2 90 2127,-1-117-2109,0-1-1,-1 1 0,1 0 1,0 0-1,0-1 1,0 1-1,0-1 1,0 1-1,0-1 1,0 1-1,1-1 1,-1 1-1,0-1 1,1 0-1,-1 1 1,1-1-1,0 0 0,0 0 1,-1 1-1,1-1 1,0 0-1,1 0 1,-1 1-1,1-4 1,1-52-250,0 50 135,-1 0 0,1 0 0,1 0 0,-1 1 0,1-1 0,0 1 0,0 0 0,1 0 0,0 0 0,0 0 0,0 0 0,1 1 0,0 0 0,0 0 0,0 0 0,0 1 0,1-1 0,0 1 0,0 1 0,0-1 0,1 1 0,-1 0 0,1 1 0,-1-1 0,1 1 0,0 0 0,0 1 0,0 0 0,0 0 0,0 0 0,8 1 0,-12 0 7,-1 0 0,-1 0 0,0 0 0,0-1 1,1 1-1,-1 0 0,0 0 1,0 0-1,1 0 0,-1 1 0,0-1 1,0 0-1,1 0 0,-1 1 0,0-1 1,0 1-1,0-1 0,0 1 1,1-1-1,-1 1 0,0 0 0,0 0 1,0-1-1,0 1 0,-1 0 0,1 0 1,0 0-1,0 0 0,1 2 1,1 9 18,1 0 0,-2 1 1,0-1-1,0 1 0,-1 0 1,-1 0-1,0-1 0,0 1 1,-2 0-1,1 0 0,-2-1 1,0 1-1,0-1 0,-1 0 1,-6 13-1,-9 27 40,19-51 311,32-1-8121,-19 0-712</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3.670"/>
    </inkml:context>
    <inkml:brush xml:id="br0">
      <inkml:brushProperty name="width" value="0.025" units="cm"/>
      <inkml:brushProperty name="height" value="0.025" units="cm"/>
      <inkml:brushProperty name="color" value="#004F8B"/>
    </inkml:brush>
  </inkml:definitions>
  <inkml:trace contextRef="#ctx0" brushRef="#br0">25 4 2937,'0'0'9384,"-20"0"-7208,15 0 3563,293-4-620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4.560"/>
    </inkml:context>
    <inkml:brush xml:id="br0">
      <inkml:brushProperty name="width" value="0.025" units="cm"/>
      <inkml:brushProperty name="height" value="0.025" units="cm"/>
      <inkml:brushProperty name="color" value="#004F8B"/>
    </inkml:brush>
  </inkml:definitions>
  <inkml:trace contextRef="#ctx0" brushRef="#br0">99 107 4793,'0'0'9835,"2"-37"-7103,3 31-2720,0 0 0,0 1 0,0 0 0,1 0 0,0 0 0,0 0 0,0 1 0,0 0 0,1 0 0,0 1 0,0 0 0,0 0 0,0 0 0,0 1 0,0 0 0,1 1 0,-1-1 0,11 1 0,-17 2 2,0 1 1,0-1 0,1 1-1,-1 0 1,0-1 0,0 1-1,-1 0 1,1 0 0,0 0 0,-1 0-1,1-1 1,-1 1 0,1 0-1,-1 0 1,0 0 0,0 0-1,0 0 1,0 4 0,0-2 53,3 141 717,-5-79-646,2-60-92,-1-1-1,-1 1 1,1 0 0,-1 0 0,0 0 0,0-1 0,-1 1 0,1-1 0,-1 0-1,-1 0 1,1 0 0,-1 0 0,1 0 0,-1-1 0,-1 0 0,1 0 0,-1 0-1,1 0 1,-1-1 0,0 1 0,-8 3 0,-6 3 27,0 0 1,0-2-1,-1 0 0,-35 9 1,54-16-69,0-1 1,0 1-1,0-1 1,0 0-1,0 1 1,0-1 0,0 0-1,0 0 1,0 0-1,0 0 1,0 0-1,0 0 1,0 0 0,-1 0-1,1 0 1,0 0-1,0-1 1,0 1-1,0 0 1,0-1 0,0 1-1,0 0 1,1-1-1,-1 0 1,0 1-1,0-1 1,0 1-1,0-1 1,1 0 0,-1 0-1,0 1 1,0-1-1,0-2 1,0 0 29,0-1 1,1 0-1,-1 0 1,1 0-1,0 1 0,0-1 1,1-8-1,0-7-105,-1 15 63,1 0 0,0 0-1,0 0 1,0 0 0,1 0 0,-1 0 0,1 0-1,0 1 1,0-1 0,0 0 0,1 1-1,-1 0 1,1 0 0,0 0 0,0 0 0,0 0-1,0 0 1,0 1 0,1-1 0,-1 1-1,1 0 1,0 0 0,-1 0 0,1 1 0,0 0-1,6-2 1,0 0 34,-1 0-1,1 0 1,0 1 0,0 1-1,0 0 1,0 0 0,1 1-1,-1 0 1,0 0-1,14 4 1,-19-2 34,0 0 0,0 1 0,-1-1 0,0 1 0,1 0 0,-1 0 0,0 0 0,0 1 0,5 7 0,26 18 493,-20-20-132,0 0 0,1-2 0,26 10 0,-22-6 919,-15-4-3225,-10-5-5067,0-2 13</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4.981"/>
    </inkml:context>
    <inkml:brush xml:id="br0">
      <inkml:brushProperty name="width" value="0.025" units="cm"/>
      <inkml:brushProperty name="height" value="0.025" units="cm"/>
      <inkml:brushProperty name="color" value="#004F8B"/>
    </inkml:brush>
  </inkml:definitions>
  <inkml:trace contextRef="#ctx0" brushRef="#br0">31 1 8530,'0'0'12704,"-16"14"-6593,6-6-5914,6-3-4187</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5.247"/>
    </inkml:context>
    <inkml:brush xml:id="br0">
      <inkml:brushProperty name="width" value="0.025" units="cm"/>
      <inkml:brushProperty name="height" value="0.025" units="cm"/>
      <inkml:brushProperty name="color" value="#004F8B"/>
    </inkml:brush>
  </inkml:definitions>
  <inkml:trace contextRef="#ctx0" brushRef="#br0">231 1 4641,'0'0'12307,"-32"102"-10963,13-60 8,-7 0-544,0-4-344,1 4-311,-7-7-105,6-6-48,7 0-40,0-13-761,12-10-4032</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6.643"/>
    </inkml:context>
    <inkml:brush xml:id="br0">
      <inkml:brushProperty name="width" value="0.025" units="cm"/>
      <inkml:brushProperty name="height" value="0.025" units="cm"/>
      <inkml:brushProperty name="color" value="#004F8B"/>
    </inkml:brush>
  </inkml:definitions>
  <inkml:trace contextRef="#ctx0" brushRef="#br0">0 221 7218,'0'0'6829,"17"-11"-6776,304-198 1362,-327 217-775,0 0 0,1 0 0,0 1 0,0 0 0,-5 13 0,8-17-662,-1 0 1,1 0-1,0 1 1,1-1-1,-1 1 0,1-1 1,0 1-1,0-1 1,1 1-1,-1 0 0,1-1 1,1 1-1,-1-1 1,1 1-1,2 9 0,-1-14 10,-1 0-1,1 0 0,-1 0 0,1 0 0,0 0 1,-1-1-1,1 1 0,0 0 0,0-1 0,0 1 1,-1-1-1,1 0 0,0 0 0,0 1 0,0-1 1,0 0-1,2-1 0,40-1-525,-38 2 210,-3-1-87,1 1-1,0-1 0,-1 0 1,1 0-1,0 0 0,-1 0 1,1 0-1,-1-1 0,1 0 1,-1 0-1,6-4 0,6-10-5339</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6.889"/>
    </inkml:context>
    <inkml:brush xml:id="br0">
      <inkml:brushProperty name="width" value="0.025" units="cm"/>
      <inkml:brushProperty name="height" value="0.025" units="cm"/>
      <inkml:brushProperty name="color" value="#004F8B"/>
    </inkml:brush>
  </inkml:definitions>
  <inkml:trace contextRef="#ctx0" brushRef="#br0">20 10 11162,'0'0'14251,"-20"-10"-14227,20 14-40,0 5 8,0 4-136,0-3-640,7 6-752,25 3-224,0-3-2353,0 0-2833</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7.704"/>
    </inkml:context>
    <inkml:brush xml:id="br0">
      <inkml:brushProperty name="width" value="0.025" units="cm"/>
      <inkml:brushProperty name="height" value="0.025" units="cm"/>
      <inkml:brushProperty name="color" value="#004F8B"/>
    </inkml:brush>
  </inkml:definitions>
  <inkml:trace contextRef="#ctx0" brushRef="#br0">1 0 3929,'0'0'13336,"14"0"-12210,273 22 1566,-127-5-2465,-124-14-185,60 7 131,-95-10-149,0 0 1,0 0 0,0 0-1,0 0 1,0 1 0,0-1-1,0 0 1,0 1 0,0-1 0,0 0-1,0 1 1,-1-1 0,1 1-1,0-1 1,0 1 0,0 0-1,-1-1 1,1 1 0,0 0-1,-1 0 1,1-1 0,-1 1-1,1 0 1,-1 0 0,1 0 0,-1 0-1,1-1 1,-1 1 0,0 0-1,0 0 1,1 0 0,-1 0-1,0 0 1,0 0 0,0 0-1,0 2 1,0-3 241,-27 14 595,-83 20-715,2 6 1,-127 64-1,182-84 1986,66-20-1833,-7 0-290,-5 0-15,24 0-1420,66-1-7713,-47-5 2220</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8.682"/>
    </inkml:context>
    <inkml:brush xml:id="br0">
      <inkml:brushProperty name="width" value="0.025" units="cm"/>
      <inkml:brushProperty name="height" value="0.025" units="cm"/>
      <inkml:brushProperty name="color" value="#004F8B"/>
    </inkml:brush>
  </inkml:definitions>
  <inkml:trace contextRef="#ctx0" brushRef="#br0">1 4 2969,'0'0'13423,"9"0"-10104,15 0-2906,333-3 1025,-364 3-2550,1 2 0,-1-1 0,1 1 0,-1 0 0,1 0 0,-10 6 0,-5 0-3528,-5 2-3122</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09.306"/>
    </inkml:context>
    <inkml:brush xml:id="br0">
      <inkml:brushProperty name="width" value="0.025" units="cm"/>
      <inkml:brushProperty name="height" value="0.025" units="cm"/>
      <inkml:brushProperty name="color" value="#004F8B"/>
    </inkml:brush>
  </inkml:definitions>
  <inkml:trace contextRef="#ctx0" brushRef="#br0">17 43 3137,'0'0'10499,"-16"0"-5360,73-3-3982,92-17 1,-19 2-965,-118 17 986,-7 1-4326,4 0-11663</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0.010"/>
    </inkml:context>
    <inkml:brush xml:id="br0">
      <inkml:brushProperty name="width" value="0.025" units="cm"/>
      <inkml:brushProperty name="height" value="0.025" units="cm"/>
      <inkml:brushProperty name="color" value="#004F8B"/>
    </inkml:brush>
  </inkml:definitions>
  <inkml:trace contextRef="#ctx0" brushRef="#br0">270 11 5721,'0'0'10681,"-12"-2"-9983,-1 1-589,3-1 86,-1 1 1,1 0-1,-1 1 0,1 0 1,-1 0-1,1 1 1,-1 1-1,1 0 0,0 0 1,-1 1-1,-9 4 1,11-2-23,0 0 1,0 0-1,1 1 1,-1 1 0,2-1-1,-1 2 1,1-1 0,-8 10-1,11-11-140,0 0 1,1 1-1,0-1 0,0 1 0,1 0 0,0 0 0,0 0 0,0 0 1,1 0-1,0 0 0,0 0 0,1 12 0,0-14-37,0-1 0,0 0 0,0 0-1,1 0 1,-1 0 0,1 0 0,0 0 0,0 0-1,1 0 1,-1 0 0,1 0 0,3 6 0,-2-8-1,-1 0 1,0 1-1,0-1 1,1-1-1,-1 1 1,1 0 0,0-1-1,0 1 1,-1-1-1,1 0 1,0 0-1,0 0 1,0 0-1,0 0 1,0-1-1,0 0 1,6 1 0,3-1 13,-1 1 1,0-2-1,0 0 1,0 0-1,0-1 1,0 0-1,0-1 1,-1 0 0,1-1-1,-1 0 1,17-10-1,-20 10 21,-1 0 0,0 0 1,0 0-1,-1-1 0,1 0 0,-1-1 0,0 1 0,0-1 0,-1 0 0,0 0 0,0 0 1,0 0-1,-1-1 0,0 0 0,0 0 0,-1 1 0,0-2 0,2-10 0,-3 14 24,0 0-1,0 0 1,-1 0-1,0 0 0,0 0 1,0 0-1,0 0 1,-1 0-1,1 0 0,-1 0 1,0 0-1,0 0 1,-1 0-1,1 0 1,-1 1-1,0-1 0,0 1 1,0-1-1,0 1 1,0 0-1,-5-5 0,2 5-5,1 0 0,-1 0 0,0 0 0,0 0 0,-1 1-1,1 0 1,-1 0 0,1 0 0,-1 1 0,1 0-1,-1 0 1,0 0 0,0 1 0,-10 0 0,-41 0 905,56 0-898,2 1-303,-1 0 172,0 0-1,1 0 0,-1-1 0,1 1 0,0 0 0,-1 0 0,1 0 0,0-1 0,-1 1 0,1 0 1,0-1-1,0 1 0,0 0 0,-1-1 0,1 1 0,0-1 0,0 1 0,0-1 0,0 0 0,0 1 1,0-1-1,2 0 0,31 8-3537,-24-5 865,16 3-4126</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0.619"/>
    </inkml:context>
    <inkml:brush xml:id="br0">
      <inkml:brushProperty name="width" value="0.025" units="cm"/>
      <inkml:brushProperty name="height" value="0.025" units="cm"/>
      <inkml:brushProperty name="color" value="#004F8B"/>
    </inkml:brush>
  </inkml:definitions>
  <inkml:trace contextRef="#ctx0" brushRef="#br0">21 1 8466,'0'0'15348,"-2"3"-14327,-1 0-777,-5 16 676,8-19-888,-1 0-120,1-1 0,-1 1 1,0-1-1,1 1 0,-1-1 0,1 0 1,-1 1-1,1-1 0,0 0 0,-1 0 1,1 1-1,0-1 0,-1 0 0,1 0 1,0 1-1,0-1 0,0 0 0,0 0 0,-1 0 1,1 1-1,0-1 0,0 0 0,1-1 1,-1-2 372,1 20 82,-1 13 143,0-28-252,0-18-326,0-5-225</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1.256"/>
    </inkml:context>
    <inkml:brush xml:id="br0">
      <inkml:brushProperty name="width" value="0.025" units="cm"/>
      <inkml:brushProperty name="height" value="0.025" units="cm"/>
      <inkml:brushProperty name="color" value="#004F8B"/>
    </inkml:brush>
  </inkml:definitions>
  <inkml:trace contextRef="#ctx0" brushRef="#br0">546 0 5497,'0'0'11251,"19"7"-2720,-21-1-7903,-1 0 0,0 0 1,0 0-1,0 0 1,-8 9-1,-9 3-609,0-1-1,-1-1 1,-1-1 0,0-1 0,-1-1 0,-1-1 0,-27 10-1,15-5-45,-159 69-3908,131-58-670,23-11-1368</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2.101"/>
    </inkml:context>
    <inkml:brush xml:id="br0">
      <inkml:brushProperty name="width" value="0.025" units="cm"/>
      <inkml:brushProperty name="height" value="0.025" units="cm"/>
      <inkml:brushProperty name="color" value="#004F8B"/>
    </inkml:brush>
  </inkml:definitions>
  <inkml:trace contextRef="#ctx0" brushRef="#br0">1 138 8186,'0'0'10714,"35"-28"-9160,33-9-1352,-42 24-165,-1-1-1,44-31 1,-72 50 1599,-3 2-1597,0 0 1,0 1-1,1 0 1,0 0 0,0 0-1,1 1 1,0-1-1,1 1 1,0 0-1,-4 16 1,7-14-54,0-8 3,-1 0 1,1 1-1,0-1 1,0 0-1,0 1 1,0-1-1,1 0 1,-1 1-1,1-1 1,0 0-1,0 0 1,0 0-1,0 0 1,0 1-1,1-1 1,0-1-1,-1 1 1,1 0 0,0 0-1,0-1 1,1 1-1,-1-1 1,1 0-1,-1 1 1,5 1-1,-3-1-147,0 0 1,1-1-1,0 1 0,0-1 0,0 0 0,0-1 0,0 1 1,8 0-1,-11-1-114,0-1 1,0 1 0,0-1-1,0 0 1,0 0 0,-1 0-1,1 0 1,0 0 0,0 0-1,0 0 1,0-1 0,0 1-1,0-1 1,0 1 0,0-1-1,-1 0 1,1 0 0,0 0-1,0 0 1,-1 0 0,1 0-1,-1 0 1,1 0 0,-1-1-1,3-2 1,4-17-6450</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2.317"/>
    </inkml:context>
    <inkml:brush xml:id="br0">
      <inkml:brushProperty name="width" value="0.025" units="cm"/>
      <inkml:brushProperty name="height" value="0.025" units="cm"/>
      <inkml:brushProperty name="color" value="#004F8B"/>
    </inkml:brush>
  </inkml:definitions>
  <inkml:trace contextRef="#ctx0" brushRef="#br0">65 1 13555,'0'0'11034,"-64"57"-11034,64-47-80,0 3-192,0-4-832,32 1-1617,0 0-1752,0-7-2328</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2.967"/>
    </inkml:context>
    <inkml:brush xml:id="br0">
      <inkml:brushProperty name="width" value="0.025" units="cm"/>
      <inkml:brushProperty name="height" value="0.025" units="cm"/>
      <inkml:brushProperty name="color" value="#004F8B"/>
    </inkml:brush>
  </inkml:definitions>
  <inkml:trace contextRef="#ctx0" brushRef="#br0">0 49 5033,'0'0'11837,"17"-1"-6840,70-8-4277,174-29 1720,-258 38-1526,-5 0-2806</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3.631"/>
    </inkml:context>
    <inkml:brush xml:id="br0">
      <inkml:brushProperty name="width" value="0.025" units="cm"/>
      <inkml:brushProperty name="height" value="0.025" units="cm"/>
      <inkml:brushProperty name="color" value="#004F8B"/>
    </inkml:brush>
  </inkml:definitions>
  <inkml:trace contextRef="#ctx0" brushRef="#br0">33 4 40,'2'0'17654,"-5"0"-16520,3 0-1194,-28 1 1531,24 1 184,20 1-668,48 4 115,0-3 0,90-6 0,-41 0 308,-112 2-706,-21-3-964,14-1-8402,6-5 2454</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4.252"/>
    </inkml:context>
    <inkml:brush xml:id="br0">
      <inkml:brushProperty name="width" value="0.025" units="cm"/>
      <inkml:brushProperty name="height" value="0.025" units="cm"/>
      <inkml:brushProperty name="color" value="#004F8B"/>
    </inkml:brush>
  </inkml:definitions>
  <inkml:trace contextRef="#ctx0" brushRef="#br0">5 0 6145,'0'0'8538,"18"2"-7682,-3 0-661,-8-2-118,0 0 1,1 1 0,-1 0-1,0 1 1,0-1 0,0 1-1,0 1 1,0-1 0,-1 1-1,1 0 1,-1 1 0,1 0-1,5 5 1,6 5 157,0 1 0,-1 1 0,-1 1 0,-1 0 0,0 1 0,19 30 0,-26-32-65,0 0 0,-1 0 0,-1 1 0,0-1 0,-2 1 0,0 0 0,0 1 0,-2-1 0,1 21 0,-1-20 20,-1-1 1,-1 0-1,-1 1 1,-1-1-1,0 0 1,-1 0-1,-1 0 1,0 0 0,-1-1-1,-1 1 1,-1-1-1,0 0 1,-1-1-1,-1 0 1,-20 27-1,-19 16 830,-2-2 0,-75 66 0,125-121-1005,-1-1 0,1 1 0,-1 0 1,1-1-1,-1 1 0,0 0 0,1-1 1,-1 1-1,0-1 0,0 1 0,1-1 1,-1 0-1,0 1 0,0-1 0,0 0 1,0 0-1,1 1 0,-1-1 0,0 0 1,0 0-1,-2 0 0,3-15-230,22-29-1708,20-5-1618,-11 15-1564,8-5-5431</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15.309"/>
    </inkml:context>
    <inkml:brush xml:id="br0">
      <inkml:brushProperty name="width" value="0.025" units="cm"/>
      <inkml:brushProperty name="height" value="0.025" units="cm"/>
      <inkml:brushProperty name="color" value="#004F8B"/>
    </inkml:brush>
  </inkml:definitions>
  <inkml:trace contextRef="#ctx0" brushRef="#br0">625 183 3977,'0'0'9454,"0"-9"-8483,3-21-506,-1 17 684,-1 0-1,0 0 1,-1 0-1,-2-21 1,1 32-1071,0 0 1,0-1-1,-1 1 1,1 0 0,-1 0-1,0 0 1,0 0-1,1 0 1,-1 0 0,-1 0-1,1 1 1,0-1-1,0 1 1,0-1-1,-1 1 1,1 0 0,-1 0-1,-3-1 1,-51-14 173,36 13-223,-1 0-1,1 2 0,-1 1 0,1 0 1,-1 1-1,1 2 0,-42 9 0,52-9 18,0 0 1,0 1-1,0 0 0,1 1 0,-1 0 0,1 1 0,0 0 1,1 0-1,0 1 0,0 1 0,0-1 0,1 1 1,0 1-1,0-1 0,1 2 0,-9 13 0,12-13-34,1 0 1,0 0-1,0 0 0,1 1 0,1-1 0,0 1 0,0-1 0,1 1 0,0 0 1,0-1-1,2 1 0,-1-1 0,1 1 0,1-1 0,0 0 0,0 0 1,1 0-1,0 0 0,1-1 0,10 17 0,22 25 54,-15-23-49,34 61-1,-54-86 1,0 0 0,-1 1 1,1-1-1,-1 0 0,0 1 0,0-1 1,0 1-1,0-1 0,-1 1 0,1-1 1,-1 1-1,0 0 0,0-1 0,0 1 1,-1-1-1,1 1 0,-1 0 1,0-1-1,0 0 0,0 1 0,-1-1 1,1 1-1,-1-1 0,0 0 0,1 0 1,-1 0-1,-1 0 0,-4 5 0,-4 2 144,-1-1 0,-1 1-1,1-2 1,-2 0 0,-22 10-1,-1 2 95,-6 8 11,31-19-207,-1-1 0,0 0 0,0-1 1,0 0-1,-21 7 0,96-34-343,-44 12 135,0 2 0,0 0-1,0 1 1,1 1 0,0 1 0,0 0 0,0 2-1,27 0 1,-44 2 139,-1 0 0,1 0 0,-1 0 0,1 0 0,-1 0 0,0 0 0,0 1 0,1-1 0,-1 0 0,0 1 0,0-1 0,0 1 0,-1-1 0,1 1 0,0-1 0,0 1 0,-1 0 0,1-1 0,-1 1 0,0 0-1,1 0 1,-1-1 0,0 1 0,0 0 0,0 0 0,0-1 0,-1 3 0,-1 59-67,1-57 71,0 5 8,-1-1 0,0 0 0,-1 0 0,0 0 0,-1 0 0,0-1 0,-1 1 0,1-1 0,-11 14 0,-8 7 51,-35 37 0,11-14-13,29-31 23,3-4-42,0 1 0,-22 37 0,34-51 12,0 1 1,0 0-1,1 0 0,0 0 0,0 0 1,0 1-1,1-1 0,0 0 1,0 1-1,0-1 0,1 1 0,0-1 1,1 1-1,-1-1 0,3 8 0,-2-12-17,0 0 0,0 0 1,0 0-1,1 0 0,-1-1 0,1 1 0,0-1 0,-1 1 0,1-1 0,0 1 0,0-1 0,0 0 0,0 0 0,0 0 0,0 0 0,0 0 0,0-1 0,0 1 1,0 0-1,0-1 0,4 1 0,53 6 554,-57-6-543,219 1 1794,-220-2-1776,0 0 18,1 0 0,-1 1 0,0-1 0,1 0 1,-1-1-1,0 1 0,1 0 0,-1 0 0,0-1 0,0 1 1,1 0-1,-1-1 0,0 0 0,0 1 0,1-1 0,-1 1 0,0-1 1,0 0-1,1-2 1105,-8-3-7752,0-1 518</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36.836"/>
    </inkml:context>
    <inkml:brush xml:id="br0">
      <inkml:brushProperty name="width" value="0.025" units="cm"/>
      <inkml:brushProperty name="height" value="0.025" units="cm"/>
      <inkml:brushProperty name="color" value="#E71224"/>
    </inkml:brush>
  </inkml:definitions>
  <inkml:trace contextRef="#ctx0" brushRef="#br0">346 56 3777,'0'0'6791,"7"-11"-5938,18-32 333,-23 41 1286,-1 8-1025,-4 18-660,-11 32-867,-103 229 427,90-233-283,-2-1 0,-1-1 0,-49 59 0,-2-25-504,118-91-5800,-18-5 933</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37.363"/>
    </inkml:context>
    <inkml:brush xml:id="br0">
      <inkml:brushProperty name="width" value="0.025" units="cm"/>
      <inkml:brushProperty name="height" value="0.025" units="cm"/>
      <inkml:brushProperty name="color" value="#E71224"/>
    </inkml:brush>
  </inkml:definitions>
  <inkml:trace contextRef="#ctx0" brushRef="#br0">368 0 3633,'0'0'8063,"-6"12"-7372,-36 69 1904,-77 108 1,5-8-1785,95-146-745,1 1-1,3 0 0,-17 57 1,30-82-392,8-12-1419,9-5-245,3 4-1295,-5 1-1659</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38.127"/>
    </inkml:context>
    <inkml:brush xml:id="br0">
      <inkml:brushProperty name="width" value="0.025" units="cm"/>
      <inkml:brushProperty name="height" value="0.025" units="cm"/>
      <inkml:brushProperty name="color" value="#E71224"/>
    </inkml:brush>
  </inkml:definitions>
  <inkml:trace contextRef="#ctx0" brushRef="#br0">925 130 5841,'0'0'12191,"-3"-5"-11206,0-3-845,-2 1 0,1 0 0,-1-1 0,0 2-1,0-1 1,-1 0 0,0 1 0,0 0-1,0 1 1,-1-1 0,0 1 0,0 1 0,0-1-1,-1 1 1,1 0 0,-1 1 0,0 0 0,0 0-1,0 1 1,-11-2 0,-8-2-159,0 2 0,0 1-1,0 2 1,0 0 0,-38 5 0,52-3 18,1 1 1,-1 1-1,1 0 0,0 0 1,0 1-1,0 1 0,1 0 1,-1 1-1,1 0 0,1 0 0,-15 12 1,9-4 26,1 0-1,0 1 1,1 1 0,0 0 0,2 0-1,-14 24 1,-2 12 82,3 2-1,2 0 1,-31 111 0,10-1-71,-52 162 18,91-313-77,-2 0 1,1 0 0,-14 19-1,19-80-9137,1 16 3297</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38.687"/>
    </inkml:context>
    <inkml:brush xml:id="br0">
      <inkml:brushProperty name="width" value="0.025" units="cm"/>
      <inkml:brushProperty name="height" value="0.025" units="cm"/>
      <inkml:brushProperty name="color" value="#E71224"/>
    </inkml:brush>
  </inkml:definitions>
  <inkml:trace contextRef="#ctx0" brushRef="#br0">0 206 1504,'0'0'11772,"28"-2"-10432,182-19 454,-84-1-875,-1-6-1,154-55 0,-279 83-855,0 0 0,0 0-1,0-1 1,0 1-1,0 0 1,0 0-1,0 0 1,0 0-1,0 0 1,0 0-1,0 0 1,0 0-1,0 0 1,0 0-1,0-1 1,0 1 0,0 0-1,0 0 1,0 0-1,0 0 1,0 0-1,0 0 1,0 0-1,0 0 1,0 0-1,0 0 1,0 0-1,0 0 1,0-1 0,0 1-1,0 0 1,1 0-1,-20 2 478,12-2-533,0 2 0,1-1 0,-1 1-1,0 0 1,-10 5 0,2 2 1,0 1 1,1 0-1,0 1 1,-17 17-1,26-23-7,1 0-1,0 0 1,0 0-1,0 0 1,1 1 0,0-1-1,0 1 1,0 0-1,1 0 1,-1 0-1,2 0 1,-1 0-1,1 1 1,-1-1-1,1 9 1,1-4 14,-1-7-51,1 0 1,0 1 0,0-1 0,1 0 0,-1 0 0,1 0 0,0 1-1,2 5 1,-2-9 21,0 1-1,1-1 1,-1 1-1,0-1 1,1 0 0,-1 1-1,1-1 1,-1 0-1,1 0 1,-1 0-1,1 0 1,0-1-1,0 1 1,-1 0 0,1-1-1,0 1 1,0-1-1,0 1 1,0-1-1,-1 0 1,1 0-1,0 0 1,2 0 0,12 1-1,1-1 1,0 0 0,-1-1 0,1-1 0,-1-1 0,0 0 0,0-1 0,0-1-1,0 0 1,-1-1 0,0-1 0,0 0 0,0-1 0,-1-1 0,0 0 0,14-13-1,-24 19 7,-1 0 0,0 0-1,0-1 1,0 1-1,0-1 1,-1 0-1,1 0 1,-1 0-1,0 0 1,0 0-1,0 0 1,-1-1-1,1 1 1,0-6-1,0-4-50,-1 0 1,0 0-1,-1-17 0,0 11 63,0 18-6,0 0 0,0-1 0,0 1 0,-1 0 0,1 0 0,-1 0 1,1 0-1,-1 0 0,1 0 0,-1 0 0,0 0 0,0 0 0,0 0 0,0 0 1,0 0-1,-1 1 0,1-1 0,-1 1 0,1-1 0,-1 1 0,1-1 0,-1 1 1,0 0-1,0-1 0,1 1 0,-1 0 0,0 0 0,0 1 0,-3-2 0,-5 0-12,0 0-1,1 0 0,-1 1 0,0 0 1,-12 2-1,20-1 13,-1 0-70,1 0-1,0 0 1,0 0-1,0 0 1,0 1 0,0-1-1,0 1 1,0 0 0,0 0-1,0-1 1,0 1-1,0 0 1,0 1 0,0-1-1,0 0 1,1 0-1,-1 1 1,1-1 0,-1 1-1,1 0 1,-1-1-1,1 1 1,-2 3 0,1 0-439,0 0 0,0-1 0,1 1 0,-1 0 1,1 0-1,0 0 0,1 0 0,-1 0 0,1 6 1,0 10-3606</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39.026"/>
    </inkml:context>
    <inkml:brush xml:id="br0">
      <inkml:brushProperty name="width" value="0.025" units="cm"/>
      <inkml:brushProperty name="height" value="0.025" units="cm"/>
      <inkml:brushProperty name="color" value="#E71224"/>
    </inkml:brush>
  </inkml:definitions>
  <inkml:trace contextRef="#ctx0" brushRef="#br0">1 200 6601,'0'0'10713,"6"2"-10237,-1 0-367,-4-2-62,1 0 1,0 0 0,-1 0-1,1 1 1,-1-1-1,1 1 1,-1-1-1,0 1 1,1-1-1,-1 1 1,1 0-1,-1 0 1,0 0-1,0 0 1,1 0 0,-1 0-1,0 0 1,0 0-1,0 0 1,0 0-1,0 1 1,-1-1-1,1 0 1,0 1-1,0-1 1,-1 1-1,1-1 1,0 3-1,-1-4 478,0-24-145,-1-3-331,1 7 9,0 1 0,5-32 0,-4 45-85,0 0 0,1-1 0,0 1 0,0 1 0,0-1 0,1 0 0,0 0 0,0 1 0,1 0 0,-1-1 0,1 1 0,6-5 0,-5 8-524,0 0 1,1 0-1,-1 0 1,1 1-1,-1 0 1,1 0 0,0 1-1,-1-1 1,1 1-1,0 0 1,-1 1-1,11 1 1,4 0-2136,7-2-2461</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39.646"/>
    </inkml:context>
    <inkml:brush xml:id="br0">
      <inkml:brushProperty name="width" value="0.025" units="cm"/>
      <inkml:brushProperty name="height" value="0.025" units="cm"/>
      <inkml:brushProperty name="color" value="#E71224"/>
    </inkml:brush>
  </inkml:definitions>
  <inkml:trace contextRef="#ctx0" brushRef="#br0">1 200 6241,'0'0'11079,"0"70"-8232,2-30-2736,-2-39-116,0 1 0,0-1 0,0 0-1,0 0 1,1 0 0,-1 0-1,0 1 1,0-1 0,1 0 0,-1 0-1,1 0 1,-1 0 0,1 0 0,-1 0-1,1 0 1,0 0 0,-1 0 0,1 0-1,0-1 1,0 1 0,0 0-1,0 0 1,0-1 0,0 1 0,0 0-1,0-1 1,0 1 0,1 0 0,8-2-20,1 0 1,-1 0-1,1-1 1,-1-1-1,0 0 0,0 0 1,0-1-1,10-5 1,76-47 3,-71 40-64,-17 12 53,-5 3 29,-1 1 1,0-1-1,0 0 0,1 0 0,-1-1 1,0 1-1,0 0 0,-1-1 0,1 1 1,0-1-1,0 1 0,-1-1 0,1 0 1,-1 0-1,1 0 0,-1 0 1,0 0-1,0 0 0,1 0 0,-1-3 1,-1 5-65,2 2 65,-1 0 0,1 0 0,-1 0 0,0 0 0,0 0 0,0 0 0,0 1 0,0-1 0,-1 0 0,1 3 0,0-2 5,2 4-7,1 0-1,0 0 1,0 0-1,0 0 1,1 0-1,0-1 1,0 0-1,1 0 1,-1 0-1,1-1 1,1 1-1,-1-2 1,1 1-1,0-1 1,0 0-1,12 5 1,-15-7 0,0 0 1,1 0-1,-1 0 1,1-1-1,0 0 1,-1 0-1,1 0 1,0-1-1,0 1 1,-1-1-1,1 0 1,0-1-1,0 1 0,-1-1 1,1 0-1,0 0 1,-1 0-1,1-1 1,-1 1-1,1-1 1,-1 0-1,0-1 1,0 1-1,0-1 1,0 1-1,0-1 1,-1-1-1,5-4 0,3-4 45,-2-1-1,0-1 0,-1 0 1,0 0-1,-1 0 0,-1-1 1,0 0-1,4-19 0,-4 7 430,-1 0 0,-2-1 0,0-52-1,-3 80-558,0 16-3482,1 3 318,5 0-1999</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0.065"/>
    </inkml:context>
    <inkml:brush xml:id="br0">
      <inkml:brushProperty name="width" value="0.025" units="cm"/>
      <inkml:brushProperty name="height" value="0.025" units="cm"/>
      <inkml:brushProperty name="color" value="#E71224"/>
    </inkml:brush>
  </inkml:definitions>
  <inkml:trace contextRef="#ctx0" brushRef="#br0">372 0 9274,'0'0'10672,"-34"8"-10236,-109 29-15,134-35-360,0 1 1,1 0-1,-1 1 0,1 0 1,0 0-1,0 0 1,0 1-1,1 0 0,-11 10 1,1-1 59,-39 35 332,53-47-449,0 1 1,0 1-1,1-1 0,-1 0 1,1 1-1,0-1 0,0 1 0,0 0 1,1 0-1,-1 0 0,1 0 1,0 0-1,0 0 0,-1 7 0,3-10-16,0 0-1,0 0 0,0 0 1,0 0-1,0 0 0,0 0 1,0-1-1,0 1 0,0 0 1,1-1-1,-1 1 0,0-1 1,0 1-1,1-1 0,-1 0 1,0 0-1,1 1 0,-1-1 1,0 0-1,1 0 0,-1 0 1,0 0-1,1-1 0,-1 1 1,0 0-1,2-1 0,3 1-14,7-1 19,-1 0 1,1 0-1,0-1 0,-1-1 1,1 0-1,23-10 0,-30 10 14,1 0 0,-1 0 0,1 0 0,-1-1-1,0 0 1,0 0 0,-1-1 0,1 0 0,-1 0 0,0 0-1,-1-1 1,1 1 0,6-11 0,-10 12 132,1 3 0,3 18-313,4-3-1279,1 0 1,1 0-1,0-1 0,19 17 0,-6-13-3938</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0.423"/>
    </inkml:context>
    <inkml:brush xml:id="br0">
      <inkml:brushProperty name="width" value="0.025" units="cm"/>
      <inkml:brushProperty name="height" value="0.025" units="cm"/>
      <inkml:brushProperty name="color" value="#E71224"/>
    </inkml:brush>
  </inkml:definitions>
  <inkml:trace contextRef="#ctx0" brushRef="#br0">23 194 4241,'0'0'13071,"0"10"-12270,0 76 861,0-86-1650,0 0-1,0-1 1,-1 1 0,1 0 0,0 0 0,0 0-1,0 0 1,0 0 0,0 0 0,0 0-1,0-1 1,-1 1 0,1 0 0,0 0-1,0 0 1,0 0 0,0 0 0,0 0 0,-1 0-1,1 0 1,0 0 0,0 0 0,0 0-1,0 0 1,0 0 0,-1 0 0,1 0-1,0 0 1,0 0 0,0 0 0,0 0 0,0 0-1,-1 0 1,1 0 0,0 0 0,0 0-1,0 0 1,0 1 0,0-1 0,0 0 0,-1 0-1,1 0 1,0 0 0,0 0 0,0 0-1,0 0 1,0 0 0,0 1 0,0-1-1,0 0 1,0 0 0,-1 0 0,1 0 0,0 0-1,0 1 1,0-1 0,0 0 0,0 0-1,0 0 1,0 0 0,0 0 0,0 1-1,0-1 1,0 0 0,0 0 0,0 0 0,0 1-1,-7-14 712,4-4-726,0 0 0,2 1 0,0-1 0,0 0 0,2 0 0,3-25 0,-2 33-49,0 1 0,0 0-1,0 0 1,1 0 0,0 0-1,1 0 1,0 1 0,0 0-1,0-1 1,1 2 0,0-1-1,0 0 1,1 1 0,11-10-1,-15 14-77,0 1 0,1-1 0,-1 1-1,0-1 1,1 1 0,-1 0 0,1 0-1,-1 0 1,1 0 0,-1 1 0,1-1 0,0 1-1,-1-1 1,1 1 0,0 0 0,-1 0-1,1 0 1,4 1 0,-4 0-194,-1-1 1,0 1-1,1 0 1,-1 0 0,0 1-1,1-1 1,-1 0-1,0 1 1,0-1-1,0 1 1,0-1-1,-1 1 1,1 0-1,0 0 1,-1 0-1,1 0 1,-1 0-1,2 4 1,10 19-5012</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0.931"/>
    </inkml:context>
    <inkml:brush xml:id="br0">
      <inkml:brushProperty name="width" value="0.025" units="cm"/>
      <inkml:brushProperty name="height" value="0.025" units="cm"/>
      <inkml:brushProperty name="color" value="#E71224"/>
    </inkml:brush>
  </inkml:definitions>
  <inkml:trace contextRef="#ctx0" brushRef="#br0">241 497 12083,'0'0'8039,"-28"3"-7930,-92 11 0,115-13-99,0 0-1,1 0 0,-1 1 0,1-1 0,-1 1 0,1 0 0,0 1 1,0-1-1,0 1 0,0 0 0,0-1 0,0 2 0,1-1 1,-1 0-1,1 1 0,0 0 0,0-1 0,1 1 0,-1 0 0,1 1 1,-1-1-1,2 0 0,-1 1 0,0-1 0,1 1 0,0-1 1,0 1-1,0 0 0,0 0 0,1-1 0,0 1 0,0 0 0,0 0 1,0-1-1,1 1 0,2 9 0,-2-13-18,-1 0-1,1 1 1,-1-1-1,1 0 1,0 0 0,-1 0-1,1 1 1,0-1 0,0 0-1,0 0 1,0 0-1,0 0 1,0 0 0,0-1-1,1 1 1,-1 0-1,0 0 1,0-1 0,1 1-1,-1-1 1,0 1-1,1-1 1,-1 0 0,0 1-1,1-1 1,1 0-1,42 1-148,-32-1 151,-4-1-11,0-1 1,0 1-1,0-2 0,0 1 0,0-1 0,-1 0 1,1-1-1,-1 0 0,0-1 0,0 1 0,0-1 0,-1-1 1,9-7-1,14-14-434,43-49 1,-64 66 346,23-25 28,-2-2-1,-1-1 1,-2-1 0,-2-1 0,-2-1 0,-1-1-1,-2-1 1,20-68 0,-37 98 408,-1 1 1,0-1 0,-1 0-1,0-16 1,-2 29-286,1-1 1,-1 1 0,1 0-1,-1 0 1,1 0 0,-1-1-1,1 1 1,-1 0 0,1 0-1,-1 0 1,0 0 0,1 0-1,-1 0 1,1 0 0,-1 0-1,1 0 1,-1 0 0,0 1-1,1-1 1,-1 0 0,1 0-1,-1 0 1,1 1 0,-1-1 0,0 1-1,-7 4 22,0 1 0,1 0 0,0 0 0,0 1 0,1 0 0,0 0 1,0 0-1,0 1 0,-5 10 0,-5 8 218,-19 45 1,21-31-173,2 1 1,1 0-1,3 0 0,1 1 1,2 0-1,2 0 0,2 51 1,1-85-125,0-1 0,0 1 1,1 0-1,0-1 0,3 10 0,-3-15-31,0 0-1,-1 0 1,1 1-1,1-1 1,-1 0-1,0 0 1,0 0-1,1 0 1,-1-1-1,1 1 0,0 0 1,0-1-1,-1 1 1,1-1-1,0 1 1,0-1-1,0 0 1,0 0-1,1 0 1,-1 0-1,4 1 0,11 1-1321,0-1-1,0-1 0,29-1 0,-25 0-741,47 0-5765</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1.228"/>
    </inkml:context>
    <inkml:brush xml:id="br0">
      <inkml:brushProperty name="width" value="0.025" units="cm"/>
      <inkml:brushProperty name="height" value="0.025" units="cm"/>
      <inkml:brushProperty name="color" value="#E71224"/>
    </inkml:brush>
  </inkml:definitions>
  <inkml:trace contextRef="#ctx0" brushRef="#br0">180 1 9274,'0'0'9205,"-6"29"-7816,-2 2-1114,-36 194 1592,40-180-1930,-2 0 0,-2 0 0,-2-1 0,-2-1 1,-25 59-1,18-72-1999,0-16-2755,12-13 217</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1.567"/>
    </inkml:context>
    <inkml:brush xml:id="br0">
      <inkml:brushProperty name="width" value="0.025" units="cm"/>
      <inkml:brushProperty name="height" value="0.025" units="cm"/>
      <inkml:brushProperty name="color" value="#E71224"/>
    </inkml:brush>
  </inkml:definitions>
  <inkml:trace contextRef="#ctx0" brushRef="#br0">60 31 8938,'0'0'8623,"29"-6"-7891,90-15-168,-114 20-467,0 0-1,0 0 1,0 1-1,0 0 1,0 0-1,1 0 1,-1 1-1,0 0 1,8 2-1,-11-2-58,0-1 0,0 1 0,0 0 0,0 0 0,-1 0 0,1 0-1,0 1 1,-1-1 0,1 0 0,-1 1 0,0-1 0,1 1 0,-1-1 0,0 1-1,0 0 1,2 3 0,-1 2 41,-1-1 0,0 1-1,0-1 1,0 1 0,-1 0 0,0 0-1,0-1 1,0 1 0,-3 11-1,2-10 0,-1-3-42,0 0-1,1-1 0,-1 1 0,-1-1 1,1 1-1,-1-1 0,0 0 1,0 0-1,0 0 0,0 0 1,-1-1-1,1 1 0,-1-1 1,0 0-1,0 0 0,0 0 1,0 0-1,-1-1 0,-7 3 0,-2 2-12,0-1-1,-1-1 0,0 0 1,1-1-1,-22 3 0,-53-6-487,88-1 360,0 0-1,0 0 1,0 0-1,0 0 1,-1 0-1,1 0 1,0-1 0,0 1-1,0 0 1,0-1-1,0 1 1,0-1-1,0 1 1,0-1-1,0 0 1,0 1 0,1-1-1,-1 0 1,0 0-1,0 1 1,0-1-1,1 0 1,-1 0 0,1 0-1,-1 0 1,0 0-1,1 0 1,0 0-1,-1-2 1,0 1-424,1-1 1,-1 0-1,1 0 0,0 0 0,0 0 1,0 1-1,0-1 0,0 0 1,1 0-1,-1 0 0,3-4 1,7-13-4429</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2.019"/>
    </inkml:context>
    <inkml:brush xml:id="br0">
      <inkml:brushProperty name="width" value="0.025" units="cm"/>
      <inkml:brushProperty name="height" value="0.025" units="cm"/>
      <inkml:brushProperty name="color" value="#E71224"/>
    </inkml:brush>
  </inkml:definitions>
  <inkml:trace contextRef="#ctx0" brushRef="#br0">379 0 10242,'0'0'10748,"-27"7"-10395,-92 22 85,105-25-372,0 1 0,0 1-1,1 0 1,0 0 0,0 1 0,1 1 0,0 0 0,0 1 0,1 0 0,0 1 0,-13 15 0,20-21-64,-2 2 10,-1 1 0,1 0-1,1 0 1,0 1 0,0-1 0,0 1 0,1 0-1,0 1 1,0-1 0,1 1 0,0-1-1,1 1 1,0 0 0,0 0 0,1 0-1,0 17 1,1-25-46,1 0-1,0 0 1,-1 0-1,1 0 0,0 0 1,-1-1-1,1 1 1,0 0-1,0 0 1,0-1-1,0 1 1,0-1-1,0 1 0,0-1 1,0 1-1,0-1 1,0 0-1,0 1 1,0-1-1,0 0 1,0 0-1,0 0 1,0 1-1,0-1 0,0 0 1,1-1-1,-1 1 1,1 0-1,42-2-329,-39 1 355,3 0-57,0 0-1,0-1 0,0 0 1,-1 0-1,1-1 0,-1 0 1,1-1-1,-1 0 0,0 0 1,0 0-1,-1-1 0,1 0 1,-1 0-1,0 0 0,10-13 1,-4 3 72,-1 0 1,0-1-1,-1-1 1,-1 1 0,11-29-1,-17 34 2689,-4 25-1900,0 35-787,-1-16-347,6 50 0,-4-81 156,1 1 0,-1 0 0,1-1 0,0 1 0,0-1 0,0 0 0,0 1 0,1-1 0,-1 0 0,0 1 0,1-1 0,0 0 0,-1 0 0,1 0 0,0 0 0,0-1 0,0 1 0,0-1 0,1 1 0,-1-1 0,0 1 0,1-1 0,-1 0 0,4 1 0,5 1-1250,0 0 0,0-1 0,0 0 0,16 1 0,12-2-3762</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2.438"/>
    </inkml:context>
    <inkml:brush xml:id="br0">
      <inkml:brushProperty name="width" value="0.025" units="cm"/>
      <inkml:brushProperty name="height" value="0.025" units="cm"/>
      <inkml:brushProperty name="color" value="#E71224"/>
    </inkml:brush>
  </inkml:definitions>
  <inkml:trace contextRef="#ctx0" brushRef="#br0">288 1 3577,'0'0'18032,"-21"0"-17503,-70 1-188,78 0-308,0 1-1,1 0 1,-1 0-1,1 1 1,0 1-1,0 0 0,0 1 1,1 0-1,-20 12 1,29-16-28,0 1-23,-1-1 1,1 1-1,-1 0 0,1 0 1,-1 0-1,1 0 0,0 0 1,0 1-1,0-1 0,0 1 1,1-1-1,-1 1 0,-1 4 1,2-6-19,1 0 1,0 0-1,0 0 1,0 0-1,0 0 0,0 0 1,0 0-1,0 0 1,0 0-1,0 0 0,0 0 1,1 0-1,-1 0 1,0 0-1,1 0 1,-1 0-1,1-1 0,-1 1 1,1 0-1,-1 0 1,1 0-1,0 0 1,-1-1-1,1 1 0,0 0 1,-1-1-1,1 1 1,0 0-1,0-1 1,0 1-1,0-1 0,0 1 1,0-1-1,0 0 1,0 1-1,0-1 1,0 0-1,0 0 0,0 0 1,0 0-1,0 1 1,0-1-1,1-1 0,135 31-1261,-136-30 1297,-1 0 1,1 0 0,-1 0-1,1 0 1,0 0-1,-1 0 1,1 0 0,0 0-1,-1 0 1,1 0-1,-1 1 1,1-1-1,0 0 1,-1 0 0,1 1-1,-1-1 1,1 0-1,-1 1 1,1-1 0,-1 1-1,1-1 1,-1 1-1,0-1 1,1 1-1,-1-1 1,1 1 0,-1-1-1,0 1 1,0-1-1,1 1 1,-1-1 0,0 1-1,0 0 1,0-1-1,1 1 1,-1 0-1,0-1 1,0 1 0,0-1-1,0 1 1,0 0-1,0-1 1,-1 1-1,1 0 1,0-1 0,0 1-1,0-1 1,-1 1-1,1 0 1,0-1 0,0 1-1,-1-1 1,1 1-1,-1-1 1,1 1-1,0-1 1,-1 1 0,1-1-1,-1 0 1,1 1-1,-1-1 1,0 1 0,-32 23 387,-76 30 226,136-64-6780,4-5-28</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2.826"/>
    </inkml:context>
    <inkml:brush xml:id="br0">
      <inkml:brushProperty name="width" value="0.025" units="cm"/>
      <inkml:brushProperty name="height" value="0.025" units="cm"/>
      <inkml:brushProperty name="color" value="#E71224"/>
    </inkml:brush>
  </inkml:definitions>
  <inkml:trace contextRef="#ctx0" brushRef="#br0">263 4 7602,'0'0'15280,"-12"-1"-14737,-2-1-395,-1 2-1,1 0 0,0 0 1,0 1-1,0 1 1,0 0-1,0 1 1,0 1-1,-25 10 1,32-11-129,0 1 0,1 0 0,-1 0 0,1 1 0,-10 9 0,15-14-29,0 1 0,0 0 0,1 0 0,-1-1 1,0 1-1,1 0 0,-1 0 0,1 0 0,-1 0 0,1 0 0,-1 0 0,1 0 1,0 0-1,-1 0 0,1 0 0,0 0 0,0 0 0,0 0 0,-1 0 1,1 0-1,1 0 0,-1 0 0,0 0 0,0 0 0,0 0 0,0 0 0,1 0 1,-1 0-1,0 0 0,1 0 0,-1 0 0,1 0 0,-1 0 0,1 0 1,0 0-1,-1 0 0,1-1 0,0 1 0,-1 0 0,1 0 0,0-1 0,0 1 1,0-1-1,0 1 0,0 0 0,0-1 0,0 0 0,0 1 0,0-1 0,1 1 1,65 24-275,-55-22 257,-1 0 0,0 0 0,-1 1-1,1 1 1,-1 0 0,0 0 0,0 1-1,0 1 1,-1-1 0,11 11 0,-19-15 26,1-1 1,-1 1-1,0 0 1,1-1-1,-1 1 1,0 0-1,0 0 1,0 0-1,0 0 1,-1 0 0,1 0-1,-1 0 1,1 0-1,-1 0 1,1 0-1,-1 1 1,0-1-1,0 0 1,0 0-1,-1 0 1,1 0-1,0 0 1,-1 0-1,1 1 1,-1-1-1,0 0 1,1 0-1,-1 0 1,0-1-1,0 1 1,-1 0-1,1 0 1,0 0 0,-1-1-1,1 1 1,-1-1-1,1 1 1,-1-1-1,0 0 1,1 1-1,-3 0 1,-11 7 71,1 0 0,-1-1 0,0-1 1,-22 8-1,11-5-20,12-3-697,-36 12 1754,33-17-3554,2-4-3349,7-4-7164</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3.946"/>
    </inkml:context>
    <inkml:brush xml:id="br0">
      <inkml:brushProperty name="width" value="0.025" units="cm"/>
      <inkml:brushProperty name="height" value="0.025" units="cm"/>
      <inkml:brushProperty name="color" value="#E71224"/>
    </inkml:brush>
  </inkml:definitions>
  <inkml:trace contextRef="#ctx0" brushRef="#br0">495 1 7770,'0'0'7732,"-9"13"-6965,-207 321 4173,-14 10-4194,225-337-853,1-1 0,-1 1 0,1 0-1,1 0 1,-1 0 0,1 0 0,1 1-1,-1-1 1,1 1 0,0 0 0,-1 13-1,3-20-1041,31-40-4931,-17 17 1803</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4.444"/>
    </inkml:context>
    <inkml:brush xml:id="br0">
      <inkml:brushProperty name="width" value="0.025" units="cm"/>
      <inkml:brushProperty name="height" value="0.025" units="cm"/>
      <inkml:brushProperty name="color" value="#E71224"/>
    </inkml:brush>
  </inkml:definitions>
  <inkml:trace contextRef="#ctx0" brushRef="#br0">443 19 16,'0'0'14580,"9"-2"-10214,33-9-4172,-41 11-139,0-1 0,-1 1 0,1-1 0,0 0 0,0 1 0,0 0 0,-1-1 0,1 1 0,0-1 0,0 1 0,0 0 1,0 0-1,0 0 0,0-1 0,0 1 0,0 0 0,0 0 0,0 0 0,0 1 0,0-1 0,-1 0 0,1 0 0,0 0 0,0 1 0,1-1 0,-16 20 2386,-3 0-2728,-123 168 967,-122 216 0,250-384-700,-2 2-305,1 1 1,1 0-1,1 0 1,-11 37-1,21-53-893</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5.561"/>
    </inkml:context>
    <inkml:brush xml:id="br0">
      <inkml:brushProperty name="width" value="0.025" units="cm"/>
      <inkml:brushProperty name="height" value="0.025" units="cm"/>
      <inkml:brushProperty name="color" value="#E71224"/>
    </inkml:brush>
  </inkml:definitions>
  <inkml:trace contextRef="#ctx0" brushRef="#br0">270 0 7218,'0'0'10099,"0"8"-9634,-2 50 310,-2-1-1,-3 0 0,-2 0 0,-2-1 0,-21 60 0,-43 79-162,23-68-519,48-107-90,2-13 7,1-19-23,2 4-3,1 0 1,-1 0 0,1 0 0,1 0 0,0 0 0,0 1 0,0-1 0,1 1 0,0 0 0,1 0-1,0 0 1,0 1 0,0-1 0,8-6 0,-5 5-15,0 0 1,1 0-1,-1 1 0,2 0 0,-1 0 1,1 1-1,0 1 0,0 0 1,0 0-1,12-3 0,-15 6 13,1 0-1,-1 1 0,1 0 1,-1 1-1,1 0 0,-1 0 1,1 0-1,-1 1 1,10 2-1,-14-2 7,-1-1 1,0 1-1,1 0 1,-1 0-1,0 0 1,0 0-1,0 0 1,0 0-1,0 1 1,0-1 0,0 1-1,0 0 1,-1-1-1,1 1 1,0 0-1,-1 0 1,0 0-1,1 0 1,-1 0-1,0 0 1,0 1-1,0-1 1,0 0-1,0 0 1,-1 1-1,1-1 1,-1 0-1,0 1 1,1-1-1,-1 4 1,0 5-4,0 0 1,-1 0-1,0 0 0,-1-1 1,0 1-1,0-1 1,-7 17-1,7-22 22,-1 1 0,0-1 0,-1 0-1,1 0 1,-1-1 0,0 1 0,0-1 0,-1 1 0,1-1 0,-1-1 0,0 1 0,0-1-1,0 0 1,-1 0 0,-6 3 0,-5 0 21,1-1 1,-1-1-1,0 0 0,0-1 1,0-1-1,0 0 0,0-2 1,0 0-1,-32-4 0,45 4-6,0-1-1,1 1 0,-1-1 0,1 0 1,-1 0-1,1 0 0,-1 0 0,1 0 1,0-1-1,0 0 0,-1 0 1,1 0-1,0 0 0,1 0 0,-1 0 1,0-1-1,1 1 0,-1-1 0,1 0 1,0 0-1,0 0 0,0 0 0,0 0 1,0 0-1,1-1 0,0 1 0,-1 0 1,1-1-1,0 1 0,1-1 0,-2-6 1,3 9-84,1-1 0,-1 0 0,0 1 0,0-1 0,1 1 0,-1-1 0,1 1-1,-1 0 1,1 0 0,0-1 0,0 1 0,-1 0 0,1 0 0,0 1 0,0-1 0,0 0 0,0 1 0,0-1 0,3 0 0,91-21-4113,-36 9-1622,-8 0-4425</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6.013"/>
    </inkml:context>
    <inkml:brush xml:id="br0">
      <inkml:brushProperty name="width" value="0.025" units="cm"/>
      <inkml:brushProperty name="height" value="0.025" units="cm"/>
      <inkml:brushProperty name="color" value="#E71224"/>
    </inkml:brush>
  </inkml:definitions>
  <inkml:trace contextRef="#ctx0" brushRef="#br0">271 0 9946,'0'0'11960,"-15"4"-11532,-2-1-326,0 2 1,1 0-1,0 1 1,0 1-1,0 0 0,1 1 1,-17 12-1,15-7-19,2-2 16,0 0 0,-24 26-1,37-35-106,-1 0-1,1 1 1,0-1-1,0 1 1,0 0-1,0 0 1,1 0-1,-1 0 0,1 0 1,0 0-1,0 0 1,0 0-1,0 0 1,0 1-1,1-1 1,-1 0-1,1 0 0,0 1 1,0-1-1,0 0 1,1 1-1,0 4 1,0-7-5,0 0 1,-1 0-1,1 0 1,0-1 0,0 1-1,0 0 1,-1 0-1,1-1 1,0 1-1,0-1 1,0 1 0,0-1-1,0 1 1,0-1-1,1 0 1,-1 1-1,0-1 1,0 0 0,0 0-1,0 0 1,0 0-1,2 0 1,33 0-298,-25 0 194,-4-1 54,0 0 1,1 0 0,-1 0 0,0-1-1,0 0 1,0 0 0,-1-1 0,1 0 0,0 0-1,-1-1 1,0 1 0,0-1 0,0-1-1,0 1 1,5-6 0,0-1 44,-1 0 0,0-1 0,0 0 0,-1-1 0,-1 0 0,9-17 0,-12 113 479,-5-78-509,0 1-1,0-1 0,1 0 0,-1 0 1,1 0-1,0 0 0,0 0 1,1-1-1,0 1 0,2 6 0,-2-8-114,0-1-1,0 1 1,0-1-1,1 0 1,-1 0-1,1 0 1,-1 0-1,1 0 1,-1-1-1,1 1 1,0-1-1,0 1 1,0-1-1,0 0 1,0 0-1,0 0 0,0-1 1,0 1-1,4-1 1,90 5-6974,-57-5 1677</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6.263"/>
    </inkml:context>
    <inkml:brush xml:id="br0">
      <inkml:brushProperty name="width" value="0.025" units="cm"/>
      <inkml:brushProperty name="height" value="0.025" units="cm"/>
      <inkml:brushProperty name="color" value="#E71224"/>
    </inkml:brush>
  </inkml:definitions>
  <inkml:trace contextRef="#ctx0" brushRef="#br0">321 8 7826,'0'0'12300,"-19"-2"-11783,4 0-403,7 1-57,0 0 1,0 0 0,-1 1-1,1-1 1,0 2-1,0-1 1,-1 1 0,1 1-1,0-1 1,0 1-1,0 1 1,0 0 0,-11 5-1,-5 6 451,1 1 0,-33 27 1,51-39-498,0 1 0,0 1 0,1-1 1,-1 1-1,1 0 0,1 0 0,-1 0 1,1 0-1,-1 1 0,1 0 0,1-1 1,-1 1-1,1 0 0,0 0 1,1 0-1,-1 1 0,0 6 0,2-12-29,0 0-1,1 0 0,-1 0 0,0 0 0,0 0 1,1 0-1,-1 1 0,0-1 0,1 0 1,-1 0-1,1-1 0,0 1 0,-1 0 0,1 0 1,0 0-1,-1 0 0,1 0 0,0-1 1,0 1-1,0 0 0,-1-1 0,1 1 1,0 0-1,0-1 0,2 1 0,35 7-706,-21-8 277,-1 0 1,0-1-1,22-5 1,-2-4-1319,0-2 0,58-29 0,-10 3-4925</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6.859"/>
    </inkml:context>
    <inkml:brush xml:id="br0">
      <inkml:brushProperty name="width" value="0.025" units="cm"/>
      <inkml:brushProperty name="height" value="0.025" units="cm"/>
      <inkml:brushProperty name="color" value="#E71224"/>
    </inkml:brush>
  </inkml:definitions>
  <inkml:trace contextRef="#ctx0" brushRef="#br0">398 0 12739,'0'0'10294,"-30"36"-9627,-96 120 105,114-140-591,0 2-1,1-1 1,2 1-1,-1 1 1,2 0 0,1 0-1,-7 25 1,3-7 88,-123 418 1087,129-436-1352,-4 34 7,9-52-18,0-44-672,1 34 560,1 1-1,-1-1 1,1 1-1,1-1 1,0 1-1,0 0 1,1 0 0,-1 0-1,2 1 1,-1-1-1,1 1 1,0 0-1,1 0 1,12-12-1,10-8-583,61-45-1,-80 66 589,12-11-259,38-25-766,-55 39 1073,1 0-1,0 0 1,0 1 0,0 0 0,0 0 0,0 0 0,1 1 0,-1-1 0,0 1 0,7 0 0,-12 1 67,1 0 0,-1 0 1,0 1-1,1-1 1,-1 0-1,1 0 1,-1 0-1,1 1 1,-1-1-1,0 0 1,1 0-1,-1 1 1,0-1-1,1 0 0,-1 1 1,0-1-1,0 0 1,1 1-1,-1-1 1,0 0-1,0 1 1,1-1-1,-1 1 1,0-1-1,0 1 1,0-1-1,0 0 0,0 1 1,0-1-1,0 1 1,0-1-1,0 1 1,0-1-1,0 1 1,0 0-1,-2 15 144,2-15-122,-1 3 18,-1 1-1,0 0 1,0-1 0,-1 1-1,1-1 1,-1 0-1,0 0 1,0 0-1,0 0 1,-1 0-1,1-1 1,-1 0 0,0 1-1,0-1 1,0-1-1,-5 4 1,-9 5 76,0-1 1,-30 11-1,-2-2 756,-52 11 0,100-30-760,5 13 7,193 102 434,-188-110-875,1-1 0,0 0 0,0 0 0,0-1 0,0 0 0,13 2 0,30 0-6580,-25-5-473</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7.495"/>
    </inkml:context>
    <inkml:brush xml:id="br0">
      <inkml:brushProperty name="width" value="0.025" units="cm"/>
      <inkml:brushProperty name="height" value="0.025" units="cm"/>
      <inkml:brushProperty name="color" value="#E71224"/>
    </inkml:brush>
  </inkml:definitions>
  <inkml:trace contextRef="#ctx0" brushRef="#br0">1 193 7866,'0'0'11042,"3"6"-10372,1 3-262,-1 0 1,-1 1 0,1-1 0,-1 1 0,1 17 0,4 18 98,-7-43-512,1 1-1,-1-1 0,1 0 1,0 0-1,0 0 0,0 0 1,0 0-1,0 0 0,0 0 1,1 0-1,-1 0 0,1 0 1,-1-1-1,1 1 0,0-1 1,-1 1-1,1-1 1,0 0-1,0 1 0,0-1 1,0 0-1,0 0 0,1 0 1,-1-1-1,0 1 0,0-1 1,0 1-1,1-1 0,-1 1 1,0-1-1,1 0 0,-1 0 1,0 0-1,0-1 1,1 1-1,-1-1 0,0 1 1,5-2-1,2-1-63,0 1 0,-1-1-1,1-1 1,0 0 0,-1 0 0,0 0 0,0-1-1,11-9 1,-10 6-89,0-1-1,-1 1 0,0-2 1,0 1-1,-1-1 0,0 0 0,-1 0 1,0-1-1,4-12 0,-6 19 143,-2 4 13,-1 0 0,0 0 0,1 0 0,-1 1 0,0-1 0,1 0-1,-1 1 1,0-1 0,1 1 0,-1-1 0,0 1 0,0-1 0,1 1 0,-1 0-1,0 0 1,0 0 0,0 0 0,0 0 0,0 0 0,0 0 0,0 0 0,-1 0-1,1 0 1,0 0 0,-1 0 0,2 2 0,1 2 11,8 4-3,0 0-1,1-1 1,-1 0 0,1-1-1,1 0 1,0-1-1,0 0 1,0-1 0,0 0-1,1-1 1,-1-1-1,1 0 1,0-1 0,0-1-1,1 0 1,-1 0-1,21-3 1,-32 1 0,1 0 0,-1 0 0,1 0 0,-1 0 0,0-1 0,0 1 0,1-1 0,-1 0 0,0 0 0,-1 0-1,1 0 1,0-1 0,-1 1 0,1-1 0,-1 1 0,0-1 0,1 0 0,-2 0 0,1 0 0,0 0 0,0-1 0,-1 1 0,0 0 0,0-1 0,0 1 0,0 0 0,0-1 0,0-5 0,2-14 205,-1 0 1,0 0 0,-4-32-1,2 25 326,0 25-496,0 0 0,0 0 0,-1 0 0,0 0 0,0 0 0,0 0 0,0 0 0,-1 0 0,1 0 0,-1 0 0,-1 1 0,1-1 0,-1 1 0,-4-7 0,6 10-499</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7.949"/>
    </inkml:context>
    <inkml:brush xml:id="br0">
      <inkml:brushProperty name="width" value="0.025" units="cm"/>
      <inkml:brushProperty name="height" value="0.025" units="cm"/>
      <inkml:brushProperty name="color" value="#E71224"/>
    </inkml:brush>
  </inkml:definitions>
  <inkml:trace contextRef="#ctx0" brushRef="#br0">274 1 7058,'0'0'13137,"-27"1"-12424,-85 10-91,104-10-534,1 0 0,0 1 0,0 0 0,0 1 0,0 0 0,0 0 0,0 0 0,1 1 0,0 0 0,0 0 0,0 0 0,0 1 0,0 0 0,1 0 0,0 0 0,0 1 0,-5 8 0,8-12-89,1-1 1,-1 1-1,1 0 0,-1 0 0,1 0 0,0 0 0,0 0 1,0 0-1,0 0 0,0 1 0,1-1 0,-1 0 0,0 1 1,1-1-1,0 0 0,0 1 0,-1-1 0,1 0 0,1 1 1,-1-1-1,0 0 0,1 1 0,-1-1 0,1 0 1,-1 0-1,1 1 0,0-1 0,0 0 0,0 0 0,0 0 1,1 0-1,-1 0 0,1 0 0,-1 0 0,1-1 0,-1 1 1,1 0-1,0-1 0,0 1 0,0-1 0,0 0 0,0 0 1,0 0-1,0 0 0,0 0 0,0 0 0,1 0 0,-1-1 1,0 1-1,1-1 0,-1 1 0,4-1 0,2 0-20,-1 0-1,0 0 0,1 0 1,-1-1-1,0 0 1,0-1-1,0 1 0,0-1 1,0-1-1,0 1 1,13-8-1,-17 8 17,1-1-1,-1 1 1,1-1 0,-1 1-1,0-1 1,0 0 0,0 0 0,-1 0-1,1-1 1,-1 1 0,0-1-1,0 1 1,0-1 0,0 0-1,0 0 1,-1 0 0,0 0-1,0 0 1,0 0 0,0 0-1,0 0 1,-1-6 0,0 15-59,0 0 0,0 0 0,1 1-1,0-1 1,0 0 0,0 0 0,1 0 0,0 0 0,0 0 0,0 0 0,0 0 0,1 0 0,-1-1 0,1 1 0,1-1-1,-1 0 1,1 0 0,-1 0 0,7 4 0,-3-3-627,0 0 0,1-1 1,-1 0-1,1 0 0,0-1 0,1 0 0,-1 0 1,0-1-1,1 0 0,-1-1 0,13 1 0,18 0-5336</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8.288"/>
    </inkml:context>
    <inkml:brush xml:id="br0">
      <inkml:brushProperty name="width" value="0.025" units="cm"/>
      <inkml:brushProperty name="height" value="0.025" units="cm"/>
      <inkml:brushProperty name="color" value="#E71224"/>
    </inkml:brush>
  </inkml:definitions>
  <inkml:trace contextRef="#ctx0" brushRef="#br0">27 163 4849,'0'0'14883,"0"9"-14393,0-1-470,2 48 573,-2-54-550,0-1 0,0 1 0,0-1 0,0 1 0,0-1 0,0 1 0,-1-1 0,1 1 0,0-1 0,-1 1 0,1-1 0,-1 1 0,0-1 0,1 0 0,-1 0 0,0 1 0,0-1 0,0 0 0,0 0 0,0 0 0,0 0 0,0 0 0,0 0 0,0 0 0,0 0 0,-1 0 0,1 0 0,0-1 0,-1 1 0,1 0 0,0-1 0,-3 1 0,3-1 26,1-8-33,-1-5-55,1 0-1,1 0 1,0 0-1,1 0 1,0 1-1,1-1 1,0 1-1,1-1 1,0 1-1,1 0 1,1 1-1,0-1 0,0 1 1,1 0-1,1 1 1,-1-1-1,2 2 1,-1-1-1,19-15 1,-23 23-549,0 0 1,1-1-1,-1 1 1,1 1-1,-1-1 1,1 1-1,0-1 1,0 1 0,-1 1-1,1-1 1,0 1-1,0-1 1,0 2-1,9 0 1,4-1-2246,8 0-1774</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8.754"/>
    </inkml:context>
    <inkml:brush xml:id="br0">
      <inkml:brushProperty name="width" value="0.025" units="cm"/>
      <inkml:brushProperty name="height" value="0.025" units="cm"/>
      <inkml:brushProperty name="color" value="#E71224"/>
    </inkml:brush>
  </inkml:definitions>
  <inkml:trace contextRef="#ctx0" brushRef="#br0">341 522 368,'0'0'20786,"-23"-1"-20014,0 0-584,-19-3 375,0 3 0,-44 4-1,80-3-524,0 1 0,1 0-1,-1 0 1,1 0-1,-1 1 1,1 0-1,-1 0 1,1 1-1,0-1 1,0 1-1,0 0 1,0 0 0,1 1-1,-1-1 1,1 1-1,0 0 1,0 1-1,0-1 1,1 1-1,-1-1 1,1 1 0,0 0-1,1 0 1,-1 0-1,1 1 1,0-1-1,0 1 1,1-1-1,-1 1 1,1-1-1,0 7 1,1-10-42,0-1-1,1 1 1,-1-1-1,1 1 1,-1-1-1,1 1 1,0-1-1,-1 0 1,1 1-1,0-1 1,0 0-1,0 0 1,0 0-1,0 0 1,0 0-1,0 0 1,0 0-1,1 0 1,-1 0-1,0 0 1,1 0-1,-1-1 1,0 1-1,1-1 1,-1 1-1,1-1 1,-1 1-1,1-1 1,-1 0-1,1 0 1,-1 0-1,1 0 1,-1 0-1,1 0 1,-1 0-1,2-1 1,6 1-18,0-1 0,-1 0 0,1 0 1,-1-1-1,0 0 0,10-3 0,3-5-147,0-1-1,-1-1 0,0 0 0,-1-2 0,34-30 1,80-91-1172,-101 99 914,-1-2-1,50-79 1,-71 100 590,0-1 0,-2 0 0,0-1-1,-1 1 1,-1-1 0,-1-1 0,-1 1 0,0-1 0,-1 0 0,-1-20 0,-16 51 1153,-7 20-920,0 1 1,3 1 0,0 1-1,-19 54 1,-37 153 290,70-224-751,0 0 0,1 0 1,1 0-1,1 1 1,0-1-1,2 22 0,0-38-18,-1 1-1,1 0 1,0 0-1,0-1 1,-1 1-1,1 0 1,0-1-1,0 1 1,1-1-1,-1 1 1,0-1-1,0 0 1,1 1-1,-1-1 0,1 0 1,-1 0-1,1 0 1,-1 0-1,1 0 1,0 0-1,0-1 1,-1 1-1,1-1 1,0 1-1,0-1 1,2 1-1,57 5-1921,-45-6 1413,62 3-3005,4-2-2550</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9.113"/>
    </inkml:context>
    <inkml:brush xml:id="br0">
      <inkml:brushProperty name="width" value="0.025" units="cm"/>
      <inkml:brushProperty name="height" value="0.025" units="cm"/>
      <inkml:brushProperty name="color" value="#E71224"/>
    </inkml:brush>
  </inkml:definitions>
  <inkml:trace contextRef="#ctx0" brushRef="#br0">224 0 9194,'0'0'14439,"-11"21"-13200,2-4-971,-5 9 118,2 1 1,0 0 0,-8 35 0,-2 15 20,11-32-484,-2-1 0,-2 0 0,-26 52 0,18-65-2582,22-30 2016,0 0 0,0 0 0,0 0 0,-1-1 0,1 1 0,0 0 0,0-1 1,-1 1-1,1-1 0,0 1 0,-1-1 0,1 1 0,0-1 0,-3 0 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9.441"/>
    </inkml:context>
    <inkml:brush xml:id="br0">
      <inkml:brushProperty name="width" value="0.025" units="cm"/>
      <inkml:brushProperty name="height" value="0.025" units="cm"/>
      <inkml:brushProperty name="color" value="#E71224"/>
    </inkml:brush>
  </inkml:definitions>
  <inkml:trace contextRef="#ctx0" brushRef="#br0">0 71 9434,'0'0'11028,"32"-13"-9984,100-38-111,-129 50-866,0 0-1,1 0 0,-1 0 1,1 0-1,-1 0 0,1 1 1,-1-1-1,1 1 0,-1 0 1,1 0-1,3 1 0,-6 0-42,0-1 0,1 0 0,-1 1 0,0-1-1,1 1 1,-1 0 0,0 0 0,0-1 0,1 1 0,-1 0-1,0 0 1,0 0 0,0 0 0,0 0 0,0 0 0,-1 0-1,1 0 1,1 2 0,-1 2 20,1-1 1,-1 1-1,0 0 1,0 0-1,0 0 0,-1-1 1,1 1-1,-1 0 0,-1 7 1,1-3 58,0-5-83,0 11 89,0-1 0,-1 1 0,0 0 0,-5 18 0,4-27-85,0-1 0,0 0 0,0 0 0,-1 0 0,1-1 0,-1 1 0,-1-1 0,1 1 0,0-1 0,-1 0 0,0 0 0,0-1 0,0 1 0,-9 5 0,8-6-7,1 0 1,0-1-1,-1 0 0,1 1 1,-1-1-1,0-1 1,1 1-1,-1-1 0,0 0 1,0 0-1,0 0 0,0 0 1,0-1-1,0 0 0,0 0 1,0-1-1,0 1 0,0-1 1,-8-2-1,9 1-138,1 0 1,0 0-1,0 1 1,0-2-1,0 1 0,0 0 1,0-1-1,0 1 0,1-1 1,-1 0-1,1 0 1,0 0-1,0 0 0,0 0 1,0-1-1,1 1 0,-1 0 1,1-1-1,0 1 0,0-1 1,0 0-1,0 1 1,1-1-1,-1 0 0,1 1 1,1-9-1,-1 11-39,0 1 0,0-1 0,0 0-1,1 0 1,-1 0 0,0 0 0,1 0 0,-1 1-1,1-1 1,-1 0 0,1 0 0,0 0 0,-1 1-1,1-1 1,0 0 0,-1 1 0,1-1 0,0 1-1,0-1 1,-1 1 0,1-1 0,0 1 0,0 0-1,0-1 1,0 1 0,0 0 0,0 0 0,-1-1 0,1 1-1,0 0 1,0 0 0,0 0 0,0 0 0,0 0-1,0 0 1,0 1 0,0-1 0,0 0 0,1 1-1,7-1-666,23-3-4010</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49.936"/>
    </inkml:context>
    <inkml:brush xml:id="br0">
      <inkml:brushProperty name="width" value="0.025" units="cm"/>
      <inkml:brushProperty name="height" value="0.025" units="cm"/>
      <inkml:brushProperty name="color" value="#E71224"/>
    </inkml:brush>
  </inkml:definitions>
  <inkml:trace contextRef="#ctx0" brushRef="#br0">283 32 9722,'0'0'12425,"4"-6"-11226,6-13-312,-11 19-855,1-1 1,0 1 0,0-1-1,0 1 1,0 0 0,-1-1-1,1 1 1,0 0 0,0 0-1,-1-1 1,1 1 0,0 0-1,-1 0 1,1-1 0,0 1-1,0 0 1,-1 0 0,1 0-1,-1-1 1,1 1 0,0 0-1,-1 0 1,1 0 0,0 0-1,-1 0 1,1 0 0,-1 0-1,1 0 1,0 0 0,-1 0-1,1 0 1,-1 0 0,-8 1 153,1 1 1,0 0-1,-1 0 0,-14 6 1,1 0-154,1 1 1,-1 1-1,2 0 0,-1 2 1,-27 21-1,41-28-41,1 1-1,0-1 1,0 1-1,1 0 1,0 1 0,0 0-1,0-1 1,1 2-1,0-1 1,0 0 0,1 1-1,0 0 1,0-1-1,1 1 1,0 0 0,0 0-1,1 1 1,0-1-1,0 9 1,1-16-10,0 0 0,1 0 0,-1 0 1,0 0-1,0 0 0,0 0 0,1 0 0,-1 0 0,0 0 0,1 0 1,-1 0-1,1 0 0,0 0 0,-1 0 0,1-1 0,-1 1 0,1 0 1,0 0-1,0 0 0,0-1 0,-1 1 0,1 0 0,0-1 0,0 1 1,2 0-1,32 5-269,-26-6 219,0-1 0,0 0 0,0-1 0,0 0 0,0 0 0,9-4 0,2-5-66,-1-1 1,-1-1-1,0 0 0,-1-2 0,-1 0 1,25-28-1,-7 7 158,-18 25 611,-19 29 428,-1-2-1240,-1 15 247,1 0 0,1 1 0,2 32-1,1-64-112,0 1-1,0 0 0,0 0 1,1 0-1,-1-1 0,0 1 1,0 0-1,1 0 0,-1-1 1,1 1-1,-1 0 0,0-1 1,1 1-1,-1 0 0,1-1 1,0 1-1,-1-1 0,1 1 1,-1-1-1,1 1 0,0-1 1,-1 1-1,1-1 1,0 0-1,0 1 0,-1-1 1,1 0-1,0 0 0,0 1 1,0-1-1,-1 0 0,2 0 1,29 1-1357,-24-2 920,27-1-2828,-2-9-2221</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0.338"/>
    </inkml:context>
    <inkml:brush xml:id="br0">
      <inkml:brushProperty name="width" value="0.025" units="cm"/>
      <inkml:brushProperty name="height" value="0.025" units="cm"/>
      <inkml:brushProperty name="color" value="#E71224"/>
    </inkml:brush>
  </inkml:definitions>
  <inkml:trace contextRef="#ctx0" brushRef="#br0">321 1 9778,'0'0'14825,"-24"-1"-14152,-81 1-106,95 1-495,0 0 0,1 0-1,-1 1 1,0 0 0,1 0 0,0 1 0,-1 0 0,1 1 0,0 0 0,1 1-1,-1 0 1,1 0 0,-9 7 0,15-10-69,1-2-8,0 1 0,0-1 0,0 1 0,0 0-1,0-1 1,0 1 0,0 0 0,1 0 0,-1-1-1,0 1 1,0 0 0,1 0 0,-1 0 0,1 0-1,-1 0 1,1 0 0,-1 0 0,1 0 0,-1 0 0,1 0-1,0 2 1,0-3-8,0 1 0,1 0-1,-1 0 1,0 0 0,1-1 0,-1 1 0,1 0-1,-1-1 1,1 1 0,-1 0 0,1-1-1,0 1 1,-1-1 0,1 1 0,0-1 0,-1 1-1,1-1 1,0 1 0,0-1 0,-1 0-1,2 1 1,55 13-612,-44-12 534,-12-2 80,11 3-254,1 0-1,-1 1 1,1 0-1,19 10 1,-30-13 251,0 0 1,-1 0 0,1 0-1,0 0 1,0 0 0,0 1-1,-1-1 1,1 1-1,-1-1 1,1 1 0,-1-1-1,0 1 1,1 0 0,-1 0-1,0 0 1,0-1 0,0 1-1,0 0 1,-1 0 0,1 0-1,-1 1 1,1-1-1,-1 0 1,1 0 0,-1 0-1,0 0 1,0 0 0,0 1-1,-1-1 1,1 0 0,0 0-1,-1 0 1,1 0 0,-1 0-1,0 0 1,1 0-1,-3 3 1,0-1 31,-1 1-1,0-1 1,0 0-1,-1 0 1,1-1-1,-1 1 1,0-1-1,1 0 1,-1 0-1,-1-1 1,1 1-1,-10 2 1,-10 6 59,-4 4 46,13-5 14,-1-2 1,0 0-1,-25 7 1,31-14-152,9-1-212,55-55-8215,-22 27 2149</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0.710"/>
    </inkml:context>
    <inkml:brush xml:id="br0">
      <inkml:brushProperty name="width" value="0.025" units="cm"/>
      <inkml:brushProperty name="height" value="0.025" units="cm"/>
      <inkml:brushProperty name="color" value="#E71224"/>
    </inkml:brush>
  </inkml:definitions>
  <inkml:trace contextRef="#ctx0" brushRef="#br0">385 1 9010,'0'0'15897,"-33"3"-14746,-105 13-254,129-15-792,0 1 0,0 0-1,0 1 1,1-1 0,-1 2 0,1-1-1,-10 6 1,14-6-79,0 0-1,0 1 1,0-1-1,0 1 1,0 0 0,1 0-1,-1 0 1,-2 6-1,5-9-33,0 0 0,0 0 0,0 0 0,1 0 0,-1 0-1,0 0 1,1 0 0,-1 1 0,0-1 0,1 0 0,0 0 0,-1 1 0,1-1-1,0 0 1,0 1 0,0-1 0,0 0 0,0 1 0,0-1 0,0 0-1,0 1 1,0-1 0,1 0 0,-1 1 0,0-1 0,1 0 0,-1 1-1,1-1 1,0 0 0,-1 0 0,1 0 0,0 0 0,0 0 0,0 0 0,-1 0-1,1 0 1,0 0 0,0 0 0,2 1 0,4 2-107,0 0 0,1-1-1,0 0 1,-1 0 0,14 2 0,6 4-382,-20-6 366,0 0-1,0 1 1,0 0 0,-1 1 0,0 0 0,1-1 0,8 11 0,-14-14 122,1 0 0,-1 1-1,0-1 1,1 1 0,-1-1 0,0 1 0,0 0 0,0-1 0,0 1-1,0 0 1,0 0 0,-1 0 0,1 0 0,0-1 0,-1 1 0,0 0-1,1 0 1,-1 0 0,0 0 0,0 0 0,0 0 0,0 0 0,-1 0-1,1 0 1,0 0 0,-1 0 0,1 0 0,-1 0 0,0 0 0,0 0-1,0-1 1,0 1 0,0 0 0,0-1 0,0 1 0,0 0 0,-2 1-1,-6 3 61,0-1 1,0 1-1,0-1 0,-1-1 0,1 0 0,-1 0 0,-16 3 0,6 0 110,10-4-168,0 0 1,0 0 0,-1-1-1,1 0 1,0-1-1,-1 0 1,1-1 0,0 0-1,-20-3 1,18-3-2435,4-9-3301</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3.261"/>
    </inkml:context>
    <inkml:brush xml:id="br0">
      <inkml:brushProperty name="width" value="0.025" units="cm"/>
      <inkml:brushProperty name="height" value="0.025" units="cm"/>
      <inkml:brushProperty name="color" value="#E71224"/>
    </inkml:brush>
  </inkml:definitions>
  <inkml:trace contextRef="#ctx0" brushRef="#br0">367 7 4673,'0'0'9467,"23"-6"-662,-35 6-8796,0 0 0,1 1 1,-1 0-1,0 1 0,0 0 0,1 1 0,-1 0 1,1 1-1,-16 8 0,-9 7-11,1 2 0,2 2 0,-43 35 0,57-36-123,20-12 23,15-5 22,-6-4 69,216 23-21,-202-20-26,0 1-1,-1 1 1,0 2 0,0 0 0,-1 1-1,0 2 1,31 19 0,-48-27 47,0 1 0,0-1 1,-1 1-1,1 0 0,-1 1 0,0-1 1,0 1-1,0 0 0,-1 0 0,0 0 1,0 0-1,0 1 0,-1-1 0,1 1 1,-1-1-1,-1 1 0,1 0 0,-1 0 1,0 0-1,0 0 0,-1 0 1,1 0-1,-1 0 0,-1 0 0,1 0 1,-1 0-1,0 0 0,-1 0 0,1 0 1,-1 0-1,0-1 0,-1 1 0,1 0 1,-1-1-1,0 0 0,-1 0 1,1 0-1,-1 0 0,-4 4 0,-10 8 100,-1 0 0,0-2 0,-2 0 0,1-1 1,-2-1-1,1-1 0,-2-1 0,1-1 0,-2-1 0,1-1 0,-1-1 0,0-1 0,-1-2 0,1 0 0,-1-1 0,-49-2 0,69 0-78,1-2 0,-1 1 0,1-1 0,-1 1 0,1-1 0,-1 0 0,1-1 1,0 1-1,-1-1 0,1 0 0,0 0 0,0 0 0,0-1 0,0 1 0,1-1 0,-1 0 0,1 0 0,0 0 0,-1 0 0,2-1 0,-1 0 1,0 1-1,1-1 0,-4-6 0,2 0-176,-1-1-1,2 1 1,-1-1 0,2 0 0,-1-1 0,1 1 0,1 0 0,0-22-1,2 32-89,1 0-1,0 0 1,-1 0-1,1 0 0,0 0 1,0 1-1,-1-1 1,1 1-1,0-1 1,0 1-1,0 0 0,0-1 1,0 1-1,0 0 1,-1 0-1,1 1 0,0-1 1,0 0-1,2 1 1,3-1-728,24 0-4365,-4 0-3305</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3.757"/>
    </inkml:context>
    <inkml:brush xml:id="br0">
      <inkml:brushProperty name="width" value="0.025" units="cm"/>
      <inkml:brushProperty name="height" value="0.025" units="cm"/>
      <inkml:brushProperty name="color" value="#E71224"/>
    </inkml:brush>
  </inkml:definitions>
  <inkml:trace contextRef="#ctx0" brushRef="#br0">359 1 10418,'0'0'6252,"-19"26"-4659,4-6-1217,-3 3 73,1 1 0,0 1 0,2 0 0,1 2 0,-18 49 0,-57 251 1904,61-209-1738,-58 159 1,77-232-737,25-54-471,81-63-447,-73 52 752,0 1 1,1 1 0,1 2 0,1 0-1,41-17 1,-43 27 266,-24 6 24,-1-1-1,1 1 1,-1 0-1,1 0 1,-1 0-1,1 1 1,-1-1-1,1 0 1,0 0-1,-1 0 1,1 0-1,-1 0 1,1 1-1,-1-1 1,1 0-1,-1 1 1,0-1-1,1 0 1,-1 0-1,1 1 1,-1-1-1,0 1 1,1-1-1,-1 0 1,0 1 0,1-1-1,-1 1 1,0-1-1,1 1 1,-1-1-1,0 1 1,0-1-1,0 1 1,0-1-1,0 1 1,1 0-1,-1-1 1,0 1-1,0-1 1,-1 2-1,1 27 253,-1-11-142,1 0 1,0-1 0,2 1 0,4 25 0,-5-38-145,0-1-1,1 0 1,-1 0-1,1 0 1,0 0 0,0 0-1,0 0 1,0 0-1,1-1 1,-1 1 0,1-1-1,0 1 1,0-1-1,0 0 1,1-1 0,-1 1-1,1 0 1,0-1-1,-1 0 1,1 0 0,0 0-1,0 0 1,8 2-1,3-2-1146,-1 0 1,2-1-1,23 0 0,-25-2-162,32 1-4292</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4.192"/>
    </inkml:context>
    <inkml:brush xml:id="br0">
      <inkml:brushProperty name="width" value="0.025" units="cm"/>
      <inkml:brushProperty name="height" value="0.025" units="cm"/>
      <inkml:brushProperty name="color" value="#E71224"/>
    </inkml:brush>
  </inkml:definitions>
  <inkml:trace contextRef="#ctx0" brushRef="#br0">360 0 9978,'0'0'9293,"-34"10"-8649,-104 35-3,125-41-474,0 0 0,0 2 0,1 0 0,-1 0 0,1 1 0,-22 16 0,15-8 106,11-10-165,-29 25 300,36-29-402,0 0 0,0 1 0,0-1 1,-1 0-1,1 1 0,0-1 0,1 1 0,-1-1 0,0 1 0,0 0 0,1-1 0,-1 1 0,1 0 0,-1-1 0,1 1 1,0 0-1,0 0 0,0 0 0,0-1 0,0 1 0,0 0 0,0 1 0,2-1-11,0 0 0,-1-1-1,1 1 1,0-1 0,0 0-1,0 0 1,0 0 0,0 0-1,0 0 1,0 0 0,0 0-1,0 0 1,0-1 0,1 1-1,-1-1 1,0 0 0,0 0 0,1 0-1,1 0 1,56 2-44,-55-2 44,6 0-67,1 0-1,-1 0 1,0-2-1,0 1 1,0-2 0,-1 1-1,1-1 1,19-9-1,-25 9 54,1 0 0,-1-1 0,0 1 0,0-1 0,0-1 0,-1 1 0,1-1 0,-1 0 0,0 0-1,0 0 1,-1 0 0,0 0 0,0-1 0,0 0 0,0 0 0,3-12 0,-2-12 173,-6 52 89,2-19-269,-1 0-33,1-1 1,-1 1 0,1-1-1,0 1 1,0-1-1,0 1 1,0-1-1,1 1 1,-1-1-1,1 1 1,-1-1-1,1 1 1,0-1 0,0 0-1,0 1 1,0-1-1,1 0 1,-1 0-1,0 0 1,1 0-1,0 0 1,-1 0-1,1 0 1,0 0-1,0-1 1,0 1 0,0-1-1,0 1 1,0-1-1,1 0 1,-1 0-1,0 0 1,1 0-1,4 1 1,13 1-2013,0 0 1,37-2-1,-7-1-4214</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4.849"/>
    </inkml:context>
    <inkml:brush xml:id="br0">
      <inkml:brushProperty name="width" value="0.025" units="cm"/>
      <inkml:brushProperty name="height" value="0.025" units="cm"/>
      <inkml:brushProperty name="color" value="#E71224"/>
    </inkml:brush>
  </inkml:definitions>
  <inkml:trace contextRef="#ctx0" brushRef="#br0">263 0 12883,'0'0'6629,"-20"39"-4904,-4 3-1293,5-9-140,0 1 1,2 1-1,2 1 0,1 0 0,-9 43 0,-10 59 490,6 1 0,6 1 0,-3 197 0,23-328-841,-1-9-114,-2-16-516,5-3 297,0-1-1,2 1 0,0 0 0,1-1 1,1 1-1,0 1 0,2-1 0,0 1 1,1 0-1,1 1 0,0 0 0,2 0 1,0 1-1,0 0 0,18-18 0,-2 3-277,1 0-1,1 2 0,1 1 0,2 1 0,56-36 1,-81 59 669,12-3 142,-18 16 1307,-1-2-1212,0-1 0,-1 1 1,0-1-1,-1 0 0,1 0 0,-1 1 1,0-1-1,-1 0 0,1-1 0,-1 1 0,0 0 1,-1-1-1,1 1 0,-1-1 0,-9 9 1,6-7-142,0-1 0,-1 0 1,1 0-1,-1-1 1,-1 0-1,1-1 0,-1 1 1,1-2-1,-1 1 1,-14 3-1,-73 18 168,49-11 247,45-13-475,0-1-1,1 1 1,-1 0-1,0-1 0,1 1 1,-1 0-1,1 0 1,-1 0-1,1 0 0,-1 1 1,1-1-1,0 0 0,-1 1 1,1-1-1,0 1 1,0-1-1,0 1 0,0-1 1,0 1-1,1 0 1,-1-1-1,0 4 0,0 0-14,2-1 0,-1 0 0,0 1 0,1-1 0,0 0 0,0 1 0,0-1 0,0 0 0,1 0 0,0 0 0,0 0 0,0 0 0,0 0 0,1-1 0,-1 1 0,1-1 0,0 1 0,0-1 0,0 0 0,0 0 0,5 2 0,7 10-5,-4-4-8,1-1 0,0 0 0,0-1 0,0 0 0,1-1-1,1 0 1,0-1 0,-1-1 0,24 7 0,-27-10-385,0-1-1,0 0 1,0 0 0,0-1 0,0-1-1,0 0 1,0 0 0,1-1-1,-1 0 1,0-1 0,0 0-1,-1 0 1,1-1 0,0-1-1,10-5 1,25-13-5576</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5.236"/>
    </inkml:context>
    <inkml:brush xml:id="br0">
      <inkml:brushProperty name="width" value="0.025" units="cm"/>
      <inkml:brushProperty name="height" value="0.025" units="cm"/>
      <inkml:brushProperty name="color" value="#E71224"/>
    </inkml:brush>
  </inkml:definitions>
  <inkml:trace contextRef="#ctx0" brushRef="#br0">162 100 3649,'0'0'14131,"24"-1"-13318,189-5 1309,-209 6-2096,1-1 0,-1 1 1,1-1-1,-1 0 0,1 0 0,-1-1 0,0 0 1,0 1-1,6-5 0,-9 6-10,0-1 1,0 0-1,0 0 1,0 1 0,0-1-1,0 0 1,-1 0-1,1 0 1,0 0-1,0 0 1,-1 0-1,1-1 1,-1 1-1,1 0 1,-1 0-1,1 0 1,-1-1-1,0 1 1,0 0-1,1 0 1,-1-1-1,0 1 1,0 0 0,0 0-1,0-1 1,-1 1-1,1 0 1,0 0-1,0-1 1,-1 1-1,1 0 1,-1 0-1,1 0 1,-1 0-1,1-1 1,-1 1-1,0 0 1,0 0-1,0-1 1,-2 0 3,0-1 0,1 0-1,-1 1 1,0 0 0,0 0 0,0 0 0,0 0-1,-1 0 1,1 1 0,0-1 0,-1 1 0,1 0-1,-1 0 1,0 0 0,1 0 0,-6 0 0,-66-2 145,63 3-140,-33 0 29,-52 7-1,80-5-50,1 1 0,-1 1 0,1 1-1,-1 0 1,1 1 0,-20 11-1,34-16 5,0 0-1,0 0 1,1 0-1,-1 0 0,0 1 1,0-1-1,1 1 0,-1-1 1,1 1-1,0-1 1,-1 1-1,1 0 0,0 0 1,0 0-1,0-1 1,0 1-1,0 0 0,0 0 1,1 0-1,-1 1 0,1-1 1,-1 0-1,1 0 1,0 0-1,0 0 0,0 0 1,0 1-1,0-1 1,1 2-1,0 0 13,0-1 0,0 1 0,1-1 0,-1 0 0,1 0 0,0 1 0,0-1 0,0 0 0,0-1 0,0 1 0,1 0 0,-1-1 0,1 1 0,0-1 0,-1 0 0,7 4 0,8 3-176,0-1-1,0 0 0,1-1 1,0-1-1,1-1 1,-1-1-1,25 3 0,12-2-3957,63-3 0,-85-2 1306,41 0-6705</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5.552"/>
    </inkml:context>
    <inkml:brush xml:id="br0">
      <inkml:brushProperty name="width" value="0.025" units="cm"/>
      <inkml:brushProperty name="height" value="0.025" units="cm"/>
      <inkml:brushProperty name="color" value="#E71224"/>
    </inkml:brush>
  </inkml:definitions>
  <inkml:trace contextRef="#ctx0" brushRef="#br0">27 395 8450,'0'0'13101,"-1"16"-12549,0-3-388,1 0 65,0 0 0,-1 0 0,0 0-1,-2-1 1,1 1 0,-1 0-1,-5 11 1,3-39 190,4-14-459,1 12 28,0 0 0,2 1 0,0 0 0,0-1 0,2 1 0,0 0 0,1 0 0,0 0 0,10-17 0,106-199-511,-119 227 349,0 1-1,0 0 1,1 0 0,0 0 0,0 0-1,0 1 1,0-1 0,1 1-1,-1-1 1,1 1 0,0 0-1,0 1 1,0-1 0,6-2-1,1 1-980,0 0 0,1 1-1,0 0 1,16-1-1,-13 2-482,29-4-6052</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6.074"/>
    </inkml:context>
    <inkml:brush xml:id="br0">
      <inkml:brushProperty name="width" value="0.025" units="cm"/>
      <inkml:brushProperty name="height" value="0.025" units="cm"/>
      <inkml:brushProperty name="color" value="#E71224"/>
    </inkml:brush>
  </inkml:definitions>
  <inkml:trace contextRef="#ctx0" brushRef="#br0">834 0 11642,'0'0'8722,"-38"7"-6979,4-2-1403,-10 1 129,0 3-1,0 1 1,-81 32-1,72-21-32,-165 73 852,187-79-1130,0 2 0,1 2 1,1 0-1,-40 36 0,64-51-150,1 0 0,0 0-1,1 1 1,-1 0-1,1-1 1,0 1-1,0 0 1,0 0-1,0 1 1,1-1-1,0 0 1,-1 7 0,2-10-15,1 0 1,0 1-1,0-1 1,0 0 0,0 1-1,0-1 1,0 0-1,1 0 1,-1 0 0,1 1-1,-1-1 1,1 0-1,0 0 1,0 0 0,0 0-1,0 0 1,0 0-1,1 0 1,-1 0 0,0-1-1,1 1 1,0 0-1,-1-1 1,1 1 0,0-1-1,0 0 1,-1 1-1,1-1 1,0 0 0,0 0-1,4 1 1,17 5-63,0-1 1,0 0-1,0-2 1,1-1-1,39 0 0,-9 1-162,8 1-79,22 1-304,88 19-1,-169-24 602,4 1-36,1-1 0,-1 1 1,0 1-1,13 5 0,-19-7 50,0-1 1,0 1-1,0-1 1,0 1-1,0 0 1,0-1-1,0 1 1,-1 0-1,1-1 0,0 1 1,0 0-1,-1 0 1,1 0-1,0 0 1,-1 0-1,1 0 1,-1 0-1,1 0 0,-1 0 1,0 0-1,1 0 1,-1 0-1,0 0 1,0 0-1,0 0 1,0 0-1,0 0 0,0 1 1,0-1-1,0 0 1,0 0-1,0 0 1,-1 0-1,1 0 1,0 0-1,-1 0 0,1 0 1,-1 0-1,1 0 1,-1 0-1,0 0 1,1 0-1,-2 1 1,-7 7 132,0-1 1,0 0 0,-1 0 0,0-1 0,-1 0 0,0-1 0,0 0-1,-14 5 1,-12 8 245,-147 67 712,43-23-1070,139-62-761,10-1-1069,4 0 746,0-1 0,1-1 1,-1 0-1,0-1 1,16-5-1,22-11-4456</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6.433"/>
    </inkml:context>
    <inkml:brush xml:id="br0">
      <inkml:brushProperty name="width" value="0.025" units="cm"/>
      <inkml:brushProperty name="height" value="0.025" units="cm"/>
      <inkml:brushProperty name="color" value="#E71224"/>
    </inkml:brush>
  </inkml:definitions>
  <inkml:trace contextRef="#ctx0" brushRef="#br0">212 28 9458,'0'0'16814,"-29"25"-16203,-90 82-164,112-100-403,-1 0 0,1 1 0,1-1-1,-1 2 1,1-1 0,-8 16 0,12-19-40,0 0 1,1 1-1,0-1 1,0 0-1,0 0 0,0 1 1,1-1-1,0 7 1,0-11-12,0 1 0,1 0 0,-1-1 1,0 1-1,0-1 0,1 1 0,-1 0 1,1-1-1,0 1 0,-1-1 0,1 0 1,0 1-1,0-1 0,0 0 0,0 1 1,0-1-1,0 0 0,0 0 0,0 0 1,0 0-1,1 0 0,1 2 0,2-1-8,-1 0-1,1 0 0,-1 0 0,1-1 0,0 0 0,-1 0 1,9 1-1,7-1-40,0 0 1,34-5-1,-52 4 54,8-2-66,1 0-1,0-1 1,-1-1 0,0 1-1,0-2 1,0 1 0,0-1 0,-1-1-1,1 0 1,-1 0 0,-1-1 0,1 0-1,-1-1 1,13-16 0,-16 19 67,0-1 0,0 0 1,-1 0-1,0 0 0,0-1 1,-1 1-1,0-1 0,0 0 0,0 0 1,-1 0-1,0 0 0,0-1 1,-1 1-1,0-1 0,0 1 1,-1 0-1,0-1 0,0 1 0,-1-1 1,0 1-1,0-1 0,-5-11 1,4 15 12,0 0 0,0 0-1,-1 0 1,0 0 0,0 1 0,0 0 0,0-1 0,0 1 0,-1 0 0,1 0 0,-1 1 0,0-1 0,0 1 0,0 0 0,0 0 0,0 0 0,0 1 0,-1-1 0,1 1 0,-6-1 0,-2 0-29,0 0 0,-1 1 0,0 0 0,1 1 1,-1 0-1,-14 3 0,25-3-87,-1 1 1,1 0-1,0-1 1,0 1-1,0 0 1,1 0-1,-1 1 1,0-1-1,0 0 1,0 1-1,1-1 1,-1 1-1,1-1 1,-3 4-1,4-5-140,-1 1-1,0 0 0,1 0 1,-1 0-1,1 0 1,-1 0-1,1-1 0,-1 1 1,1 0-1,0 0 0,-1 0 1,1 0-1,0 0 0,0 0 1,0 0-1,0 0 0,0 1 1,0-1-1,0 0 0,0 0 1,0 0-1,0 0 0,1 0 1,-1 0-1,0 0 0,1 0 1,-1-1-1,0 1 1,1 0-1,0 0 0,-1 0 1,2 1-1,14 5-5294</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6.743"/>
    </inkml:context>
    <inkml:brush xml:id="br0">
      <inkml:brushProperty name="width" value="0.025" units="cm"/>
      <inkml:brushProperty name="height" value="0.025" units="cm"/>
      <inkml:brushProperty name="color" value="#E71224"/>
    </inkml:brush>
  </inkml:definitions>
  <inkml:trace contextRef="#ctx0" brushRef="#br0">52 243 12363,'0'0'11944,"0"23"-11644,0 98 80,0-121-264,-14-3 256,11 0-361,0 1 1,0-1 0,1 0-1,-1 0 1,1 0 0,-1 0 0,1-1-1,0 1 1,0 0 0,1-1-1,-1 0 1,1 1 0,0-1-1,0 0 1,0 0 0,0 1-1,0-7 1,-3-76 23,5 68-1,-1 9-37,0 0 1,1 0 0,1-1 0,0 1 0,0 0-1,0 0 1,1 1 0,1-1 0,0 0 0,4-7 0,4-3-51,1 0 0,30-32 0,-22 34-1111,-20 17 792,0 0-1,0-1 1,0 1 0,0 0 0,0 0-1,0 0 1,0-1 0,1 1-1,-1 0 1,0 0 0,0 1 0,0-1-1,0 0 1,0 0 0,0 1-1,0-1 1,0 0 0,0 1 0,0-1-1,0 1 1,2 0 0,9 6-6211</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7.100"/>
    </inkml:context>
    <inkml:brush xml:id="br0">
      <inkml:brushProperty name="width" value="0.025" units="cm"/>
      <inkml:brushProperty name="height" value="0.025" units="cm"/>
      <inkml:brushProperty name="color" value="#E71224"/>
    </inkml:brush>
  </inkml:definitions>
  <inkml:trace contextRef="#ctx0" brushRef="#br0">290 1 3145,'0'0'21216,"-27"32"-19845,-85 106-161,98-121-973,2 1 0,0 0 1,1 1-1,0 0 1,2 0-1,1 1 0,0 1 1,1-1-1,1 1 0,-3 25 1,-1-2-39,-2 22-157,2 0 0,3 0 1,3 95-1,4-160-69,0 0 0,0 0 0,0-1 1,1 1-1,-1 0 0,0 0 0,0-1 0,1 1 0,-1 0 0,0 0 0,1-1 1,-1 1-1,1 0 0,-1-1 0,1 1 0,-1 0 0,1-1 0,0 1 1,-1-1-1,1 1 0,0-1 0,-1 0 0,1 1 0,0-1 0,0 1 0,-1-1 1,2 0-1,32 5-791,-23-5 408,1-1 0,-1 0 0,0-1-1,11-3 1,-1-3-812,-2-1-1,1-1 1,-1-1-1,-1 0 0,21-17 1,-15 11-1223,22-14-3905</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1:57.336"/>
    </inkml:context>
    <inkml:brush xml:id="br0">
      <inkml:brushProperty name="width" value="0.025" units="cm"/>
      <inkml:brushProperty name="height" value="0.025" units="cm"/>
      <inkml:brushProperty name="color" value="#E71224"/>
    </inkml:brush>
  </inkml:definitions>
  <inkml:trace contextRef="#ctx0" brushRef="#br0">1 74 5657,'0'0'17964,"237"0"-16900,-140 0-544,-8 0-376,1-6-144,-19-4-264,6-9-1720,-26-4-3241,-19 7-5137</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5:00.512"/>
    </inkml:context>
    <inkml:brush xml:id="br0">
      <inkml:brushProperty name="width" value="0.025" units="cm"/>
      <inkml:brushProperty name="height" value="0.025" units="cm"/>
    </inkml:brush>
  </inkml:definitions>
  <inkml:trace contextRef="#ctx0" brushRef="#br0">354 71 2585,'0'0'7081,"-17"8"-5735,-10 6-530,1 0 0,1 2 0,-33 26 0,39-25-576,1 1 0,1 0 0,1 1 0,0 1 0,1 1 0,2 0 0,0 1 0,1 1 0,1 0 0,1 0 0,2 1 0,0 0 0,1 0 0,2 1 0,0 0 0,2 0 0,-1 39 0,4-33-225,1 0 0,1-1 1,10 44-1,-9-62-14,0-1 1,1 1-1,0-1 1,1 0-1,0 0 1,1 0-1,0-1 1,1 0-1,0 0 1,1 0-1,15 15 1,-17-21 3,-1 0 1,1 0 0,0-1 0,0 1-1,1-1 1,-1-1 0,1 1-1,-1-1 1,1 0 0,0 0 0,11 0-1,81 2 107,-74-4-107,-15 0 4,0-1-1,0 0 1,-1-1 0,1 1 0,0-2-1,0 0 1,-1 0 0,0 0-1,0-1 1,0-1 0,0 1-1,11-9 1,-8 4 5,-1-1 0,1 0 0,-2-1 0,0 0 0,0-1 0,-1 0 0,12-20 0,-6 4 46,-1-1 0,-1-1 1,-2 0-1,-1 0 0,-1-2 0,-2 1 1,4-33-1,-7 19 137,-2 0 1,-2-1-1,-5-46 0,3 78-112,-1 0 0,0 0 0,-1 1 0,0-1 0,-1 1 0,0 0 0,-1 0 0,-1 0 0,0 1 0,-1 0 0,0 1 0,0 0 0,-2 0 0,1 0 0,-1 1 0,-1 1 0,0 0 0,0 0 0,0 1 0,-1 1 0,-1 0 0,1 0 0,-1 1 0,0 1 0,0 0 0,-17-3 1,-1 1-30,-1 2 1,0 1 0,-58 1-1,90 8-271,-1-1-1,1 1 0,0 0 1,0-1-1,1 1 1,-1-1-1,1 1 0,2 5 1,38 13-5943,-16-16-316</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5:01.119"/>
    </inkml:context>
    <inkml:brush xml:id="br0">
      <inkml:brushProperty name="width" value="0.025" units="cm"/>
      <inkml:brushProperty name="height" value="0.025" units="cm"/>
    </inkml:brush>
  </inkml:definitions>
  <inkml:trace contextRef="#ctx0" brushRef="#br0">602 1 6513,'0'0'10932,"-27"5"-10041,-93 21-62,106-22-633,0 1-1,0 1 0,1-1 0,0 2 0,0 0 0,0 1 0,1 0 1,1 1-1,-19 16 0,4-2 153,1-4-231,2 2 0,0 0 0,2 2 0,0 0 0,2 1 0,1 1 0,0 1 0,2 1 0,1 0 0,1 1 0,2 0 0,1 1 0,1 1 0,1 0 0,2 0 0,-7 59 0,13-84-115,-3 38 34,4 80 0,1-109-31,0 0 0,2 0 0,0 0 0,0-1 0,1 1 0,1-1-1,0 0 1,1 0 0,14 21 0,-8-16 76,2 0 0,1-1 1,0-1-1,30 26 0,-34-33 17,0-1 0,1 0 0,0-1 1,0 0-1,0 0 0,1-2 0,0 0 0,25 7 1,-30-11 531,1-1-4268</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5:01.956"/>
    </inkml:context>
    <inkml:brush xml:id="br0">
      <inkml:brushProperty name="width" value="0.025" units="cm"/>
      <inkml:brushProperty name="height" value="0.025" units="cm"/>
    </inkml:brush>
  </inkml:definitions>
  <inkml:trace contextRef="#ctx0" brushRef="#br0">0 85 4281,'0'0'11458,"11"0"-10908,80 0 1953,-88 0-2424,0 1 0,0 0 0,0 0 1,0 0-1,0 0 0,-1 0 0,1 0 0,0 1 0,-1-1 0,1 1 1,-1 0-1,1 0 0,-1 0 0,0 0 0,0 0 0,0 1 1,0-1-1,0 0 0,0 1 0,-1 0 0,1-1 0,-1 1 0,0 0 1,0 0-1,0 0 0,0-1 0,0 1 0,0 5 0,3 7 32,-1 1 0,-1 0-1,0 0 1,-1 17 0,0 8 163,0-28-191,0 0-1,0 0 0,-2 0 1,1 0-1,-2 0 1,0 0-1,0 0 0,-7 18 1,9-31-76,0 0 1,0 0-1,0-1 1,-1 1-1,1 0 1,0 0-1,0-1 1,0 1-1,0 0 1,-1 0-1,1-1 1,0 1-1,0 0 1,0 0-1,-1 0 1,1-1-1,0 1 1,0 0-1,-1 0 1,1 0-1,0 0 1,-1 0-1,1-1 1,0 1-1,0 0 1,-1 0-1,1 0 1,0 0-1,-1 0 1,1 0-1,0 0 1,-1 0-1,1 0 1,0 0-1,0 0 1,-1 0-1,1 1 1,0-1-1,-1 0 1,1 0-1,0 0 1,0 0-1,-1 0 1,1 1-1,0-1 1,0 0-1,-1 0 1,1 0-1,0 1 1,0-1-1,0 0 1,-1 0-1,1 1 1,0-1-1,0 0 1,0 0-1,0 1 0,0-1 1,-1 0-1,1 1 1,-5-33 56,5 28-52,-2-17-15,1 0-1,1 0 0,1 1 1,0-1-1,2 0 0,1 1 1,0 0-1,1-1 1,12-26-1,-14 38-3,1 0 0,1-1 0,-1 2 0,1-1 0,1 1 0,0 0-1,0 0 1,1 0 0,-1 1 0,2 0 0,-1 0 0,1 1 0,0 0 0,0 0 0,1 1 0,-1 0 0,1 0 0,1 1-1,-1 1 1,0-1 0,18-3 0,-23 7 0,0-1 0,-1 1 0,1-1 0,0 1 0,0 0 0,0 1 0,0-1 0,0 1 0,-1-1 0,5 2-1,-6-1 12,0 0 0,-1 0-1,1 0 1,0 0-1,-1 0 1,1 0-1,-1 0 1,0 0 0,1 0-1,-1 1 1,0-1-1,0 1 1,0-1 0,0 1-1,0-1 1,1 3-1,0 3 54,0 1 1,0 0-1,-1 0 0,0 0 0,-1 0 0,1 0 0,-3 15 1,2 2 143,-1-15-91,0-1 0,-1 1 0,0-1 0,-1 1 0,0-1 0,0 0 0,-1 0-1,-5 10 1,4-10-62,0 0 0,1 0 0,1 1 0,0-1 0,0 1 0,1 0 0,0 0 0,-1 13 0,3 47 55,0-69-106,1-1 0,-1 1 0,0 0 0,1 0 1,-1 0-1,0-1 0,1 1 0,-1 0 0,1-1 0,-1 1 0,1 0 0,-1-1 0,1 1 0,0-1 1,-1 1-1,1-1 0,0 1 0,-1-1 0,1 1 0,0-1 0,0 1 0,0-1 0,-1 0 1,1 0-1,0 1 0,0-1 0,0 0 0,-1 0 0,1 0 0,0 0 0,1 0 0,35 1-912,-29-1 349,-4 0 375,53-5-3445,-30-6-636</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5:02.784"/>
    </inkml:context>
    <inkml:brush xml:id="br0">
      <inkml:brushProperty name="width" value="0.025" units="cm"/>
      <inkml:brushProperty name="height" value="0.025" units="cm"/>
    </inkml:brush>
  </inkml:definitions>
  <inkml:trace contextRef="#ctx0" brushRef="#br0">0 14 5265,'0'0'8894,"8"-2"-8477,43-4 380,68 1 0,-117 5-529,-2 32 2533,-1-28-2741,0 0 0,-1 0 0,1 0 0,-1 0 0,0-1 0,0 1 0,0 0 0,0-1-1,-1 0 1,1 0 0,-1 1 0,0-2 0,0 1 0,-4 3 0,-21 26 217,-4 6 29,26-32-214,0 0 1,0 1 0,1 0-1,0 0 1,-5 8 0,10-15-82,0 1 0,0-1 0,1 1 0,-1-1 0,0 1 0,0-1 0,0 1 0,0-1 0,0 1 0,1-1 0,-1 0 0,0 1 0,0-1 0,1 1 0,-1-1 0,0 0 0,1 1 0,-1-1 0,0 0 0,1 0 0,-1 1 0,1-1 0,-1 0 0,0 0 0,1 1 0,-1-1 0,1 0 0,-1 0 0,1 0 0,-1 0 0,1 0 0,-1 0 0,1 1 0,-1-1 0,0 0 0,1 0 0,-1-1 0,1 1 0,-1 0 0,1 0 0,-1 0 0,2 0 0,32 0 106,-26 0-82,118 0 668,-125 0-504</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5:03.439"/>
    </inkml:context>
    <inkml:brush xml:id="br0">
      <inkml:brushProperty name="width" value="0.025" units="cm"/>
      <inkml:brushProperty name="height" value="0.025" units="cm"/>
    </inkml:brush>
  </inkml:definitions>
  <inkml:trace contextRef="#ctx0" brushRef="#br0">2 8 1592,'0'0'11996,"-2"-6"-10206,3 6-1755,-1 0 1,0 0 0,0 0-1,0 0 1,0 0 0,0 0 0,0 0-1,0 1 1,0-1 0,0 0-1,0 0 1,0 0 0,0 0 0,1 0-1,-1 0 1,0 0 0,0 0-1,0 0 1,0 0 0,0 0 0,0 0-1,0-1 1,0 1 0,0 0-1,0 0 1,0 0 0,1 0 0,-1 0-1,0 0 1,0 0 0,0 0-1,0 0 1,0 0 0,0 0 0,0 0-1,0 0 1,0 0 0,0 0 0,0 0-1,0 0 1,0 0 0,0-1-1,0 1 1,0 0 0,0 0 0,0 0-1,0 0 1,0 0 0,36 39 1891,36 53 0,-7-9-840,-34-43-578,0 0 0,38 70-1,-59-90-354,0 1 0,0 0 0,-2 1-1,-1 0 1,-1 0 0,-1 0 0,5 47-1,-8-48 33,-1 0 1,-1 1-1,-1-1 0,-1 0 0,0 0 0,-2 0 1,-1 0-1,0 0 0,-16 36 0,7-30 33,-2-1 0,0-1 0,-2-1 0,-24 27 0,7-9 46,28-31-4</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0.508"/>
    </inkml:context>
    <inkml:brush xml:id="br0">
      <inkml:brushProperty name="width" value="0.025" units="cm"/>
      <inkml:brushProperty name="height" value="0.025" units="cm"/>
    </inkml:brush>
  </inkml:definitions>
  <inkml:trace contextRef="#ctx0" brushRef="#br0">908 55 9266,'-1'12'8059,"0"0"-5010,0 15-407,5-42-2302,-3 13-375,0 0 1,-1-1 0,1 1 0,-1 0 0,1 0 0,-1-1-1,0 1 1,1 0 0,-1 0 0,-1-5 0,0 4-34,1 0 0,-1 0 0,-1 0 0,1 0 0,0 0 0,-1 0 1,0 0-1,1 0 0,-1 0 0,0 1 0,0-1 0,-1 1 0,1-1 1,0 1-1,-1 0 0,0 0 0,1 0 0,-1 0 0,0 1 0,0-1 1,0 1-1,0-1 0,0 1 0,0 0 0,-1 0 0,1 1 0,0-1 1,0 1-1,-7-1 0,-3 1 29,0 0-1,0 0 1,0 1-1,1 1 1,-1 0 0,-20 7-1,-8 5 40,2 2 0,0 2 1,0 1-1,2 2 0,-40 30 0,3 5 32,-88 85 1,120-102 10,-50 62 1,82-88-17,0 0-1,1 0 1,0 1-1,2 0 1,-1 1 0,2-1-1,0 1 1,0 1 0,-5 30-1,10-42 0,0 0 0,1 0 0,0 0 0,0 0 1,0 0-1,0 0 0,1 0 0,-1 0 0,1 0 0,0 0 0,0 0 0,1 0 0,-1 0 0,1-1 0,0 1 0,0 0 0,0-1 0,4 5 1,-2-4 25,0 0 0,0-1 1,1 1-1,0-1 1,-1 0-1,1 0 1,0-1-1,0 1 1,1-1-1,-1 0 1,10 2-1,10 0 68,0-1 0,0-1-1,0-2 1,42-3 0,-61 3-142,18-1-104,1 0-107,-1-1 1,40-9-1,-49 7-1217,0-1 0,0-1 0,21-11 0,48-31-5937</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0.906"/>
    </inkml:context>
    <inkml:brush xml:id="br0">
      <inkml:brushProperty name="width" value="0.025" units="cm"/>
      <inkml:brushProperty name="height" value="0.025" units="cm"/>
    </inkml:brush>
  </inkml:definitions>
  <inkml:trace contextRef="#ctx0" brushRef="#br0">237 6 9826,'-2'-1'476,"-1"0"-1,1 0 1,-1 0-1,1 1 1,0-1 0,-1 1-1,1-1 1,-1 1-1,1 0 1,-1 0-1,1 0 1,-1 1 0,1-1-1,-5 2 1,1-1-88,0 1 0,1 1 0,-1-1 0,1 1 0,-10 7 0,-2 3-212,0 2-1,-22 23 1,32-31 303,-2 3-371,-1 0 0,1 1 0,1 0 0,0 0 0,-12 23 0,18-31-110,1-1 0,0 1 0,0 0 0,0-1 0,1 1 0,-1 0 0,1 0 0,-1 0 0,1-1 0,0 1 0,0 0 0,0 0 0,0 0 0,1-1 0,-1 1 0,1 0 0,0 0 0,-1-1 0,1 1 0,0 0 0,1-1 0,-1 1 0,0-1 0,1 0 0,0 1 0,-1-1 0,1 0 0,0 0 0,0 0 0,0 0 0,0 0 0,0 0 0,1-1 0,-1 1 0,5 2 0,1-1-20,0 1 0,0-1 0,0-1 0,0 1 0,0-1 0,1-1 0,-1 1 0,0-1 0,1-1 0,-1 0 0,1 0 0,-1-1 0,1 0 0,-1 0 0,1-1 0,-1 0 0,0 0 0,0-1 0,0 0 0,13-7 0,-16 7 22,1 0 1,-1 0-1,0 0 0,0-1 0,0 0 0,-1 0 1,1 0-1,-1 0 0,0-1 0,0 0 0,-1 0 0,1 0 1,-1 0-1,0 0 0,0-1 0,-1 1 0,0-1 1,0 0-1,0 0 0,0 0 0,-1 0 0,0 0 0,-1 0 1,1 0-1,-1 0 0,0 0 0,0 0 0,-1 0 0,-2-9 1,2 11 7,-1-1 0,1 1 0,-1 0 1,0 0-1,-1 0 0,1 0 0,-1 1 1,1-1-1,-1 1 0,0 0 0,-1-1 1,1 1-1,0 0 0,-1 1 0,0-1 1,1 1-1,-1 0 0,-6-3 0,7 3-67,-1 1-1,1 0 1,0 0-1,-1 0 0,1 0 1,-1 0-1,1 1 0,-1-1 1,1 1-1,-1 0 1,1 0-1,-1 1 0,1-1 1,-1 1-1,1-1 1,0 1-1,-1 0 0,1 0 1,0 1-1,-1-1 1,1 1-1,0 0 0,0-1 1,-3 4-1,4-3-154,1-1-1,-1 0 1,1 1-1,0-1 1,0 1-1,0-1 1,0 1-1,0 0 1,0 0-1,0-1 1,0 1-1,1 0 1,-1 0 0,1 0-1,0 0 1,-1-1-1,1 1 1,0 0-1,0 0 1,0 0-1,0 0 1,0 0-1,1 0 1,-1 0-1,0 0 1,2 3 0,18 58-5210</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1.510"/>
    </inkml:context>
    <inkml:brush xml:id="br0">
      <inkml:brushProperty name="width" value="0.025" units="cm"/>
      <inkml:brushProperty name="height" value="0.025" units="cm"/>
    </inkml:brush>
  </inkml:definitions>
  <inkml:trace contextRef="#ctx0" brushRef="#br0">366 625 8418,'0'-2'898,"0"-1"0,0 1 0,0-1 0,0 1 0,0-1 0,-1 1 0,1-1 0,-1 1 1,0-1-1,-1-3 0,1 5-718,0 0 1,-1 0 0,1 0-1,0 0 1,-1 0-1,1 0 1,0 1-1,-1-1 1,1 0 0,-1 1-1,1-1 1,-1 1-1,0-1 1,1 1 0,-1 0-1,1 0 1,-4 0-1,-17 0 74,0 0 0,1 2 0,-1 0-1,1 2 1,-1 0 0,1 2 0,0 0 0,1 1-1,-37 19 1,51-23-254,0 0 0,0 0 0,0 1 0,0 0 0,1 0 0,0 0 0,0 1 0,0 0 0,0 0-1,1 0 1,0 1 0,-7 10 0,10-13-9,-1 1 0,1-1 0,0 1 0,0 0 0,0-1 0,0 1 0,1 0 1,-1 0-1,1 0 0,0 0 0,0-1 0,1 1 0,-1 0 0,1 0 0,-1 0 0,1-1 0,1 1 0,-1 0 0,0-1 0,1 1 0,0-1 0,0 0 0,4 7 0,-4-7-29,1 1-1,-1-1 1,1 0-1,0 0 0,0 0 1,0 0-1,0-1 1,0 1-1,0-1 1,1 0-1,0 0 1,-1 0-1,1 0 1,0-1-1,0 1 1,0-1-1,0 0 1,0 0-1,0-1 1,0 1-1,0-1 0,0 0 1,0 0-1,0 0 1,0-1-1,0 1 1,0-1-1,0 0 1,0 0-1,7-3 1,3-2-35,-1-1 1,0 0-1,0 0 0,-1-2 1,0 1-1,0-2 1,14-14-1,4-7-123,-3-1-1,0-1 0,-2-1 1,-2-2-1,-1 0 1,29-67-1,72-246 205,-95 258 149,-23 78 130,-4 17 71,-8 27 83,-17 44 359,-43 91 0,-9 23-426,65-156-329,2-1 1,1 1 0,-6 67-1,13-97-64,1 1 0,0 0 0,0 0 0,0-1-1,0 1 1,1 0 0,-1 0 0,1-1 0,0 1 0,0-1-1,1 1 1,-1-1 0,1 1 0,0-1 0,-1 0 0,1 0-1,1 0 1,-1 0 0,5 5 0,-1-4-320,0 1-1,1-1 1,-1 0-1,1-1 1,0 0-1,0 0 1,1 0 0,10 2-1,-9-2-378,-6-2 256,0 0-1,1 0 1,-1 0 0,0 0 0,0-1-1,1 0 1,-1 1 0,0-1 0,1 0-1,-1-1 1,5 0 0,48-15-4694</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1.685"/>
    </inkml:context>
    <inkml:brush xml:id="br0">
      <inkml:brushProperty name="width" value="0.025" units="cm"/>
      <inkml:brushProperty name="height" value="0.025" units="cm"/>
    </inkml:brush>
  </inkml:definitions>
  <inkml:trace contextRef="#ctx0" brushRef="#br0">56 1 12563,'-9'9'2736,"0"0"-863,-11 11-113,9 4-536,4 1-752,7-5-296,5 2-88,-1 0-88,5-2 0,7-2-192,-1-2-1344,8-7-2233,35-27-3416</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1.873"/>
    </inkml:context>
    <inkml:brush xml:id="br0">
      <inkml:brushProperty name="width" value="0.025" units="cm"/>
      <inkml:brushProperty name="height" value="0.025" units="cm"/>
    </inkml:brush>
  </inkml:definitions>
  <inkml:trace contextRef="#ctx0" brushRef="#br0">12 1 13355,'-4'2'3785,"1"3"-3137,-1 3-312,4 10 24,7 5-360,6 1-232,9 1-2105,36 21-3704</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2.303"/>
    </inkml:context>
    <inkml:brush xml:id="br0">
      <inkml:brushProperty name="width" value="0.025" units="cm"/>
      <inkml:brushProperty name="height" value="0.025" units="cm"/>
    </inkml:brush>
  </inkml:definitions>
  <inkml:trace contextRef="#ctx0" brushRef="#br0">1 1 12195,'3'6'8695,"18"24"-7502,17 44 66,-36-75-1349,0 0 0,0 0 1,0 0-1,0 0 0,0 0 0,0 0 0,0 0 0,0-1 0,0 1 0,-1-1 0,1 0 0,-1 1 0,2-3 0,1 0 82,-1 2 27,0-1-1,0 0 0,0 1 1,0 0-1,0 0 0,1 0 1,-1 0-1,1 0 0,5-2 1,-6 4 23,-1 0 1,0 0-1,0 0 1,0 0-1,0 0 1,0 0-1,1 1 1,-1-1-1,0 1 1,0 0-1,0-1 1,0 1-1,0 0 1,0 0-1,-1 0 1,1 0-1,0 1 1,0-1-1,2 3 1,4 2-49,29 22-1208,-1-10-3491,27 4-1853</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2.861"/>
    </inkml:context>
    <inkml:brush xml:id="br0">
      <inkml:brushProperty name="width" value="0.025" units="cm"/>
      <inkml:brushProperty name="height" value="0.025" units="cm"/>
    </inkml:brush>
  </inkml:definitions>
  <inkml:trace contextRef="#ctx0" brushRef="#br0">474 12 11875,'-13'-1'6517,"-11"11"-5136,16-6-688,2-1-599,1 0 1,0 0 0,0 1-1,0-1 1,1 1 0,-1 0-1,1 0 1,0 0 0,0 1 0,0-1-1,0 1 1,1 0 0,0 0-1,-3 7 1,5-10-94,0 1 1,0 0-1,0-1 1,0 1-1,0 0 1,1 0-1,-1-1 1,1 1-1,0 0 1,0 0-1,0 0 0,0 0 1,0 0-1,1 0 1,-1-1-1,1 1 1,0 0-1,-1 0 1,1-1-1,1 1 1,-1 0-1,0-1 1,1 0-1,-1 1 0,1-1 1,0 0-1,0 1 1,0-1-1,0 0 1,0 0-1,3 1 1,-3-1-13,1 0 0,-1 0 0,1-1 0,0 1 0,0-1 1,0 0-1,0 0 0,0 0 0,0 0 0,0 0 0,1-1 0,-1 1 1,0-1-1,0 0 0,0 0 0,7-1 0,-5 0-20,0 0-1,1-1 1,-1 0 0,0 0-1,0 0 1,0-1-1,-1 1 1,1-1 0,5-4-1,0-2-4,1-1 0,-2 1 0,1-1 0,-2-1 0,1 0 0,13-23 0,-19 29 47,0 0 0,-1 0 0,1-1 0,-1 1 0,0-1 0,0 1 0,-1-1 0,1 1 0,-1-1 0,0-11 0,-1 17-10,0 0-1,0-1 1,0 1-1,-1 0 0,1 0 1,0 0-1,0 0 1,0 0-1,0 0 1,0 0-1,-1 0 1,1 0-1,0 0 1,0 0-1,0 0 1,0 0-1,0 0 0,0 0 1,-1 0-1,1 0 1,0 0-1,0 0 1,0 0-1,0 0 1,0 0-1,-1 0 1,1 0-1,0 0 0,0 1 1,0-1-1,0 0 1,0 0-1,0 0 1,0 0-1,-1 0 1,1 0-1,0 0 1,0 1-1,0-1 0,0 0 1,0 0-1,0 0 1,0 0-1,0 0 1,0 0-1,0 1 1,0-1-1,0 0 1,0 0-1,0 0 0,0 0 1,0 0-1,0 1 1,0-1-1,0 0 1,0 0-1,0 0 1,-7 13 18,7-13-14,-12 28 5,1-1 0,1 1 1,2 1-1,1 0 0,1 0 1,1 0-1,2 1 0,1-1 1,3 56-1,9 12 24,34 154 0,-43-248-34,3 17 84,0 1 1,-1 1-1,-1-1 1,-1 39-1,-1-55-56,-1 0 0,1 0 1,-1 0-1,0 0 0,0-1 0,-1 1 0,1 0 0,-1-1 1,0 1-1,-1-1 0,1 1 0,-1-1 0,0 0 0,0 0 1,0-1-1,0 1 0,0 0 0,-1-1 0,0 0 0,0 0 0,0 0 1,0 0-1,0-1 0,0 0 0,-1 1 0,-8 1 1,-3 1 177,1-2 0,-2 0 0,1-1 0,0-1 1,0 0-1,-19-2 0,-102-15 192,7 0-327,95 16-74,27 1-73,0-1 0,0 0 0,0 0-1,0-1 1,0 0 0,-13-4 0,21 5 23,0 0 0,-1 0 0,1 0 1,0 0-1,-1 0 0,1 0 0,0 0 1,0 0-1,-1 0 0,1 0 0,0 0 0,-1 0 1,1-1-1,0 1 0,0 0 0,-1 0 0,1 0 1,0 0-1,0-1 0,0 1 0,-1 0 0,1 0 1,0 0-1,0-1 0,0 1 0,-1 0 1,1 0-1,0-1 0,0 1 0,0 0 0,0-1 1,0 1-1,0 0 0,0 0 0,0-1 0,0 1 1,0 0-1,0-1 0,0 1 0,0 0 1,0 0-1,0-1 0,0 1 0,0 0 0,0-1 1,0 1-1,0 0 0,0-1 0,26-20-3440,71-43-2724</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3.521"/>
    </inkml:context>
    <inkml:brush xml:id="br0">
      <inkml:brushProperty name="width" value="0.025" units="cm"/>
      <inkml:brushProperty name="height" value="0.025" units="cm"/>
    </inkml:brush>
  </inkml:definitions>
  <inkml:trace contextRef="#ctx0" brushRef="#br0">401 3 6185,'-13'-2'10191,"-14"8"-7668,17-3-1347,-34 8-127,0 2 0,2 2 0,-78 39 0,109-47-1038,0 0 1,1 0 0,0 1 0,1 0 0,-17 17 0,23-21-18,1-1 0,-1 1 0,1-1 0,0 1 0,-1 0 0,2 0 0,-1 0-1,0 0 1,0 5 0,1-6-4,1-1-1,0 0 1,0 0-1,0 1 1,0-1-1,0 0 1,0 0 0,0 1-1,1-1 1,-1 0-1,1 0 1,0 0-1,0 0 1,0 0-1,0 0 1,0 0-1,0 0 1,3 3-1,-2-2-19,1-1 0,0 1 0,0-1 0,0 0-1,1 0 1,-1 0 0,0-1 0,1 1-1,-1-1 1,1 1 0,-1-1 0,1-1-1,0 1 1,0 0 0,-1-1 0,1 0-1,0 0 1,0 0 0,-1 0 0,5-1 0,5 0-101,0-2 1,0 1-1,-1-1 1,20-8 0,-13 3-57,0 0 0,27-18 0,-40 22 189,1 0 1,-1 0 0,-1-1-1,1 0 1,-1 0-1,0-1 1,0 1 0,0-1-1,-1 0 1,7-12-1,-11 16 142,1-1 0,-1 1 1,1-1-1,-1 1 0,0-1 0,0 1 0,0-1 0,0 1 0,0-1 0,-1 1 0,1-1 0,-1 1 0,0-1 0,1 1 0,-1-1 0,0 1 0,0 0 0,-1 0 0,-1-3 0,1 31 611,3-8-727,0 0 0,2 0 0,0-1 1,6 24-1,-6-34-300,-1-1-1,1 0 1,0 0 0,1 0 0,-1 0-1,9 9 1,-9-11-247,1 0 0,0 0 1,1 0-1,-1-1 0,1 0 0,-1 0 0,1 0 0,0 0 0,8 2 0,86 23-6143</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4.333"/>
    </inkml:context>
    <inkml:brush xml:id="br0">
      <inkml:brushProperty name="width" value="0.025" units="cm"/>
      <inkml:brushProperty name="height" value="0.025" units="cm"/>
    </inkml:brush>
  </inkml:definitions>
  <inkml:trace contextRef="#ctx0" brushRef="#br0">502 1 8482,'-3'0'10029,"-4"0"-4978,-43 5-4174,-1 3-678,-66 18 0,91-18-184,1 0 1,1 2-1,-1 1 1,-33 20 0,56-30-34,-1 1 0,1-1 0,0 1 0,-1 0 0,1 0 1,0 0-1,0 0 0,1 0 0,-1 0 0,0 0 0,1 1 0,-1-1 1,1 1-1,0-1 0,0 1 0,0-1 0,-2 6 0,3-6-23,1-1-1,-1 1 0,0 0 0,0 0 1,1 0-1,-1 0 0,1 0 0,0-1 1,-1 1-1,1 0 0,0-1 1,0 1-1,0 0 0,0-1 0,0 1 1,0-1-1,1 1 0,-1-1 1,0 0-1,1 0 0,-1 0 0,1 1 1,0-1-1,-1 0 0,1-1 0,0 1 1,3 1-1,15 6-353,1-1 0,0-1 0,0 0 0,31 2 0,-33-5-36,0 0 0,0 1 0,-1 1 0,1 1 0,-1 0 0,23 12 0,-40-17 412,0-1 1,0 0-1,0 1 0,0-1 0,0 1 0,0-1 0,0 1 1,-1 0-1,1-1 0,0 1 0,0 0 0,-1 0 0,1 0 1,0-1-1,-1 1 0,1 0 0,-1 0 0,1 0 0,-1 0 1,0 0-1,1 0 0,-1 0 0,0 0 0,1 0 0,-1 0 1,0 0-1,0 0 0,0 0 0,0 0 0,0 2 0,-1-1 39,0 0 0,-1 0-1,1 0 1,0 0-1,0-1 1,-1 1-1,1 0 1,-1 0-1,0-1 1,0 1-1,1-1 1,-1 0-1,-3 2 1,-6 3 288,-1 1 0,1-2 0,-23 8 0,-41 8 937,-129 19 0,164-40-1208,40 0-59,0 0 0,-1 0 0,1 0 0,-1 0 0,1 0 0,0 0 0,-1 0 0,1 0 0,0 0 0,-1 0 0,1-1 0,0 1 0,-1 0 1,1 0-1,0 0 0,0 0 0,-1-1 0,1 1 0,0 0 0,-1 0 0,1-1 0,0 1 0,0 0 0,0-1 0,-1 1 0,1 0 0,0-1 1,0 1-1,0 0 0,0 0 0,0-1 0,-1 1 0,1-1 0,0 1 0,0 0 0,0-1 0,1-1-180,0 1-1,0-1 1,0 1-1,0-1 1,1 1-1,-1-1 0,0 1 1,1-1-1,-1 1 1,1 0-1,-1 0 1,4-2-1,58-37-4047</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4.925"/>
    </inkml:context>
    <inkml:brush xml:id="br0">
      <inkml:brushProperty name="width" value="0.025" units="cm"/>
      <inkml:brushProperty name="height" value="0.025" units="cm"/>
    </inkml:brush>
  </inkml:definitions>
  <inkml:trace contextRef="#ctx0" brushRef="#br0">41 105 10026,'-6'2'8000,"-1"10"-5480,-2 12-1409,5-11-861,0 0-1,1 0 1,0 0 0,1 0 0,0 1 0,2-1 0,-1 1 0,2-1-1,-1 1 1,5 17 0,-5-30-254,0 0 0,1 1 0,-1-1 0,0 0 0,1 1 0,-1-1 0,1 0-1,0 0 1,-1 0 0,1 0 0,0 0 0,0 0 0,0 0 0,0 0 0,0 0 0,0 0 0,0 0 0,0 0 0,0-1-1,0 1 1,0 0 0,0-1 0,0 1 0,1-1 0,-1 1 0,2-1 0,0 0-18,0 1 1,0-2-1,0 1 0,0 0 1,0-1-1,0 1 1,0-1-1,0 0 1,0 0-1,0 0 0,3-2 1,7-4-112,0-1 1,-1 0 0,20-17-1,33-34-416,-65 60 532,0 0 1,1 0 0,-1 0-1,0 0 1,1 0-1,-1 0 1,1 0-1,-1 0 1,1 0 0,-1 0-1,1-1 1,0 1-1,0 0 1,-1 0-1,1 0 1,0-1-1,0 1 1,0 0 0,1 0-1,21 18-348,-14-13 307,0 0 0,0-1-1,1 0 1,0-1 0,0 1-1,0-2 1,0 0 0,21 4 0,-29-6 62,0-1 1,1 0 0,-1 1 0,0-1 0,1 0 0,-1 0 0,0 0 0,1 0 0,-1-1 0,1 1 0,-1-1 0,0 1-1,0-1 1,1 0 0,-1 0 0,0 0 0,0 0 0,0 0 0,0 0 0,0-1 0,0 1 0,0-1 0,-1 1 0,1-1-1,0 0 1,-1 0 0,1 0 0,-1 0 0,0 0 0,0 0 0,0 0 0,0 0 0,0 0 0,0 0 0,0-1 0,-1 1-1,1 0 1,-1 0 0,0-1 0,1 1 0,-1-1 0,0 1 0,0 0 0,-1-1 0,0-3 0,-1-14 222,-2 0-1,0 0 1,-1 1 0,-10-25 0,6 20 61,-9-45 1,18 55-231,6 12-1769,18 22-3550,-23-20 5200,41 39-5222</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5.399"/>
    </inkml:context>
    <inkml:brush xml:id="br0">
      <inkml:brushProperty name="width" value="0.025" units="cm"/>
      <inkml:brushProperty name="height" value="0.025" units="cm"/>
    </inkml:brush>
  </inkml:definitions>
  <inkml:trace contextRef="#ctx0" brushRef="#br0">287 0 11442,'-2'1'9359,"-13"3"-7909,-14 3-656,-12 3 20,-41 16 0,72-22-745,-1 0 1,1 1-1,1 0 0,-1 0 0,1 1 0,0 1 0,0-1 0,0 2 0,-7 8 0,14-15-75,1 0-1,0 1 1,-1-1-1,1 1 1,0 0-1,0-1 1,0 1 0,0 0-1,0 0 1,0-1-1,1 1 1,-1 0-1,0 0 1,1 0-1,0 0 1,-1 0 0,1 0-1,0 0 1,0 0-1,0 0 1,0 0-1,1 0 1,-1 0 0,0 0-1,1 0 1,0 0-1,0 2 1,1-2-17,-1 0 0,1 0 0,-1-1 0,1 1 0,0-1 0,0 1 0,0-1 0,0 0 0,0 1 0,0-1 0,0 0 0,0 0 0,1-1 0,-1 1 0,0 0 0,1-1 0,-1 1 0,0-1 0,1 0 0,-1 0 0,0 0 0,5 0 0,3-1 4,-1 0 0,1-1 0,-1 0 0,0 0 0,1-1 1,-1 0-1,-1-1 0,1 0 0,0 0 0,-1-1 0,0 0 0,0 0 1,0-1-1,13-13 0,-21 18 36,1 1 0,-1-1 1,1 1-1,-1-1 0,1 1 0,-1-1 0,1 1 1,-1-1-1,0 0 0,1 1 0,-1-1 0,0 0 1,0 1-1,0-1 0,1 0 0,-1 1 0,0-1 1,0 0-1,0 1 0,0-1 0,0 0 1,0 1-1,0-1 0,0 0 0,-1 0 0,1 1 1,0-1-1,0 0 0,0 1 0,-1-1 0,0 0 1,-4 0 642,4 10-416,2 0-351,1 0 0,-1 0 0,2 0 0,0 0 0,0 0 0,0-1 0,1 0 0,0 1 0,1-1 0,0-1 1,8 11-1,-7-11-539,1 0 1,-1-1 0,1 0-1,1 0 1,-1-1 0,1 0 0,0-1-1,10 5 1,73 29-4296</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5.719"/>
    </inkml:context>
    <inkml:brush xml:id="br0">
      <inkml:brushProperty name="width" value="0.025" units="cm"/>
      <inkml:brushProperty name="height" value="0.025" units="cm"/>
    </inkml:brush>
  </inkml:definitions>
  <inkml:trace contextRef="#ctx0" brushRef="#br0">18 1 7978,'1'6'6722,"3"24"-3135,-2 88 1588,-13 61-3396,0-11-1791,11-160-53,-2 105-910,6-40-3331,3-48-155,8-1-1759</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6.185"/>
    </inkml:context>
    <inkml:brush xml:id="br0">
      <inkml:brushProperty name="width" value="0.025" units="cm"/>
      <inkml:brushProperty name="height" value="0.025" units="cm"/>
    </inkml:brush>
  </inkml:definitions>
  <inkml:trace contextRef="#ctx0" brushRef="#br0">25 147 8234,'3'-9'1419,"0"-1"0,0 1 1,1 0-1,1 0 0,6-11 1,-6 12-875,1 1 1,0-1-1,0 1 0,0 0 1,1 1-1,8-7 1,-12 10-483,1 1 1,-1-1-1,1 1 1,0 0-1,0-1 1,0 2-1,0-1 0,0 0 1,1 1-1,-1 0 1,0 0-1,1 0 1,-1 1-1,0-1 1,1 1-1,-1 0 1,1 0-1,-1 1 0,1-1 1,-1 1-1,0 0 1,1 0-1,-1 1 1,0-1-1,0 1 1,0 0-1,0 0 0,0 0 1,0 0-1,-1 1 1,4 3-1,0 0-65,0 0 1,-1 0-1,0 1 0,0 0 1,-1 0-1,0 1 0,0 0 1,-1-1-1,0 2 0,0-1 0,-1 0 1,3 13-1,-4-16 8,-1-1 0,-1 1 0,1-1 0,0 1-1,-1 0 1,0-1 0,0 1 0,-1 0 0,1-1 0,-1 1 0,0 0 0,0-1-1,0 1 1,-1-1 0,0 0 0,0 1 0,0-1 0,0 0 0,-1 0 0,1 0-1,-1-1 1,0 1 0,0-1 0,0 1 0,-5 3 0,0-2 20,1 1 0,-1-2 0,0 1 0,-1-1 1,1 0-1,-1-1 0,0 0 0,0 0 0,0-1 0,-13 2 1,-3-2 428,0-1 0,-42-4 1,23 5 348,44-2-871,0 0-467,2 0 295,-9 11-8809</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8.254"/>
    </inkml:context>
    <inkml:brush xml:id="br0">
      <inkml:brushProperty name="width" value="0.025" units="cm"/>
      <inkml:brushProperty name="height" value="0.025" units="cm"/>
    </inkml:brush>
  </inkml:definitions>
  <inkml:trace contextRef="#ctx0" brushRef="#br0">0 249 8754,'2'-2'466,"1"1"1,-1 0-1,0-1 1,1 1 0,-1 0-1,1 0 1,-1 0-1,1 0 1,0 0-1,-1 1 1,1-1-1,5 1 1,38-1-1175,-29 2 1197,45 2-143,-1 3-1,79 18 0,43 4-330,225-20 4,-83-6-175,-53 9 144,264 21 9,-369-19 11,0-7-1,246-23 1,-189-8 134,153-11 1135,259 3-648,-306 13-621,190-30-5,-147 9 10,-78 25-5,-83 5-14,280-8-80,183-15 100,139-15-93,-797 49 70,673-16-163,-665 16 268,-10-1 55,0 0 1,0 2-1,-1 0 0,1 1 0,0 0 0,23 7 1,-38-8-72,0-1 0,0 0 0,0 1 0,0-1 1,0 1-1,0-1 0,0 1 0,0-1 1,-1 0-1,1 1 0,0-1 0,0 1 0,0-1 1,-1 0-1,1 1 0,0-1 0,0 0 0,-1 1 1,1-1-1,0 0 0,-1 0 0,1 1 0,0-1 1,-1 0-1,1 0 0,0 1 0,-1-1 1,1 0-1,-1 0 0,1 0 0,0 0 0,-1 0 1,1 0-1,-1 1 0,0-1 0,-26 14 652,18-9-677,2-1-79,-18 7-4288,-1-7-4227</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43.760"/>
    </inkml:context>
    <inkml:brush xml:id="br0">
      <inkml:brushProperty name="width" value="0.025" units="cm"/>
      <inkml:brushProperty name="height" value="0.025" units="cm"/>
      <inkml:brushProperty name="color" value="#E71224"/>
    </inkml:brush>
  </inkml:definitions>
  <inkml:trace contextRef="#ctx0" brushRef="#br0">217 38 408,'3'-5'5441,"7"-19"-1925,-9 16-1937,-5 8 1440,3 1-2856,1-1 0,-1 1 0,1 0 1,-1 0-1,1-1 0,-1 1 0,1 0 0,-1 0 0,1 0 0,0 0 0,-1 0 0,1-1 0,0 1 0,0 0 0,-1 0 0,1 1 1,-2 10 210,-1-1 0,0-1 0,-1 1 1,-1 0-1,-10 18 0,-13 18-235,-2-1 0,-49 55-1,60-71-125,-5 3 240,24-32-238,-1-1 1,1 1 0,-1-1-1,0 0 1,1 1 0,-1-1-1,1 1 1,0-1-1,-1 1 1,1 0 0,-1-1-1,1 1 1,0-1-1,-1 1 1,1 0 0,0-1-1,0 1 1,0 0 0,-1 0-1,1-1 1,0 1-1,0 0 1,0-1 0,0 1-1,0 0 1,0-1 0,0 1-1,1 0 1,-1-1-1,0 2 1,11-3-11,-1-1 0,0 0 0,0-1-1,0 0 1,19-9 0,6-1 41,-15 8-45,0 1 0,1 0 0,-1 2 0,0 1 0,41 1 0,-19 1-1,-10-3 9,-1-2-1,0-1 1,52-15 0,-54 13-12,-17 1 5,-11 6-2,0-1-1,0 0 1,0 1 0,0-1 0,0 1 0,0-1 0,0 1 0,0 0 0,0-1 0,0 1 0,1 0 0,-1 0 0,0 0 0,0 0 0,0 0 0,0 0 0,0 0 0,0 0 0,1 0 0,-1 0 0,0 1-1,0-1 1,0 0 0,1 1 0,1 2-2,0-1 249,-6-5-74,-3-2-203,-5-5-3848,2-2-841</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44.732"/>
    </inkml:context>
    <inkml:brush xml:id="br0">
      <inkml:brushProperty name="width" value="0.025" units="cm"/>
      <inkml:brushProperty name="height" value="0.025" units="cm"/>
      <inkml:brushProperty name="color" value="#E71224"/>
    </inkml:brush>
  </inkml:definitions>
  <inkml:trace contextRef="#ctx0" brushRef="#br0">6 3 6737,'1'-2'6525,"1"6"-6181,-1 0 1,1 0 0,-1 0 0,0 0 0,0 1 0,0-1 0,-1 0 0,1 0 0,-1 1 0,0-1 0,0 1 0,-1-1 0,1 0 0,-1 0 0,0 1 0,-2 5 0,-2 13 567,2 4-700,1 0 0,2 1 1,5 53-1,0 11 851,-6-60-374,0-22-602,0 0 0,1 0 0,0-1 1,1 1-1,0 0 0,1 0 1,3 12-1,-5-20 1,0 0 0,0 1 0,0-1 0,0 0 0,0 1 0,0-1 0,-1 1 0,1-1 0,-1 0 0,1 0 0,-3 4 0,2-2 699,1-4-769,0 0 1,0 0-1,0 0 0,0 0 1,0 0-1,-1 0 0,1 0 1,0-1-1,0 1 0,0 0 1,0 0-1,0 0 0,0 0 1,0 0-1,0 0 0,0-1 0,0 1 1,0 0-1,0 0 0,0 0 1,0 0-1,0 0 0,0-1 1,0 1-1,0 0 0,0 0 1,0 0-1,0 0 0,0 0 1,0-1-1,0 1 0,0 0 1,0 0-1,0 0 0,0 0 1,0 0-1,0 0 0,0-1 1,0 1-1,0 0 0,1 0 0,-1 0 1,0 0-1,0 0 0,0 0 1,0 0-1,0 0 0,0 0 1,0 0-1,1-1 0,-1 1 1,0 0-1,0 0 0,0 0 1,0 0-1,0 0 0,1 0 1,-1 0-1,0 0 0,1-1-382,1 1 1,-1-1-1,0 0 0,0 0 0,1 0 0,-1 0 1,0 0-1,0 0 0,0-1 0,0 1 1,0 0-1,0-2 0,15-33-5911</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46.836"/>
    </inkml:context>
    <inkml:brush xml:id="br0">
      <inkml:brushProperty name="width" value="0.025" units="cm"/>
      <inkml:brushProperty name="height" value="0.025" units="cm"/>
      <inkml:brushProperty name="color" value="#E71224"/>
    </inkml:brush>
  </inkml:definitions>
  <inkml:trace contextRef="#ctx0" brushRef="#br0">47 8 6105,'-2'-7'9057,"0"9"-5660,2-1-2780,-7 8 3897,4 9-4133,0 1 0,0 32 0,-1 13-247,-2-19 198,1 56 0,1-67 318,3-27-616,0-1 1,0 0-1,1 1 1,0-1-1,0 1 0,0-1 1,2 9-1,-1-4 95,1-1 0,-2 1 0,0 0 0,0 0 0,-1 0 0,-3 12-1,0 31 260,7-67 487,2-7-5432,-2 8-1182,1-12-7333</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1.861"/>
    </inkml:context>
    <inkml:brush xml:id="br0">
      <inkml:brushProperty name="width" value="0.025" units="cm"/>
      <inkml:brushProperty name="height" value="0.025" units="cm"/>
    </inkml:brush>
  </inkml:definitions>
  <inkml:trace contextRef="#ctx0" brushRef="#br0">0 43 4089,'8'-16'8593,"-7"14"-8027,0 0 0,1 0-1,-1 0 1,0 0 0,0 0 0,-1 0-1,1 0 1,0 0 0,-1 0 0,1-5-1,-1 7 25,0 12-358,20 110 1319,13 89-487,-10-34-597,16 159 306,-35-276-379,-6-34-175,2-26-212,0 0 0,0 0 1,1 0-1,-1 1 0,0-1 1,0 0-1,0 0 0,0 0 1,0 0-1,0 1 0,0-1 1,0 0-1,0 0 0,0 0 1,0 1-1,0-1 0,0 0 1,-1 0-1,1 0 0,0 0 1,0 1-1,0-1 0,0 0 1,0 0-1,0 0 0,0 0 1,0 0-1,-1 1 0,1-1 1,0 0-1,0 0 0,0 0 1,0 0-1,0 0 0,-1 0 1,1 0-1,0 1 0,0-1 1,0 0-1,0 0 0,-1 0 1,1 0-1,0 0 0,0 0 1,0 0-1,-1 0 0,1 0 1,0 0-1,0 0 0,0 0 1,0 0-1,-1 0 0,1 0 1,0 0-1,0-1 0,0 1 1,-1 0-1,1 0 0,0 0 1,0 0-1,0 0 0,-3-3-392,0 0-1,0 1 1,1-1-1,0-1 1,-1 1-1,1 0 1,0 0-1,1-1 1,-1 1-1,1-1 1,-1 0-1,-1-6 1,-8-47-6466</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3.477"/>
    </inkml:context>
    <inkml:brush xml:id="br0">
      <inkml:brushProperty name="width" value="0.025" units="cm"/>
      <inkml:brushProperty name="height" value="0.025" units="cm"/>
    </inkml:brush>
  </inkml:definitions>
  <inkml:trace contextRef="#ctx0" brushRef="#br0">18 345 5233,'-9'15'4624,"8"-14"-4481,0 0-1,0 0 0,1 0 1,-1 0-1,0 0 1,1 1-1,-1-1 0,0 0 1,1 1-1,0-1 1,-1 0-1,1 1 0,0-1 1,-1 3-1,13 0 5837,47 8-4467,-6-10-1316,-1-4 0,102-14 0,-39 2-174,115-7-5,117-12 4,-316 30-20,269-38 9,-5-25-5,-83-4-3,49-14 2,-205 69-3,1 2 0,99-8-1,-133 22-3,1 0 0,-1 2-1,0 0 1,0 2-1,0 1 1,-1 0-1,28 12 1,41 11 178,-84-27-103,0 0 63,-1-1 0,0 1 0,1 0 0,-1 0 0,0 1 0,0 0 0,-1 0 0,7 4 0,-11-6-88,-1-1-1,0 1 0,0-1 0,0 1 1,1 0-1,-1-1 0,0 1 0,0 0 1,0-1-1,0 1 0,0-1 0,0 1 1,0 0-1,0-1 0,0 1 0,-1 0 1,1-1-1,0 1 0,0-1 0,0 1 1,-1-1-1,1 1 0,0 0 0,-1-1 1,1 1-1,0-1 0,-1 1 0,1-1 0,-1 0 1,0 1-1,-17 19 799,12-14-577,-21 24 754,-31 45-1,50-62-936,0 0 0,1 1 1,0 0-1,1 0 0,1 1 0,-7 26 1,7-13 6,2 1 0,0 0 1,2 1-1,4 37 0,20 121 178,-6-68-110,31 238 566,-48-344-523,-9-16 134,-6-4-339,-39-6-20,-1 3 0,0 3 0,0 1 0,-57 4 0,-221 26-223,204-12 241,-213 33-70,-54 4-75,180-41 205,-126 12-64,48-6 14,110-10 19,179-5-20,4 1 11,-1-1-1,1 0 1,-1 0 0,1 0-1,0 0 1,-1 0-1,1 0 1,-1 0 0,1 0-1,-1-1 1,1 1 0,-3-2-1,4 2 49,0 0-57,0 2-5,0-2 4,-11 13-807,11-12 429,-1 0-1,1 0 1,-1 0-1,1 0 1,-1 0-1,0 0 1,1 0-1,-1 0 1,0 0-1,0 0 0,0 0 1,1 0-1,-1 0 1,0-1-1,0 1 1,0 0-1,-1-1 1,1 1-1,-1 0 1,-15-7-9092</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8.786"/>
    </inkml:context>
    <inkml:brush xml:id="br0">
      <inkml:brushProperty name="width" value="0.025" units="cm"/>
      <inkml:brushProperty name="height" value="0.025" units="cm"/>
    </inkml:brush>
  </inkml:definitions>
  <inkml:trace contextRef="#ctx0" brushRef="#br0">179 56 3049,'0'0'235,"1"1"0,-1-1 1,1 0-1,0 1 0,-1-1 1,1 0-1,0 0 0,-1 1 1,1-1-1,0 0 0,-1 0 1,1 0-1,0 0 1,0 0-1,-1 0 0,1 0 1,0 0-1,0 0 0,-1 0 1,1 0-1,0 0 0,-1-1 1,1 1-1,0 0 0,-1 0 1,1-1-1,0 1 0,-1-1 1,1 1-1,-1 0 0,2-2 1,8-21 6276,-10 20-6234,1 0-1,0 0 1,0 0 0,1 0 0,-1 0 0,0 0 0,1 0-1,3-4 1,-26 41 263,2 0 1,-16 39-1,20-41-504,-12 23 23,2 2 1,2 0 0,4 1 0,-15 71 0,31-117-57,2 1 1,0-1 0,0 0-1,1 1 1,0-1 0,1 0-1,3 13 1,-3-21 26,-1-1 0,1 1-1,1-1 1,-1 1 0,0-1 0,1 0 0,0 1 0,-1-1-1,1 0 1,0 0 0,1 0 0,-1-1 0,1 1-1,-1 0 1,1-1 0,0 1 0,0-1 0,0 0-1,0 0 1,0 0 0,0-1 0,0 1 0,1-1 0,-1 1-1,1-1 1,-1 0 0,7 0 0,8 1 199,1 0 0,-1-2-1,1 0 1,33-5 0,-45 4-484,1-1 0,-1 1 0,0-1 0,0 0-1,0-1 1,0 0 0,0 0 0,-1 0 0,1-1-1,-1 0 1,0 0 0,0-1 0,-1 0 0,11-10 0,-15 13-237,0 0 0,1 0 0,-1 0 0,0 0 1,0 0-1,0 0 0,-1-1 0,1 1 1,0-4-1,3-40-7690</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9.216"/>
    </inkml:context>
    <inkml:brush xml:id="br0">
      <inkml:brushProperty name="width" value="0.025" units="cm"/>
      <inkml:brushProperty name="height" value="0.025" units="cm"/>
    </inkml:brush>
  </inkml:definitions>
  <inkml:trace contextRef="#ctx0" brushRef="#br0">1 147 5881,'1'-4'748,"1"1"0,1-1 0,-1 1 0,0 0 0,1-1 0,0 1 0,-1 0 0,1 1 0,5-5 0,-4 5-284,0 0 0,0-1 1,0 2-1,0-1 0,0 0 0,0 1 1,8-2-1,2 1-195,1 1-1,0 1 1,-1 0 0,20 3 0,22-1 187,-32-3-328,1-2-1,0 0 1,0-2 0,27-9 0,92-39 7,-108 38-165,-29 13-30,-10 6-2606,-19 11-2528</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59.890"/>
    </inkml:context>
    <inkml:brush xml:id="br0">
      <inkml:brushProperty name="width" value="0.025" units="cm"/>
      <inkml:brushProperty name="height" value="0.025" units="cm"/>
    </inkml:brush>
  </inkml:definitions>
  <inkml:trace contextRef="#ctx0" brushRef="#br0">1 134 1920,'-1'5'12051,"1"-5"-11843,18 2 2984,-12-1-2917,0-1 0,0 1 0,0 0 1,11 5-1,-7-2-206,0 0 1,0 0-1,0 0 1,0-2-1,0 1 1,0-1-1,1-1 1,0 0-1,-1 0 1,1-1 0,-1 0-1,16-3 1,-20 2-63,1 0 1,-1-1 0,1 0 0,-1-1-1,1 1 1,-1-1 0,0 0 0,0-1-1,-1 1 1,1-1 0,-1 0 0,0-1 0,0 1-1,0-1 1,0 0 0,-1 0 0,0-1-1,0 1 1,0-1 0,3-9 0,-5 14-5,-1-1-1,0 0 1,0 0 0,-1 0 0,1 0 0,0 0 0,-1 0 0,1 0 0,-1 0 0,0-1 0,1 1 0,-1 0 0,0 0 0,-1 0 0,1 0 0,0 0 0,0 0 0,-1 0 0,1-1 0,-1 1 0,0 0 0,0 0 0,0 1 0,0-1-1,0 0 1,0 0 0,0 0 0,0 1 0,-1-1 0,1 0 0,-1 1 0,1-1 0,-1 1 0,0 0 0,1 0 0,-1-1 0,-2 0 0,-1 0 4,0 0-1,0 0 1,-1 0 0,1 1 0,0-1-1,-1 1 1,1 1 0,-1-1 0,1 1-1,-1 0 1,1 0 0,-1 1 0,-6 0-1,-2 3 1,-1 1-1,1 0 0,0 1 1,1 1-1,0 0 0,0 0 0,0 1 1,1 1-1,0 0 0,1 1 1,0 0-1,0 1 0,1 0 1,-15 23-1,24-32 18,0 0-1,-1 0 1,2 1-1,-1-1 1,0 0 0,0 1-1,1-1 1,0 1 0,-1-1-1,1 1 1,0-1-1,0 1 1,0-1 0,0 0-1,1 1 1,-1-1-1,2 5 1,0-2 90,0 0-1,0 0 1,1 0-1,0 0 1,0 0-1,0 0 1,7 7-1,-3-5 11,0-1-1,0 1 1,0-1 0,0-1-1,1 1 1,0-1 0,0-1-1,1 1 1,13 4 0,-15-8-158,-1 0 0,1-1 0,0 1 0,0-1 0,0-1 0,-1 1 0,1-1 0,0-1 1,-1 1-1,1-1 0,10-4 0,21-5-2549,2 8-3669,-7 8 427</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00.675"/>
    </inkml:context>
    <inkml:brush xml:id="br0">
      <inkml:brushProperty name="width" value="0.025" units="cm"/>
      <inkml:brushProperty name="height" value="0.025" units="cm"/>
    </inkml:brush>
  </inkml:definitions>
  <inkml:trace contextRef="#ctx0" brushRef="#br0">1 89 6465,'5'-8'8163,"6"2"-5166,-9 6-2802,0-1 0,0 1 0,-1-1 0,1 1 0,0 0 0,0 0 0,0 0-1,-1 0 1,1 0 0,0 1 0,2-1 0,2 3 12,0 0 0,-1 0 1,0 1-1,0-1 0,0 1 0,0 0 0,0 1 0,-1-1 0,0 1 0,7 8 0,-2 3 136,0-1-1,10 24 1,-3-4-168,35-139 344,-45 94-516,0 0-1,0 1 1,1-1 0,1 2 0,-1-1 0,1 1 0,10-8 0,-15 14-7,1 0 1,-1-1 0,0 1 0,1 0-1,0 0 1,-1 1 0,1-1 0,0 1-1,0 0 1,0 0 0,0 0 0,0 0-1,0 1 1,0 0 0,0 0 0,0 0-1,0 0 1,0 0 0,0 1 0,0 0-1,0 0 1,8 3 0,-10-3 23,1 1 1,-1 0-1,0-1 1,1 1-1,-1 0 1,0 1-1,0-1 1,0 0-1,0 0 1,-1 1-1,1-1 1,-1 1-1,1 0 1,-1-1-1,0 1 1,0 0-1,0 0 1,0 0-1,-1 0 1,1 4-1,1 10 138,0-1-1,-2 25 1,0-30-169,8-17 85,-1 0 0,-1-1 0,1 0 1,10-16-1,-9 13-84,0-1 1,1 1-1,1 1 0,-1-1 1,2 2-1,-1-1 1,1 1-1,0 1 0,1 0 1,0 1-1,0 0 0,0 1 1,1 0-1,24-5 1,-36 10 0,0 0 0,0 0 0,0 0 1,0 1-1,0-1 0,0 0 0,0 1 0,0-1 1,0 1-1,0-1 0,0 1 0,0-1 1,-1 1-1,1 0 0,0 0 0,0-1 0,-1 1 1,1 0-1,0 0 0,-1 0 0,1 0 1,-1 0-1,1 0 0,-1 0 0,1 0 0,-1 0 1,0 0-1,1 0 0,-1 0 0,0 0 1,0 0-1,0 2 0,5 44 137,-5-38-126,0-4-2,0 0 0,1 0 0,0 0 1,0 0-1,0 0 0,4 8 0,9 4-2270,-12-16 1739,-1-1-1,1 1 1,-1 0-1,1-1 1,0 1-1,0-1 1,-1 1-1,1-1 1,0 0-1,0 1 1,-1-1-1,3 0 1,40-5-7488</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00.992"/>
    </inkml:context>
    <inkml:brush xml:id="br0">
      <inkml:brushProperty name="width" value="0.025" units="cm"/>
      <inkml:brushProperty name="height" value="0.025" units="cm"/>
    </inkml:brush>
  </inkml:definitions>
  <inkml:trace contextRef="#ctx0" brushRef="#br0">0 1 10442,'4'85'7747,"-1"1"-5636,-5-34-1397,2 47-102,1-88-685,0-1-1,1 1 1,0-1 0,0 1 0,1-1 0,8 19 0,2-11-3529,-12-17 3097,0 0 0,0-1-1,-1 1 1,1 0 0,0 0-1,0 0 1,0-1 0,0 1 0,1-1-1,-1 1 1,0-1 0,0 1-1,0-1 1,0 1 0,2-1-1,4-1-3752</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01.390"/>
    </inkml:context>
    <inkml:brush xml:id="br0">
      <inkml:brushProperty name="width" value="0.025" units="cm"/>
      <inkml:brushProperty name="height" value="0.025" units="cm"/>
    </inkml:brush>
  </inkml:definitions>
  <inkml:trace contextRef="#ctx0" brushRef="#br0">9 136 5505,'2'-7'610,"-1"0"0,2 0 0,-1 0 0,1 0 0,0 1 0,0-1 0,1 1 0,0 0 0,0 0 0,1 0 0,-1 0 0,1 1 0,1 0-1,-1 0 1,0 0 0,9-4 0,-9 5-366,1 0 1,0 1-1,-1 0 0,1 0 0,1 1 0,-1 0 0,0 0 0,0 0 0,1 1 0,-1 0 1,1 0-1,-1 0 0,1 1 0,0 0 0,-1 0 0,1 1 0,-1 0 0,9 2 0,-13-2-226,-1-1-1,1 1 1,0 0-1,-1-1 0,1 1 1,0 0-1,-1 0 0,1 0 1,-1 0-1,0 1 1,1-1-1,-1 0 0,0 1 1,0-1-1,1 1 0,-1-1 1,0 1-1,-1-1 1,3 4-1,-2-1 10,0-1-1,-1 1 1,1 0-1,0 0 1,-1-1-1,0 1 1,0 0-1,0 0 1,-1 5-1,-1-1 7,0 0 0,0 1 0,-1-1 0,0 0-1,0 0 1,-1-1 0,1 1 0,-7 7 0,7-11-14,0-1 0,0 0 1,-1 0-1,0 0 1,1 0-1,-1-1 1,0 0-1,0 1 0,0-1 1,0-1-1,-1 1 1,1-1-1,-1 1 1,1-1-1,-6 0 0,-8 2 125,-1-2-1,-24 0 1,31-1 12,4 0 383,7 0-628,1 0 1,0-1 0,-1 1-1,1 0 1,0 0-1,-1 0 1,1 0-1,0 0 1,-1 0-1,1 0 1,0 0 0,0 0-1,-1 0 1,1 0-1,0 0 1,-1 0-1,1 1 1,0-1-1,-1 0 1,1 0 0,0 0-1,0 0 1,-1 0-1,1 1 1,0-1-1,0 0 1,-1 0 0,1 0-1,0 1 1,0-1-1,0 0 1,-1 0-1,1 1 1,0-1-1,0 0 1,0 0 0,0 1-1,0-1 1,0 0-1,0 1 1,-1-1-1,1 0 1,0 1-1,-8 18-5221,-14 21-4800</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0.438"/>
    </inkml:context>
    <inkml:brush xml:id="br0">
      <inkml:brushProperty name="width" value="0.025" units="cm"/>
      <inkml:brushProperty name="height" value="0.025" units="cm"/>
    </inkml:brush>
  </inkml:definitions>
  <inkml:trace contextRef="#ctx0" brushRef="#br0">0 40 4761,'4'0'558,"0"-1"1,0 0-1,0 0 0,-1 0 1,1 0-1,-1-1 0,1 1 1,-1-1-1,1 0 0,-1 0 1,0-1-1,6-3 0,14-10 3835,-22 15-3197,-5 8 1695,-15 22-2667,13-13-156,1 0 0,0 0-1,1 1 1,-3 31 0,-1 69 199,8-116-267,1 18 88,-1 1 0,2-1 0,1 0 0,9 35 0,31 71 326,-8-26-26,-13-37-199,3 0-1,3-2 1,38 63-1,-51-96 123,-1 0-171,1-1 1,1 0 0,1-1 0,2-1 0,0-1-1,35 33 1,370 265 1733,-403-306-1723,1-1-1,1-1 1,0-1-1,1-1 1,0-1-1,43 11 1,-19-7 108,-28-7-38,0-1 1,0-1 0,1-1 0,28 1 0,-32-6 1072,-28-5-1073,-16-8-2363,-11-17-5429,-1-5 511</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1.330"/>
    </inkml:context>
    <inkml:brush xml:id="br0">
      <inkml:brushProperty name="width" value="0.025" units="cm"/>
      <inkml:brushProperty name="height" value="0.025" units="cm"/>
    </inkml:brush>
  </inkml:definitions>
  <inkml:trace contextRef="#ctx0" brushRef="#br0">27 1 5769,'4'4'7246,"2"7"-3350,5 8 184,-6-13-3509,0 1-1,0 0 1,0 1-1,4 10 0,12 18 314,-3-10-523,2-1 0,0-1 0,1 0 0,31 25 0,-45-44-230,1 1-1,-2 0 1,1 1-1,-1 0 0,0 0 1,0 0-1,-1 1 1,0 0-1,7 14 1,-64 20 1525,-139 145-1640,182-177 14,0 1 0,1 0 0,0 0 1,-11 22-1,19-32 226,0-2-242,1 1 1,0 0-1,-1 0 1,1 0-1,0 0 0,-1 0 1,1-1-1,0 1 1,-1 0-1,1 0 1,0 1-1,-1-1 1,1 0-1,0 0 0,-1 0 1,1 0-1,0 1 1,-1-1-1,1 0 1,0 0-1,-1 1 1,1-1-1,-1 1 0,1-1 1,-1 0-1,1 1 1,-1-1-1,1 1 1,23 16-5109,-13-3-1975</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5.175"/>
    </inkml:context>
    <inkml:brush xml:id="br0">
      <inkml:brushProperty name="width" value="0.025" units="cm"/>
      <inkml:brushProperty name="height" value="0.025" units="cm"/>
    </inkml:brush>
  </inkml:definitions>
  <inkml:trace contextRef="#ctx0" brushRef="#br0">5 15 9994,'3'-14'9913,"-1"13"-7853,-1 10-9,13 135-917,-14-144-1307,0 0-1,0 0 1,0 1-1,0-1 1,0 0-1,-1 1 1,1-1-1,0 0 1,0 0 0,0 1-1,0-1 1,0 0-1,0 0 1,-1 1-1,1-1 1,0 0-1,0 0 1,-1 1 0,1-1-1,0 0 1,0 0-1,0 0 1,-1 0-1,1 1 1,0-1-1,-1 0 1,1 0 0,0 0-1,0 0 1,-1 0-1,1 0 1,0 0-1,-1 0 1,1 0 0,-4 1-1848,-10 3-2645</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6.127"/>
    </inkml:context>
    <inkml:brush xml:id="br0">
      <inkml:brushProperty name="width" value="0.025" units="cm"/>
      <inkml:brushProperty name="height" value="0.025" units="cm"/>
    </inkml:brush>
  </inkml:definitions>
  <inkml:trace contextRef="#ctx0" brushRef="#br0">10 96 5169,'-7'27'4645,"7"22"-3338,0-22-672,-1-15-463,0 14 362,0-1 0,2 1-1,7 47 1,-7-66-361,1-1-1,-1 1 1,1-1-1,1 0 1,-1 1-1,1-1 1,0-1-1,1 1 1,-1 0-1,1-1 1,0 1 0,1-1-1,-1-1 1,1 1-1,0 0 1,0-1-1,0 0 1,1 0-1,0-1 1,6 4-1,15 5 95,1-2-1,-1-1 0,2-1 1,-1-1-1,45 5 0,-70-13-236,0 1 0,0 0 1,0-1-1,0 1 0,0-1 0,-1 0 0,1 0 1,0 0-1,0 0 0,-1-1 0,1 1 0,-1-1 0,1 1 1,-1-1-1,0 0 0,0 0 0,0 0 0,0 0 0,0 0 1,0-1-1,0 1 0,-1 0 0,3-4 0,3-8 369,1 0 0,9-28 0,-10 24-160,-1-1 0,-1 1 1,-1-1-1,-1-1 0,0 1 1,-1 0-1,-2-1 1,1 1-1,-2-1 0,-1 1 1,-7-32-1,7 43-196,-1 1 1,-1 0-1,0 0 0,0 0 0,0 0 0,0 1 0,-1 0 1,0 0-1,-1 0 0,1 0 0,-1 1 0,0 0 1,-1 0-1,-11-6 0,-7-3 45,-1 1-1,-44-15 1,66 26-76,0 0-1,0 1 1,-1 0 0,1 0-1,0 0 1,-1 0 0,1 1 0,0 0-1,-1-1 1,1 2 0,-1-1-1,1 0 1,-1 1 0,1 0-1,0 0 1,-1 0 0,1 1-1,0-1 1,0 1 0,0 0 0,0 0-1,0 1 1,1-1 0,-1 1-1,-4 4 1,4-2-4,-1 0 0,1 1 0,0 0 0,1-1 0,0 1 0,0 1 0,0-1 0,0 0 0,1 1 0,0-1 0,1 1 0,-1 0 0,1 0 0,1-1 0,-1 13 0,-1 2 94,3-29-1598,2-12-3483,8-19-5586</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49.701"/>
    </inkml:context>
    <inkml:brush xml:id="br0">
      <inkml:brushProperty name="width" value="0.025" units="cm"/>
      <inkml:brushProperty name="height" value="0.025" units="cm"/>
    </inkml:brush>
  </inkml:definitions>
  <inkml:trace contextRef="#ctx0" brushRef="#br0">420 42 7338,'1'-12'3328,"-1"11"-2947,0 0 1,0 1-1,0-1 0,0 0 1,0 0-1,0 1 0,0-1 1,0 0-1,0 0 0,0 1 1,0-1-1,0 0 1,0 1-1,-1-1 0,1 0 1,0 0-1,-1 1 0,1-1 1,0 1-1,-1-1 1,0 0-1,-14-5 1601,-2 3-1962,1 1-1,-1 0 1,0 2 0,0-1 0,0 2-1,0 1 1,0 0 0,1 1-1,-1 0 1,1 2 0,0 0 0,-28 12-1,34-12-19,-1 0-1,1 1 1,1-1-1,-1 2 1,1 0-1,0 0 1,0 0-1,1 1 1,0 1-1,1-1 1,-1 1-1,2 0 1,-1 1 0,1 0-1,1 0 1,0 0-1,0 0 1,1 1-1,-5 20 1,8-26-6,0-1 1,1 0-1,-1 0 1,1 1 0,0-1-1,0 1 1,1-1 0,-1 0-1,1 0 1,0 1 0,0-1-1,1 0 1,-1 0 0,1 0-1,0 0 1,0 0-1,0 0 1,0-1 0,4 5-1,-3-6 3,-1 1 1,1-1-1,0 1 0,0-1 0,1 0 0,-1 0 0,0-1 0,1 1 0,-1 0 0,1-1 0,-1 0 0,1 0 0,0 0 0,-1-1 0,1 1 0,0-1 0,0 0 1,-1 0-1,1 0 0,0 0 0,0 0 0,4-2 0,7-2 10,0-1 0,0 0-1,0-1 1,-1 0 0,0-1 0,0-1 0,0-1 0,-1 1 0,-1-2-1,0 0 1,12-12 0,15-18 27,57-77 1,-94 114-24,0 1 1,0-1-1,0 0 1,0 1-1,-1-1 1,1 0-1,-1 0 1,0 0 0,0 0-1,0 0 1,1-4-1,-5 8 70,1 1-1,0 0 1,-1-1-1,1 1 1,0 0-1,0 0 1,0 1-1,0-1 1,1 0-1,-3 4 1,2-2-27,-1 1 1,1-1-1,1 0 1,-1 1-1,0 0 0,1-1 1,0 1-1,0 0 1,1 0-1,-1 0 1,1 0-1,0-1 1,0 1-1,1 0 1,-1 0-1,1 0 0,0 0 1,0-1-1,1 1 1,0 0-1,2 5 1,-2-6-102,0 0 1,1 0-1,-1-1 1,0 1-1,1-1 1,0 0-1,0 0 1,0 0-1,0 0 1,1 0-1,-1-1 1,1 1-1,-1-1 1,1 0 0,0 0-1,0 0 1,0-1-1,0 1 1,0-1-1,0 0 1,1 0-1,-1-1 1,0 1-1,8-1 1,-4 0-682,0-1-1,0-1 1,0 0 0,11-3 0,87-32-7942</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2.422"/>
    </inkml:context>
    <inkml:brush xml:id="br0">
      <inkml:brushProperty name="width" value="0.025" units="cm"/>
      <inkml:brushProperty name="height" value="0.025" units="cm"/>
    </inkml:brush>
  </inkml:definitions>
  <inkml:trace contextRef="#ctx0" brushRef="#br0">489 7 744,'-1'-7'11877,"-4"10"-5834,-7 4-4808,-26 7-1019,0-1-1,0-3 1,-71 12 0,-121 1-275,224-23 71,-5 3-50,17 2-33,4 3 96,-4 1 2,-1 0-1,0 1 1,-1-1 0,0 1 0,0 0-1,-1 0 1,0 0 0,2 18-1,3 6 21,4 19-6,-3 1 0,-2-1-1,-2 1 1,-3 86 0,-33 216 15,29-341-53,-22 151 69,24-163-75,0 0 1,0 0 0,0 0-1,0 0 1,1 0 0,-1 0-1,1 0 1,-1 0 0,1-1-1,2 6 1,-2-7 7,-1 0-1,1-1 0,-1 1 1,1 0-1,0-1 1,-1 1-1,1-1 1,0 1-1,-1-1 1,1 1-1,0-1 1,-1 1-1,1-1 0,0 1 1,0-1-1,0 0 1,-1 0-1,1 1 1,0-1-1,0 0 1,0 0-1,0 0 1,0 0-1,-1 0 1,1 0-1,0 0 0,0 0 1,0-1-1,0 1 1,-1 0-1,1 0 1,0-1-1,0 1 1,0 0-1,-1-1 1,1 1-1,0-1 1,0 1-1,-1-1 0,2 0 1,20-14 157,-1 1 158,40-19 0,-51 29-219,-1 0 0,1 1 0,-1 1-1,1-1 1,0 1 0,0 1 0,18 0-1,1 0 65,-18 0-164,1 0-1,0 2 1,14 1-1,-40-16-13231</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2.941"/>
    </inkml:context>
    <inkml:brush xml:id="br0">
      <inkml:brushProperty name="width" value="0.025" units="cm"/>
      <inkml:brushProperty name="height" value="0.025" units="cm"/>
    </inkml:brush>
  </inkml:definitions>
  <inkml:trace contextRef="#ctx0" brushRef="#br0">16 98 360,'-5'21'8330,"-5"19"-2681,10-39-5571,0-1-1,0 0 1,0 0 0,0 1-1,0-1 1,0 0 0,0 1-1,0-1 1,0 0 0,0 0-1,0 1 1,0-1 0,0 0-1,0 1 1,0-1 0,0 0-1,0 0 1,0 1 0,0-1-1,1 0 1,-1 0 0,0 1-1,0-1 1,0 0 0,0 0-1,1 0 1,-1 1 0,0-1-1,0 0 1,0 0 0,1 0-1,-1 0 1,0 1 0,0-1-1,1 0 1,-1 0 0,0 0-1,1 0 1,14-2 1212,16-13-675,-30 15-556,34-21 19,-1-1 0,-1-1 1,-1-2-1,35-35 0,-85 75 558,-33 33 0,47-42-635,-1 0 0,0 0-1,1 0 1,1 1 0,-1 0 0,1 0-1,0 0 1,-4 13 0,7-18-8,0 0 1,-1 1-1,1-1 0,0 1 1,0-1-1,0 1 0,1-1 1,-1 0-1,1 1 0,-1-1 1,1 1-1,0-1 0,-1 0 1,1 0-1,1 1 0,-1-1 1,0 0-1,0 0 0,1 0 1,-1 0-1,1 0 0,0-1 0,-1 1 1,1 0-1,0-1 0,0 0 1,0 1-1,0-1 0,0 0 1,1 0-1,2 1 0,0 1-126,0-1 1,0 0-1,1-1 0,-1 1 0,0-1 0,1 0 0,-1-1 0,1 1 0,7-1 0,3-2-1278,0 0 0,24-6 0,38-12-3141</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3.148"/>
    </inkml:context>
    <inkml:brush xml:id="br0">
      <inkml:brushProperty name="width" value="0.025" units="cm"/>
      <inkml:brushProperty name="height" value="0.025" units="cm"/>
    </inkml:brush>
  </inkml:definitions>
  <inkml:trace contextRef="#ctx0" brushRef="#br0">14 0 14467,'-5'3'2929,"3"1"-1217,-4 3-616,6 6-568,6 1-384,3 1-144,13-2-512,1-1-2248,55-17-4114</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3.799"/>
    </inkml:context>
    <inkml:brush xml:id="br0">
      <inkml:brushProperty name="width" value="0.025" units="cm"/>
      <inkml:brushProperty name="height" value="0.025" units="cm"/>
    </inkml:brush>
  </inkml:definitions>
  <inkml:trace contextRef="#ctx0" brushRef="#br0">0 175 7394,'44'-28'6828,"33"-2"-4627,114-30 0,-178 56-2098,22-6 42,17-5 141,74-12 0,-126 27-271,1 0-1,-1 0 0,0 0 1,0 0-1,0 0 1,1 0-1,-1 0 1,0 0-1,0 0 0,0 0 1,1 0-1,-1 0 1,0 0-1,0 0 1,1 0-1,-1 0 0,0 0 1,0 0-1,0 0 1,1 0-1,-1 0 1,0 0-1,0 0 0,0 1 1,0-1-1,1 0 1,-1 0-1,0 0 1,0 0-1,0 0 0,0 1 1,0-1-1,1 0 1,-1 0-1,0 0 1,0 1-1,0-1 0,0 0 1,0 0-1,0 0 1,0 1-1,0-1 1,0 0-1,0 0 0,0 1 1,-5 13 572,-25 30 265,10-14-580,9-12-183,2 2-1,0-1 0,1 2 0,1-1 1,1 1-1,1 0 0,1 0 1,0 0-1,2 0 0,0 1 0,2 0 1,0-1-1,2 1 0,4 22 1,23 113 142,-12-76-183,7 84-1,-21-123-13,0-15 42,-1-1-1,-1 0 0,-1 0 0,-4 27 0,3-51-38,1 0 0,0-1 1,-1 1-1,1-1 0,-1 1 1,0-1-1,1 1 0,-1-1 1,0 0-1,0 1 0,0-1 0,0 0 1,0 0-1,0 0 0,0 1 1,0-1-1,-1 0 0,1-1 1,0 1-1,-1 0 0,1 0 0,0 0 1,-1-1-1,1 1 0,-1-1 1,1 1-1,-1-1 0,1 0 1,-1 1-1,0-1 0,1 0 1,-1 0-1,-2 0 0,-6-1 16,1 0 0,-1 0 0,0-1 0,-13-5-1,9 3-67,-11-2 31,1 0-1,-1 1 0,0 2 0,0 0 0,-1 2 0,1 1 0,0 1 0,-35 5 0,59-6-23,-1 1-1,0-1 0,1 1 1,-1-1-1,1 1 0,-1 0 1,0-1-1,1 1 0,0 0 1,-1 0-1,1 0 0,-1 0 1,1 0-1,0 1 0,0-1 1,0 0-1,0 0 0,0 1 1,0-1-1,0 1 0,0-1 1,0 3-1,0-4-47,1 1 1,0 0-1,0-1 0,0 1 1,0 0-1,0-1 0,0 1 1,1 0-1,-1 0 0,0-1 0,0 1 1,0-1-1,1 1 0,-1 0 1,0-1-1,1 1 0,-1 0 1,0-1-1,1 1 0,-1-1 1,1 1-1,-1-1 0,1 1 0,1 1-236,0-1 1,0 0-1,1 0 0,-1 0 0,0 0 0,0 0 0,1 0 0,-1 0 0,0-1 0,4 1 0,56 6-4555</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5.023"/>
    </inkml:context>
    <inkml:brush xml:id="br0">
      <inkml:brushProperty name="width" value="0.025" units="cm"/>
      <inkml:brushProperty name="height" value="0.025" units="cm"/>
    </inkml:brush>
  </inkml:definitions>
  <inkml:trace contextRef="#ctx0" brushRef="#br0">479 39 8010,'0'-2'598,"-1"0"1,0 0-1,0-1 1,0 1-1,0 0 1,0 0-1,-1 0 1,1 0-1,0 1 1,-1-1-1,0 0 1,1 1-1,-1-1 1,0 1-1,-2-2 1,2 2-322,-1 0 1,1 0 0,-1 0-1,1 0 1,-1 0 0,1 1-1,-1-1 1,0 1 0,1 0-1,-1 0 1,-4 0 0,-4 2-251,-1 1 0,1-1 0,0 2 0,-22 9 1,18-7 768,-26 11-254,0 1 0,-49 32 0,75-41-475,0 0 0,1 2 0,1 0-1,0 0 1,0 2 0,1-1 0,1 2-1,0-1 1,-9 16 0,17-23-64,0 0 0,0-1 0,1 1 1,0 0-1,1 1 0,-1-1 0,1 0 1,0 0-1,1 1 0,-1-1 0,2 9 0,-1-12-7,0-1 0,0 1 0,1-1-1,-1 0 1,1 1 0,0-1-1,-1 0 1,1 1 0,0-1 0,0 0-1,1 0 1,-1 0 0,0 0-1,1 0 1,0 0 0,-1 0 0,1-1-1,0 1 1,0 0 0,0-1 0,0 1-1,0-1 1,0 0 0,0 0-1,0 0 1,0 0 0,1 0 0,-1 0-1,0-1 1,1 1 0,-1-1-1,4 1 1,4-1 3,1 0 0,-1-1 0,1 0-1,-1-1 1,0 0 0,1 0 0,-1-1 0,0-1 0,0 1-1,11-8 1,5-2-7,-1-2 0,35-27 0,-43 29 5,-1 0 0,0-2 0,-1 0 0,24-32 0,-33 39 16,0 0-1,-1-1 1,0 0 0,-1 0-1,0 0 1,0-1-1,-1 0 1,0 1 0,-1-1-1,0 0 1,0 0 0,-1-12-1,-4 15 668,-4 14-316,-5 17-14,8-12-285,1 0 1,0 0-1,0 0 0,2 0 1,-1 0-1,1 0 0,1 1 1,0-1-1,3 20 0,-2-26-80,0 0 0,1 0 0,0 0 0,-1 0 0,2-1 0,-1 1 0,1-1 0,0 1-1,0-1 1,1 0 0,-1 0 0,1 0 0,0-1 0,0 1 0,1-1 0,-1 0 0,1 0 0,0-1-1,0 1 1,1-1 0,7 4 0,-3-3-314,-1-1-1,0 0 1,1 0 0,0-1-1,-1 0 1,13 0 0,84-3-5750,57-9-1147</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5.628"/>
    </inkml:context>
    <inkml:brush xml:id="br0">
      <inkml:brushProperty name="width" value="0.025" units="cm"/>
      <inkml:brushProperty name="height" value="0.025" units="cm"/>
    </inkml:brush>
  </inkml:definitions>
  <inkml:trace contextRef="#ctx0" brushRef="#br0">950 3 11779,'-30'-3'7435,"-19"10"-4903,15-2-1743,-411 67 618,400-64-1369,8-1-35,1 0 1,0 3-1,0 1 1,-45 20-1,79-30-5,1 0 0,-1-1 0,1 1-1,0 0 1,0 0 0,0 0 0,-1 0 0,1 0-1,0 1 1,0-1 0,0 0 0,1 0 0,-1 1-1,0-1 1,0 0 0,1 1 0,-1-1 0,1 1-1,-1-1 1,1 1 0,0-1 0,-1 1 0,1-1-1,0 1 1,0-1 0,0 1 0,0 0 0,0-1-1,1 1 1,-1-1 0,1 3 0,2 5 0,0-1 1,0 0-1,1 0 0,7 12 1,1 1 7,-1 5-4,-1 0 0,0 1-1,-2 0 1,-2 0 0,0 1 0,-2 0-1,2 51 1,-6-41-3,-3 0 0,-1 0 0,-2 0 0,-1-1 0,-16 48 0,-51 117 5,2-7 0,70-190-15,0 1 1,0-1-1,1 1 0,0 0 0,1-1 1,-1 1-1,1 0 0,0 0 0,0 0 1,2 8-1,-1-11 7,0-1 0,0 1 0,0-1 0,0 0 0,0 0 0,1 1 0,-1-1 0,1 0 0,-1 0 0,1 0 0,0 0 0,0-1 0,0 1 0,0 0 0,0-1 0,0 0 0,0 1 0,0-1-1,1 0 1,-1 0 0,1 0 0,-1 0 0,1-1 0,-1 1 0,4 0 0,16 2 39,-1-1-1,0-1 0,0 0 1,33-5-1,87-17 61,-92 12-107,-34 7-206,-1-1 1,0-1-1,-1 0 1,1 0-1,-1-1 0,0-1 1,0 0-1,0-1 0,11-9 1,-7-3-4239,-2-19-3387</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039"/>
    </inkml:context>
    <inkml:brush xml:id="br0">
      <inkml:brushProperty name="width" value="0.025" units="cm"/>
      <inkml:brushProperty name="height" value="0.025" units="cm"/>
    </inkml:brush>
  </inkml:definitions>
  <inkml:trace contextRef="#ctx0" brushRef="#br0">4 110 7154,'0'0'238,"0"0"0,-1-1 1,1 1-1,0 0 0,0 0 1,-1 0-1,1 0 0,0-1 1,0 1-1,0 0 0,-1 0 1,1 0-1,0-1 0,0 1 1,0 0-1,0 0 1,0-1-1,-1 1 0,1 0 1,0 0-1,0-1 0,0 1 1,0 0-1,0 0 0,0-1 1,0 1-1,0 0 0,0-1 1,0 1-1,0 0 1,0 0-1,0-1 0,0 1 1,0 0-1,0 0 0,1-1 1,-1 1-1,0 0 0,0 0 1,0-1-1,0 1 0,0 0 1,1 0-1,-1-1 0,0 1 1,1 0-1,17-16 3077,37-15-5118,-43 25 2942,50-26-971,-29 18 1103,-50 29-1100,0 1 0,0 1 0,2 0 0,-16 21 0,28-33-177,-1 0 0,1 0 0,-1 1 0,1-1-1,1 0 1,-1 1 0,1 0 0,0 0 0,1 0 0,-1 0 0,1 0 0,0 0 0,1 0 0,-1 0 0,1 0-1,0 0 1,1 0 0,0 1 0,0-1 0,3 11 0,-3-14-47,0 0 1,1 0-1,-1 0 1,1-1-1,0 1 1,0 0-1,0-1 1,0 0-1,0 1 1,1-1-1,-1 0 1,1 0-1,-1 0 1,1 0-1,0-1 1,0 1-1,0-1 1,0 0-1,0 1 1,3-1-1,-1 0-299,1 0-1,-1 0 1,0-1 0,1 0-1,-1 0 1,0-1 0,1 0-1,-1 0 1,0 0-1,0 0 1,0-1 0,0 0-1,10-4 1,70-42-5463</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213"/>
    </inkml:context>
    <inkml:brush xml:id="br0">
      <inkml:brushProperty name="width" value="0.025" units="cm"/>
      <inkml:brushProperty name="height" value="0.025" units="cm"/>
    </inkml:brush>
  </inkml:definitions>
  <inkml:trace contextRef="#ctx0" brushRef="#br0">16 14 11666,'-5'-5'5474,"1"3"-3466,-3-5 689,9 7-2337,3 5-696,4 4-1121,31 18-3528</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595"/>
    </inkml:context>
    <inkml:brush xml:id="br0">
      <inkml:brushProperty name="width" value="0.025" units="cm"/>
      <inkml:brushProperty name="height" value="0.025" units="cm"/>
    </inkml:brush>
  </inkml:definitions>
  <inkml:trace contextRef="#ctx0" brushRef="#br0">116 0 9266,'-9'0'4473,"2"2"-2577,-8 7 297,-3 7-57,2 4-599,-1 11-225,3 7-224,3 6 16,7 3-247,-1 0-281,7-5-376,3-4-200,4-7-8,2-8-128,5-8-873,-5-6-1727,-2-9-2809,-12-31-5290</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6.794"/>
    </inkml:context>
    <inkml:brush xml:id="br0">
      <inkml:brushProperty name="width" value="0.025" units="cm"/>
      <inkml:brushProperty name="height" value="0.025" units="cm"/>
    </inkml:brush>
  </inkml:definitions>
  <inkml:trace contextRef="#ctx0" brushRef="#br0">1 58 14755,'2'-2'4329,"2"2"-3305,10 2 161,13 0 399,4 3-872,7-5-512,4 0-136,5-2-64,-3-5-608,5-6-3289,56-30-3120</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7.119"/>
    </inkml:context>
    <inkml:brush xml:id="br0">
      <inkml:brushProperty name="width" value="0.025" units="cm"/>
      <inkml:brushProperty name="height" value="0.025" units="cm"/>
    </inkml:brush>
  </inkml:definitions>
  <inkml:trace contextRef="#ctx0" brushRef="#br0">96 1 9818,'-2'2'4817,"0"5"-3161,-3 8 849,1 12 200,-1 9-1073,1 11-688,-3 4-352,-2 2-328,0 3-208,1 0-56,-1-3-832,0-2-3833,-14 54-6969</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3:58.523"/>
    </inkml:context>
    <inkml:brush xml:id="br0">
      <inkml:brushProperty name="width" value="0.025" units="cm"/>
      <inkml:brushProperty name="height" value="0.025" units="cm"/>
    </inkml:brush>
  </inkml:definitions>
  <inkml:trace contextRef="#ctx0" brushRef="#br0">332 1 8178,'2'1'4008,"10"5"-1316,9 3-1052,-1-1 0,38 8 0,-40-13-1328,0 0-1,0-1 1,1-1-1,-1-1 1,1 0 0,26-5-1,-23 2-89,25-4 632,69-3 0,-118 12-742,1 0 0,-1 0 0,0 0 0,1 0 0,-1 0 0,1 0 0,0 0 0,-1 0-1,1 1 1,0-1 0,0 0 0,1 1 0,-1-1 0,0 5 0,-1-1 46,-18 57 20,2 1 0,-10 76 1,-5 136 264,23-179-312,1-26-104,4 0 0,3 1 0,4 0 0,19 133 0,-13-169-20,-4-19 1,0 1 0,-2-1 1,2 19-1,-9-24 94,3-10-52,4-6 39,-2 3-83,0 1-1,0-1 0,0 1 1,0-1-1,0 1 1,0-1-1,-1 1 0,1-1 1,0 1-1,0-1 0,0 1 1,-1-1-1,1 1 1,0-1-1,-1 1 0,1 0 1,0-1-1,-1 1 1,1 0-1,0-1 0,-1 1 1,1 0-1,-1-1 1,1 1-1,-1 0 0,1-1 1,-1 1-1,0 0 1,-16-8 20,-2 2-29,0 1 0,-1 0 0,0 2 1,0 1-1,-35-1 0,-103 14 4,110-7-2,12-1 0,-85 10-14,105-10 5,0 0 1,0 1 0,1 1-1,-1 0 1,-14 8 0,28-12 10,0 0 0,0 0 1,0 1-1,1-1 1,-1 0-1,0 1 1,1-1-1,-1 1 1,1 0-1,0-1 1,-1 1-1,1 0 1,0 0-1,0 0 1,0 0-1,0 0 1,1 0-1,-1 0 1,1 0-1,-1 0 1,1 0-1,-1 0 1,1 3-1,0-3-136,0-1-1,1 1 1,-1-1 0,0 0-1,0 1 1,1-1 0,-1 1-1,1-1 1,0 0 0,-1 1-1,1-1 1,0 0 0,0 0-1,1 3 1,0-3-397,-1 0-1,1 0 1,-1 1 0,1-1 0,0 0-1,-1 0 1,1-1 0,0 1 0,0 0-1,0-1 1,-1 1 0,1-1 0,4 1 0,26 0-9881</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2.346"/>
    </inkml:context>
    <inkml:brush xml:id="br0">
      <inkml:brushProperty name="width" value="0.025" units="cm"/>
      <inkml:brushProperty name="height" value="0.025" units="cm"/>
    </inkml:brush>
  </inkml:definitions>
  <inkml:trace contextRef="#ctx0" brushRef="#br0">32 25 6681,'-2'-5'2551,"-9"-13"6310,6 16-5626,1 14-1937,-1 25-949,2 0 0,2 0 0,5 62 0,24 116-295,-12-112-29,-14-92-251,0 0 0,0 0 0,1 0-1,4 11 1,-11-34-6244,-21-33 460</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3.393"/>
    </inkml:context>
    <inkml:brush xml:id="br0">
      <inkml:brushProperty name="width" value="0.025" units="cm"/>
      <inkml:brushProperty name="height" value="0.025" units="cm"/>
    </inkml:brush>
  </inkml:definitions>
  <inkml:trace contextRef="#ctx0" brushRef="#br0">108 86 7138,'-6'-2'2510,"14"-2"-1148,-6 4-1103,0-1-1,0 1 0,1-1 1,-1 1-1,0-1 1,0 1-1,1 0 0,-1 0 1,0 0-1,4 1 0,10 3 159,1 0 0,-1-1 0,1-1 0,-1-1 0,29-1 0,86-14-421,-75 6 248,715-49 491,-584 47-284,-145 7-246,0 3 1,-1 2 0,1 1-1,-1 2 1,0 2-1,58 18 1,-73-21 93,-23-5-229,0 2 1,0-1 0,1 0-1,-1 1 1,0-1-1,0 1 1,0 0-1,1 0 1,-1 0-1,0 0 1,-1 1 0,1-1-1,5 4 1,-8-4-34,0 0 0,0 0 0,0-1 0,0 1 0,1 0 0,-1 0 0,0 0 0,-1 0-1,1 0 1,0 0 0,0-1 0,0 1 0,0 0 0,-1 0 0,1 0 0,0 0 0,-1-1 0,1 1 0,0 0 0,-1 0 0,0 0 0,-14 21 642,11-17-462,-12 17-55,2 1-1,1 1 0,0 0 0,2 0 1,1 1-1,1 0 0,1 1 0,1 0 1,2 1-1,-5 51 0,3 21 21,5 1 0,14 133 0,-11-231-151,-1 0 0,1 0 0,-1 0 0,0-1 1,0 1-1,0 0 0,0 0 0,0 0 0,0 0 1,-1-1-1,1 1 0,-1 0 0,0 2 0,0-4 3,0 0-1,1 0 1,-1 0-1,0 0 0,0 0 1,1 0-1,-1 0 1,0 0-1,0-1 0,1 1 1,-1 0-1,0 0 0,0-1 1,1 1-1,-1-1 1,1 1-1,-1 0 0,0-1 1,1 1-1,-2-2 0,-21-11 237,3 6-316,1 0 0,-1 2 1,0 0-1,-1 1 1,-33-1-1,-108 4-379,131 2 374,-317 13-589,-90 2 379,-4-31 335,362 6 1169,80 9-899,41 11-1591,-17-7-1067,40 1-2321</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8.179"/>
    </inkml:context>
    <inkml:brush xml:id="br0">
      <inkml:brushProperty name="width" value="0.025" units="cm"/>
      <inkml:brushProperty name="height" value="0.025" units="cm"/>
    </inkml:brush>
  </inkml:definitions>
  <inkml:trace contextRef="#ctx0" brushRef="#br0">0 46 7017,'2'-3'14006,"2"-3"-10188,11-13-1827,-13 17-1992,0 1-1,1-1 1,-1 0-1,1 1 1,-1-1-1,1 1 0,0 0 1,-1-1-1,1 2 1,0-1-1,0 0 1,0 0-1,0 1 0,0-1 1,0 1-1,0 0 1,0 0-1,-1 0 1,1 1-1,5 0 0,-6 0-24,0 0 0,0 0 0,0 0-1,0 0 1,0 0 0,0 0 0,-1 1 0,1-1-1,-1 1 1,1-1 0,-1 1 0,1 0-1,-1 0 1,0-1 0,0 1 0,0 0 0,0 0-1,0 0 1,0 0 0,0 0 0,-1 0-1,1 1 1,-1-1 0,0 0 0,1 0 0,-1 0-1,0 0 1,-1 4 0,1 0-46,-1 1 1,1-1 0,-2 0-1,1 0 1,-1 0-1,1 0 1,-2 0-1,1 0 1,-5 8 0,-35 47-287,18-27 471,77-18 311,-49-15-397,1 0 0,-1 0 1,0-1-1,1 0 0,-1 0 0,0 0 0,1-1 0,-1 1 1,0-1-1,9-2 0,-12 2-184,1 0 1,0 1-1,-1-1 0,1 0 1,-1 0-1,1 0 0,-1 0 1,0-1-1,1 1 0,-1 0 1,0 0-1,0-1 0,1-1 1,-1 1-408,0 0 0,0 0 0,0 0 0,-1 0 1,1 0-1,-1 0 0,0 0 0,1 0 0,-1 0 1,0 0-1,0 0 0,0 0 0,-1 0 0,1-3 1,-8-30-7020</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38.770"/>
    </inkml:context>
    <inkml:brush xml:id="br0">
      <inkml:brushProperty name="width" value="0.025" units="cm"/>
      <inkml:brushProperty name="height" value="0.025" units="cm"/>
    </inkml:brush>
  </inkml:definitions>
  <inkml:trace contextRef="#ctx0" brushRef="#br0">354 8 6105,'-2'-1'322,"-1"0"-1,1 0 1,-1 0-1,1 0 1,-1 0-1,1 1 1,-1-1-1,1 1 0,-1 0 1,0 0-1,1 0 1,-1 0-1,1 0 1,-1 0-1,0 1 1,1-1-1,-1 1 1,1 0-1,-1 0 0,1 0 1,0 0-1,-1 0 1,-1 2-1,-9 4 303,0 1-1,-20 16 0,11-6-405,1 1 0,1 2 0,0 0 0,1 1 0,2 1 0,-22 36 0,28-40-163,0 1-1,2 0 1,0 1 0,1 0 0,1 1 0,1-1 0,1 1 0,-3 40 0,7-53-23,1 0-1,1-1 1,0 1-1,0 0 1,0-1-1,1 1 1,0-1-1,1 0 0,0 0 1,1 0-1,7 14 1,-4-11-12,0-1 0,1-1 0,0 1 0,0-1 0,1-1 0,0 1 0,17 10 0,-6-6-9,1-1 0,0-1 0,1-1 0,0-1 0,0-1 0,1-1 1,0-1-1,27 3 0,-34-7-4,-1-2-1,0 1 1,0-2 0,0 0-1,0-1 1,0-1 0,0 0 0,0-1-1,-1-1 1,1 0 0,-1-1-1,-1 0 1,1-1 0,-1-1-1,0 0 1,-1-1 0,0 0 0,0-1-1,-1 0 1,0 0 0,17-24-1,-19 24 173,-1-1 0,-1 0 0,0-1 0,0 0 0,-1 0 0,0 0 0,-1-1 0,-1 0 0,0 0 0,0 0 0,-2 0 0,0-1 0,0 1 0,-1-1 0,0 1 0,-2-1 0,1 1 0,-2-1 0,0 1 0,0-1 0,-1 1 0,-1 0 0,0 0 0,-9-18 0,0 7-1,0 0 1,-2 2-1,0-1 0,-2 2 0,0 0 0,-21-19 0,37 39-199,1 1-1,-1-1 1,1 1-1,-1-1 0,1 1 1,-1-1-1,1 1 1,-1-1-1,1 1 1,-1 0-1,0-1 0,1 1 1,-1 0-1,0-1 1,1 1-1,-1 0 1,0 0-1,0 0 1,1 0-1,-1-1 0,0 1 1,1 0-1,-1 0 1,0 1-1,0-1 1,1 0-1,-1 0 1,0 0-1,1 0 0,-1 1 1,0-1-1,1 0 1,-1 0-1,0 1 1,1-1-1,-2 1 1,0 2-357,1-1 0,0 0 0,0 0 0,0 1 0,0-1 0,0 0 0,0 1 0,0-1 0,1 1 0,-1-1 0,1 1 1,0 4-1,-3 53-6855</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0.572"/>
    </inkml:context>
    <inkml:brush xml:id="br0">
      <inkml:brushProperty name="width" value="0.025" units="cm"/>
      <inkml:brushProperty name="height" value="0.025" units="cm"/>
    </inkml:brush>
  </inkml:definitions>
  <inkml:trace contextRef="#ctx0" brushRef="#br0">3141 0 5169,'-12'10'9300,"11"-9"-8972,-1 0-1,0 0 0,1 0 1,-1 0-1,0 0 0,0 0 0,0 0 1,0 0-1,0-1 0,0 1 1,0-1-1,0 0 0,0 1 1,-3-1-1,-3-1-296,0 0-1,0 1 1,0 0 0,0 1 0,0 0-1,0 0 1,0 0 0,0 1 0,0 0 0,-7 4-1,-4-1-15,-33 13-217,1 2-1,0 2 1,-88 54 0,54-24 52,17-9-46,-1-4 0,-2-2-1,-79 28 1,101-48 246,1-3 0,-2-1 1,0-3-1,0-3 0,-1-1 1,-69-1-1,2-5 549,-163 21 1,180-12 155,-1-5 0,0-4 0,-115-15 0,196 12-667,1-1-1,-1 0 0,1-2 0,0 0 0,-26-13 1,-89-54 235,-28-17-45,136 78-260,0 2-1,0 0 1,-1 2-1,-38-7 1,54 14-14,1-1 0,-1 0 0,1 0 0,0-1 0,0-1 0,0 0 0,0 0 0,1-1 0,-1-1 0,1 0 0,1 0 0,-1-1 0,-14-13 0,6-1-2,14 15 56,-1 0 0,1 1 1,-1 0-1,0 0 1,0 1-1,-9-7 1,7 10 131,1 1 1,0-1-1,0 2 1,0-1-1,0 1 1,0 0-1,0 0 1,-9 3 0,20 28-1398,-4-18-1749,0-4-3301,1-2 1373</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1.554"/>
    </inkml:context>
    <inkml:brush xml:id="br0">
      <inkml:brushProperty name="width" value="0.025" units="cm"/>
      <inkml:brushProperty name="height" value="0.025" units="cm"/>
    </inkml:brush>
  </inkml:definitions>
  <inkml:trace contextRef="#ctx0" brushRef="#br0">343 1 4945,'-1'4'11385,"-7"12"-7315,-9 7-3842,-2-1-1,-1-1 1,0 0 0,-1-2-1,-2 0 1,0-1-1,-30 17 1,38-27-225,-1-1 0,-24 9 0,-15 6 917,43-13 1523,13-9-2388,-1 0 1,0 0-1,0 0 1,0 0-1,0 0 1,0 0-1,0 0 1,0 0 0,0 0-1,0 1 1,0-1-1,0 0 1,0 0-1,0 0 1,1 0-1,-1 0 1,0 0 0,0 0-1,0 0 1,0 0-1,0 0 1,0 1-1,0-1 1,0 0-1,0 0 1,0 0 0,0 0-1,0 0 1,0 0-1,3 0-51,1-1-1,-1 1 1,1-1-1,-1 1 1,1 0-1,-1 1 1,1-1-1,-1 1 1,1-1 0,-1 1-1,6 2 1,19 2 11,27-2-9,5-1 44,103 17-1,-141-13-218,-11-4 2940,-12-3-2466,-23-5-11710</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4.396"/>
    </inkml:context>
    <inkml:brush xml:id="br0">
      <inkml:brushProperty name="width" value="0.025" units="cm"/>
      <inkml:brushProperty name="height" value="0.025" units="cm"/>
    </inkml:brush>
  </inkml:definitions>
  <inkml:trace contextRef="#ctx0" brushRef="#br0">3 134 6409,'0'-1'240,"-1"-1"0,1 0-1,-1 1 1,1-1 0,0 0 0,-1 0-1,1 0 1,0 1 0,0-1-1,0 0 1,1 0 0,-1 0-1,0 1 1,1-1 0,-1 0-1,1 0 1,0 1 0,-1-1-1,1 1 1,0-1 0,0 0 0,0 1-1,0 0 1,2-3 0,41-38 300,-10 8 1420,-22 20 1482,-11 30-162,-2 0-3485,7 243 2823,0-109-2530,-7-105-63,-12 79 0,7-77-177,-2 55 1,8-101 158,3 18-1429,3-16-778,6-14-1413,27-44-2501</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4:05.587"/>
    </inkml:context>
    <inkml:brush xml:id="br0">
      <inkml:brushProperty name="width" value="0.025" units="cm"/>
      <inkml:brushProperty name="height" value="0.025" units="cm"/>
    </inkml:brush>
  </inkml:definitions>
  <inkml:trace contextRef="#ctx0" brushRef="#br0">147 167 4729,'0'0'1599,"25"0"3001,151 9 74,-57-8-4268,179-22 0,45-29-49,-11 0-15,230 1 190,-276 43-471,-295 14 800,0 0 0,0 0 0,-10 15 0,5-3-634,0 0 1,1 1-1,1 0 0,2 1 1,0 0-1,1 1 0,1 0 1,1 1-1,1 0 0,-3 31 1,0 29 345,2 134 0,7-201-493,-15 163 598,15-176-650,-1-2 0,1 0-1,-1 0 1,0 0 0,0 0 0,0 0-1,0 0 1,0 0 0,0 0 0,0 0 0,-1-1-1,1 1 1,-1-1 0,1 1 0,-1-1-1,1 1 1,-1-1 0,0 0 0,0 1-1,0-1 1,0 0 0,0-1 0,0 1 0,0 0-1,0 0 1,0-1 0,0 1 0,0-1-1,0 0 1,-1 0 0,-2 0 0,-7 1-30,-1-1 0,1 0 0,-25-4 0,-36-5-150,-95 1-1,-80 15-425,196-5 449,-605 54-374,68 35 563,510-79-55,-28 6 669,112-29 1067,-1 5-7097,11-17-2646</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4.508"/>
    </inkml:context>
    <inkml:brush xml:id="br0">
      <inkml:brushProperty name="width" value="0.025" units="cm"/>
      <inkml:brushProperty name="height" value="0.025" units="cm"/>
    </inkml:brush>
  </inkml:definitions>
  <inkml:trace contextRef="#ctx0" brushRef="#br0">0 2413 5865,'4'0'9498,"8"0"-5912,0 8-2418,-11-7-1157,-1-1 1,0 0 0,1 1 0,-1-1 0,0 0-1,1 1 1,-1-1 0,0 0 0,1 0 0,-1 1-1,0-1 1,1 0 0,-1 0 0,1 0 0,-1 1-1,1-1 1,-1 0 0,0 0 0,1 0 0,-1 0-1,1 0 1,-1 0 0,1 0 0,-1 0 0,1 0-1,-1 0 1,0 0 0,1 0 0,-1 0 0,1-1-1,-1 1 1,1 0 0,0-1 0,48-11 1041,-18 1-964,-23 8-72,0 0 1,0 0 0,0 0 0,0-1 0,-1 0 0,1 0 0,-1-1 0,9-8 0,27-29 170,-2-2 1,-2-2-1,-2-2 1,-2-1-1,-2-2 1,-3-1-1,37-85 1,-55 104-170,0-1 1,-3 0-1,-1-1 1,6-47-1,-1-142 9,-11 148-293,3 1 0,16-88-1,-8 91 168,-4 0 1,0-144-1,-9 180 82,1-11-99,-2 0 0,-12-73-1,7 77-117,-1-74-1,0 3 232,0 33 241,1 44-236,1 0 0,0-57 0,6 113 28,-2 1 0,0-1 0,-1 0 0,-1 0 0,-1 0 0,-1 0 0,-1-1 0,0 1-1,-11 22 1,-14 9-41,-1 0 0,-54 62 0,103-137 152,-1-1 1,-1-1-1,-1 0 1,-2-1-1,0 0 1,-2-1 0,-2 0-1,10-56 1,-17 78-135,7-30 98,6 57 280,-1 1 36,20 41 0,-23-40 52,1-1 0,22 31 0,-29-46-412,1-1-1,0 1 1,0-1-1,0 0 0,0-1 1,1 1-1,0-1 1,0 0-1,0 0 0,0-1 1,0 0-1,14 5 0,0-3 125,0-1 1,0 0-1,36 1 0,-66 12-7867,-10 10 1872</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5.431"/>
    </inkml:context>
    <inkml:brush xml:id="br0">
      <inkml:brushProperty name="width" value="0.025" units="cm"/>
      <inkml:brushProperty name="height" value="0.025" units="cm"/>
    </inkml:brush>
  </inkml:definitions>
  <inkml:trace contextRef="#ctx0" brushRef="#br0">90 1 7362,'1'1'7758,"2"2"-4044,9 8-1302,-7-10-2193,-1 0-1,1 0 1,0 0 0,0 0 0,0-1 0,-1 0 0,8 0-1,-7 0-200,-1-1 0,1 1 0,-1 1 0,0-1 0,1 1 0,-1 0 0,1 0 0,6 2 0,-10-2-13,0 0 0,0 0 0,-1 0 0,1 0 0,-1 0 0,1 0 0,-1 0 0,1 0 0,-1 0 1,0 0-1,1 0 0,-1 0 0,0 0 0,0 0 0,0 0 0,0 1 0,0-1 0,0 0 0,0 0 0,0 0 0,0 0 0,-1 0 0,1 0 0,0 0 0,-1 0 0,0 2 0,-11 27 111,-39 65-97,53-95-48,-1 0 0,0 0 1,1-1-1,-1 1 0,1 0 0,-1 1 0,0-1 1,1 0-1,-1 0 0,0 1 0,1-1 1,-1 1-1,0-1 0,1 1 0,-1-1 0,0 1 1,2 1-1,29 15 98,-28-14-68,0 0 1,0 0-1,-1 1 0,1-1 1,-1 1-1,0 0 1,0-1-1,0 1 1,-1 0-1,0 1 1,4 8-1,-5-12 9,0 1 0,-1-1-1,1 0 1,-1 1 0,1 0 0,-1-1-1,0 1 1,0-1 0,1 1 0,-1-1-1,0 1 1,0 0 0,-1-1 0,1 1-1,0-1 1,0 1 0,-1-1-1,1 1 1,-1-1 0,0 1 0,1-1-1,-1 1 1,0-1 0,0 0 0,0 1-1,0-1 1,0 0 0,0 0 0,0 0-1,0 0 1,0 0 0,-1 0 0,1 0-1,0 0 1,-1 0 0,1 0 0,0-1-1,-4 2 1,-7 1 145,-1-1 0,1 0 0,-1-1 0,0 0 0,0 0 0,0-2 0,1 0 0,-20-3 0,-36-2 326,67 6-604,1 0-1,-1 0 0,1 0 0,-1 0 0,1 0 0,-1 0 0,1 0 1,-1 0-1,1 0 0,-1 0 0,1 1 0,-1-1 0,1 0 0,-1 0 1,1 0-1,-1 1 0,1-1 0,0 0 0,-1 1 0,1-1 0,-1 0 1,1 1-1,0-1 0,-1 1 0,1-1 0,0 0 0,0 1 0,-1-1 1,1 1-1,0-1 0,0 1 0,-1-1 0,1 1 0,0-1 0,0 1 1,0-1-1,0 1 0,0-1 0,0 2 0,-1 2-2168,9-19-2808</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46.356"/>
    </inkml:context>
    <inkml:brush xml:id="br0">
      <inkml:brushProperty name="width" value="0.025" units="cm"/>
      <inkml:brushProperty name="height" value="0.025" units="cm"/>
    </inkml:brush>
  </inkml:definitions>
  <inkml:trace contextRef="#ctx0" brushRef="#br0">230 17 6329,'-1'0'556,"0"1"-1,-1-1 1,1 0-1,0 0 1,-1 1-1,1-1 1,0 1-1,0-1 1,-1 1-1,1-1 1,0 1-1,0 0 1,-1 0-1,-14 17 2084,-8 28-3455,17-31 1500,-12 17-276,-28 41 0,29-49-304,1 1 0,2 2 0,-15 30 0,27-48-93,-1 0 1,2 0 0,-1 0-1,1 1 1,0-1-1,1 1 1,0-1-1,1 1 1,0-1 0,0 1-1,1 0 1,1-1-1,-1 0 1,4 11 0,0-6 144,0 0 1,0 0-1,2 0 1,0-1 0,0 0-1,1 0 1,1-1 0,0 0-1,1-1 1,0 0 0,0 0-1,1-1 1,1 0 0,0-1-1,14 8 1,-10-7-84,2-2 0,-1 0 0,1-1 0,0-1 0,0 0 0,1-1 0,0-2 0,0 1 0,0-2 0,0-1 0,26-1 0,-25-1 59,-1-1 0,1 0 0,-1-2 0,0 0 0,-1-1 1,1-1-1,-1-1 0,0 0 0,22-14 0,-30 16-51,0-2 0,-1 1 1,0-1-1,0-1 0,-1 0 0,0 0 0,-1 0 0,1-1 0,-2 0 0,1-1 1,-1 1-1,-1-1 0,1 0 0,-2-1 0,0 1 0,0-1 0,3-14 0,-2-3-24,0 0-1,-2-1 1,-1 1-1,-2-1 1,-1 0-1,-5-37 1,3 48-22,0 1 1,-2 0 0,0 0 0,0 0-1,-2 1 1,0 0 0,-1 0 0,0 0-1,-1 1 1,-1 1 0,-17-21 0,20 29-13,1 0 1,-1 0-1,-1 0 1,1 1-1,-1 0 1,0 0 0,0 1-1,0 0 1,-1 0-1,1 1 1,-1 0-1,-17-3 1,7 3-26,0 2 1,1 0-1,-1 0 0,0 2 0,-23 4 1,28-4 39,12-1-58,0 0-1,0 0 1,1 0-1,-1 1 1,0-1-1,0 1 1,1-1 0,-1 1-1,0-1 1,0 1-1,-1 1 1,2 0-283,-1-1 0,2 1 0,-1-1 0,0 1 0,0-1 0,0 1 1,1 0-1,-1-1 0,1 1 0,-1 0 0,1 0 0,0 0 0,0 3 0,-2 6-3930,0 11-2283</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4.037"/>
    </inkml:context>
    <inkml:brush xml:id="br0">
      <inkml:brushProperty name="width" value="0.025" units="cm"/>
      <inkml:brushProperty name="height" value="0.025" units="cm"/>
    </inkml:brush>
  </inkml:definitions>
  <inkml:trace contextRef="#ctx0" brushRef="#br0">411 0 8706,'-2'3'8815,"-4"5"-4517,-36 42-3372,-7 3-358,-16 15-15,-55 79 0,102-123-519,2 1-1,0 1 0,2 0 1,1 1-1,1 1 1,2 0-1,-11 42 1,19-62-24,0 1 1,1-1 0,0 1 0,0-1 0,1 1 0,0 0 0,1-1 0,0 1 0,0-1-1,5 16 1,-4-19 6,0 0-1,0-1 0,1 1 0,-1-1 1,1 0-1,0 0 0,1 0 1,-1 0-1,1 0 0,-1-1 0,1 0 1,0 1-1,1-2 0,-1 1 1,0 0-1,1-1 0,-1 0 0,1 0 1,8 2-1,5 1-4,0-1 1,1-1-1,0-1 0,0-1 1,0-1-1,-1 0 0,1-1 0,27-6 1,-44 7-102,-1 0-1,1 0 1,0-1 0,0 1 0,-1 0 0,1-1 0,-1 0 0,1 1-1,0-1 1,-1 0 0,1 0 0,-1 0 0,1 0 0,-1 0 0,0 0-1,1 0 1,-1 0 0,0 0 0,0-1 0,0 1 0,0-1 0,0 1 0,0-1-1,1-2 1,-2 1-384,0 1 0,0-1 0,-1 0-1,1 0 1,0 0 0,-1 0 0,0 1 0,0-1-1,0 0 1,0 1 0,0-1 0,0 1-1,-1-1 1,1 1 0,-1-1 0,0 1 0,-2-2-1,-41-50-7533</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4.342"/>
    </inkml:context>
    <inkml:brush xml:id="br0">
      <inkml:brushProperty name="width" value="0.025" units="cm"/>
      <inkml:brushProperty name="height" value="0.025" units="cm"/>
    </inkml:brush>
  </inkml:definitions>
  <inkml:trace contextRef="#ctx0" brushRef="#br0">0 19 6329,'8'-3'1576,"-1"0"0,0 0 0,1 1 0,-1 0-1,15-2 1,-10 3-492,0 0 1,-1 1-1,16 2 0,7 3-777,58 17-1,-11-2 36,-11-10-1700,-18-6-4577,4-1-2855</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4.881"/>
    </inkml:context>
    <inkml:brush xml:id="br0">
      <inkml:brushProperty name="width" value="0.025" units="cm"/>
      <inkml:brushProperty name="height" value="0.025" units="cm"/>
    </inkml:brush>
  </inkml:definitions>
  <inkml:trace contextRef="#ctx0" brushRef="#br0">6 90 7914,'0'1'284,"-1"0"0,1-1 0,-1 1 0,1-1 1,-1 1-1,1 0 0,0-1 0,-1 1 0,1 0 0,0-1 1,0 1-1,-1 0 0,1-1 0,0 1 0,0 0 0,0 0 1,0-1-1,0 1 0,0 0 0,0 0 0,0-1 1,0 1-1,0 0 0,1 1 0,12 17 3397,-9-15-3284,0 0 0,0 0 0,1-1 0,-1 0 0,11 6 0,-9-7-346,1-1 1,-1 1-1,1-1 1,-1 0-1,1-1 1,0 1-1,-1-1 1,1-1 0,0 1-1,-1-1 1,8-2-1,-8 2-53,-1 0-1,1-1 0,-1 1 1,0-1-1,0 0 0,0-1 1,0 1-1,0-1 0,0 0 1,-1-1-1,1 1 0,-1-1 1,6-5-1,-9 7 4,0-1 0,-1 1 0,1 0 0,0-1 0,-1 1 0,1-1 0,-1 1 0,0-1 0,1 1 0,-1-1 0,-1 1 1,1-1-1,0 1 0,0-1 0,-1 1 0,0-1 0,1 1 0,-1-1 0,0 1 0,0 0 0,0 0 0,-1-1 0,1 1 0,0 0 0,-1 0 0,0 0 0,-2-2 0,1-1 1,-1 1-1,0 0 1,0-1-1,0 1 1,0 1-1,-1-1 0,1 1 1,-1 0-1,0 0 1,-10-5-1,12 7-1,0 1 0,0-1-1,0 0 1,0 1 0,0 0-1,0 0 1,0 0 0,0 0-1,0 0 1,0 0 0,0 1-1,1-1 1,-1 1 0,0 0-1,-4 2 1,5-2 12,0 0 0,0 1 0,0-1 0,1 1 0,-1-1 0,1 1 0,-1-1 0,1 1 0,-1 0 0,1 0 0,0 0 0,0 0 0,0 0 0,0 0 0,0 0 0,0 3 0,0 0 8,0 0 1,0-1 0,1 1-1,0 0 1,0 0 0,0-1-1,1 1 1,-1 0 0,1-1-1,0 1 1,1 0 0,-1-1-1,1 1 1,0-1-1,0 0 1,0 0 0,1 1-1,2 3 1,2 0-119,-1 0 0,2 0-1,-1-1 1,1 0 0,0-1-1,0 1 1,12 6 0,-15-11-1284,0 1 0,0-1 1,0 0-1,0-1 0,9 2 1,11-1-6888</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5.519"/>
    </inkml:context>
    <inkml:brush xml:id="br0">
      <inkml:brushProperty name="width" value="0.025" units="cm"/>
      <inkml:brushProperty name="height" value="0.025" units="cm"/>
    </inkml:brush>
  </inkml:definitions>
  <inkml:trace contextRef="#ctx0" brushRef="#br0">1 0 7506,'3'7'7323,"4"3"-4518,5 10-171,-8-2-1261,1 1 0,1 19 1,-1 79-405,-4-123-1040,0 0 0,0 0 0,0 0 0,0 0 0,1 0-1,0 0 1,1 0 0,4-9 0,30-44-687,-27 44 561,51-70-127,-58 99 407,-3 8 112,-1-16-136,0 0 0,1-1 0,0 1 0,0 0 0,1-1 0,-1 1 0,1-1 0,3 10 0,-3-13-53,-1-1 1,1 0-1,0 1 1,-1-1 0,1 0-1,0 0 1,0 0-1,0 1 1,0-1-1,0 0 1,0 0-1,0 0 1,0 0 0,0-1-1,0 1 1,1 0-1,-1 0 1,0-1-1,1 1 1,-1-1-1,0 1 1,1-1 0,-1 0-1,1 1 1,-1-1-1,0 0 1,1 0-1,-1 0 1,1 0 0,-1 0-1,1 0 1,-1-1-1,1 1 1,-1 0-1,0-1 1,1 1-1,-1-1 1,2 0 0,8-4 0,-1-1 0,0 0 1,0 0-1,0-1 0,-1 0 1,11-10-1,16-12-4,-35 28 47,1 1 1,0 0-1,-1 0 0,1-1 0,0 1 0,-1 1 1,1-1-1,0 0 0,-1 0 0,1 1 0,-1-1 1,1 0-1,0 1 0,-1 0 0,1-1 0,-1 1 0,0 0 1,3 1-1,45 28 469,-3-3-1188,-5-15-1575,44-1-2957</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5.809"/>
    </inkml:context>
    <inkml:brush xml:id="br0">
      <inkml:brushProperty name="width" value="0.025" units="cm"/>
      <inkml:brushProperty name="height" value="0.025" units="cm"/>
    </inkml:brush>
  </inkml:definitions>
  <inkml:trace contextRef="#ctx0" brushRef="#br0">101 0 13707,'-3'5'861,"1"0"1,-1-1-1,1 1 0,0 0 1,1 0-1,-2 9 0,-4 61 2264,6-53-2261,-41 344 1096,36-329-2441,4-20-268,-1 0 0,0 0 0,-1-1 0,-12 31 0,15-52-5144,1-3 4527,1 1 0,0 0 0,0-1 0,3-9 1,21-71-5996</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6.092"/>
    </inkml:context>
    <inkml:brush xml:id="br0">
      <inkml:brushProperty name="width" value="0.025" units="cm"/>
      <inkml:brushProperty name="height" value="0.025" units="cm"/>
    </inkml:brush>
  </inkml:definitions>
  <inkml:trace contextRef="#ctx0" brushRef="#br0">1 91 7754,'6'-10'1295,"1"0"0,0 1 0,0-1-1,1 2 1,0-1 0,12-9 0,-17 16-1136,1 0 1,-1 0-1,1 0 0,0 1 0,0-1 0,-1 1 0,1 0 0,0 0 0,0 0 1,1 0-1,-1 1 0,0 0 0,0 0 0,0 0 0,0 0 0,0 0 0,0 1 1,0 0-1,0 0 0,0 0 0,7 3 0,3 1 167,-1 0 0,0 1-1,0 0 1,0 1 0,-1 0 0,20 16-1,-32-23-300,1 0 0,-1 0-1,0 1 1,1-1 0,-1 0-1,0 1 1,0-1-1,1 0 1,-1 1 0,0-1-1,0 0 1,0 1 0,1-1-1,-1 1 1,0-1-1,0 0 1,0 1 0,0-1-1,0 1 1,0-1 0,0 0-1,0 1 1,0-1-1,0 1 1,0-1 0,0 1-1,0-1 1,0 0 0,0 1-1,0-1 1,0 1-1,0-1 1,-1 1 0,-14 8 651,-22-2-77,-9-6-535,36-2-244,0 1 1,1 0-1,-1 0 0,0 1 1,0 1-1,1-1 0,-1 1 1,1 1-1,-16 6 1,24-7-3378,13-4-203,32-9-3309</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6.394"/>
    </inkml:context>
    <inkml:brush xml:id="br0">
      <inkml:brushProperty name="width" value="0.025" units="cm"/>
      <inkml:brushProperty name="height" value="0.025" units="cm"/>
    </inkml:brush>
  </inkml:definitions>
  <inkml:trace contextRef="#ctx0" brushRef="#br0">0 1 2064,'4'1'14208,"16"3"-11993,20-2-135,-21-1-1726,1 0 0,-1 1 0,1 1-1,-1 1 1,0 0 0,26 11 0,-23-9-69,-13-4-1468,-40 4-10057</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6.648"/>
    </inkml:context>
    <inkml:brush xml:id="br0">
      <inkml:brushProperty name="width" value="0.025" units="cm"/>
      <inkml:brushProperty name="height" value="0.025" units="cm"/>
    </inkml:brush>
  </inkml:definitions>
  <inkml:trace contextRef="#ctx0" brushRef="#br0">1 16 5865,'2'-2'4777,"4"2"-2168,8-2-201,6 0-351,0 2-441,2 0-304,5 2-151,-7 2-129,2 3-384,-4-2-248,0 3-128,0-1-152,-5-2-56,0-3-56,3-2-8,-5-2-264,3-7-1808,37-29-4650</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7.271"/>
    </inkml:context>
    <inkml:brush xml:id="br0">
      <inkml:brushProperty name="width" value="0.025" units="cm"/>
      <inkml:brushProperty name="height" value="0.025" units="cm"/>
    </inkml:brush>
  </inkml:definitions>
  <inkml:trace contextRef="#ctx0" brushRef="#br0">333 18 9522,'-29'-3'8138,"3"-3"-5186,18 4-2743,1 0 1,-1 0-1,0 1 0,0 0 0,0 0 0,-9 2 1,6 0-82,1 1 0,-1 1 0,1 0 0,-1 0 0,1 1 0,0 0 0,0 1 0,1 0 0,-1 1 0,1-1 0,-9 10 0,10-9-95,1 0-1,-1 1 1,2 0-1,-1 0 1,1 1-1,0 0 1,1 0-1,-1 0 1,2 1-1,-1 0 1,1-1-1,-4 17 1,7-23-35,0 0-1,0-1 1,1 1 0,-1 0 0,1 0-1,0 0 1,0 0 0,-1 0-1,1-1 1,0 1 0,1 0 0,-1 0-1,0 0 1,0 0 0,1 0 0,-1-1-1,1 1 1,0 0 0,-1 0 0,1-1-1,0 1 1,0 0 0,0-1 0,0 1-1,0-1 1,1 1 0,-1-1 0,0 0-1,1 1 1,-1-1 0,1 0 0,-1 0-1,4 2 1,-1-2-9,0-1 1,-1 1-1,1 0 0,0-1 1,0 0-1,0 0 0,0 0 0,0-1 1,0 1-1,-1-1 0,1 0 1,0 0-1,0 0 0,-1 0 0,8-4 1,15-10-72,0-1 1,0-2 0,43-39-1,-66 56 109,-1-2 0,1 1 0,-1 0 0,1 0 0,-1-1 0,0 1 0,0-1 0,-1 0 0,1 1 0,0-1 0,-1 0 0,0 0 0,1 0 0,-1 0 0,0-4 0,0 13 52,1 0-1,0 0 0,-1 0 0,2 0 0,-1 0 0,1 0 1,0 0-1,7 9 0,18 23-2554,-26-36 1839,0 1-1,1-1 1,0 0 0,-1 0 0,1 0-1,0 0 1,6 2 0,50 20-8257</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7.859"/>
    </inkml:context>
    <inkml:brush xml:id="br0">
      <inkml:brushProperty name="width" value="0.025" units="cm"/>
      <inkml:brushProperty name="height" value="0.025" units="cm"/>
    </inkml:brush>
  </inkml:definitions>
  <inkml:trace contextRef="#ctx0" brushRef="#br0">659 11 10250,'-5'-5'9112,"-9"2"-5747,-20 2-3895,24 1 1541,-58-1-540,0 3 1,1 3 0,-88 18 0,137-20-469,0 1 1,0 0-1,1 1 0,0 1 1,0 0-1,0 2 1,1 0-1,-22 14 0,37-21-5,1-1-1,-1 1 1,1-1-1,-1 1 1,1-1-1,0 1 1,-1-1-1,1 1 1,0-1-1,-1 1 1,1-1-1,0 1 1,0 0-1,0-1 1,-1 1-1,1-1 1,0 1-1,0 0 1,0-1-1,0 1 1,0-1-1,0 1 1,0 0-1,0-1 1,1 1-1,-1 0 1,0-1-1,0 1 1,0-1-1,1 1 1,-1-1-1,0 1 1,0 0-1,1-1 1,-1 1-1,1 0 1,19 20 4,-13-13 7,3 4 6,1 1 0,-2 0 0,0 0-1,-1 1 1,0 0 0,7 20 0,-11-24-12,-2 0 1,1 0 0,-1 0-1,-1 0 1,0 0-1,0 0 1,-1 1-1,0-1 1,-1 0 0,0 0-1,-3 13 1,-5 9 1,-2-1 1,-2 0-1,0-1 1,-2 0-1,-24 36 1,-11 22 6,47-83-12,1 0-1,0 1 1,0-1 0,0 0-1,1 1 1,-1 6-1,2-12 3,0 1-1,-1 0 0,1 0 0,0 0 0,0-1 0,0 1 0,0 0 0,0 0 0,0 0 0,0 0 0,0-1 0,1 1 0,-1 0 0,0 0 0,0 0 0,1-1 0,-1 1 0,1 0 0,-1-1 0,0 1 0,1 0 0,-1-1 0,1 1 0,0 0 0,-1-1 0,1 1 0,-1-1 0,1 1 0,0-1 0,-1 1 0,1-1 0,0 0 0,0 1 0,-1-1 0,1 0 0,0 1 0,0-1 0,0 0 0,-1 0 0,1 0 0,0 0 0,0 0 0,0 0 0,0 0 0,-1 0 0,1 0 0,0 0 0,0 0 0,0-1 0,1 0 0,27-6 61,0-2 1,41-19-1,-50 19-66,0 0 1,1 1 0,0 2-1,0 0 1,1 1-1,43-4 1,-63 8-981,-7 0-3808,-5 3-533</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8.242"/>
    </inkml:context>
    <inkml:brush xml:id="br0">
      <inkml:brushProperty name="width" value="0.025" units="cm"/>
      <inkml:brushProperty name="height" value="0.025" units="cm"/>
    </inkml:brush>
  </inkml:definitions>
  <inkml:trace contextRef="#ctx0" brushRef="#br0">0 54 4913,'24'-3'11468,"1"-4"-5813,-12 2-5198,0-1 1,-1 0-1,1 0 0,18-15 1,-46 35-248,6-7-155,0 0 1,1 1-1,0 0 1,1 0-1,-11 15 1,16-20-56,1 0 0,-1 1 0,1-1 0,0 0 0,0 1 0,0-1 0,0 0 1,0 1-1,1-1 0,0 1 0,0 0 0,0-1 0,0 1 0,0-1 0,1 1 0,-1-1 0,1 1 0,0-1 1,0 0-1,0 1 0,1-1 0,2 5 0,-3-5-67,1 0 0,0 0 1,0 1-1,0-1 0,0 0 1,0-1-1,1 1 0,-1 0 0,1-1 1,0 1-1,0-1 0,0 0 0,3 2 1,-3-3-275,1 0 0,-1 0 0,0 0 0,1 0 0,-1-1 0,0 1 0,1-1 0,-1 0 0,1 0 0,-1 0 0,0-1 0,1 1 0,-1-1 0,0 1 0,1-1 0,5-3 0,60-26-4937</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8.432"/>
    </inkml:context>
    <inkml:brush xml:id="br0">
      <inkml:brushProperty name="width" value="0.025" units="cm"/>
      <inkml:brushProperty name="height" value="0.025" units="cm"/>
    </inkml:brush>
  </inkml:definitions>
  <inkml:trace contextRef="#ctx0" brushRef="#br0">1 1 13875,'0'0'4697,"0"2"-2697,0 0-247,0 0-985,0 1-568,0-1-200,0 2-240,2 3-1128,0-3-2753</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9.068"/>
    </inkml:context>
    <inkml:brush xml:id="br0">
      <inkml:brushProperty name="width" value="0.025" units="cm"/>
      <inkml:brushProperty name="height" value="0.025" units="cm"/>
    </inkml:brush>
  </inkml:definitions>
  <inkml:trace contextRef="#ctx0" brushRef="#br0">55 0 11707,'7'9'7097,"9"-2"-4857,18 3-1626,-33-9-254,46 8 41,-1-1 1,1-2-1,76 0 1,-115-6-513,3 1 827,-15 5 467,-7 10-924,-2 7-213,2-1 1,1 2-1,1-1 1,1 1-1,1 1 0,1-1 1,1 1-1,1 0 1,1 1-1,2-1 1,0 0-1,2 1 0,0-1 1,2 0-1,7 30 1,-6-43-47,-2-4 0,0-1 0,0 1 0,-1 0 1,1 11-1,-3-21 25,0 0-1,0 1 1,0-1 0,-1 1 0,1-1-1,0 1 1,-1 0 0,1-1 0,-1 1-1,0 0 1,1 0 0,-1 0 0,0 0-1,-3-1 1,-29-13-47,17 9 12,0 2-1,0 0 0,0 1 0,0 0 0,-1 2 0,1 0 0,-1 1 0,1 0 0,0 2 0,-1 0 1,-24 6-1,16 2-112,26-10 44,-1 0 0,0 0 1,1 0-1,-1 1 0,1-1 1,-1 0-1,1 0 1,-1 0-1,0 1 0,1-1 1,-1 0-1,1 1 0,-1-1 1,1 0-1,0 1 0,-1-1 1,1 1-1,-1-1 1,1 1-1,0-1 0,-1 1 1,1-1-1,0 1 0,-1-1 1,1 1-1,0-1 0,0 1 1,0-1-1,-1 1 1,1 0-1,0-1 0,0 1 1,0-1-1,0 1 0,0 0 1,0 0-1,17 2-3075,38-7-1458</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9.308"/>
    </inkml:context>
    <inkml:brush xml:id="br0">
      <inkml:brushProperty name="width" value="0.025" units="cm"/>
      <inkml:brushProperty name="height" value="0.025" units="cm"/>
    </inkml:brush>
  </inkml:definitions>
  <inkml:trace contextRef="#ctx0" brushRef="#br0">45 1 15307,'0'0'5193,"0"4"-2624,-4 1 71,-3-3-1007,0 2-481,-2 1-296,3-1-400,1 3-312,3-3-136,2-1-8,2 3-80,0 1-856,1 4-1560,-3 0-3266,-12 16-5256</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5:59.490"/>
    </inkml:context>
    <inkml:brush xml:id="br0">
      <inkml:brushProperty name="width" value="0.025" units="cm"/>
      <inkml:brushProperty name="height" value="0.025" units="cm"/>
    </inkml:brush>
  </inkml:definitions>
  <inkml:trace contextRef="#ctx0" brushRef="#br0">197 1 12587,'-2'11'6937,"-3"5"-4312,-4 13 135,0 0-751,1-3-1193,-8 5-568,3 3-248,-3-1-816,-9 3-2137,-68 66-4440</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2.290"/>
    </inkml:context>
    <inkml:brush xml:id="br0">
      <inkml:brushProperty name="width" value="0.025" units="cm"/>
      <inkml:brushProperty name="height" value="0.025" units="cm"/>
    </inkml:brush>
  </inkml:definitions>
  <inkml:trace contextRef="#ctx0" brushRef="#br0">161 108 5641,'20'-23'4696,"20"-39"660,-40 61-5272,1 1 1,-1-1-1,0 1 1,1 0 0,-1-1-1,0 1 1,1-1-1,-1 1 1,0-1 0,0 0-1,1 1 1,-1-1-1,0 1 1,0-1 0,0 1-1,0-1 1,0 0-1,0 1 1,0-1 0,0 1-1,0-1 1,0 1-1,0-1 1,0 0 0,0 1-1,0-1 1,0 1-1,-1-1 1,1 1 0,0-1-1,-1 1 1,1-1-1,0 1 1,-1-1 0,0 0-1,0 0-10,-1 1-1,1 0 1,-1-1-1,0 1 1,1 0-1,-1 0 1,0 0 0,1 0-1,-1 0 1,0 0-1,1 0 1,-3 1-1,-51 17 65,42-13-133,0 1-1,0 1 1,1 0-1,0 1 0,0 1 1,1-1-1,-14 15 1,22-21-4,0 1 0,0 0 0,1 0 0,-1 0 0,1 0-1,0 0 1,0 0 0,0 1 0,0-1 0,1 1 0,0 0 0,-1-1 0,1 1 0,0 0 0,1 0 0,-1-1 0,1 1 0,-1 0 0,1 0 0,0 0 0,1 0 0,-1 0-1,1-1 1,-1 1 0,1 0 0,0 0 0,1-1 0,-1 1 0,1-1 0,-1 1 0,1-1 0,3 4 0,-3-4 3,0-1 0,0 0 0,0 0-1,1 1 1,-1-1 0,1-1 0,0 1 0,-1 0 0,1-1 0,0 1 0,0-1 0,0 0-1,0 0 1,0 0 0,0 0 0,0 0 0,1-1 0,-1 0 0,0 1 0,0-1-1,0-1 1,1 1 0,-1 0 0,0-1 0,0 1 0,4-2 0,10-3 2,-1 0 1,0-1 0,25-13-1,-30 14-6,-2 0-1,41-23 42,-47 27-36,-1-1 1,0 0-1,1 0 0,-1 0 1,0-1-1,0 1 1,0 0-1,-1-1 0,1 1 1,-1-1-1,1 0 1,-1 0-1,0 1 0,0-1 1,0 0-1,1-4 1,-2 7 34,0-1 1,0 0 0,0 1 0,1-1 0,-1 0 0,0 1-1,0-1 1,0 0 0,0 1 0,0-1 0,0 0 0,0 1-1,-1-1 1,1 0 0,0 1 0,0-1 0,0 0 0,-1 1-1,1-1 1,0 1 0,-1-1 0,1 1 0,-1-1-1,1 0 1,0 1 0,-1-1 0,1 1 0,-1 0 0,1-1-1,-1 1 1,0-1 0,1 1 0,-1 0 0,1-1 0,-1 1-1,0 0 1,1 0 0,-1 0 0,-1-1 0,1 2-16,1-1 1,-1 0 0,0 1-1,0-1 1,0 1 0,1-1-1,-1 1 1,0-1 0,0 1-1,1-1 1,-1 1 0,1 0-1,-1-1 1,0 1 0,1 0-1,-1 0 1,1 0 0,0-1-1,-1 1 1,1 0 0,0 0-1,-1 0 1,1 0 0,0 0-1,0-1 1,0 1 0,0 0-1,0 0 1,0 0 0,0 0-1,0 0 1,0 0 0,0 0-1,1 1 1,0 10 19,0 1 1,1-1-1,1 0 1,4 15-1,-5-22-210,-1-1-1,1 0 0,0 1 0,0-1 0,1 0 0,-1 0 0,1 0 0,0 0 1,0-1-1,0 1 0,1-1 0,-1 0 0,1 0 0,5 4 0,-7-6-123,-1 0 0,0-1 0,1 1 0,-1-1 0,1 1 0,-1-1 0,1 0 0,0 0 0,-1 1 0,1-1 0,-1 0 0,1 0 0,-1-1 0,1 1 0,-1 0 0,4-1 0,52-20-8365</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2.951"/>
    </inkml:context>
    <inkml:brush xml:id="br0">
      <inkml:brushProperty name="width" value="0.025" units="cm"/>
      <inkml:brushProperty name="height" value="0.025" units="cm"/>
    </inkml:brush>
  </inkml:definitions>
  <inkml:trace contextRef="#ctx0" brushRef="#br0">443 1 7802,'2'1'6430,"2"5"89,-9-4-6286,-1 0 0,1-1 0,-1 1 0,0-1 0,1-1 1,-1 1-1,0-1 0,0 0 0,1 0 0,-11-2 0,-10 2-114,-21 1-110,-143 11-14,183-12-1,1 1 0,-1 1 0,1-1 1,0 1-1,-1 1 0,-7 3 0,13-6 4,0 1 1,1-1 0,-1 1-1,0 0 1,0-1-1,0 1 1,1 0 0,-1 0-1,0-1 1,1 1 0,-1 0-1,1 0 1,-1 0 0,1 0-1,-1 0 1,1 0-1,-1 0 1,1 0 0,0 1-1,0-1 2,0 1-1,0-1 0,0 1 1,1-1-1,-1 1 0,0-1 1,1 1-1,0-1 0,-1 1 0,1-1 1,0 0-1,-1 1 0,1-1 1,0 0-1,0 0 0,0 0 1,2 2-1,25 25 2,-19-20 0,0 0 0,-1 1-1,-1 0 1,9 12 0,-14-17-1,0 1 1,0-1-1,0 0 0,0 1 0,-1 0 0,1-1 1,-1 1-1,-1 0 0,1 0 0,-1 0 0,1-1 0,-1 1 1,-1 0-1,0 5 0,-7 32 9,-3-1 0,-1 0 1,-2-1-1,-38 74 0,9-18 9,41-91-18,0 0 1,0 0-1,1 1 0,0-1 0,0 1 0,0-1 1,0 1-1,1-1 0,0 1 0,0-1 1,0 1-1,2 6 0,-1-10 4,-1 0-1,1 0 0,0 0 1,0 0-1,0 0 0,0 0 1,0 0-1,0-1 0,1 1 1,-1 0-1,1-1 0,-1 1 1,1-1-1,-1 1 0,1-1 1,0 0-1,0 0 0,0 0 1,0 0-1,0 0 0,0 0 1,0 0-1,0-1 0,0 1 1,0-1-1,0 1 0,0-1 1,0 0-1,1 0 0,-1 0 1,0 0-1,0 0 0,0 0 1,3-1-1,18-4 173,0 0-1,0-1 0,0-1 1,34-17-1,17-5 184,-74 28-1673,-10 4-3532,-11 7-704</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3.332"/>
    </inkml:context>
    <inkml:brush xml:id="br0">
      <inkml:brushProperty name="width" value="0.025" units="cm"/>
      <inkml:brushProperty name="height" value="0.025" units="cm"/>
    </inkml:brush>
  </inkml:definitions>
  <inkml:trace contextRef="#ctx0" brushRef="#br0">0 82 10290,'32'-26'6995,"23"-6"-5015,-13 8-891,-48 33 598,-9 11-1530,1 1 1,1 1-1,-17 37 0,29-56-152,0 0 0,0 0 0,1 0 0,0 1 0,-1-1-1,1 0 1,0 1 0,1-1 0,-1 0 0,1 0 0,-1 1 0,1-1 0,0 0-1,0 0 1,0 0 0,1 0 0,-1 0 0,1 0 0,0 0 0,-1 0 0,4 2-1,-4-3-40,1-1 0,0 1 0,0-1 0,0 1 0,0-1 0,0 0 0,0 1 0,1-1 0,-1 0 0,0-1 0,0 1 0,1 0-1,-1-1 1,1 1 0,-1-1 0,0 0 0,1 0 0,-1 0 0,1 0 0,-1 0 0,1 0 0,-1-1 0,0 1 0,1-1 0,-1 0 0,0 1-1,1-1 1,2-2 0,5-2-1162,-1 0 0,-1-1-1,1 0 1,-1 0 0,0-1-1,0 0 1,-1 0 0,12-15-1,35-42-5282</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3.491"/>
    </inkml:context>
    <inkml:brush xml:id="br0">
      <inkml:brushProperty name="width" value="0.025" units="cm"/>
      <inkml:brushProperty name="height" value="0.025" units="cm"/>
    </inkml:brush>
  </inkml:definitions>
  <inkml:trace contextRef="#ctx0" brushRef="#br0">12 8 12675,'-5'-3'6137,"1"-1"-4273,1 4-903,6 0-665,-3 2-296,4 3 0,1 1-296,8 1-1841,31 0-3856</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4.034"/>
    </inkml:context>
    <inkml:brush xml:id="br0">
      <inkml:brushProperty name="width" value="0.025" units="cm"/>
      <inkml:brushProperty name="height" value="0.025" units="cm"/>
    </inkml:brush>
  </inkml:definitions>
  <inkml:trace contextRef="#ctx0" brushRef="#br0">30 23 6497,'52'-4'11589,"0"-4"-7923,-33 4-3426,0 1 0,1 1 0,0 0 0,36 3 0,-56-1-223,1 1 1,-1-1 0,1 0-1,-1 1 1,1-1 0,-1 1-1,1-1 1,-1 1-1,0-1 1,1 1 0,-1-1-1,0 1 1,1-1 0,-1 1-1,0-1 1,0 1 0,0-1-1,1 1 1,-1 0 0,0-1-1,0 1 1,0-1 0,0 1-1,0 0 1,0-1 0,0 1-1,0-1 1,0 1 0,0 0-1,-1-1 1,1 1 0,0-1-1,0 1 1,-1 0 0,-9 31 515,7-22-356,-6 18-120,2 0-1,1 0 1,1 1 0,1-1 0,2 1-1,2 45 1,10 138-26,-10-211-27,1 0-1,-1-1 1,0 1-1,0 0 1,0-1 0,0 1-1,0 0 1,0-1 0,0 1-1,0 0 1,0-1-1,0 1 1,-1 0 0,1-1-1,0 1 1,0 0 0,0-1-1,-1 1 1,1-1-1,0 1 1,-1 0 0,1-1-1,-1 1 1,1-1 0,-1 1-1,1-1 1,-1 1-1,1-1 1,-1 0 0,1 1-1,-1-1 1,1 0 0,-1 1-1,0-1 1,1 0-1,-2 1 1,-26-6 197,10 1-197,-28-4-24,-88-27 1,140 40-1814,-5-4 1598,-1-1-1,1 1 1,0 0 0,0 0-1,0 0 1,0-1 0,0 1 0,0 0-1,0-1 1,0 1 0,0-1-1,0 1 1,1-1 0,-1 1-1,0-1 1,0 0 0,0 0 0,1 0-1,-1 0 1,0 1 0,0-2-1,1 1 1,0 0 0,60-4-5771</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4.333"/>
    </inkml:context>
    <inkml:brush xml:id="br0">
      <inkml:brushProperty name="width" value="0.025" units="cm"/>
      <inkml:brushProperty name="height" value="0.025" units="cm"/>
    </inkml:brush>
  </inkml:definitions>
  <inkml:trace contextRef="#ctx0" brushRef="#br0">1 1 10306,'53'5'9772,"25"12"-5594,16 3-4203,-89-20 496,-4 0-621,0 0 0,-1 0 0,1 0 0,0 0 0,0 0 0,-1 0 0,1 0 0,0 0 0,-1 0 0,1 1 0,0-1 0,-1 0 0,1 0 0,0 1 0,-1-1 0,1 0 0,0 1 0,-1-1 0,1 1 0,0 0 0,-3 0-371,0 1 1,1 0-1,-1-1 1,0 1-1,0-1 1,0 1-1,-1-1 1,1 0-1,0 0 1,-4 1-1,-57 31-4439</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4.476"/>
    </inkml:context>
    <inkml:brush xml:id="br0">
      <inkml:brushProperty name="width" value="0.025" units="cm"/>
      <inkml:brushProperty name="height" value="0.025" units="cm"/>
    </inkml:brush>
  </inkml:definitions>
  <inkml:trace contextRef="#ctx0" brushRef="#br0">0 60 7770,'3'0'5089,"-1"-2"-3001,9-2-191,9-3 119,2-2-576,12-2-551,-3 4-385,0 3-336,3 1-168,-1 3-40,9 0-1977,85-13-7265</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5.017"/>
    </inkml:context>
    <inkml:brush xml:id="br0">
      <inkml:brushProperty name="width" value="0.025" units="cm"/>
      <inkml:brushProperty name="height" value="0.025" units="cm"/>
    </inkml:brush>
  </inkml:definitions>
  <inkml:trace contextRef="#ctx0" brushRef="#br0">355 39 8194,'1'0'354,"-1"0"1,1-1-1,-1 1 1,1 0-1,0-1 1,-1 1-1,1 0 1,-1-1-1,1 1 1,-1 0-1,1-1 1,-1 1-1,0-1 1,1 1-1,-1-1 1,1 1-1,-1-1 1,0 0-1,1 1 1,-1-1-1,0 1 1,0-1-1,0 0 1,1 0-1,-10-11 3455,6 10-3544,0 0 0,0 0 0,0 1-1,-1-1 1,1 1 0,0 0 0,-6-1 0,-5 1-139,0 1 0,0 0 1,0 1-1,1 0 0,-1 1 1,0 1-1,1 0 0,-1 1 1,-18 8-1,15-4-125,0 0 0,1 1 0,0 0 0,0 2 0,1 0 0,-19 18 1,30-25-2,0 0 1,1 0-1,-1 0 1,1 0 0,0 0-1,0 1 1,1 0 0,-1-1-1,1 1 1,0 0 0,1 0-1,-1 0 1,0 6-1,2-10 0,0 1 0,-1 0 0,2-1-1,-1 1 1,0-1 0,0 1 0,0 0-1,1-1 1,-1 1 0,1-1 0,-1 1-1,1-1 1,-1 1 0,1-1-1,0 0 1,0 1 0,0-1 0,1 2-1,0-2 2,0 1-1,0-1 0,1 1 0,-1-1 0,0 0 0,0 0 1,1 0-1,-1 0 0,1 0 0,-1-1 0,1 1 1,-1-1-1,1 1 0,4-1 0,5 0 2,-1-1-1,0 0 0,1 0 1,-1-1-1,0-1 0,0 0 1,-1 0-1,1-1 1,-1-1-1,1 0 0,-1 0 1,10-7-1,-9 4-20,0 0 0,-1 0-1,0-1 1,0 0 0,-1 0 0,0-1-1,-1-1 1,0 0 0,12-21-1,-15 15 156,-5 17-123,0 0 1,0 0-1,0 0 0,0-1 1,0 1-1,0 0 0,0 0 1,0 0-1,0 0 0,0 0 1,0-1-1,0 1 0,0 0 0,0 0 1,0 0-1,0 0 0,0 0 1,0 0-1,-1 0 0,1-1 1,0 1-1,0 0 0,0 0 1,0 0-1,0 0 0,0 0 1,-1 0-1,1 0 0,0 0 1,0 0-1,0 0 0,0 0 1,0 0-1,-1 0 0,1 0 0,0 0 1,0 0-1,0 0 0,0 0 1,0 0-1,-1 0 0,1 0 1,0 0-1,0 0 0,0 0 1,0 0-1,-1 0 0,0 1 40,-1 0 0,1 0 1,0 0-1,-1 0 0,1 0 0,0 0 0,0 0 0,-1 0 0,1 1 0,0-1 0,0 1 0,1-1 1,-1 1-1,0-1 0,0 2 0,-1 2-9,1 0 1,0 0-1,0 0 0,1 0 1,-1-1-1,1 1 1,0 0-1,0 0 1,1 0-1,0 0 0,0 0 1,0 0-1,0-1 1,1 1-1,-1 0 1,1-1-1,1 1 0,-1-1 1,0 0-1,1 0 1,5 7-1,-3-5-305,0 0-1,0 0 1,1-1-1,-1 0 1,1 0-1,0 0 1,0 0-1,1-1 1,-1 0-1,1-1 1,0 1 0,0-1-1,11 3 1,-12-5-489,0 0 0,-1-1 0,1 0 0,0 1 0,0-2 0,9 0 0,79-19-8154</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5.622"/>
    </inkml:context>
    <inkml:brush xml:id="br0">
      <inkml:brushProperty name="width" value="0.025" units="cm"/>
      <inkml:brushProperty name="height" value="0.025" units="cm"/>
    </inkml:brush>
  </inkml:definitions>
  <inkml:trace contextRef="#ctx0" brushRef="#br0">558 0 9986,'-5'3'9185,"-20"8"-6634,0-6-1484,-1-1 0,0-2-1,-50 0 1,-12 1-430,13 2-452,-54 7-182,128-12-4,1 0 1,-1 0-1,1-1 1,-1 1 0,1 0-1,-1 0 1,1 0-1,-1 0 1,1 0 0,-1 1-1,1-1 1,-1 0-1,1 0 1,0 0-1,-1 0 1,1 0 0,-1 1-1,1-1 1,-1 0-1,1 0 1,0 1-1,-1-1 1,1 0 0,0 1-1,-1-1 1,1 0-1,0 1 1,-1-1 0,1 1-1,0-1 1,0 0-1,-1 1 1,1-1-1,0 1 1,0 0 0,12 12-23,4 3 13,-9-5 11,-2 0-1,1 1 1,-1 0 0,-1 0 0,0 0 0,-1 0 0,0 1 0,-1-1 0,0 1-1,-1 0 1,-1 0 0,0-1 0,0 1 0,-2 0 0,-2 15 0,-3 12 3,-3-1 1,-1 0-1,-24 57 1,11-43 2,14-32-7,1 0 1,1 0-1,-8 29 1,16-49-1,-1 1 1,1-1-1,-1 1 1,1-1-1,0 1 0,0-1 1,0 1-1,0 0 1,0-1-1,0 1 0,0-1 1,1 1-1,-1-1 1,0 1-1,1-1 0,-1 1 1,1-1-1,0 1 0,-1-1 1,1 0-1,0 1 1,0-1-1,0 0 0,0 0 1,0 1-1,0-1 1,0 0-1,0 0 0,1 0 1,-1 0-1,0-1 1,0 1-1,1 0 0,-1 0 1,1-1-1,-1 1 1,3 0-1,5 0 6,-1 1 0,1-1 0,0-1 0,0 0 1,13-1-1,-6 0 14,-15 1-20,114-7 118,-98 5-109,-1-1 0,0 0 1,0-1-1,0-1 0,15-6 0,-30 11-20,-1 0-1,1-1 1,-1 1-1,1 0 1,-1 0-1,1 0 0,0-1 1,-1 1-1,1 0 1,-1-1-1,1 1 0,-1 0 1,1-1-1,-1 1 1,1-1-1,-1 1 1,0 0-1,1-1 0,-1 1 1,0-1-1,1 0 1,-1 1-1,0-1 1,1 1-1,-1-2 0,-12-8-2888,3 5 871,-19-16-3734</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005"/>
    </inkml:context>
    <inkml:brush xml:id="br0">
      <inkml:brushProperty name="width" value="0.025" units="cm"/>
      <inkml:brushProperty name="height" value="0.025" units="cm"/>
    </inkml:brush>
  </inkml:definitions>
  <inkml:trace contextRef="#ctx0" brushRef="#br0">0 112 9618,'23'-20'7231,"1"1"-3750,55-28-3377,-34 22 2368,-62 46-1781,2 0 1,-14 26-1,24-38-688,0 0 1,2 0-1,-1 0 0,1 0 0,-4 16 1,7-22-13,-1-1 0,0 1 1,1-1-1,0 1 0,0 0 1,0-1-1,0 1 1,0-1-1,0 1 0,1 0 1,-1-1-1,1 1 0,0-1 1,-1 1-1,1-1 1,0 1-1,1-1 0,-1 0 1,0 0-1,1 1 0,-1-1 1,1 0-1,0 0 1,0 0-1,-1-1 0,4 3 1,-2-3-100,-1 0 0,0 0 1,1 0-1,-1-1 0,1 1 1,0-1-1,-1 0 1,1 0-1,-1 0 0,1 0 1,0 0-1,-1 0 0,1-1 1,-1 1-1,1-1 1,-1 0-1,1 0 0,-1 0 1,5-2-1,43-28-4225,-49 30 4157,38-32-4642,19-31-1371</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177"/>
    </inkml:context>
    <inkml:brush xml:id="br0">
      <inkml:brushProperty name="width" value="0.025" units="cm"/>
      <inkml:brushProperty name="height" value="0.025" units="cm"/>
    </inkml:brush>
  </inkml:definitions>
  <inkml:trace contextRef="#ctx0" brushRef="#br0">0 14 11090,'0'-4'4985,"0"1"-3256,0-1 751,0 2 417,3 4-2897,-1 2-192,0 1-344,7 8-1569,15 7-2960</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511"/>
    </inkml:context>
    <inkml:brush xml:id="br0">
      <inkml:brushProperty name="width" value="0.025" units="cm"/>
      <inkml:brushProperty name="height" value="0.025" units="cm"/>
    </inkml:brush>
  </inkml:definitions>
  <inkml:trace contextRef="#ctx0" brushRef="#br0">51 1 4761,'2'1'10201,"-1"3"-4465,-2 9-1819,-4 12-2823,-5 0-707,1 0 0,1 1 0,1 0 0,2 0 0,-4 43 0,11-28-103,3-19-1160,5-7-3391,-5-16-1173,-1-13-2042</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702"/>
    </inkml:context>
    <inkml:brush xml:id="br0">
      <inkml:brushProperty name="width" value="0.025" units="cm"/>
      <inkml:brushProperty name="height" value="0.025" units="cm"/>
    </inkml:brush>
  </inkml:definitions>
  <inkml:trace contextRef="#ctx0" brushRef="#br0">0 23 13243,'0'-7'5521,"3"7"-4177,5-4-215,6-1-433,6 3-400,4-2-104,1 4-96,2 0-32,-5 2-64,5 0-80,2 0-1120,42 0-4170</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6.942"/>
    </inkml:context>
    <inkml:brush xml:id="br0">
      <inkml:brushProperty name="width" value="0.025" units="cm"/>
      <inkml:brushProperty name="height" value="0.025" units="cm"/>
    </inkml:brush>
  </inkml:definitions>
  <inkml:trace contextRef="#ctx0" brushRef="#br0">38 0 10938,'0'5'5081,"-2"-3"-2880,-5 2-233,1 7-471,-3 5-417,2 4-176,3 5 136,1 1-256,3 1-327,0 0-209,0-5-160,0 0-88,0 1-72,0-5-1577,3-5-3264,17 2-5033</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7.605"/>
    </inkml:context>
    <inkml:brush xml:id="br0">
      <inkml:brushProperty name="width" value="0.025" units="cm"/>
      <inkml:brushProperty name="height" value="0.025" units="cm"/>
    </inkml:brush>
  </inkml:definitions>
  <inkml:trace contextRef="#ctx0" brushRef="#br0">119 1 7490,'7'13'8555,"11"-1"-5977,18 3-1193,-15-12-971,1 0 0,0-1 1,-1-2-1,1 0 0,-1-1 0,23-4 0,49-2 381,-110 36 1054,8-14-1737,1 1 0,1-1 0,0 1 0,1 0 0,1 1 0,0 0 1,1-1-1,1 1 0,-1 19 0,2-8-117,2-1-1,1 1 1,1 0 0,11 52 0,-9-65 7,1 1 0,1-1 0,12 23 0,-10-23 4,-1 1-1,9 29 1,-16-44-1,-1 0-1,1 0 1,-1 0 0,1-1 0,-1 1-1,1 0 1,-1 0 0,0-1-1,1 1 1,-1 0 0,0-1-1,1 1 1,-1-1 0,0 1 0,0-1-1,0 1 1,0-1 0,1 1-1,-1-1 1,0 0 0,0 0-1,0 1 1,0-1 0,0 0-1,0 0 1,0 0 0,0 0 0,0 0-1,-1 0 1,-43 4 96,36-4-92,-70 4 15,-52 5 30,111-6-52,-1 1 1,1 0-1,-1 1 1,-21 10-1,39-14-58,1 0-1,-1 0 0,1 1 0,-1-1 0,1 1 0,0-1 1,0 1-1,0 0 0,-1 0 0,2 0 0,-1 0 1,0 0-1,0 0 0,1 1 0,-3 3 0,4-6-22,0 1 0,0-1 0,0 1 0,0-1 0,0 1 0,0-1-1,0 1 1,0-1 0,0 1 0,0-1 0,0 1 0,0-1 0,0 0 0,0 1-1,1-1 1,-1 1 0,0-1 0,0 1 0,0-1 0,1 0 0,-1 1 0,0-1 0,1 0-1,-1 1 1,0-1 0,1 0 0,-1 1 0,0-1 0,1 0 0,-1 0 0,1 1-1,-1-1 1,1 0 0,-1 0 0,1 0 0,3 1-443,0 0 0,0 0 0,0-1 0,0 0-1,0 0 1,0 0 0,-1 0 0,6-1 0,92-16-7864</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7.844"/>
    </inkml:context>
    <inkml:brush xml:id="br0">
      <inkml:brushProperty name="width" value="0.025" units="cm"/>
      <inkml:brushProperty name="height" value="0.025" units="cm"/>
    </inkml:brush>
  </inkml:definitions>
  <inkml:trace contextRef="#ctx0" brushRef="#br0">29 3 13219,'2'-2'13187,"1"2"-11331,-6 0-632,1 0 121,0 0-1129,2 2-168,-2 5-48,0-3-272,-1 7-593,-3 5-975,-1-3-2321,0 29-2248</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08.031"/>
    </inkml:context>
    <inkml:brush xml:id="br0">
      <inkml:brushProperty name="width" value="0.025" units="cm"/>
      <inkml:brushProperty name="height" value="0.025" units="cm"/>
    </inkml:brush>
  </inkml:definitions>
  <inkml:trace contextRef="#ctx0" brushRef="#br0">241 1 14491,'-6'9'4849,"-3"6"-1984,-11 8 111,0 8-1343,-5 0-1113,-1-2-520,1 2-568,-4 3-2489,-51 48-4785</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0.192"/>
    </inkml:context>
    <inkml:brush xml:id="br0">
      <inkml:brushProperty name="width" value="0.025" units="cm"/>
      <inkml:brushProperty name="height" value="0.025" units="cm"/>
    </inkml:brush>
  </inkml:definitions>
  <inkml:trace contextRef="#ctx0" brushRef="#br0">331 5 5641,'-5'-4'11478,"-5"4"-8999,-6 1-2367,1 1 0,1 0 0,-1 2 0,0 0 0,1 0 0,0 1 0,0 1 0,0 0 0,0 1 1,1 1-1,1 0 0,-1 1 0,1 0 0,1 1 0,-20 20 0,23-22-90,-36 42 58,41-46-77,0 1 0,0 0 0,0 0 0,1 0 0,-1 0 0,1 0 0,0 0 0,1 0 0,-2 9 0,3-14-2,-1 1 0,1 0-1,0 0 1,0-1-1,0 1 1,0 0 0,0 0-1,0 0 1,0-1 0,0 1-1,0 0 1,1 0 0,-1 0-1,0-1 1,1 1-1,-1 0 1,0-1 0,1 1-1,-1 0 1,0 0 0,1-1-1,-1 1 1,1-1 0,0 1-1,-1-1 1,1 1 0,-1-1-1,1 1 1,0-1-1,-1 1 1,1-1 0,0 0-1,0 1 1,-1-1 0,1 0-1,0 0 1,0 1 0,-1-1-1,1 0 1,0 0-1,0 0 1,0 0 0,-1 0-1,1 0 1,0 0 0,0 0-1,1-1 1,4 0 11,1 0 0,-1-1 0,0 1 0,11-6 0,17-9 17,0-2 0,-1-2-1,38-29 1,13-8 21,-81 54 1838,-13 8-1003,7-3-831,0 0 1,0 0-1,0 0 1,1 1-1,-1-1 1,0 1-1,-2 3 1,2 0-26,0 0 1,1-1-1,-1 1 1,2 0-1,-1 0 0,1 0 1,-1 0-1,2 0 1,-1 0-1,1 1 0,0-1 1,0 0-1,0 0 0,2 8 1,-1-9-219,1-1 1,-1 1-1,1 0 1,-1-1-1,2 1 1,-1-1-1,0 1 1,5 5-1,-5-7-314,1 0 0,0 0-1,0 0 1,0-1 0,0 1 0,0-1-1,0 0 1,0 0 0,1 0 0,-1 0-1,8 2 1,49 9-7188</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0.806"/>
    </inkml:context>
    <inkml:brush xml:id="br0">
      <inkml:brushProperty name="width" value="0.025" units="cm"/>
      <inkml:brushProperty name="height" value="0.025" units="cm"/>
    </inkml:brush>
  </inkml:definitions>
  <inkml:trace contextRef="#ctx0" brushRef="#br0">579 1 8258,'1'0'429,"0"0"-1,0 0 1,0 0 0,0 0-1,0 0 1,0 0 0,0 0 0,0 1-1,0-1 1,0 0 0,0 1 0,0-1-1,-1 0 1,1 1 0,0-1 0,0 1-1,0 0 1,-1-1 0,1 1 0,0 0-1,0 0 1,-1 0-325,0-1-1,0 1 1,0-1 0,0 1-1,0-1 1,0 1 0,0-1-1,-1 1 1,1-1 0,0 1-1,0-1 1,0 1 0,-1-1 0,1 1-1,0-1 1,-1 0 0,1 1-1,0-1 1,-1 1 0,1-1-1,0 0 1,-1 1 0,1-1-1,-1 0 1,1 0 0,-1 1-1,1-1 1,-1 0 0,1 0-1,-1 0 1,1 0 0,-1 1-1,1-1 1,-1 0 0,1 0-1,-1 0 1,1 0 0,-1 0-1,1 0 1,-1-1 0,-46 11 403,0-2 1,-1-2-1,1-2 1,-54-3 0,64-4-494,26 1-11,0 0 0,0 1 0,-1 1 0,1 0 0,0 1 0,-1 0 0,-11 3 0,23-4-3,-1 1-1,1-1 0,-1 1 1,1-1-1,0 1 1,-1-1-1,1 1 1,0-1-1,-1 1 0,1-1 1,0 1-1,0 0 1,0-1-1,0 1 0,0-1 1,-1 1-1,1 0 1,0-1-1,0 1 1,0-1-1,0 1 0,1 0 1,-1-1-1,0 1 1,0-1-1,0 1 0,0 0 1,1-1-1,-1 1 1,0-1-1,1 1 1,-1 0-1,15 30 5,-8-16 3,-5-7-2,1 1 0,-2-1 0,0 0 1,0 1-1,0-1 0,-1 1 0,0-1 0,-1 0 0,1 1 0,-4 8 0,-3 14 49,-15 41 0,17-58-35,-14 36 24,-28 53 0,25-60-42,-28 83 0,48-121-1,1 0-1,-1-1 1,2 1-1,-1 0 1,0 0-1,1 0 1,0 0-1,0 0 1,0 0 0,1 0-1,0 0 1,1 5-1,-1-8 4,0 0-1,0 0 1,0 0 0,0 0-1,0-1 1,1 1-1,-1 0 1,0-1 0,1 1-1,0-1 1,-1 1-1,1-1 1,0 0-1,-1 0 1,1 0 0,0 0-1,0 0 1,0 0-1,0 0 1,0 0 0,0-1-1,0 1 1,0-1-1,1 0 1,-1 0 0,0 1-1,0-1 1,0-1-1,3 1 1,17-3 96,-1 0 0,1-2 0,-1 0 0,0-1 0,30-14 0,-25 10 29,1 1 0,44-10 0,-71 19-281,14-3 775,-10-1-1543,-10 0-4073,-17-4-1123</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156"/>
    </inkml:context>
    <inkml:brush xml:id="br0">
      <inkml:brushProperty name="width" value="0.025" units="cm"/>
      <inkml:brushProperty name="height" value="0.025" units="cm"/>
    </inkml:brush>
  </inkml:definitions>
  <inkml:trace contextRef="#ctx0" brushRef="#br0">1 138 9130,'21'-19'6192,"0"-1"-3970,24-21-614,25-16 142,-82 69-1446,0 2-1,1-1 1,1 1 0,0 1-1,1 0 1,1 0 0,-10 24 0,16-32-293,0 0 1,0 0 0,0 0-1,1 0 1,0 0 0,0 1-1,1 8 1,0-13-175,0 0-1,1 0 1,-1 0 0,1 0 0,0 1 0,-1-1 0,1 0-1,1 0 1,-1-1 0,0 1 0,1 0 0,0 0-1,-1-1 1,1 1 0,0-1 0,0 1 0,1-1 0,4 4-1,-7-5-22,1-1-1,0 1 0,-1-1 0,1 0 0,0 1 0,-1-1 1,1 0-1,0 0 0,0 0 0,-1 1 0,1-1 0,0 0 0,0 0 1,-1 0-1,1 0 0,0 0 0,0 0 0,-1 0 0,1-1 1,1 1-1,26-12-6236</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347"/>
    </inkml:context>
    <inkml:brush xml:id="br0">
      <inkml:brushProperty name="width" value="0.025" units="cm"/>
      <inkml:brushProperty name="height" value="0.025" units="cm"/>
    </inkml:brush>
  </inkml:definitions>
  <inkml:trace contextRef="#ctx0" brushRef="#br0">10 1 14043,'0'2'3921,"-2"0"-2705,-1 2-344,3-1-376,0 6-352,-4-5-144,8 0-384,1-1-2664,19-6-3818</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618"/>
    </inkml:context>
    <inkml:brush xml:id="br0">
      <inkml:brushProperty name="width" value="0.025" units="cm"/>
      <inkml:brushProperty name="height" value="0.025" units="cm"/>
    </inkml:brush>
  </inkml:definitions>
  <inkml:trace contextRef="#ctx0" brushRef="#br0">41 0 10666,'4'7'3713,"-2"-2"-2041,7 3 585,-4 8-161,-1 6-199,-6 7-129,-5 5-416,-2-1-543,-4 1-417,2-3-224,4-7-152,0-1-8,5-6-8,0-3-232,2-5-913,0-7-999,-5-20-7674</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1.812"/>
    </inkml:context>
    <inkml:brush xml:id="br0">
      <inkml:brushProperty name="width" value="0.025" units="cm"/>
      <inkml:brushProperty name="height" value="0.025" units="cm"/>
    </inkml:brush>
  </inkml:definitions>
  <inkml:trace contextRef="#ctx0" brushRef="#br0">0 31 10138,'2'0'6089,"5"-4"-4416,9-3-545,6 0-208,9 1-296,-2 6-248,0 0-223,0 0-89,-4 9-64,1-7-289,3-2-1743,45-18-3849</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2.003"/>
    </inkml:context>
    <inkml:brush xml:id="br0">
      <inkml:brushProperty name="width" value="0.025" units="cm"/>
      <inkml:brushProperty name="height" value="0.025" units="cm"/>
    </inkml:brush>
  </inkml:definitions>
  <inkml:trace contextRef="#ctx0" brushRef="#br0">98 0 12979,'-2'7'3865,"-7"4"-2545,-4 14 472,-1 10-231,-6 8-481,5-3-184,3-2-328,1-5-392,9 0-176,4-4-32,0-15-1288,5-1-3153,11-11-3329</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2.767"/>
    </inkml:context>
    <inkml:brush xml:id="br0">
      <inkml:brushProperty name="width" value="0.025" units="cm"/>
      <inkml:brushProperty name="height" value="0.025" units="cm"/>
    </inkml:brush>
  </inkml:definitions>
  <inkml:trace contextRef="#ctx0" brushRef="#br0">0 60 9490,'0'0'3860,"3"2"71,16 6-2247,-2-7-990,-1-1-1,0-1 0,1-1 0,-1 0 0,0-1 0,29-9 0,-15 5-385,28-10-55,-38 11-186,1 0-1,-1 1 1,1 1 0,32-2 0,-54 9 55,1-1 1,-1 0-1,1 1 0,-1-1 0,0 0 1,0 1-1,0-1 0,0 0 1,-2 3-1,-4 9 17,0 1 0,1-1 0,1 2-1,0-1 1,1 0 0,1 1 0,0 0 0,1 0 0,1 0 0,0 0 0,3 24 0,4 13-187,3 0 1,16 57 0,-2-15 162,-22-91-112,0 0 0,0 0 0,0 0 0,-1 0 0,0 1 0,0-1 0,0 0 0,0 0 1,0 0-1,-1 0 0,0 0 0,0 0 0,0 0 0,0 0 0,-1 0 0,1 0 0,-1 0 0,0-1 0,0 1 0,-1-1 0,1 1 0,-1-1 0,1 0 0,-1 0 0,0 0 0,0 0 0,-1-1 0,1 1 0,0-1 0,-1 0 0,0 0 0,1 0 0,-1 0 0,0-1 0,0 1 0,0-1 1,0 0-1,0 0 0,-6 0 0,-89 4 28,70-5-46,0 1 1,0 2 0,0 1 0,-47 12 0,152-28-6217,14-9 168</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3.111"/>
    </inkml:context>
    <inkml:brush xml:id="br0">
      <inkml:brushProperty name="width" value="0.025" units="cm"/>
      <inkml:brushProperty name="height" value="0.025" units="cm"/>
    </inkml:brush>
  </inkml:definitions>
  <inkml:trace contextRef="#ctx0" brushRef="#br0">0 20 10722,'3'-2'769,"0"0"-1,0 0 0,1 0 1,-1 0-1,0 1 0,1-1 1,-1 1-1,1 0 0,-1 0 0,1 0 1,0 0-1,-1 1 0,1-1 1,0 1-1,3 0 0,65 6 2998,-50-3-3556,10-1-117,0 0 0,47-5 0,-24-6-7293,-74 14 1133</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3.255"/>
    </inkml:context>
    <inkml:brush xml:id="br0">
      <inkml:brushProperty name="width" value="0.025" units="cm"/>
      <inkml:brushProperty name="height" value="0.025" units="cm"/>
    </inkml:brush>
  </inkml:definitions>
  <inkml:trace contextRef="#ctx0" brushRef="#br0">0 61 14019,'3'0'5321,"1"-3"-4017,7 3 89,14-4 39,4-3-616,11-2-520,4-4-272,3 4-24,2 0-1416,71 3-5722</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3.828"/>
    </inkml:context>
    <inkml:brush xml:id="br0">
      <inkml:brushProperty name="width" value="0.025" units="cm"/>
      <inkml:brushProperty name="height" value="0.025" units="cm"/>
    </inkml:brush>
  </inkml:definitions>
  <inkml:trace contextRef="#ctx0" brushRef="#br0">245 38 7522,'3'-8'1961,"2"-14"3810,-5 22-5683,0 0 1,0-1 0,0 1-1,0 0 1,0 0-1,0-1 1,0 1 0,0 0-1,0-1 1,0 1 0,0 0-1,-1 0 1,1-1 0,0 1-1,0 0 1,0 0-1,0 0 1,0-1 0,0 1-1,0 0 1,-1 0 0,1 0-1,0-1 1,0 1 0,0 0-1,-1 0 1,1 0-1,0 0 1,0-1 0,0 1-1,-1 0 1,1 0 0,0 0-1,0 0 1,-1 0 0,1 0-1,0 0 1,0 0 0,-1 0-1,1 0 1,0 0-1,0 0 1,-1 0 0,1 0-1,0 0 1,0 0 0,-1 0-1,1 0 1,0 0 0,0 0-1,-1 0 1,1 0-1,0 0 1,0 1 0,-1-1-1,1 0 1,0 0 0,0 0-1,0 0 1,0 1 0,-1-1-1,1 0 1,0 0 0,0 1-1,-9 5 319,0 1 0,0 0 0,1 0-1,0 1 1,1 0 0,0 0 0,0 1 0,1 0-1,0 0 1,-8 17 0,-1 5 160,2 0-1,-11 40 1,13-36-447,2-1-1,1 2 1,1-1 0,3 1 0,0 0 0,3 57 0,2-82-559,2 35 292,-3-45-81,0 0 0,-1 0 0,1 0 0,0 1 0,-1-1 0,1 0 0,0 0 0,-1 0 0,1 0 0,-1 0 0,1 0 0,-1 0 0,0-1 0,-1 2 0,2-1-140,-1-1-1,0 1 1,0-1-1,1 0 1,-1 1-1,0-1 1,0 0-1,1 0 1,-1 1-1,0-1 1,0 0-1,0 0 1,0 0-1,1 0 1,-1 0-1,0 0 1,0-1-1,0 1 0,1 0 1,-1 0-1,0 0 1,-1-1-1,-31-12-8385</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4.021"/>
    </inkml:context>
    <inkml:brush xml:id="br0">
      <inkml:brushProperty name="width" value="0.025" units="cm"/>
      <inkml:brushProperty name="height" value="0.025" units="cm"/>
    </inkml:brush>
  </inkml:definitions>
  <inkml:trace contextRef="#ctx0" brushRef="#br0">1 51 12123,'9'-6'5209,"4"-1"-3721,21-6 120,8 2-263,9 6-553,12 5-192,-1-2-248,7 2-176,0 0-160,-4 0-16,-10 0-336,59-7-4473</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4.449"/>
    </inkml:context>
    <inkml:brush xml:id="br0">
      <inkml:brushProperty name="width" value="0.025" units="cm"/>
      <inkml:brushProperty name="height" value="0.025" units="cm"/>
    </inkml:brush>
  </inkml:definitions>
  <inkml:trace contextRef="#ctx0" brushRef="#br0">1 208 14187,'22'1'5521,"0"3"-3572,27 2-732,-22-6-832,-4 1-133,1-1 1,37-6-1,-55 5-239,0 0-1,-1 0 1,1-1-1,-1 0 1,1 0 0,-1 0-1,0 0 1,0-1 0,0 0-1,0 0 1,0-1-1,-1 1 1,1-1 0,-1 0-1,0 0 1,4-6 0,-6 8-12,-1 0 1,0 0 0,1-1 0,-1 1 0,0-1 0,-1 1-1,1-1 1,0 1 0,-1-1 0,1 1 0,-1-1 0,0 1-1,1-1 1,-1 0 0,-1 1 0,1-1 0,0 1 0,-1-4-1,-1 2 0,1-1-1,-1 1 0,0-1 1,-1 1-1,1 0 0,-1 0 1,1 0-1,-1 0 0,-5-4 1,1 0-4,-1 1 1,0 0-1,0 1 1,-1-1-1,0 2 1,0-1-1,-1 1 1,-11-4 0,18 7 13,-1 1 1,1 0 0,0 0 0,-1 1 0,1-1 0,-1 1 0,1-1 0,-1 1 0,1 0 0,-1 0 0,1 1 0,0-1-1,-1 1 1,1-1 0,-1 1 0,1 0 0,0 1 0,-1-1 0,1 0 0,0 1 0,0 0 0,0 0 0,0 0-1,1 0 1,-1 0 0,0 0 0,1 1 0,0-1 0,-3 4 0,2-2 4,1 1 0,-1-1 0,1 1 0,0-1 0,1 1 0,-1 0 0,1-1 0,0 1 0,0 0 0,0 0 0,1 0 0,0 0 0,0 0 0,0 0 0,0 0 0,1 0 0,0 0 0,0-1 0,3 9 0,0-2-148,0-1 1,1-1-1,0 1 1,1-1-1,0 0 1,0 0-1,1 0 1,8 7-1,-10-11-427,1 0-1,0 0 1,-1-1-1,2 0 1,11 6-1,-13-7-251,0-1-1,1-1 1,-1 1-1,1-1 1,-1 0 0,1 0-1,-1 0 1,9-1-1,57-7-7755</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023"/>
    </inkml:context>
    <inkml:brush xml:id="br0">
      <inkml:brushProperty name="width" value="0.025" units="cm"/>
      <inkml:brushProperty name="height" value="0.025" units="cm"/>
    </inkml:brush>
  </inkml:definitions>
  <inkml:trace contextRef="#ctx0" brushRef="#br0">1 43 7154,'10'-7'8996,"3"9"-4199,-11-1-4243,0 0 0,0 0-1,0 0 1,0 1 0,0-1-1,0 1 1,0-1 0,0 1 0,2 3-1,20 38 1049,-19-32-1551,2 1 1,-1-1 0,16 19 0,-20-29-76,0 0 1,-1 0 0,1 0 0,0 0-1,0 0 1,0 0 0,0 0-1,1-1 1,-1 1 0,0-1 0,0 1-1,0-1 1,0 0 0,1 0 0,-1 0-1,0 0 1,0 0 0,0-1-1,0 1 1,1-1 0,-1 1 0,0-1-1,0 0 1,0 0 0,3-2-1,11-4-416,-1-1 0,18-11 0,-23 12 196,77-52-162,-87 58 936,1 5-506,0-1 0,0 0-1,0 1 1,0-1 0,1 0 0,0 0 0,3 5 0,2 0-139,0-1 1,1-1 0,0 0-1,0 0 1,1 0 0,0-1 0,0 0-1,0-1 1,16 5 0,-20-7-42,-1-1 0,1 0 1,0-1-1,0 1 0,0-1 1,0 0-1,0 0 0,0 0 0,0-1 1,-1 0-1,1 0 0,0 0 1,0-1-1,-1 1 0,1-1 1,-1 0-1,1 0 0,-1-1 1,0 1-1,0-1 0,0 0 1,4-4-1,2-3 54,0 0 1,-1-1-1,12-17 0,-17 23 460,-1 0 0,0-1-1,0 1 1,0-1 0,-1 0-1,1 0 1,-1 0-1,-1 0 1,1 0 0,0-8-1,-3 24 1251,0-7-1814,0 1 1,0-1 0,1 1-1,0 0 1,0-1 0,0 8-1,1-9-205,-1 1 0,1-1 1,0 0-1,0 1 0,0-1 0,0 0 0,0 1 0,1-1 0,-1 0 0,1 0 0,-1 0 0,1 0 0,0 0 0,0-1 0,-1 1 0,4 2 0,36 24-4875</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341"/>
    </inkml:context>
    <inkml:brush xml:id="br0">
      <inkml:brushProperty name="width" value="0.025" units="cm"/>
      <inkml:brushProperty name="height" value="0.025" units="cm"/>
    </inkml:brush>
  </inkml:definitions>
  <inkml:trace contextRef="#ctx0" brushRef="#br0">172 1 9354,'3'14'9112,"-9"14"-7187,4-20-649,-31 126 3420,12-56-4183,-15 120 0,32-155-691,-4 39 157,6-74-629,1 0-1,-1 0 1,-1 0-1,0 0 1,0-1-1,0 1 1,-6 8-1,8-14 236,0-1-74,0 0 0,1 0 0,-1 0 1,0 0-1,0 1 0,0-1 0,0 0 0,0-1 0,0 1 0,0 0 0,0 0 0,0 0 1,-1-1-1,-1 2 0,-17 0-5499</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708"/>
    </inkml:context>
    <inkml:brush xml:id="br0">
      <inkml:brushProperty name="width" value="0.025" units="cm"/>
      <inkml:brushProperty name="height" value="0.025" units="cm"/>
    </inkml:brush>
  </inkml:definitions>
  <inkml:trace contextRef="#ctx0" brushRef="#br0">0 17 12771,'3'-2'593,"-1"0"0,0 1 1,1 0-1,-1-1 1,1 1-1,-1 0 0,1 0 1,0 0-1,-1 1 0,1-1 1,0 1-1,5-1 0,38 1 1061,-31 0-912,31-1 160,-27 0-692,0 0 0,0 2 0,0 0 0,23 5 0,-41-6-200,1 0 1,-1 1-1,0-1 0,1 1 0,-1-1 1,0 1-1,0-1 0,0 1 0,1 0 1,-1 0-1,0 0 0,0 0 1,0 0-1,0 0 0,0 0 0,-1 0 1,1 0-1,0 0 0,0 0 0,-1 0 1,1 1-1,0 1 0,0 0 68,-1 0 0,1 0 0,-1 0 0,0 0 0,0 0 0,0 0 0,0 0 0,0 0 0,-2 5 0,-1 3 202,0 0 1,-1-1 0,0 0-1,-9 16 1,10-20-256,0-1 1,1 0-1,-2 0 0,1 0 1,-1-1-1,1 1 0,-1-1 0,0 0 1,-1 0-1,1 0 0,-1 0 1,0-1-1,0 0 0,0 0 1,0 0-1,0-1 0,-1 1 0,1-1 1,-1-1-1,1 1 0,-1-1 1,0 0-1,0 0 0,0 0 0,1-1 1,-7 0-1,5 0-68,1 0 0,-1 0 1,0-1-1,1 0 0,-1 0 0,1 0 1,-1-1-1,1 0 0,0 0 0,-1 0 0,1-1 1,-10-7-1,15 10-53,1 0 0,-1-1 0,1 1 0,-1-1 0,1 1 0,-1 0 0,1-1 0,-1 1 0,1-1 1,0 0-1,-1 1 0,1-1 0,0 1 0,-1-1 0,1 0 0,0 1 0,0-1 0,0 0 0,-1 1 0,1-1 0,0 1 0,0-2 0,1 1-206,-1 0 0,0 0 0,1 0 0,-1 0 0,1 0 0,0 0 0,-1 0 0,1 0-1,0 0 1,-1 1 0,1-1 0,0 0 0,0 1 0,0-1 0,0 0 0,0 1 0,2-2 0,33-16-6437</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5.961"/>
    </inkml:context>
    <inkml:brush xml:id="br0">
      <inkml:brushProperty name="width" value="0.025" units="cm"/>
      <inkml:brushProperty name="height" value="0.025" units="cm"/>
    </inkml:brush>
  </inkml:definitions>
  <inkml:trace contextRef="#ctx0" brushRef="#br0">1 18 1016,'2'-2'16652,"3"0"-11411,-3-3-1576,0 1-1249,-2 1-823,0 1-665,-2 2-256,2 2-672,0 7-152,2 0-328,0 7-1033,-2 2-1151,-2 2-3473,-2 24-6714</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30T15:56:16.152"/>
    </inkml:context>
    <inkml:brush xml:id="br0">
      <inkml:brushProperty name="width" value="0.025" units="cm"/>
      <inkml:brushProperty name="height" value="0.025" units="cm"/>
    </inkml:brush>
  </inkml:definitions>
  <inkml:trace contextRef="#ctx0" brushRef="#br0">257 0 16243,'0'0'6538,"-4"7"-3906,-5 6 9,0 0-977,-2 10-1016,2 6-415,-2 2-233,-3 11-168,-4 5-1217,-13 2-2592,-109 100-4648</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3.685"/>
    </inkml:context>
    <inkml:brush xml:id="br0">
      <inkml:brushProperty name="width" value="0.025" units="cm"/>
      <inkml:brushProperty name="height" value="0.025" units="cm"/>
      <inkml:brushProperty name="color" value="#004F8B"/>
    </inkml:brush>
  </inkml:definitions>
  <inkml:trace contextRef="#ctx0" brushRef="#br0">1 15 2433,'0'0'13750,"8"-3"-12072,-2 1-1519,0 0 132,0 0 0,-1 1-1,1 0 1,0-1 0,10 1-1,-14 1-193,0 0-1,0 0 0,0 0 0,0 1 0,0-1 0,-1 0 1,1 1-1,0 0 0,0-1 0,0 1 0,-1 0 0,1 0 1,-1 0-1,1 0 0,0 0 0,-1 0 0,0 0 0,1 1 0,-1-1 1,0 0-1,0 1 0,1-1 0,-1 1 0,0 0 0,-1-1 1,2 4-1,3 8 309,0 0 1,-1 0-1,-1 1 1,-1 0-1,0 0 1,0-1-1,-1 1 1,-2 22-1,1-29-290,-1 1 0,0-1 0,0 0-1,-1 1 1,0-1 0,0 0-1,0 0 1,-1 0 0,0 0 0,-1 0-1,1-1 1,-1 1 0,-1-1-1,1 0 1,-1 0 0,0-1 0,-8 8-1,13-13-104,0 0-1,0 1 0,-1-1 1,1 0-1,0 0 0,0 0 1,0 0-1,-1 1 0,1-1 1,0 0-1,0 0 1,-1 0-1,1 0 0,0 0 1,0 1-1,-1-1 0,1 0 1,0 0-1,0 0 0,-1 0 1,1 0-1,0 0 0,0 0 1,-1 0-1,1 0 0,0 0 1,0 0-1,-1 0 0,1 0 1,0 0-1,-1 0 1,1-1-1,0 1 0,0 0 1,0 0-1,-1 0 0,1 0 1,0 0-1,0-1 0,-1 1 1,1 0-1,0 0 0,0 0 1,0-1-1,0 1 0,-1 0 1,1 0-1,0-1 0,-1-18-24,2 13-13,0 1 0,0 0 0,0-1 0,1 1 0,0 0 0,4-8 0,7-4-35,1 1-1,0 1 0,1 0 1,1 1-1,0 1 1,1 0-1,0 1 1,1 1-1,0 1 1,39-16-1,-56 25 75,0 1 0,0-1 0,0 1 0,-1-1-1,1 1 1,0 0 0,0-1 0,0 1 0,0 0 0,0 0-1,0 0 1,0 0 0,0 0 0,0 0 0,0 0 0,0 0-1,0 0 1,0 0 0,0 0 0,0 1 0,0-1 0,0 0-1,0 1 1,0-1 0,0 1 0,-1-1 0,1 1 0,0-1-1,0 1 1,0 0 0,-1-1 0,1 1 0,0 0 0,-1 0-1,1-1 1,-1 1 0,1 0 0,-1 0 0,1 0 0,-1 0-1,1 1 1,1 4 123,-1 1 0,0-1 0,-1 0 0,1 1 0,-1 8 1,0-9-118,0 114 1000,0-120-1103,0 1 0,1-1-1,-1 1 1,1-1 0,-1 1-1,1-1 1,-1 1 0,0-1 0,1 0-1,0 1 1,-1-1 0,1 0-1,-1 1 1,1-1 0,-1 0 0,1 0-1,0 1 1,-1-1 0,1 0-1,0 0 1,-1 0 0,1 0 0,0 0-1,-1 0 1,1 0 0,0 0 0,0 0-1,25-1-3548,-22 0 2390,20-1-4612</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4.415"/>
    </inkml:context>
    <inkml:brush xml:id="br0">
      <inkml:brushProperty name="width" value="0.025" units="cm"/>
      <inkml:brushProperty name="height" value="0.025" units="cm"/>
      <inkml:brushProperty name="color" value="#004F8B"/>
    </inkml:brush>
  </inkml:definitions>
  <inkml:trace contextRef="#ctx0" brushRef="#br0">3 13 936,'0'0'13652,"0"0"-13576,0 0 0,0-1 0,0 1 0,-1 0 0,1 0 0,0-1 0,0 1 0,0 0 0,0-1 0,-1 1 0,1 0 0,0-1 0,0 1 0,0 0 0,0 0 0,0-1 0,0 1 0,0 0 0,0-1 0,0 1 0,0 0 0,0-1 0,0 1 0,0 0-1,0-1 1,0 1 0,1 0 0,-1-1 0,0 1 0,0 0 0,0 0 0,0-1 0,1 1 0,-1 0 0,0-1 0,0 1 0,0 0 0,1 0 0,-1 0 0,0-1 0,0 1 0,1 0 0,-1 0 0,0 0 0,1 0 0,-1-1 0,1 1 0,12 1 236,1 0 0,-1 0 0,0 1 0,1 1 0,-1 0 0,0 1 0,0 1 0,-1 0 1,0 0-1,1 1 0,11 9 0,-7-3-73,1 1 1,-2 1-1,1 0 1,-2 1-1,0 1 1,18 26-1,-13-14-63,-2 1 1,-1 1-1,-2 0 1,0 1-1,-3 1 1,0 0-1,-2 1 1,10 59-1,-15-57 43,-2 1 0,-1 0 0,-5 56 0,1-71-29,-1 0 1,-2 1 0,0-1 0,-1-1 0,-1 1 0,-1-1 0,-12 22 0,5-18 70,0-1 0,-1-1 1,-2-1-1,0 0 0,-1-1 0,-1-1 0,-1-1 0,-23 16 0,39-30-220,3-3-25,0 0 1,1 0-1,-1 0 0,0 1 1,0-1-1,1 1 0,-1-1 0,1 1 1,-1-1-1,1 1 0,0 0 1,-1 0-1,1 0 0,0 0 0,0 0 1,0 0-1,1 0 0,-1 0 1,0 4-1,1-4-44,1 10-9994,4-5 3263</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8.509"/>
    </inkml:context>
    <inkml:brush xml:id="br0">
      <inkml:brushProperty name="width" value="0.025" units="cm"/>
      <inkml:brushProperty name="height" value="0.025" units="cm"/>
      <inkml:brushProperty name="color" value="#004F8B"/>
    </inkml:brush>
  </inkml:definitions>
  <inkml:trace contextRef="#ctx0" brushRef="#br0">0 31 288,'0'0'13976,"10"-6"-12097,29-15-553,-38 21-1247,-1-1 0,1 1 0,-1 0 1,1-1-1,-1 1 0,1 0 0,-1 0 0,1-1 0,-1 1 0,1 0 1,-1 0-1,1 0 0,-1 0 0,1 0 0,0 0 0,-1 0 0,1 0 1,-1 0-1,1 0 0,-1 0 0,1 0 0,-1 0 0,1 0 0,0 0 0,-1 1 1,1-1-1,-1 0 0,1 0 0,-1 1 0,0-1 0,1 0 0,-1 1 1,1-1-1,-1 0 0,1 1 0,-1-1 0,0 1 0,1-1 0,-1 1 1,0-1-1,0 1 0,1-1 0,-1 1 0,0-1 0,0 1 0,0-1 0,1 1 1,-1-1-1,0 1 0,0 29 1250,0-25-824,2 134 3548,5-154-4116,0 1 0,1-1 0,1 2 0,0-1 1,1 1-1,0 0 0,1 1 0,0 0 0,1 1 1,1 0-1,24-16 0,-36 26 94,0 0 0,0 0-1,0 0 1,0 1 0,0-1 0,1 0-1,-1 0 1,0 1 0,0-1 0,0 0-1,1 1 1,-1 0 0,0-1 0,1 1-1,-1 0 1,0-1 0,1 1 0,-1 0-1,0 0 1,1 0 0,-1 0 0,1 0-1,-1 1 1,0-1 0,1 0 0,-1 1-1,0-1 1,0 1 0,1-1 0,-1 1-1,0-1 1,0 1 0,0 0 0,1 0-1,-1 0 1,0-1 0,0 1 0,0 0-1,-1 0 1,1 1 0,0-1 0,0 0-1,0 0 1,0 2 0,3 6 115,-1 1 0,1-1 0,-2 1 0,0 0 0,2 12 0,3 12-898,26-27-8160,-15-5 1888</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9.610"/>
    </inkml:context>
    <inkml:brush xml:id="br0">
      <inkml:brushProperty name="width" value="0.025" units="cm"/>
      <inkml:brushProperty name="height" value="0.025" units="cm"/>
      <inkml:brushProperty name="color" value="#004F8B"/>
    </inkml:brush>
  </inkml:definitions>
  <inkml:trace contextRef="#ctx0" brushRef="#br0">60 84 1408,'0'0'7867,"-7"-11"-5814,-23-33 73,12 22 2308,14 15 936,19 8-3928,-5 2-1228,0-1 1,0 1-1,0 1 1,0 0-1,-1 0 1,0 1-1,0 0 0,0 1 1,-1 0-1,1 0 1,11 12-1,-5-4 6,-2 1 0,1 1 0,-2 0 0,0 0 0,10 20 0,-11-17-98,-2-1 0,0 1 0,-1 1 0,0-1 0,-2 1 0,-1 1 0,0-1 0,-1 1 1,-1 0-1,0 32 0,-3-39-2,1-1 0,-2 1 0,0 0 0,0 0 0,-1 0 0,-1-1 1,0 1-1,-1-1 0,-1 0 0,0 0 0,-1 0 0,-9 16 0,3-13-14,1 0 0,-2 0 0,0-2 0,-1 0-1,-1 0 1,0-1 0,0-1 0,-1 0 0,-1-2-1,0 0 1,-31 14 0,40-19-2855,-4 16-11906,7-9 5405</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29.027"/>
    </inkml:context>
    <inkml:brush xml:id="br0">
      <inkml:brushProperty name="width" value="0.025" units="cm"/>
      <inkml:brushProperty name="height" value="0.025" units="cm"/>
      <inkml:brushProperty name="color" value="#004F8B"/>
    </inkml:brush>
  </inkml:definitions>
  <inkml:trace contextRef="#ctx0" brushRef="#br0">161 124 2016,'0'0'2985,"5"2"6333,-4-3-7812,-1 0-1264,4-5-134,4-1-685,7 1-443,0 0 0,0-2 0,-1 0-1,0-1 1,25-20 0,-22 16 1192,-8 3 7309,-23 11-5618,-26 14-1615,20-1-46,0 1-1,1 0 1,0 1 0,2 2-1,0-1 1,0 2-1,2 0 1,1 1-1,0 1 1,1 0-1,1 1 1,2 0-1,0 0 1,1 1-1,1 1 1,1-1-1,1 1 1,-2 27-1,3-3 96,2 65 0,3-92-125,1-17-143,-1 0-1,1 1 1,0-1 0,0-1 0,0 1 0,1 0-1,-1 0 1,1 0 0,0-1 0,0 1 0,1-1 0,-1 1-1,1-1 1,-1 0 0,1 0 0,0 0 0,6 4-1,4 3 57,0-1 0,0-1 1,19 10-1,-18-14-34,-1 0 1,0-1 0,1-1-1,0 0 1,-1-1 0,1 0 0,0-1-1,21-3 1,6 2 3,-36 1-47,-1-1 0,1 0 0,-1 1 0,1-2 0,-1 1 0,0 0 0,1-1 0,-1 0 0,0 0 1,0 0-1,0-1 0,5-3 0,44-43 31,-19 16-18,-16 17-4,0-1-1,-1-1 0,-1 0 1,0-1-1,-2-1 1,0 0-1,-1-1 1,14-33-1,-23 41 14,-1 0 1,-1-1-1,0 1 0,-1 0 1,0 0-1,-1-1 0,0 1 0,-3-16 1,0-18 59,3 45-88,1-3 9,-1 0 0,0-1 0,0 1 0,0 0 0,-1 0 0,1 0 0,-1-1 0,-1 1 0,1 0 0,-1 0 0,0 0 0,0 1 0,0-1 0,-4-5 0,-28-38 263,22 29-267,-1 0 0,-1 1 0,-1 1 0,-21-20 0,32 34 15,0 1 0,-1 0 1,1 0-1,-1 0 0,0 0 0,1 0 1,-1 1-1,0 0 0,0 0 0,-10 0 0,-58 0 949,48 1-840,13 0-107,10 0-22,0-1-1,0 1 1,0 0 0,0 0-1,-1 0 1,1 0 0,0 0-1,0 0 1,0 1 0,0-1-1,0 1 1,0-1 0,0 1-1,0 0 1,0 0 0,0 0-1,0 0 1,0 0 0,0 0-1,1 1 1,-1-1 0,0 1-1,1-1 1,0 1 0,-1-1-1,-1 4 1,2-3-84,0-1 0,0 1 1,0-1-1,1 1 0,-1 0 0,1-1 1,-1 1-1,1-1 0,0 1 0,0 0 0,-1 0 1,1-1-1,0 1 0,1 0 0,-1-1 1,0 1-1,0 0 0,1-1 0,-1 1 1,1 0-1,-1-1 0,1 1 0,0-1 0,0 1 1,-1-1-1,1 1 0,0-1 0,0 0 1,1 1-1,0 0 0,5 5-832,0-1 1,0 0-1,0 0 1,11 6-1,14 8-4730</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0.723"/>
    </inkml:context>
    <inkml:brush xml:id="br0">
      <inkml:brushProperty name="width" value="0.025" units="cm"/>
      <inkml:brushProperty name="height" value="0.025" units="cm"/>
      <inkml:brushProperty name="color" value="#004F8B"/>
    </inkml:brush>
  </inkml:definitions>
  <inkml:trace contextRef="#ctx0" brushRef="#br0">359 21 904,'0'0'1753,"6"0"-1960,19 0 114,-5 0 4625,-20-4-1010,0 4-3316,0-1-1,1 1 1,-1 0-1,0-1 0,0 1 1,0-1-1,0 1 1,0-1-1,0 1 1,0-1-1,0 1 0,0-1 1,0 1-1,0-1 1,0 1-1,0-1 0,0 1 1,-1 0-1,1-1 1,0 1-1,0-1 0,0 1 1,-1-1-1,1 1 1,0 0-1,-1-1 1,1 1-1,0 0 0,-1-1 1,1 1-1,0 0 1,-1-1-1,1 1 0,0 0 1,-1 0-1,1-1 1,-1 1-1,1 0 1,-1 0-1,-21-1 2924,16 1-2961,0-1 0,0 1 1,0 0-1,0 1 1,0-1-1,0 1 0,0 0 1,0 1-1,0-1 1,0 1-1,0 1 0,1-1 1,-1 1-1,-5 3 1,-11 10-45,0 1 0,2 1 0,0 1 0,1 1 0,0 1 0,2 0 0,1 1 0,0 1 0,2 0 0,1 1 0,-14 34 0,14-26 19,2 1 0,1 1 0,1 0-1,2 0 1,2 0 0,1 1 0,1 0 0,4 52-1,0-75-31,1 0 0,0 0 0,1 0 0,1 0 0,0 0 0,0 0 0,1-1 0,0 0 0,1 0 0,1 0 0,0-1 0,0 0 0,1 0 0,0-1 0,1 0 0,0 0 0,0-1 0,1 0 0,0-1 0,0 0 0,1-1 0,-1 0 0,2 0 0,-1-1 0,12 4 0,0-8 6,-17-1-4831,0 0-4750,4 0 969</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1.421"/>
    </inkml:context>
    <inkml:brush xml:id="br0">
      <inkml:brushProperty name="width" value="0.025" units="cm"/>
      <inkml:brushProperty name="height" value="0.025" units="cm"/>
      <inkml:brushProperty name="color" value="#004F8B"/>
    </inkml:brush>
  </inkml:definitions>
  <inkml:trace contextRef="#ctx0" brushRef="#br0">0 122 1280,'0'0'15317,"9"-13"-14197,27-38-76,-34 49-954,-1 1 0,0 0 0,1-1 0,-1 1 0,0 0 0,1 0 0,0 0-1,-1 0 1,1 0 0,-1 0 0,1 1 0,0-1 0,0 1 0,-1-1 0,1 1 0,0-1 0,0 1-1,0 0 1,0 0 0,0 0 0,-1 0 0,1 0 0,0 0 0,0 1 0,0-1 0,0 1-1,-1-1 1,1 1 0,0 0 0,-1-1 0,1 1 0,0 0 0,-1 0 0,1 0 0,-1 0-1,1 1 1,-1-1 0,0 0 0,1 1 0,-1-1 0,2 3 0,3 14 146,-2 0-1,1 0 1,-2 0 0,0 0 0,-2 1-1,0-1 1,-1 1 0,-2 19 0,1 7 9,1-44-181,0-1-47,-1-1 0,1 1-1,-1-1 1,1 1 0,-1-1 0,1 1-1,-1-1 1,1 1 0,-1-1 0,1 1-1,0-1 1,-1 1 0,1-1 0,0 0-1,0 1 1,0-1 0,-1 1 0,1-1-1,0 0 1,0 1 0,0-1 0,0 0-1,0 1 1,0-1 0,0 0 0,0 0-1,0-29-81,1 20 93,0 3-38,0-1-1,1 0 1,0 1 0,0-1 0,0 1 0,1 0 0,1 0-1,-1 0 1,1 0 0,0 1 0,0-1 0,1 1 0,0 0-1,0 0 1,10-8 0,12-10-77,57-40 0,-79 60 86,26-9 8,3 0 29,-33 48 778,-1 94 615,-1-114-1546,0-14-154,1 0 0,0 0 0,0 0 0,0 0 0,0 0 0,0 0 0,0 0 0,0 0 0,0 0 0,0 0 0,1 0 0,-1 0-1,0 0 1,1 0 0,-1 0 0,1 0 0,-1 0 0,1 0 0,-1-1 0,1 1 0,-1 0 0,1 0 0,0 0 0,0-1 0,-1 1 0,1 0 0,0-1 0,0 1 0,0-1 0,0 1 0,0-1 0,0 1 0,0-1-1,0 1 1,0-1 0,0 0 0,1 0 0,17 10-5865</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1.982"/>
    </inkml:context>
    <inkml:brush xml:id="br0">
      <inkml:brushProperty name="width" value="0.025" units="cm"/>
      <inkml:brushProperty name="height" value="0.025" units="cm"/>
      <inkml:brushProperty name="color" value="#004F8B"/>
    </inkml:brush>
  </inkml:definitions>
  <inkml:trace contextRef="#ctx0" brushRef="#br0">430 3 1112,'0'0'10577,"-12"0"-8800,1-1-1811,5 0 430,-1 1 0,1-1 0,0 1 0,-1 0 1,1 1-1,0-1 0,0 1 0,-1 1 0,1-1 1,0 1-1,0 0 0,0 0 0,0 1 0,1 0 1,-1 0-1,-8 6 0,-4 11 496,1 0 0,0 2 0,2-1 1,-21 42-1,-40 101 1037,71-151-1843,-51 156 343,41-119-417,7-17-20,8-26-21,-2 0 1,1 0-1,-1 0 0,0 0 1,0 0-1,-1-1 0,0 1 0,0-1 1,-1 1-1,-4 6 0,7-12-497,26-1-7863,2-2 3896,4-6-1850</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2.365"/>
    </inkml:context>
    <inkml:brush xml:id="br0">
      <inkml:brushProperty name="width" value="0.025" units="cm"/>
      <inkml:brushProperty name="height" value="0.025" units="cm"/>
      <inkml:brushProperty name="color" value="#004F8B"/>
    </inkml:brush>
  </inkml:definitions>
  <inkml:trace contextRef="#ctx0" brushRef="#br0">142 13 440,'0'0'19023,"-13"3"-17823,8-2-1122,0-1 19,-1 1 0,1 0 0,0 0 0,0 0 0,0 1 0,1 0 0,-1 0 0,0 0 0,1 0 0,-1 1 0,1 0 0,0 0 0,-1 0 0,1 0 0,1 1 0,-1-1 0,1 1 0,-1 0 0,1 0 1,0 1-1,-3 5 0,2-3-46,0 0 0,1 0 1,0 0-1,1 0 0,-1 0 1,1 1-1,0-1 0,1 1 1,0-1-1,0 1 0,1-1 1,0 1-1,1 12 0,2-19-55,-1 1-1,0-1 0,0 0 1,1 0-1,-1 0 0,1-1 1,-1 1-1,1 0 0,-1-1 0,1 1 1,-1-1-1,1 0 0,0 0 1,-1 0-1,1 0 0,-1-1 1,5 0-1,1 0 13,2 1 5,0 0 0,1-1 0,-1-1 0,0 0 0,0 0 0,-1-1 0,14-5-1,-18 6-10,0 0 0,-1 0-1,1-1 1,-1 0 0,0 0-1,0 0 1,0-1-1,0 1 1,0-1 0,-1 0-1,0 0 1,0 0 0,0 0-1,0 0 1,0-1-1,2-7 1,-1 1 63,-1 1 1,-1-1-1,0 0 0,0 0 1,-1-19-1,-1 28-48,-1 1-1,1 0 0,-1-1 1,1 1-1,-1 0 0,0-1 1,0 1-1,0 0 0,0 0 1,0 0-1,0 0 1,0-1-1,0 2 0,0-1 1,0 0-1,0 0 0,-1 0 1,1 0-1,0 1 0,-1-1 1,1 1-1,0-1 1,-1 1-1,1-1 0,-3 1 1,-37-8-25,-29 7-1393,69 1 1329,1 0-1,-1 1 1,0-1 0,1 0-1,-1 0 1,0 1-1,0-1 1,1 0-1,-1 1 1,1-1 0,-1 0-1,0 1 1,1-1-1,-1 1 1,1-1 0,-1 1-1,1-1 1,-1 1-1,1 0 1,-1-1-1,1 1 1,0-1 0,-1 1-1,1 0 1,0-1-1,0 1 1,-1 0 0,1 0-1,0-1 1,0 1-1,0 0 1,0 0-1,0-1 1,0 2 0,3 30-3686,8-9-1502</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2.984"/>
    </inkml:context>
    <inkml:brush xml:id="br0">
      <inkml:brushProperty name="width" value="0.025" units="cm"/>
      <inkml:brushProperty name="height" value="0.025" units="cm"/>
      <inkml:brushProperty name="color" value="#004F8B"/>
    </inkml:brush>
  </inkml:definitions>
  <inkml:trace contextRef="#ctx0" brushRef="#br0">619 0 1592,'0'0'18902,"-21"5"-18362,-69 19-68,86-23-418,0 1 0,0-1 0,0 1 0,0 1 0,0-1 0,1 0 0,-1 1 0,1 0 0,-1 0 0,1 0 0,0 0 0,0 0-1,1 1 1,-1-1 0,0 1 0,1 0 0,0-1 0,0 1 0,-2 8 0,1-1 19,1-1-1,0 1 1,0 0 0,1 0-1,1 16 1,0-23-90,1-3 15,-1 0 1,0 1 0,1-1 0,-1 0 0,1 0 0,-1 0 0,1 0 0,0 0 0,0 0 0,-1 0-1,1 0 1,0 0 0,0 0 0,0 0 0,0 0 0,0-1 0,0 1 0,0 0 0,0-1-1,0 1 1,0 0 0,1-1 0,-1 0 0,0 1 0,0-1 0,0 0 0,1 1 0,-1-1-1,0 0 1,0 0 0,1 0 0,-1 0 0,0 0 0,2-1 0,1 1 9,0 0 1,0 0-1,1 0 0,-1-1 1,0 0-1,0 0 0,0 0 1,0 0-1,0-1 1,4-1-1,1-4 7,0-1 0,-1 0 1,0 0-1,0-1 0,-1 0 0,0 0 1,0-1-1,-1 0 0,0 0 0,-1 0 1,0-1-1,-1 0 0,0 0 0,-1 0 1,3-18-1,-6 29 130,0 2 31,-1 6-148,0 1 0,-1-1 0,0 0 0,0 0 0,-1-1 0,0 1 0,-5 10 0,-7 17-10,-6 40 302,4 1 1,3 0-1,-6 94 0,20-163-279,-1 8-16,-1-1 0,0 1 0,-1-1 0,-8 23 0,10-33 28,-1-1 1,1 0-1,-1 0 1,1 0-1,-1 0 1,0-1-1,0 1 1,-1 0-1,1-1 1,0 1-1,-1-1 1,1 0-1,-1 0 1,0 0-1,0 0 1,0 0-1,0-1 1,0 1-1,0-1 1,0 0-1,0 0 1,-1 0-1,1 0 1,0-1-1,-7 1 1,-26 1 372,-1-2-1,1-1 1,-51-9 0,69 7-404,1-1 0,0-1 0,0 0 0,0-2 1,1 1-1,0-2 0,0 0 0,1-1 0,-16-12 0,-2-16-705,32 36 569,0 0 0,0 0 0,0 0-1,1 0 1,-1 0 0,0 0 0,1 0 0,-1 0 0,1 0-1,-1 0 1,1 0 0,0 0 0,-1-1 0,1 1 0,0 0 0,0 0-1,0 0 1,0-1 0,0 1 0,0 0 0,0 0 0,0 0 0,0-1-1,0 1 1,1 0 0,-1 0 0,1 0 0,-1 0 0,1-1-1,-1 1 1,1 0 0,-1 0 0,1 0 0,0 0 0,0 0 0,0 1-1,-1-1 1,1 0 0,2-1 0,10-3-1200,0 0 0,1 2-1,22-5 1,-6 2-1652,28-9-4658</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5.510"/>
    </inkml:context>
    <inkml:brush xml:id="br0">
      <inkml:brushProperty name="width" value="0.025" units="cm"/>
      <inkml:brushProperty name="height" value="0.025" units="cm"/>
      <inkml:brushProperty name="color" value="#004F8B"/>
    </inkml:brush>
  </inkml:definitions>
  <inkml:trace contextRef="#ctx0" brushRef="#br0">171 126 1640,'0'0'1197,"13"-3"692,38-14 312,-37 6-145,-14 10-1800,0 1 0,0-1 0,1 1 1,-1-1-1,0 1 0,0-1 0,0 0 0,0 1 0,0-1 1,0 1-1,0-1 0,0 0 0,0 1 0,0-1 0,0 1 1,0-1-1,0 0 0,0 1 0,-1-1 0,1 1 0,0-1 0,0 1 1,-1-1-1,1 1 0,0-1 0,-1 1 0,1-1 0,-1 1 1,1-1-1,0 1 0,-1 0 0,1-1 0,-1 1 0,1 0 1,-1-1-1,1 1 0,-1 0 0,0 0 0,1-1 0,-2 1 1,-4 1-96,0 0 0,0 0 1,-1 0-1,1 1 0,0 0 1,0 0-1,0 1 0,1 0 1,-1 0-1,0 0 1,1 1-1,0-1 0,0 1 1,-6 6-1,-9 9 322,-32 42 0,46-55-382,-2 5-58,0 0 0,1 1 0,0 0 1,1 0-1,0 0 0,1 1 0,0 0 0,1 0 0,0 0 1,1 1-1,1-1 0,0 1 0,1 0 0,1-1 0,0 1 1,0 0-1,1 0 0,4 16 0,-2-23-38,-1 0-1,1-1 1,1 1 0,-1-1 0,1 1-1,0-1 1,0 0 0,1 0-1,0-1 1,0 0 0,0 0 0,1 0-1,-1 0 1,1-1 0,1 0-1,-1 0 1,0 0 0,1-1-1,0 0 1,-1-1 0,15 5 0,-13-5-18,1 0 0,-1-1 0,0 1 0,0-2 0,0 1 0,1-1 0,-1 0 0,0-1 0,1 0 0,-1 0 0,0-1 0,0 0 0,0 0 0,0-1 0,0 0 0,-1 0 0,1-1 0,-1 0 0,9-7 0,10-13 12,-1 0 0,-1-2-1,-1-1 1,-2-1 0,-1-1 0,-1 0 0,-1-1-1,-2-2 1,-1 1 0,20-63 0,-31 81 111,-1 1 0,0 0 1,-1-1-1,0 0 0,-1-17 0,-1 28-68,0-1 0,0 0 0,0 0-1,-1 0 1,1 0 0,-1 0 0,0 1-1,1-1 1,-1 0 0,-1 1 0,1-1 0,0 0-1,-1 1 1,1 0 0,-1-1 0,0 1-1,0 0 1,0 0 0,0 0 0,0 0-1,0 0 1,0 0 0,-1 1 0,1-1-1,-1 1 1,1-1 0,-6-1 0,-5-1-89,-1 0 0,0 1 0,0 1 1,0 0-1,-1 1 0,1 0 0,0 1 0,0 1 0,-21 3 1,34-4-70,0 0 1,0 0 0,1 0-1,-1 1 1,0-1 0,0 0-1,1 1 1,-1-1 0,0 1 0,1-1-1,-1 1 1,1-1 0,-1 1-1,1-1 1,-1 1 0,0-1-1,1 1 1,0 0 0,-1-1-1,1 1 1,-1 0 0,1-1-1,0 1 1,0 0 0,-1 0-1,1-1 1,0 1 0,0 0-1,0 0 1,0-1 0,0 1 0,0 0-1,0 0 1,0 0 0,0-1-1,0 1 1,0 0 0,1 0-1,-1 0 1,1 1-363,-1 0 1,1-1-1,0 1 0,-1 0 1,1-1-1,0 1 0,0-1 0,0 1 1,1-1-1,-1 0 0,0 1 1,0-1-1,1 0 0,-1 0 1,1 0-1,2 2 0,21 6-7358</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5.919"/>
    </inkml:context>
    <inkml:brush xml:id="br0">
      <inkml:brushProperty name="width" value="0.025" units="cm"/>
      <inkml:brushProperty name="height" value="0.025" units="cm"/>
      <inkml:brushProperty name="color" value="#004F8B"/>
    </inkml:brush>
  </inkml:definitions>
  <inkml:trace contextRef="#ctx0" brushRef="#br0">413 13 1432,'0'0'19092,"-8"-4"-17917,4 2-1077,0 1 0,0 0-1,0 0 1,0 0 0,0 0 0,0 0-1,0 1 1,0 0 0,0-1-1,0 2 1,0-1 0,-4 1 0,0 1 52,0 0 1,0 1 0,0 0 0,1 0 0,-1 1-1,-10 7 1,-7 4 256,1 2-1,0 0 1,1 2-1,1 0 1,1 1-1,-34 44 1,44-49-328,0 2 1,2 0-1,0 0 1,0 0-1,2 1 1,0 0-1,1 1 1,1-1-1,1 1 1,0 0-1,0 27 1,4-45-80,-2 19 10,1 0-1,1 0 1,1 0 0,4 27-1,-4-42-16,1 1 0,-1-1 0,1 0 0,0 1 0,1-1 0,-1 0 0,1 0 0,0 0 0,0-1 0,1 1 0,0-1 0,-1 1 0,1-1 0,1-1 0,-1 1 0,0 0 0,1-1 0,0 0 0,8 4 0,-3-3-55,0 0 0,0 0 0,1-1 0,0 0 0,0-1 0,0-1 0,18 2 0,79-9-6629,-79 1 472,-13-6-5251</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6.460"/>
    </inkml:context>
    <inkml:brush xml:id="br0">
      <inkml:brushProperty name="width" value="0.025" units="cm"/>
      <inkml:brushProperty name="height" value="0.025" units="cm"/>
      <inkml:brushProperty name="color" value="#004F8B"/>
    </inkml:brush>
  </inkml:definitions>
  <inkml:trace contextRef="#ctx0" brushRef="#br0">1 26 696,'0'0'17108,"5"-6"-15535,-4 5-1542,0-1 78,0 1 0,1-1-1,-1 1 1,0-1 0,0 1 0,1-1 0,-1 1 0,1 0 0,-1 0 0,1 0 0,0 0 0,2-1 0,-3 2-35,1 1 0,-1-1 0,0 1 0,0 0 0,0-1 0,0 1 0,0 0 0,0 0 0,0 0 0,-1 0-1,1 0 1,0 0 0,0 0 0,-1 0 0,1 0 0,-1 0 0,1 0 0,-1 1 0,1-1 0,-1 0 0,0 0 0,1 0 0,-1 1 0,0-1 0,0 0 0,0 3 0,3 11 410,-1 1 1,-1 0-1,-1 30 1,0-25-295,0-20 236,6-14-404,15-22-279,-15 28 288,0 0 1,0 0-1,0 0 1,1 1-1,0 0 1,1 1-1,-1-1 1,1 2-1,0-1 1,0 1-1,1 0 1,-1 0-1,1 1 0,0 1 1,0-1-1,9 0 1,-16 6 123,0 1 0,0 0 0,-1 0 1,1 0-1,-1 0 0,0 0 0,0 0 0,0 0 0,-1 0 1,1 8-1,-1-9-245,0 0 0,0 0 0,1 0 0,-1 0 0,1 0 0,0 0 0,0 0 0,0 0 0,0 0 0,0-1 0,1 1 0,2 4 0,1-7-580,0 1-1,0 0 1,0 1 0,0-1-1,0 1 1,-1 0-1,1 1 1,0-1-1,6 5 1,9 4-3119,7-5-4448</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6.910"/>
    </inkml:context>
    <inkml:brush xml:id="br0">
      <inkml:brushProperty name="width" value="0.025" units="cm"/>
      <inkml:brushProperty name="height" value="0.025" units="cm"/>
      <inkml:brushProperty name="color" value="#004F8B"/>
    </inkml:brush>
  </inkml:definitions>
  <inkml:trace contextRef="#ctx0" brushRef="#br0">303 15 2160,'0'0'12095,"-4"-4"-10223,3 3-1792,0 0 0,0 0 0,0 0 0,0 1 0,0-1 0,0 0 0,-1 0 0,1 1 0,0-1 0,0 1 0,0-1 0,-1 1 0,1-1 0,0 1 0,0 0 0,-1 0 0,1 0 0,0 0 0,-1 0 0,1 0 0,0 0 0,-1 0 0,1 0 0,0 0 0,-1 1 0,1-1 0,0 1 0,0-1 0,0 1 0,-1-1 0,1 1 0,0 0 0,0-1 0,0 1 0,0 0 0,0 0 0,0 0 0,-1 2 0,-7 6 603,1 0-1,1 1 0,-12 20 0,3-4 30,-19 30 74,2 1 1,3 2 0,2 1 0,-30 100 0,56-152-843,0 0 0,0 1 0,1-1 1,0 1-1,1-1 0,0 9 1,0-6-558,0-9 326,2 2-1060,9-3-880,66-1-7432,-38 0-1056</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7.314"/>
    </inkml:context>
    <inkml:brush xml:id="br0">
      <inkml:brushProperty name="width" value="0.025" units="cm"/>
      <inkml:brushProperty name="height" value="0.025" units="cm"/>
      <inkml:brushProperty name="color" value="#004F8B"/>
    </inkml:brush>
  </inkml:definitions>
  <inkml:trace contextRef="#ctx0" brushRef="#br0">148 30 1528,'0'0'21146,"-17"1"-20287,-55 6-136,70-7-671,-1 1 1,0 0 0,1-1-1,-1 1 1,0 0-1,1 0 1,-1 1-1,1-1 1,0 0 0,-1 1-1,1 0 1,0-1-1,0 1 1,0 0-1,0 0 1,0 0 0,0 0-1,1 1 1,-1-1-1,1 0 1,0 1-1,-3 4 1,2-1-9,1 1 0,-1-1 0,1 1 0,0-1 0,1 1 0,0 9 1,0-15-47,0 0 1,1 0-1,-1 0 1,1 0 0,0 0-1,-1-1 1,1 1-1,0 0 1,-1 0-1,1-1 1,0 1 0,0 0-1,0-1 1,-1 1-1,1-1 1,0 1 0,0-1-1,0 0 1,0 1-1,0-1 1,0 0 0,0 1-1,0-1 1,0 0-1,0 0 1,0 0 0,0 0-1,0 0 1,2 0-1,38 0 66,-32 0-49,-6 0-4,0 0 1,1 0-1,-1 0 1,1 0-1,-1 0 1,1-1-1,-1 0 1,0 1-1,1-1 1,-1-1-1,0 1 1,0 0-1,5-3 1,-6 2 0,-1-1 0,1 1 0,-1 0 1,1 0-1,-1-1 0,0 1 0,0-1 0,0 1 0,-1-1 0,1 0 1,0 1-1,-1-1 0,0 0 0,0 1 0,0-1 0,0 0 0,0-3 1,0 2-30,0 0 1,0-1 0,-1 1 0,1 0 0,-1 0-1,0 0 1,0 1 0,0-1 0,-1 0 0,0 0-1,1 0 1,-1 1 0,0-1 0,-1 1 0,1 0-1,-4-4 1,-7-11-767,28 15-12532,36 21 5259,-34-13 6937,0-1 0,29 4 0,0-7 716</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6:37.876"/>
    </inkml:context>
    <inkml:brush xml:id="br0">
      <inkml:brushProperty name="width" value="0.025" units="cm"/>
      <inkml:brushProperty name="height" value="0.025" units="cm"/>
      <inkml:brushProperty name="color" value="#004F8B"/>
    </inkml:brush>
  </inkml:definitions>
  <inkml:trace contextRef="#ctx0" brushRef="#br0">703 14 488,'0'0'20034,"-21"-3"-18639,-69-8-338,86 11-950,0 0-1,0 0 0,0 1 0,0-1 1,0 1-1,0 0 0,0 0 0,0 0 1,0 0-1,0 1 0,1-1 1,-1 1-1,0 0 0,1 0 0,0 1 1,-1-1-1,1 1 0,0 0 1,0-1-1,-4 7 0,-5 3 232,9-10-289,-1 1 0,1 0 0,0 0 0,0 0 0,0 1 0,1-1 0,-1 1 0,1 0 0,0 0 0,0-1 0,0 1 0,0 0 0,1 1 0,0-1 0,-1 0 0,2 0 0,-1 1 0,0-1 0,1 0 0,0 1 0,0-1 0,1 6 0,-1-10-48,0 1 1,1 0-1,-1 0 0,0 0 1,1-1-1,-1 1 0,1 0 1,-1 0-1,1-1 0,0 1 1,-1 0-1,1-1 1,0 1-1,-1-1 0,1 1 1,0-1-1,0 1 0,-1-1 1,1 0-1,0 1 0,0-1 1,0 0-1,0 0 0,-1 1 1,1-1-1,0 0 0,0 0 1,0 0-1,0 0 0,1 0 1,37 0 149,-30-1-109,0 1-48,-1 0 0,1-1 1,-1-1-1,1 1 0,-1-1 0,1-1 1,-1 1-1,0-2 0,0 1 0,-1-1 1,1 0-1,-1 0 0,1-1 0,-1 0 1,-1-1-1,1 1 0,-1-1 0,0-1 1,0 1-1,-1-1 0,0 0 0,6-11 1,-8 14-5,4-9 123,-20 22 0,-3 10-112,0 0 1,1 1 0,1 1-1,1 0 1,-13 28 0,-43 120-20,49-100-1,3 0 0,-12 98 1,29-165 33,0-1 1,-1 0 0,1 0 0,0 1-1,-1-1 1,1 0 0,-1 0 0,1 0-1,-1 1 1,1-1 0,-1 0-1,0 0 1,0 0 0,1 0 0,-1 0-1,0 0 1,0 0 0,0-1-1,0 1 1,0 0 0,0 0 0,-1-1-1,1 1 1,-2 0 0,0 0 37,0 0 1,0-1 0,-1 1-1,1-1 1,0 0 0,-1 0 0,1 0-1,0 0 1,-6-1 0,-3-2 64,0 0 0,1-1 0,-1 0 0,-11-7 0,-54-26 190,7 4-322,-95-61 1,163 92-75,0 0 0,0 0-1,0 0 1,0 0 0,0-1-1,0 1 1,1 0 0,-1-1-1,1 1 1,-1-1 0,0-3-1,1 5-39,1 0 1,0 0-1,-1 0 0,1 0 1,0 0-1,0-1 0,0 1 1,0 0-1,0 0 0,0 0 1,0 0-1,0-1 0,0 1 1,0 0-1,1 0 0,-1 0 1,0 0-1,1 0 0,-1 0 1,1 0-1,-1 0 0,1 0 1,0 0-1,-1 0 0,1 0 1,0 0-1,0 0 0,-1 0 1,1 0-1,0 1 0,0-1 1,0 0-1,2 0 0,80-26-4597,-43 15 1617,24-7-3639</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3.098"/>
    </inkml:context>
    <inkml:brush xml:id="br0">
      <inkml:brushProperty name="width" value="0.025" units="cm"/>
      <inkml:brushProperty name="height" value="0.025" units="cm"/>
    </inkml:brush>
  </inkml:definitions>
  <inkml:trace contextRef="#ctx0" brushRef="#br0">218 61 3345,'0'0'3966,"5"-2"-2067,12-4-155,-13 4-438,-4 2-1186,0-1 0,0 1 1,0-1-1,0 0 0,0 1 0,0-1 1,0 1-1,0-1 0,0 1 0,-1-1 1,1 1-1,0-1 0,0 1 0,-1 0 1,1-1-1,0 1 0,0-1 0,-1 1 1,1-1-1,-1 1 0,1 0 0,0-1 1,-1 1-1,1 0 0,-1 0 0,1-1 1,-1 1-1,1 0 0,-1-1 0,-8 2-72,0 0 0,0 1-1,0 0 1,0 1-1,1 0 1,0 0 0,-1 0-1,1 1 1,0 1 0,1-1-1,-1 1 1,1 0-1,0 1 1,0 0 0,0 0-1,1 1 1,0-1 0,0 1-1,1 1 1,0-1-1,-4 9 1,-1 0 16,0 2 0,2-1-1,0 1 1,1 1 0,0-1 0,2 1 0,0 0-1,-4 38 1,9-43-42,-1 1 0,2-1 1,0 0-1,1 0 0,0 0 0,1-1 0,0 1 0,1 0 1,10 21-1,-11-29-15,0 0 0,0 0 0,1-1 0,0 0 0,0 1 0,0-1 0,0-1 0,1 1 0,0-1 0,0 1 0,0-1 0,0-1 0,1 1 0,-1-1 0,1 0 0,0 0 0,0-1 0,0 0 0,0 0 0,1 0 0,-1-1 0,1 1-1,9-1 1,-10-1 27,4 2 1,-1-1 1,1 0-1,-1-1 1,1 0 0,-1-1-1,1 0 1,-1-1-1,1 1 1,-1-2-1,0 1 1,0-1 0,0-1-1,0 0 1,8-5-1,-1-2 22,-1-1-1,1-1 1,-2-1-1,0 0 1,-1 0-1,0-2 0,-1 1 1,-1-2-1,-1 0 1,0 0-1,-1 0 1,0-1-1,-2-1 1,0 1-1,-2-1 1,0-1-1,0 1 1,-2 0-1,-1-1 0,1-27 1,-3 32 55,0 1 51,0 1-1,0-1 0,-2 0 1,1 1-1,-6-18 1,6 26-104,-1 1 0,0 0 0,0-1 0,-1 1-1,1 0 1,-1 0 0,0 0 0,0 1 0,0-1 0,-1 1 0,1 0 0,-1-1 0,0 2 0,0-1 0,0 0 0,0 1 0,0 0 0,-9-4 0,1 3 27,-1 0 1,1 0-1,0 1 1,-1 1-1,1 0 1,-1 1-1,-15 1 1,-3 0-92,28-1-8,-1 1 0,1-1 0,-1 1-1,1 0 1,-1 0 0,1 1 0,0-1 0,-1 1 0,1-1 0,0 1 0,0 0 0,0 0-1,1 0 1,-4 3 0,5-4-129,0 0-1,0 0 1,1-1-1,-1 1 1,0 0-1,0 0 1,1 0-1,-1 0 1,1 0-1,-1 0 1,1 0-1,-1 0 1,1 0-1,0 0 0,-1 0 1,1 0-1,0 0 1,0 0-1,0 0 1,0 0-1,0 0 1,0 0-1,0 0 1,0 1-1,0-1 1,0 0-1,1 0 1,-1 0-1,0 0 1,1 0-1,-1 0 1,1 0-1,-1 0 1,1 0-1,-1 0 1,1-1-1,0 1 0,0 0 1,-1 0-1,1 0 1,0-1-1,0 1 1,0 0-1,0-1 1,0 1-1,0-1 1,1 1-1,16 9-4894</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3.502"/>
    </inkml:context>
    <inkml:brush xml:id="br0">
      <inkml:brushProperty name="width" value="0.025" units="cm"/>
      <inkml:brushProperty name="height" value="0.025" units="cm"/>
    </inkml:brush>
  </inkml:definitions>
  <inkml:trace contextRef="#ctx0" brushRef="#br0">371 1 7738,'0'0'9339,"-26"8"-8475,-84 29-40,95-31-694,1 1 0,0 0 0,1 1 0,-1 1 0,2 0 0,-1 1 0,1 0 0,1 1 0,-1 0 0,2 1 0,0 0 0,0 0 0,1 1 0,1 1 0,0-1 0,-10 28 0,11-20-94,0 0 0,2 1-1,0-1 1,2 1 0,1 1 0,0-1-1,1 0 1,2 0 0,5 40 0,-5-56-45,1-1 1,-1 1 0,1 0 0,0-1 0,1 1 0,-1-1 0,1 0 0,0 0 0,0 0 0,1 0-1,0-1 1,-1 1 0,1-1 0,1 0 0,-1 0 0,1 0 0,-1-1 0,1 0 0,0 0 0,0 0-1,1 0 1,-1-1 0,1 0 0,-1 0 0,1 0 0,8 1 0,-3-1-362,0 0 0,-1-1 0,1 0 0,0-1 0,20-2 1,-21 1-548,-1 0 1,0-1-1,0-1 1,0 1 0,-1-1-1,14-7 1,11-9-5403</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4.062"/>
    </inkml:context>
    <inkml:brush xml:id="br0">
      <inkml:brushProperty name="width" value="0.025" units="cm"/>
      <inkml:brushProperty name="height" value="0.025" units="cm"/>
    </inkml:brush>
  </inkml:definitions>
  <inkml:trace contextRef="#ctx0" brushRef="#br0">0 6 6009,'0'0'10531,"14"-2"-9763,44-1-133,-56 3-577,0 1 0,0-1 0,1 1 0,-1 0 0,0 0 0,0 0 0,0 0 0,0 0 0,0 1 0,-1-1 0,1 0 0,0 1 0,0 0 0,-1-1 0,1 1 0,-1 0 0,0 0 0,1 0 0,-1 0 0,1 2 0,15 40 846,-16-40-850,2 2 11,-2 1 0,1 0 1,-1-1-1,0 1 0,0 10 0,-1-16-56,1 0 0,-1 0 0,-1 0 0,1 0 0,0 0 0,0 0 0,0 1 0,-1-1 0,1 0 0,0 0 0,-1 0 0,1 0 0,-1 0 0,1 0 0,-1-1 0,1 1 0,-1 0 0,0 0 0,0 0 0,1 0 0,-1-1 0,0 1 0,0 0 0,0-1 0,0 1 0,0-1 0,0 1 0,0-1 0,0 1 0,0-1 0,0 0 0,0 1 0,0-1 0,0 0 0,0 0 0,0 0 0,0 0-1,-2 0 1,3-1-35,0 0 0,1-1 0,-1 1 0,0-1 0,0 1 0,1 0 0,-1-1 0,1 1 0,-1 0 0,1 0 0,-1-1 0,1 1 0,0 0 0,1-2 0,9-10-22,1 1 0,1 0 0,0 0 0,1 2 0,0-1 0,0 2 0,1 0 0,0 0 0,1 2 0,19-8 0,-34 15 77,-1-1 0,1 1 0,0 0 1,0-1-1,-1 1 0,1 0 1,0 0-1,0-1 0,0 1 0,-1 0 1,1 0-1,0 0 0,0 0 0,0 0 1,0 0-1,-1 0 0,1 1 1,0-1-1,0 0 0,0 0 0,-1 1 1,1-1-1,0 0 0,0 1 0,-1-1 1,1 0-1,0 1 0,-1-1 1,1 1-1,0 0 0,-1-1 0,1 1 1,-1-1-1,1 1 0,-1 0 0,1-1 1,-1 1-1,1 0 0,-1 0 0,0-1 1,0 1-1,1 1 0,4 44 1114,-3-16-797,0 21-307,-3-31-1080,13-19-4661,-4-1 1664</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4.542"/>
    </inkml:context>
    <inkml:brush xml:id="br0">
      <inkml:brushProperty name="width" value="0.025" units="cm"/>
      <inkml:brushProperty name="height" value="0.025" units="cm"/>
    </inkml:brush>
  </inkml:definitions>
  <inkml:trace contextRef="#ctx0" brushRef="#br0">1 42 5577,'0'0'10672,"0"-6"-10011,0 5-622,0 0-1,0 0 1,0-1 0,0 1-1,0 0 1,0 0-1,0-1 1,1 1 0,-1 0-1,0 0 1,1 0 0,-1-1-1,1 1 1,-1 0-1,1 0 1,0 0 0,-1 0-1,1 0 1,0 0-1,0 0 1,0 0 0,0 0-1,0 1 1,0-1-1,0 0 1,0 0 0,0 1-1,0-1 1,2 0-1,4-1 94,0 1 0,0 0 0,0 1 0,0-1 0,9 2 0,-15-1-135,-1-1 13,1 1-1,-1 0 0,1 0 0,-1 0 0,1 0 0,0 0 1,-1 1-1,1-1 0,-1 0 0,1 0 0,-1 0 1,1 0-1,0 1 0,-1-1 0,1 0 0,-1 0 0,1 1 1,-1-1-1,0 0 0,1 1 0,-1-1 0,1 1 1,-1-1-1,0 1 0,1-1 0,-1 0 0,0 1 0,1-1 1,-1 1-1,0 0 0,0-1 0,1 1 0,-1-1 1,0 1-1,0 0 0,-5 25 374,-25 23 330,28-47-678,0 0-1,0 1 0,0 0 0,0-1 1,1 1-1,-1 0 0,1 0 0,-1 0 1,1 0-1,0 0 0,0 0 1,0 0-1,1 1 0,-1-1 0,1 0 1,0 0-1,0 1 0,0-1 0,0 0 1,0 0-1,1 1 0,1 4 1,-1-6-18,1-1 0,-1 0 0,1 0 1,-1 0-1,1 0 0,-1-1 1,1 1-1,0 0 0,-1-1 0,1 1 1,0-1-1,0 1 0,-1-1 1,1 0-1,0 0 0,3 0 1,40-1-26,-24 1-129,-8 0-54,22-1-1829,-2-5-4300,-19 0 358</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4.901"/>
    </inkml:context>
    <inkml:brush xml:id="br0">
      <inkml:brushProperty name="width" value="0.025" units="cm"/>
      <inkml:brushProperty name="height" value="0.025" units="cm"/>
    </inkml:brush>
  </inkml:definitions>
  <inkml:trace contextRef="#ctx0" brushRef="#br0">148 0 8194,'0'0'11118,"23"13"-9858,72 45-123,-86-51-937,1 0 1,-1 0 0,-1 1-1,0 0 1,0 1 0,0 0 0,-1 0-1,0 1 1,-1 0 0,0 0-1,-1 0 1,0 1 0,4 11 0,-5-12-151,0-1 1,-1 1-1,0 0 1,0 0-1,-1 0 1,-1 0 0,0 1-1,0-1 1,-1 0-1,0 1 1,0-1 0,-1 0-1,-1 1 1,0-1-1,0 0 1,-1 0-1,0 0 1,-1-1 0,0 1-1,-1-1 1,0 0-1,0 0 1,-1 0-1,0-1 1,0 0 0,-13 12-1,-36 28 412,-69 47 1,58-47-2888,3 2-5694,52-43 1152</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5.993"/>
    </inkml:context>
    <inkml:brush xml:id="br0">
      <inkml:brushProperty name="width" value="0.025" units="cm"/>
      <inkml:brushProperty name="height" value="0.025" units="cm"/>
    </inkml:brush>
  </inkml:definitions>
  <inkml:trace contextRef="#ctx0" brushRef="#br0">309 49 5169,'0'0'10765,"-22"2"-10265,2-3-341,12 1-83,-1-1 0,0 1 1,0 1-1,1 0 0,-1 0 0,0 0 1,1 1-1,-1 1 0,1-1 1,0 1-1,-1 1 0,2-1 1,-1 2-1,-10 6 0,7-4 56,1 2-1,0-1 1,0 1-1,1 1 1,1-1 0,-1 2-1,2-1 1,-1 1-1,1 0 1,1 1 0,0-1-1,1 1 1,0 0-1,1 1 1,0-1-1,1 1 1,0 0 0,1 0-1,1 0 1,-1 14-1,2-13-124,0 1-1,1-1 0,5 26 1,-5-35-4,1 0 0,0 0 0,0 1 0,1-1 1,0-1-1,-1 1 0,2 0 0,-1-1 0,0 1 1,1-1-1,0 0 0,7 5 0,-5-3-8,1-2 0,-1 1 0,1-1 0,1 0 0,-1-1 0,0 1 0,1-2 1,0 1-1,-1-1 0,1 0 0,0 0 0,0-1 0,0 0 0,1-1 0,-1 0 0,0 0 0,0 0 0,0-1 0,0-1 0,0 1 0,0-1 0,0-1 0,-1 1 0,1-1 1,-1-1-1,1 1 0,-1-1 0,9-7 0,-5 4-1,-1 0 1,1-1-1,-1 0 1,-1-1 0,0 0-1,0-1 1,-1 0-1,0 0 1,0-1-1,-1 0 1,-1 0-1,0 0 1,0-1-1,-2 0 1,1 0 0,-1 0-1,2-16 1,-2 6 32,-2 0 1,-1 0-1,-1 0 1,-3-35 0,1 49-25,1-1 1,-1 1 0,-1 0 0,1 0-1,-1 0 1,-1 0 0,0 1-1,0-1 1,0 1 0,-1 0-1,0 0 1,0 1 0,0-1 0,-1 1-1,-7-5 1,9 8-30,-1 0 0,1 1 0,-1 0 0,0 0 0,0 0 0,0 1 0,0-1 0,0 1 0,0 0 0,0 1 0,-6-1 0,9 1-85,0-1 0,0 1 1,0 0-1,1 0 0,-1 0 0,0 0 1,0 0-1,0 0 0,1 0 0,-1 1 1,0-1-1,0 1 0,0-1 1,1 1-1,-1 0 0,0 0 0,1 0 1,-1-1-1,1 1 0,-1 1 0,1-1 1,0 0-1,-1 0 0,1 1 1,0-1-1,0 0 0,0 1 0,0-1 1,0 1-1,0 0 0,-1 2 1,2 43-5842,5-28 573</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6.321"/>
    </inkml:context>
    <inkml:brush xml:id="br0">
      <inkml:brushProperty name="width" value="0.025" units="cm"/>
      <inkml:brushProperty name="height" value="0.025" units="cm"/>
    </inkml:brush>
  </inkml:definitions>
  <inkml:trace contextRef="#ctx0" brushRef="#br0">437 0 8330,'0'0'7220,"-30"4"-5468,-97 15-518,115-17-1090,0 1-1,0 1 1,1 0 0,-1 1-1,1 0 1,0 1 0,0 0 0,1 1-1,0 0 1,0 0 0,0 1-1,1 1 1,0-1 0,1 1-1,0 1 1,-8 12 0,10-14-54,-4 5 4,0 0 0,1 1 0,1 0 0,0 1 0,1 0 0,1 0 0,0 0 0,-4 20 1,4-6-40,1 0 1,2 0-1,0 50 1,3-75-54,0 1-1,0 0 1,1 0 0,0 0-1,0 0 1,0 0-1,1 0 1,-1-1 0,1 1-1,0-1 1,1 1 0,-1-1-1,1 0 1,-1 0-1,1 0 1,6 7 0,-3-6-57,1 0 0,-1-1-1,1 1 1,-1-1 0,1 0 0,0-1 0,1 1 0,-1-2 0,14 5 0,-5-4-492,1 1 0,0-2 0,-1 0 0,18-1 0,-15-2-1627,1 0 0,32-7-1,-5-8-3597</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6.772"/>
    </inkml:context>
    <inkml:brush xml:id="br0">
      <inkml:brushProperty name="width" value="0.025" units="cm"/>
      <inkml:brushProperty name="height" value="0.025" units="cm"/>
    </inkml:brush>
  </inkml:definitions>
  <inkml:trace contextRef="#ctx0" brushRef="#br0">0 4 5417,'0'0'10681,"15"-1"-9657,47 3-34,-60-2-927,0 1 1,-1 0-1,1-1 1,0 1-1,-1 0 1,1 0-1,-1 0 1,1 0-1,-1 0 1,1 0-1,-1 0 1,1 1-1,-1-1 1,0 0 0,0 1-1,0-1 1,0 1-1,0-1 1,0 1-1,0 0 1,-1-1-1,1 1 1,0 0-1,-1 0 1,1-1-1,-1 1 1,0 3-1,1 51 1003,-2-42-805,3 8 57,4-31-345,14-21-222,-9 20 240,1 0-1,0 1 1,1 0 0,0 1-1,0 0 1,0 1-1,1 1 1,0 0-1,1 1 1,-1 0 0,1 1-1,0 1 1,0 0-1,24 0 1,-38 4 37,0 0 0,0 1 0,0-1 0,0 1 0,-1-1 0,1 1 0,0-1 0,-1 1 0,1 0 0,-1-1 0,1 1 0,-1 0 0,0-1 0,0 1-1,0 0 1,0 0 0,0-1 0,0 1 0,-1 1 0,-1 39 309,-4-23-350,2-7-1768,2-4-3357</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7.269"/>
    </inkml:context>
    <inkml:brush xml:id="br0">
      <inkml:brushProperty name="width" value="0.025" units="cm"/>
      <inkml:brushProperty name="height" value="0.025" units="cm"/>
    </inkml:brush>
  </inkml:definitions>
  <inkml:trace contextRef="#ctx0" brushRef="#br0">0 17 6953,'0'0'10029,"11"-3"-9654,-5 1-342,40-9 244,-44 11-267,0 0 0,0 0 1,0 0-1,0 0 0,0 0 1,0 0-1,0 0 0,0 0 1,0 1-1,0-1 0,0 1 1,0-1-1,-1 1 0,1 0 1,0 0-1,0 0 0,-1 0 1,1 0-1,0 0 0,-1 0 1,1 1-1,-1-1 1,0 0-1,2 3 0,-1 0 23,0 0 0,0-1 0,-1 1 1,0 0-1,0 0 0,0 0 0,0 0 0,-1 0 0,1 0 0,-1 0 0,0 0 0,-1 1 0,1-1 0,0 0 1,-1 0-1,0 0 0,-2 5 0,0 0 78,-1-1 0,0 1 0,0-1 0,-1 0 1,0 0-1,-8 9 0,11-14-64,-1 0-1,1 0 1,-1 0 0,1 1 0,0-1-1,0 0 1,1 1 0,-1 0 0,1-1-1,-1 1 1,1 0 0,1 0 0,-1 0-1,0-1 1,1 1 0,0 4 0,26-7 181,-13-1-264,0 1-401,1-1 0,-1 0 0,0-1 0,0-1 0,0 0 0,0 0 0,0-2 0,15-5 0,5-7-4001</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7.556"/>
    </inkml:context>
    <inkml:brush xml:id="br0">
      <inkml:brushProperty name="width" value="0.025" units="cm"/>
      <inkml:brushProperty name="height" value="0.025" units="cm"/>
    </inkml:brush>
  </inkml:definitions>
  <inkml:trace contextRef="#ctx0" brushRef="#br0">1 0 7242,'0'0'11113,"28"2"-9953,93 8-135,-117-9-963,1-1-1,-1 1 0,0 0 1,0 0-1,0 0 0,0 1 0,-1-1 1,1 1-1,0 0 0,-1 0 1,1 0-1,-1 0 0,1 1 0,-1 0 1,0-1-1,0 1 0,-1 0 1,1 1-1,0-1 0,-1 0 0,0 1 1,4 6-1,0 1 118,2 3 3,0 1 0,-1 0 1,-1 1-1,0-1 0,-2 1 1,1 1-1,2 27 0,-2 7-19,-2 59-1,-3-108-162,-1 12-4,0-1 0,-1 1 0,0 0 0,-2-1 0,1 1 0,-1-1 0,-1 0 0,-1 0 0,1 0 0,-2-1 0,0 0 1,0 0-1,-1-1 0,-1 0 0,0 0 0,0-1 0,-1 0 0,-1-1 0,1 0 0,-17 10 0,2-1-392,-59 35-6083,51-34-25</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8.584"/>
    </inkml:context>
    <inkml:brush xml:id="br0">
      <inkml:brushProperty name="width" value="0.025" units="cm"/>
      <inkml:brushProperty name="height" value="0.025" units="cm"/>
    </inkml:brush>
  </inkml:definitions>
  <inkml:trace contextRef="#ctx0" brushRef="#br0">373 28 7866,'0'0'8489,"-34"16"-7382,-111 56-172,134-66-790,0 0-1,1 0 0,0 1 0,1 1 1,0-1-1,0 2 0,0-1 0,-14 20 1,7-8 171,8-10-216,0 0 1,0 0-1,1 1 0,0 0 0,1 0 0,1 1 0,0 0 0,0 0 0,1 0 0,0 0 0,2 1 1,-1-1-1,1 1 0,0 23 0,2-30-87,-1 0 0,2 0 0,-1 0 0,1 1 0,0-1 0,0 0 0,0-1 0,1 1 0,3 9 1,-3-12-14,0-1 0,1 1 1,-1-1-1,0 1 1,1-1-1,-1 0 1,1 0-1,0 0 1,0-1-1,0 1 1,0-1-1,0 1 1,0-1-1,0 0 1,0 0-1,0 0 1,1 0-1,-1-1 1,6 1-1,9 1 17,0-1 0,0 0 0,0-1 0,0-1 0,0-1 1,0-1-1,0 0 0,-1-1 0,1-1 0,-1-1 0,25-11 0,-28 10-26,-1 0-1,-1-1 1,1 0-1,-2-1 1,1 0-1,-1-1 1,0 0-1,-1-1 1,0 0-1,-1-1 1,0 0-1,-1 0 1,-1-1-1,10-20 1,-12 18 8,-1 0 0,-1 0 0,-1 0 0,0 0 0,0-1 0,-2 1 0,0 0 1,-3-24-1,2 33 4,0 0 0,0-1 0,0 1 0,-1 0 1,0 0-1,-1 0 0,1 0 0,-1 0 0,0 0 0,0 1 1,-1-1-1,0 1 0,0 0 0,0 0 0,0 1 1,-1-1-1,0 1 0,0 0 0,0 0 0,0 1 0,-1-1 1,1 1-1,-13-5 0,6 3-18,-1 1 0,0 0 0,-1 0 0,1 2 0,0-1 0,-1 2 0,0 0-1,1 0 1,-1 2 0,-18 1 0,31-2-72,0 1 0,-1-1-1,1 0 1,0 1 0,0-1-1,-1 1 1,1-1 0,0 1-1,0-1 1,0 1 0,0 0-1,0 0 1,0 0 0,0-1-1,0 1 1,0 0-1,0 0 1,0 0 0,1 0-1,-1 1 1,0-1 0,1 0-1,-1 0 1,1 0 0,-1 0-1,1 1 1,0-1 0,-1 0-1,1 1 1,0-1 0,0 0-1,0 0 1,0 1 0,0-1-1,0 0 1,0 1 0,1-1-1,-1 0 1,0 0 0,1 1-1,-1-1 1,1 0 0,-1 0-1,1 0 1,-1 0 0,1 1-1,0-1 1,0 0 0,0 0-1,-1 0 1,1-1 0,0 1-1,0 0 1,0 0 0,0 0-1,2 0 1,32 15-2871,3-5-1491</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8.922"/>
    </inkml:context>
    <inkml:brush xml:id="br0">
      <inkml:brushProperty name="width" value="0.025" units="cm"/>
      <inkml:brushProperty name="height" value="0.025" units="cm"/>
    </inkml:brush>
  </inkml:definitions>
  <inkml:trace contextRef="#ctx0" brushRef="#br0">540 0 9554,'0'0'5869,"-29"11"-4255,0-1-1204,-5 1 88,1 2-1,1 0 0,-60 37 0,61-30-93,0 2 0,1 1-1,2 1 1,1 1 0,-27 31 0,44-43-330,0 0 1,1 0-1,1 1 1,0 0-1,0 1 0,2 0 1,0 0-1,0 0 1,2 1-1,0 0 1,0 0-1,2 0 1,0 0-1,0 17 1,2-20-56,0 0 1,1 0 0,0 0 0,1-1-1,1 1 1,0-1 0,9 23 0,-9-29-60,0-1 0,0 1 1,0-1-1,1 0 0,0 0 0,0 0 0,0-1 1,1 0-1,-1 1 0,1-1 0,0-1 1,0 1-1,1-1 0,-1 0 0,1 0 0,-1-1 1,1 1-1,8 1 0,-5-2-497,0 1-1,0-2 0,1 1 1,-1-1-1,1-1 1,-1 0-1,12-1 0,-14 0-546,-1 0 0,0-1 0,0 1 0,1-1 0,-1 0 0,10-6 0,10-8-8917</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9.388"/>
    </inkml:context>
    <inkml:brush xml:id="br0">
      <inkml:brushProperty name="width" value="0.025" units="cm"/>
      <inkml:brushProperty name="height" value="0.025" units="cm"/>
    </inkml:brush>
  </inkml:definitions>
  <inkml:trace contextRef="#ctx0" brushRef="#br0">0 1 4913,'0'0'14072,"12"8"-12821,-3-2-973,-6-5-207,0 1 0,1 0 0,-1 0 0,0 0 0,-1 0 0,1 0 0,0 1 0,0-1 0,-1 1 0,0-1 0,1 1 0,-1 0 0,0 0 0,-1 0 0,1 0 0,0 1 0,-1-1 0,0 0 0,0 1 0,0-1 0,0 1 0,1 6 0,-2 117 1356,0-126-1412,8-10-230,112-115-1154,-96 101 1830,-24 23-447,1 0 0,-1-1 0,1 1 0,-1 0-1,1 0 1,-1 0 0,1 0 0,-1 0-1,1 0 1,-1 0 0,1 0 0,-1 0-1,0 0 1,1 0 0,-1 0 0,1 0-1,-1 0 1,1 1 0,-1-1 0,1 0 0,-1 0-1,1 0 1,-1 1 0,0-1 0,1 0-1,-1 1 1,1-1 0,-1 0 0,0 1-1,1-1 1,-1 0 0,0 1 0,0-1-1,1 1 1,-1-1 0,0 0 0,0 1 0,0-1-1,1 1 1,-1-1 0,0 1 0,0-1-1,0 1 1,0-1 0,0 1 0,0-1-1,0 1 1,0-1 0,0 1 0,0-1-1,0 1 1,0 2 44,3 17 36,1 0-1,0 0 1,1-1-1,15 35 1,-20-54-404,0 1 0,1-1-1,-1 1 1,0-1 0,0 1 0,1-1 0,-1 1 0,0-1 0,1 0 0,-1 1 0,0-1-1,1 0 1,-1 1 0,1-1 0,-1 0 0,1 0 0,-1 1 0,1-1 0,-1 0 0,0 0-1,1 0 1,-1 0 0,1 1 0,-1-1 0,1 0 0,-1 0 0,1 0 0,-1 0 0,1 0 0,-1 0-1,2-1 1,-2 1 1,6 0-7589</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19.825"/>
    </inkml:context>
    <inkml:brush xml:id="br0">
      <inkml:brushProperty name="width" value="0.025" units="cm"/>
      <inkml:brushProperty name="height" value="0.025" units="cm"/>
    </inkml:brush>
  </inkml:definitions>
  <inkml:trace contextRef="#ctx0" brushRef="#br0">79 1 8090,'0'0'7601,"7"0"-7273,-4 0-293,-1 0 0,1 0-1,0 0 1,-1 0-1,1 1 1,-1-1-1,1 1 1,-1 0-1,1 0 1,-1 0 0,1 0-1,-1 0 1,0 0-1,0 1 1,1-1-1,2 4 1,-3-3 13,-1 0-1,1 1 1,-1-1 0,0 1-1,1-1 1,-1 1 0,-1 0 0,1-1-1,0 1 1,0 0 0,-1 0-1,0-1 1,0 1 0,1 0 0,-2 0-1,1 0 1,0-1 0,0 1-1,-2 5 1,1-4 21,-1-1-1,1 1 1,-1-1-1,1 1 1,-1-1 0,0 1-1,0-1 1,-1 0-1,1 0 1,-1 0 0,1 0-1,-5 3 1,-45 33 562,13-10-151,37-27-451,0 0 0,1-1 0,-1 1 0,0 0 0,1 0 1,0 0-1,-1 0 0,1 0 0,0 0 0,0 1 0,0-1 0,0 0 0,1 0 0,-1 1 0,1-1 0,-1 1 0,1-1 0,0 0 0,0 1 0,0-1 0,0 1 0,1 3 1,-1-6-23,3 2 5,0-1-1,0 0 0,0 1 1,0-2-1,0 1 1,0 0-1,0-1 0,1 1 1,-1-1-1,0 0 1,0 0-1,7-1 0,-7 1-5,28 0-123,33-1-3566,-49-1-1477</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0.199"/>
    </inkml:context>
    <inkml:brush xml:id="br0">
      <inkml:brushProperty name="width" value="0.025" units="cm"/>
      <inkml:brushProperty name="height" value="0.025" units="cm"/>
    </inkml:brush>
  </inkml:definitions>
  <inkml:trace contextRef="#ctx0" brushRef="#br0">129 0 8570,'0'0'9517,"23"16"-8379,9 5-553,34 32-1,-61-47-444,0-1 0,0 1 0,0 1 1,0-1-1,-1 1 0,0 0 0,-1-1 1,0 2-1,0-1 0,0 0 0,-1 1 1,0-1-1,0 1 0,1 15 0,-1-5 129,5 35 486,-2 0 0,-3 1 0,-9 97 0,6-138-659,-1-1 0,0 1 0,-1-1 0,0 0 1,-1 0-1,-1 0 0,0-1 0,0 1 1,-1-1-1,0-1 0,-12 16 0,12-19-302,-1 0-1,1 0 0,-1 0 1,-1-1-1,0-1 1,1 1-1,-2-1 0,1 0 1,0-1-1,-1 0 0,0 0 1,0-1-1,0 0 1,-1-1-1,-14 3 0,-51 7-8292,42-8 1446</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3.387"/>
    </inkml:context>
    <inkml:brush xml:id="br0">
      <inkml:brushProperty name="width" value="0.025" units="cm"/>
      <inkml:brushProperty name="height" value="0.025" units="cm"/>
    </inkml:brush>
  </inkml:definitions>
  <inkml:trace contextRef="#ctx0" brushRef="#br0">183 156 3001,'0'0'5850,"10"-1"-4591,1 0-886,-1-1-1,0 0 0,0-1 1,-1 0-1,1 0 0,-1-1 1,1 0-1,10-7 1,-13 6 124,-5 5-364,-1-1-1,1 1 1,-1-1 0,1 0-1,-1 0 1,1 0-1,-1 0 1,0 0-1,0 0 1,1 0 0,-1 0-1,0 0 1,0-1-1,0 1 1,0 0 0,-1-1-1,1 1 1,0 0-1,0-1 1,0-2 1608,-17 4-833,5 1-876,1 0-1,0 1 1,0 0 0,0 1-1,0 0 1,0 1-1,1 0 1,-1 0 0,1 1-1,-10 7 1,-3 2 144,0 2 0,-35 33 0,48-40-109,0 1 0,1-1 0,1 1 0,-1 0 0,2 1 0,-1 0 0,1 0-1,1 0 1,0 1 0,1 0 0,0 0 0,1 0 0,-2 13 0,4-16-46,0-1 0,1 0 0,0 0 0,0 1 0,1-1 1,0 0-1,0 0 0,1 0 0,0 0 0,0 0 0,1 0 0,0 0 1,1-1-1,-1 0 0,2 1 0,-1-1 0,1-1 0,0 1 0,0-1 0,10 10 1,-4-7-2,0-1 0,0 0 0,1-1 0,0 0 1,1 0-1,0-1 0,0-1 0,0 0 1,0-1-1,1-1 0,22 4 0,-23-6 2,0 1 0,-1-2 0,1 0 0,0 0-1,0-1 1,-1-1 0,1 0 0,-1-1 0,1 0-1,-1 0 1,0-2 0,0 0 0,11-6 0,-6 1-2,0-1 0,0-1 0,-1 0 0,-1-2 0,0 1 1,-1-2-1,23-30 0,-29 33-4,-1 0 1,0 0-1,-1-1 1,0 0-1,-1 0 1,-1 0 0,0-1-1,-1 1 1,0-1-1,-1 0 1,-1 0-1,0-16 1,0 17 73,-1 0 0,0 0 0,-1 0 0,0 0 0,-1 1 0,-1-1 0,0 1 0,0-1 0,-2 1-1,1 0 1,-2 0 0,-10-19 0,9 20 48,0 1 0,-1-1 0,1 2 0,-17-16 0,21 22-144,0 1-1,0 0 0,0 0 1,0 0-1,0 0 1,0 0-1,-1 1 1,1-1-1,0 1 1,-1 0-1,0 0 0,1 0 1,-1 1-1,0-1 1,1 1-1,-1 0 1,0 0-1,1 0 1,-1 0-1,0 1 0,-3 0 1,5 0-120,1 0 0,-1 0-1,1 0 1,-1 0 0,1 0 0,0 0 0,-1 1 0,1-1 0,0 0 0,0 1 0,0-1-1,0 1 1,0-1 0,0 1 0,0-1 0,1 1 0,-1 0 0,0-1 0,0 4 0,1-3-474,-1 0 0,1 0 1,-1 0-1,1 0 1,0 0-1,0 0 0,0 0 1,0 0-1,0 0 1,1 0-1,-1 0 1,2 3-1,3 0-6133</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3.871"/>
    </inkml:context>
    <inkml:brush xml:id="br0">
      <inkml:brushProperty name="width" value="0.025" units="cm"/>
      <inkml:brushProperty name="height" value="0.025" units="cm"/>
    </inkml:brush>
  </inkml:definitions>
  <inkml:trace contextRef="#ctx0" brushRef="#br0">489 6 7522,'0'0'11090,"-11"-2"-10196,-3 0-680,0 1 0,0 1 0,1 0 0,-1 1 0,0 0 1,0 1-1,0 0 0,1 1 0,-18 7 0,3 1 87,0 2 0,1 1 0,1 1 0,0 1 0,1 2 0,-35 31 0,50-40-250,1 1 0,0 0-1,1 0 1,-1 1 0,2 0 0,0 1 0,0 0 0,1 0 0,1 0 0,0 1-1,0-1 1,1 1 0,1 0 0,0 1 0,1-1 0,-1 26 0,3-15-38,1 0 1,0 0 0,2 1 0,1-2-1,8 27 1,-9-40-15,1 0 1,0 0-1,1 0 0,0-1 1,0 0-1,1 0 0,0 0 1,1 0-1,0-1 0,0 0 0,1-1 1,0 0-1,0 0 0,11 6 1,-11-7-75,1-1 1,-1-1 0,1 0-1,0 0 1,0-1 0,0 0-1,1 0 1,-1-1 0,1-1-1,0 1 1,-1-1 0,1-1 0,0 0-1,-1 0 1,1-1 0,10-2-1,-12 1-626,0-1-1,1 1 1,-1-1-1,0-1 1,-1 1 0,1-1-1,0-1 1,-1 0-1,0 0 1,0 0-1,7-8 1,13-16-7003</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4.428"/>
    </inkml:context>
    <inkml:brush xml:id="br0">
      <inkml:brushProperty name="width" value="0.025" units="cm"/>
      <inkml:brushProperty name="height" value="0.025" units="cm"/>
    </inkml:brush>
  </inkml:definitions>
  <inkml:trace contextRef="#ctx0" brushRef="#br0">1 1 7698,'0'0'10447,"20"6"-9231,65 24-31,-80-27-1036,0 0 1,-1 0-1,1 1 1,0-1-1,-1 1 1,0 0-1,0 0 1,0 0-1,-1 1 0,1 0 1,-1-1-1,0 1 1,0 0-1,-1 1 1,1-1-1,-1 0 1,2 10-1,3 2 145,-5-6-140,1 0 0,-1 0-1,-1 0 1,0 0-1,-1 15 1,6-35-179,1-1 1,0 1 0,0 0-1,1 0 1,0 1-1,16-12 1,62-44-85,-86 64 109,3-3 0,1 1 0,-1 0 0,0 0 0,1 0 0,-1 0-1,1 1 1,0 0 0,5-2 0,-8 3 11,1 0 1,-1 0-1,0 0 0,0 0 0,0 0 0,0 1 0,0-1 0,0 0 0,0 1 0,0-1 0,-1 0 1,1 1-1,0-1 0,0 1 0,0 0 0,0-1 0,0 1 0,-1 0 0,1-1 0,0 1 0,-1 0 1,1 0-1,0 0 0,-1-1 0,1 1 0,-1 0 0,0 0 0,1 0 0,-1 0 0,0 0 1,1 0-1,-1 0 0,0 0 0,0 0 0,0 0 0,0 0 0,0 2 0,2 24 299,0 0 0,-4 29 0,1-8-3284,7-47-6081</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4.847"/>
    </inkml:context>
    <inkml:brush xml:id="br0">
      <inkml:brushProperty name="width" value="0.025" units="cm"/>
      <inkml:brushProperty name="height" value="0.025" units="cm"/>
    </inkml:brush>
  </inkml:definitions>
  <inkml:trace contextRef="#ctx0" brushRef="#br0">0 8 1480,'0'0'15252,"19"-1"-14470,2-1-532,-9 0-93,0 1 1,0 0-1,0 0 0,0 2 1,-1-1-1,1 2 0,18 3 1,-28-5-135,-1 0 1,0 1-1,0-1 1,0 0-1,0 0 1,0 1-1,0-1 0,0 1 1,0-1-1,0 1 1,0-1-1,0 1 1,0 0-1,0 0 1,0-1-1,-1 1 1,1 0-1,0 0 1,0 0-1,-1 0 1,1 0-1,-1 0 1,1 0-1,-1 0 0,1 0 1,-1 0-1,1 0 1,-1 0-1,0 0 1,0 0-1,0 0 1,1 0-1,-1 1 1,0-1-1,0 0 1,-1 0-1,1 0 1,0 0-1,0 0 1,0 0-1,-1 0 0,1 1 1,-1-1-1,1 0 1,-1 0-1,1 0 1,-1 0-1,1-1 1,-1 1-1,0 0 1,0 0-1,1 0 1,-1 0-1,-2 1 1,-4 5 183,0 1 0,-1-1 0,0 0 0,-12 7 0,15-10-133,0-1 1,1 0 0,-1 1-1,1 0 1,0 0 0,-5 7-1,8-10-69,1-1-1,-1 1 0,1 0 1,0 0-1,-1 0 0,1-1 1,0 1-1,-1 0 0,1 0 1,0 0-1,0 0 0,0 0 1,0 0-1,0-1 0,0 1 1,0 0-1,0 0 1,0 0-1,0 0 0,0 0 1,1 0-1,-1-1 0,0 1 1,1 0-1,-1 0 0,0 0 1,1-1-1,-1 1 0,1 0 1,-1-1-1,1 1 0,0 0 1,-1-1-1,1 1 0,0 0 1,-1-1-1,1 1 1,0-1-1,0 0 0,-1 1 1,1-1-1,0 1 0,0-1 1,0 0-1,0 0 0,-1 0 1,1 1-1,0-1 0,2 0 1,10 4-158,1 0-1,1-1 1,-1 0 0,22 1 0,-28-4-971,0 0 0,1-1 0,-1 0 0,0 0 0,13-4 0,11-8-8110</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5.206"/>
    </inkml:context>
    <inkml:brush xml:id="br0">
      <inkml:brushProperty name="width" value="0.025" units="cm"/>
      <inkml:brushProperty name="height" value="0.025" units="cm"/>
    </inkml:brush>
  </inkml:definitions>
  <inkml:trace contextRef="#ctx0" brushRef="#br0">238 0 8650,'0'0'11897,"26"30"-10314,81 97-23,-99-116-1379,0-1-1,-1 1 0,0 1 1,-1-1-1,-1 1 0,1 0 1,-2 0-1,0 1 0,0-1 1,-1 1-1,-1 0 1,0 0-1,0 15 0,0-6-40,2 8 80,-2 49 0,-2-71-206,-1 0 0,0 0 0,0-1 0,-1 1 0,0 0 0,0-1-1,0 1 1,-1-1 0,0 1 0,-1-1 0,-5 8 0,-2-2 16,0 0 1,0-1-1,-1 0 0,-1-1 1,0-1-1,-17 11 1,-88 42-776,0 0-4334,77-36-530,3-4-3292</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6.507"/>
    </inkml:context>
    <inkml:brush xml:id="br0">
      <inkml:brushProperty name="width" value="0.025" units="cm"/>
      <inkml:brushProperty name="height" value="0.025" units="cm"/>
    </inkml:brush>
  </inkml:definitions>
  <inkml:trace contextRef="#ctx0" brushRef="#br0">1 97 5337,'0'0'9110,"7"-8"-8443,0 0-444,1 0 0,0 1-1,0 1 1,0-1 0,1 1 0,-1 0 0,1 1-1,1 0 1,-1 1 0,1 0 0,0 0 0,0 1-1,11-2 1,30-1 25,87 2 1,-137 4-250,1 0 1,-1 0 0,0 1 0,0-1 0,0 1-1,1-1 1,-1 1 0,0 0 0,0-1 0,0 1-1,0 0 1,0 0 0,0-1 0,0 1-1,0 0 1,-1 0 0,1 0 0,0 0 0,0 0-1,-1 0 1,1 1 0,-1-1 0,1 0 0,-1 0-1,1 0 1,-1 1 0,0-1 0,1 0 0,-1 0-1,0 1 1,0-1 0,0 0 0,0 0 0,0 1-1,0-1 1,-1 2 0,1 2 15,0 0 1,-1 0-1,0 0 0,0 0 1,0 0-1,0 0 0,-1 0 1,-2 5-1,-8 8 49,-2-1 1,0 0-1,-1-2 1,0 1-1,-1-2 1,-1 0-1,-28 18 1,16-12 112,-41 39 1,66-54-67,0 0 1,1 0 0,-1 0-1,1 1 1,1-1-1,-1 1 1,1 0-1,0 0 1,0 0-1,0 0 1,1 0-1,0 1 1,0-1 0,1 0-1,-1 0 1,1 1-1,2 10 1,-2-5-42,0-9-11,1 0 0,-1 0 1,1 0-1,0 0 0,0 0 1,0 0-1,0 0 0,0-1 0,1 1 1,0 0-1,-1-1 0,1 1 1,4 4-1,32 29 541,-20-20-506,-17-13-86,-1-2-271,-7-1-6936,-5 0 2186</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07:27.022"/>
    </inkml:context>
    <inkml:brush xml:id="br0">
      <inkml:brushProperty name="width" value="0.025" units="cm"/>
      <inkml:brushProperty name="height" value="0.025" units="cm"/>
    </inkml:brush>
  </inkml:definitions>
  <inkml:trace contextRef="#ctx0" brushRef="#br0">0 50 3449,'0'0'14144,"14"-6"-13680,9-6-302,-11 5 16,1 1 1,-1 0 0,18-4-1,-30 9-131,0 1 0,1 0 0,-1 0 0,0 0 0,0 0 0,0-1 0,1 1 0,-1 0 0,0 0 0,0 0 0,0 0 0,1 0 0,-1 0 0,0 0 0,0 0 0,1 0 0,-1 0 0,0 0 0,0 0 0,1 0 0,-1 0 0,0 0 0,0 0 0,1 0 0,-1 0 0,0 0 0,0 0 0,1 0 0,-1 0 0,0 0 0,0 0 0,0 1-1,1-1 1,-1 0 0,0 0 0,0 0 0,0 0 0,1 0 0,-1 1 0,0-1 0,0 0 0,0 0 0,0 1 0,0-1 0,0 0 0,1 0 0,-1 0 0,0 1 0,0-1 0,0 0 0,0 0 0,0 1 0,0-1 0,0 0 0,0 1 26,-1 0 0,1-1 0,-1 1 0,1-1-1,-1 1 1,1-1 0,-1 1 0,0-1 0,1 1 0,-1-1 0,0 1 0,1-1 0,-1 0 0,0 0 0,1 1-1,-1-1 1,0 0 0,0 0 0,1 0 0,-1 0 0,0 1 0,0-1 0,1 0 0,-2-1 0,6 1 1270,8 1-2364,-12-1 872,0 0 0,0 0-1,1 1 1,-1-1-1,0 0 1,0 0-1,0 1 1,0-1-1,1 0 1,-1 0 0,0 1-1,0-1 1,0 0-1,0 0 1,0 1-1,0-1 1,0 0 0,1 1-1,-1-1 1,0 0-1,0 1 1,0-1-1,0 0 1,0 1 0,0-1-1,-1 0 1,1 0-1,0 1 1,0-1-1,0 0 1,0 1-1,0-1 1,0 0 0,0 0-1,-1 1 1,1-1-1,0 1 1,-11 16-6705</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22.633"/>
    </inkml:context>
    <inkml:brush xml:id="br0">
      <inkml:brushProperty name="width" value="0.025" units="cm"/>
      <inkml:brushProperty name="height" value="0.025" units="cm"/>
    </inkml:brush>
  </inkml:definitions>
  <inkml:trace contextRef="#ctx0" brushRef="#br0">37 42 1640,'0'0'12254,"0"-4"-11658,0-23 1682,0 26-1544,-7-9 3437,7 1415 1440,-8-1412-5315,-1-9-457,5-5-885,0-1 0,2 0-1,0 0 1,2 0 0,0 0-1,7-43 1,10 12-3670,8 5-2629</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24.760"/>
    </inkml:context>
    <inkml:brush xml:id="br0">
      <inkml:brushProperty name="width" value="0.025" units="cm"/>
      <inkml:brushProperty name="height" value="0.025" units="cm"/>
    </inkml:brush>
  </inkml:definitions>
  <inkml:trace contextRef="#ctx0" brushRef="#br0">19 97 1568,'0'0'7243,"-19"-6"-495,20 5-6621,-1 0 1,1 0-1,0-1 0,0 1 0,0 0 0,-1 0 0,1 0 0,0 0 0,0 0 0,0 0 0,1 1 1,-1-1-1,0 0 0,0 0 0,0 1 0,1-1 0,-1 1 0,0-1 0,0 1 0,1 0 1,-1-1-1,0 1 0,1 0 0,-1 0 0,1 0 0,-1 0 0,0 0 0,1 0 0,1 0 0,61 1-693,-41 0 853,666-14-217,-275 3-556,959-19-515,-1005 18 638,130 0 127,870 30 571,149-10-318,-892-11 108,249 18 14,-429-8-63,153 7 88,366 0 191,-915-15-343,11-3 169,1-3-1,83-19 1,-73 12-51,85-7-1,340 15 88,-296 7-311,564 10 349,-610-28 1604,-64 16 197,-89 0-1694,-1 4-235,0-1 0,1 0 0,-1 0 0,1 0 0,0 1 0,0-1 0,0 0 0,0 0 0,1 0 0,2 4 0,-2-4-111,0 0 0,-1 0 0,1 0 0,-1 1 0,0-1-1,0 0 1,0 1 0,0-1 0,-1 1 0,1 6 0,-1 27 159,1-3 24,-1 1 1,-2-1-1,-11 57 0,-62 262 485,61-260-413,-5 175 0,19-217-131,-4 184 471,1-184-417,-3 0 0,-19 77 1,20-110-133,-60 265 1325,65-248-1280,0-5 745,-5-23-4366,-5-7-4872,-8-7-2380</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27.248"/>
    </inkml:context>
    <inkml:brush xml:id="br0">
      <inkml:brushProperty name="width" value="0.025" units="cm"/>
      <inkml:brushProperty name="height" value="0.025" units="cm"/>
    </inkml:brush>
  </inkml:definitions>
  <inkml:trace contextRef="#ctx0" brushRef="#br0">19 1 1768,'0'0'7130,"12"19"-2433,-18 53-879,7 23-3070,-5-1 0,-18 109 1,22-151 1734,108-62-2541,-27 1-104,836-103-375,171-9 606,-457 98-96,610-35 56,249 27 87,-1073 33 75,638 24 244,91 76-270,-1-45 104,-1123-57-275,740 4-823,-581-4 750,-54-5 23,130-24 0,-132 13 39,129-1 0,-186 16 4,-20 0 34,1 1 0,70 11 0,-38-1 267,0-4 1,136-7-1,-128-2 490,152 14 0,-226-9-694,-9-1-37,0-1-1,-1 1 1,1 0-1,0 1 1,10 3-1,-15-4 168,-7 2 1751,-1-2-2661,-78 7-3898,35-7-673</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29.609"/>
    </inkml:context>
    <inkml:brush xml:id="br0">
      <inkml:brushProperty name="width" value="0.025" units="cm"/>
      <inkml:brushProperty name="height" value="0.025" units="cm"/>
    </inkml:brush>
  </inkml:definitions>
  <inkml:trace contextRef="#ctx0" brushRef="#br0">0 0 1320,'0'0'5333,"2"6"-4064,7 15-349,-7-16 3314,-2-8-3106,-1-10 5426,-3 10-6250,3 3 1423,1 3-4045,0 30-2622,0-14 187</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1.250"/>
    </inkml:context>
    <inkml:brush xml:id="br0">
      <inkml:brushProperty name="width" value="0.025" units="cm"/>
      <inkml:brushProperty name="height" value="0.025" units="cm"/>
    </inkml:brush>
  </inkml:definitions>
  <inkml:trace contextRef="#ctx0" brushRef="#br0">77 20 2336,'0'0'10472,"6"-19"-3069,-7 19-7328,-1 1 0,1 0 0,0-1 0,0 1 1,0 0-1,0-1 0,0 1 0,0 0 0,1 0 0,-1 0 0,0 0 0,0 0 1,1 0-1,-1 0 0,0 0 0,1 0 0,-1 1 0,1-1 0,0 0 0,-1 0 1,1 0-1,0 1 0,0-1 0,-1 0 0,1 0 0,0 1 0,0-1 0,1 2 1,-3 49 219,3-42 16,-20 404 2901,11-281-2796,2-42-124,-6 202 1109,12-16-897,-20-6 115,20-133 648,7-152-5746,-7-1-98,0 2-2751</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3.468"/>
    </inkml:context>
    <inkml:brush xml:id="br0">
      <inkml:brushProperty name="width" value="0.025" units="cm"/>
      <inkml:brushProperty name="height" value="0.025" units="cm"/>
    </inkml:brush>
  </inkml:definitions>
  <inkml:trace contextRef="#ctx0" brushRef="#br0">0 186 1608,'0'0'9456,"3"7"-6455,7 28-1507,-8 10-431,2 0-1,13 55 0,-7-42-661,-8-48-319,0 0 0,1 0 0,0 0-1,0-1 1,1 1 0,0-1 0,1 0 0,0 0 0,0 0 0,1-1 0,0 0 0,0 0 0,13 11 0,-8-9 23,0-2 0,1 0 0,0 0 0,1-1 1,0 0-1,0-1 0,0-1 0,25 7 0,5-3 38,1-2-1,1-2 0,-1-2 1,0-2-1,59-6 0,-62 0-135,0-3 1,-1-1-1,41-16 0,-34 11-7,74-26-9,-79 24 8,1 2 0,0 2 0,0 2 0,83-9 0,-79 17 1,-2-1 3,1 2 0,46 5 0,-88-4 9,-1 0-1,1 1 1,0-1 0,-1 1-1,1 0 1,-1 0-1,1 1 1,-1-1 0,0 1-1,1 0 1,-1 0-1,0 0 1,0 0 0,0 0-1,-1 0 1,1 1 0,0 0-1,-1-1 1,0 1-1,3 4 1,-2-1 161,-1 0 0,1 1 0,-1-1-1,-1 1 1,1-1 0,-1 1 0,0-1 0,-1 1 0,0 12-1,0-18 295,-1-1-481,0-1 0,1 1 0,-1-1-1,0 0 1,0 1 0,0-1 0,0 0 0,1 0-1,-1 1 1,0-1 0,1 0 0,-1 0 0,0 0-1,1 0 1,-1 0 0,1 0 0,0 0 0,-1 0 0,1 0-1,0 0 1,-1 0 0,1 0 0,0 0 0,0 0-1,0 0 1,0 0 0,0 0 0,1-2 0,-1-44-729,1 35 578,-2 6 127,1 1-1,0-1 1,1 1-1,-1-1 1,1 1-1,0-1 1,0 1-1,1 0 1,0-1-1,3-7 1,-2 10 17,0-1 1,0 1 0,0 0-1,0 0 1,1 0 0,-1 0 0,1 1-1,0-1 1,0 1 0,-1 0-1,1 0 1,1 1 0,-1-1-1,5 0 1,22-7-41,0 1 0,0 2 0,0 1 0,38 0-1,127 6 39,-137 4 28,58 12 1,-67-8 0,99 4 1,285-9 190,-420-35 577,132-265 167,-144 291-699,0-1 1,0 1-1,-1-1 0,0 1 0,0-1 1,0 1-1,-1-1 0,0 0 0,0 1 1,-1-9-1,0-7 675,-6-33 1582,7 53-2459,-7 36-170,-1-12 13,6-18 15,0 0 1,1-1-1,-1 1 1,1 0-1,0 0 0,0 8 1,1-11-165,-1 0 1,1 0 0,0 0 0,-1 0 0,1 0 0,-1 0-1,0-1 1,0 1 0,1 0 0,-1 0 0,0 0 0,-1-1-1,-1 4 1,-12 9-5350,-3-3-3879</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5.617"/>
    </inkml:context>
    <inkml:brush xml:id="br0">
      <inkml:brushProperty name="width" value="0.025" units="cm"/>
      <inkml:brushProperty name="height" value="0.025" units="cm"/>
    </inkml:brush>
  </inkml:definitions>
  <inkml:trace contextRef="#ctx0" brushRef="#br0">251 0 696,'0'0'16181,"-32"0"-15153,23 2-992,-1 1 0,1 0 0,-1 1 0,1-1 0,0 2 0,1-1 0,-1 1 0,1 1 0,-11 8 0,5-4-12,-11 5-16,16-10-7,0 1 1,0 0-1,0 0 0,1 1 0,0 0 0,0 1 0,-9 10 1,17-17-21,-1-1 1,1 1-1,0 0 1,-1-1-1,1 1 1,0 0-1,0 0 1,0 0-1,0-1 1,-1 1 0,1 0-1,0 0 1,0-1-1,1 1 1,-1 0-1,0 0 1,0 0-1,0-1 1,0 1-1,1 0 1,-1 0 0,0-1-1,1 1 1,-1 0-1,0-1 1,1 1-1,-1 0 1,1-1-1,-1 1 1,1-1-1,-1 1 1,1 0 0,0-1-1,-1 0 1,1 1-1,0-1 1,-1 1-1,1-1 1,0 0-1,-1 1 1,1-1-1,0 0 1,0 0-1,0 0 1,0 1 0,46 10 165,-34-8-60,-7 0-59,0-1 0,0 1 0,0 0 0,0 1 0,-1-1 1,1 1-1,7 8 0,-11-11 16,-1 0 1,1 0-1,-1 1 0,0-1 1,0 1-1,0-1 0,0 1 1,0-1-1,0 1 0,0 0 1,-1-1-1,1 1 0,0 0 1,-1 0-1,1-1 0,-1 1 1,0 0-1,0 0 0,0 0 1,0 0-1,0-1 0,0 1 1,0 0-1,0 0 0,-1 0 1,1 0-1,-1-1 0,1 1 1,-1 0-1,0-1 0,0 1 1,-1 2-1,-1-1 85,0-1 1,-1 1-1,1 0 0,-1-1 0,1 1 1,-1-1-1,0 0 0,0-1 0,0 1 1,-6 1-1,-47 13 305,53-15-417,-15 0-271,21 27-13904,10-26 10144,10-3 2280,-20 0 1507,24-4-639</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6.086"/>
    </inkml:context>
    <inkml:brush xml:id="br0">
      <inkml:brushProperty name="width" value="0.025" units="cm"/>
      <inkml:brushProperty name="height" value="0.025" units="cm"/>
    </inkml:brush>
  </inkml:definitions>
  <inkml:trace contextRef="#ctx0" brushRef="#br0">155 82 1256,'0'0'14277,"-7"-5"-12796,4 4-1399,1-1-1,-1 1 0,1-1 1,-1 1-1,1-1 0,-1 1 1,0 0-1,1 1 0,-1-1 1,0 0-1,0 1 1,0-1-1,0 1 0,0 0 1,0 0-1,1 0 0,-1 0 1,0 1-1,0-1 0,0 1 1,0 0-1,1-1 0,-1 1 1,0 1-1,0-1 0,1 0 1,-1 1-1,-2 1 0,0 0-7,1 0-1,-1 1 0,0-1 0,1 1 1,0 0-1,0 1 0,0-1 0,0 1 1,1-1-1,0 1 0,0 0 0,0 0 1,1 1-1,-1-1 0,1 0 0,0 1 1,1 0-1,0-1 0,-1 1 0,2 0 0,-1 0 1,1-1-1,0 12 0,0-16-79,1 0 0,-1 0-1,1 1 1,-1-1 0,1 0 0,-1 0-1,1 0 1,0 1 0,-1-1 0,1 0-1,0 0 1,0 0 0,0 0-1,0-1 1,0 1 0,0 0 0,0 0-1,0 0 1,0-1 0,0 1 0,0-1-1,1 1 1,-1-1 0,0 1 0,0-1-1,1 0 1,-1 1 0,0-1-1,1 0 1,1 0 0,48 2-165,-43-2 181,-1 1 0,0-1 0,1-1-1,-1 1 1,0-1 0,0 0-1,0-1 1,0 0 0,0 0-1,-1-1 1,1 1 0,0-1-1,-1-1 1,0 1 0,0-1-1,0 0 1,0-1 0,-1 1-1,1-1 1,-1 0 0,0-1-1,-1 1 1,1-1 0,-1 0-1,0 0 1,-1 0 0,0 0-1,4-9 1,-6 6 38,1 0 0,-2 0 0,1-1 0,-1 1 1,-1-10-1,0-4 71,1 22-113,0 0-1,0-1 1,0 1 0,0 0-1,-1-1 1,1 1-1,0 0 1,0 0 0,-1-1-1,1 1 1,-1 0-1,1 0 1,-1-1-1,0 1 1,1 0 0,-1 0-1,0 0 1,0 0-1,0 0 1,0 0 0,0 0-1,0 1 1,0-1-1,0 0 1,0 0-1,0 1 1,-2-2 0,0 1-292,0 1 1,0-1-1,0 0 0,-1 1 1,1 0-1,0 0 1,0 0-1,0 0 1,0 0-1,-4 1 1,6 0-52,0-1 1,0 1-1,0-1 1,0 1-1,1 0 1,-1 0-1,0-1 1,0 1 0,1 0-1,-1 0 1,0 0-1,1 0 1,-1 0-1,1 0 1,-1 0-1,1 0 1,-1 0 0,1 0-1,0 0 1,-1 0-1,1 0 1,0 2-1,0-2 32,-1-1-1,1 1 1,0 0-1,0 0 0,0-1 1,0 1-1,0 0 1,0-1-1,0 1 1,0 0-1,0 0 0,0-1 1,0 1-1,0 0 1,0 0-1,0-1 0,1 1 1,-1 0-1,0-1 1,1 1-1,-1 0 1,0-1-1,1 1 0,-1 0 1,1-1-1,-1 1 1,1-1-1,-1 1 0,1-1 1,0 1-1,-1-1 1,2 1-1,9-1-342</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6.404"/>
    </inkml:context>
    <inkml:brush xml:id="br0">
      <inkml:brushProperty name="width" value="0.025" units="cm"/>
      <inkml:brushProperty name="height" value="0.025" units="cm"/>
    </inkml:brush>
  </inkml:definitions>
  <inkml:trace contextRef="#ctx0" brushRef="#br0">37 206 1672,'0'0'15938,"0"12"-15305,0 51 1212,-2-114-1248,-19-95-1,13 102-295,6 31-842,-1-6 2161,6 13-4086,7 5-5137,45 3-1000,-17-1 5674,-11-1 1869</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6.687"/>
    </inkml:context>
    <inkml:brush xml:id="br0">
      <inkml:brushProperty name="width" value="0.025" units="cm"/>
      <inkml:brushProperty name="height" value="0.025" units="cm"/>
    </inkml:brush>
  </inkml:definitions>
  <inkml:trace contextRef="#ctx0" brushRef="#br0">129 1 432,'0'0'19656,"-16"25"-18206,-50 85-475,59-96-797,1 0 0,0 0 1,1 0-1,1 1 0,0 0 1,1 0-1,1 0 0,-1 17 1,-1-1 119,1 7 45,3 56 0,1-40-310,-1-51-161,1 0 1,-1-1-1,1 1 0,-1-1 1,1 1-1,0-1 1,0 1-1,0-1 1,0 1-1,1-1 0,-1 0 1,1 0-1,-1 0 1,1 0-1,0 0 1,0 0-1,0 0 0,0 0 1,0-1-1,0 1 1,0-1-1,1 1 1,-1-1-1,0 0 0,4 1 1,6 3-1601,0-1 1,1-1 0,23 5 0,-10-5-2908</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6.904"/>
    </inkml:context>
    <inkml:brush xml:id="br0">
      <inkml:brushProperty name="width" value="0.025" units="cm"/>
      <inkml:brushProperty name="height" value="0.025" units="cm"/>
    </inkml:brush>
  </inkml:definitions>
  <inkml:trace contextRef="#ctx0" brushRef="#br0">0 26 2633,'0'0'18628,"52"-26"-17852,-33 26-32,13 0-368,-6 0-248,6 0-128,6 0-504,7 0-1593,-13 16-2464,-6-9-3536</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7.318"/>
    </inkml:context>
    <inkml:brush xml:id="br0">
      <inkml:brushProperty name="width" value="0.025" units="cm"/>
      <inkml:brushProperty name="height" value="0.025" units="cm"/>
    </inkml:brush>
  </inkml:definitions>
  <inkml:trace contextRef="#ctx0" brushRef="#br0">39 114 2489,'0'0'14871,"9"1"-14071,6 0-573,11 1 294,0-1 0,39-3 1,-64 1-505,0 0-1,0-1 1,-1 1 0,1 0 0,0-1-1,0 1 1,-1 0 0,1-1 0,-1 1-1,1-1 1,-1 1 0,1-1 0,-1 1-1,0-1 1,0 1 0,0-1 0,0 1-1,0-1 1,0 1 0,-1-2 0,-1-36 175,1 36-173,0 1 0,0-1 0,0 0 0,0 1 0,-1 0 0,1-1 0,-1 1-1,1 0 1,-1 0 0,0-1 0,0 1 0,0 1 0,0-1 0,0 0 0,0 0 0,-1 1 0,1-1 0,-1 1 0,1 0 0,-1 0 0,1 0-1,-1 0 1,0 0 0,1 1 0,-1-1 0,0 1 0,0-1 0,1 1 0,-5 1 0,2-2 9,0 1-1,1 0 1,-1 1 0,1-1-1,-1 1 1,1 0 0,-1 0 0,1 0-1,-1 1 1,1-1 0,0 1-1,0 0 1,0 0 0,0 1 0,0-1-1,-7 7 1,7-4-13,0 0 0,0 1-1,0 0 1,1 0 0,0 0 0,0 0 0,0 0 0,1 1-1,0-1 1,0 1 0,0 0 0,1-1 0,0 1 0,1 0-1,-1 0 1,2 12 0,0-15-134,0 0 0,0 0 1,1-1-1,-1 1 0,1 0 0,0-1 0,0 1 1,0-1-1,1 0 0,-1 1 0,1-1 0,-1 0 0,1-1 1,0 1-1,0 0 0,1-1 0,-1 0 0,0 1 1,1-1-1,0-1 0,5 3 0,6 4-865,1-1-1,-1-1 1,2-1-1,18 5 1,-2-5-2870,0-2-1,44 0 1,-19-3 2167</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37.814"/>
    </inkml:context>
    <inkml:brush xml:id="br0">
      <inkml:brushProperty name="width" value="0.025" units="cm"/>
      <inkml:brushProperty name="height" value="0.025" units="cm"/>
    </inkml:brush>
  </inkml:definitions>
  <inkml:trace contextRef="#ctx0" brushRef="#br0">202 521 1800,'0'0'18735,"-15"-14"-18028,-49-41-215,62 53-458,0 0 0,-1 0 1,1 1-1,-1-1 0,0 1 0,1-1 0,-1 1 0,0 0 1,0 0-1,0 1 0,0-1 0,0 1 0,0-1 0,0 1 1,0 0-1,0 0 0,0 0 0,0 0 0,0 1 0,0-1 1,0 1-1,1 0 0,-1 0 0,0 0 0,0 0 1,0 0-1,1 1 0,-1-1 0,1 1 0,-1-1 0,1 1 1,-1 0-1,1 0 0,0 0 0,0 1 0,0-1 0,0 0 1,1 1-1,-3 4 0,-11 32 107,15-39-149,0 1-1,-1 0 1,1-1 0,0 1-1,0 0 1,-1 0-1,1-1 1,0 1-1,0 0 1,0 0-1,0-1 1,0 1-1,0 0 1,0 0-1,0-1 1,1 1-1,-1 0 1,0 0-1,0-1 1,1 1 0,-1 0-1,0-1 1,1 1-1,-1 0 1,1-1-1,-1 1 1,0-1-1,1 1 1,0 0-1,-1-1 1,1 1-1,-1-1 1,1 0-1,0 1 1,-1-1-1,1 1 1,0-1 0,-1 0-1,1 0 1,0 1-1,-1-1 1,2 0-1,7 0-34,-1-1 0,1 0-1,-1-1 1,0 1 0,1-2-1,-1 1 1,0-1 0,-1 0-1,1-1 1,9-5 0,7-7-16,36-31 1,-37 29-138,11-10-282,-1-2 1,-2 0 0,47-59 0,-67 76 519,-2-1-1,1 0 1,-2-1 0,0 1 0,-1-2-1,0 1 1,-1-1 0,-1 0 0,-1 0 0,0-1-1,-1 1 1,2-29 0,-5 44 24,-1 0 0,1-1 1,0 1-1,-1 0 0,1 0 0,-1 0 0,1 0 1,-1 0-1,1 0 0,-1 0 0,0 0 0,1 1 1,-1-1-1,0 0 0,0 0 0,0 0 0,0 1 0,1-1 1,-1 1-1,0-1 0,0 0 0,0 1 0,0 0 1,-1-1-1,1 1 0,0 0 0,0-1 0,0 1 1,0 0-1,0 0 0,0 0 0,0 0 0,-1 0 0,1 0 1,0 0-1,0 0 0,0 1 0,0-1 0,0 0 1,0 1-1,-2 0 0,-3 0 15,-1 0 1,1 1-1,0 0 0,0 0 0,0 1 1,-9 5-1,5 0 127,0 1 0,0 0 0,1 1 1,0 0-1,1 1 0,0 0 0,1 0 1,0 0-1,1 1 0,0 0 0,1 0 1,0 1-1,1-1 0,0 1 0,-2 16 0,0 9 99,1 0 0,2 0 0,1 0-1,5 40 1,-3-63-325,2-1 0,0 1 0,0-1 1,1 0-1,1 0 0,1 0 0,0 0 0,0-1 1,1 0-1,1 0 0,0 0 0,1-1 0,18 22 0,-24-32-342,0-1 0,1 1-1,-1-1 1,0 0-1,1 1 1,-1-1-1,1 0 1,-1 0-1,1-1 1,-1 1-1,1 0 1,0-1 0,-1 0-1,1 0 1,0 0-1,-1 0 1,4 0-1,-4 0-295,12 0-5380</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0.678"/>
    </inkml:context>
    <inkml:brush xml:id="br0">
      <inkml:brushProperty name="width" value="0.025" units="cm"/>
      <inkml:brushProperty name="height" value="0.025" units="cm"/>
    </inkml:brush>
  </inkml:definitions>
  <inkml:trace contextRef="#ctx0" brushRef="#br0">1 367 2473,'0'0'8348,"6"-1"-7284,20-1-209,-26 2-818,1 0 1,0 0-1,-1 0 0,1 1 0,0-1 0,-1 0 1,1 0-1,-1 1 0,1-1 0,0 0 1,-1 1-1,1-1 0,-1 1 0,1-1 0,-1 0 1,1 1-1,-1-1 0,0 1 0,1 0 1,-1-1-1,1 1 0,-1-1 0,0 1 1,0 0-1,1-1 0,-1 1 0,0-1 0,0 1 1,0 0-1,0-1 0,0 1 0,0 0 1,0-1-1,0 1 0,0 0 0,0 28 642,0-24-435,0 14-43,1 0 0,0 0 0,2 0 1,0-1-1,1 1 0,1-1 0,13 30 0,-14-38-176,1 0 0,0-1 0,1 0 0,0 0 0,1 0 0,0-1 0,0 0 0,1 0 0,0-1 0,0 0 0,0 0 0,1-1 1,0 0-1,19 9 0,2-3 160,0-1 1,1-2-1,0-1 0,0-2 1,59 6-1,165-10-41,-136-4-120,-36 0-21,151-26 0,82-37-31,-167 33 51,127-28 6,308-62-42,6 40 155,-196 68-24,-23 2 324,319-13 0,-682 24-401,-1 1-1,0 1 1,0 0-1,0 0 0,0 0 1,0 1-1,0 0 1,0 0-1,-1 0 0,1 1 1,-1 0-1,9 5 1,-11-4 79,1 0 1,-1 0-1,0 0 0,0 1 1,0-1-1,-1 1 1,0 0-1,1 0 1,-2 0-1,1 1 1,-1-1-1,0 1 1,0-1-1,0 1 1,1 8-1,0 8 505,-1 0-1,-1 34 1,-1-51-547,0-5-59,0 0 0,0 0 0,0 1 0,0-1-1,0 0 1,0 0 0,0 0 0,0 1 0,0-1-1,0 0 1,0 0 0,0 1 0,0-1 0,0 0-1,0 0 1,0 0 0,0 1 0,0-1 0,0 0-1,0 0 1,0 1 0,0-1 0,1 0 0,-1 0-1,0 0 1,0 0 0,0 1 0,0-1 0,0 0-1,1 0 1,-1 0 0,0 0 0,0 1 0,0-1-1,0 0 1,1 0 0,-1 0 0,0 0-1,0 0 1,1 0 0,-1 0 0,0 0 0,0 0-1,0 0 1,1 0 0,-1 0 0,0 0 0,0 0-1,1 0 1,-1 0 0,0 0 0,0 0 0,0 0-1,1 0 1,-1 0 0,0 0 0,0 0 0,1 0-1,-1 0 1,0 0 0,0-1 0,0 1 0,1 0-1,9-12 629,-6-5-645,1-1 1,1 2-1,16-32 0,-17 41-143,-1 1 0,1-1 1,0 1-1,0 0 0,1 1 0,0 0 1,0-1-1,0 2 0,1-1 0,-1 1 1,12-6-1,8-1-215,0 1 1,1 1-1,0 1 0,0 1 1,0 1-1,32-1 1,172-2 458,551-13-60,76 9-16,-527 16-22,-312-3-3,568-16 34,-482-2 19,-12 1 100,220 1 393,-143 12-616,-157 2 124,0 0 0,0-1-1,0 0 1,-1-1 0,1-1 0,-1 0 0,0 0 0,15-10 0,27-11 1852,-35 19-1774,-12 6-95,-1-1 0,0 0 0,0 0 0,-1 0 0,1-1-1,0 0 1,-1 0 0,10-7 0,-14 5 233,0 1-1,0-1 1,0 0 0,-1 0-1,0 1 1,0-1-1,0 0 1,-2-9 0,1-1-38,1 13-209,0 0 0,1 0-1,-1 0 1,0 1 0,-1-1-1,1 0 1,0 0 0,0 1-1,-1-1 1,1 0 0,-1 0-1,1 1 1,-1-1 0,0 0-1,0 1 1,-1-3 0,0 3-154,0 0 1,0 1 0,1-1-1,-1 0 1,0 1 0,0 0 0,0-1-1,1 1 1,-1 0 0,0 0 0,0 0-1,0 0 1,-1 1 0,-7-1-608,-25 0-4233,-8 0-5015</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1.642"/>
    </inkml:context>
    <inkml:brush xml:id="br0">
      <inkml:brushProperty name="width" value="0.025" units="cm"/>
      <inkml:brushProperty name="height" value="0.025" units="cm"/>
    </inkml:brush>
  </inkml:definitions>
  <inkml:trace contextRef="#ctx0" brushRef="#br0">65 23 744,'0'0'16694,"0"-5"-15409,-4-12-280,-5 17 113,7 2-1027,0 0 0,1 0 0,-1 0 0,0 1 0,1-1 1,-1 0-1,1 1 0,0-1 0,0 1 0,0 0 0,0-1 0,-1 5 0,-5 25 450,0-6-311,1 1 1,1 0-1,-2 49 1,7-74-251,0 0 1,-1 0-1,1 0 1,0 0-1,0 0 0,0 0 1,1 0-1,-1 0 0,0-1 1,1 1-1,-1 0 1,1 0-1,0 0 0,-1-1 1,1 1-1,0 0 1,0-1-1,0 1 0,0 0 1,1-1-1,-1 1 0,0-1 1,1 0-1,2 2 1,0-1-65,1-1 1,0 0 0,0-1 0,0 1 0,0-1 0,0 0-1,1 0 1,7-1 0,-8 0 80,1 0-1,-1-1 1,0 1-1,1-1 1,-1 0-1,0 0 1,0-1-1,0 1 1,-1-1-1,9-7 1,45-42-149,-39 34 133,37-49 311,-53 62 1520,-4 16-1182,1-5-631,-1 1 44,1 1 0,1-1 0,-1 1 0,1-1 0,4 15 0,-3-18-169,0 0 1,0 0 0,0 0-1,1 0 1,0 0 0,0-1-1,0 1 1,0-1 0,0 0-1,1 0 1,0 0 0,5 3-1,68 44-7405,-49-35 394</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2.099"/>
    </inkml:context>
    <inkml:brush xml:id="br0">
      <inkml:brushProperty name="width" value="0.025" units="cm"/>
      <inkml:brushProperty name="height" value="0.025" units="cm"/>
    </inkml:brush>
  </inkml:definitions>
  <inkml:trace contextRef="#ctx0" brushRef="#br0">0 75 2593,'0'0'16759,"0"-1"-16669,1 0 0,-1 1 0,0-1 0,0 1-1,1-1 1,-1 1 0,1-1 0,-1 1 0,0-1 0,1 1 0,-1-1-1,1 1 1,-1 0 0,1-1 0,-1 1 0,1 0 0,-1-1-1,1 1 1,-1 0 0,1 0 0,0-1 0,-1 1 0,2 0 0,18 50 1958,-14-33-1567,13 50 185,-19-67-665,0 0 0,1 1 1,-1-1-1,1 1 0,-1-1 0,0 0 1,1 1-1,-1-1 0,1 0 0,-1 1 0,1-1 1,-1 0-1,0 1 0,1-1 0,-1 0 1,1 0-1,0 0 0,-1 0 0,1 0 0,-1 1 1,1-1-1,-1 0 0,1 0 0,-1 0 1,1 0-1,-1 0 0,1-1 0,-1 1 0,1 0 1,-1 0-1,1 0 0,0 0 0,-1-1 1,0 1-1,1 0 0,-1 0 0,1-1 0,-1 1 1,1 0-1,-1-1 0,1 1 0,-1-1 1,0 1-1,1 0 0,-1-1 0,0 1 0,0-1 1,1 1-1,-1-1 0,17-23 37,-6 7-40,1 0 1,1 0 0,0 2 0,1-1 0,0 2-1,2 0 1,-1 1 0,2 0 0,24-14 0,-37 24 1,-3 2 1,0 0-1,0 1 1,0-1 0,0 1-1,1-1 1,-1 1 0,0-1 0,0 1-1,0-1 1,1 1 0,-1 0-1,0 0 1,0 0 0,0 0-1,1 0 1,1 0 0,-2 29 759,5 27 41,-6-54-845,1 0 0,-1-1 0,0 1 1,1 0-1,-1-1 0,1 1 0,0 0 1,-1-1-1,1 1 0,0-1 0,0 1 1,0-1-1,0 0 0,0 1 0,0-1 1,1 0-1,-1 0 0,0 1 0,1-1 1,-1 0-1,0-1 0,1 1 0,0 0 1,-1 0-1,1 0 0,-1-1 0,1 1 0,3 0 1,77 8-9921,-50-6 4163</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2.470"/>
    </inkml:context>
    <inkml:brush xml:id="br0">
      <inkml:brushProperty name="width" value="0.025" units="cm"/>
      <inkml:brushProperty name="height" value="0.025" units="cm"/>
    </inkml:brush>
  </inkml:definitions>
  <inkml:trace contextRef="#ctx0" brushRef="#br0">399 1 2473,'0'0'19696,"-27"0"-18691,-87 6-295,106-5-594,-1 0 1,0 1 0,1 0-1,0 1 1,-1 0-1,1 0 1,0 0 0,0 1-1,1 1 1,-1-1 0,1 1-1,0 1 1,-12 10-1,15-12-71,3-3-54,0-1-1,0 1 1,0 0-1,0 0 0,0 0 1,0 1-1,1-1 1,-1 0-1,0 0 0,1 0 1,-1 0-1,1 1 1,-1-1-1,1 0 0,-1 1 1,1-1-1,0 0 1,0 1-1,0-1 0,0 0 1,0 1-1,0-1 0,0 1 1,0-1-1,0 0 1,1 1-1,-1-1 0,0 0 1,1 1-1,-1-1 1,1 0-1,0 0 0,-1 0 1,1 1-1,0-1 1,0 0-1,0 0 0,0 0 1,0 0-1,0 0 0,2 1 1,5 5-116,1 0 1,-1-1-1,2 0 1,10 6-1,-9-6 33,7 5-199,-10-7 129,0 0 0,0 0-1,-1 1 1,0 0 0,0 1-1,0 0 1,-1 0 0,6 7 0,-11-12 159,0 0 1,-1 0 0,1 0 0,-1 0-1,1 0 1,-1 0 0,0 1 0,1-1 0,-1 0-1,0 0 1,0 0 0,0 1 0,0-1-1,0 0 1,0 0 0,0 0 0,0 0 0,0 1-1,-1-1 1,1 0 0,0 0 0,-1 0-1,1 0 1,-1 0 0,1 0 0,-1 0 0,0 0-1,1 0 1,-1 0 0,0 0 0,0 0 0,0 0-1,0 0 1,1-1 0,-1 1 0,-2 1-1,-43 18 317,33-16-257,-4 3-3,-8 3-148,-1 0-1,1-2 0,-2-1 1,1-1-1,-46 4 0,81-14-1955,105-47-7200,-45 23 2733</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2.848"/>
    </inkml:context>
    <inkml:brush xml:id="br0">
      <inkml:brushProperty name="width" value="0.025" units="cm"/>
      <inkml:brushProperty name="height" value="0.025" units="cm"/>
    </inkml:brush>
  </inkml:definitions>
  <inkml:trace contextRef="#ctx0" brushRef="#br0">283 111 2585,'0'0'18242,"-29"5"-16932,-93 22-198,115-25-1011,-1 1 0,1 0 1,0 0-1,0 0 0,0 1 0,0 0 1,1 1-1,0 0 0,0 0 0,0 0 1,0 0-1,1 1 0,0 0 0,0 0 0,0 1 1,1-1-1,0 1 0,0 0 0,1 0 1,0 0-1,-3 8 0,5-12-102,0-1 0,0 1-1,0 0 1,0-1 0,0 1 0,1 0-1,-1-1 1,1 1 0,0 0 0,0 0-1,0-1 1,1 6 0,-1-7-11,1 0-1,0 0 1,-1 0 0,1 0-1,0 0 1,0 0 0,0 0-1,0 0 1,0 0 0,0 0-1,0-1 1,0 1 0,0 0-1,1-1 1,-1 1 0,0-1-1,0 1 1,0-1 0,1 0 0,-1 1-1,0-1 1,1 0 0,-1 0-1,0 0 1,1 0 0,-1 0-1,0 0 1,2-1 0,7 1-23,1-1 0,-1-1 0,0 0 0,0 0 1,0-1-1,0 0 0,0-1 0,0 0 0,-1-1 1,0 0-1,0 0 0,0-1 0,-1 0 0,1 0 1,-2-1-1,1 0 0,-1-1 0,0 1 0,0-2 1,9-14-1,-13 18 37,0 0 0,0 0 1,0-1-1,-1 1 0,0-1 0,0 0 0,0 0 1,-1 0-1,0 0 0,0 0 0,0 0 1,-1 0-1,0 0 0,0 0 0,0 0 1,-1-1-1,0 1 0,0 0 0,-4-10 0,3 12 12,0-1-1,0 1 1,-1-1-1,1 1 1,-1 0-1,0 0 1,0 0-1,0 0 1,-1 1-1,0-1 1,1 1-1,-1 0 1,0 0-1,0 0 1,-1 1-1,1-1 1,-1 1-1,1 0 1,-1 0-1,0 1 1,1-1-1,-1 1 0,-10-1 1,10 1-77,0 0 0,-1 1 0,1-1 0,-1 1 0,1 0 0,0 1 0,-10 1 0,1 11-2227,9 15-3354,5-9-200</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3.174"/>
    </inkml:context>
    <inkml:brush xml:id="br0">
      <inkml:brushProperty name="width" value="0.025" units="cm"/>
      <inkml:brushProperty name="height" value="0.025" units="cm"/>
    </inkml:brush>
  </inkml:definitions>
  <inkml:trace contextRef="#ctx0" brushRef="#br0">83 158 8538,'0'0'14647,"-6"23"-14084,-1 5-397,2-6 54,-1 0 0,-14 33 1,20-55-210,0 1 1,0-1 0,0 0 0,0 1 0,0-1 0,-1 1 0,1-1 0,0 0 0,0 1-1,0-1 1,-1 0 0,1 1 0,0-1 0,-1 0 0,1 1 0,0-1 0,-1 0 0,1 0-1,0 0 1,-1 1 0,1-1 0,0 0 0,-1 0 0,1 0 0,-1 0 0,1 1-1,0-1 1,-1 0 0,1 0 0,-1 0 0,1 0 0,0 0 0,-1 0 0,1 0 0,-1 0-1,1 0 1,0 0 0,-1-1 0,1 1 0,-1 0 0,1 0 0,0 0 0,-1-1 0,0 1 6,0-1 1,0 0-1,0 1 1,1-1-1,-1 0 1,0 0 0,0 1-1,1-1 1,-1 0-1,1 0 1,-1 0 0,1 0-1,-1 0 1,1 0-1,-1 0 1,1 0 0,0-1-1,-13-111 198,13 103-226,0 0 1,0 0 0,1 0 0,0 1 0,0-1 0,1 0 0,1 1-1,0 0 1,5-14 0,1 6-113,-7 11-141,0 1 1,1 0 0,-1 0 0,1 1-1,0-1 1,0 0 0,1 1 0,0 0-1,-1 0 1,8-6 0,-9 10-42,-1 1 0,0-1-1,1 1 1,-1 0 0,0-1 0,1 1 0,-1 0 0,0 0 0,0 0-1,0 0 1,0 0 0,0 0 0,0 0 0,2 2 0,-2-2-157,17 25-4153,-4 0-1144</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3.497"/>
    </inkml:context>
    <inkml:brush xml:id="br0">
      <inkml:brushProperty name="width" value="0.025" units="cm"/>
      <inkml:brushProperty name="height" value="0.025" units="cm"/>
    </inkml:brush>
  </inkml:definitions>
  <inkml:trace contextRef="#ctx0" brushRef="#br0">264 0 2817,'0'0'19076,"-28"19"-16869,28-19-2207,-115 81 1621,110-76-1460,-1 0-1,0 0 0,1 1 0,0 0 0,1 0 0,-1 0 0,1 0 0,0 1 1,1 0-1,-1 0 0,1 0 0,-3 13 0,-2 2 331,-5 15-240,3 1 0,0 0 0,3 0 0,1 0 0,2 1 0,1 0 0,4 46 0,-1-83-312,0 0 0,0 0 0,1 0-1,-1 0 1,1 0 0,0 0-1,0-1 1,0 1 0,0 0-1,0 0 1,0 0 0,0-1-1,0 1 1,0-1 0,1 1-1,-1-1 1,1 1 0,-1-1-1,1 0 1,0 0 0,0 1 0,-1-1-1,1-1 1,0 1 0,0 0-1,0 0 1,0-1 0,0 1-1,0-1 1,0 1 0,0-1-1,0 0 1,0 0 0,3 0-1,3 0-806,-1 0-1,1 0 0,-1 0 0,0-1 1,1 0-1,-1-1 0,0 1 0,9-4 1,5-7-4139</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3.715"/>
    </inkml:context>
    <inkml:brush xml:id="br0">
      <inkml:brushProperty name="width" value="0.025" units="cm"/>
      <inkml:brushProperty name="height" value="0.025" units="cm"/>
    </inkml:brush>
  </inkml:definitions>
  <inkml:trace contextRef="#ctx0" brushRef="#br0">1 87 3305,'0'0'19836,"173"-87"-19604,-128 87-224,-7 0-8,-6 0-416,7 7-1056,-7 12-1585,-13 3-3320,0-6-1385</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4.131"/>
    </inkml:context>
    <inkml:brush xml:id="br0">
      <inkml:brushProperty name="width" value="0.025" units="cm"/>
      <inkml:brushProperty name="height" value="0.025" units="cm"/>
    </inkml:brush>
  </inkml:definitions>
  <inkml:trace contextRef="#ctx0" brushRef="#br0">0 123 1536,'0'0'17236,"11"2"-16025,6 1-801,15 4 395,1-1 0,40 1 0,-62-7-764,0-1 1,0 0-1,0-1 1,0 0 0,-1-1-1,19-7 1,-23 7-38,0 1 0,0-1 0,0 0 0,0-1 0,-1 1 0,0-1 0,1 0 0,-2-1 0,1 1 0,0-1 1,-1 0-1,5-7 0,-8 11 16,0 0 1,0-1-1,0 1 1,0-1-1,-1 0 1,1 1-1,0-1 1,-1 0-1,1 1 1,-1-1-1,0 0 1,1 1-1,-1-1 1,0 0-1,0 0 1,0 0-1,0 1 1,0-1-1,-1 0 1,1 0-1,0 1 1,-1-1 0,-1-2-1,1 2 14,-1 0 0,1 0 1,-1 0-1,0 1 0,0-1 0,0 1 0,0-1 1,0 1-1,0 0 0,0 0 0,0 0 1,-1 0-1,1 0 0,0 0 0,-3 0 0,-12-2 153,1 1 0,-1 0 0,-32 2-1,38 0-161,4 0 52,1 0 0,-1 0 1,1 1-1,-1-1 0,1 2 1,0-1-1,0 1 0,-1 0 0,1 0 1,0 0-1,1 1 0,-8 4 1,9-4-60,1 0 1,1 0-1,-1 0 1,0 0-1,1 0 1,-1 0-1,1 1 1,0-1-1,0 1 1,0-1-1,1 1 1,-1 0-1,1 0 1,0 0-1,0 0 1,0 0-1,1 0 1,0 0-1,-1 0 1,2 6-1,-2-3-101,1 1-1,0-1 1,1 0 0,-1 1-1,2-1 1,-1 0-1,1 0 1,4 12 0,-3-14-137,0-1 0,0 0 1,1 0-1,0 0 1,-1 0-1,1-1 0,1 1 1,-1-1-1,0 0 1,1 0-1,-1-1 0,1 1 1,0-1-1,7 2 0,30 13-4178,74 18 0,-39-21-3428</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3:44.759"/>
    </inkml:context>
    <inkml:brush xml:id="br0">
      <inkml:brushProperty name="width" value="0.025" units="cm"/>
      <inkml:brushProperty name="height" value="0.025" units="cm"/>
    </inkml:brush>
  </inkml:definitions>
  <inkml:trace contextRef="#ctx0" brushRef="#br0">291 640 1640,'0'0'17339,"-29"-13"-15322,-91-41-779,115 52-1094,0-1 0,-1 1 0,1 0-1,-1 0 1,1 1 0,-1-1 0,0 1 0,1 0 0,-1 1-1,0 0 1,0 0 0,0 0 0,-10 2 0,5 0 112,10-2-224,-1 1 1,0 0-1,0 0 0,0 0 1,1 1-1,-1-1 0,1 0 1,-1 1-1,1-1 0,-1 1 1,1-1-1,0 1 0,0 0 1,0-1-1,0 1 0,0 0 1,0 0-1,0 0 0,1 0 1,-1 0-1,0 2 0,-10 44 138,10-46-177,1-1-1,-1 1 0,1 0 1,0-1-1,-1 1 0,1 0 1,0-1-1,0 1 0,0 0 1,0-1-1,1 1 0,-1 0 0,0-1 1,1 1-1,-1 0 0,1-1 1,-1 1-1,1 0 0,0-1 1,0 1-1,0-1 0,0 0 1,0 1-1,0-1 0,0 0 1,0 1-1,0-1 0,1 0 0,-1 0 1,3 1-1,1 0-34,-1-1 0,1-1 0,0 1 0,0-1 0,0 1 0,0-1 0,-1-1 0,1 1 0,0-1 0,7-1 0,7-4-2,1-1 0,-1-1-1,0 0 1,-1-2 0,0 0-1,31-24 1,0 3-271,-3 2-333,-1-2 0,-2-2 0,-1-2 0,65-69 0,-89 84 716,-1 0 1,-1-2-1,-1 0 0,-1 0 0,-1-1 0,-1-1 0,-1 0 0,-1-1 1,-1 0-1,-1-1 0,7-45 0,-14 68-207,-1-16 2612,-1 19-2376,1 0 0,-1 0 1,0 0-1,0 0 0,1 0 1,-1 1-1,0-1 0,1 0 1,-1 1-1,0-1 0,1 0 0,-1 1 1,0-1-1,1 1 0,-1-1 1,1 1-1,-1-1 0,1 1 1,-1-1-1,1 1 0,-1-1 0,1 1 1,0 0-1,-1-1 0,1 1 1,-1 1-1,-39 53 839,3 1 0,1 2 0,-39 91-1,63-124-832,1 1 0,2 0 0,0 0-1,2 1 1,1 0 0,1 0-1,1 0 1,1 1 0,2 0-1,1-1 1,4 38 0,-2-56-112,1-1 0,1 0 0,-1 1 0,1-1 0,1 0 0,-1-1 0,1 1-1,1-1 1,-1 0 0,1 0 0,0-1 0,1 1 0,0-1 0,0-1 0,0 1 0,0-1 0,1-1 0,0 1 0,0-1 0,0-1 0,16 5 0,-8-4 1013,-11-3-4269,-25-2-5924,-5 1 817</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1.651"/>
    </inkml:context>
    <inkml:brush xml:id="br0">
      <inkml:brushProperty name="width" value="0.025" units="cm"/>
      <inkml:brushProperty name="height" value="0.025" units="cm"/>
    </inkml:brush>
  </inkml:definitions>
  <inkml:trace contextRef="#ctx0" brushRef="#br0">207 0 3905,'0'0'12409,"10"1"-11161,-4 4 3906,-72 33-4821,47-28-351,0 1-1,0 0 1,1 2 0,1 0 0,-31 29 0,47-41-56,-1 1 0,1-1 0,-1 1 0,1 0 0,0 0 0,0 0 0,0 0 0,0 0 0,0 0 0,0 0 0,0 0 0,1 0 0,-1 0 0,1 0 0,-1 0 0,1 0 0,0 1 0,0-1 0,0 4 0,1-4 12,0-1 1,-1 1 0,1 0 0,0 0-1,1-1 1,-1 1 0,0-1-1,0 1 1,0-1 0,1 0-1,-1 1 1,1-1 0,-1 0-1,1 0 1,0 0 0,-1 0 0,1 0-1,2 0 1,11 5-264,0-2-1,0 0 1,1-1-1,23 2 1,-12-1-100,-11-2 293,0 1 1,0 1-1,-1 0 0,1 1 1,-1 1-1,0 0 1,22 14-1,-36-20 140,0 1 0,0-1 0,0 1-1,1 0 1,-1 0 0,0 0-1,0 0 1,0-1 0,0 1 0,-1 0-1,1 1 1,0-1 0,0 0 0,-1 0-1,1 0 1,0 0 0,-1 1-1,1-1 1,-1 0 0,0 1 0,1-1-1,-1 0 1,0 1 0,0-1 0,0 0-1,0 1 1,0-1 0,0 0 0,0 1-1,0-1 1,0 0 0,-1 1-1,1-1 1,-1 0 0,1 0 0,-1 1-1,1-1 1,-1 0 0,0 0 0,1 0-1,-1 0 1,0 0 0,0 0-1,0 0 1,0 0 0,0 0 0,0 0-1,0 0 1,-2 1 0,-5 3 263,1-1 0,-1 1 0,0-1 1,0 0-1,-17 5 0,-2-2 51,1-1 1,-1-1-1,0-2 0,-45 1 0,71-4-799,15-3-4603,4-3 496</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2.120"/>
    </inkml:context>
    <inkml:brush xml:id="br0">
      <inkml:brushProperty name="width" value="0.025" units="cm"/>
      <inkml:brushProperty name="height" value="0.025" units="cm"/>
    </inkml:brush>
  </inkml:definitions>
  <inkml:trace contextRef="#ctx0" brushRef="#br0">0 88 5657,'0'0'10453,"10"-1"-10246,198-1 1290,-207 2-1463,1 0-1,-1 0 1,1 0-1,0-1 1,-1 1-1,1 0 1,-1-1-1,1 1 0,-1-1 1,1 1-1,-1-1 1,1 0-1,-1 0 1,1 0-1,-1 1 0,0-1 1,0-1-1,1 1 1,-1 0-1,0 0 1,0 0-1,0 0 1,0-1-1,0 1 0,-1-1 1,1 1-1,0 0 1,-1-1-1,1 1 1,-1-1-1,1 0 0,-1 1 1,0-1-1,1 1 1,-1-1-1,0 0 1,0 1-1,0-1 0,0 1 1,-1-1-1,1 0 1,0 1-1,-1-1 1,1 1-1,-1-1 1,1 1-1,-1-1 0,0 1 1,0-1-1,1 1 1,-1 0-1,0 0 1,0-1-1,0 1 0,-1 0 1,1 0-1,0 0 1,0 0-1,-1 0 1,1 0-1,0 0 1,-1 1-1,1-1 0,-1 0 1,1 1-1,-1-1 1,1 1-1,-1-1 1,-2 1-1,-19-4 119,0 1-1,-1 1 1,1 1-1,0 1 1,-38 5 0,60-5-136,-1 1 0,0-1 1,0 1-1,0 0 0,0-1 1,0 1-1,1 0 1,-1 1-1,0-1 0,1 0 1,-1 0-1,1 1 0,-1-1 1,1 1-1,0-1 0,-1 1 1,1-1-1,0 1 1,0 0-1,0 0 0,0-1 1,1 1-1,-1 0 0,0 0 1,1 0-1,-1 0 1,1 0-1,0 0 0,0 0 1,0 0-1,0 0 0,0 0 1,0 0-1,1 4 1,-1-1-10,1 0 0,0-1-1,0 1 1,0 0 0,0 0 0,1-1 0,0 1 0,0-1 0,0 1 0,0-1 0,1 0 0,0 0 0,-1 0 0,5 4 0,2-1-334,-1 0 0,2 0 0,-1-1 0,1 0 0,0-1 0,0 0 0,0 0 0,20 5 0,-10-5-1158,0-2 0,1-1 0,-1 0 0,22-2 0,3 0-4008</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2.546"/>
    </inkml:context>
    <inkml:brush xml:id="br0">
      <inkml:brushProperty name="width" value="0.025" units="cm"/>
      <inkml:brushProperty name="height" value="0.025" units="cm"/>
    </inkml:brush>
  </inkml:definitions>
  <inkml:trace contextRef="#ctx0" brushRef="#br0">218 16 3081,'0'0'17003,"-10"-3"-16496,4 0-414,0 1 1,0 0-1,0 1 1,0-1-1,-1 1 1,1 0-1,0 1 0,0-1 1,-1 1-1,1 1 1,0-1-1,-1 1 1,1 0-1,0 1 0,0-1 1,0 1-1,-7 3 1,2 1 50,-42 25 529,51-30-674,0 1 0,0 0 1,0 0-1,0 0 1,0 0-1,0 1 0,1-1 1,-1 0-1,1 1 1,0-1-1,-1 1 0,1 0 1,0-1-1,1 1 1,-1 0-1,0-1 0,1 1 1,-1 5-1,2-7-2,-1 0 0,0 0 1,1-1-1,-1 1 0,0 0 0,1 0 0,-1-1 0,1 1 0,0 0 0,-1-1 1,1 1-1,-1-1 0,1 1 0,0-1 0,-1 1 0,1-1 0,0 0 0,0 1 1,0-1-1,-1 0 0,1 1 0,0-1 0,0 0 0,0 0 0,-1 0 0,1 0 0,0 0 1,0 0-1,0 0 0,1 0 0,35 0-32,-26 0-21,12 0-85,-16 1 127,-1 0 1,1-1 0,-1 0-1,1 0 1,-1 0 0,1-1-1,-1 0 1,0 0 0,1-1-1,-1 0 1,0 0 0,0 0-1,0-1 1,0 1 0,0-2-1,-1 1 1,7-5 0,-13 10 65,0 1 1,1 0 0,-1-1-1,1 1 1,0 0 0,0 0 0,0-1-1,0 1 1,0 0 0,1 0-1,-1-1 1,1 1 0,-1 0-1,1-1 1,0 1 0,0-1-1,2 4 1,-1 0-301,0-1 1,1 1-1,0-1 0,0 0 1,0 0-1,0 0 0,1 0 1,0-1-1,6 7 0,44 20-5493,-34-26 296</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2.916"/>
    </inkml:context>
    <inkml:brush xml:id="br0">
      <inkml:brushProperty name="width" value="0.025" units="cm"/>
      <inkml:brushProperty name="height" value="0.025" units="cm"/>
    </inkml:brush>
  </inkml:definitions>
  <inkml:trace contextRef="#ctx0" brushRef="#br0">1 174 4065,'0'0'14082,"0"10"-13316,0 79 772,0-60-445,0-73-888,0 18-197,-1 2 2,2-1-1,6-45 1,-6 63-16,1-1 0,0 1 0,1-1 0,0 1 0,0 0 0,0 0 0,1 0 0,0 0 0,1 1 0,-1-1 0,1 1 0,0 0 0,7-5 0,-12 10-1,1 1-1,-1-1 1,1 0-1,-1 0 1,1 1 0,-1-1-1,1 0 1,-1 1-1,1-1 1,0 1 0,-1-1-1,1 1 1,0-1-1,0 1 1,-1-1 0,1 1-1,0 0 1,0-1-1,0 1 1,0 0 0,-1 0-1,1 0 1,0-1-1,0 1 1,0 0 0,0 0-1,0 0 1,0 0-1,-1 1 1,1-1 0,0 0-1,0 0 1,1 1-1,4 26-750,0 5-6207,-5-28 2440</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3.536"/>
    </inkml:context>
    <inkml:brush xml:id="br0">
      <inkml:brushProperty name="width" value="0.025" units="cm"/>
      <inkml:brushProperty name="height" value="0.025" units="cm"/>
    </inkml:brush>
  </inkml:definitions>
  <inkml:trace contextRef="#ctx0" brushRef="#br0">85 299 2336,'0'0'8052,"5"-4"-6103,17-13-144,-22 16-1636,1 1 1,-1 0-1,1-1 1,0 1-1,-1 0 1,1-1-1,-1 1 1,1-1 0,-1 1-1,0-1 1,1 1-1,-1-1 1,1 1-1,-1-1 1,0 1-1,1-1 1,-1 1-1,0-1 1,0 0-1,1 1 1,-1-1 0,0 1-1,0-1 1,0 0-1,0 1 1,0-1-1,0 0 1,0 1-1,0-1 1,0 0-1,0 1 1,0-1 0,0 0-1,-1 1 1,1-1-1,0 1 1,0-1-1,-1 0 1,1 1-1,0-1 1,-1 1-1,1-1 1,-1 1-1,1-1 1,0 1 0,-1-1-1,1 1 1,-1 0-1,0-1 1,0 0-1,-15-5 428,-3 6-412,14 0-119,-1-1 0,0 1 0,1 0 0,-1 1 0,0 0 0,1 0 0,-9 2 0,12-2-60,0 0-1,1 0 1,-1 0 0,1 1-1,-1-1 1,1 0 0,0 1 0,-1-1-1,1 1 1,0-1 0,0 1-1,0-1 1,0 1 0,0 0-1,0 0 1,1-1 0,-1 1 0,0 0-1,1 0 1,0 0 0,-1 0-1,1 0 1,0 0 0,0 0-1,0-1 1,1 5 0,-2 7-10,1-3-1,0 0 0,0 0 1,1 0-1,0 0 0,1 0 1,4 17-1,-5-25-10,0 0-1,0 0 1,0 0 0,0 0 0,0-1-1,0 1 1,1 0 0,-1-1-1,1 1 1,-1-1 0,1 0-1,-1 1 1,1-1 0,0 0-1,-1 0 1,4 1 0,-2-1-29,0 0 0,0 0 0,1-1 0,-1 0 0,0 1 0,0-1 0,1 0 0,-1-1 0,0 1-1,0 0 1,1-1 0,-1 0 0,5-2 0,6-3-318,0-2-1,-1 0 1,0 0-1,0-2 1,-1 1-1,0-1 1,0-1-1,12-15 1,10-8-866,17-16-2490,-3-2 1,47-64-1,-41 44-3569</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3.883"/>
    </inkml:context>
    <inkml:brush xml:id="br0">
      <inkml:brushProperty name="width" value="0.025" units="cm"/>
      <inkml:brushProperty name="height" value="0.025" units="cm"/>
    </inkml:brush>
  </inkml:definitions>
  <inkml:trace contextRef="#ctx0" brushRef="#br0">386 1 3633,'0'0'17274,"-17"4"-16270,17-4-1002,-8 2 119,0 0 0,0 1 1,-1 0-1,2 0 0,-1 1 1,0 0-1,1 0 0,0 1 0,0-1 1,0 2-1,0-1 0,1 1 0,0 0 1,0 0-1,1 1 0,-6 7 0,-37 63 1240,-55 119-1,84-153-1255,2 1 0,1 1 1,3 0-1,-12 75 1,24-119-117,1 0 0,-1 0 0,1 1-1,0-1 1,0 0 0,0 0 0,0 1 0,0-1 0,0 0 0,0 0 0,0 1 0,0-1 0,1 0-1,-1 0 1,0 1 0,1-1 0,-1 0 0,1 0 0,-1 0 0,1 0 0,0 0 0,-1 0 0,3 2-1,-1-2 5,0-1-1,-1 1 1,1-1-1,0 0 0,0 0 1,0 0-1,0 0 1,0 0-1,0 0 0,0 0 1,0 0-1,0-1 1,-1 1-1,1-1 0,2 0 1,8-4 19,1 0-1,-1-1 1,-1 0 0,1-1 0,-1 0 0,0-1 0,-1 0 0,18-17-1,-27 24-9,17 18-245,-12-9-312,1-1 0,0 0 0,1 0 1,-1 0-1,1-1 0,0 0 0,1 0 0,0-1 0,0 0 0,0-1 0,0 0 0,0-1 1,11 3-1,29 8-6293</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4.300"/>
    </inkml:context>
    <inkml:brush xml:id="br0">
      <inkml:brushProperty name="width" value="0.025" units="cm"/>
      <inkml:brushProperty name="height" value="0.025" units="cm"/>
    </inkml:brush>
  </inkml:definitions>
  <inkml:trace contextRef="#ctx0" brushRef="#br0">783 261 4321,'0'0'13421,"3"-26"-11847,10-81-328,-12 103-1126,0 0 0,-1 0 0,1-1 0,-1 1 0,0 0 1,-1 0-1,1 0 0,-1 0 0,1-1 0,-1 1 0,0 0 0,-1 0 1,1 0-1,-1 0 0,0 1 0,1-1 0,-2 0 0,1 1 0,0-1 1,-1 1-1,0 0 0,1 0 0,-1 0 0,-1 0 0,1 0 0,0 1 1,-1 0-1,1-1 0,-1 1 0,-7-3 0,-2 1 16,-1 1-1,0 0 1,0 0-1,-1 2 1,1 0-1,-24 1 1,29 0-28,-7 0-55,1 1 0,0 1 1,0 0-1,0 1 0,0 0 1,0 2-1,1-1 0,0 2 1,0 0-1,0 1 0,-21 13 1,17-7-29,0 2 1,1-1 0,0 2 0,2 0 0,0 1 0,0 1-1,-13 22 1,2 3-8,3 1 0,2 1-1,1 1 1,3 1 0,1 0 0,-13 75 0,22-89-31,-38 168-336,41-172-94,-5 8-1755,8-36 1883,1 0 0,-1 0 0,0 0 0,0 0 0,0 0 0,0 0 0,-1 0 0,1 0 0,0 0 0,0 0 0,-1 0 0,1-1 0,0 1 0,-1-1 0,1 1 0,0-1 0,-1 1 0,1-1 0,-1 0 0,1 0 0,-1 0 1,1 0-1,-1 0 0,0 0 0,-18 0-6616</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5.071"/>
    </inkml:context>
    <inkml:brush xml:id="br0">
      <inkml:brushProperty name="width" value="0.025" units="cm"/>
      <inkml:brushProperty name="height" value="0.025" units="cm"/>
    </inkml:brush>
  </inkml:definitions>
  <inkml:trace contextRef="#ctx0" brushRef="#br0">0 284 3025,'0'0'12216,"33"-10"-10259,110-29-340,-102 29-1035,1 1 1,1 3-1,65-1 1,-69 5-381,-26 1-139,32 1 318,-64 31-171,13-19-258,0 0 1,1-1 0,0 2-1,1-1 1,0 0-1,1 1 1,1 0 0,0 0-1,0 0 1,1 0-1,1 0 1,1 14 0,0-25 22,-1-1 0,0 1 0,0-1 0,1 1 0,-1-1 0,0 1 0,1-1 0,0 1 0,-1-1 1,1 0-1,0 1 0,0-1 0,0 0 0,0 1 0,0-1 0,0 0 0,0 0 0,0 0 1,0 0-1,0 0 0,1 0 0,-1-1 0,0 1 0,1 0 0,-1 0 0,1-1 0,-1 1 0,1-1 1,-1 0-1,1 1 0,1-1 0,-1 1 10,1-1 1,-1 0-1,0 0 1,0 0-1,1 0 1,-1 0-1,0 0 1,0-1-1,1 1 1,-1-1-1,0 1 1,0-1-1,0 0 0,0 0 1,0 0-1,0 0 1,0 0-1,0-1 1,0 1-1,0 0 1,-1-1-1,3-2 1,2-5 7,-1 0 1,0-1 0,0 0-1,0 0 1,-2 0-1,1-1 1,-1 1 0,-1-1-1,0 0 1,0 0 0,-1-14-1,0 5 142,-1 0 1,-1 0-1,-1 0 0,-1 0 0,-7-28 0,9 47-124,1 1-1,0-1 0,0 1 1,0-1-1,0 1 1,0-1-1,0 1 0,0-1 1,0 1-1,0-1 0,0 1 1,0-1-1,0 1 0,1-1 1,-1 1-1,0-1 0,0 1 1,0 0-1,1-1 0,-1 1 1,0-1-1,0 1 0,1-1 1,-1 1-1,0 0 0,1-1 1,-1 1-1,1 0 0,-1-1 1,0 1-1,1 0 0,-1 0 1,1-1-1,-1 1 0,1 0 1,-1 0-1,1 0 0,0 0 1,30-2 181,-25 3-154,0 0 0,0 0 1,0 0-1,0 1 0,0-1 1,-1 2-1,1-1 0,6 4 1,-8-2 21,0 1 0,-1 0 0,0 0 0,0 0 0,0 0 0,0 0 0,-1 1 0,0-1 0,0 1 1,0-1-1,-1 1 0,0 0 0,0 0 0,0-1 0,-1 1 0,0 0 0,0 0 0,-1 7 0,1-12 6,1-2 4,0 1 0,0-1 0,0 1 0,0-1 0,0 0 1,0 1-1,-1-1 0,1 0 0,0 0 0,0 0 0,-1 0 1,1 1-1,-1-1 0,1 0 0,-1 0 0,1 0 0,-1 0 1,1 0-1,-1 0 0,0 0 0,0-1 0,1 1 0,-1 0 1,0 0-1,0-2 0,4-41 321,-2 29-114,0-5-86,9-50 350,-11 66-527,1 0-1,0 0 1,1 1-1,-1-1 1,1 0-1,0 1 1,-1-1-1,2 1 1,-1 0-1,0 0 1,1 0-1,-1 0 1,1 0-1,3-3 1,1 2-169,-1 1 0,0 0 1,1 0-1,-1 1 0,1 0 0,0 0 0,0 0 1,0 1-1,0 0 0,0 0 0,9 1 0,-9 0-1035,1 1-1,0 0 1,0 0-1,-1 0 1,1 1-1,8 4 0,11 6-7978</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6.227"/>
    </inkml:context>
    <inkml:brush xml:id="br0">
      <inkml:brushProperty name="width" value="0.025" units="cm"/>
      <inkml:brushProperty name="height" value="0.025" units="cm"/>
    </inkml:brush>
  </inkml:definitions>
  <inkml:trace contextRef="#ctx0" brushRef="#br0">212 27 2713,'0'0'21718,"-11"-5"-21196,1 0-419,6 3-66,-1-1 0,0 1-1,1 0 1,-1 1 0,0-1 0,0 1 0,0 0-1,0 0 1,0 0 0,0 1 0,0 0 0,-1 0 0,1 0-1,-7 2 1,5-1-20,-3 1 69,-1 1 0,1 0-1,0 1 1,-18 9 0,25-12-112,1 1 0,0-1-1,0 1 1,-1 0 0,1 0 0,0 0 0,0 0 0,1 0 0,-1 0 0,0 1-1,1-1 1,-1 1 0,1-1 0,0 1 0,0-1 0,0 1 0,0 0 0,0 0-1,1-1 1,-1 1 0,1 0 0,0 0 0,0 3 0,0-4-26,0 0 0,1 0 0,0-1 0,-1 1 0,1 0 0,0 0 0,0-1 0,0 1 0,0-1 0,0 1 0,0-1 0,1 1 0,-1-1 0,0 1 0,1-1 0,-1 0 0,1 0 0,0 0 0,2 1 0,41 22-452,-31-17 307,-1-1 68,-4-2 8,1 0 1,0 1-1,-1 1 0,0-1 1,-1 1-1,1 1 1,-1 0-1,14 14 0,-22-20 118,1 0 0,-1 0 0,1 0 0,-1 0 0,0 0 0,1 0 0,-1 0 0,0 0 0,0 0 0,0 0 0,0 0 0,0 0 0,0 0 0,0 0 0,0 0 0,0 0 0,0 0 0,-1 0 0,1 0 0,0 0 0,-1 0 0,1 0 0,-1 0 0,1 0 0,-1 0 0,1 0 0,-1 0 0,0 0 0,1-1-1,-1 1 1,0 0 0,0-1 0,0 1 0,1 0 0,-1-1 0,-1 1 0,-40 22 600,32-19-485,2 0-43,-27 9 30,35-15-370,-1 1 0,1-1 0,0 1 0,0-1 1,0 1-1,0-1 0,0 1 0,0-1 0,0 0 0,0 1 1,1-1-1,-1 1 0,1-2 0,4-7-1079,1 0 0,0 1-1,0 0 1,1 0 0,0 0 0,1 1 0,-1 0-1,2 1 1,12-10 0,35-21-3180,-1 5 5345,-35 22 1532,-7 2-1518,7 0 8920,-19 9-9549,0 0 0,-1 0 0,1 1-1,-1-1 1,1 1 0,-1-1 0,1 1-1,-1-1 1,0 1 0,1-1-1,-1 1 1,1-1 0,-1 1 0,0-1-1,0 1 1,1-1 0,-1 1-1,0 0 1,0-1 0,0 1 0,0-1-1,1 1 1,-1 0 0,0-1 0,0 1-1,0 0 1,0-1 0,-1 1-1,1 0 1,0-1 0,0 1 0,0 0-1,0 149 5066,0-150-5264,0 0-1,0 1 0,0-1 1,0 0-1,0 0 0,0 0 1,0 1-1,0-1 0,1 0 1,-1 0-1,0 0 1,0 0-1,0 0 0,0 1 1,1-1-1,-1 0 0,0 0 1,0 0-1,0 0 0,0 0 1,1 0-1,-1 0 0,0 0 1,0 0-1,0 1 0,1-1 1,-1 0-1,0 0 0,0 0 1,1 0-1,-1 0 0,0 0 1,0-1-1,0 1 0,1 0 1,-1 0-1,0 0 0,0 0 1,0 0-1,1 0 0,-1 0 1,0 0-1,0 0 0,0 0 1,0-1-1,1 1 0,0 0 3,14-7-16,-1 0-1,1-1 0,-2-1 1,1 0-1,-1 0 1,-1-1-1,12-13 0,32-22-26,-50 41 40,-4 2 2,1 1-1,0-1 1,-1 1 0,1-1 0,-1 0-1,0 0 1,0 0 0,0 0 0,0-1 0,0 1-1,0 0 1,0-1 0,-1 1 0,2-4-1,-2 5 49,4 1-20,-4 0 61,5 27 521,1-9-394,-7-16-244,1 1 0,0-1 0,-1 1 0,1-1 1,0 1-1,0-1 0,0 0 0,0 0 0,1 1 0,-1-1 0,0 0 0,1 0 0,0 0 0,-1 0 0,1-1 0,0 1 0,0 0 0,0-1 0,0 1 0,5 1 1,-1-3-172,0-1 1,0 0 0,0 0 0,0-1 0,0 0 0,0 0 0,0 0 0,-1-1 0,11-6 0,51-39-755,-37 26 715,-16 11 404,-7 6-8,-1-1 0,1 1 0,0 0 0,1 1 0,-1-1 0,1 2 0,-1-1 0,1 1 0,0 0-1,1 1 1,10-3 0,-19 44 1365,-1-13-1234,0-19-367,0 1 0,1 0 0,0-1 0,0 1 0,1-1-1,2 8 1,-2-12-55,-1-1-1,1 0 0,1 1 0,-1-1 0,0 0 0,0 0 0,1 0 0,-1 0 1,1 0-1,0 0 0,-1 0 0,1 0 0,0-1 0,0 1 0,0-1 1,0 1-1,1-1 0,-1 0 0,0 0 0,0 0 0,1 0 0,-1 0 0,4 0 1,66 11-3503,-18-7-1665,5-2-4610</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6.604"/>
    </inkml:context>
    <inkml:brush xml:id="br0">
      <inkml:brushProperty name="width" value="0.025" units="cm"/>
      <inkml:brushProperty name="height" value="0.025" units="cm"/>
    </inkml:brush>
  </inkml:definitions>
  <inkml:trace contextRef="#ctx0" brushRef="#br0">321 23 8786,'0'0'15016,"-31"-5"-14082,-99-13-165,124 18-683,0 0-1,0 0 0,1 1 0,-1 0 1,0 0-1,0 0 0,1 1 0,-1-1 1,1 2-1,-1-1 0,1 0 0,0 1 1,0 0-1,0 0 0,0 1 0,0-1 1,1 1-1,0 0 0,-1 0 0,1 0 0,1 1 1,-7 9-1,-1-1 148,8-10-226,1 1-1,-1 0 1,1-1-1,-1 1 0,1 0 1,0 0-1,0 0 1,1 1-1,-1-1 1,1 0-1,0 1 1,0-1-1,1 1 0,-1-1 1,1 1-1,0-1 1,1 6-1,-1-10-16,1 1-1,-1 0 0,1 0 1,-1 0-1,1-1 0,-1 1 1,1 0-1,0 0 1,0-1-1,-1 1 0,1-1 1,0 1-1,0-1 0,0 1 1,0-1-1,-1 1 0,1-1 1,0 0-1,0 1 1,0-1-1,0 0 0,0 0 1,0 0-1,0 0 0,2 0 1,29 3-130,-29-2 108,16 0-109,81 0-956,-90-1 979,0-1 0,1 0-1,-1-1 1,0 0 0,0-1-1,0 0 1,11-6 0,-20 9 422,-1 29-370,0-17 237,0-7-401,-1 1 0,2-1-1,-1 1 1,1 0 0,-1-1 0,4 11-1,-3-14 59,0-1 0,0 1 0,0-1 0,0 0 0,0 1 0,0-1 0,0 0-1,0 0 1,0 1 0,1-1 0,-1 0 0,1 0 0,-1-1 0,0 1 0,1 0 0,0 0 0,-1-1-1,1 1 1,-1-1 0,1 1 0,0-1 0,-1 0 0,1 0 0,0 1 0,-1-1 0,1 0 0,2-1-1,26 1-2717,-3 0-1618</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7.098"/>
    </inkml:context>
    <inkml:brush xml:id="br0">
      <inkml:brushProperty name="width" value="0.025" units="cm"/>
      <inkml:brushProperty name="height" value="0.025" units="cm"/>
    </inkml:brush>
  </inkml:definitions>
  <inkml:trace contextRef="#ctx0" brushRef="#br0">265 0 12563,'0'0'12488,"-27"29"-11473,-85 91-99,93-100-618,1 1 1,1 1-1,-17 29 1,28-38-251,0 0 0,0 0 0,1 1-1,1-1 1,-4 23 0,7-35-95,1 0 0,0 0 0,-1 0 0,1 0 0,0 0 0,0 0 0,0 0 0,0 0 0,0 0-1,0-1 1,0 1 0,0 0 0,0 0 0,0 0 0,0 0 0,1 0 0,-1 0 0,0 0 0,1 0-1,-1 0 1,1 0 0,-1 0 0,1 0 0,-1-1 0,1 1 0,-1 0 0,1 0 0,0-1 0,1 2-1,27 0-1964,-15-2 1798,-2 0-257,0-1-1,0-1 1,0 0 0,-1 0 0,1-1-1,-1 0 1,12-6 0,-4 0-1208,0-1 0,-1 0 0,-1-1 0,0-1 1,0-1-1,17-17 0,-3-1-1621,53-69 1,-24 13 8690,-57 84-4519,0 0 0,-1-1 0,0 1 0,0-1 1,0 0-1,-1 0 0,1 1 0,-1-1 0,0 0 1,0 0-1,1-4 0,-2 6 1424,-3 2-1920,0 1-1,0 0 0,0 0 1,0 0-1,0 0 0,0 0 0,0 0 1,0 1-1,0 0 0,1-1 1,-1 1-1,1 0 0,-4 4 0,-33 34 456,26-25-130,-8 7-395,2 1 1,0 1-1,2 0 1,0 1-1,2 1 0,1 0 1,-12 31-1,24-50-573,0 1 0,1-1 0,0 0 0,0 1 0,0-1 0,2 11-1,-1-15-134,1-2 51,1 0 1,-1 0 0,1 0 0,0 0 0,0-1 0,-1 1-1,1 0 1,0-1 0,0 0 0,0 1 0,0-1 0,0 0-1,-1 0 1,1 0 0,0 0 0,0 0 0,0 0 0,0-1 0,2 1-1,3-1-1542,18 1-5084</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7.466"/>
    </inkml:context>
    <inkml:brush xml:id="br0">
      <inkml:brushProperty name="width" value="0.025" units="cm"/>
      <inkml:brushProperty name="height" value="0.025" units="cm"/>
    </inkml:brush>
  </inkml:definitions>
  <inkml:trace contextRef="#ctx0" brushRef="#br0">8 76 9354,'0'0'12672,"14"7"-12191,-5-2-428,2 1 10,0 0 1,0-1-1,0-1 0,1 1 1,0-2-1,-1 0 1,1 0-1,22 1 0,-32-4-51,0 0 0,0 0 0,0 0 0,0-1-1,1 1 1,-1-1 0,0 1 0,0-1 0,0 0-1,0 0 1,0 0 0,0 0 0,0 0 0,-1-1-1,1 1 1,0-1 0,-1 1 0,1-1 0,-1 1-1,1-1 1,-1 0 0,0 0 0,1 1 0,-1-1-1,0 0 1,0 0 0,-1 0 0,1 0 0,1-4-1,-1 0 60,0-1 0,0 1 0,0-1-1,-1 1 1,0 0 0,0-1 0,0 1-1,-1-1 1,-2-9 0,2 15-32,0 0 0,0 0 0,0 0 0,0 0 1,0 0-1,0 0 0,0 1 0,0-1 0,0 0 0,-1 0 0,1 1 1,0-1-1,0 1 0,-1 0 0,1-1 0,0 1 0,-1 0 1,1-1-1,0 1 0,-1 0 0,1 0 0,0 0 0,-2 1 0,-41 0 325,37 0-264,1-1-60,1 1 0,0 0 0,0 0 0,0 1 0,0-1 0,0 1 0,0 0 0,1 0 0,-1 1 0,0-1 0,1 1 0,0 0 0,0 0 0,0 1 0,0-1 1,0 1-1,1 0 0,-1 0 0,1 0 0,0 0 0,1 1 0,-1-1 0,1 1 0,0 0 0,-3 6 0,1 1-215,0 0 1,1 1-1,0-1 1,1 1-1,1 0 1,0-1-1,0 1 1,2 0-1,1 14 1,-2-25 55,1 0 0,0 0 1,0 0-1,0 0 0,0 0 1,0 0-1,0 0 0,1-1 0,-1 1 1,1 0-1,-1-1 0,1 1 1,0-1-1,-1 1 0,1-1 1,0 0-1,0 0 0,0 0 1,0 0-1,0 0 0,0 0 0,0-1 1,0 1-1,1-1 0,-1 1 1,0-1-1,0 0 0,3 0 1,7 3-627,39 8-3510,-5-9-1832</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7.792"/>
    </inkml:context>
    <inkml:brush xml:id="br0">
      <inkml:brushProperty name="width" value="0.025" units="cm"/>
      <inkml:brushProperty name="height" value="0.025" units="cm"/>
    </inkml:brush>
  </inkml:definitions>
  <inkml:trace contextRef="#ctx0" brushRef="#br0">178 7 12499,'0'0'12772,"-10"-2"-12428,7 1-335,-1 0 1,1 0 0,-1 0 0,0 1-1,1-1 1,-1 1 0,0 0-1,0 1 1,1-1 0,-1 0-1,0 1 1,1 0 0,-1 0-1,1 0 1,-1 0 0,1 1-1,-1-1 1,1 1 0,0 0 0,0 0-1,0 0 1,0 0 0,0 1-1,0-1 1,0 1 0,1 0-1,0-1 1,-1 1 0,1 1-1,0-1 1,0 0 0,1 0-1,-1 1 1,1-1 0,-1 1 0,1-1-1,-1 6 1,2-7-53,-1 0 0,1 0 0,0 0 0,-1 0 0,1 0 0,0 0-1,0 0 1,1 0 0,-1 0 0,0 0 0,1 0 0,-1 0 0,1 0 0,-1-1 0,1 1 0,0 0 0,0 0 0,0 0 0,0-1 0,0 1 0,0 0 0,1-1 0,-1 1-1,0-1 1,1 0 0,-1 1 0,1-1 0,0 0 0,-1 0 0,1 0 0,0 0 0,-1 0 0,1 0 0,0-1 0,0 1 0,3 0 0,-2 0-3,0 1-1,0-1 1,0 0 0,0 1 0,-1 0 0,1 0 0,0 0 0,-1 0-1,0 0 1,1 0 0,-1 1 0,0-1 0,3 5 0,-5-6 39,1 0 1,-1 0-1,0 0 1,0 0 0,0 0-1,0 0 1,0 0-1,0 0 1,0 0 0,0-1-1,0 1 1,0 0-1,0 0 1,0 0-1,-1 0 1,1 0 0,-1 0-1,1 0 1,0-1-1,-1 1 1,1 0 0,-1 0-1,1 0 1,-1-1-1,0 1 1,1 0-1,-1-1 1,0 1 0,0-1-1,1 1 1,-1-1-1,0 1 1,0-1-1,0 1 1,0-1 0,-1 1-1,-42 15 141,28-11-284,-28 16-3375,32-15-1369</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8.086"/>
    </inkml:context>
    <inkml:brush xml:id="br0">
      <inkml:brushProperty name="width" value="0.025" units="cm"/>
      <inkml:brushProperty name="height" value="0.025" units="cm"/>
    </inkml:brush>
  </inkml:definitions>
  <inkml:trace contextRef="#ctx0" brushRef="#br0">392 0 7394,'0'0'16739,"-199"151"-14450,161-106-929,6-4-408,12 1-352,8-10-360,5-3-120,1-3-120,-1-7 0,1-3-192,-1-3-400,1 0-544,-13-4-1001,6-2-1663,-6-4-3026</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8.259"/>
    </inkml:context>
    <inkml:brush xml:id="br0">
      <inkml:brushProperty name="width" value="0.025" units="cm"/>
      <inkml:brushProperty name="height" value="0.025" units="cm"/>
    </inkml:brush>
  </inkml:definitions>
  <inkml:trace contextRef="#ctx0" brushRef="#br0">0 32 432,'0'0'20829,"206"-29"-18357,-142 26-1144,-13 3-896,-6 0-432,-32 0-232,-13 16-1704,-39 0-4177,-25 0-3001</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8.867"/>
    </inkml:context>
    <inkml:brush xml:id="br0">
      <inkml:brushProperty name="width" value="0.025" units="cm"/>
      <inkml:brushProperty name="height" value="0.025" units="cm"/>
    </inkml:brush>
  </inkml:definitions>
  <inkml:trace contextRef="#ctx0" brushRef="#br0">0 0 3121,'0'0'17691,"45"55"-16498,-45-39-449,0 0-304,0-3-200,0-4-136,6-2-96,-6-4-8,0 0-488</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9.069"/>
    </inkml:context>
    <inkml:brush xml:id="br0">
      <inkml:brushProperty name="width" value="0.025" units="cm"/>
      <inkml:brushProperty name="height" value="0.025" units="cm"/>
    </inkml:brush>
  </inkml:definitions>
  <inkml:trace contextRef="#ctx0" brushRef="#br0">1 30 3185,'0'0'18988,"0"-29"-18988,6 29-1000,-6 22-977,6-2-1912,-6-1-2312</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9.441"/>
    </inkml:context>
    <inkml:brush xml:id="br0">
      <inkml:brushProperty name="width" value="0.025" units="cm"/>
      <inkml:brushProperty name="height" value="0.025" units="cm"/>
    </inkml:brush>
  </inkml:definitions>
  <inkml:trace contextRef="#ctx0" brushRef="#br0">1 4 3305,'0'0'20160,"3"11"-19471,0 3-517,-3-9-127,1 0-1,0 0 1,1-1 0,-1 1-1,1 0 1,0 0-1,0-1 1,1 1-1,2 3 1,-3-6-36,-1-1 0,0 0-1,1 0 1,0 0 0,-1 0 0,1 0 0,-1-1-1,1 1 1,0 0 0,0-1 0,-1 1 0,1-1-1,0 0 1,0 1 0,0-1 0,0 0 0,-1 0-1,1 0 1,0 0 0,0-1 0,0 1 0,0 0 0,-1-1-1,3 0 1,42-17 132,-16-1-142,-15 9-45,1 0 1,0 1 0,27-12 0,-42 21 47,0-1 1,1 1 0,-1 0 0,0 0-1,1 0 1,-1 0 0,0 0 0,0 0-1,1 0 1,-1 0 0,0 0 0,1 0-1,-1 1 1,0-1 0,0 0 0,1 1-1,-1-1 1,0 1 0,0 0 0,0-1-1,0 1 1,0 0 0,0 0 0,0 0-1,0-1 1,0 1 0,0 0 0,0 0-1,0 0 1,-1 1 0,1-1 0,0 0-1,-1 0 1,2 2 0,5 7-5,2-1-662,1-1 0,0 0-1,0 0 1,1-1 0,-1 0 0,2-1-1,-1 0 1,16 5 0,17 5-5304</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09.722"/>
    </inkml:context>
    <inkml:brush xml:id="br0">
      <inkml:brushProperty name="width" value="0.025" units="cm"/>
      <inkml:brushProperty name="height" value="0.025" units="cm"/>
    </inkml:brush>
  </inkml:definitions>
  <inkml:trace contextRef="#ctx0" brushRef="#br0">218 0 13931,'0'0'13827,"-70"132"-13139,57-100-392,0-3-200,0 0 8,7-7-104,-7 4-224,7-4-608,-7-3-816,-13 7-689,7-7-2120,-7-9-1704</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0.288"/>
    </inkml:context>
    <inkml:brush xml:id="br0">
      <inkml:brushProperty name="width" value="0.025" units="cm"/>
      <inkml:brushProperty name="height" value="0.025" units="cm"/>
    </inkml:brush>
  </inkml:definitions>
  <inkml:trace contextRef="#ctx0" brushRef="#br0">1 264 4913,'0'0'10742,"30"-9"-7586,2-1-2396,1-1 98,2 1 0,-1 2 0,52-5 1,71 0 164,73-9 741,-199 17-1586,1-2 1,-1 0-1,0-3 1,58-25-1,-85 33-189,0 0 0,0 0 0,0 0 0,0 0 0,0-1 0,-1 1 0,1-1 0,-1 0 0,0 0 0,0 0 0,0-1 0,0 1 0,-1-1 0,1 0 0,-1 1 0,0-1 0,0 0 0,0 0-1,-1-1 1,1 1 0,-1 0 0,0 0 0,0-1 0,0 1 0,-1-6 0,0 10 3,0-1-1,0 0 0,-1 1 1,1-1-1,0 1 0,0-1 0,-1 1 1,1-1-1,-1 1 0,1-1 1,0 1-1,-1-1 0,1 1 1,-1 0-1,1-1 0,-1 1 1,1-1-1,-1 1 0,1 0 0,-1 0 1,0-1-1,1 1 0,-1 0 1,1 0-1,-1 0 0,0 0 1,1 0-1,-1 0 0,0-1 1,1 2-1,-2-1 0,-29 0-72,17 0 32,1 1 70,0 1 1,1 1-1,-1 0 0,0 0 0,1 2 1,0-1-1,0 1 0,0 1 0,0 0 1,1 1-1,0 0 0,-14 13 0,-4 3 245,1 2-1,1 2 0,-28 35 1,43-46-201,0 2 1,1-1-1,0 2 0,2-1 1,0 1-1,-10 35 0,19-53-81,0-1-1,0 1 1,1-1 0,-1 1-1,0-1 1,0 1-1,1-1 1,-1 1 0,0-1-1,1 1 1,-1-1-1,1 1 1,-1-1 0,1 0-1,-1 1 1,1-1-1,-1 0 1,1 1 0,-1-1-1,1 0 1,-1 0-1,1 1 1,-1-1 0,1 0-1,-1 0 1,1 0-1,0 0 1,-1 0 0,1 0-1,-1 0 1,1 0-1,0 0 1,-1 0 0,1 0-1,-1 0 1,1 0-1,-1 0 1,1-1 0,0 1-1,0-1 1,29-4 11,73-46-287,-98 50 306,-4 1 46,-2 26-57,0-18-192,1 0 0,-1 1 0,2-1 0,-1 0 0,3 12 1,-2-19 43,-1 0 0,1 0 0,-1 0 1,1 0-1,0 0 0,0 0 0,-1-1 1,1 1-1,0 0 0,0 0 0,0-1 1,0 1-1,0-1 0,0 1 0,0 0 1,0-1-1,0 0 0,0 1 1,0-1-1,0 0 0,0 1 0,0-1 1,0 0-1,2 0 0,32 1-4189,-25-1 1900,16 0-6072</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0.679"/>
    </inkml:context>
    <inkml:brush xml:id="br0">
      <inkml:brushProperty name="width" value="0.025" units="cm"/>
      <inkml:brushProperty name="height" value="0.025" units="cm"/>
    </inkml:brush>
  </inkml:definitions>
  <inkml:trace contextRef="#ctx0" brushRef="#br0">0 106 8466,'0'0'10306,"23"3"-9352,178 10 687,-200-12-1629,0-1 0,1 0 0,-1 0 0,0 0 0,1 0 0,-1 0 0,0 0 0,1-1 0,-1 1 0,0 0 0,1-1 0,-1 1 0,0-1 1,0 1-1,1-1 0,-1 0 0,0 1 0,0-1 0,0 0 0,0 0 0,0 0 0,0 0 0,1-1 0,1-28 154,-3 17-158,0 11 15,0-1-1,0 1 1,0-1 0,0 1-1,0-1 1,-1 1-1,1-1 1,-1 1 0,0 0-1,1-1 1,-1 1 0,0 0-1,-1-1 1,1 1-1,0 0 1,-1 0 0,1 0-1,-1 0 1,1 0 0,-1 0-1,0 1 1,0-1-1,0 1 1,-4-3 0,0 1 133,0 1 1,0 0 0,0 1-1,-1 0 1,1 0-1,0 0 1,-1 0-1,-10 1 1,10 0 27,-1 1 0,1-1 0,0 1 1,0 0-1,0 0 0,0 1 0,0 0 0,1 1 0,-1-1 0,-6 5 0,9-5-140,1 0-1,0 0 0,0 1 0,0-1 0,0 1 1,0 0-1,1 0 0,-1 0 0,1 0 1,0 1-1,0-1 0,0 1 0,0-1 1,1 1-1,-1 0 0,1-1 0,0 1 1,0 0-1,-1 7 0,2-4-63,-3 43 85,3-48-116,0 0 1,1 1 0,-1-1 0,1 1 0,-1-1 0,1 0-1,0 0 1,0 1 0,0-1 0,0 0 0,0 0 0,1 0-1,-1 0 1,0 0 0,1 0 0,0-1 0,-1 1 0,1 0-1,3 1 1,17 8-1177,2 0 0,-1-2 0,26 6 0,10 0-4614</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1.162"/>
    </inkml:context>
    <inkml:brush xml:id="br0">
      <inkml:brushProperty name="width" value="0.025" units="cm"/>
      <inkml:brushProperty name="height" value="0.025" units="cm"/>
    </inkml:brush>
  </inkml:definitions>
  <inkml:trace contextRef="#ctx0" brushRef="#br0">7 19 1776,'0'0'21716,"0"0"-21620,0 0 1,-1 0-1,1 0 1,0 0-1,-1 1 1,1-1-1,0 0 1,-1 0-1,1 0 0,0 1 1,0-1-1,-1 0 1,1 1-1,0-1 1,0 0-1,-1 0 1,1 1-1,0-1 1,0 0-1,0 1 1,-1-1-1,1 1 1,0-1-1,0 0 1,0 1-1,0-1 1,0 0-1,0 1 1,0-1-1,0 1 1,0-1-1,0 15 454,3 18-78,-3-32-472,1 0 1,0 0 0,0 0 0,0 0 0,0 0 0,0 0 0,0 0 0,0 0-1,0-1 1,0 1 0,0 0 0,0-1 0,1 1 0,-1-1 0,0 1 0,0-1-1,0 0 1,1 0 0,-1 1 0,0-1 0,1 0 0,-1 0 0,0 0-1,0 0 1,2-1 0,22 2 13,-19 0-32,0 0 0,0-1-1,1 0 1,-1 0 0,0 0 0,0-1 0,0 1 0,0-2-1,0 1 1,-1-1 0,1 0 0,0 0 0,0 0 0,6-5 0,2-4-19,-4 3 13,0 0 0,-1 0 0,0-1 0,-1 0 0,8-11 0,-15 99 609,-1-77-779,1 0 1,-1 0 0,1 0-1,0 0 1,0 0 0,0-1-1,0 1 1,0 0 0,0-1 0,0 1-1,0 0 1,0-1 0,1 0-1,-1 1 1,1-1 0,-1 0-1,1 1 1,0-1 0,-1 0 0,1 0-1,0-1 1,0 1 0,0 0-1,-1 0 1,1-1 0,0 1-1,0-1 1,0 0 0,4 1 0,-1 0-910,16 6-3961</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1.564"/>
    </inkml:context>
    <inkml:brush xml:id="br0">
      <inkml:brushProperty name="width" value="0.025" units="cm"/>
      <inkml:brushProperty name="height" value="0.025" units="cm"/>
    </inkml:brush>
  </inkml:definitions>
  <inkml:trace contextRef="#ctx0" brushRef="#br0">1 17 3273,'0'0'20680,"3"7"-19542,1 4-795,17 32 655,-20-41-986,0 0 0,0-1 0,0 1 0,0 0 0,1-1 0,-1 1 0,0-1 0,1 1 0,0-1 0,-1 0 0,1 0 0,0 0 0,-1 0 0,1 0 0,0 0 0,0 0 0,0-1 0,0 1 0,0 0 0,0-1 0,2 0 0,8 0-95,0-2-1,0 1 1,0-2-1,0 1 1,-1-2-1,1 0 1,-1 0-1,0-1 1,0 0-1,-1-1 1,1 0-1,18-15 1,-23 16 82,0 1 0,0 0-1,0 0 1,1 0 0,-1 1 0,1 0 0,0 0 0,0 1 0,0 0 0,0 0-1,0 1 1,9-1 0,-15 2 289,-1 4 188,0 104 830,0-108-1336,0 1 0,0 0 0,1 0 0,-1-1 0,0 1 0,0 0 0,1 0 0,-1-1 0,0 1 0,1 0 0,-1-1 0,1 1 0,-1 0 0,1-1 0,-1 1 0,1-1 0,-1 1 0,1-1 0,0 1 0,-1-1-1,1 1 1,0-1 0,-1 0 0,1 1 0,0-1 0,0 0 0,-1 1 0,1-1 0,0 0 0,1 0 0,26 3-1252,-23-3 908,31 0-2851,6 0-2602</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1.954"/>
    </inkml:context>
    <inkml:brush xml:id="br0">
      <inkml:brushProperty name="width" value="0.025" units="cm"/>
      <inkml:brushProperty name="height" value="0.025" units="cm"/>
    </inkml:brush>
  </inkml:definitions>
  <inkml:trace contextRef="#ctx0" brushRef="#br0">282 38 4905,'0'0'19151,"-25"-7"-18204,-79-18-32,97 23-774,0 1 1,0 0-1,0 0 1,0 1-1,0 0 0,0 0 1,0 1-1,-11 1 1,15-1-113,1 0 0,-1-1 0,1 1 0,0 0 0,-1 0 0,1 0 0,0 1 0,0-1 0,-1 1 0,1-1 1,0 1-1,1 0 0,-1-1 0,0 1 0,0 0 0,1 0 0,-3 4 0,3-4-79,1-1-1,-1 1 1,1-1 0,-1 1 0,1-1 0,0 1-1,0-1 1,-1 1 0,1-1 0,0 1-1,0-1 1,1 1 0,-1-1 0,0 1-1,0-1 1,1 1 0,-1-1 0,1 1-1,-1-1 1,1 0 0,0 1 0,0-1 0,-1 0-1,1 0 1,0 1 0,2 1 0,35 29-1256,-14-13 366,-20-16 819,-1-1 0,0 1 0,0 1 0,0-1 0,0 0 0,-1 1 0,1-1 1,-1 1-1,0 0 0,0 0 0,0 0 0,0 0 0,-1 0 0,0 0 0,0 0 0,0 0 0,0 1 0,-1-1 0,1 0 1,-1 1-1,0-1 0,-1 0 0,0 8 0,-1-10 140,1 1 0,-1-1 0,1 1 0,-1-1-1,0 0 1,0 0 0,0 0 0,0 0 0,0 0 0,-1 0 0,1-1 0,-1 1 0,1-1 0,-1 1 0,1-1-1,-1 0 1,0 0 0,0 0 0,1-1 0,-6 2 0,-60 9 261,43-13-599,25 2 232,-1 0 1,1-1-1,0 1 0,0 0 1,0-1-1,0 1 1,0 0-1,0-1 0,0 1 1,0 0-1,0-1 1,0 1-1,0 0 1,0-1-1,0 1 0,0 0 1,1 0-1,-1-1 1,0 1-1,0 0 1,0-1-1,0 1 0,1 0 1,-1 0-1,0-1 1,0 1-1,0 0 0,1 0 1,-1-1-1,0 1 1,0 0-1,1 0 1,-1 0-1,0 0 0,0-1 1,1 1-1,-1 0 1,44-25-7239,-41 24 7122,40-21-7050</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2.096"/>
    </inkml:context>
    <inkml:brush xml:id="br0">
      <inkml:brushProperty name="width" value="0.025" units="cm"/>
      <inkml:brushProperty name="height" value="0.025" units="cm"/>
    </inkml:brush>
  </inkml:definitions>
  <inkml:trace contextRef="#ctx0" brushRef="#br0">1 1 8570</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2.564"/>
    </inkml:context>
    <inkml:brush xml:id="br0">
      <inkml:brushProperty name="width" value="0.025" units="cm"/>
      <inkml:brushProperty name="height" value="0.025" units="cm"/>
    </inkml:brush>
  </inkml:definitions>
  <inkml:trace contextRef="#ctx0" brushRef="#br0">1 94 8570,'160'-9'5746,"-140"7"-499,-29-1-2941,-22 1-215,28 2-2022,-1 0 1,1 0-1,0 1 1,0-1-1,0 1 1,0 0-1,0 0 1,0 0-1,0 0 1,0 0-1,0 1 1,1-1-1,-1 1 1,0 0-1,1 0 1,-1 0-1,1 0 1,0 0-1,0 1 1,0-1-1,0 1 1,0-1-1,0 1 1,-1 4-1,1-2 12,0 0 0,0 0 0,0 0-1,1 1 1,0-1 0,0 0-1,0 1 1,1-1 0,0 1-1,0-1 1,0 1 0,1-1-1,2 11 1,-2-14-111,-1-1 0,1 1 0,0 0-1,0-1 1,0 1 0,0-1 0,0 1 0,1-1 0,-1 0-1,0 1 1,1-1 0,-1 0 0,1 0 0,-1 0-1,1 0 1,0 0 0,-1 0 0,1-1 0,0 1 0,0 0-1,-1-1 1,1 1 0,0-1 0,0 0 0,0 0 0,0 0-1,2 0 1,-2 1-13,0-1-1,1 0 0,-1 0 0,0 0 1,0-1-1,0 1 0,0 0 1,0-1-1,0 1 0,0-1 0,0 0 1,0 0-1,0 0 0,0 0 1,0 0-1,0 0 0,-1 0 1,1-1-1,0 1 0,-1-1 0,1 1 1,-1-1-1,2-1 0,2-13-27,0 1 1,-1-1-1,0-1 0,-1 1 0,-1 0 0,-1-1 0,-1-26 1,0 42 71,0 0 0,0 0 0,0-1 1,0 1-1,0 0 0,1 0 1,-1 0-1,0 0 0,0 0 1,1 0-1,-1 0 0,1 0 0,-1 0 1,1 0-1,-1 1 0,1-1 1,-1 0-1,1 0 0,0 0 1,0 0-1,-1 1 0,1-1 1,0 0-1,0 1 0,0-1 0,0 1 1,0-1-1,0 1 0,0-1 1,0 1-1,0 0 0,0-1 1,2 1-1,40 2 17,-38-2-19,-1 1 0,0 0-1,0 1 1,0-1 0,0 1 0,-1 0-1,1 0 1,0 0 0,-1 0-1,1 1 1,-1-1 0,0 1 0,5 4-1,32 48-25,-10-13 24,-18-23 87,-10-16 1120,-2-10-150,0-8-850,1-9-108,2 1-1,1 0 1,1-1-1,8-23 1,-12 46-326,0 0 0,0 0 0,-1 0 0,1 0 0,0 0 0,0 0 0,0 0 0,0 0 0,1 0 0,-1 0 0,0 1 0,0-1 0,0 0 0,1 1 0,-1-1 0,0 1 0,0 0 0,1-1 0,-1 1 0,0 0 0,1 0 0,-1 0 0,1 0 0,-1 0 0,0 0 0,1 0 0,-1 0 0,0 0 0,3 1 0,9-1-2899,6-2-2733</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2.846"/>
    </inkml:context>
    <inkml:brush xml:id="br0">
      <inkml:brushProperty name="width" value="0.025" units="cm"/>
      <inkml:brushProperty name="height" value="0.025" units="cm"/>
    </inkml:brush>
  </inkml:definitions>
  <inkml:trace contextRef="#ctx0" brushRef="#br0">158 0 10698,'0'0'16405,"-20"27"-14933,-64 84-247,77-100-1117,0 0 1,1 0-1,0 1 1,1 0-1,0 0 1,1 0-1,1 0 1,-1 1-1,2 0 1,0-1-1,0 1 1,1 0-1,1 0 1,0 0 0,3 15-1,-2 17-387,-1-44 229,1-1 0,-1 1 0,0 0 0,1-1 0,-1 1 0,0-1 0,1 1 0,-1-1 0,1 1 0,-1-1-1,1 1 1,-1-1 0,1 1 0,-1-1 0,1 1 0,-1-1 0,1 0 0,-1 1 0,1-1 0,0 0 0,-1 0 0,1 1 0,0-1-1,-1 0 1,1 0 0,0 0 0,-1 0 0,1 0 0,0 0 0,1 0 0,30 0-1652,-22 0 767,-2 0-179,1-1 0,-1 1 0,0-1 0,0-1 0,0 1 0,10-4-1,9-8-5615</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3.062"/>
    </inkml:context>
    <inkml:brush xml:id="br0">
      <inkml:brushProperty name="width" value="0.025" units="cm"/>
      <inkml:brushProperty name="height" value="0.025" units="cm"/>
    </inkml:brush>
  </inkml:definitions>
  <inkml:trace contextRef="#ctx0" brushRef="#br0">1 23 3137,'0'0'19396,"192"-22"-19052,-140 22-112,-7 0-232,-7 0 0,-6 0-720,-6 6-1865,-7 10-2688,-19-3-7138</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3.469"/>
    </inkml:context>
    <inkml:brush xml:id="br0">
      <inkml:brushProperty name="width" value="0.025" units="cm"/>
      <inkml:brushProperty name="height" value="0.025" units="cm"/>
    </inkml:brush>
  </inkml:definitions>
  <inkml:trace contextRef="#ctx0" brushRef="#br0">1 81 4825,'0'0'18083,"24"3"-17417,183 13 543,-206-16-1198,0 1 1,0-1 0,0 0 0,1 0-1,-1 0 1,0-1 0,0 1 0,0 0-1,1 0 1,-1-1 0,0 1 0,0-1-1,0 1 1,0-1 0,0 1 0,0-1-1,0 0 1,0 1 0,0-1 0,0 0-1,0 0 1,0 0 0,0 1 0,-1-1 0,1 0-1,0 0 1,0-2 0,2-32 671,-3 22-575,-1 11-98,1 0 0,-1 1 0,1-1 0,-1 0 0,0 1 0,1-1 0,-1 1 0,0-1 0,0 1 0,0-1 0,0 1 0,-1 0 0,1 0 0,0-1 0,0 1 0,-1 0 0,1 0 0,-1 0 0,1 0 0,-1 1 0,1-1 0,-1 0 0,0 1 0,1-1 0,-1 1 0,0-1 0,1 1-1,-1 0 1,0 0 0,-2 0 0,-62-4 140,57 4-105,-2 0-46,5-1 18,0 1-1,0 0 1,0 1 0,0-1 0,-1 1-1,-10 4 1,15-4-22,0-1 1,1 1-1,-1 0 1,1 1-1,-1-1 0,1 0 1,-1 0-1,1 1 0,0-1 1,0 1-1,0-1 1,0 1-1,0-1 0,0 1 1,0 0-1,0-1 0,0 1 1,1 0-1,-1 0 1,1 0-1,0-1 0,-1 1 1,1 0-1,0 0 0,0 0 1,0 0-1,0 2 1,0 7-67,0-9 0,0 0 0,-1 0 0,1 0 1,0 1-1,0-1 0,1 0 0,-1 0 0,0 1 1,1-1-1,-1 0 0,1 0 0,0 0 1,0 0-1,0 0 0,0 0 0,0 0 1,0 0-1,0 0 0,1 0 0,-1-1 1,1 1-1,-1 0 0,1-1 0,0 1 0,0-1 1,-1 0-1,5 2 0,29 17-3000,51 21 0,-23-17-2101</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3.938"/>
    </inkml:context>
    <inkml:brush xml:id="br0">
      <inkml:brushProperty name="width" value="0.025" units="cm"/>
      <inkml:brushProperty name="height" value="0.025" units="cm"/>
    </inkml:brush>
  </inkml:definitions>
  <inkml:trace contextRef="#ctx0" brushRef="#br0">133 555 8650,'0'0'14220,"-18"-5"-13617,-57-17-75,74 22-498,-1-1 0,1 1 0,0 0 0,0 0 1,-1 0-1,1 0 0,0 0 0,-1 0 0,1 0 0,0 0 0,0 0 0,-1 0 0,1 1 0,0-1 0,0 1 0,-1-1 0,1 1 1,0-1-1,0 1 0,0-1 0,0 1 0,0 0 0,0 0 0,0 0 0,0 0 0,0 0 0,0 0 0,1 0 0,-1 0 1,0 0-1,1 0 0,-1 0 0,0 0 0,1 0 0,-1 0 0,1 1 0,0-1 0,-1 0 0,1 0 0,0 1 0,0-1 0,0 0 1,0 3-1,0-3-32,0 1 1,-1-1 0,1 1 0,0-1 0,0 1 0,0-1 0,0 1-1,1-1 1,-1 1 0,0-1 0,1 1 0,-1-1 0,1 1-1,-1-1 1,1 0 0,0 1 0,0-1 0,-1 0 0,1 0 0,0 1-1,0-1 1,0 0 0,0 0 0,0 0 0,1 0 0,-1 0-1,0-1 1,0 1 0,1 0 0,-1 0 0,0-1 0,1 1 0,1 0-1,2-2-39,0 1-1,0-1 0,0 0 1,0 0-1,0 0 0,-1-1 1,1 0-1,0 0 0,-1 0 1,0 0-1,9-6 0,44-42-1226,-40 34 816,-3 3 91,189-191-4401,-184 181 4689,0 0-1,-2-1 1,-1-1 0,-1 0 0,-1-1 0,-1 0 0,15-46 0,-26 65 393,5-22 2340,-7 28-2564,0 1 0,0-1 0,0 1 0,0-1-1,0 1 1,0-1 0,-1 1 0,1-1 0,0 1 0,0-1 0,0 1-1,-1-1 1,1 1 0,0-1 0,0 1 0,-1-1 0,1 1 0,0-1-1,-1 1 1,1 0 0,-1-1 0,1 1 0,0-1 0,-1 1 0,1 0-1,-1 0 1,1-1 0,-1 1 0,1 0 0,-1 0 0,1 0 0,-1-1-1,1 1 1,-1 0 0,1 0 0,-1 0 0,1 0 0,-1 0 0,0 0-1,1 0 1,-1 0 0,1 0 0,-1 0 0,1 1 0,-1-1 0,-8 2 90,1 1 0,-1 0 1,1 0-1,0 1 0,0 0 1,1 0-1,-1 0 1,1 1-1,0 1 0,-10 9 1,-6 7 461,-34 41 1,41-40-512,0-1-1,1 2 1,2 0-1,0 1 1,1 0-1,2 1 1,1 0-1,1 0 1,1 1 0,1 0-1,2 1 1,0-1-1,2 1 1,1 31-1,1-59-141,0 123-1108,0-83-2255,0 0-3885,0-20-4733</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4.671"/>
    </inkml:context>
    <inkml:brush xml:id="br0">
      <inkml:brushProperty name="width" value="0.025" units="cm"/>
      <inkml:brushProperty name="height" value="0.025" units="cm"/>
    </inkml:brush>
  </inkml:definitions>
  <inkml:trace contextRef="#ctx0" brushRef="#br0">87 39 3449,'0'0'15350,"10"-7"-13927,1 1-1009,-6 4-21,-1-1 0,1 1 0,-1-1 0,0 0 0,0 0 1,7-7-1,-51 19 1538,30-3-1807,-1 0 0,1 1-1,1 1 1,-1 0 0,1 0 0,-11 14 0,17-19-145,0 1 1,1-1-1,0 1 0,-1-1 1,1 1-1,0 0 0,1 0 0,-1 0 1,1 0-1,-1 0 0,1 0 0,1 0 1,-1 0-1,0 0 0,1 1 1,0-1-1,0 0 0,0 0 0,1 1 1,-1-1-1,1 0 0,3 8 1,-3-9-41,0-1 0,0 1 0,1-1 0,-1 0 0,1 1 1,-1-1-1,1 0 0,0 0 0,0 0 0,0 0 1,0-1-1,0 1 0,0 0 0,1-1 0,-1 0 0,0 1 1,1-1-1,-1 0 0,1 0 0,-1 0 0,6 0 1,3 1-92,1-1 1,0 0 0,24-2 0,-28 0 75,0 0 1,-1 1-1,1 0 1,0 0 0,0 1-1,0 0 1,-1 1-1,15 3 1,-21-4 68,0 0 1,0-1 0,1 1-1,-1 0 1,0 0 0,0 0 0,0 0-1,0 0 1,-1 0 0,1 0-1,0 0 1,0 0 0,0 0 0,-1 0-1,1 1 1,-1-1 0,1 0-1,-1 1 1,1-1 0,-1 0 0,0 0-1,0 1 1,0-1 0,0 1-1,0-1 1,0 0 0,0 1 0,0-1-1,0 0 1,0 1 0,-1-1-1,1 0 1,-1 1 0,1-1 0,-1 0-1,1 0 1,-1 0 0,0 1-1,1-1 1,-1 0 0,-2 2 0,-2 4 145,0 0 1,-1 0-1,0 0 1,-11 9-1,12-11-134,0-1 1,-1 1-1,0-1 0,0 0 1,0 0-1,0 0 0,0-1 1,-1 0-1,-11 3 0,17-16-5348,1-5-949</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5.444"/>
    </inkml:context>
    <inkml:brush xml:id="br0">
      <inkml:brushProperty name="width" value="0.025" units="cm"/>
      <inkml:brushProperty name="height" value="0.025" units="cm"/>
    </inkml:brush>
  </inkml:definitions>
  <inkml:trace contextRef="#ctx0" brushRef="#br0">1 103 7930,'0'0'10011,"31"2"-9212,155 11 407,-165-11-687,-14-1-388,0 0 0,1-1 0,-1 1 0,1-1 0,-1-1 0,0 0 0,1 0 0,-1 0 0,9-3 0,-15 2-100,0-1-1,1 1 0,-1-1 1,0 0-1,-1 1 0,1-1 1,0 1-1,-1-1 1,1 0-1,-1 0 0,0 1 1,0-1-1,0 0 0,0 0 1,-1 1-1,1-1 0,-1 0 1,1 0-1,-1 1 0,-2-5 1,-1 3-18,0 1 0,0 0 1,0 0-1,-1 0 0,1 0 0,-1 1 0,0 0 1,1 0-1,-1 0 0,0 0 0,0 1 1,0 0-1,-1 0 0,1 1 0,-6-1 1,-10 0 138,1 0 0,-32 5 0,47-4-129,1 1 1,0-1-1,0 1 1,0 0-1,0 1 1,1-1-1,-1 1 1,0-1-1,0 1 1,1 0-1,-1 1 1,1-1-1,0 1 1,0-1-1,0 1 1,0 0-1,0 0 1,0 0-1,1 1 1,0-1-1,-1 1 1,-2 6-1,1 0 1,1-1-1,0 1 0,1 0 1,0 0-1,0 1 0,1-1 0,0 19 1,1-27-21,0 0 1,1 0-1,-1 0 1,0 0-1,1 0 1,-1 0-1,1 0 1,0 0-1,0 0 1,0 0-1,0 0 1,0-1-1,0 1 1,0 0 0,0-1-1,1 1 1,-1 0-1,0-1 1,1 0-1,1 2 1,2 0 6,0 0 0,0 0 0,0-1 0,0 0 1,0 0-1,0 0 0,9 1 0,7 1-2,0-1 1,43-1-1,-47-3-172,0-1 0,1-1 0,-1-1 0,0 0 1,-1-1-1,1-1 0,-1 0 0,21-12 0,126-80-2668,-139 82 2390,89-63-1465,-113 79 1972,0-1-1,1 1 1,-1 0 0,0 0 0,0-1 0,0 1 0,0 0 0,0 0-1,1-1 1,-1 1 0,0 0 0,0 0 0,0 0 0,1 0-1,-1-1 1,0 1 0,0 0 0,1 0 0,-1 0 0,0 0 0,0 0-1,1 0 1,-1-1 0,0 1 0,0 0 0,1 0 0,-1 0 0,0 0-1,0 0 1,1 0 0,-1 0 0,0 0 0,1 0 0,-1 0 0,0 1-1,0-1 1,1 0 0,-1 0 0,0 0 0,0 0 0,1 0-1,-1 0 1,0 1 0,0-1 0,0 0 0,1 0 0,-1 0 0,0 0-1,0 1 1,0-1 0,1 0 0,-1 0 0,0 1 0,0-1 0,0 0-1,0 0 1,0 1 0,0-1 0,1 1 0,-2-1-4,1 1 1,0-1-1,0 1 0,-1 0 1,1-1-1,0 1 1,-1-1-1,1 1 0,-1-1 1,1 1-1,-1-1 1,1 1-1,-1-1 0,1 0 1,-1 1-1,1-1 1,-1 1-1,1-1 0,-1 0 1,0 0-1,1 1 1,-1-1-1,1 0 0,-1 0 1,0 0-1,1 0 1,-1 0-1,0 0 0,1 0 1,-1 0-1,0 0 1,0 0-1,-10 0-56,-1 1 0,1 0 0,0 1 0,-1 0 1,1 1-1,0 0 0,1 0 0,-1 1 0,0 1 0,1 0 0,0 0 0,-12 9 1,16-9 25,1-1 0,-1 1 1,1 0-1,0 1 0,0-1 1,0 1-1,1 0 1,0 0-1,0 0 0,0 1 1,1-1-1,0 1 0,1 0 1,-1 0-1,1 0 1,0 0-1,1 0 0,0 0 1,0 1-1,0 7 0,2-12-22,-1 1 0,1-1-1,0 1 1,0-1 0,0 0-1,0 1 1,1-1 0,-1 0-1,1 0 1,0 0 0,0 0-1,0 0 1,0 0 0,1-1-1,-1 1 1,1-1 0,-1 1-1,1-1 1,0 0 0,0 0-1,0 0 1,0-1 0,6 3-1,9 5 6,1-2-1,0-1 1,19 5 0,-25-8-10,8 2-323,0-1-1,1 0 0,42 0 1,-48-4-1149,0-1 1,1-1-1,17-4 1,12-11-6936</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5.698"/>
    </inkml:context>
    <inkml:brush xml:id="br0">
      <inkml:brushProperty name="width" value="0.025" units="cm"/>
      <inkml:brushProperty name="height" value="0.025" units="cm"/>
    </inkml:brush>
  </inkml:definitions>
  <inkml:trace contextRef="#ctx0" brushRef="#br0">231 1 13235,'0'0'10690,"-25"192"-9410,25-137-447,0-4-153,0-6-288,0-6-232,-7-4-40,-5-13-120,-1-2-56,-13-1-504,0-10-785,-19 1-903,7-3-1825,-1-4-1672</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6.009"/>
    </inkml:context>
    <inkml:brush xml:id="br0">
      <inkml:brushProperty name="width" value="0.025" units="cm"/>
      <inkml:brushProperty name="height" value="0.025" units="cm"/>
    </inkml:brush>
  </inkml:definitions>
  <inkml:trace contextRef="#ctx0" brushRef="#br0">1 55 3209,'0'0'14557,"35"-7"-12001,115-24-547,-119 24-1340,1 3 0,0 0 0,64 2-1,-50 3-230,-45-1-413,1 1-1,-1 0 1,0-1-1,0 1 1,0 0-1,0 0 1,-1 0-1,1-1 1,0 1 0,0 0-1,0 0 1,-1 0-1,1 1 1,0-1-1,-1 0 1,1 0-1,-1 0 1,0 0-1,1 1 1,-1-1 0,0 0-1,1 0 1,-1 1-1,0-1 1,0 0-1,0 0 1,0 1-1,-1-1 1,1 2-1,-3 40 631,-15 22-2266,24-68-3491,1-13-945</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6.164"/>
    </inkml:context>
    <inkml:brush xml:id="br0">
      <inkml:brushProperty name="width" value="0.025" units="cm"/>
      <inkml:brushProperty name="height" value="0.025" units="cm"/>
    </inkml:brush>
  </inkml:definitions>
  <inkml:trace contextRef="#ctx0" brushRef="#br0">0 0 11618,'0'0'11563,"13"116"-12387,7-75-1273,-8-9-2376,-5-9-3096</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6.774"/>
    </inkml:context>
    <inkml:brush xml:id="br0">
      <inkml:brushProperty name="width" value="0.025" units="cm"/>
      <inkml:brushProperty name="height" value="0.025" units="cm"/>
    </inkml:brush>
  </inkml:definitions>
  <inkml:trace contextRef="#ctx0" brushRef="#br0">81 19 3025,'0'0'22554,"-13"21"-21630,-38 68-329,49-85-567,0-1 1,0 1 0,0 0-1,0-1 1,1 1 0,-1 0 0,1 0-1,0 0 1,0 0 0,1 0-1,-1 0 1,1 0 0,0 1-1,0-1 1,0 0 0,1 0-1,0 0 1,-1 0 0,3 6-1,0-9-22,-1 1-1,0-1 1,1 0 0,-1 0-1,1 0 1,0-1 0,-1 1-1,1-1 1,0 1-1,-1-1 1,1 0 0,0 0-1,-1 0 1,1 0 0,0 0-1,3-2 1,2 2 37,-2-1-55,1 0-1,-1 0 1,0-1 0,1 0-1,-1 0 1,0 0 0,0-1 0,0 0-1,-1 0 1,1 0 0,-1-1-1,1 0 1,-1 0 0,-1 0 0,1 0-1,0-1 1,5-8 0,2-2-233,-1 0 1,-1-1-1,0 0 0,13-30 1,-21 40 197,0 1 1,1-1 0,-1 1 0,1 0-1,1 0 1,-1 0 0,5-5 0,-7 10 41,-1-1 0,1 1 0,-1-1 0,1 1 0,-1 0 0,1 0 0,-1-1 0,1 1 0,-1 0 0,1 0 0,0-1 0,-1 1 0,1 0 0,0 0 0,-1 0 0,1 0 0,-1 0 0,1 0 0,0 0 0,-1 0 0,1 0-1,0 0 1,-1 1 0,1-1 0,-1 0 0,2 1 0,0 0 25,0 1 0,0-1 0,0 1 0,-1-1 0,1 1 0,0 0 0,-1 0 0,0 0 0,1 0 0,-1 0 0,1 3 0,3 4 126,-1 0 1,0 1-1,-1-1 0,0 1 1,0 0-1,-1 0 0,-1 0 0,1 0 1,-2 0-1,1 0 0,-2 13 0,4-23-140,-1-1 0,1 1-1,-1-1 1,1 1 0,-1-1-1,1 0 1,-1 0 0,1 0-1,-1 0 1,3-2 0,-4 3-5,71-47-258,-67 46 258,-4 1 17,-1 36 386,0-32-478,0 0-1,1 0 1,-1 0 0,1-1 0,0 1 0,0 0 0,0 0 0,1 0 0,-1-1 0,4 5-1,14 18-5652,-6-12-1604</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7.272"/>
    </inkml:context>
    <inkml:brush xml:id="br0">
      <inkml:brushProperty name="width" value="0.025" units="cm"/>
      <inkml:brushProperty name="height" value="0.025" units="cm"/>
    </inkml:brush>
  </inkml:definitions>
  <inkml:trace contextRef="#ctx0" brushRef="#br0">238 0 2841,'0'0'20316,"-173"164"-20316,147-126-536,1-6-3681,12-16-9610</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8.242"/>
    </inkml:context>
    <inkml:brush xml:id="br0">
      <inkml:brushProperty name="width" value="0.025" units="cm"/>
      <inkml:brushProperty name="height" value="0.025" units="cm"/>
    </inkml:brush>
  </inkml:definitions>
  <inkml:trace contextRef="#ctx0" brushRef="#br0">309 71 4017,'0'0'16007,"3"-8"-14300,-1 4-1595,-1 3-52,-1 0 0,1 0 0,0 0-1,0-1 1,-1 1 0,1 0 0,-1 0 0,1 0 0,-1-1 0,0 1 0,1 0 0,-1-1-1,0 1 1,0 0 0,0-1 0,0 1 0,0 0 0,0-1 0,0 1 0,0 0-1,-1-1 1,1 1 0,0 0 0,-1-1 0,1 1 0,-1 0 0,0 0 0,1 0 0,-1-1-1,0 1 1,0 0 0,1 0 0,-1 0 0,0 0 0,0 0 0,0 1 0,0-1-1,-1 0 1,1 0 0,0 1 0,0-1 0,0 0 0,-1 1 0,1-1 0,0 1-1,0 0 1,-2-1 0,-7-1 119,-1 0 0,1 0 0,0 1 0,-1 1 0,1 0-1,0 0 1,-1 1 0,1 0 0,0 1 0,-1 0 0,1 1 0,0 0-1,0 0 1,1 1 0,-1 0 0,1 1 0,-16 11 0,17-11-156,1 0 0,0 1 0,0 0 0,0 0 1,1 1-1,0-1 0,0 2 0,1-1 0,0 0 0,0 1 1,1 0-1,0 0 0,0 1 0,1-1 0,0 1 1,0 0-1,1 0 0,0-1 0,1 1 0,-1 13 0,2-22-31,0 1 0,0 0 0,0 0 0,0 0 0,1 0 0,-1 0 0,0 0 0,1 0 0,-1 0 0,0-1 0,1 1 0,-1 0 0,1 0 0,-1-1-1,1 1 1,0 0 0,-1 0 0,1-1 0,0 1 0,-1-1 0,1 1 0,0-1 0,0 1 0,0-1 0,-1 1 0,1-1 0,2 1 0,33 3-141,-27-5 87,0 1 0,-1-2 0,1 1 0,-1-1 0,1-1 0,9-3 0,1-7-215,1-1 1,-2 0-1,0-2 0,20-21 0,21-18 149,-55 64 1676,-3 21-905,-1-22-632,0 0-1,0 0 1,0-1 0,1 1-1,0 0 1,0 0 0,1-1-1,0 1 1,6 13 0,-5-18-31,1-1 1,-1 0-1,1 0 0,-1 0 1,1-1-1,0 1 1,0-1-1,0 0 0,-1 0 1,1 0-1,0-1 1,0 1-1,0-1 0,0 0 1,0 0-1,0-1 1,0 1-1,0-1 1,0 0-1,0 0 0,4-1 1,1-1-99,-1 0-1,1-1 1,-1 1 0,0-2 0,0 1 0,0-1 0,13-12-1,-7 6-86,-10 9 199,-1-1-1,1 1 1,0-1-1,-1 0 1,0 0-1,0 0 1,0-1-1,0 1 1,0-1-1,0 0 1,-1 0 0,4-8 1051,18 19-1062,-14-4-250,0-1-1,1 1 0,-1-1 1,21 0-1,-25-2 228,-4 1 96,0-1 0,0 1-1,0-1 1,0 0 0,0 0-1,0 0 1,0 0 0,0 0-1,0 0 1,0-1 0,0 1-1,0-1 1,-1 1 0,1-1-1,0 0 1,0 0 0,0 0-1,2-1 1,-1 2 42,-1 0 1,1 0-1,0 0 1,-1 1-1,1-1 1,0 1-1,-1-1 0,1 1 1,-1 0-1,4 2 1,2 2-138,6 4-677,2 0-1,29 13 1,-37-19-1018,0-1-1,0 0 1,0 0-1,17 0 1,2-1-8978</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8.739"/>
    </inkml:context>
    <inkml:brush xml:id="br0">
      <inkml:brushProperty name="width" value="0.025" units="cm"/>
      <inkml:brushProperty name="height" value="0.025" units="cm"/>
    </inkml:brush>
  </inkml:definitions>
  <inkml:trace contextRef="#ctx0" brushRef="#br0">187 561 4201,'0'0'21479,"0"-5"-20196,0 4-1239,0 0 0,1 0-1,-1 0 1,-1 0 0,1 1-1,0-1 1,0 0 0,0 0-1,0 0 1,-1 0 0,1 1 0,0-1-1,-1 0 1,1 0 0,0 0-1,-1 1 1,1-1 0,-1 0-1,1 1 1,-1-1 0,0 0 0,1 1-1,-1-1 1,0 1 0,1-1-1,-1 1 1,0-1 0,0 1 0,0-1-1,-32-1 687,21 2-718,3-1 25,1 2 1,0-1 0,0 1 0,0 0 0,0 0-1,0 1 1,1 0 0,-1 1 0,-10 4 0,15-5-41,1 0-1,-1 0 1,0 0 0,1 0 0,-1 0-1,1 1 1,-1 0 0,1-1 0,0 1-1,0 0 1,0 0 0,1 0 0,-1 0-1,1 0 1,0 0 0,-1 1 0,2-1 0,-1 0-1,0 1 1,1-1 0,-1 1 0,1-1-1,0 1 1,0 3 0,0-6-1,1-1 0,-1 1 0,0 0 1,0 0-1,1 0 0,-1 0 0,1-1 0,-1 1 0,1 0 1,-1 0-1,1-1 0,-1 1 0,1 0 0,-1-1 0,1 1 0,0-1 1,-1 1-1,1-1 0,0 1 0,0-1 0,-1 1 0,1-1 1,0 0-1,0 0 0,0 1 0,0-1 0,-1 0 0,1 0 1,0 0-1,0 0 0,0 0 0,1 0 0,39 0-9,-31-1 8,2 0-15,0-1 0,0 0 1,0-1-1,0 0 1,0-1-1,-1 0 0,13-7 1,78-48-446,-69 39 290,18-11-279,-2-3-1,-1-1 0,51-50 1,-82 69 365,0-1 0,-1-1 0,-1 0 0,-1-1 0,-1-1 0,0 0 0,-2-1 1,0-1-1,-1 1 0,12-41 0,-20 52 146,-1 0 1,0 0-1,0 0 0,-2-11 1,1 8 264,0 12-282,0 0 1,-1 0-1,1 0 0,0 0 0,-1 0 0,1 0 0,-1 1 1,0-1-1,1 0 0,-1 0 0,1 0 0,-1 1 0,0-1 1,0 0-1,1 1 0,-1-1 0,0 1 0,0-1 0,0 1 1,0-1-1,0 1 0,0-1 0,0 1 0,0 0 1,0 0-1,0-1 0,0 1 0,0 0 0,0 0 0,0 0 1,0 0-1,0 0 0,0 0 0,-1 1 0,-42 5 633,33-2-558,1 0-1,-1 1 0,1 1 0,1-1 0,-1 2 1,1-1-1,0 1 0,1 1 0,-15 16 0,-2 4 261,-35 54-1,47-62-246,2 1 0,0 0-1,1 1 1,2 0 0,0 1-1,1 0 1,1 0 0,-4 36-1,4 14-1635,3 104-1,4-104-2334,-1-41-2380</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9.316"/>
    </inkml:context>
    <inkml:brush xml:id="br0">
      <inkml:brushProperty name="width" value="0.025" units="cm"/>
      <inkml:brushProperty name="height" value="0.025" units="cm"/>
    </inkml:brush>
  </inkml:definitions>
  <inkml:trace contextRef="#ctx0" brushRef="#br0">7 58 2761,'0'0'15992,"4"-10"-13532,13-28-696,-12 28-611,-5 297 3224,0-97-8569,0-190 4081,0 0 0,0 0 0,0 0 0,0 1 0,0-1 0,0 0 0,0 0 0,0 0 0,0 1 0,0-1 0,0 0 0,0 0 0,0 0 0,0 1 1,0-1-1,0 0 0,0 0 0,0 0 0,0 1 0,0-1 0,0 0 0,0 0 0,0 0 0,0 1 0,0-1 0,-1 0 0,1 0 0,0 0 0,0 0 1,0 1-1,0-1 0,0 0 0,-1 0 0,1 0 0,0 0 0,0 0 0,0 0 0,-1 1 0,1-1 0,0 0 0,0 0 0,0 0 0,-1 0 1,1 0-1,0 0 0,0 0 0,0 0 0,-1 0 0,1 0 0,0 0 0,0 0 0,0 0 0,-1 0 0,1 0 0,0 0 0,0 0 0,0 0 0,-1-1 1,1 1-1,0 0 0,0 0 0,0 0 0,-1 0 0,1 0 0,0 0 0,0-1 0,0 1 0,-12-12-5275,0-9-2638</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9.630"/>
    </inkml:context>
    <inkml:brush xml:id="br0">
      <inkml:brushProperty name="width" value="0.025" units="cm"/>
      <inkml:brushProperty name="height" value="0.025" units="cm"/>
    </inkml:brush>
  </inkml:definitions>
  <inkml:trace contextRef="#ctx0" brushRef="#br0">1 113 2697,'0'0'15276,"28"-22"-13487,89-60-81,-93 74-763,-13 14-167,-11 23 421,-1-23-867,1 105 2859,0-110-3165,0 0-1,0 0 1,0 0 0,0 0-1,0 0 1,0 0-1,0 0 1,-1 0-1,1 0 1,0 0 0,-1 0-1,1-1 1,-1 1-1,1 0 1,-1 0-1,1 0 1,-1-1 0,0 1-1,1 0 1,-1 0-1,0-1 1,1 1-1,-1-1 1,0 1 0,0-1-1,0 1 1,1-1-1,-1 1 1,0-1-1,0 0 1,0 1 0,0-1-1,0 0 1,0 0-1,0 0 1,0 0-1,0 0 1,0 0 0,0 0-1,0 0 1,0 0-1,0 0 1,0 0-1,1-1 1,-1 1-1,0 0 1,0-1 0,0 1-1,-1-1 1,-51-23 166,45 19-286,7 5-210,21 6-13474,-2 1 6794</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19.964"/>
    </inkml:context>
    <inkml:brush xml:id="br0">
      <inkml:brushProperty name="width" value="0.025" units="cm"/>
      <inkml:brushProperty name="height" value="0.025" units="cm"/>
    </inkml:brush>
  </inkml:definitions>
  <inkml:trace contextRef="#ctx0" brushRef="#br0">264 13 9394,'0'0'11628,"-7"-4"-10309,6 3-1263,1 0 0,-1 0 0,0 1 0,0-1 0,0 0 0,0 1 0,0-1 0,0 1 0,0-1 0,0 1 0,0-1 0,0 1 0,0 0 0,0 0 0,-1-1 0,1 1 0,0 0 0,0 0 0,0 0 0,0 0 0,0 0 0,0 0 0,-1 1 0,1-1 0,0 0 0,0 1 0,0-1 0,0 0 0,-2 2 0,0 2 175,0-1 0,1 1 0,-1 0 0,1 0 0,-1 0 0,1 1 0,-1 5 0,-9 15 412,-23 47 23,3 2 1,4 1-1,3 1 0,3 2 0,-14 94 0,24-72-1910,13-100 1071,-1 1 0,1-1 0,0 0 0,0 0 0,0 0 0,0 0 0,0 0 0,0 0 0,0 0 0,0 0 0,0 0 1,0 0-1,0-1 0,0 1 0,0 0 0,0-1 0,0 1 0,1-1 0,17-8-1868,1 0 1,-2-2 0,21-14-1,12-10-5470</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0.811"/>
    </inkml:context>
    <inkml:brush xml:id="br0">
      <inkml:brushProperty name="width" value="0.025" units="cm"/>
      <inkml:brushProperty name="height" value="0.025" units="cm"/>
    </inkml:brush>
  </inkml:definitions>
  <inkml:trace contextRef="#ctx0" brushRef="#br0">217 84 10322,'0'0'13919,"-10"1"-12931,-2 0-776,0 0 0,1 1-1,-1 0 1,0 1 0,1 0 0,-1 1-1,1 0 1,0 1 0,1 1-1,-1-1 1,1 1 0,0 1-1,0 0 1,-10 11 0,-5 20-88,24-37-134,0 1 1,0 0-1,1 0 0,-1 0 1,0 0-1,1 0 1,0 0-1,-1 0 0,1 0 1,0 0-1,0 0 1,0 0-1,0 0 0,0 0 1,1 0-1,-1 0 1,1 0-1,-1 0 1,1 0-1,1 3 0,4-3-72,0-1 0,-1 0 0,1 0 0,0 0 0,0-1 0,0 0 0,0 0 0,-1 0 0,11-2 0,-8 1-82,2 0-33,0-1 1,0 0-1,0 0 0,0-1 1,0-1-1,-1 0 0,1 0 1,-1-1-1,0 0 0,0 0 0,12-11 1,-20 15 210,-1 1 1,1 0 0,0 0 0,-1 0 0,1 0-1,-1 0 1,1-1 0,-1 1 0,1 0-1,0 0 1,-1 0 0,1 1 0,-1-1-1,1 0 1,0 0 0,-1 0 0,1 0 0,-1 0-1,1 1 1,-1-1 0,1 0 0,-1 0-1,1 1 1,-1-1 0,1 0 0,-1 1-1,1-1 1,-1 1 0,0-1 0,1 1 0,-1-1-1,0 1 1,1 0 0,21 28 68,-19-24-90,1 0 0,-1 0 1,1 0-1,0 0 0,9 7 0,-10-10-96,1 0 0,-1-1 0,1 1 0,0-1 0,0 0 0,-1 0 0,1 0 0,0-1 0,0 1 0,0-1 0,0 0 0,0 0 0,0 0 0,0 0 0,4-2 0,0 0-158,0 0 0,0-1 0,-1 0 0,1 0 0,0-1 0,11-7 0,3-5-871,-2 0-1,1-2 0,22-26 0,18-27-1555,8-8 8041,-69 79-5254,0 0 0,-1 0 0,1 0 0,0 0 1,0 1-1,0-1 0,0 0 0,0 0 0,0 0 1,0 0-1,0 0 0,0 1 0,0-1 1,-1 0-1,1 0 0,0 0 0,0 0 0,0 0 1,0 1-1,0-1 0,0 0 0,0 0 0,0 0 1,0 0-1,0 1 0,0-1 0,0 0 0,1 0 1,-1 0-1,0 0 0,0 0 0,0 1 0,0-1 1,0 0-1,0 0 0,0 0 0,0 0 0,0 0 1,0 0-1,1 1 0,-1-1 0,0 0 0,0 0 1,0 0-1,0 0 0,0 0 0,1 0 0,-1 0 1,0 0-1,0 0 0,0 0 0,0 0 0,0 0 1,1 0-1,-1 0 0,0 0 0,0 0 0,0 0 1,0 0-1,1 0 0,-1 0 0,-5 0-83,0 0 0,1 0 0,-1 0 0,0 1 0,1 0 0,-1-1 0,0 2 0,1-1 0,-1 0 0,1 1 0,-1 0 0,1 0 0,0 0 0,0 1 0,0 0 0,0-1 0,0 1 0,1 0 0,-1 1 0,1-1 0,0 1 0,0 0 0,0-1 0,0 1 0,1 0-1,-1 1 1,1-1 0,0 0 0,1 1 0,-1-1 0,1 1 0,0-1 0,0 1 0,0 0 0,1-1 0,-1 1 0,1 7 0,0 7-16,-1-14 15,1 1 1,0 0 0,0 0-1,1-1 1,-1 1 0,1-1-1,2 7 1,-2-11-62,0 1-1,0 0 1,0-1 0,0 1 0,0-1 0,0 1-1,0-1 1,1 1 0,-1-1 0,0 0 0,1 0-1,-1 0 1,1 0 0,0 0 0,-1 0 0,1 0-1,0 0 1,0-1 0,-1 1 0,1-1-1,0 1 1,0-1 0,0 0 0,0 0 0,-1 1-1,3-2 1,66 2-3257,-38-5-567,0-5-3022</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1.184"/>
    </inkml:context>
    <inkml:brush xml:id="br0">
      <inkml:brushProperty name="width" value="0.025" units="cm"/>
      <inkml:brushProperty name="height" value="0.025" units="cm"/>
    </inkml:brush>
  </inkml:definitions>
  <inkml:trace contextRef="#ctx0" brushRef="#br0">65 113 4241,'0'0'15507,"13"0"-14639,127 9 761,-139-9-1625,-1 0 0,1-1 0,-1 1 1,1 0-1,0-1 0,-1 1 0,1-1 0,-1 1 0,1-1 1,-1 0-1,0 1 0,1-1 0,-1 1 0,1-1 1,-1 0-1,0 1 0,0-1 0,1 0 0,-1 1 1,0-1-1,0 0 0,0 1 0,0-1 0,0 0 0,1 0 1,-2 1-1,1-1 0,0 0 0,0 1 0,0-1 1,0 0-1,0 0 0,-1 0 0,1-2 0,0 0 0,-1 1 0,1-1 0,-1 1 0,0-1 0,0 1 0,0-1-1,0 1 1,0 0 0,-2-3 0,-4-2 122,0 0 0,0 1-1,0 0 1,-1 0 0,0 1 0,0 0-1,-1 1 1,1 0 0,-1 0-1,0 0 1,0 1 0,0 1 0,0-1-1,-1 2 1,1-1 0,-1 1 0,-9 1-1,17 0-69,0 0 0,0 0 0,0 1 0,0-1 0,-1 1 0,1-1 1,0 1-1,0 0 0,0 0 0,1 0 0,-1 0 0,0 0 0,0 0 0,0 1 0,1-1 0,-1 1 0,1-1 0,-1 1 0,1-1 0,0 1 0,-1 0 0,1 0 0,0 0 0,0-1 0,0 1 0,0 0 0,1 0 0,-1 1 0,1-1 0,-2 4 0,0 7 75,0-1-1,1 1 1,1 25-1,0-26-135,0-8-77,1 0 0,-1 1 1,1-1-1,0 0 0,1 0 0,-1 0 0,1 0 0,0 0 0,-1 0 1,2 0-1,-1 0 0,0-1 0,1 1 0,0-1 0,0 0 0,0 0 1,0 0-1,0 0 0,1 0 0,-1-1 0,1 1 0,0-1 0,-1 0 1,1 0-1,0-1 0,5 3 0,8 2-1215,-1-1-1,1-1 1,1 0 0,-1-1-1,20 1 1,26-2-7342</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1.652"/>
    </inkml:context>
    <inkml:brush xml:id="br0">
      <inkml:brushProperty name="width" value="0.025" units="cm"/>
      <inkml:brushProperty name="height" value="0.025" units="cm"/>
    </inkml:brush>
  </inkml:definitions>
  <inkml:trace contextRef="#ctx0" brushRef="#br0">300 0 5777,'0'0'17244,"-29"1"-15382,-92 5-575,114-6-1117,-1 1 0,0 0 1,0 0-1,1 1 0,-1 0 1,1 0-1,-1 1 0,1 0 1,0 0-1,0 1 0,0-1 1,1 2-1,0-1 1,-1 1-1,1 0 0,1 0 1,-1 0-1,-6 9 0,11-12-159,-1 0 1,1 0-1,0 1 0,0-1 0,-1 1 0,1-1 0,1 1 0,-1-1 0,0 1 0,1 0 1,-1-1-1,1 1 0,0 0 0,0-1 0,0 1 0,0 0 0,1 3 0,-1-5-17,0 1-1,1-1 0,-1 1 0,0-1 1,1 1-1,-1-1 0,1 1 0,-1-1 1,1 0-1,0 1 0,-1-1 0,1 0 1,0 0-1,0 1 0,0-1 0,0 0 1,0 0-1,0 0 0,1 0 0,-1 0 0,0 0 1,0 0-1,1-1 0,-1 1 0,1 0 1,-1-1-1,0 1 0,1-1 0,2 1 1,5 0-99,1-1 0,-1 1 0,1-2 0,-1 1 0,1-2 1,-1 1-1,0-1 0,0 0 0,1-1 0,-1 0 0,-1-1 0,1 0 1,0 0-1,-1 0 0,0-1 0,0-1 0,-1 0 0,1 0 0,-1 0 1,8-9-1,-7 1 203,-13 14 359,-15 19-168,17-12-374,1 1 0,0-1-1,1 1 1,0-1 0,0 1 0,0-1-1,1 1 1,0 0 0,1-1 0,0 1-1,1 7 1,-1-14-57,0 0 0,0 0 0,0 0 0,0 0 0,0 0 0,0 0 0,0 0 0,0-1 1,0 1-1,1 0 0,-1-1 0,0 1 0,0 0 0,1-1 0,-1 0 0,0 1 0,1-1 0,-1 0 0,0 0 0,1 0 0,-1 0 0,1 0 0,-1 0 0,0 0 0,1 0 0,-1 0 0,0-1 0,2 1 0,3-1-841,28 1-4918,4 0-3288</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1.904"/>
    </inkml:context>
    <inkml:brush xml:id="br0">
      <inkml:brushProperty name="width" value="0.025" units="cm"/>
      <inkml:brushProperty name="height" value="0.025" units="cm"/>
    </inkml:brush>
  </inkml:definitions>
  <inkml:trace contextRef="#ctx0" brushRef="#br0">199 0 13003,'0'0'13409,"-23"28"-11998,-75 91-539,91-110-733,1 0-1,-1 0 0,1 1 0,1 0 0,0 0 0,0 0 0,1 0 0,1 1 0,-1 0 0,-2 18 0,0 0 33,1-5-242,1 0 1,2 1-1,-1 36 0,4-60-51,0 0-1,-1 0 1,1 0-1,0 0 1,0 0-1,0 0 0,-1-1 1,1 1-1,0 0 1,0 0-1,0-1 1,0 1-1,1-1 1,-1 1-1,0-1 0,0 1 1,0-1-1,0 0 1,0 0-1,1 1 1,-1-1-1,0 0 0,0 0 1,1 0-1,-1 0 1,0 0-1,0-1 1,0 1-1,0 0 1,3-1-1,37-6-2974,-2-12-3644,-6-4-4867</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2.074"/>
    </inkml:context>
    <inkml:brush xml:id="br0">
      <inkml:brushProperty name="width" value="0.025" units="cm"/>
      <inkml:brushProperty name="height" value="0.025" units="cm"/>
    </inkml:brush>
  </inkml:definitions>
  <inkml:trace contextRef="#ctx0" brushRef="#br0">1 1 6001,'0'0'13667,"173"0"-13619,-77 0-48,-19 0-2496,0 0-6722</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2.309"/>
    </inkml:context>
    <inkml:brush xml:id="br0">
      <inkml:brushProperty name="width" value="0.025" units="cm"/>
      <inkml:brushProperty name="height" value="0.025" units="cm"/>
    </inkml:brush>
  </inkml:definitions>
  <inkml:trace contextRef="#ctx0" brushRef="#br0">430 1 10442,'0'0'16892,"-109"163"-15812,90-111-96,-7-4-336,7-6-416,0-4-208,0-6-24,-7-6-280,-6-7-560,6-6-464,-25-10-1345,6-3-3752,7 0-4601</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2.899"/>
    </inkml:context>
    <inkml:brush xml:id="br0">
      <inkml:brushProperty name="width" value="0.025" units="cm"/>
      <inkml:brushProperty name="height" value="0.025" units="cm"/>
    </inkml:brush>
  </inkml:definitions>
  <inkml:trace contextRef="#ctx0" brushRef="#br0">0 460 8994,'0'0'3814,"32"-10"-1235,353-90 4239,-235 69-5577,-62 15-871,-1-3 0,-1-5 0,135-55-1,-214 76-359,0-1 0,0 1 0,0-1 0,0-1 0,-1 1 0,0-1-1,0 0 1,0-1 0,5-6 0,-8 7 3,0 0 1,0 0-1,-1 0 1,1 0-1,-1 0 1,-1-1-1,1 1 1,-1 0-1,1-1 0,-2 0 1,1 1-1,-1-1 1,0-6-1,0 10-7,0 1-1,0-1 1,0 1-1,-1-1 1,1 1-1,-1-1 1,1 1-1,-1-1 1,1 1 0,-1-1-1,0 1 1,0 0-1,0 0 1,1-1-1,-1 1 1,0 0-1,-1 0 1,1 0-1,0 0 1,0 0 0,0 0-1,-1 0 1,-1 0-1,-2-2 45,0 1-1,0 0 1,-1 0-1,1 0 1,-1 1-1,-9-2 1,-6 1 184,0 1 0,-36 3 0,48 0-172,1 0 1,0 0-1,-1 1 1,1-1-1,1 2 1,-1-1-1,0 1 1,1 1 0,0-1-1,0 1 1,0 0-1,-11 12 1,1 0 95,0 1 1,2 0-1,-18 27 1,7 0-34,2 1 1,2 1-1,2 1 1,3 1-1,-17 68 1,31-103-119,2-14-32,1 1 0,0-1 0,0 0 0,-1 1 0,1-1 0,0 1 0,0-1 0,0 1 0,0-1 0,0 1 0,0 0 0,0-1 0,0 1 0,0-1 0,0 1 0,0-1 1,0 1-1,0-1 0,0 1 0,1-1 0,-1 1 0,0-1 0,0 1 0,0-1 0,1 0 0,-1 1 0,0-1 0,1 1 0,-1-1 0,0 0 0,1 1 0,-1-1 0,1 0 0,0 1 0,20-2-213,32-22 390,-44 18-247,6-1 79,-6 3 9,-1-1 0,1 0-1,-1 0 1,14-10 0,-2 82-385,0-24-1826,-18-41 1665,0-1 0,0 1 0,0-1 0,0 0 0,1 0 0,-1 0 1,1-1-1,-1 1 0,4 1 0,12 4-4631</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3.339"/>
    </inkml:context>
    <inkml:brush xml:id="br0">
      <inkml:brushProperty name="width" value="0.025" units="cm"/>
      <inkml:brushProperty name="height" value="0.025" units="cm"/>
    </inkml:brush>
  </inkml:definitions>
  <inkml:trace contextRef="#ctx0" brushRef="#br0">1 80 8754,'0'0'10780,"7"9"-10120,-3-4-583,-2-2-25,1 0-1,-1 1 0,1-1 0,0 0 0,0 0 0,0-1 0,0 1 0,1-1 0,-1 1 0,1-1 0,-1 0 0,1 0 0,0-1 0,0 1 0,-1-1 0,1 0 0,0 0 0,1 0 0,-1 0 0,7 0 0,7-1 88,-11 0-117,0 1-1,1-2 0,-1 1 1,0-1-1,0 0 1,0 0-1,10-3 0,-15 2-11,0 1-1,0 0 0,0-1 0,0 1 1,0-1-1,0 1 0,0-1 1,-1 0-1,1 0 0,-1 0 0,1 0 1,-1 0-1,0 0 0,0 0 0,0 0 1,0 0-1,0-1 0,0 1 0,-1 0 1,1-1-1,-1 1 0,0-1 0,1 1 1,-1 0-1,0-1 0,-1-4 0,0 4 43,1 0-1,-1 0 1,0 1-1,0-1 1,0 0-1,0 0 0,-1 1 1,1-1-1,-1 0 1,0 1-1,1-1 1,-1 1-1,0 0 1,-1 0-1,1 0 1,0 0-1,0 0 0,-1 0 1,1 1-1,-1-1 1,0 1-1,0-1 1,1 1-1,-6-1 1,0-2 270,0 2 0,-1-1 0,1 1 0,-1 0 0,1 1 0,-1 0 0,-15 0 0,21 2-242,0-1 0,1 1 0,-1 0 0,0 0 0,0 0 0,1 0 0,-1 1 0,0-1 0,1 1 0,-1-1 0,1 1 0,0 0 0,0 0 0,0 0 0,0 0 0,0 1 0,0-1 0,0 0 0,1 1 0,-1 0 0,1-1 0,0 1 0,-1 0 0,1-1 0,1 1 0,-1 0 0,0 0 0,0 4 0,-2 9 126,1 1 1,0-1 0,1 27-1,1-42-194,0 2-8,0 0 0,1 0 0,-1 1 1,1-1-1,-1 0 0,1 0 0,0 1 1,1-1-1,-1 0 0,0 0 1,1 0-1,0-1 0,-1 1 0,1 0 1,0-1-1,1 1 0,2 2 1,1 0-23,0 0 1,0-1 0,0 0-1,0-1 1,1 1 0,0-1-1,10 3 1,58 12-2332,-9-10-4205,-53-6 4096,23 1-9250</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4.539"/>
    </inkml:context>
    <inkml:brush xml:id="br0">
      <inkml:brushProperty name="width" value="0.025" units="cm"/>
      <inkml:brushProperty name="height" value="0.025" units="cm"/>
    </inkml:brush>
  </inkml:definitions>
  <inkml:trace contextRef="#ctx0" brushRef="#br0">60 154 3393,'0'0'15907,"22"0"-13148,-8 0-2528,1-1 1,-1 0-1,0-1 0,1 0 0,-1-2 0,0 1 0,0-2 0,-1 0 0,0 0 0,1-1 0,-2-1 1,1 0-1,15-12 0,-26 17-229,0 0 0,0 1 1,-1-1-1,1 0 0,0 0 1,-1 0-1,0 0 0,1-1 1,-1 1-1,0 0 0,0 0 1,0-1-1,0 1 0,-1-1 1,1-2-1,0 4-9,-1-1 1,0 1-1,-1 0 0,1 0 0,0-1 1,0 1-1,0 0 0,-1 0 0,1 0 1,0 0-1,-1-1 0,1 1 0,-1 0 1,0 0-1,1 0 0,-1 0 0,0 0 1,0 0-1,0 0 0,1 0 0,-1 0 1,0 1-1,0-1 0,0 0 0,0 1 1,0-1-1,-1 0 0,1 1 0,0-1 1,0 1-1,-2-1 0,-18-4-50,-1 0 0,0 1 0,0 2 1,0 0-1,0 1 0,0 1 0,-32 5 0,50-5 68,0 1 0,0 0 0,1 0 0,-1 0 0,0 0 0,1 0 0,-1 1 0,1-1 0,0 1 0,-1 0 0,1 0 0,0 1 0,0-1 0,0 1 0,1-1 0,-1 1 0,1 0 0,-1 0 0,1 0 0,0 0 0,0 0 0,0 1 0,0-1 0,1 1 0,0-1 0,-1 1 0,1 0 0,0-1 0,1 1 0,-1 6 0,0-4 7,1 0 0,0 1 0,0-1 0,1 0 0,0 1 0,0-1 0,1 0 0,-1 0 0,1 0 0,0 0 0,1 0 0,0 0 0,0-1 0,0 1-1,0-1 1,1 0 0,7 8 0,-4-6-152,0-1 0,0 0 0,0 0 0,1-1 0,0 0 0,0 0-1,1-1 1,-1 0 0,1 0 0,0-1 0,0 0 0,0-1 0,11 2-1,-13-3-255,1-1-1,-1 0 1,0 0-1,0-1 1,0 1-1,0-2 1,0 1-1,0-1 1,0 0-1,-1 0 1,1-1-1,0 0 1,-1 0-1,0 0 1,0-1-1,0 0 1,10-9-1,39-42-2043,-42 41 2654,0 0 1,0 1-1,1 1 1,1 0-1,0 1 1,19-10-1,-34 20-27,1 1-1,-1-1 1,0 1-1,1 0 1,-1-1-1,1 1 1,-1 0-1,1 0 1,-1-1-1,1 1 1,0 0-1,-1 0 1,1 0-1,-1 0 1,1 0-1,-1 0 1,1 0-1,0 0 1,-1 0-1,1 0 1,-1 0-1,1 0 1,-1 0-1,1 0 1,-1 0-1,2 1 1,-1 14 5746,-2-1-6688,0-11 812,1 1-1,0-1 1,0 1 0,1-1-1,-1 1 1,1-1 0,-1 1-1,1-1 1,0 1 0,0-1-1,1 0 1,-1 0 0,1 0-1,0 0 1,-1 0 0,4 3-1,-3-4-57,1 0 0,0 0-1,1 0 1,-1 0 0,0-1-1,0 1 1,1-1 0,-1 0-1,1 0 1,-1-1 0,1 1-1,-1-1 1,1 1 0,-1-1-1,8-1 1,-3 0-106,0-1-1,1-1 1,-1 1 0,0-1-1,-1-1 1,1 0 0,-1 0-1,1 0 1,-1-1 0,0 0-1,-1 0 1,1-1 0,6-6-1,-2 2 15,0 0-1,1 2 0,15-9 0,-26 16 714,-3 38-229,1-31-457,0 1 1,1-1-1,0 1 0,0-1 0,1 1 0,2 11 1,-2-15-168,0-1 0,0 1 0,0-1 0,0 0 0,1 0 0,0 1 0,-1-1 0,1 0 0,0 0 0,0-1 0,0 1 0,0 0 0,0-1 0,0 1 0,1-1 0,-1 1 0,0-1 0,1 0 0,-1 0 0,6 1 0,19 3-5493</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4.991"/>
    </inkml:context>
    <inkml:brush xml:id="br0">
      <inkml:brushProperty name="width" value="0.025" units="cm"/>
      <inkml:brushProperty name="height" value="0.025" units="cm"/>
    </inkml:brush>
  </inkml:definitions>
  <inkml:trace contextRef="#ctx0" brushRef="#br0">201 608 12803,'0'0'11618,"-28"-1"-10884,-85-1-11,110 2-678,1 0 0,-1 0 0,1 0 0,0 1 1,-1-1-1,1 0 0,0 1 0,-1 0 1,1-1-1,0 1 0,0 0 0,0 0 0,-1 1 1,1-1-1,0 0 0,1 1 0,-1-1 1,0 1-1,0-1 0,1 1 0,-1 0 0,1 0 1,-1 0-1,1 0 0,-2 4 0,1-2-11,1 1 0,0 0 1,0 0-1,1-1 0,-1 1 0,1 0 0,0 0 0,1 6 0,0 0-51,-1-10 12,0-1-1,0 1 1,0 0 0,0-1-1,1 1 1,-1 0-1,0-1 1,0 1 0,1 0-1,-1-1 1,0 1-1,1-1 1,-1 1-1,1-1 1,-1 1 0,1-1-1,-1 1 1,1-1-1,-1 1 1,1-1 0,-1 1-1,1-1 1,-1 0-1,1 1 1,0-1 0,-1 0-1,2 0 1,27 4-77,-21-4 29,0 0-1,1-1 1,-1 0-1,16-5 1,-9-2-176,0 0 0,-1-1 0,-1-1 0,1 0 0,-1-1 0,21-22 0,-5 5-288,47-45-953,-4-3 0,-2-3 1,100-151-1,-164 220 1498,5-5 140,-2-1 1,0 0-1,0 0 0,-2-1 0,7-19 1,-14 36-123,0-1 1,0 1 0,0 0 0,0 0-1,0-1 1,0 1 0,0 0 0,0 0-1,-1 0 1,1-1 0,0 1-1,0 0 1,0 0 0,0 0 0,0 0-1,-1-1 1,1 1 0,0 0 0,0 0-1,0 0 1,0 0 0,-1 0 0,1-1-1,0 1 1,0 0 0,0 0 0,-1 0-1,1 0 1,0 0 0,0 0 0,-1 0-1,1 0 1,0 0 0,0 0 0,0 0-1,-1 0 1,1 0 0,0 0-1,0 0 1,-1 0 0,1 0 0,0 0-1,0 0 1,0 1 0,-1-1 0,1 0-1,0 0 1,-1 0 0,-12 5 443,-2 4-144,1 0 0,1 1 0,-1 0 0,2 1 0,0 1 0,-18 21 0,-61 89 1134,61-78-926,-42 83 0,64-109-539,0 0 0,2 1-1,0-1 1,1 1 0,1 1-1,0-1 1,-1 40 0,5-51-28,-1 0-217,1 1 0,1-1 0,-1 1 0,1-1 0,0 1 0,4 10 0,-3-16 26,-1 0 0,1 0 0,0-1 0,0 1 0,0 0 0,0-1 0,1 0-1,-1 1 1,1-1 0,-1 0 0,1 0 0,0 0 0,0-1 0,-1 1 0,1-1 0,1 1 0,5 0 0,44 14-6208,4-11-5293</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5.370"/>
    </inkml:context>
    <inkml:brush xml:id="br0">
      <inkml:brushProperty name="width" value="0.025" units="cm"/>
      <inkml:brushProperty name="height" value="0.025" units="cm"/>
    </inkml:brush>
  </inkml:definitions>
  <inkml:trace contextRef="#ctx0" brushRef="#br0">158 33 11266,'0'0'15266,"-24"15"-14843,-72 49-132,94-63-283,-1 0 0,1 1 1,-1-1-1,1 1 0,0 0 0,0 0 1,0 0-1,0 0 0,0 0 0,0 0 1,0 0-1,1 1 0,-1-1 0,1 1 1,0-1-1,0 1 0,-1-1 0,2 1 1,-1 0-1,0 0 0,1-1 0,-1 1 1,1 0-1,0 0 0,0 0 0,0 0 1,0-1-1,0 1 0,1 4 0,1 8-44,-2-14 33,1 0 1,-1 0-1,0-1 1,1 1 0,-1 0-1,1 0 1,-1-1-1,1 1 1,-1 0 0,1 0-1,-1-1 1,1 1 0,0-1-1,-1 1 1,1-1-1,0 1 1,0-1 0,-1 1-1,1-1 1,0 1 0,0-1-1,0 0 1,0 0-1,0 1 1,-1-1 0,1 0-1,0 0 1,0 0 0,0 0-1,2 0 1,36 0-30,-29 0-12,-7 0 40,1 0-1,-1-1 1,1 1-1,-1-1 1,1 0-1,-1 0 1,1 0-1,-1-1 1,0 1-1,1-1 1,-1 0-1,0 0 1,0 0-1,0 0 1,-1 0-1,1 0 1,0-1-1,-1 0 1,0 1-1,1-1 1,-1 0-1,0 0 1,0 0-1,-1 0 1,1-1-1,-1 1 1,0 0-1,2-5 1,0-2 19,-1 0 0,0-1 0,0 1 1,-1-1-1,0 1 0,-1-1 0,0 1 1,-3-19-1,3 27-36,0 1 0,0-1 0,-1 0-1,1 0 1,-1 1 0,0-1 0,1 0 0,-1 1 0,0-1 0,0 0 0,0 1 0,0-1-1,0 1 1,0 0 0,0-1 0,-1 1 0,1 0 0,0 0 0,-1 0 0,1 0 0,-1 0 0,1 0-1,-4-1 1,-25-3-4085,29 5 3907,1 0 1,0 0 0,-1 0-1,1 0 1,0 0-1,0 0 1,-1 0-1,1 0 1,0 0 0,0 0-1,-1 1 1,1-1-1,0 0 1,0 0-1,-1 0 1,1 0 0,0 1-1,0-1 1,-1 0-1,1 0 1,0 0-1,0 1 1,0-1 0,0 0-1,-1 0 1,1 1-1,0-1 1,0 0 0,0 0-1,0 1 1,0-1-1,0 0 1,0 0-1,0 1 1,0-1 0,0 0-1,0 1 1,0-1-1,0 0 1,0 0-1,0 1 1,0-1 0,0 0-1,0 0 1,0 1-1,0-1 1,0 1-234,0 11-8478</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5.700"/>
    </inkml:context>
    <inkml:brush xml:id="br0">
      <inkml:brushProperty name="width" value="0.025" units="cm"/>
      <inkml:brushProperty name="height" value="0.025" units="cm"/>
    </inkml:brush>
  </inkml:definitions>
  <inkml:trace contextRef="#ctx0" brushRef="#br0">771 96 10578,'0'0'10836,"-34"-15"-8502,-113-47-699,137 58-1526,0 0 0,0 1 0,-1 1 1,1 0-1,-1 0 0,1 1 0,-1 0 1,0 1-1,1 1 0,-1-1 0,0 1 1,1 1-1,-1 0 0,1 1 0,0 0 1,0 0-1,0 1 0,0 1 0,0-1 1,1 1-1,0 1 0,-13 10 0,8-7-20,1 1 1,0 1-1,1 0 0,0 0 0,1 2 0,0-1 1,1 1-1,1 1 0,0-1 0,0 2 0,2-1 0,-12 30 1,4 3-78,3 0 1,-13 96 0,11-52-256,13-82 30,-3 13-306,-1 1-1,-14 41 1,16-57 72,0-1 1,0 0-1,0 0 1,-1 0-1,0-1 0,-4 6 1,5-8-150,0-1-1,0 1 1,0-1 0,0 1 0,0-1 0,0 0-1,-1 0 1,1 0 0,-1-1 0,1 1-1,-7 0 1,-15 1-6952</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5.866"/>
    </inkml:context>
    <inkml:brush xml:id="br0">
      <inkml:brushProperty name="width" value="0.025" units="cm"/>
      <inkml:brushProperty name="height" value="0.025" units="cm"/>
    </inkml:brush>
  </inkml:definitions>
  <inkml:trace contextRef="#ctx0" brushRef="#br0">1 16 8618,'0'0'13091,"186"-16"-11915,-135 26-568,7 6-440,0 3-168,31-9-536,-18 0-1849,0-10-4256</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6.101"/>
    </inkml:context>
    <inkml:brush xml:id="br0">
      <inkml:brushProperty name="width" value="0.025" units="cm"/>
      <inkml:brushProperty name="height" value="0.025" units="cm"/>
    </inkml:brush>
  </inkml:definitions>
  <inkml:trace contextRef="#ctx0" brushRef="#br0">399 1 11378,'0'0'14492,"-135"170"-12948,116-116-856,-1-2-256,1-4-360,6 0-72,-6-13-120,0-3-560,-7-9-768,-19-14-769,0-6-2480,7-3-3785</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6.676"/>
    </inkml:context>
    <inkml:brush xml:id="br0">
      <inkml:brushProperty name="width" value="0.025" units="cm"/>
      <inkml:brushProperty name="height" value="0.025" units="cm"/>
    </inkml:brush>
  </inkml:definitions>
  <inkml:trace contextRef="#ctx0" brushRef="#br0">0 411 1880,'0'0'10019,"29"-5"-5480,10-1-3421,382-70 6945,-331 58-7762,-1-4 1,-1-4 0,-1-4-1,109-53 1,-181 75-344,1-1-1,-2 0 1,17-14 0,-27 20 14,-1 0 1,0 0-1,0 0 1,0 0-1,0 0 1,0-1-1,-1 0 1,0 1 0,1-1-1,-1 0 1,-1 0-1,1 0 1,0-1-1,-1 1 1,0 0 0,0 0-1,-1-1 1,1-4-1,-1 8 17,-1 0 0,1 0 0,-1 0-1,1 0 1,-1 0 0,0 0 0,1 0-1,-1 0 1,0 0 0,0 0 0,0 0-1,0 0 1,0 0 0,0 1 0,0-1-1,0 0 1,0 1 0,0-1-1,0 1 1,0-1 0,0 1 0,-1 0-1,1-1 1,0 1 0,0 0 0,0 0-1,-1 0 1,1 0 0,0 0 0,0 0-1,-1 0 1,-1 1 0,-48 4 164,33 1-15,1 0 1,0 2-1,0-1 1,1 2 0,0 0-1,-22 18 1,2 1 339,-49 49-1,61-53-396,1 0 0,1 1-1,1 2 1,2 0 0,1 1-1,0 0 1,3 2 0,0 0 0,2 1-1,1 0 1,-13 54 0,25-85-95,0 1 0,0-1 1,0 1-1,-1 0 1,1-1-1,0 1 1,0 0-1,0-1 1,0 1-1,0-1 0,0 1 1,1 0-1,-1-1 1,0 1-1,0 0 1,0-1-1,0 1 0,1-1 1,-1 1-1,0-1 1,1 1-1,-1-1 1,0 1-1,1-1 1,-1 1-1,1-1 0,-1 1 1,1-1-1,-1 1 1,1-1-1,-1 0 1,1 1-1,-1-1 1,1 0-1,1 1 0,28-2-221,32-20-274,-25 5-30,-19 9 315,0 0-1,-1-2 0,0 0 0,-1 0 0,0-2 1,17-14-1,-33 34 344,-1-1-275,1 1 0,0 0 0,0 0 0,1-1 0,0 1-1,2 9 1,0-16-276,0 0-1,-1 0 1,1 0 0,0 0-1,0 0 1,0 0-1,0-1 1,1 1-1,-1-1 1,0 0 0,5 1-1,12 4-4784</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7.049"/>
    </inkml:context>
    <inkml:brush xml:id="br0">
      <inkml:brushProperty name="width" value="0.025" units="cm"/>
      <inkml:brushProperty name="height" value="0.025" units="cm"/>
    </inkml:brush>
  </inkml:definitions>
  <inkml:trace contextRef="#ctx0" brushRef="#br0">4 63 4585,'0'0'15889,"20"4"-15325,24 5-244,0-2 1,60 2-1,-103-10-317,0 1 0,0 0 0,0-1-1,1 1 1,-1-1 0,0 1 0,0-1 0,0 0-1,0 1 1,0-1 0,0 0 0,0 0-1,0 0 1,0 1 0,-1-1 0,1 0 0,0 0-1,-1 0 1,1-1 0,0 1 0,-1 0-1,1 0 1,-1 0 0,0 0 0,1 0 0,-1-1-1,0 1 1,0 0 0,1 0 0,-1-1-1,0 1 1,0 0 0,0 0 0,-1 0 0,1-3-1,0 2 34,0 0 0,-1 0 0,1 0 0,0 0 0,-1-1 0,1 1 0,-1 0-1,1 0 1,-1 0 0,0 0 0,0 0 0,0 0 0,0 0 0,-1 1 0,1-1 0,0 0 0,-1 1-1,1-1 1,-1 0 0,1 1 0,-1 0 0,-2-2 0,-4 0 200,-1 1 1,1 0-1,0 0 1,-1 1-1,1 0 1,-1 0-1,1 1 1,-1 0-1,1 1 1,-14 2-1,16-2-84,0 0 0,0 0-1,0 1 1,1 0 0,-1 0-1,1 1 1,-1-1-1,1 1 1,0 0 0,0 1-1,0-1 1,0 1 0,1 0-1,-1 0 1,-6 9 0,9-10-133,0 1 0,0-1 0,0 1 0,0-1 0,1 1-1,0 0 1,-1-1 0,2 1 0,-1 0 0,0 0 0,1 0 0,-1 0 0,1 0 0,0 0 0,1-1 0,-1 1 0,1 0 0,-1 0 0,1 0 0,3 7 0,-1-5-194,-1-1 0,1 1 0,1-1 0,-1 0-1,1 0 1,0 0 0,0-1 0,0 1 0,1-1 0,-1 0 0,10 6 0,33 19-4030,3-6-3557</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7.827"/>
    </inkml:context>
    <inkml:brush xml:id="br0">
      <inkml:brushProperty name="width" value="0.025" units="cm"/>
      <inkml:brushProperty name="height" value="0.025" units="cm"/>
    </inkml:brush>
  </inkml:definitions>
  <inkml:trace contextRef="#ctx0" brushRef="#br0">303 33 3025,'0'0'17529,"4"-6"-15692,5-12-658,-9 18-1134,0-1 1,0 1-1,0 0 1,0-1-1,0 1 1,0 0-1,0-1 1,0 1-1,0 0 1,-1-1-1,1 1 1,0 0-1,0-1 1,0 1-1,0 0 1,-1 0 0,1-1-1,0 1 1,0 0-1,-1 0 1,1-1-1,0 1 1,-1 0-1,1 0 1,0 0-1,-1 0 1,1-1-1,0 1 1,-1 0-1,1 0 1,0 0-1,-1 0 1,-5-1 154,-1 1 1,1 0 0,-1 1-1,1-1 1,-1 1 0,-6 2-1,-3 1-4,0 1 1,0 0-1,1 1 0,-20 9 0,28-11-153,-1 1 0,0-1-1,1 1 1,-1 0 0,2 1 0,-1 0-1,0 0 1,1 0 0,-10 14 0,14-17-78,1 0 0,-1 0 0,1 0 0,0 1 1,0-1-1,0 0 0,0 0 0,0 1 0,1-1 1,0 0-1,0 1 0,-1-1 0,2 0 0,-1 1 1,0-1-1,1 0 0,0 1 0,-1-1 0,1 0 1,0 0-1,1 0 0,-1 0 0,1 0 0,-1 0 1,1 0-1,0 0 0,0 0 0,0-1 0,0 1 1,1-1-1,-1 0 0,1 1 0,-1-1 0,1 0 1,0-1-1,0 1 0,0 0 0,0-1 0,0 0 0,4 2 1,68 19-1417,-75-22 1444,1 0 0,-1 0 0,0 0 0,1 0 0,-1 0 0,0 1 0,1-1 0,-1 0 0,1 0 0,-1 0 0,0 0 0,1 1 0,-1-1 0,0 0 0,1 0 0,-1 0 0,0 1 0,1-1 0,-1 0 0,0 1 0,0-1 0,1 0 0,-1 1 0,0-1 0,0 0 0,0 1 0,1-1 0,-1 0 0,0 1 0,0-1 0,0 1 0,0-1-1,0 0 1,0 1 0,0-1 0,0 1 0,0-1 0,0 0 0,0 1 0,0-1 0,0 1 0,0-1 0,0 0 0,0 1 0,0-1 0,-1 0 0,1 1 0,0-1 0,0 0 0,0 1 0,-1-1 0,1 0 0,0 1 0,0-1 0,-1 0 0,1 1 0,0-1 0,-1 0 0,1 0 0,0 0 0,-1 1 0,1-1 0,0 0 0,-1 0 0,1 0 0,-1 0 0,1 0 0,0 1 0,-1-1 0,-25 14 235,-145 65 1184,170-78-1609,5-5-1972,0 1 1276,0 0 0,1 1-1,-1-1 1,1 1-1,-1-1 1,1 2-1,6-3 1,2-1-1807,18-7-4001</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8.481"/>
    </inkml:context>
    <inkml:brush xml:id="br0">
      <inkml:brushProperty name="width" value="0.025" units="cm"/>
      <inkml:brushProperty name="height" value="0.025" units="cm"/>
    </inkml:brush>
  </inkml:definitions>
  <inkml:trace contextRef="#ctx0" brushRef="#br0">169 94 3577,'0'0'20064,"-22"8"-19540,-70 27 16,88-33-512,0 0-1,1 0 1,-1 0-1,1 0 1,0 1-1,0 0 0,0-1 1,0 1-1,0 0 1,1 0-1,-1 1 1,1-1-1,0 0 1,0 1-1,0 0 1,1-1-1,-1 1 1,1 0-1,0 0 0,0 0 1,0 0-1,0 0 1,1 0-1,-1 0 1,1 0-1,0 0 1,0 0-1,2 7 1,-2 0-1,0-10-28,1 0-1,-1 0 0,0 0 1,1 0-1,-1 0 0,1 0 1,-1 0-1,1 0 0,0 0 1,-1 0-1,1 0 0,0-1 1,-1 1-1,1 0 0,0 0 1,0-1-1,0 1 0,0-1 1,0 1-1,0 0 0,0-1 1,0 0-1,0 1 0,0-1 1,0 0-1,0 1 0,0-1 1,0 0-1,0 0 0,0 0 1,0 0-1,0 0 0,1 0 1,-1 0-1,0 0 0,0-1 1,0 1-1,0 0 0,0-1 1,1 0-1,4 0-11,-1 0 0,0 0 0,0-1 0,0 1 0,0-1 0,0-1 0,8-4 0,-4 0-23,-1-1 1,1 0-1,-1-1 0,-1 0 0,1 0 0,-2-1 0,1 0 0,-1 0 0,-1 0 0,0-1 0,0 0 0,-1 0 0,-1 0 0,0 0 0,0-1 0,-1 0 0,0 1 1,-1-16-1,-9 27-2258,27 3 2101,1 2 0,-1 0 0,0 1 0,0 0 0,-1 2 0,20 11 1,-27-13 323,0 0 1,-1 0 0,0 1 0,0 1-1,0 0 1,-1 0 0,-1 1 0,1 0-1,-1 0 1,-1 1 0,9 14 0,-9-1 1309,-7-23-1401,0 1-1,0-1 1,0 0 0,0 0 0,-1 1-1,1-1 1,0 0 0,0 0 0,0 1-1,0-1 1,0 0 0,0 0 0,-1 1-1,1-1 1,0 0 0,0 0 0,0 0-1,-1 1 1,1-1 0,0 0 0,0 0-1,-1 0 1,1 0 0,0 0 0,0 1-1,-1-1 1,1 0 0,0 0 0,0 0-1,-1 0 1,1 0 0,0 0 0,-1 0-1,1 0 1,0 0 0,0 0 0,-1 0-1,1 0 1,-2-1 16,-1 0-1,1 0 1,0 0-1,0 0 1,1 0 0,-1 0-1,0 0 1,0-1-1,0 1 1,1-1 0,-1 1-1,1-1 1,-1 0 0,1 1-1,0-1 1,-2-3-1,-1-4-35,0 1 0,1-2 0,0 1 0,1 0 0,0-1-1,0 1 1,1-1 0,0 1 0,0-1 0,1 0 0,1 1-1,0-1 1,0 0 0,0 1 0,6-18 0,-5 25-59,0-1 1,-1 1-1,1-1 1,0 1-1,0 0 0,0 0 1,0 0-1,1 0 1,-1 0-1,1 0 1,-1 1-1,1-1 1,-1 1-1,1 0 1,0-1-1,0 1 0,0 1 1,3-2-1,25-3-2495,-3 5-3313,-14 0-126</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8.810"/>
    </inkml:context>
    <inkml:brush xml:id="br0">
      <inkml:brushProperty name="width" value="0.025" units="cm"/>
      <inkml:brushProperty name="height" value="0.025" units="cm"/>
    </inkml:brush>
  </inkml:definitions>
  <inkml:trace contextRef="#ctx0" brushRef="#br0">241 0 14427,'0'0'7470,"-20"35"-5098,-65 113-54,64-107-1653,1 1-1,3 1 1,1 1-1,-10 50 1,-6 17-241,32-111-434,-1 1 0,1 0 0,-1 0 0,1-1 0,-1 1 0,1 0 0,0 0 0,0 0 0,-1 0 0,1 0 0,0-1 0,0 1 0,0 0 0,0 0 0,0 0 0,0 0 0,0 0 0,0 0 0,1 0 0,-1 0 0,0-1 0,0 1 0,1 0 0,-1 0 0,0 0 0,1-1 0,-1 1 0,1 0 0,-1 0 0,1-1 0,0 1 0,-1 0 0,1-1 0,1 2 0,32-1-951,-13-2 483,-1 2-321,43-3-2227,-20-7-1828,-4-3-1929</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9.044"/>
    </inkml:context>
    <inkml:brush xml:id="br0">
      <inkml:brushProperty name="width" value="0.025" units="cm"/>
      <inkml:brushProperty name="height" value="0.025" units="cm"/>
    </inkml:brush>
  </inkml:definitions>
  <inkml:trace contextRef="#ctx0" brushRef="#br0">1 7 10578,'0'0'12987,"179"-7"-12667,-134 7-176,-6 4-144,6-1-120,6 0-536,20-3-1472,-7 0-3050,-6 0-5152</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9.464"/>
    </inkml:context>
    <inkml:brush xml:id="br0">
      <inkml:brushProperty name="width" value="0.025" units="cm"/>
      <inkml:brushProperty name="height" value="0.025" units="cm"/>
    </inkml:brush>
  </inkml:definitions>
  <inkml:trace contextRef="#ctx0" brushRef="#br0">1 71 4729,'0'0'15463,"20"4"-14393,29 4-13,82 2 0,-127-10-1032,1 1 1,-1-1 0,1 0 1,0-1-1,0 1 0,0-1 1,0 0-1,6-2 0,-10 2-16,1 0 1,-1 0-1,1 0 0,-1 0 0,0 0 1,0 0-1,1-1 0,-1 1 0,0 0 1,0-1-1,0 1 0,0 0 0,-1-1 1,1 1-1,0-1 0,-1 0 0,1 1 1,-1-1-1,1 1 0,-1-1 0,0 0 1,1 0-1,-1 1 0,0-1 0,0 0 1,-1-2-1,1 3 0,0 0 0,-1-1 1,1 1-1,-1 0 1,0 0-1,1 0 0,-1-1 1,0 1-1,0 0 0,0 0 1,0 0-1,0 0 0,0 0 1,0 1-1,0-1 0,0 0 1,0 0-1,0 1 0,-1-1 1,1 0-1,0 1 0,0-1 1,-1 1-1,1 0 1,-3-1-1,-46-10 369,30 8-196,-3-1 198,-1 1 0,-41 0 0,63 4-370,1-1 1,-1 0 0,1 1 0,-1-1 0,1 1 0,-1-1 0,1 1 0,-1 0-1,1 0 1,0 0 0,-1 0 0,1 0 0,0 0 0,0 0 0,0 0 0,-1 0-1,1 0 1,1 1 0,-1-1 0,0 0 0,0 1 0,0-1 0,1 1 0,-1-1-1,1 1 1,-1-1 0,1 1 0,-1-1 0,1 1 0,0-1 0,0 1 0,0 0-1,0-1 1,0 1 0,0-1 0,1 4 0,-1 0-12,0 0 1,1 0-1,0 0 0,0 0 1,0 0-1,0-1 1,1 1-1,-1 0 0,2 0 1,-1-1-1,4 7 1,1-4-247,0 0 0,0 0 1,1-1-1,-1 0 0,2-1 1,-1 0-1,0 0 1,1 0-1,0-1 0,0-1 1,17 5-1,-1-2-2284,0-1 0,1-1 1,29 1-1,-2-4-9365</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29.944"/>
    </inkml:context>
    <inkml:brush xml:id="br0">
      <inkml:brushProperty name="width" value="0.025" units="cm"/>
      <inkml:brushProperty name="height" value="0.025" units="cm"/>
    </inkml:brush>
  </inkml:definitions>
  <inkml:trace contextRef="#ctx0" brushRef="#br0">165 648 10386,'0'0'13740,"-23"0"-12517,-69 1-169,90-1-993,0 0 0,0 0-1,0 0 1,0 0 0,0 0 0,0 0-1,0 1 1,0-1 0,0 1 0,0-1-1,0 1 1,0 0 0,0 0 0,0 0-1,0 0 1,1 0 0,-1 0 0,0 0-1,1 1 1,-1-1 0,1 1 0,-1-1 0,1 1-1,-2 2 1,2-2-35,1 0 0,-1 0 0,1 0 0,0 0 0,0 0 1,0 0-1,0 0 0,0 0 0,0 0 0,0 0 0,1 0 0,-1 0 0,1 0 0,0 0 0,0 2 0,0-3-25,0 1 0,0-1 0,0 0 0,0-1 0,0 1 0,0 0 0,0 0 0,0 0 0,0-1 0,0 1 0,0 0 0,0-1 0,0 1-1,1-1 1,-1 1 0,0-1 0,0 0 0,1 1 0,-1-1 0,0 0 0,3 0 0,34 0-5,-26 0 5,-1-1-64,0 0 1,-1-1 0,1 0 0,-1 0-1,1-1 1,-1-1 0,0 0-1,0 0 1,-1-1 0,18-11-1,7-8-529,46-42 0,-54 44 309,14-13-196,-1-2 0,-1-1 0,-2-2-1,-3-1 1,-1-1 0,-1-3 0,-3 0 0,38-84-1,-64 125 523,17-50-94,-18 52 150,-1-1-1,1 0 1,0 0 0,-1 0-1,1 0 1,-1 0 0,0 0-1,0 0 1,0 0-1,-1 0 1,1 1 0,-1-1-1,1 0 1,-1 0-1,-2-4 1,-12 5 1103,8 3-1050,0 1 1,-1 0 0,1 1-1,0 0 1,0 0 0,0 0-1,1 1 1,-1 0 0,1 1-1,0-1 1,0 1-1,0 0 1,-7 9 0,-9 10 515,-35 48 1,41-48-536,1 0 0,1 1 0,2 1 1,0 0-1,2 1 0,1 0 0,1 1 1,1 0-1,1 0 0,2 0 1,1 1-1,1 55 0,2-78-244,1 0-1,-1-1 0,1 1 1,0-1-1,0 1 1,1-1-1,0 0 1,0 1-1,0-1 1,0 0-1,1 0 1,0 0-1,0-1 1,0 1-1,1-1 1,-1 0-1,1 1 1,0-2-1,0 1 1,1 0-1,-1-1 1,1 0-1,9 5 1,0-1-1374,1-1 0,1 0 0,-1-1 1,1-1-1,-1 0 0,32 2 1,12-1-9819</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0.237"/>
    </inkml:context>
    <inkml:brush xml:id="br0">
      <inkml:brushProperty name="width" value="0.025" units="cm"/>
      <inkml:brushProperty name="height" value="0.025" units="cm"/>
    </inkml:brush>
  </inkml:definitions>
  <inkml:trace contextRef="#ctx0" brushRef="#br0">161 1 9738,'0'0'17020,"-116"189"-16300,104-141-224,5 4-272,1-1-168,-1-3-48,7-6-16,-6-7-272,-1-6-568,7-10-528,0-12-857</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0.531"/>
    </inkml:context>
    <inkml:brush xml:id="br0">
      <inkml:brushProperty name="width" value="0.025" units="cm"/>
      <inkml:brushProperty name="height" value="0.025" units="cm"/>
    </inkml:brush>
  </inkml:definitions>
  <inkml:trace contextRef="#ctx0" brushRef="#br0">48 35 11322,'0'0'11124,"26"-7"-10480,78-18-98,-103 24-528,0 1 1,0 0-1,0-1 1,0 1-1,0 0 1,0 0-1,0-1 1,0 1 0,0 0-1,0 0 1,0 0-1,0 1 1,0-1-1,0 0 1,1 0-1,-1 0 1,0 1-1,0-1 1,0 1-1,0-1 1,0 1-1,-1-1 1,1 1 0,0-1-1,0 1 1,0 0-1,0-1 1,-1 1-1,1 0 1,0 0-1,0 0 1,-1 0-1,2 1 1,-3 26 475,0-22-317,0-3-96,0 1-1,0 0 0,0-1 0,0 1 1,-1-1-1,0 1 0,1-1 0,-1 0 1,0 0-1,0 0 0,-1 0 0,1 0 0,-1 0 1,1-1-1,-1 1 0,0-1 0,0 0 1,0 1-1,0-2 0,-1 1 0,1 0 1,0 0-1,-1-1 0,-6 2 0,-4 2 116,-1 0-1,1-1 0,-1 0 0,-28 2 0,40-6-291,-29 2 176,24-4-1420,20-4-2305,12-1-1186,7 1-1862</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0.980"/>
    </inkml:context>
    <inkml:brush xml:id="br0">
      <inkml:brushProperty name="width" value="0.025" units="cm"/>
      <inkml:brushProperty name="height" value="0.025" units="cm"/>
    </inkml:brush>
  </inkml:definitions>
  <inkml:trace contextRef="#ctx0" brushRef="#br0">238 0 11330,'0'0'12878,"-30"7"-11040,-94 24-605,119-30-1122,1 0 1,-1 0-1,0 1 0,1-1 0,-1 1 0,1 0 0,0 1 1,0-1-1,-1 1 0,1 0 0,1 0 0,-1 0 0,0 0 1,1 1-1,0-1 0,-5 7 0,6-6-41,1 1 1,-1 0-1,1 0 0,0 0 1,0 0-1,0 0 0,0 0 1,1 1-1,0-1 0,1 6 1,-1-1-106,2-8 20,0-1 0,0 0 1,0 0-1,1 0 1,-1 0-1,0-1 0,1 1 1,-1-1-1,0 1 1,1-1-1,-1 0 0,1 0 1,-1 0-1,1 0 1,4-1-1,-3 1-25,20 0-320,1-2-1,-1 0 1,1-2-1,-1 0 1,43-15-1,-66 19 404,0-1 1,0 1-1,0 0 0,-1 0 0,1 0 1,0-1-1,0 1 0,0 0 0,0 0 0,0 0 1,0 1-1,0-1 0,0 0 0,-1 0 1,1 0-1,0 1 0,0-1 0,0 0 1,0 1-1,-1-1 0,1 1 0,0-1 0,0 1 1,-1-1-1,1 1 0,0 0 0,0 0 1,15 28 76,-15-26-316,0 1 0,0-1 0,1 0-1,-1 0 1,1 0 0,0 0 0,0 0-1,0 0 1,0-1 0,1 1 0,-1-1-1,1 1 1,3 1 0,0-1-1293,1-1-1,0 0 1,0-1 0,0 0 0,13 1 0,6-1-7165</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1.294"/>
    </inkml:context>
    <inkml:brush xml:id="br0">
      <inkml:brushProperty name="width" value="0.025" units="cm"/>
      <inkml:brushProperty name="height" value="0.025" units="cm"/>
    </inkml:brush>
  </inkml:definitions>
  <inkml:trace contextRef="#ctx0" brushRef="#br0">59 116 9882,'0'0'16308,"1"13"-15706,3 36-246,-3-37 239,-3-12-592,-1 0-1,1 0 0,-1-1 1,0 1-1,1-1 0,0 0 1,-1 0-1,1 0 0,-1 0 1,1 0-1,0 0 0,0 0 1,0-1-1,0 1 0,0-1 1,0 0-1,0 0 0,0 1 1,0-1-1,1 0 0,-1 0 1,1-1-1,0 1 0,-1 0 1,1 0-1,0-1 0,0 1 1,1-1-1,-1 1 0,0-6 1,-2-7-86,1 0 1,0 0-1,1 0 1,2-16-1,-1 15-6,0 14 41,1 1 0,0-1 0,-1 0 1,1 1-1,0-1 0,0 1 0,-1-1 0,1 1 0,1-1 1,-1 1-1,0 0 0,0 0 0,0-1 0,1 1 0,-1 0 1,0 0-1,1 0 0,-1 0 0,1 1 0,-1-1 1,1 0-1,0 1 0,-1-1 0,1 1 0,0-1 0,-1 1 1,1 0-1,0 0 0,-1 0 0,1 0 0,3 0 0,59 0-8435,-63 1 8220,18 1-5876</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1.618"/>
    </inkml:context>
    <inkml:brush xml:id="br0">
      <inkml:brushProperty name="width" value="0.025" units="cm"/>
      <inkml:brushProperty name="height" value="0.025" units="cm"/>
    </inkml:brush>
  </inkml:definitions>
  <inkml:trace contextRef="#ctx0" brushRef="#br0">187 1 14547,'0'0'12243,"-19"30"-10081,-61 98-852,70-112-1065,2 0 0,0 1 0,1 0 0,1 0 0,0 0 0,2 1 0,0-1 0,-2 22 0,-4 17 55,4-24-381,1 1-1,-2 62 1,12-94-120,1 0 1,-1 0-1,1 0 1,0-1-1,-1 1 0,1-1 1,7-1-1,-6 0-69,0 1 7,21 1-1895,55-8 0,-72 5 744,-1 0 1,1-1-1,-1 0 1,18-9-1,1-5-6041</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1.812"/>
    </inkml:context>
    <inkml:brush xml:id="br0">
      <inkml:brushProperty name="width" value="0.025" units="cm"/>
      <inkml:brushProperty name="height" value="0.025" units="cm"/>
    </inkml:brush>
  </inkml:definitions>
  <inkml:trace contextRef="#ctx0" brushRef="#br0">0 20 7362,'0'0'17611,"174"-13"-16314,-104 13-577,7 0-432,-13 0-288,7 0-280,-20 0-1937,-12-6-4184</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4.240"/>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6.819"/>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7.443"/>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7.914"/>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8.319"/>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8.768"/>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39.236"/>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1.366"/>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1.598"/>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2.594"/>
    </inkml:context>
    <inkml:brush xml:id="br0">
      <inkml:brushProperty name="width" value="0.025" units="cm"/>
      <inkml:brushProperty name="height" value="0.025" units="cm"/>
    </inkml:brush>
  </inkml:definitions>
  <inkml:trace contextRef="#ctx0" brushRef="#br0">1 28 8834,'0'0'13472,"3"-3"-13124,1 0-286,0 0 0,0 0 0,1 1 0,-1-1 0,1 1 0,0 0 0,0 1 0,-1-1 0,1 1 0,0 0 0,0 0 0,0 1 0,7-1 0,81 2 453,-52 0-153,-39 0-351,1-1 1,-1 0 0,1 1 0,-1-1 0,0 1-1,0 0 1,1 0 0,-1 0 0,0 0-1,0 0 1,0 0 0,0 0 0,0 1 0,0-1-1,0 1 1,-1 0 0,1-1 0,0 1 0,-1 0-1,1 0 1,-1 0 0,0 0 0,0 0 0,0 0-1,0 0 1,0 1 0,0-1 0,0 0 0,-1 1-1,1-1 1,-1 0 0,0 1 0,0-1 0,0 0-1,0 1 1,0-1 0,0 1 0,0-1-1,-1 0 1,1 1 0,-1-1 0,0 0 0,0 0-1,0 1 1,0-1 0,0 0 0,0 0 0,-1 0-1,1 0 1,-2 2 0,-14 10 48,0 0 0,0 0-1,-1-2 1,-33 17 0,54-29-105,0 0 0,1 0 1,-1 0-1,0 0 0,1 0 1,-1 1-1,0-1 0,0 1 1,1 0-1,-1 0 0,0 0 0,0 0 1,0 1-1,0-1 0,0 1 1,-1 0-1,1 0 0,0 0 1,-1 0-1,4 4 0,6 3 35,-1 2-1,-1-1 0,18 22 0,-26-29 11,1 0-1,-1 0 1,0 0-1,-1 0 1,1 1-1,0-1 0,-1 0 1,0 1-1,0-1 1,0 1-1,0-1 1,0 1-1,-1 0 1,0-1-1,1 1 1,-1 0-1,-1-1 0,0 7 1,0-7 34,0-1 0,0 1 0,-1 0 0,1-1-1,-1 1 1,0-1 0,0 1 0,0-1 0,0 0 0,0 0 0,0 0 0,-1 0 0,1 0-1,0 0 1,-1-1 0,0 1 0,1-1 0,-1 0 0,0 0 0,-5 2 0,-13 4 173,-1-2 0,0 0 1,0-1-1,0-1 0,0-1 0,-38-1 1,58-1-435,13-1-3304,66-9-5882,-37 1-1309</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4.776"/>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5.602"/>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7.084"/>
    </inkml:context>
    <inkml:brush xml:id="br0">
      <inkml:brushProperty name="width" value="0.025" units="cm"/>
      <inkml:brushProperty name="height" value="0.025" units="cm"/>
    </inkml:brush>
  </inkml:definitions>
  <inkml:trace contextRef="#ctx0" brushRef="#br0">223 125 2985,'0'0'13725,"7"-13"-9896,-10 12-3659,0 0 0,-1 0-1,1 1 1,0-1 0,0 1 0,-1 0-1,1 0 1,0 0 0,-5 1 0,-2-1 111,1 1-109,0 0-1,1 1 1,-1 0-1,1 0 1,-1 1-1,1 0 1,0 1-1,0-1 1,0 2-1,1-1 1,-1 1-1,1 0 1,0 1-1,1-1 1,-1 1-1,-9 12 1,12-13-152,0-1 0,0 1 0,0 0 1,1 0-1,0 0 0,0 1 0,0-1 1,1 1-1,0 0 0,0-1 0,0 1 1,1 0-1,-1 0 0,1 0 0,1 0 1,-1 1-1,1-1 0,0 0 0,1 0 1,0 0-1,0 0 0,0 0 0,0 0 1,1 0-1,3 7 0,-4-11-19,1 1-1,0-1 1,0 0-1,0 0 0,0 1 1,0-2-1,1 1 1,-1 0-1,0 0 0,1-1 1,0 1-1,-1-1 1,1 0-1,0 0 1,-1 0-1,1 0 0,0 0 1,0-1-1,0 1 1,4-1-1,69 0 72,-48-1-37,1 1-17,1-2 1,-1-1-1,57-13 0,-73 12-13,-1 1 0,1-2 0,-1 0 0,0 0 0,0-1 0,-1-1 0,1 1 0,-1-2-1,-1 0 1,0 0 0,12-13 0,-18 16 2,0-1 0,0 0 0,-1 0 0,0 0 0,0-1 0,0 1 0,-1-1 0,0 1 0,0-1-1,-1 0 1,0 0 0,0 0 0,0 1 0,-1-1 0,0 0 0,-1 0 0,1 0 0,-1 0 0,-1 0 0,1 0 0,-1 1 0,0-1-1,-1 1 1,1-1 0,-2 1 0,1 0 0,0 0 0,-1 0 0,0 1 0,0-1 0,-1 1 0,0 0 0,0 0 0,0 0-1,0 1 1,-12-7 0,5 6 33,-1 0 0,0 0-1,0 2 1,0 0 0,-1 0-1,1 1 1,-1 1 0,1 0-1,-1 1 1,0 0 0,-24 5-1,37-5-41,0 1 0,-1-1-1,1 1 1,0-1-1,-1 1 1,1 0 0,0-1-1,0 1 1,0 0-1,0 0 1,0 0 0,0 0-1,0 0 1,0 0-1,0 0 1,0 0 0,0 0-1,0 0 1,1 1-1,-1-1 1,1 0 0,-1 1-1,1-1 1,-1 0-1,1 2 1,-2 39-2650,3-25-832,-1-7-1663</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8.909"/>
    </inkml:context>
    <inkml:brush xml:id="br0">
      <inkml:brushProperty name="width" value="0.025" units="cm"/>
      <inkml:brushProperty name="height" value="0.025" units="cm"/>
    </inkml:brush>
  </inkml:definitions>
  <inkml:trace contextRef="#ctx0" brushRef="#br0">1 0 3937,'0'0'4390,"0"6"-3036,0 20 162,0-19 5675,20-7-4426,17 0-2531,11 1 308,-1-2 1,0-2-1,87-17 1,-77 10-427,-56 10 27,-15 3 708,3 3-745,0-1 0,1 2 0,0 0 1,0 0-1,0 1 0,1 0 1,0 0-1,0 1 0,1 1 1,1-1-1,-1 1 0,2 0 0,-1 1 1,1 0-1,1 0 0,-5 14 1,-34 83 422,37-86-283,7-18-3559,-1 1-3582,1-13 1104</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49.439"/>
    </inkml:context>
    <inkml:brush xml:id="br0">
      <inkml:brushProperty name="width" value="0.025" units="cm"/>
      <inkml:brushProperty name="height" value="0.025" units="cm"/>
    </inkml:brush>
  </inkml:definitions>
  <inkml:trace contextRef="#ctx0" brushRef="#br0">4 1 3137,'-3'0'18569,"332"0"-13317,-328 0-5138,-28 6-5925,17 0 924,2-2-2717</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5.067"/>
    </inkml:context>
    <inkml:brush xml:id="br0">
      <inkml:brushProperty name="width" value="0.025" units="cm"/>
      <inkml:brushProperty name="height" value="0.025" units="cm"/>
    </inkml:brush>
  </inkml:definitions>
  <inkml:trace contextRef="#ctx0" brushRef="#br0">1 426 1696,'0'0'8890,"4"2"-8223,11 6-218,-3-2 5746,-11-3-6093,0 1-1,1-1 0,-1 1 1,-1-1-1,1 1 0,0 0 1,-1-1-1,0 1 0,0 3 1,0 5 121,1 0 1,0 0 0,1 0 0,0 0-1,1 0 1,0-1 0,1 1 0,8 16 0,-10-22-179,1-1 1,0 1 0,1-1 0,0 0 0,-1 0 0,1-1 0,1 1 0,-1-1 0,1 0 0,0 0 0,0-1 0,0 1 0,0-1 0,0 0 0,1 0 0,-1-1 0,1 0 0,10 3 0,33 3 101,0-2 0,0-3 0,1-1 0,78-9 0,-87 1-124,-1-3 0,0 0 0,42-18 0,-1 2-12,78-21 1,290-78 8,7 34-3,179 42 14,1 45 194,70 26-201,-230-6-25,-380-8 23,1 4-1,174 47 1,-246-53 224,-1 1 1,1 1-1,-2 1 1,0 1-1,0 1 1,-1 1-1,0 2 1,-1 0-1,25 23 0,-46-38-212,0 0 0,0 0-1,1 0 1,-1 0 0,0 0-1,1 0 1,-1 0 0,0 1-1,1-1 1,-1 0 0,0 0-1,0 0 1,1 1 0,-1-1-1,0 0 1,0 0 0,1 1-1,-1-1 1,0 0 0,0 0-1,0 1 1,0-1 0,1 0 0,-1 1-1,0-1 1,0 0 0,0 1-1,0-1 1,0 0 0,0 0-1,0 1 1,0-1 0,0 0-1,0 1 1,0-1 0,0 0-1,0 1 1,0-1 0,0 0-1,0 1 1,0-1 0,-1 0-1,1 1 1,0-1 0,0 0-1,0 0 1,0 1 0,-1-1-1,1 0 1,0 0 0,0 1-1,-1-1 1,1 0 0,0 0-1,0 0 1,-1 1 0,1-1-1,-1 0 1,0 0 4,0 0-1,0 0 1,-1 0 0,1 0 0,0 0 0,-1 0-1,1-1 1,0 1 0,0 0 0,0-1 0,-1 1-1,1-1 1,0 1 0,0-1 0,-2-1 0,-2-3-68,0-1 0,0 0 0,0 0 0,0 0 0,1-1 0,0 1 0,1-1 0,-1 0 0,1 0 0,1 0 1,-1-1-1,1 1 0,0-1 0,1 1 0,0-1 0,0 0 0,1 1 0,0-1 0,0 0 0,1 1 0,0-1 0,2-9 1,-2 15 5,0 1 1,0-1-1,0 1 1,0 0 0,0-1-1,0 1 1,0 0-1,1 0 1,-1 0 0,0 0-1,1 0 1,-1 0-1,1 0 1,-1 0 0,1 1-1,0-1 1,-1 0-1,1 1 1,1-1 0,42-8-438,-28 6 113,260-45-901,-174 35 1145,0 4 0,153 7 1,-137 3 118,193 12 5,-1 0-2,81-12 14,431-2 64,-47-24 79,-418 12-111,76-9 210,105-2 139,-528 24-387,13 0 84,-1-1 0,0-1-1,0 0 1,40-12 0,-34-20 1789,-22 30-1889,0 0 0,0 1 1,1 0-1,-1 0 0,1 0 0,11-1 1,24-11 101,-35-18 808,36-43-308,-42 49 1233,-3 15-1417,1 10-209,0 5 54,-1-1-442,-1 1-1,1-1 1,0 1 0,-1-1 0,1 1 0,-1-1 0,1 0 0,-1 1 0,0-1 0,0 0-1,0 0 1,-1-1 0,1 1 0,-4 2 0,-4 4-2378,-8 6-4491</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5.937"/>
    </inkml:context>
    <inkml:brush xml:id="br0">
      <inkml:brushProperty name="width" value="0.025" units="cm"/>
      <inkml:brushProperty name="height" value="0.025" units="cm"/>
    </inkml:brush>
  </inkml:definitions>
  <inkml:trace contextRef="#ctx0" brushRef="#br0">46 0 6905,'0'0'15248,"-3"10"-14129,-7 33-287,0-6-463,2 0-1,2 0 0,-2 45 0,12-81-395,1-1 0,-1 0-1,0 0 1,1 0 0,-1 0-1,1-1 1,4-1 0,16-10-100,-1-1 1,0-2-1,-1 0 1,-1-2 0,25-23-1,3-1 110,-34 26 21,-14 12 35,1 0 0,-1 1-1,1-1 1,0 1-1,0-1 1,0 1 0,0 0-1,0 0 1,0 0-1,5-2 1,-7 4 849,-1 8-745,1 0 0,0 0 0,1 0 0,-1-1-1,2 1 1,-1-1 0,1 1 0,0-1 0,0 0 0,6 8 0,-6-10-547,1 0 0,-1 0 1,1-1-1,0 1 1,0-1-1,6 4 0,-7-5-470,0-1 0,0-1 0,0 1 0,0 0 0,1-1 0,-1 0 0,0 1 0,0-1 0,1 0 0,-1-1 0,4 1 0,13 0-12300</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6.326"/>
    </inkml:context>
    <inkml:brush xml:id="br0">
      <inkml:brushProperty name="width" value="0.025" units="cm"/>
      <inkml:brushProperty name="height" value="0.025" units="cm"/>
    </inkml:brush>
  </inkml:definitions>
  <inkml:trace contextRef="#ctx0" brushRef="#br0">1 17 8130,'0'0'14896,"6"10"-13450,-4-6-1330,4 6 99,0 0 1,-1 0 0,0 1 0,0 0 0,-1-1 0,3 16 0,-7-25-228,0 0 0,0 0 0,0 0 0,0 0 0,0 0 0,0 0-1,1 0 1,-1 0 0,0 0 0,1 0 0,-1 0 0,1 0 0,-1 0 0,1 0 0,-1 0 0,1-1 0,0 1 0,0 0 0,-1 0 0,1-1 0,0 1 0,0 0-1,0-1 1,0 1 0,-1-1 0,1 1 0,0-1 0,0 1 0,0-1 0,0 0 0,0 1 0,0-1 0,0 0 0,0 0 0,1 0 0,-1 0 0,0 0 0,0 0-1,0 0 1,0 0 0,0 0 0,0-1 0,0 1 0,0 0 0,0-1 0,0 1 0,0-1 0,0 1 0,1-2 0,9-4-267,0 0 1,-1-1 0,18-16-1,1 0 57,17-9 79,16-9 278,-61 41 1204,-1 7-1489,0-1 1,0 1-1,1 0 1,0 0-1,1 0 1,-1 0-1,1-1 1,1 1-1,-1-1 1,7 11-1,-7-13-634,1 0 0,0 0-1,0-1 1,0 1 0,1-1 0,-1 0-1,1 0 1,0 0 0,0 0 0,7 3-1,14 4-5608</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6.718"/>
    </inkml:context>
    <inkml:brush xml:id="br0">
      <inkml:brushProperty name="width" value="0.025" units="cm"/>
      <inkml:brushProperty name="height" value="0.025" units="cm"/>
    </inkml:brush>
  </inkml:definitions>
  <inkml:trace contextRef="#ctx0" brushRef="#br0">250 16 10682,'0'0'14502,"-21"-3"-13862,-69-7-204,86 9-398,0 0 0,-1 1 0,1 0 0,0-1 0,-1 2 0,1-1 0,0 0 1,-1 1-1,1 0 0,0 0 0,0 0 0,0 1 0,0 0 0,0-1 0,-6 5 0,9-5-54,0 0 0,0 0 0,0 1 0,0-1 0,0 1 0,0-1 0,0 1 0,0 0 0,0-1 0,1 1 0,-1 0 0,1-1 0,-1 1 0,1 0 0,0 0 0,0 0 0,0-1 0,0 1 0,0 0 0,0 0 0,0 0 0,0-1 0,1 1 0,-1 0 0,1 0 0,-1-1 1,1 1-1,0 0 0,1 2 0,1 0-35,0 0 0,0 0 1,0 0-1,0 0 0,1 0 1,0-1-1,0 0 1,0 0-1,0 0 0,0 0 1,1 0-1,5 2 0,31 23-587,-39-27 585,0 1 1,-1 0 0,1 0 0,-1 0 0,1 0-1,-1 1 1,0-1 0,0 0 0,0 0 0,0 1 0,0-1-1,0 1 1,-1-1 0,1 1 0,-1-1 0,0 1-1,0 2 1,0-3 51,-1 0 0,0 0 0,0 0-1,0 0 1,0 0 0,0 0 0,0 0 0,-1-1 0,1 1-1,-1 0 1,1-1 0,-1 1 0,0-1 0,1 0-1,-1 1 1,0-1 0,0 0 0,0 0 0,0 0-1,0 0 1,-2 0 0,-51 19 42,49-18-33,-14 5 4,13-4-13,0 0-1,0-1 1,0 0 0,0-1-1,-15 2 1,21-3-505,9-3-3256,68-35-4355,-38 18 2355</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7.140"/>
    </inkml:context>
    <inkml:brush xml:id="br0">
      <inkml:brushProperty name="width" value="0.025" units="cm"/>
      <inkml:brushProperty name="height" value="0.025" units="cm"/>
    </inkml:brush>
  </inkml:definitions>
  <inkml:trace contextRef="#ctx0" brushRef="#br0">170 7 9754,'0'0'14417,"-25"10"-13455,-75 34-211,97-43-710,-1 1 0,1-1 1,0 1-1,1 0 0,-1 0 0,0 0 0,0 0 0,1 0 0,0 1 0,-1-1 0,1 1 1,0 0-1,0-1 0,-2 5 0,3-5-19,1 1 0,-1-1 1,0 1-1,1 0 0,0 0 0,0-1 0,0 1 0,0 0 1,0 0-1,1 3 0,0 9-1,-1-14-24,1 1 1,-1-1-1,1 0 1,-1 0 0,1 0-1,-1 1 1,1-1-1,0 0 1,-1 0-1,1 0 1,0 0 0,0 0-1,0 0 1,0 0-1,0-1 1,0 1-1,0 0 1,0 0-1,0-1 1,1 1 0,-1-1-1,0 1 1,0-1-1,1 1 1,-1-1-1,0 0 1,0 0 0,1 0-1,-1 1 1,2-1-1,47 2-225,-42-2 184,-2 0-16,1 0 1,0 0 0,-1-1-1,1 0 1,0 0 0,-1 0-1,1-1 1,-1 0 0,0 0-1,12-6 1,-15 6 43,0 0-1,-1-1 1,1 1 0,-1-1-1,1 0 1,-1 0 0,0 0-1,0 0 1,0 0 0,-1 0-1,1 0 1,-1 0 0,0-1-1,0 1 1,0-1 0,0 1-1,0-1 1,-1 1 0,1-1-1,-1 1 1,0-1 0,-1-3-1,1 4 17,0 0-1,0 0 0,0 0 0,0 0 0,-1 0 0,1 0 0,-1 1 0,0-1 0,0 0 0,0 0 1,0 1-1,-1-1 0,1 1 0,-1-1 0,1 1 0,-1-1 0,0 1 0,0 0 0,-2-2 0,0 1 0,-1 0 0,1 1 0,0 0 0,-1 0 0,1 0-1,-1 0 1,1 1 0,-1 0 0,0 0 0,0 0 0,-6 0-1,-91 0-12,102 1-50,-1 0-1,0 0 1,0 0 0,1 1 0,-1-1 0,0 0 0,1 1 0,-1-1-1,0 0 1,1 1 0,-1-1 0,1 1 0,-1-1 0,1 1-1,-1-1 1,1 1 0,-1-1 0,1 1 0,-1 0 0,1-1 0,0 1-1,-1 0 1,1-1 0,0 1 0,-1 0 0,1-1 0,0 1 0,0 0-1,0 0 1,0-1 0,0 1 0,0 0 0,0 0 0,0-1-1,0 1 1,0 0 0,0-1 0,0 1 0,1 0 0,-1 0 0,0-1-1,0 1 1,1 0 0,-1-1 0,1 1 0,-1 0 0,0-1 0,2 2-1,51 10-9369,-21-8-1843</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7.294"/>
    </inkml:context>
    <inkml:brush xml:id="br0">
      <inkml:brushProperty name="width" value="0.025" units="cm"/>
      <inkml:brushProperty name="height" value="0.025" units="cm"/>
    </inkml:brush>
  </inkml:definitions>
  <inkml:trace contextRef="#ctx0" brushRef="#br0">1 0 12123</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7.573"/>
    </inkml:context>
    <inkml:brush xml:id="br0">
      <inkml:brushProperty name="width" value="0.025" units="cm"/>
      <inkml:brushProperty name="height" value="0.025" units="cm"/>
    </inkml:brush>
  </inkml:definitions>
  <inkml:trace contextRef="#ctx0" brushRef="#br0">1 106 12123,'68'8'1457,"0"-2"335,-5-4 4026,-63-5-814,7-3-3601,-2 5-1350,0 1 1,0 0 0,0 0-1,0 1 1,0-1 0,-1 1-1,1 0 1,0 1 0,0-1-1,4 3 1,-6-2-36,0 1-1,-1-1 1,1 1 0,-1-1-1,0 1 1,0 0 0,0 0-1,0 0 1,0 0 0,-1 0 0,1 0-1,-1 1 1,0-1 0,0 0-1,1 5 1,1 4-2,0-1 1,-1 0-1,0 0 0,1 20 0,-3-30 142,0-18 101,-1-1-243,2-1 1,0 0 0,1 1 0,1-1-1,7-26 1,-8 39-226,0 1 0,0 0-1,0 1 1,0-1 0,1 0-1,0 1 1,0-1 0,1 1 0,-1 0-1,1 0 1,0 0 0,0 0-1,0 1 1,0 0 0,0 0-1,1 0 1,0 0 0,0 1 0,-1-1-1,1 1 1,1 0 0,-1 1-1,0 0 1,7-2 0,49-3-6765,-35 5 866</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7.916"/>
    </inkml:context>
    <inkml:brush xml:id="br0">
      <inkml:brushProperty name="width" value="0.025" units="cm"/>
      <inkml:brushProperty name="height" value="0.025" units="cm"/>
    </inkml:brush>
  </inkml:definitions>
  <inkml:trace contextRef="#ctx0" brushRef="#br0">180 0 6345,'0'0'20893,"-10"13"-19565,-14 21-696,2 1-1,1 2 1,-27 61 0,37-72-635,2 1 1,0 1 0,2-1 0,1 2 0,1-1-1,-3 52 1,9-79-63,-1 1 1,1-1-1,-1 0 0,1 0 0,-1 1 0,1-1 0,0 0 1,0 0-1,-1 0 0,1 0 0,0 0 0,0 0 0,0 0 0,0 0 1,0 0-1,1 0 0,-1-1 0,0 1 0,0 0 0,0-1 1,1 1-1,-1-1 0,0 1 0,1-1 0,-1 0 0,0 1 1,1-1-1,-1 0 0,0 0 0,3 0 0,55 2-1955,-47-2 1272,-1 0-347,0 0-1,-1-1 1,1 0-1,0-1 1,-1 0 0,1 0-1,12-5 1,12-17-7815</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8.104"/>
    </inkml:context>
    <inkml:brush xml:id="br0">
      <inkml:brushProperty name="width" value="0.025" units="cm"/>
      <inkml:brushProperty name="height" value="0.025" units="cm"/>
    </inkml:brush>
  </inkml:definitions>
  <inkml:trace contextRef="#ctx0" brushRef="#br0">0 10 10402,'0'0'10683,"199"-4"-10611,-147 4-72,-7 0-465,19-3-1639,-19 3-3113,-7-3-7674</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8.459"/>
    </inkml:context>
    <inkml:brush xml:id="br0">
      <inkml:brushProperty name="width" value="0.025" units="cm"/>
      <inkml:brushProperty name="height" value="0.025" units="cm"/>
    </inkml:brush>
  </inkml:definitions>
  <inkml:trace contextRef="#ctx0" brushRef="#br0">5 72 9434,'0'0'11394,"22"4"-10979,71 16-213,-87-19-181,0 1 1,-1-1 0,1 0 0,0 0 0,0 0 0,0-1 0,-1 0 0,1 0-1,0-1 1,10-1 0,-15 1-22,0 1 3,0-1 0,0 0 1,0 0-1,0 0 0,0 1 0,-1-1 1,1 0-1,0 0 0,-1 0 1,1 0-1,0-1 0,-1 1 0,1 0 1,-1 0-1,0 0 0,1 0 1,-1 0-1,0-1 0,0 1 1,0 0-1,0 0 0,0-1 0,0 1 1,0 0-1,0 0 0,0 0 1,0-1-1,-1 1 0,1 0 1,-1-1-1,0-2-2,1 1 0,-1 0 0,0 0 0,0 0 0,0 0 0,0 0 0,0 1 0,-1-1 0,0 0 0,1 0 0,-3-2 0,-6 1 214,0-1-1,0 2 1,0-1-1,0 1 0,-1 1 1,1 0-1,-1 1 1,0 0-1,1 0 1,-1 1-1,0 0 0,0 1 1,-10 2-1,19-2-183,0-1-1,1 0 0,-1 1 1,1 0-1,-1-1 0,1 1 1,-1 0-1,1 0 0,-1 0 1,1 0-1,0 0 1,0 0-1,-1 0 0,1 0 1,0 0-1,0 1 0,0-1 1,0 0-1,1 1 0,-1-1 1,0 1-1,0-1 0,1 1 1,-1-1-1,1 1 0,-1 0 1,1-1-1,0 1 1,0 0-1,0-1 0,0 1 1,0 0-1,0-1 0,0 1 1,0-1-1,1 1 0,-1 0 1,1 1-1,0 1-42,0 0-1,0 0 1,1 0-1,-1 0 1,1 0 0,0-1-1,0 1 1,0-1-1,1 1 1,-1-1 0,1 0-1,-1 0 1,1 0-1,5 4 1,9 1-737,0 0 1,1 0-1,0-2 0,1 0 1,-1-1-1,1-1 0,0-1 1,0-1-1,21 0 0,-26 0-255,56 2-4990</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4:58.993"/>
    </inkml:context>
    <inkml:brush xml:id="br0">
      <inkml:brushProperty name="width" value="0.025" units="cm"/>
      <inkml:brushProperty name="height" value="0.025" units="cm"/>
    </inkml:brush>
  </inkml:definitions>
  <inkml:trace contextRef="#ctx0" brushRef="#br0">187 543 9690,'0'0'14360,"-16"-10"-13433,-50-30-227,63 38-617,0 0 0,0 1 0,0-1 0,0 1 0,0 0-1,0 0 1,0 0 0,0 0 0,-1 1 0,1-1 0,0 1-1,0 0 1,-1 0 0,1 0 0,-5 1 0,6-1-35,0 1 1,0 0 0,0 0 0,0 0-1,0 0 1,0 0 0,0 0 0,1 1-1,-1-1 1,0 1 0,1-1 0,-1 1-1,1-1 1,-1 1 0,1 0 0,-2 3-1,0 2 0,0 1 0,0-1-1,1 0 1,0 1 0,0-1 0,1 1-1,0 0 1,0 14 0,2-21-51,0 0 1,-1 0-1,1 0 1,0 0-1,0-1 1,0 1-1,0 0 1,0 0-1,1-1 1,-1 1 0,0 0-1,0-1 1,0 1-1,0-1 1,1 0-1,-1 1 1,0-1-1,1 0 1,-1 0-1,0 0 1,0 0-1,1 0 1,-1 0-1,0 0 1,1 0-1,0-1 1,44-2-305,-37 1 168,0 0 0,0 0 0,0-1 0,-1-1 0,1 1 0,-1-2 0,0 1 0,0-1 0,0 0 0,11-10 0,8-10-557,35-39 0,-16 15-86,28-24-302,-35 39-129,-3-1 1,-1-2-1,-1-2 1,50-78-1,-80 112 1501,-1-1 0,-1 0 0,1 0 0,-1 0 0,0 0 0,0 0-1,0-1 1,-1 1 0,1-7 0,-3 13-155,1-1 0,-1 1 0,1-1 0,-1 1 0,1-1 0,-1 1 0,1 0 0,-1-1 0,1 1 0,-1 0 0,1-1 0,-1 1 0,0 0 0,1 0 0,-1 0-1,1-1 1,-1 1 0,0 0 0,1 0 0,-1 0 0,0 0 0,1 0 0,-1 0 0,0 0 0,1 1 0,-1-1 0,1 0 0,-1 0 0,0 0 0,1 1 0,-1-1 0,1 0 0,-2 1 0,-23 8 778,5 4-335,1 1 1,0 1-1,1 1 0,1 0 1,1 1-1,-26 34 0,22-23-196,1 1-1,1 1 1,2 0 0,-14 37-1,24-53-293,1 1 0,1 1-1,0-1 1,1 0 0,0 1 0,2 0 0,0 0-1,1 28 1,1-36-83,0-1 0,0 1 0,1-1 1,0 1-1,1-1 0,-1 0 0,1 0 0,1 0 0,-1 0 0,1 0 0,0-1 0,1 0 0,0 0 0,0 0 0,0 0 0,0-1 0,1 0 0,0 0 0,10 6 1,-9-6-168,1-1 0,0 0 1,-1 0-1,2-1 1,-1 0-1,0 0 0,1-1 1,-1 0-1,1 0 1,-1-1-1,12 0 0,-19-1-52,-1 0-1,1 0 0,0 0 0,-1 0 0,1 0 0,0 0 1,-1 0-1,1 0 0,0 0 0,-1-1 0,1 1 0,0 0 0,-1 0 1,1-1-1,-1 1 0,1 0 0,-1-1 0,1 1 0,0 0 1,-1-1-1,1 1 0,-1-1 0,1 1 0,-1-1 0,0 1 0,1-1 1,-1 1-1,0-1 0,1 0 0,-1 1 0,0-1 0,0 0 0,1 1 1,-1-2-1,1-11-8109</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6.307"/>
    </inkml:context>
    <inkml:brush xml:id="br0">
      <inkml:brushProperty name="width" value="0.025" units="cm"/>
      <inkml:brushProperty name="height" value="0.025" units="cm"/>
      <inkml:brushProperty name="color" value="#E71224"/>
    </inkml:brush>
  </inkml:definitions>
  <inkml:trace contextRef="#ctx0" brushRef="#br0">1 0 3017,'0'0'4930,"7"8"-3519,-2-3-1395,-1-2 356,0 0-1,0 1 1,0 0-1,-1-1 1,0 1-1,0 1 1,0-1-1,0 0 1,-1 1-1,0-1 1,0 1-1,0 0 1,0 0-1,-1 0 1,0 0-1,2 9 1,-2 100 2546,1-25-1860,-3 0 0,-22 149 0,15-182-96,2-1 0,2 71 0,4-125-473</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6.744"/>
    </inkml:context>
    <inkml:brush xml:id="br0">
      <inkml:brushProperty name="width" value="0.025" units="cm"/>
      <inkml:brushProperty name="height" value="0.025" units="cm"/>
      <inkml:brushProperty name="color" value="#E71224"/>
    </inkml:brush>
  </inkml:definitions>
  <inkml:trace contextRef="#ctx0" brushRef="#br0">1 31 3137,'0'0'12174,"6"-5"-10789,-4 4-1510,29-19 2355,-29 19-2059,-1 1 0,1-1 0,0 1 0,-1-1 0,1 1 0,0-1 0,0 1 0,-1 0 0,1 0 0,0 0 0,0 0 0,-1 0 0,1 0 0,0 1 0,0-1 0,-1 0 0,1 1 0,0 0 0,-1-1 0,1 1 0,-1 0 0,1 0 0,-1 0 0,3 1 0,53 51 1685,-31-28-1623,1-1-1,2 0 0,35 21 1,-28-19 896,-29-20-4194,-16-15-12123</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7.148"/>
    </inkml:context>
    <inkml:brush xml:id="br0">
      <inkml:brushProperty name="width" value="0.025" units="cm"/>
      <inkml:brushProperty name="height" value="0.025" units="cm"/>
      <inkml:brushProperty name="color" value="#E71224"/>
    </inkml:brush>
  </inkml:definitions>
  <inkml:trace contextRef="#ctx0" brushRef="#br0">259 13 4641,'0'0'9183,"0"-1"-8966,0 1 1,0 0-1,0-1 0,0 1 0,1-1 0,-1 1 0,0-1 1,0 1-1,0-1 0,0 1 0,0 0 0,0-1 0,0 1 0,-1-1 1,1 1-1,0-1 0,0 1 0,0-1 0,0 1 0,0 0 1,-1-1-1,1 1 0,0-1 0,0 1 0,-1 0 0,1-1 1,0 1-1,-1 0 0,1-1 0,-10 2 16,0 0 0,0 1-1,0 0 1,0 1 0,1 0 0,-1 0-1,1 1 1,0 0 0,0 1 0,1 0-1,-1 0 1,-11 10 0,-3 4 237,0 1 0,-38 45 0,50-44 198,6-9-1698,7-6-5433</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7.760"/>
    </inkml:context>
    <inkml:brush xml:id="br0">
      <inkml:brushProperty name="width" value="0.025" units="cm"/>
      <inkml:brushProperty name="height" value="0.025" units="cm"/>
      <inkml:brushProperty name="color" value="#E71224"/>
    </inkml:brush>
  </inkml:definitions>
  <inkml:trace contextRef="#ctx0" brushRef="#br0">148 0 3081,'0'0'12124,"0"1"-12019,0-1 0,1 1 0,-1-1 0,0 0 0,0 1 0,1-1 1,-1 1-1,0-1 0,0 1 0,0-1 0,0 1 0,0-1 1,0 1-1,0-1 0,0 1 0,0-1 0,0 0 0,0 1 0,0-1 1,0 1-1,0-1 0,0 1 0,0-1 0,-1 1 0,1-1 1,0 1-1,0-1 0,0 0 0,-1 1 0,1-1 0,0 1 0,-1-1 1,1 0-1,0 1 0,-1-1 0,1 0 0,0 0 0,-1 1 0,-129 81 1732,129-81-1831,0 0 0,0-1 0,0 1 0,0 0 0,0 0 0,1-1 0,-1 1 0,0 0 0,0 0 0,1 0 0,-1 0 0,0 0 0,1 0 0,-1 0 0,1 0 0,-1 0 0,1 1 0,0-1 0,-1 0 0,1 0 0,0 2 0,0-3-6,0 1 0,1 0 0,-1-1 0,0 1 0,1-1 1,-1 1-1,1 0 0,-1-1 0,0 1 0,1-1 0,-1 1 0,1-1 0,0 0 1,-1 1-1,1-1 0,-1 0 0,1 1 0,0-1 0,-1 0 0,1 1 0,0-1 1,-1 0-1,1 0 0,0 0 0,-1 0 0,1 0 0,0 0 0,-1 0 1,1 0-1,0 0 0,1 0 0,5 0-1,1 0 1,0 0-1,0 1 1,0 0 0,0 0-1,0 1 1,-1 0-1,14 6 1,-18-6-3,0-1 0,0 1 0,-1 0 0,1 0 0,-1 1 0,0-1 0,1 0 0,-1 1 0,0-1 0,-1 1 0,1 0 0,0 0 0,-1-1 0,1 1 0,-1 0 0,0 0 0,0 0 0,0 1 0,-1-1 0,1 0 0,-1 0 0,1 0 0,-1 1 0,-1 4 0,2-5 9,-2 1 0,1-1 0,0 0 0,-1 1 0,1-1 0,-1 0 0,0 0 0,0 0 0,0 0 0,0 0 0,-1 0 0,1 0 0,-1 0 0,0 0 0,-4 4 0,1-2 21,-1 0-1,0 0 1,0-1-1,0 0 1,-1 0-1,-7 3 1,2-1 33,9-4-55,0 0 0,0 0-1,-1 0 1,1-1 0,0 0-1,-1 0 1,0 0 0,1 0-1,-1 0 1,1-1 0,-1 1-1,-6-1 1,8 0-240,7-17-2347,-5 15 2413,1 1-1,-1 0 1,0-1-1,1 1 1,-1 0-1,1-1 1,-1 1-1,1 0 1,-1 0-1,1 0 1,0-1-1,0 1 1,0 0-1,-1 0 1,1 0-1,0 0 1,1 1-1,-1-1 1,1-1-1,20-12-4508,-7-2-2102</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8.394"/>
    </inkml:context>
    <inkml:brush xml:id="br0">
      <inkml:brushProperty name="width" value="0.025" units="cm"/>
      <inkml:brushProperty name="height" value="0.025" units="cm"/>
      <inkml:brushProperty name="color" value="#E71224"/>
    </inkml:brush>
  </inkml:definitions>
  <inkml:trace contextRef="#ctx0" brushRef="#br0">1 53 5401,'0'0'14633,"6"10"-13109,0-1-1326,0 0 0,-1 1 1,0 0-1,0 0 0,-1 1 0,-1-1 1,0 1-1,0 0 0,-1 0 0,1 20 0,-3-31-203,0 1 0,0-1 1,0 1-1,1-1 0,-1 0 0,0 1 0,0-1 0,0 1 0,0-1 0,1 1 0,-1-1 0,0 0 0,0 1 0,1-1 0,-1 1 0,0-1 0,1 0 0,-1 1 0,0-1 0,1 0 0,-1 0 0,1 1 0,-1-1 0,0 0 0,1 0 0,-1 1 0,1-1 1,-1 0-1,1 0 0,-1 0 0,1 0 0,-1 0 0,1 0 0,-1 0 0,1 0 0,-1 0 0,0 0 0,1 0 0,-1 0 0,1 0 0,-1 0 0,1 0 0,-1-1 0,1 1 0,-1 0 0,1 0 0,-1 0 0,0-1 0,1 1 0,-1 0 0,0-1 0,1 1 0,-1 0 1,0-1-1,1 1 0,0-1 0,61-87-1438,-46 63 1276,1 1 0,33-37-1,-49 60 200,-1 1 1,1 0-1,-1 0 0,1-1 0,-1 1 1,1 0-1,0 0 0,-1 0 0,1 0 0,0 0 1,-1 0-1,1 0 0,-1 0 0,1 0 0,0 0 1,-1 0-1,1 0 0,-1 0 0,1 0 0,0 0 1,-1 1-1,1-1 0,-1 0 0,1 1 0,-1-1 1,1 0-1,-1 1 0,1-1 0,-1 0 1,1 1-1,-1-1 0,1 1 0,-1-1 0,0 1 1,1-1-1,-1 1 0,1 0 0,16 25 687,-14-21-549,28 36 529,-25-39-862,1-1 1,0 0 0,0 0 0,-1-1 0,1 0 0,0 0-1,0-1 1,-1 0 0,1 0 0,0 0 0,-1-1 0,9-3 0,1-2-113,0-1 0,0 0 0,15-12 0,18-10 715,-48 30 64,13 35 2682,-12-32-3599,0 0-1,0 1 0,0-1 0,0 0 0,0 0 0,1-1 1,-1 1-1,1 0 0,0-1 0,0 0 0,0 1 0,0-1 1,0 0-1,0-1 0,1 1 0,-1-1 0,1 1 0,-1-1 1,1 0-1,6 1 0,0 1-754,9 4-4801</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8.833"/>
    </inkml:context>
    <inkml:brush xml:id="br0">
      <inkml:brushProperty name="width" value="0.025" units="cm"/>
      <inkml:brushProperty name="height" value="0.025" units="cm"/>
      <inkml:brushProperty name="color" value="#E71224"/>
    </inkml:brush>
  </inkml:definitions>
  <inkml:trace contextRef="#ctx0" brushRef="#br0">193 1 4865,'0'0'18185,"-18"5"-17419,-59 17-183,72-21-531,-1 1-1,1-1 1,0 1 0,0 1 0,0-1 0,0 1 0,1 0 0,-1 0 0,0 0 0,1 1 0,0 0 0,0 0 0,0 0 0,1 0 0,-1 0 0,1 1 0,0-1 0,0 1 0,0 0 0,1 0 0,0 0 0,0 0 0,0 1 0,1-1 0,-2 9 0,5-12-51,0-1 0,0 0 1,1 0-1,-1 0 1,0 0-1,0-1 0,1 1 1,-1-1-1,1 1 1,-1-1-1,1 0 0,-1 0 1,0 0-1,1 0 1,4-1-1,-4 1 1,10-1-100,1 0 0,0-1 1,-1-1-1,0 0 1,1-1-1,-1 0 1,-1-1-1,1-1 1,-1 0-1,0 0 1,0-1-1,-1-1 1,1 0-1,-2-1 1,12-11-1,-23 26 194,-1-1-1,1 1 1,0 0 0,0 0-1,1 0 1,0 0-1,0 0 1,1 7 0,-1 1-231,1-13 17,-1 1 1,1-1 0,-1 0-1,1 1 1,0-1 0,-1 0-1,1 1 1,0-1-1,0 0 1,0 0 0,0 0-1,0 0 1,0 0 0,1 0-1,-1 0 1,0 0 0,0 0-1,1-1 1,-1 1 0,0 0-1,1-1 1,-1 1-1,1-1 1,-1 0 0,1 1-1,-1-1 1,1 0 0,-1 0-1,2 0 1,49 4-2738,-50-4 2727,37 0-3779,0 0-1995</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9.147"/>
    </inkml:context>
    <inkml:brush xml:id="br0">
      <inkml:brushProperty name="width" value="0.025" units="cm"/>
      <inkml:brushProperty name="height" value="0.025" units="cm"/>
      <inkml:brushProperty name="color" value="#E71224"/>
    </inkml:brush>
  </inkml:definitions>
  <inkml:trace contextRef="#ctx0" brushRef="#br0">59 1 6489,'0'0'15710,"0"6"-14404,-5 46 200,-1 0 0,-25 90 0,28-126-1356,-2 3-76,-3 27-463,8-46-305,6 0-2239,0-1 2050,0 0 0,1 0 0,-1 0 1,0-1-1,0 0 0,-1 0 0,1-1 1,10-5-1,49-38-4321,-32 21 2561,17-8 437</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9.394"/>
    </inkml:context>
    <inkml:brush xml:id="br0">
      <inkml:brushProperty name="width" value="0.025" units="cm"/>
      <inkml:brushProperty name="height" value="0.025" units="cm"/>
      <inkml:brushProperty name="color" value="#E71224"/>
    </inkml:brush>
  </inkml:definitions>
  <inkml:trace contextRef="#ctx0" brushRef="#br0">164 1 3385,'0'0'17901,"-18"11"-16331,-58 40-321,70-45-1059,-1 1 0,2-1 0,-1 1 0,1 1 0,0-1 0,0 1 0,1 0 0,0 0 0,1 0 0,0 0 0,0 1 0,0-1 0,1 1 0,1 0 0,-1 0 0,1 12 0,0-15-65,-1 5-50,1 0-1,0 0 0,1 1 1,0-1-1,1 0 0,3 15 1,-3-25-249,0 1 0,1-1 0,-1 0 0,0 0 0,1 0 0,-1 0 0,1-1 1,-1 1-1,1 0 0,-1-1 0,1 1 0,0-1 0,-1 1 0,1-1 0,0 0 0,-1 1 0,1-1 1,0 0-1,0 0 0,2-1 0,0 1-1077,1 0-1,0 0 1,-1-1-1,1 1 1,0-1 0,-1 0-1,6-2 1,8-9-5601</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09.740"/>
    </inkml:context>
    <inkml:brush xml:id="br0">
      <inkml:brushProperty name="width" value="0.025" units="cm"/>
      <inkml:brushProperty name="height" value="0.025" units="cm"/>
      <inkml:brushProperty name="color" value="#E71224"/>
    </inkml:brush>
  </inkml:definitions>
  <inkml:trace contextRef="#ctx0" brushRef="#br0">1 52 1592,'0'0'20947,"11"6"-20096,2 1-702,1-1 0,-1-1 0,1 0-1,0-1 1,0 0 0,0-1 0,0-1 0,20 1-1,-27-3-145,-3 1-11,0-1 1,0 0-1,1 0 1,-1-1-1,0 1 1,0-1-1,0 0 1,-1 0 0,7-2-1,-8 2 5,-1-1 0,1 1-1,-1-1 1,0 1 0,0-1-1,1 0 1,-1 1 0,0-1-1,-1 0 1,1 0 0,0 0 0,0 0-1,-1 0 1,1 0 0,-1 0-1,0 0 1,1 0 0,-1 0-1,0 0 1,0 0 0,0 0 0,-1-3-1,1 3 7,-1 0 0,1 1-1,0-1 1,-1 0 0,0 0-1,0 0 1,1 0 0,-1 1 0,0-1-1,0 0 1,0 1 0,-1-1-1,1 0 1,0 1 0,-1 0-1,1-1 1,-1 1 0,1 0 0,-1 0-1,0 0 1,1 0 0,-1 0-1,0 0 1,0 0 0,1 0-1,-1 1 1,0-1 0,0 1 0,0 0-1,-3-1 1,-9-1 42,0 0 0,0 1 0,-15 1 0,21 0-17,6 0-9,-1 0-1,1 0 1,0 1-1,-1-1 1,1 1-1,-1-1 1,1 1-1,0 0 1,0 0-1,-1 0 1,1 0-1,0 0 1,0 1-1,0-1 1,0 1-1,0-1 1,1 1-1,-1 0 1,0 0-1,1-1 1,-1 1-1,1 0 1,0 0-1,0 1 1,0-1-1,0 0 1,0 0-1,0 1 1,0-1-1,1 0 1,-2 5-1,1 3-41,-1 0-1,2 1 0,-1-1 0,1 1 0,1 0 1,2 11-1,-3-19-135,1 0 1,0 0-1,0 1 1,0-1-1,1 0 1,-1 0-1,1 0 1,0-1-1,0 1 1,0 0-1,0 0 1,0-1-1,0 0 1,1 1-1,-1-1 1,1 0-1,0 0 1,0 0-1,0-1 0,-1 1 1,1-1-1,1 1 1,-1-1-1,0 0 1,4 1-1,8 1-1548,0 0 0,1 0 0,30 0-1,-1-3-4078</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0.036"/>
    </inkml:context>
    <inkml:brush xml:id="br0">
      <inkml:brushProperty name="width" value="0.025" units="cm"/>
      <inkml:brushProperty name="height" value="0.025" units="cm"/>
      <inkml:brushProperty name="color" value="#E71224"/>
    </inkml:brush>
  </inkml:definitions>
  <inkml:trace contextRef="#ctx0" brushRef="#br0">116 1 9674,'0'0'14957,"-15"3"-14171,-46 11-209,59-13-542,-1-1 0,1 1 0,0 0 0,0 0 0,-1 0 0,1 0 0,0 0 0,0 0 0,0 1 0,0-1 0,0 1 0,0-1 0,1 1 0,-3 2 0,3-3-29,1 0 1,0 0 0,-1 0-1,1 0 1,0 0 0,-1 0-1,1 0 1,0 0 0,0 0-1,0 0 1,0 0-1,0 0 1,0 0 0,0 0-1,0 0 1,0 0 0,1 0-1,-1 0 1,0 0 0,1 0-1,-1 0 1,1 1 0,2 1-13,-1 1 0,1-1 0,-1 0 0,1 0 0,0 0 0,1 0 0,-1 0 0,0-1 0,1 1 0,5 2 0,-7-4-41,1 0 0,-1 0-1,0 0 1,1 1 0,-1-1 0,0 1 0,0 0 0,0-1 0,0 1 0,0 0 0,0 0 0,0 0 0,0 1-1,-1-1 1,0 0 0,1 1 0,-1-1 0,0 1 0,0-1 0,0 1 0,0-1 0,-1 1 0,1 0 0,-1-1-1,1 1 1,-1 0 0,0 2 0,-1-3-128,1 1 0,-1-1 0,0 0 0,0 0 0,0 0 0,-1 0 0,1 0 0,0 0 0,-1-1 0,1 1 0,-1 0 0,0-1 0,1 1-1,-1-1 1,0 1 0,0-1 0,0 0 0,0 0 0,0 0 0,0 0 0,0 0 0,0 0 0,-1-1 0,1 1 0,0-1 0,-1 1 0,1-1 0,0 0 0,0 0 0,-1 0 0,-3-1 0,-8 1-3162,2 0-1842</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0.368"/>
    </inkml:context>
    <inkml:brush xml:id="br0">
      <inkml:brushProperty name="width" value="0.025" units="cm"/>
      <inkml:brushProperty name="height" value="0.025" units="cm"/>
      <inkml:brushProperty name="color" value="#E71224"/>
    </inkml:brush>
  </inkml:definitions>
  <inkml:trace contextRef="#ctx0" brushRef="#br0">103 0 11202,'0'0'14465,"-13"30"-13448,-40 93-240,46-110-702,1 1 1,1 0 0,1 0 0,0 0-1,0 1 1,1-1 0,1 1 0,1 0-1,0 29 1,1-23-217,1-20 34,-1 0 1,1-1 0,-1 1 0,1 0 0,0 0-1,-1-1 1,1 1 0,0 0 0,-1-1 0,1 1-1,0 0 1,0-1 0,-1 1 0,1-1 0,0 1-1,0-1 1,0 0 0,0 1 0,0-1 0,0 0-1,0 0 1,0 1 0,0-1 0,0 0 0,0 0-1,0 0 1,0 0 0,0 0 0,0-1-1,-1 1 1,3 0 0,34-6-6228,-18-6 473</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0.613"/>
    </inkml:context>
    <inkml:brush xml:id="br0">
      <inkml:brushProperty name="width" value="0.025" units="cm"/>
      <inkml:brushProperty name="height" value="0.025" units="cm"/>
      <inkml:brushProperty name="color" value="#E71224"/>
    </inkml:brush>
  </inkml:definitions>
  <inkml:trace contextRef="#ctx0" brushRef="#br0">0 1 10234,'0'0'13171,"148"61"-13771,-135-48-2089,-7-1-4296</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6.396"/>
    </inkml:context>
    <inkml:brush xml:id="br0">
      <inkml:brushProperty name="width" value="0.025" units="cm"/>
      <inkml:brushProperty name="height" value="0.025" units="cm"/>
    </inkml:brush>
  </inkml:definitions>
  <inkml:trace contextRef="#ctx0" brushRef="#br0">0 46 1584,'0'0'10098,"3"3"-7965,-3-2-1893,0 0 1,1 0-1,-1 0 1,1-1-1,-1 1 1,1 0-1,0 0 0,-1-1 1,1 1-1,0-1 1,-1 1-1,1-1 1,0 1-1,0-1 0,-1 1 1,1-1-1,0 1 1,0-1-1,0 0 1,0 0-1,-1 1 0,1-1 1,0 0-1,0 0 1,0 0-1,1 0 1,27-9 5339,-15 3-7148,18-5 1588,1 2 1,1 0 0,-1 3 0,1 0 0,1 3 0,-1 0-1,54 4 1,-86-1-23,0 1 0,0-1 0,0 0-1,0 1 1,0-1 0,0 1 0,0 0-1,0 0 1,0 0 0,-1 0 0,1 0-1,0 0 1,0 0 0,-1 0 0,1 1 0,-1-1-1,1 1 1,-1-1 0,0 1 0,1 0-1,-1-1 1,0 1 0,0 0 0,0 0-1,0 0 1,0 0 0,-1 0 0,1 0 0,-1 0-1,1 0 1,-1 0 0,0 0 0,0 0-1,0 0 1,0 0 0,0 0 0,0 0-1,0 0 1,-1 0 0,0 4 0,0 2 11,-1-1 0,0 1-1,0-1 1,0 0 0,-1 0 0,0 1 0,-1-2 0,1 1 0,-9 10 0,0-3 90,0-2 1,-1 0-1,0 0 1,-1-1 0,-1-1-1,-22 13 1,41-23-104,0 0 0,0 0-1,0 0 1,0 1 0,0-1 0,0 1-1,0 0 1,0 1 0,0-1 0,7 4-1,48 22 4,-49-21-18,41 25-14,-49-29 32,1 0 0,-1-1 0,0 1 0,0 0 0,0 0 0,0 0 0,-1 1 0,1-1 0,-1 0 0,1 1 0,-1-1 0,0 1 0,0-1 0,0 1 0,0-1 0,0 1 0,0 0 0,0 3 0,-2-5 4,1-1 0,0 1 0,0-1 0,-1 1 0,1-1 0,0 1 0,-1-1 0,1 1 0,0-1 0,-1 1 0,1-1 0,-1 1 0,1-1 0,-1 0 0,1 1 0,-1-1 0,1 0 0,-1 0 0,1 1 0,-1-1 0,1 0 0,-1 0 0,1 0 0,-1 0 0,0 0 0,1 0 0,-1 1 0,1-1 0,-2-1 0,-24 2 106,20-1-82,-39-1 110,21 0 3,-1 1 1,0 1-1,-45 7 1,70-8-192,-1 0 1,1 1 0,-1-1 0,1 0 0,-1 0 0,1 1 0,0-1-1,-1 1 1,1-1 0,-1 0 0,1 1 0,0-1 0,-1 1 0,1-1 0,0 1-1,0-1 1,-1 1 0,1-1 0,0 1 0,0-1 0,0 1 0,0-1 0,-1 1-1,1-1 1,0 1 0,0-1 0,0 1 0,0-1 0,0 1 0,0 0-1,0-1 1,1 1 0,-1-1 0,0 1 0,0-1 0,0 1 0,1-1 0,-1 1-1,0-1 1,0 1 0,1-1 0,-1 1 0,1 0 0,10 1-865,1-1 1,-1 0-1,0-1 1,22-2-1,8 1-2457,9 1-1261</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8.587"/>
    </inkml:context>
    <inkml:brush xml:id="br0">
      <inkml:brushProperty name="width" value="0.025" units="cm"/>
      <inkml:brushProperty name="height" value="0.025" units="cm"/>
    </inkml:brush>
  </inkml:definitions>
  <inkml:trace contextRef="#ctx0" brushRef="#br0">39 98 616,'0'0'6986,"-19"-23"-5045,3-4-45,12 6 8187,25 21-8893,27 1-749,-29 1-393,0-1 0,1-2 0,-1 0 0,0 0 0,0-2 0,0 0 0,21-8 0,-35 9-180,24-7 1241,-29 9-1086,1 0 1,-1 0 0,1 0 0,-1 0 0,1 0 0,-1 0 0,0 0-1,1 1 1,-1-1 0,1 0 0,-1 0 0,1 0 0,-1 0 0,1 1 0,-1-1-1,0 0 1,1 0 0,-1 1 0,0-1 0,1 0 0,-1 1 0,0-1-1,1 0 1,-1 1 0,0-1 0,1 0 0,-1 1 0,0-1 0,0 1-1,0-1 1,1 1 0,-1-1 0,0 0 0,0 1 0,0-1 0,0 1 0,0-1-1,0 1 1,0-1 0,0 1 0,0-1 0,0 1 0,0-1 0,0 1-1,0-1 1,0 1 0,-1-1 0,1 1 0,-6 23 214,0-1 0,-2 0 0,-19 43 0,4-14-42,-46 120 148,67-163-341,1 0-1,-1 0 1,2 0-1,-1 0 1,1 0 0,3 18-1,-1 5-13,-2-32-23,13-1-11577,-7-4 5796</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9.147"/>
    </inkml:context>
    <inkml:brush xml:id="br0">
      <inkml:brushProperty name="width" value="0.025" units="cm"/>
      <inkml:brushProperty name="height" value="0.025" units="cm"/>
    </inkml:brush>
  </inkml:definitions>
  <inkml:trace contextRef="#ctx0" brushRef="#br0">5 36 3745,'0'0'8343,"-5"-28"-5510,6 21 3017,427 7 3149,-383 5-18939,-26-4 3897</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19.986"/>
    </inkml:context>
    <inkml:brush xml:id="br0">
      <inkml:brushProperty name="width" value="0.025" units="cm"/>
      <inkml:brushProperty name="height" value="0.025" units="cm"/>
    </inkml:brush>
  </inkml:definitions>
  <inkml:trace contextRef="#ctx0" brushRef="#br0">151 3 2721,'0'0'14613,"10"-3"-9762,-22 5-4601,1 1 0,-1 0-1,1 0 1,0 1 0,0 1 0,0 0 0,0 0 0,1 1 0,0 1 0,0 0 0,1 0 0,-11 10-1,19-17-251,1 1 0,-1-1 0,0 1 0,0-1 0,1 1 0,-1-1 0,0 1 0,1 0 0,-1-1 0,1 1 0,-1 0 0,1 0 0,-1-1 0,1 1 0,-1 0 0,1 0 0,0 0 0,-1-1 0,1 1 0,0 0 0,0 0 0,0 0 0,0 0 0,0 0 0,0-1 0,0 1 0,0 0 0,0 0 0,0 0 0,0 0 0,0 0 0,1 0 0,-1-1 0,0 1 0,1 0 0,-1 0 0,0 0 0,1-1 0,-1 1 0,1 0 0,-1 0 0,1-1 0,0 1 0,-1-1 0,1 1 0,0 0 0,-1-1 0,1 1 0,0-1 0,0 1 0,-1-1 0,1 0 0,0 1 0,0-1 0,0 0 0,0 0 0,0 0 0,1 1 0,9 2 4,1-1 0,-1 1 0,20 0-1,-16-2-7,6 2-20,-1 1-1,0 1 1,0 1-1,0 1 1,22 10 0,-37-15 27,-1 1 0,1 0 0,0 0 1,-1 0-1,1 0 0,-1 1 0,0-1 1,0 1-1,0 0 0,-1 0 1,1 1-1,-1-1 0,0 1 0,-1 0 1,1 0-1,-1 0 0,0 0 0,0 0 1,0 0-1,-1 0 0,1 1 1,-1-1-1,-1 1 0,1 7 0,-1-10 30,-1-1-1,0 1 1,0-1-1,0 1 1,0-1-1,0 1 1,-1-1-1,1 0 1,0 0-1,-1 1 1,0-1-1,0 0 1,1 0-1,-1-1 1,-1 1-1,1 0 0,0-1 1,0 1-1,0-1 1,-1 0-1,1 1 1,-5 0-1,-57 22 275,62-24-300,-7 3-137,-44 9-164,27-11-3057,5-9-4755,14-3 1103</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0.209"/>
    </inkml:context>
    <inkml:brush xml:id="br0">
      <inkml:brushProperty name="width" value="0.025" units="cm"/>
      <inkml:brushProperty name="height" value="0.025" units="cm"/>
    </inkml:brush>
  </inkml:definitions>
  <inkml:trace contextRef="#ctx0" brushRef="#br0">0 17 8850,'0'0'13107,"116"-16"-12987,-84 16-112,7 0-8,5 3-104,21 7-913,-1-4-1591,-6-3-3665</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0.764"/>
    </inkml:context>
    <inkml:brush xml:id="br0">
      <inkml:brushProperty name="width" value="0.025" units="cm"/>
      <inkml:brushProperty name="height" value="0.025" units="cm"/>
    </inkml:brush>
  </inkml:definitions>
  <inkml:trace contextRef="#ctx0" brushRef="#br0">1 47 3273,'0'0'14297,"30"-6"-13187,-7 1-866,39-8 1184,103-7 1,-153 19-1242,-6 0-66,-1 1-1,1 0 1,0 0-1,0 0 1,-1 1-1,1 0 1,0 0-1,6 2 1,-11-2-87,1 0 1,0 1-1,-1-1 1,1 0-1,-1 1 1,1-1 0,-1 1-1,0 0 1,1-1-1,-1 1 1,0 0-1,0 0 1,0 0-1,0 0 1,-1 0-1,1 0 1,-1 0-1,1 0 1,-1 0-1,0 0 1,1 0-1,-1 0 1,0 0-1,0 0 1,-1 4-1,1 2 49,0 0-1,-1 0 0,0-1 1,0 1-1,-1 0 0,0-1 1,0 1-1,-1-1 0,-5 12 1,0-6-31,0-1 0,-1 0 0,0-1 0,-13 13 1,-3 0 44,17-17-80,0-1 0,1 1 0,0 1 0,1-1 0,0 1 0,0 1 0,1-1 0,-7 13 0,12-20-11,0 0 0,0-1-1,0 1 1,1 0-1,-1 0 1,0 0-1,0 0 1,1-1 0,-1 1-1,0 0 1,1 0-1,-1-1 1,1 1-1,-1 0 1,1-1 0,-1 1-1,1 0 1,0-1-1,-1 1 1,1-1 0,0 1-1,-1-1 1,1 1-1,0-1 1,0 0-1,0 1 1,-1-1 0,1 0-1,0 1 1,0-1-1,0 0 1,0 0-1,-1 0 1,1 0 0,0 0-1,0 0 1,0 0-1,1 0 1,49 4 215,-35-4-121,326 10 314,-334-10-912,-1 0 1,1-1 0,-1 0-1,0 0 1,14-5 0,13-9-4772,-2-3-3970</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1.217"/>
    </inkml:context>
    <inkml:brush xml:id="br0">
      <inkml:brushProperty name="width" value="0.025" units="cm"/>
      <inkml:brushProperty name="height" value="0.025" units="cm"/>
    </inkml:brush>
  </inkml:definitions>
  <inkml:trace contextRef="#ctx0" brushRef="#br0">1 18 4609,'0'0'19396,"5"-6"-17916,11-6-783,-8 16 86,-5 34 683,-2-4-879,2 16-101,1 0 0,3 0 0,3 0 0,1-1 0,24 63-1,-32-104-452,-1 4-2454,-20-13-202,17 1 2580,-33-6-5382,-8-6-2946</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4.619"/>
    </inkml:context>
    <inkml:brush xml:id="br0">
      <inkml:brushProperty name="width" value="0.025" units="cm"/>
      <inkml:brushProperty name="height" value="0.025" units="cm"/>
    </inkml:brush>
  </inkml:definitions>
  <inkml:trace contextRef="#ctx0" brushRef="#br0">108 511 1880,'0'0'5107,"2"4"-3736,-1-2-1285,0-1 0,0 0 0,0 0 1,-1 0-1,1 0 0,1 1 0,-1-1 1,0-1-1,0 1 0,0 0 0,0 0 1,1 0-1,-1 0 0,0-1 0,1 1 1,-1-1-1,0 1 0,1-1 0,-1 0 0,1 1 1,-1-1-1,1 0 0,-1 0 0,1 0 1,-1 0-1,1 0 0,-1 0 0,1 0 1,-1-1-1,0 1 0,2-1 0,61-24 2317,-55 20-1807,-1 1 0,1 0 0,0 1 0,0 0 0,1 0 0,16-2 0,9 5-432,994-42 655,-187-11-803,-338 31-35,-162-5-131,101-6 135,-25 0-5,133-4 94,-378 34 276,1436-58 430,221-42-386,-1742 99-411,1167-14 77,-424 14 254,-415-20-282,-365 19-27,25-4 122,-74 9 3239,-2 2-3245,0 12 381,0-1-1,1 0 1,5 26 0,-5-34-497,1 0 0,0-1 1,0 1-1,0-1 0,0 1 0,1-1 0,0 0 0,0 0 1,0 0-1,0 0 0,1-1 0,-1 1 0,9 5 0,-6-5 0,0 0-1,0 0 1,0 1 0,0 0-1,-1 0 1,0 1-1,0-1 1,-1 1 0,1 0-1,-1 1 1,0-1-1,-1 1 1,0-1-1,0 1 1,4 13 0,-1 14 543,-1 0 1,-1 0-1,-2 0 1,-5 68 0,1-16 147,1 15-182,8 206 559,-3-264-967,2-1 0,2 0 0,2-1 0,1 0 0,21 48 0,37 73 16,-66-157-215,0 2 376,-1-19-49,-3 11-238,0-1 0,1 0 0,-1 1 1,0-1-1,0 1 0,0 0 1,0-1-1,0 1 0,0 0 1,-1-1-1,1 1 0,0 0 0,-1 0 1,1 0-1,0 0 0,-1 0 1,0 1-1,1-1 0,-1 0 1,1 1-1,-3-2 0,-40-11-58,-19 6-64,0 2 1,-116 6 0,62 1-114,-2102 1-1616,-1225-15 1687,2749 28 169,211-6 13,-52 3-5,-606 24-20,842-35-14,-387 19-51,518-10 72,57-5-43,-118 22 0,130-13-62,0-4 0,-126-2-1,78-2-243,148-9 348,0 1 0,0 0 1,0-1-1,0 1 0,0 0 1,1-1-1,-1 1 0,0 0 0,1 0 1,-1-1-1,1 1 0,-1 0 1,1 0-1,0 0 0,-1 0 1,3-2-1,5-5 5,0 0 1,1 1 0,0 0-1,1 1 1,11-6 0,-14 9 10,-1 0 1,1-1-1,-1 1 1,0-1-1,-1 0 1,1-1-1,-1 1 1,0-1-1,0 0 1,0-1-1,0 1 1,-1-1-1,0 0 1,0 0-1,-1 0 1,0 0-1,4-10 1,-4-1 16,0-1 0,-1 1 0,-1 0 0,0-1 0,-1 1 0,-3-19 1,-23-107 121,16 97-82,-7-70 1,12 43-9,0 26 45,2-1 1,3 1 0,7-62-1,-6 41 95,17 87-2339,-6-8-417,1-1-1,28 17 1,-4-7-5263</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5.090"/>
    </inkml:context>
    <inkml:brush xml:id="br0">
      <inkml:brushProperty name="width" value="0.025" units="cm"/>
      <inkml:brushProperty name="height" value="0.025" units="cm"/>
    </inkml:brush>
  </inkml:definitions>
  <inkml:trace contextRef="#ctx0" brushRef="#br0">1 49 8346,'0'0'9291,"3"-8"-8459,10-24 194,-10 24 2735,-2 27-2578,23 357 2366,-10-84-3310,-10-231-269,13 85-1860,-16-143 1448,-1 0 0,1 0 0,0 0 0,0 0 1,0 0-1,1 0 0,-1 0 0,1-1 0,-1 1 0,1 0 0,0-1 0,0 1 1,0-1-1,4 3 0,12 3-5082</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5.556"/>
    </inkml:context>
    <inkml:brush xml:id="br0">
      <inkml:brushProperty name="width" value="0.025" units="cm"/>
      <inkml:brushProperty name="height" value="0.025" units="cm"/>
    </inkml:brush>
  </inkml:definitions>
  <inkml:trace contextRef="#ctx0" brushRef="#br0">0 77 4153,'0'0'12627,"2"-16"-10684,0 3-1896,4-31 2568,-5 40-1755,0 7-44,0 27 434,-1 43 226,14 324 1264,9-78-2895,-21-181-4493,-2-135 4241,1 15-2706,4-9-1821,1-5-2446</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6.006"/>
    </inkml:context>
    <inkml:brush xml:id="br0">
      <inkml:brushProperty name="width" value="0.025" units="cm"/>
      <inkml:brushProperty name="height" value="0.025" units="cm"/>
    </inkml:brush>
  </inkml:definitions>
  <inkml:trace contextRef="#ctx0" brushRef="#br0">1 17 7514,'0'0'11766,"6"-16"-7270,-5 34-3575,1 0 0,7 29 0,4 33-127,-14 186 189,4 49-1308,-3-309 37,1 0-1,-1 0 0,2 0 0,-1 0 1,1 0-1,-1 0 0,2 0 0,-1 0 0,5 8 1,-4-11-290,-1 0 0,0 0 0,1 0 0,-1-1 0,1 1 0,0-1 0,0 0 0,0 0 0,0 0 0,0 0 0,6 2 0,15 3-6836</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6.500"/>
    </inkml:context>
    <inkml:brush xml:id="br0">
      <inkml:brushProperty name="width" value="0.025" units="cm"/>
      <inkml:brushProperty name="height" value="0.025" units="cm"/>
    </inkml:brush>
  </inkml:definitions>
  <inkml:trace contextRef="#ctx0" brushRef="#br0">12 0 3873,'0'0'16834,"-2"16"-15523,-5 67 962,4 107-1,21 345-37,-10-390-3243,-8-142 743,1 1 0,0 0 0,0-1 0,0 1 0,1-1 0,-1 1 0,1-1 0,0 0 0,0 1 0,0-1 0,4 5 0,11 6-4266,2-7-1625</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7.166"/>
    </inkml:context>
    <inkml:brush xml:id="br0">
      <inkml:brushProperty name="width" value="0.025" units="cm"/>
      <inkml:brushProperty name="height" value="0.025" units="cm"/>
    </inkml:brush>
  </inkml:definitions>
  <inkml:trace contextRef="#ctx0" brushRef="#br0">0 64 4049,'0'0'9775,"12"-9"-8936,1 1-522,-8 5-137,-1 0 0,1 0 0,-1 0 0,1-1 0,-1 1 0,0-1 0,0 0 0,-1 0 0,6-8 0,-9 12-30,0 0-1,0-1 1,0 1 0,0 0 0,0 0 0,0 0 0,0 0 0,0 0 0,1-1 0,-1 1 0,0 0 0,0 0 0,0 0 0,0 0 0,0 0-1,0 0 1,0-1 0,1 1 0,-1 0 0,0 0 0,0 0 0,0 0 0,0 0 0,0 0 0,1 0 0,-1 0 0,0 0 0,0 0 0,0 0 0,0 0-1,1 0 1,-1 0 0,0 0 0,0 0 0,0 0 0,0 0 0,0 0 0,1 0 0,-1 0 0,0 0 0,0 0 0,0 0 0,0 0 0,0 0-1,1 0 1,-1 1 0,0-1 0,0 0 0,0 0 0,5 12 2057,1 27-2803,-5-31 1377,7 91 647,-5 115-1,-4-130-1015,3-1 0,19 132 0,-5-119-806,-5 1 0,0 145 0,-69-239-8895,26-3 507</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29.356"/>
    </inkml:context>
    <inkml:brush xml:id="br0">
      <inkml:brushProperty name="width" value="0.025" units="cm"/>
      <inkml:brushProperty name="height" value="0.025" units="cm"/>
    </inkml:brush>
  </inkml:definitions>
  <inkml:trace contextRef="#ctx0" brushRef="#br0">0 63 5321,'0'0'9198,"20"-12"-2867,-17 15-6214,0 0 0,-1 0 0,1 0-1,-1 0 1,1 0 0,-1 1 0,0-1 0,0 1 0,0 0 0,1 6 0,7 10 288,-2-6 22,-6-11-318,0 1-1,0-1 1,1 1-1,-1-1 1,1 0-1,-1 0 1,1 0 0,3 3-1,7 10 104,-13-15-206,1 0 0,-1 0-1,1 0 1,-1 0 0,1 0-1,-1-1 1,1 1 0,0 0-1,-1 0 1,1-1 0,0 1-1,0 0 1,0-1 0,-1 1 0,1 0-1,0-1 1,0 1 0,0-1-1,0 0 1,0 1 0,0-1-1,0 0 1,0 0 0,0 1-1,0-1 1,0 0 0,0 0-1,0 0 1,0 0 0,2-1-1,5 0 28,0 0 0,0 0 0,-1-1 0,1 0 0,0-1 0,-1 0 0,0 0 0,1 0-1,-1-1 1,6-5 0,-4 4-7,0 0 1,0 0-1,0 1 0,1 1 0,-1-1 0,12-1 1,-3 3 147,1 0 1,-1 2 0,1 0-1,-1 1 1,1 1 0,-1 1 0,0 0-1,0 2 1,27 9 0,-40-11-136,0 0 1,-1 1-1,1-1 1,-1 1-1,0 0 1,0 0-1,0 1 1,0-1-1,-1 1 1,0 0-1,0-1 1,3 8-1,14 18 102,-16-24-120,0 1-1,-1-1 1,0 1-1,0 0 1,-1 0-1,0 0 1,0 0-1,0 0 1,-1 0-1,0 0 1,0 1-1,-1-1 0,0 0 1,-1 1-1,-1 9 1,2 15 100,0-31 252,0-44-218,0 28-157,-1 7-13,1-1-1,0 1 1,1-1-1,0 0 0,4-13 1,-4 19 12,1-1 1,-1 1-1,1-1 1,0 1-1,0 0 0,0 0 1,1 0-1,-1 0 1,1 1-1,0-1 1,-1 1-1,1-1 0,0 1 1,0 0-1,1 0 1,5-3-1,39-14-63,1 1 0,0 2 0,1 3 0,59-8-1,0-2-182,-91 18 204,0 1 0,0 1 0,0 1 0,0 0 0,1 1 0,33 3 0,-44 0 44,-1 1 0,0 0 0,0 0 0,0 0 0,0 1 0,-1 0 0,0 0 0,0 0 0,8 8 0,-8-7 0,1 1 1,0-1-1,0-1 0,0 1 0,1-1 0,0 0 0,-1-1 1,10 3-1,20 0 18,0-2 0,0-2 1,0-1-1,64-7 1,-98 6-15,0 0 0,0 0 0,0-1 0,0 0 1,0 1-1,0-1 0,-1 0 0,1 0 1,0 0-1,-1-1 0,1 1 0,0-1 1,-1 1-1,0-1 0,1 0 0,-1 0 1,0 0-1,0 0 0,0 0 0,0-1 1,-1 1-1,1-1 0,0 1 0,-1-1 1,0 1-1,0-1 0,0 0 0,0 0 0,0 0 1,0 1-1,-1-1 0,1 0 0,-1 0 1,0 0-1,0 0 0,0-4 0,-1-1 18,0-1-1,0 1 0,-1 0 0,0 0 0,0-1 0,-1 1 0,0 1 0,-1-1 0,1 0 1,-2 1-1,1 0 0,-6-7 0,10 13-30,0 1-1,-1 0 1,1-1-1,0 1 1,0 0-1,0 0 1,-1-1 0,1 1-1,0 0 1,-1 0-1,1-1 1,0 1 0,0 0-1,-1 0 1,1 0-1,0-1 1,-1 1 0,1 0-1,0 0 1,-1 0-1,1 0 1,-1 0 0,1 0-1,0 0 1,-1 0-1,1 0 1,0 0 0,-1 0-1,1 0 1,0 0-1,-1 0 1,1 0 0,-1 0-1,1 0 1,0 0-1,-1 1 1,1-1 0,0 0-1,0 0 1,-1 0-1,1 1 1,0-1 0,-1 0-1,1 0 1,-1 1-1,-11 21-2465,-1-1-1952,-5-2-1940</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0.020"/>
    </inkml:context>
    <inkml:brush xml:id="br0">
      <inkml:brushProperty name="width" value="0.025" units="cm"/>
      <inkml:brushProperty name="height" value="0.025" units="cm"/>
    </inkml:brush>
  </inkml:definitions>
  <inkml:trace contextRef="#ctx0" brushRef="#br0">241 1 8010,'0'0'12176,"-24"4"-11415,-75 13-99,91-16-576,1 0 1,0 1 0,0-1 0,0 2-1,0-1 1,0 1 0,0 0 0,1 0 0,-1 1-1,1 0 1,0 0 0,0 1 0,1-1-1,-1 1 1,-8 10 0,14-14-98,-1 0 0,0 0 0,1 0 0,-1 1 0,1-1 0,0 0 0,-1 0-1,1 0 1,0 1 0,0-1 0,0 0 0,-1 0 0,1 1 0,0-1 0,1 0 0,-1 0 0,0 0 0,0 1 0,0-1 0,1 0 0,-1 0 0,1 0 0,-1 1 0,1-1 0,-1 0-1,1 0 1,0 0 0,-1 0 0,1 0 0,0 0 0,0 0 0,0-1 0,0 1 0,0 0 0,0 0 0,0-1 0,0 1 0,0 0 0,0-1 0,0 1 0,0-1 0,3 1 0,8 4-29,0 0 1,0-1-1,17 3 1,-11-2 54,-3 0-36,0 1 0,-1 0 0,0 2 0,20 12 0,-31-18 15,0 0 1,0 1-1,0 0 0,0-1 0,-1 1 0,1 0 1,-1 0-1,1 0 0,-1 1 0,3 6 0,-4-9 11,-1 1 0,1 0-1,-1 0 1,0-1-1,0 1 1,0 0-1,0 0 1,0 0 0,0-1-1,0 1 1,0 0-1,-1 0 1,1-1-1,-1 1 1,1 0 0,-1-1-1,0 1 1,0 0-1,1-1 1,-1 1-1,0-1 1,0 1 0,-1-1-1,-1 2 1,-2 2 57,-1 0 0,0-1 1,0 0-1,-1 0 0,1 0 1,-1-1-1,0 0 0,0 0 1,0-1-1,-9 2 0,-74 14 205,56-17-1403,30-5-2304,15-8-433,9-1-2609</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0.642"/>
    </inkml:context>
    <inkml:brush xml:id="br0">
      <inkml:brushProperty name="width" value="0.025" units="cm"/>
      <inkml:brushProperty name="height" value="0.025" units="cm"/>
    </inkml:brush>
  </inkml:definitions>
  <inkml:trace contextRef="#ctx0" brushRef="#br0">76 157 12259,'0'0'12350,"-12"11"-11840,-35 31-176,46-41-326,-1 0 0,1 0 1,0 1-1,0-1 0,0 0 0,0 0 0,0 1 0,0-1 0,0 0 0,0 1 0,0-1 0,1 1 0,-1-1 0,1 1 0,-1-1 0,1 1 0,-1 0 0,1-1 0,0 1 0,0 0 0,0-1 0,0 1 0,0 0 0,0-1 0,0 1 0,1-1 0,-1 1 0,1 0 0,-1-1 0,1 1 0,-1-1 0,1 1 0,0-1 0,0 1 0,0-1 0,0 0 0,0 1 0,0-1 0,0 0 0,0 0 0,0 0 0,1 0 1,-1 0-1,0 0 0,1 0 0,-1 0 0,1 0 0,-1-1 0,1 1 0,-1-1 0,1 1 0,-1-1 0,1 1 0,0-1 0,2 0 0,9 2-139,1 0 1,-1-1-1,0-1 1,0 0-1,0-1 1,0 0-1,16-4 1,-26 4 96,1 0 0,-1 0 1,1-1-1,-1 1 0,0-1 1,0 1-1,0-1 0,0 0 0,0 0 1,0 0-1,0-1 0,-1 1 0,1-1 1,-1 1-1,0-1 0,1 0 0,-1 0 1,-1 0-1,1 0 0,0 0 0,-1-1 1,1 1-1,-1 0 0,0-1 1,0 1-1,-1-1 0,1 1 0,-1-1 1,1 1-1,-2-7 0,4-11 92,2 17 91,15 24 253,-10-7-249,10 9 193,-12-13-295,0 1-1,0-1 1,12 21 0,-30-35 1301,9 4-1352,0 0 1,-1 0 0,1 0 0,0 0 0,0 0 0,0-1-1,0 1 1,0 0 0,1-1 0,-1 1 0,0-1-1,1 1 1,-1-3 0,-2-6 17,2-1 0,0 0 1,0 1-1,1-1 0,0 0 0,1 1 0,0-1 0,1 1 1,0-1-1,5-13 0,2 2-27,2 0-1,0 0 1,25-34 0,-35 54-138,-1 26-3198,0-5-209,0-4-2706,0-2-3347</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0.892"/>
    </inkml:context>
    <inkml:brush xml:id="br0">
      <inkml:brushProperty name="width" value="0.025" units="cm"/>
      <inkml:brushProperty name="height" value="0.025" units="cm"/>
    </inkml:brush>
  </inkml:definitions>
  <inkml:trace contextRef="#ctx0" brushRef="#br0">78 0 9210,'0'0'15575,"0"27"-13913,0 162 565,0-17-823,0-56-3840,-10-116-2169,7 0 4055,1-1 0,-1 1 0,0-1 0,0 1 0,1-1 1,-1 0-1,1 0 0,-1 0 0,1-1 0,-1 1 0,1-1 0,-1 1 0,1-1 0,0 0 0,0 0 1,0 0-1,-3-3 0,-15-18-7916</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1.207"/>
    </inkml:context>
    <inkml:brush xml:id="br0">
      <inkml:brushProperty name="width" value="0.025" units="cm"/>
      <inkml:brushProperty name="height" value="0.025" units="cm"/>
    </inkml:brush>
  </inkml:definitions>
  <inkml:trace contextRef="#ctx0" brushRef="#br0">0 77 6361,'0'0'13437,"30"-2"-11589,215-6 631,-104 8-1912,-140-1-538,-1 0-1,0 0 1,0 0 0,0 0 0,0 0-1,0 0 1,0 0 0,0 0 0,-1 0-1,1 0 1,0 0 0,-1 0 0,1 0-1,0 1 1,-1-1 0,1 0 0,-1 0-1,1 0 1,-1 0 0,0 1 0,1-1 0,-1 0-1,0 0 1,0 0 0,-11-6 115,0 1 0,0 1 1,-1 0-1,0 0 0,0 1 1,0 1-1,0 0 0,0 1 1,-1 0-1,1 1 0,-1 0 1,1 1-1,-27 4 0,37-3-138,0 0 0,1 0 0,-1 0 0,0 1 0,0-1 0,1 1 0,-1-1 0,1 1 0,-1 0 0,1 0 0,0 0 0,0 1 0,0-1 0,0 0 0,0 1 0,0 0 0,1-1 0,-1 1 0,1 0 0,0-1 0,-1 1 0,1 0 0,1 0 0,-2 5 0,1-5-69,0 0-1,1 0 1,-1 0-1,1 0 1,0 0-1,0 0 1,0 0-1,0 0 1,0 0-1,1 1 1,-1-2-1,1 1 1,0 0 0,0 0-1,0 0 1,0 0-1,0 0 1,1-1-1,-1 1 1,1-1-1,0 1 1,-1-1-1,1 1 1,1-1-1,2 3 1,8 3-1492,1-1 0,-1 0 0,28 8 0,3-4-4705</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1.653"/>
    </inkml:context>
    <inkml:brush xml:id="br0">
      <inkml:brushProperty name="width" value="0.025" units="cm"/>
      <inkml:brushProperty name="height" value="0.025" units="cm"/>
    </inkml:brush>
  </inkml:definitions>
  <inkml:trace contextRef="#ctx0" brushRef="#br0">226 315 9754,'0'0'15238,"-29"-1"-14299,-91-2-207,116 3-671,0 0 1,0 0-1,1 0 1,-1 0-1,0 0 0,0 1 1,0 0-1,0 0 1,0 0-1,1 0 0,-1 0 1,0 1-1,1 0 1,0 0-1,-1 0 0,-2 2 1,4-2-24,1 1 0,0-1 0,0 0 0,0 0 0,0 1 0,0-1 0,0 1 0,1-1 0,-1 1 0,1-1 1,0 1-1,0-1 0,0 1 0,0-1 0,0 3 0,0-2-33,0-2-4,1 0 0,-1-1 1,0 1-1,0 0 0,0 0 1,1-1-1,-1 1 0,0 0 1,1-1-1,-1 1 0,1 0 0,-1-1 1,1 1-1,-1 0 0,1-1 1,-1 1-1,1-1 0,0 1 1,-1-1-1,1 1 0,0-1 1,-1 0-1,1 1 0,0-1 0,-1 0 1,2 1-1,31 5 15,-24-6-34,-1 0 1,0-1-1,1 1 0,-1-2 1,12-2-1,-10-1-61,-1 0 0,0 0 0,-1-1 0,1 0 0,-1 0 0,0-1 0,10-12 0,46-60-755,-46 53 521,-1-2-1,15-33 0,-26 48 263,0 0 0,-1 0 0,-1-1-1,0 1 1,-1-1 0,-1 0 0,2-21-1,-4 35 61,0-1-1,0 1 1,0 0-1,-1-1 0,1 1 1,0 0-1,0 0 0,0-1 1,-1 1-1,1 0 0,0-1 1,0 1-1,-1 0 0,1 0 1,0-1-1,-1 1 1,1 0-1,0 0 0,0 0 1,-1 0-1,1-1 0,-1 1 1,1 0-1,0 0 0,-1 0 1,1 0-1,0 0 0,-1 0 1,1 0-1,0 0 1,-1 0-1,1 0 0,-1 0 1,1 0-1,0 0 0,-1 0 1,1 1-1,-16 2 199,9 0-102,0 1 1,0 0 0,1 0 0,-1 0 0,1 1 0,0 0-1,0 0 1,0 1 0,1-1 0,0 1 0,0 1-1,-5 8 1,-5 8 183,2 0 1,-14 31-1,22-41-284,0-1 0,0 1 0,2 1 0,-1-1 0,2 0 0,-1 1 0,2-1 0,0 1 0,1 0 0,0-1 0,1 1 0,3 18 0,-3-30-105,0 1 0,0-1 0,1 0 1,-1 1-1,1-1 0,-1 0 0,1 0 0,0 0 0,0 0 0,0 0 1,0-1-1,0 1 0,0 0 0,0-1 0,1 0 0,-1 1 0,0-1 1,1 0-1,-1 0 0,1 0 0,3 0 0,62 8-4526,-58-8 3194,36 0-6352</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3.581"/>
    </inkml:context>
    <inkml:brush xml:id="br0">
      <inkml:brushProperty name="width" value="0.025" units="cm"/>
      <inkml:brushProperty name="height" value="0.025" units="cm"/>
    </inkml:brush>
  </inkml:definitions>
  <inkml:trace contextRef="#ctx0" brushRef="#br0">0 141 4809,'0'0'9463,"20"0"-6431,-14 3 2225,-6 213-2522,0-212-2726,1 0 0,0 0 0,0 1 0,0-1 0,0 0 0,0 0 0,1 0 0,0 0 0,0 0 0,0 0 0,0-1 0,1 1 0,0-1 0,-1 1 0,1-1 0,0 0 0,1 0 0,-1 0 0,0-1 0,1 1 0,0-1 0,-1 0 1,1 0-1,6 3 0,2 0 20,1 0-1,0-1 1,0 0 0,0-1 0,0-1 0,26 2 0,4-2-6,0-2 0,0-2 0,0-2 0,0-1 0,61-18 0,-49 7 1,269-72-33,-242 71-10,1 3 1,89-4 0,93 6-559,788-54-822,-140 38 1505,-819 28-41,-22 3 414,0 3-1,-1 3 1,0 3-1,85 26 1,-156-38-479,32 9 169,50 22-1,-73-27-45,0 0-1,-1 1 1,0 0 0,0 0-1,-1 1 1,1 0-1,-1 0 1,0 1-1,-1 0 1,9 11-1,-15-17-61,0 0 1,1 0-1,-1 0 0,1 0 0,-1 0 0,1 0 0,-1 0 0,1 0 0,-1 0 0,1 0 0,0-1 1,-1 1-1,1 0 0,0-1 0,0 1 0,0 0 0,0-1 0,-1 1 0,1-1 0,0 1 0,2 0 0,-5-27 683,1 17-961,-3-18-103,1 1 0,1-1 0,1 0 0,6-49 0,-4 74 298,1-1 0,-1 0-1,0 0 1,1 1 0,0-1 0,0 1 0,-1 0 0,1-1-1,1 1 1,-1 0 0,0 0 0,0 0 0,1 0-1,-1 1 1,1-1 0,0 1 0,-1-1 0,1 1-1,0 0 1,0 0 0,0 0 0,0 1 0,0-1-1,6 0 1,9-2 1,0 1 0,30 1 1,503 16-12,-17-2 216,-36-3-167,271 2-94,-478-14 82,403 14 44,-116-7-4,-335-6-3,21-9-53,41 10 1,-305 0 20,0 0 0,1 0 0,-1 0 0,1 0-1,-1 0 1,0 0 0,1 0 0,-1 0 0,1 0 0,-1-1 0,0 1 0,1 0 0,-1 0 0,1 0 0,-1 0 0,0-1 0,1 1 0,-1 0 0,0-1 0,0 1 0,1 0 0,-1 0 0,0-1 0,1 1 0,-1 0 0,0-1 0,0 1 0,0-1 0,0 1 0,1 0 0,-1-1 0,0 1 0,0-1 0,0 1 0,0-1 0,-3-19 150,-14-16 82,-1 4-47,17 28-167,-1 0 0,1 0 0,-1 0 0,0 1 0,0-1 0,0 0 0,0 1 0,-1 0 0,0-1 0,1 1 0,-1 0 0,0 0 0,0 1 0,-1-1 0,1 1 0,-1-1 0,1 1 0,-1 0 0,0 1 0,0-1 0,1 0 0,-1 1 0,0 0 0,-1 0 0,1 0 0,0 1 0,0-1 0,-7 1 0,8 0-55,-3 14-266,4-9-37,-1 0 1,1 0-1,-1 0 1,0 0-1,-1-1 0,1 1 1,-1-1-1,-6 6 1,-20 14-5662,-2-1-5579</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4.318"/>
    </inkml:context>
    <inkml:brush xml:id="br0">
      <inkml:brushProperty name="width" value="0.025" units="cm"/>
      <inkml:brushProperty name="height" value="0.025" units="cm"/>
    </inkml:brush>
  </inkml:definitions>
  <inkml:trace contextRef="#ctx0" brushRef="#br0">26 32 9378,'0'0'14286,"-1"6"-11912,-7 24-1840,2 0 1,2 0 0,-3 42 0,7-71-535,1 0 0,-1 0-1,0 0 1,1 0 0,-1 0 0,1 0 0,-1 0 0,1 0 0,-1 0 0,1 0 0,-1 0 0,1 0 0,0 0 0,0 0 0,-1-1 0,1 1-1,0 0 1,0 0 0,0-1 0,0 1 0,0-1 0,0 1 0,0-1 0,0 1 0,0-1 0,0 0 0,0 1 0,0-1 0,1 0 0,-1 0-1,1 0 1,42 2-69,-37-2 57,3-1-91,-1 0 1,1 0 0,-1-1-1,0-1 1,1 0 0,-1 0 0,0-1-1,-1 0 1,1 0 0,-1-1-1,0 0 1,0-1 0,0 1 0,-1-2-1,11-10 1,0-3-3,0 0 0,-1-1 0,-1-1 0,17-31 0,-33 52 182,0 0 1,1 0-1,-1 0 1,1 0 0,0 1-1,-1-1 1,1 0-1,0 0 1,-1 0-1,1 0 1,0 1-1,0-1 1,0 0-1,0 1 1,0-1 0,0 1-1,0-1 1,0 1-1,0-1 1,0 1-1,0 0 1,0 0-1,0-1 1,0 1-1,0 0 1,0 0-1,0 0 1,0 0 0,0 0-1,0 0 1,1 0-1,-1 1 1,0-1-1,0 0 1,0 0-1,0 1 1,0-1-1,0 1 1,0-1-1,1 2 1,5 3-59,1 0 0,-1 1 0,0 1-1,9 9 1,-11-10-299,0 0 1,1-1-1,-1 1 0,1-1 1,13 7-1,2-5-1832,-6-4-2755,-7-2-2381</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4.722"/>
    </inkml:context>
    <inkml:brush xml:id="br0">
      <inkml:brushProperty name="width" value="0.025" units="cm"/>
      <inkml:brushProperty name="height" value="0.025" units="cm"/>
    </inkml:brush>
  </inkml:definitions>
  <inkml:trace contextRef="#ctx0" brushRef="#br0">0 29 7762,'0'0'17357,"15"11"-15858,46 34-530,-57-42-884,-1 1 0,0 0-1,0 0 1,0 0 0,-1 0-1,1 1 1,-1-1 0,2 8-1,-3-9-48,0 0 0,1 0-1,-1 0 1,0-1 0,1 1-1,0 0 1,0-1 0,3 5-1,-3-6-31,-1 0 0,0-1 1,1 1-1,-1-1 0,0 1 0,1-1 0,-1 1 0,1-1 1,-1 0-1,0 0 0,1 0 0,-1 1 0,1-2 0,-1 1 1,1 0-1,-1 0 0,1 0 0,-1-1 0,0 1 0,1 0 1,-1-1-1,0 0 0,1 1 0,0-2 0,15-6-190,-2-1 0,1-1 0,27-23-1,30-18-799,-49 35 758,-19 13 247,0-1 0,0 1 0,0-1 0,0 2 0,1-1 0,-1 0 0,1 1 0,0 0 0,-1 0 0,9 0 0,0 38 1841,-5-17-1807,-6-11-13,1 0 0,0 0-1,1 0 1,8 10-1,-12-16-264,1 0 0,0 0 0,1 0 0,-1 0 0,0 0 0,0-1 0,1 1 0,-1-1 0,1 0 0,-1 0 0,1 0 0,0 0 0,-1 0 0,1-1 0,0 1 0,-1-1 0,1 1 0,5-1 0,16 0-4195,-4 0-2193</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5.080"/>
    </inkml:context>
    <inkml:brush xml:id="br0">
      <inkml:brushProperty name="width" value="0.025" units="cm"/>
      <inkml:brushProperty name="height" value="0.025" units="cm"/>
    </inkml:brush>
  </inkml:definitions>
  <inkml:trace contextRef="#ctx0" brushRef="#br0">176 1 14403,'0'0'14650,"-26"5"-14137,-79 17-211,103-22-293,-1 0 0,1 1 0,-1 0-1,1 0 1,-1 0 0,1 0 0,0 0 0,-1 0 0,1 1 0,0-1 0,0 1 0,0-1 0,0 1 0,0 0 0,0 0 0,0 0 0,-1 2 0,2-2-19,0 1 0,1-1 0,-1 0 0,1 0 0,-1 1 0,1-1 0,0 0 0,0 0 0,0 1 0,0-1 0,1 0 0,-1 3-1,2 9-227,-2-13 210,1 1-1,-1 0 1,1 0 0,0-1 0,0 1 0,0 0 0,0-1 0,0 1 0,0-1 0,0 0 0,1 1 0,-1-1 0,0 0 0,1 0-1,-1 1 1,1-1 0,-1 0 0,1-1 0,3 3 0,46 20-464,-32-15 169,-9-4 131,41 22-766,-49-25 921,0 0 0,0 0 0,0 1 0,0-1-1,0 1 1,-1-1 0,1 1 0,-1 0 0,1-1 0,-1 1 0,1 0 0,-1 0 0,0 0-1,0 0 1,0 0 0,0 0 0,0 1 0,-1-1 0,1 0 0,0 3 0,-3-3 42,1 1 1,0-1-1,-1 0 1,1 0 0,-1 0-1,0-1 1,0 1-1,0 0 1,1-1 0,-2 1-1,1-1 1,0 1-1,0-1 1,0 0 0,-1 0-1,1 0 1,0 0-1,-1-1 1,1 1 0,-1 0-1,1-1 1,-5 0-1,-63 12 96,25-7-620,44-5-870,8-2-1203,82-26-7231,-38 6 2612</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5.410"/>
    </inkml:context>
    <inkml:brush xml:id="br0">
      <inkml:brushProperty name="width" value="0.025" units="cm"/>
      <inkml:brushProperty name="height" value="0.025" units="cm"/>
    </inkml:brush>
  </inkml:definitions>
  <inkml:trace contextRef="#ctx0" brushRef="#br0">132 55 7722,'0'0'17143,"-5"-4"-15870,3 3-1188,0-1 0,0 1 1,0 0-1,-1 0 1,1 0-1,0 0 0,0 0 1,0 1-1,-1-1 1,1 1-1,0-1 0,-1 1 1,1 0-1,-1 0 1,1 0-1,0 0 1,-1 1-1,1-1 0,0 0 1,0 1-1,-1 0 1,-2 1-1,0 0 16,0 0 0,1 1-1,-1 0 1,1 0 0,0 0 0,0 0 0,0 1-1,0-1 1,1 1 0,-1 0 0,-5 8 0,7-9-78,0 1 1,0-1 0,0 0-1,1 1 1,-1 0 0,1-1-1,0 1 1,0 0 0,0 0-1,0 0 1,1-1 0,0 1-1,-1 0 1,1 0 0,1 0-1,-1 0 1,2 6 0,-1-7-24,0 0 1,0 0-1,0-1 1,1 1-1,-1-1 1,1 1-1,-1-1 1,1 1-1,0-1 1,0 0-1,0 0 0,0 0 1,0 0-1,1 0 1,-1-1-1,1 1 1,-1-1-1,1 1 1,-1-1-1,1 0 1,0 0-1,0 0 1,4 0-1,3 1-72,1 0 1,0-1-1,-1 0 1,1-1-1,0 0 1,0 0-1,-1-1 1,19-5-1,-26 6 21,0-1 0,1 0-1,-1 0 1,0-1 0,0 1 0,0 0-1,0-1 1,0 0 0,0 0 0,0 0-1,0 0 1,-1 0 0,1-1 0,-1 1-1,0-1 1,0 1 0,0-1 0,0 0-1,0 0 1,0 0 0,-1 0 0,1 0-1,-1 0 1,0-1 0,0 1 0,0 0-1,-1-1 1,1 1 0,-1 0 0,1-5 0,-1 4 41,1 0 1,-1 0 0,0 1 0,0-1 0,0 0 0,-1 0-1,0 0 1,1 0 0,-1 0 0,0 0 0,-1 1 0,1-1-1,-1 1 1,1-1 0,-1 1 0,0-1 0,-1 1 0,1 0-1,0 0 1,-1 0 0,0 0 0,0 0 0,0 1 0,0-1-1,0 1 1,0 0 0,0 0 0,-1 0 0,1 0 0,-1 1-1,-5-2 1,-3-3-22,0 1 0,-1 1 0,1 0 0,-1 1 0,0 0 0,-1 1 0,-24-1 0,36 3-433,4 3-4241,12 8 1424,14-6-2760,-1 1-3674</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5.579"/>
    </inkml:context>
    <inkml:brush xml:id="br0">
      <inkml:brushProperty name="width" value="0.025" units="cm"/>
      <inkml:brushProperty name="height" value="0.025" units="cm"/>
    </inkml:brush>
  </inkml:definitions>
  <inkml:trace contextRef="#ctx0" brushRef="#br0">1 0 9010</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5.750"/>
    </inkml:context>
    <inkml:brush xml:id="br0">
      <inkml:brushProperty name="width" value="0.025" units="cm"/>
      <inkml:brushProperty name="height" value="0.025" units="cm"/>
    </inkml:brush>
  </inkml:definitions>
  <inkml:trace contextRef="#ctx0" brushRef="#br0">1 100 9010,'192'57'4708,"-150"-41"-2034,-38-10-1102,-5 0-436,17 18 2943,-14-21-3715,1 0 0,-1 0 0,1 1 1,-1-1-1,-1 1 0,1-1 0,0 1 0,-1 0 0,0 0 0,1-1 0,-2 1 1,2 5-1,-1 2 579,1-13-304,1-20-448,-4-17-293,0 15 91,1 0 0,5-31 0,-4 48-149,0 0 1,0 0-1,1 1 0,1-1 1,-1 1-1,1-1 0,0 1 1,0 0-1,0 0 0,1 0 1,0 1-1,8-9 0,-7 11-275,1 1 0,-1 0-1,0 0 1,1 0 0,0 1-1,-1 0 1,1 0 0,0 1-1,-1-1 1,1 1 0,0 0-1,0 1 1,9 1 0,4-1-1283,15-2-3130,-2-1-1525</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6.033"/>
    </inkml:context>
    <inkml:brush xml:id="br0">
      <inkml:brushProperty name="width" value="0.025" units="cm"/>
      <inkml:brushProperty name="height" value="0.025" units="cm"/>
    </inkml:brush>
  </inkml:definitions>
  <inkml:trace contextRef="#ctx0" brushRef="#br0">136 0 11843,'0'0'17670,"-15"31"-16502,-49 103-328,56-116-710,1 0-1,1 0 0,0 0 1,1 1-1,1 0 0,-2 21 0,-1 7 7,3-14-137,1 0 0,3 44-1,0-45-196,0-31 139,1 0 0,-1 0-1,1 0 1,0 0 0,-1 0-1,1 0 1,0 0 0,-1 0-1,1-1 1,0 1 0,0 0-1,0 0 1,0-1 0,0 1-1,0-1 1,0 1 0,0-1-1,0 1 1,0-1 0,0 1-1,0-1 1,0 0 0,1 0-1,-1 0 1,0 0 0,0 0-1,0 0 1,0 0 0,0 0-1,2 0 1,37-3-2895,-37 2 2359,1 0 1,-1 0-1,0-1 0,-1 1 0,1-1 0,0 0 1,0 0-1,-1 1 0,1-2 0,-1 1 0,1 0 1,-1-1-1,0 1 0,0-1 0,2-3 1,10-22-7111</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6.217"/>
    </inkml:context>
    <inkml:brush xml:id="br0">
      <inkml:brushProperty name="width" value="0.025" units="cm"/>
      <inkml:brushProperty name="height" value="0.025" units="cm"/>
    </inkml:brush>
  </inkml:definitions>
  <inkml:trace contextRef="#ctx0" brushRef="#br0">1 14 9914,'0'0'13803,"186"-10"-13435,-128 7-160,-1 3-208,-12 0-128,-6 0-1232,-7 0-2889,-13 0-4505</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6.594"/>
    </inkml:context>
    <inkml:brush xml:id="br0">
      <inkml:brushProperty name="width" value="0.025" units="cm"/>
      <inkml:brushProperty name="height" value="0.025" units="cm"/>
    </inkml:brush>
  </inkml:definitions>
  <inkml:trace contextRef="#ctx0" brushRef="#br0">0 52 8570,'0'0'13817,"26"11"-12892,81 31-340,-102-39-546,1-1 1,0 0-1,-1 0 0,1-1 0,0 1 1,0-1-1,0-1 0,0 1 0,0-1 0,0 0 1,8-1-1,5-1 13,-16 2-53,-1 0-1,1 0 1,0 0-1,-1 0 1,1 0 0,0-1-1,-1 1 1,1-1 0,-1 0-1,1 0 1,-1 0 0,1 0-1,-1 0 1,0 0-1,1-1 1,-1 1 0,0-1-1,0 0 1,3-3 0,-3 2-78,0 0 1,-1-1 0,1 1-1,-1-1 1,1 1 0,-1-1-1,0 1 1,-1-1 0,1 0-1,-1 0 1,1 1 0,-2-8-1,1 9 48,0 0 0,-1 0 0,1 0 0,-1 0-1,0 0 1,0 1 0,1-1 0,-1 0 0,0 0-1,-1 1 1,1-1 0,0 1 0,0-1 0,-1 1 0,1-1-1,-1 1 1,1 0 0,-1 0 0,1-1 0,-1 1-1,0 1 1,0-1 0,0 0 0,1 0 0,-1 1 0,0-1-1,0 1 1,0-1 0,0 1 0,0 0 0,-3 0-1,-11-3 62,-1 2 0,-29 1-1,30 1 87,14-2-78,0 1 0,0 0 0,0 0 1,0 0-1,0 1 0,0-1 0,0 0 1,1 1-1,-1-1 0,0 1 0,0 0 0,0 0 1,0 0-1,1-1 0,-1 2 0,0-1 0,1 0 1,-1 0-1,1 0 0,-1 1 0,1-1 1,0 1-1,-1-1 0,1 1 0,0-1 0,-1 3 1,1 1 16,-1-1 0,1 1 1,0 0-1,1-1 1,-1 1-1,1 0 1,0 0-1,0 0 1,0-1-1,2 7 1,-1-7-83,0 0 0,0-1 1,1 1-1,-1-1 1,1 1-1,0-1 1,0 0-1,0 0 1,1 0-1,-1 0 0,1 0 1,-1 0-1,1-1 1,0 1-1,0-1 1,0 0-1,0 0 1,1 0-1,4 2 0,8 4-729,0-1-1,28 8 1,19 1-2900,-4-2-1627</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5:37.106"/>
    </inkml:context>
    <inkml:brush xml:id="br0">
      <inkml:brushProperty name="width" value="0.025" units="cm"/>
      <inkml:brushProperty name="height" value="0.025" units="cm"/>
    </inkml:brush>
  </inkml:definitions>
  <inkml:trace contextRef="#ctx0" brushRef="#br0">206 475 9482,'0'0'13438,"-18"-6"-12928,-1-1-350,9 2-54,0 2 0,0-1 0,0 1 0,0 1 0,-1 0 0,1 0 0,-1 1 1,1 1-1,-16 0 0,24 0-87,0 0 1,0 1 0,0-1 0,0 0-1,0 1 1,0-1 0,0 1 0,0 0-1,0 0 1,0 0 0,1 0-1,-1 0 1,0 0 0,1 0 0,-1 0-1,1 1 1,-1-1 0,1 1 0,0-1-1,-1 1 1,1 0 0,0-1 0,0 1-1,0 0 1,0 0 0,1-1 0,-2 4-1,0 3 43,0 0-1,1 1 1,0-1-1,0 1 1,1 11-1,1-19-59,-1 0 0,0 0-1,0 0 1,1 0 0,-1 0 0,1 0 0,-1-1-1,0 1 1,1 0 0,0 0 0,-1 0-1,1 0 1,0-1 0,-1 1 0,1 0 0,0 0-1,0-1 1,-1 1 0,1-1 0,0 1-1,0-1 1,0 1 0,0-1 0,0 1 0,0-1-1,0 0 1,0 0 0,0 1 0,0-1-1,0 0 1,0 0 0,0 0 0,1 0 0,44-1 47,-34 0-70,0 0-86,1-1 0,-1-1 0,1 0 0,-1-1 0,0 0-1,0-1 1,-1 0 0,18-11 0,88-64-1170,-85 57 949,15-10-527,-2-3 0,64-65 0,-95 87 795,0-1-1,-1-1 0,-1 0 0,-1-1 1,-1 0-1,0-1 0,-1 0 0,-1 0 0,0-1 1,9-39-1,-17 58 172,0 0 1,0-1-1,0 1 1,1 0-1,-1-1 1,0 1-1,0-1 1,0 1-1,0 0 0,0-1 1,0 1-1,0 0 1,0-1-1,0 1 1,0 0-1,0-1 1,-1 1-1,1 0 1,0-1-1,0 1 1,0 0-1,0-1 0,-1 1 1,1 0-1,0-1 1,0 1-1,0 0 1,-1-1-1,1 1 1,0 0-1,-1 0 1,1 0-1,0-1 1,0 1-1,-1 0 0,1 0 1,0 0-1,-1-1 1,-17 5 1384,-17 18-234,20-8-845,0 2-1,1 0 0,1 0 0,0 2 1,2-1-1,0 2 0,0-1 0,2 1 1,0 1-1,-9 32 0,10-20-269,1 0 0,2 1 1,1 0-1,1 0 0,2 0 0,3 39 1,-1-66-193,0 1-1,0-1 1,0 0 0,1 1 0,0-1 0,0 0 0,0 0 0,1 0 0,0 0 0,0 0 0,0-1 0,1 1 0,0-1 0,0 0 0,0 0 0,1 0-1,0-1 1,0 0 0,0 0 0,0 0 0,1 0 0,8 4 0,-8-6-824,0 1 1,1-1-1,-1 0 1,1 0-1,-1-1 0,1 0 1,0 0-1,8 0 1,6-1-7593</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02.262"/>
    </inkml:context>
    <inkml:brush xml:id="br0">
      <inkml:brushProperty name="width" value="0.025" units="cm"/>
      <inkml:brushProperty name="height" value="0.025" units="cm"/>
      <inkml:brushProperty name="color" value="#E71224"/>
    </inkml:brush>
  </inkml:definitions>
  <inkml:trace contextRef="#ctx0" brushRef="#br0">14 205 1664,'0'0'4525,"10"-4"-2087,29-11-369,-31 13 7119,-17 11-7837,-13 16-1435,10-2 352,8-17-221,1 0 1,-1 0-1,1 1 0,1-1 0,-1 1 1,1 0-1,1 0 0,-1-1 0,1 1 1,0 0-1,0 10 0,1-6 51,0-8-56,-1 0 0,1 0 0,0 0 1,0 1-1,0-1 0,0 0 0,1 0 0,-1 0 0,1 0 1,0 0-1,0 0 0,0 0 0,0 0 0,0-1 0,1 1 0,-1 0 1,1-1-1,0 1 0,0-1 0,0 1 0,0-1 0,0 0 0,3 3 1,-2-3-21,0 1 1,0-1 0,1 1 0,-1-1-1,1 0 1,-1 0 0,1-1 0,-1 1-1,1-1 1,0 0 0,0 0 0,0 0-1,0 0 1,0-1 0,6 1 0,9-1 121,-16 1-129,1-1-1,0 1 1,0-1 0,-1 0 0,1 0-1,0-1 1,-1 1 0,1-1-1,0 0 1,-1 0 0,1 0 0,-1 0-1,1-1 1,-1 1 0,0-1 0,0 0-1,1 0 1,4-4 0,43-38 77,-36 33-33,-1-2 1,0 1-1,13-17 0,-23 25-21,-1-1-1,1 0 0,-1 0 1,0 0-1,-1-1 0,1 1 1,-1-1-1,0 1 0,-1-1 1,1 0-1,-1 1 0,0-1 1,0 0-1,-1-6 0,0 4-3,1 1-20,-1 1 0,0-1 1,0 0-1,-1 1 0,0-1 0,0 0 0,0 1 0,-1-1 0,0 1 0,0 0 0,-1-1 1,-4-8-1,-10-26 9,16 37 25,0 0-1,0-1 0,-1 1 0,0 0 1,0 0-1,0 0 0,0 0 0,0 0 1,-6-5-1,5 5-24,0 2-1,0-1 1,-1 0 0,1 0 0,-1 1-1,0 0 1,0 0 0,0 0 0,0 0-1,0 1 1,0-1 0,0 1 0,-1 0-1,1 1 1,0-1 0,-1 1 0,1-1-1,0 1 1,-1 1 0,1-1 0,0 0-1,-8 3 1,1 0-1,1 1 0,1 0-1,-1 0 1,1 1 0,-1 1-1,1-1 1,1 1 0,-15 13 0,11-11-7,11-8-12,0 1 0,0 0 1,-1-1-1,1 1 0,0 0 1,0-1-1,0 1 0,0 0 1,0 0-1,0 0 0,0 0 1,0 0-1,0 0 0,0 0 0,1 0 1,-1 1-1,0-1 0,1 0 1,-2 3-1,-18 39 637,15 16-133,5-58 8,-3-1-2111,1 0 625</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08.528"/>
    </inkml:context>
    <inkml:brush xml:id="br0">
      <inkml:brushProperty name="width" value="0.025" units="cm"/>
      <inkml:brushProperty name="height" value="0.025" units="cm"/>
      <inkml:brushProperty name="color" value="#E71224"/>
    </inkml:brush>
  </inkml:definitions>
  <inkml:trace contextRef="#ctx0" brushRef="#br0">26 0 3689,'0'0'4545,"2"6"207,2 14-3555,-22 363 6205,17-227-8415,-5-159-5383,-1-1-1699</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09.111"/>
    </inkml:context>
    <inkml:brush xml:id="br0">
      <inkml:brushProperty name="width" value="0.025" units="cm"/>
      <inkml:brushProperty name="height" value="0.025" units="cm"/>
      <inkml:brushProperty name="color" value="#E71224"/>
    </inkml:brush>
  </inkml:definitions>
  <inkml:trace contextRef="#ctx0" brushRef="#br0">1 11 2721,'0'0'11203,"7"-2"-10572,-1 0-385,0 0-1,0 1 1,0 0-1,0 0 1,0 0-1,0 0 1,0 1-1,0 0 1,0 1-1,0-1 1,0 1 0,0 1-1,0-1 1,0 1-1,0 0 1,0 0-1,7 4 1,5 5 546,-1-1-341,0 1 0,0 1-1,-1 0 1,-1 1 0,18 18-1,-31-28-441,0 0-1,-1 0 0,1-1 1,-1 1-1,0 0 0,0 0 1,0 0-1,0 0 0,0 0 1,-1 1-1,1-1 0,-1 5 0,0-7 61,1-29-6477,-2 20 1899,1-4-1805</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09.528"/>
    </inkml:context>
    <inkml:brush xml:id="br0">
      <inkml:brushProperty name="width" value="0.025" units="cm"/>
      <inkml:brushProperty name="height" value="0.025" units="cm"/>
      <inkml:brushProperty name="color" value="#E71224"/>
    </inkml:brush>
  </inkml:definitions>
  <inkml:trace contextRef="#ctx0" brushRef="#br0">238 1 2921,'0'0'12217,"-4"5"-11180,-8 10-158,-1-1 0,0 0 0,-2 0 0,-23 17 0,14-13-161,-29 32 1,39-33-577,10-12-121,0 0 1,0 0-1,0-1 1,-1 1-1,1-1 1,-1 0-1,0 0 1,-11 6-1,15-9-100,28-17-903,40-42-6813,-39 32-1690</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0.100"/>
    </inkml:context>
    <inkml:brush xml:id="br0">
      <inkml:brushProperty name="width" value="0.025" units="cm"/>
      <inkml:brushProperty name="height" value="0.025" units="cm"/>
      <inkml:brushProperty name="color" value="#E71224"/>
    </inkml:brush>
  </inkml:definitions>
  <inkml:trace contextRef="#ctx0" brushRef="#br0">129 1 2961,'0'0'13669,"-4"3"-13011,-87 86 2308,90-89-2969,1 1 0,-1-1 1,0 0-1,1 1 0,-1-1 1,1 1-1,-1-1 0,0 1 0,1-1 1,-1 1-1,1-1 0,-1 1 1,1-1-1,0 1 0,-1 0 1,1-1-1,-1 1 0,1-1 1,0 1-1,0 0 0,-1 0 1,1-1-1,0 1 0,0 0 0,0-1 1,0 1-1,0 0 0,0 0 1,0-1-1,0 1 0,0 0 1,0 0-1,0-1 0,1 1 1,-1 0-1,0-1 0,0 1 1,1 0-1,-1-1 0,0 1 0,1 0 1,0 0-1,32 17 34,-31-18-27,0 1-1,0-1 1,0 1 0,0 0 0,0 0-1,0 0 1,0 0 0,0 0 0,0 0 0,0 0-1,0 0 1,-1 1 0,1-1 0,0 1-1,-1 0 1,0-1 0,1 1 0,-1 0 0,2 3-1,-3 0 40,0-1-1,0 0 1,-1 0 0,1 0-1,-1 1 1,0-1-1,-1 0 1,1 0 0,-1 0-1,1 0 1,-1-1-1,0 1 1,-1 0-1,1-1 1,0 1 0,-1-1-1,0 0 1,0 0-1,0 0 1,-6 4-1,0 2-6,-3 4 4,9-9-23,-1 0 1,0 0-1,1-1 0,-2 0 0,1 1 0,-6 2 0,9-5-46,11-7-1170,100-58-7746,-76 44 4033</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0.270"/>
    </inkml:context>
    <inkml:brush xml:id="br0">
      <inkml:brushProperty name="width" value="0.025" units="cm"/>
      <inkml:brushProperty name="height" value="0.025" units="cm"/>
      <inkml:brushProperty name="color" value="#E71224"/>
    </inkml:brush>
  </inkml:definitions>
  <inkml:trace contextRef="#ctx0" brushRef="#br0">0 1 7762</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0.723"/>
    </inkml:context>
    <inkml:brush xml:id="br0">
      <inkml:brushProperty name="width" value="0.025" units="cm"/>
      <inkml:brushProperty name="height" value="0.025" units="cm"/>
      <inkml:brushProperty name="color" value="#E71224"/>
    </inkml:brush>
  </inkml:definitions>
  <inkml:trace contextRef="#ctx0" brushRef="#br0">0 1 7762,'129'63'3810,"-104"-56"5118,-25 19-6438,7 30-1758,-7-56-731,0 1-1,0-1 0,0 1 0,0-1 1,0 0-1,0 1 0,0-1 0,0 1 1,0-1-1,1 0 0,-1 1 0,0-1 1,0 0-1,0 1 0,1-1 0,-1 0 1,0 1-1,0-1 0,1 0 0,-1 0 1,0 1-1,1-1 0,-1 0 0,0 0 1,1 1-1,-1-1 0,0 0 0,1 0 1,-1 0-1,1 0 0,-1 0 0,0 0 1,1 0-1,-1 0 0,1 1 0,-1-1 1,0 0-1,1-1 0,-1 1 0,1 0 1,-1 0-1,0 0 0,1 0 0,-1 0 1,1 0-1,13-6-40,38-29 18,-30 19-26,42-24 0,-13 18 12,-49 21 22,-2 26 240,0 20 179,44-45-501,-35-2 111,0-1 0,0 0 0,0 0-1,0-1 1,10-6 0,-13 7 3,0 0 0,0 0-1,0 0 1,1 0 0,-1 1-1,1 1 1,13-3 0,-19 4 758,-1 20 259,0-18-1113,0 1 0,-1-1-1,1 1 1,1-1 0,-1 1 0,0-1 0,1 1-1,-1-1 1,1 1 0,0-1 0,-1 0 0,1 1-1,0-1 1,1 0 0,-1 0 0,0 1 0,1-1 0,-1 0-1,4 3 1,-2-4-209,0 1 0,1-1 1,-1 1-1,1-1 0,0 0 0,-1 0 0,1-1 0,0 1 0,0-1 0,-1 1 1,1-1-1,5-1 0,26 1-4037,2 0-1480</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1.175"/>
    </inkml:context>
    <inkml:brush xml:id="br0">
      <inkml:brushProperty name="width" value="0.025" units="cm"/>
      <inkml:brushProperty name="height" value="0.025" units="cm"/>
      <inkml:brushProperty name="color" value="#E71224"/>
    </inkml:brush>
  </inkml:definitions>
  <inkml:trace contextRef="#ctx0" brushRef="#br0">174 2 8666,'0'0'15168,"-13"-1"-14894,3 1-186,-1-1 0,1 2 0,-1-1 0,1 2 0,-1-1 0,1 1 0,-14 5 0,21-6-62,-1 0 0,1 1 1,-1-1-1,1 1 0,-1 0 0,1 0 0,0 0 1,0 0-1,0 1 0,0-1 0,0 1 0,1 0 1,-1 0-1,1 0 0,0 0 0,0 0 1,0 0-1,0 1 0,0-1 0,1 1 0,0-1 1,-1 1-1,1-1 0,1 1 0,-1 0 0,0 0 1,1-1-1,0 6 0,0-9-29,0 1 0,0 0 0,0 0-1,0 0 1,0 0 0,0-1 0,1 1 0,-1 0-1,0 0 1,0-1 0,1 1 0,-1 0-1,1 0 1,-1-1 0,1 1 0,-1 0 0,1-1-1,-1 1 1,1-1 0,-1 1 0,1-1 0,0 1-1,-1-1 1,1 1 0,0-1 0,-1 1 0,3 0-1,26 1-68,-21-4 17,-1 1 0,0-1 0,0 0 0,0 0-1,0-1 1,12-6 0,1-3-129,-9 6 160,-1-1 1,1 0 0,11-12 0,-21 18 280,-13 75-1,12-71-237,4 30-446,-3-32 359,0 0 1,0 0-1,0 0 1,0 0-1,0 0 1,0 0-1,1 0 1,-1 0-1,0 0 1,1 0-1,-1-1 1,0 1-1,1-1 1,-1 1-1,1-1 1,-1 1-1,1-1 0,-1 0 1,1 0-1,-1 0 1,3 0-1,81 0-5710,-45-5 537</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1.454"/>
    </inkml:context>
    <inkml:brush xml:id="br0">
      <inkml:brushProperty name="width" value="0.025" units="cm"/>
      <inkml:brushProperty name="height" value="0.025" units="cm"/>
      <inkml:brushProperty name="color" value="#E71224"/>
    </inkml:brush>
  </inkml:definitions>
  <inkml:trace contextRef="#ctx0" brushRef="#br0">122 0 9434,'0'0'13023,"-11"23"-12080,-5 4-666,8-12-123,0 0 0,0 1 1,2-1-1,0 1 1,1 1-1,-5 21 0,-8 26 325,12-46-632,1 0 1,0 1-1,2-1 1,-3 38-1,12-57-1473,0-1 1066,1 0 0,-1 0-1,0-1 1,0 0 0,0 0-1,0-1 1,-1 1-1,1-1 1,-1 0 0,0 0-1,0-1 1,6-8 0,3 0-805,33-31-3863,-2-3-2022</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1.685"/>
    </inkml:context>
    <inkml:brush xml:id="br0">
      <inkml:brushProperty name="width" value="0.025" units="cm"/>
      <inkml:brushProperty name="height" value="0.025" units="cm"/>
      <inkml:brushProperty name="color" value="#E71224"/>
    </inkml:brush>
  </inkml:definitions>
  <inkml:trace contextRef="#ctx0" brushRef="#br0">206 0 11450,'0'0'10792,"-27"33"-9610,-83 105-387,102-129-678,1 1 0,1-1 0,0 1 0,0 0 0,0 1 0,2-1 0,-1 1 0,1 0 0,1 0 0,0 0 0,0 1 0,1-1 0,0 21 1,0-7-6,2 3 36,1-24-265,0 0 0,-1-1 0,0 1 0,0 0 0,0 0 0,-1 0 0,1 0 0,-3 6 0,42-11-6960,-14-5 1890,-5-6-2461</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2.045"/>
    </inkml:context>
    <inkml:brush xml:id="br0">
      <inkml:brushProperty name="width" value="0.025" units="cm"/>
      <inkml:brushProperty name="height" value="0.025" units="cm"/>
      <inkml:brushProperty name="color" value="#E71224"/>
    </inkml:brush>
  </inkml:definitions>
  <inkml:trace contextRef="#ctx0" brushRef="#br0">14 68 6513,'0'0'14375,"5"0"-13792,150 16 1191,-154-16-1766,-1 0 0,1 0 0,-1 0 0,1 0 1,-1 1-1,1-1 0,-1-1 0,1 1 0,-1 0 0,0 0 0,1 0 0,-1 0 1,1 0-1,-1 0 0,1 0 0,-1-1 0,1 1 0,-1 0 0,0 0 0,1-1 1,-1 1-1,1 0 0,-1-1 0,0 1 0,1 0 0,-1-1 0,0 1 0,1 0 1,-1-1-1,0 1 0,0-1 0,1 1 0,-1-1 0,0 1 0,0-1 0,0 1 1,0 0-1,0-1 0,0 1 0,0-1 0,0 1 0,0-1 0,0 1 0,0-1 0,0 1 1,0-2-1,0 1 3,-1-1 1,0 1 0,1-1-1,-1 0 1,0 1-1,0 0 1,0-1 0,0 1-1,0 0 1,0-1 0,-1 1-1,1 0 1,0 0-1,-2-1 1,-7-5 80,0 1 1,0 1-1,-1-1 0,1 2 0,-1 0 1,0 0-1,-1 1 0,1 0 0,-1 0 0,1 2 1,-14-1-1,23 2-81,1 0-1,0 1 1,-1 0 0,1-1-1,0 1 1,0 0-1,-1-1 1,1 1 0,0 0-1,0 0 1,0 0 0,0 0-1,0 0 1,0 0-1,0 0 1,0 1 0,1-1-1,-1 0 1,0 0 0,1 1-1,-1-1 1,1 0-1,-1 1 1,1-1 0,0 0-1,-1 1 1,1-1 0,0 1-1,0-1 1,0 2-1,-2 54-35,2-48 49,0-5-96,1-1 0,0 1-1,-1 0 1,1 0 0,1-1 0,-1 1 0,1 0-1,-1-1 1,1 1 0,0-1 0,0 0 0,0 1-1,1-1 1,-1 0 0,1-1 0,0 1-1,0 0 1,0-1 0,0 1 0,0-1 0,0 0-1,1 0 1,-1 0 0,1-1 0,6 3 0,3 1-1168,0-1 1,1 0-1,-1-1 1,1-1-1,26 2 1,1-3-4513</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2.370"/>
    </inkml:context>
    <inkml:brush xml:id="br0">
      <inkml:brushProperty name="width" value="0.025" units="cm"/>
      <inkml:brushProperty name="height" value="0.025" units="cm"/>
      <inkml:brushProperty name="color" value="#E71224"/>
    </inkml:brush>
  </inkml:definitions>
  <inkml:trace contextRef="#ctx0" brushRef="#br0">150 0 4793,'0'0'19676,"-25"6"-19388,-73 16-186,96-21-99,0-1 1,1 1 0,-1-1-1,0 1 1,0 0 0,1 0-1,-1-1 1,0 1 0,1 0 0,-1 1-1,1-1 1,-1 0 0,0 2-1,1-3-1,1 1 0,0-1-1,0 0 1,-1 1-1,1-1 1,0 1 0,0-1-1,0 1 1,0-1 0,0 1-1,0-1 1,0 1 0,0-1-1,0 1 1,0 0-1,0-1 1,0 1 0,0-1-1,0 0 1,0 1 0,1-1-1,-1 1 1,0-1 0,0 1-1,1-1 1,-1 1-1,1 0 1,23 17 77,-23-17-71,9 4 5,0 1-9,-1-1 0,0 1 1,0 0-1,14 13 0,-21-17 6,0 0 1,0 0-1,-1 1 0,1-1 1,0 1-1,-1-1 0,1 1 1,-1-1-1,0 1 1,0 0-1,0-1 0,0 1 1,-1 0-1,1 0 0,-1 0 1,1 0-1,-1-1 0,0 1 1,0 0-1,-1 0 0,1 0 1,0 0-1,-2 4 0,1-5-16,0-1 1,-1 1-1,1 0 0,0-1 0,-1 1 0,0-1 0,1 1 0,-1-1 0,0 0 0,1 0 0,-1 0 0,0 0 1,0 0-1,0 0 0,0 0 0,0-1 0,0 1 0,0-1 0,0 1 0,0-1 0,0 0 0,0 0 0,0 0 0,0 0 1,-1 0-1,1 0 0,-3-1 0,3 1-77,2-22-3621,8 2-863,9-2-1077</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2.626"/>
    </inkml:context>
    <inkml:brush xml:id="br0">
      <inkml:brushProperty name="width" value="0.025" units="cm"/>
      <inkml:brushProperty name="height" value="0.025" units="cm"/>
      <inkml:brushProperty name="color" value="#E71224"/>
    </inkml:brush>
  </inkml:definitions>
  <inkml:trace contextRef="#ctx0" brushRef="#br0">225 0 7842,'0'0'16721,"-22"29"-14904,-73 96-555,84-110-1018,0 1 1,2-1-1,0 2 1,1-1-1,0 1 1,2 1-1,-10 33 1,-1 7 95,14-48-431,1-1 0,-1 1-1,2-1 1,-1 1-1,1 0 1,1 17-1,17-29-2048,-3-4 280,0 0 1,0 0 0,15-10-1,4-9-6009</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2.809"/>
    </inkml:context>
    <inkml:brush xml:id="br0">
      <inkml:brushProperty name="width" value="0.025" units="cm"/>
      <inkml:brushProperty name="height" value="0.025" units="cm"/>
      <inkml:brushProperty name="color" value="#E71224"/>
    </inkml:brush>
  </inkml:definitions>
  <inkml:trace contextRef="#ctx0" brushRef="#br0">1 10 12427,'0'0'12498,"205"-9"-11673,-147 9-593,0 0-232,-14 0-72,-11 0-1345,-8 0-2632,-18 0-2640</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8.375"/>
    </inkml:context>
    <inkml:brush xml:id="br0">
      <inkml:brushProperty name="width" value="0.025" units="cm"/>
      <inkml:brushProperty name="height" value="0.025" units="cm"/>
      <inkml:brushProperty name="color" value="#E71224"/>
    </inkml:brush>
  </inkml:definitions>
  <inkml:trace contextRef="#ctx0" brushRef="#br0">148 125 2833,'0'0'7559,"3"-2"-3828,11-9 2932,-19 11-6559,0 0 0,0 0 0,0 1 1,0 0-1,0 0 0,0 0 0,1 0 1,-1 1-1,0 0 0,1 0 0,-1 0 1,-5 4-1,3 0-45,-1 0 0,1 1-1,0 0 1,1 0 0,-11 15 0,12-13 38,-1 0 0,2 0 0,-1 0 0,1 1 1,0-1-1,1 1 0,0 0 0,1 0 0,-2 13 0,1 11 339,1 48 1,2-61-318,1-19-111,-1 0 0,1 1 0,-1-1 0,1 0 0,0 0 0,0 0 0,0 0 0,0 0 0,0-1-1,0 1 1,0 0 0,1 0 0,-1-1 0,0 1 0,1-1 0,0 1 0,-1-1 0,1 1 0,0-1 0,0 0 0,0 0 0,0 0 0,0 0-1,0 0 1,0-1 0,0 1 0,0-1 0,0 1 0,0-1 0,0 0 0,4 1 0,12 1 79,-1-1-1,34-1 1,-33 0-46,0 0-19,-1-1 1,0 0-1,30-6 1,-38 5-8,-1-1 0,0 0 1,0-1-1,-1 1 0,1-2 1,-1 1-1,0-1 0,0 0 0,10-10 1,-4 4 11,-1 0 0,0-1 0,16-23 0,-25 29 0,1 0-1,-1 0 1,0 0-1,-1 0 0,0-1 1,0 1-1,0-1 1,0 1-1,-1-1 0,-1 0 1,1-12-1,-1 0-6,1 0 15,-1 0-1,-2 0 1,-4-29 0,4 41 11,0 0-1,0 1 1,-1-1 0,0 1 0,0-1 0,-1 1 0,0 0 0,0 1 0,0-1 0,0 0 0,-1 1 0,0 0 0,-7-5 0,6 5 23,-1 0-1,0 1 1,0-1 0,0 1 0,0 1 0,-1 0 0,0 0 0,1 0 0,-1 1 0,0 0 0,0 1 0,0-1 0,-10 1 0,-21-5 21,84 6-7113,-7 6 1784</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19.074"/>
    </inkml:context>
    <inkml:brush xml:id="br0">
      <inkml:brushProperty name="width" value="0.025" units="cm"/>
      <inkml:brushProperty name="height" value="0.025" units="cm"/>
      <inkml:brushProperty name="color" value="#E71224"/>
    </inkml:brush>
  </inkml:definitions>
  <inkml:trace contextRef="#ctx0" brushRef="#br0">9 65 5897,'0'0'11093,"0"-10"-10078,0-44 2231,0 54-3157,0 0-1,0 0 1,-1 0-1,1 0 0,0 0 1,0 0-1,0 0 1,0-1-1,-1 1 1,1 0-1,0 0 0,0 0 1,0 0-1,0 0 1,-1 0-1,1 0 1,0 0-1,0 0 1,0 0-1,0 0 0,-1 0 1,1 1-1,0-1 1,0 0-1,0 0 1,0 0-1,-1 0 0,1 0 1,0 0-1,0 0 1,0 0-1,0 0 1,0 1-1,0-1 0,-1 0 1,1 0-1,0 0 1,0 0-1,0 0 1,0 1-1,0-1 1,0 0-1,0 0 0,0 0 1,0 0-1,0 0 1,0 1-1,0-1 1,0 0-1,0 0 1,-2 118 1775,9 194-214,-6-184 186,-1-127-1055,6-28-1653,-5 25 636,1 0 1,-1 0-1,0 0 0,0 0 0,1 0 0,0 0 0,-1 1 1,1-1-1,0 0 0,0 1 0,-1-1 0,1 1 1,0 0-1,1 0 0,-1 0 0,0 0 0,0 0 0,0 0 1,1 0-1,1 0 0,52-3-7861,-43 5 5404,26-1-8553</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26.963"/>
    </inkml:context>
    <inkml:brush xml:id="br0">
      <inkml:brushProperty name="width" value="0.025" units="cm"/>
      <inkml:brushProperty name="height" value="0.025" units="cm"/>
    </inkml:brush>
  </inkml:definitions>
  <inkml:trace contextRef="#ctx0" brushRef="#br0">65 116 3545,'0'0'11465,"-5"-5"-5624,4 1-5998,1 2 184,1 0-1,-1-1 1,1 1 0,0 0 0,0 0-1,0 0 1,0 0 0,0 0 0,1 0-1,-1 0 1,0 0 0,1 1 0,0-1-1,-1 0 1,1 1 0,0-1 0,0 1-1,0 0 1,0 0 0,0-1 0,0 1-1,0 1 1,3-2 0,56-19-58,-50 18 61,33-9 17,1 2 0,0 2 0,1 3 0,81-1 0,-118 5 0,1 1 0,0 1 0,0-1 1,-1 2-1,1-1 0,11 5 0,-18-5-30,0 0 0,0 1 0,-1-1 0,1 1-1,-1 0 1,0 0 0,1-1 0,-1 2 0,0-1 0,0 0 0,0 0 0,-1 1-1,1-1 1,0 1 0,-1-1 0,0 1 0,0 0 0,1 0 0,-2-1 0,1 1 0,0 0-1,0 0 1,-1 0 0,1 3 0,-1-1 18,0 0 0,0 1-1,-1-1 1,1 0 0,-1 0-1,0 0 1,0 0 0,-1 0-1,1-1 1,-1 1 0,0 0 0,-1-1-1,1 1 1,-1-1 0,0 0-1,0 0 1,0 0 0,0 0-1,-1 0 1,-6 5 0,-9 7 30,-1-2-1,0 1 1,-24 10-1,15-7 17,-18 14-19,42-31-74,4-1-18,15 0-36,20 5 77,0 2 1,0 1-1,-1 1 1,0 2-1,34 16 1,-65-26-14,0 0 0,-1-1 0,1 1 0,0 0 0,-1 0 0,1 1 0,0-1 0,-1 0 0,0 1 0,1-1 0,-1 0-1,0 1 1,1 0 0,-1-1 0,0 1 0,0 0 0,0-1 0,-1 1 0,1 0 0,0 0 0,-1 0 0,1 0 0,-1 0 0,1 0 0,-1 0 0,0-1 0,0 1 0,0 0 0,0 0 0,0 0 0,-1 0 0,1 0 0,-1 0-1,1 0 1,-1 0 0,1 0 0,-2 2 0,-1 3 31,-1 1 1,0-1-1,0 0 0,0 0 0,-1-1 1,0 1-1,-10 9 0,-14 11 621,-1-1 0,-1-2 0,-68 41 1,80-55-414,1-1 0,-1-1 0,0 0 0,-1-2 0,0 0 0,0-1 0,0-1 1,0-1-1,-31 1 0,49-4-230,0-1-1,0 1 1,0 0 0,0-1 0,1 1-1,-1-1 1,0 1 0,0-1 0,1 0-1,-1 0 1,0 0 0,1 0 0,-1 0-1,1 0 1,-1 0 0,1 0 0,0-1 0,-1 1-1,1-1 1,0 1 0,0-1 0,0 1-1,0-1 1,0 0 0,0 1 0,1-1-1,-1 0 1,1 0 0,-1-1 0,0 1-99,1 0 1,-1 0 0,0 0-1,1 0 1,-1 1 0,0-1-1,0 0 1,0 1-1,0-1 1,-1 0 0,1 1-1,0-1 1,-1 1 0,1 0-1,-1 0 1,1-1 0,-1 1-1,0 0 1,1 0-1,-1 0 1,0 1 0,0-1-1,-3-1 1,-63 1-5059,30 1-280</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28.081"/>
    </inkml:context>
    <inkml:brush xml:id="br0">
      <inkml:brushProperty name="width" value="0.025" units="cm"/>
      <inkml:brushProperty name="height" value="0.025" units="cm"/>
    </inkml:brush>
  </inkml:definitions>
  <inkml:trace contextRef="#ctx0" brushRef="#br0">0 9 3593,'0'0'14088,"5"-1"-13096,67-7 3402,47 9-3248,-45 0-1027,-71-1-115,11 0 1,0 0 1,-1 1-1,1 0 0,0 1 1,14 4-1,-24-4-5,0-1-1,0 1 1,0-1-1,-1 1 1,1 0-1,-1 1 1,1-1-1,-1 1 1,0-1-1,0 1 1,0 0-1,0 0 1,0 0-1,-1 1 1,0-1-1,1 1 1,-1-1-1,-1 1 1,1 0-1,0-1 1,1 9-1,1 3 32,-1 0 0,-1 1 0,0-1 0,-1 1 0,-1-1 0,-1 1 0,-3 24 0,-30 108 379,11-59-165,15-54-209,1-4 7,1 1 1,1-1-1,-1 38 0,6-66-29,0-39-4735,0 14 252,0 3-1766</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28.267"/>
    </inkml:context>
    <inkml:brush xml:id="br0">
      <inkml:brushProperty name="width" value="0.025" units="cm"/>
      <inkml:brushProperty name="height" value="0.025" units="cm"/>
    </inkml:brush>
  </inkml:definitions>
  <inkml:trace contextRef="#ctx0" brushRef="#br0">0 36 4561,'0'0'14043,"199"-35"-13923,-154 35-120,26 0-352,-14 0-2145,1 0-4488</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28.722"/>
    </inkml:context>
    <inkml:brush xml:id="br0">
      <inkml:brushProperty name="width" value="0.025" units="cm"/>
      <inkml:brushProperty name="height" value="0.025" units="cm"/>
    </inkml:brush>
  </inkml:definitions>
  <inkml:trace contextRef="#ctx0" brushRef="#br0">123 1 7762,'0'0'14039,"-8"4"-13433,-39 34 32,44-35-619,0 0 0,1 0-1,-1 0 1,1 1 0,0-1 0,0 0 0,0 1 0,0 0 0,1-1 0,-1 1 0,1 0 0,0 0 0,0 0 0,0 0 0,0 6 0,2-7-18,-1 1 0,1-1 0,-1 1 0,1-1 0,0 1 1,1-1-1,-1 0 0,0 1 0,1-1 0,0 0 0,0 0 1,0 0-1,0 0 0,0-1 0,0 1 0,1-1 0,-1 1 1,1-1-1,0 0 0,0 0 0,0 0 0,6 3 0,9 4 6,0 0 0,1-2 0,21 6 0,15 7-3,-43-15 1,0 0-5,0 1-1,-1 0 0,0 0 1,12 10-1,-21-15 1,0 1 1,0-1-1,0 1 1,-1-1-1,1 1 1,0 0 0,-1 0-1,0 0 1,1 0-1,-1 0 1,0 0-1,0 0 1,0 0-1,0 0 1,-1 0-1,1 1 1,0-1-1,-1 0 1,0 1-1,1-1 1,-1 0-1,0 1 1,0-1-1,-1 0 1,1 1 0,0-1-1,-1 0 1,1 1-1,-2 2 1,-1-2 13,0 1 0,0-1 0,0 0 0,0 0 1,0 0-1,-1-1 0,1 1 0,-1-1 0,0 0 1,0 0-1,0 0 0,0 0 0,0-1 0,-6 2 1,-6 3 77,-19 9-10,0-1 1,-1-2-1,-1-2 1,-73 12-1,109-22-148,1 0 0,0 0-1,-1 0 1,1 0 0,0 0 0,-1 0-1,1 0 1,0 0 0,-1 0 0,1 0-1,0 0 1,-1 0 0,1 0 0,0 0-1,-1 0 1,1 0 0,0 0 0,-1 0-1,1-1 1,0 1 0,-1 0 0,1 0-1,0 0 1,0-1 0,-1 1 0,1 0-1,0 0 1,0-1 0,0 1 0,-1 0-1,1 0 1,0-1 0,0 1 0,0 0-1,0-1 1,-1 1 0,1 0 0,0-1-1,0 1 1,0-1 0,3-14-823,-2 10 379,34-85-7580,-15 41 715</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28.880"/>
    </inkml:context>
    <inkml:brush xml:id="br0">
      <inkml:brushProperty name="width" value="0.025" units="cm"/>
      <inkml:brushProperty name="height" value="0.025" units="cm"/>
    </inkml:brush>
  </inkml:definitions>
  <inkml:trace contextRef="#ctx0" brushRef="#br0">1 11 8058,'0'0'9066,"180"-10"-8546,-123 10-304,7 0-216,58 6-40,-13-6-1264,1 0-4538</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29.655"/>
    </inkml:context>
    <inkml:brush xml:id="br0">
      <inkml:brushProperty name="width" value="0.025" units="cm"/>
      <inkml:brushProperty name="height" value="0.025" units="cm"/>
    </inkml:brush>
  </inkml:definitions>
  <inkml:trace contextRef="#ctx0" brushRef="#br0">1 67 4809,'0'0'6331,"29"-9"-5374,91-26-131,-97 29 244,0 0 1,0 2-1,1 1 0,-1 0 1,1 2-1,33 2 1,-5 1 483,-49-2-1495,0 0 0,0 0 0,0 1 0,0 0 0,0-1 0,0 1 0,0 0 0,0 1 0,0-1 0,0 0 0,0 1 0,-1 0 0,1-1 0,0 1 0,-1 0 0,0 1 0,1-1 0,-1 0 0,0 0 0,0 1 0,0 0 0,-1-1 0,1 1 0,-1 0 0,1 0 0,-1 0 0,0 0-1,0 0 1,0 0 0,0 0 0,-1 0 0,1 0 0,-1 0 0,0 0 0,0 1 0,0-1 0,0 0 0,-1 0 0,1 0 0,-1 0 0,0 0 0,0 0 0,0 0 0,0 0 0,0 0 0,-1 0 0,1 0 0,-1-1 0,0 1 0,0 0 0,0-1 0,-2 3 0,-155 130 562,158-133-622,-1-1 0,1 1-1,-1-1 1,1 1 0,-1 0-1,1 0 1,0 0 0,0-1-1,0 1 1,0 0 0,0 0-1,-1 3 1,3-4 5,-1 0 0,0 0 1,1 0-1,-1-1 0,1 1 0,-1 0 0,1-1 1,-1 1-1,1 0 0,-1-1 0,1 1 1,0-1-1,-1 1 0,1-1 0,0 1 1,-1-1-1,1 1 0,0-1 0,0 0 0,-1 0 1,1 1-1,0-1 0,0 0 0,0 0 1,0 0-1,-1 0 0,1 0 0,0 0 1,0 0-1,0 0 0,0 0 0,-1 0 1,1 0-1,0 0 0,1-1 0,489 1 1815,-490 0-1273,-42 1-2069,25-2-4360</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0.663"/>
    </inkml:context>
    <inkml:brush xml:id="br0">
      <inkml:brushProperty name="width" value="0.025" units="cm"/>
      <inkml:brushProperty name="height" value="0.025" units="cm"/>
    </inkml:brush>
  </inkml:definitions>
  <inkml:trace contextRef="#ctx0" brushRef="#br0">1 101 3529,'0'0'9706,"2"-13"-8779,0 1-376,5-29-417,-5 6 4786,0 156-2950,19 135-1,6-4-1411,-19-55-2025,-9-177-1335,0-88-5593,-4 33 220</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3.444"/>
    </inkml:context>
    <inkml:brush xml:id="br0">
      <inkml:brushProperty name="width" value="0.025" units="cm"/>
      <inkml:brushProperty name="height" value="0.025" units="cm"/>
    </inkml:brush>
  </inkml:definitions>
  <inkml:trace contextRef="#ctx0" brushRef="#br0">64 637 1768,'0'0'7285,"28"-10"-6267,90-30 131,-103 35-729,1 0 1,0 1-1,0 1 0,0 0 1,31-1-1,6 1 192,624-57 1136,-119 15-1767,55-14 53,248-26-97,-24 25 45,-442 39 51,126-14-12,78-8-20,213 7 7,-375 13 7,185-7-6,-7 1-9,254-3-8,-561 31 10,709 14 14,-329 8 401,-233-10 666,-378-10-188,-77 0-733,0 0 1,0 0-1,0 0 0,0 0 1,0 0-1,0 0 0,0 0 1,0 0-1,0 0 0,-1 0 1,1 1-1,0-1 0,-1 0 1,1 0-1,-1-1 0,1 1 1,-1 0-1,1 0 0,-1 0 1,0 0-1,-1 1 0,-1 1-38,0 1 0,0 0-1,0 0 1,0 0-1,1 0 1,-1 1 0,1-1-1,0 0 1,1 1-1,-1 0 1,1-1 0,-1 1-1,2 0 1,-2 10-1,1 10 325,2 45 0,1-22 67,18 436 904,-21-369-931,-18 144 0,5-136 120,3 167 1,11-288-211,0-3-392,0-1 0,0 1-1,0 0 1,0-1 0,0 1 0,0-1-1,-1 1 1,1 0 0,0-1 0,-1 1-1,1 0 1,-1 0 0,1-1-1,-1 1 1,0 0 0,1 0 0,-1 0-1,0 0 1,0 0 0,0 0-1,0 0 1,0 0 0,-1-1 0,-17-5-16,0 1 1,0 1-1,0 0 1,-1 2-1,-28-2 0,5-1 12,-115-9-149,-275 8-1,237 9 91,-202-3-34,-925 18-44,879 16 185,132-8-36,-594 14-20,451-17-9,428-21 14,-281 21-9,-366 13 38,-31-24-17,0 0-145,-169 1 16,477-5 131,89-5-15,-191 5-156,203-3 131,-249 19-7,135 21 63,-138-24-431,492-20 393,55 0 61,-25 0 98,-56 3 224,81-3-303,15 0-104,77-13-1733,-28 4-3428,-13 2-1340</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4.179"/>
    </inkml:context>
    <inkml:brush xml:id="br0">
      <inkml:brushProperty name="width" value="0.025" units="cm"/>
      <inkml:brushProperty name="height" value="0.025" units="cm"/>
    </inkml:brush>
  </inkml:definitions>
  <inkml:trace contextRef="#ctx0" brushRef="#br0">26 29 3633,'0'0'9459,"-3"-3"-8972,-19-23 5251,22 57-4373,2 58-299,3-1 1,5-1-1,23 100 1,-14-79-795,-5 0 1,-5 2-1,-5 115 1,-4-224-303,0 0 0,0 0 1,0-1-1,0 1 0,0 0 1,0-1-1,0 1 0,0 0 1,0-1-1,0 1 0,0 0 1,1 0-1,-1-1 0,0 1 1,0-1-1,1 1 0,-1 0 1,0-1-1,1 1 1,-1-1-1,1 1 0,-1-1 1,1 1-1,-1-1 0,1 1 1,-1-1-1,1 1 0,0-1 1,0 1-1,20-6-2190,19-24-3520,-39 28 5537,24-21-5468</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4.665"/>
    </inkml:context>
    <inkml:brush xml:id="br0">
      <inkml:brushProperty name="width" value="0.025" units="cm"/>
      <inkml:brushProperty name="height" value="0.025" units="cm"/>
    </inkml:brush>
  </inkml:definitions>
  <inkml:trace contextRef="#ctx0" brushRef="#br0">1 9 5537,'0'0'7551,"5"-3"-6741,-4 3-752,-1-1-1,1 1 1,0-1 0,0 1 0,-1-1 0,1 1 0,0-1 0,0 1 0,0 0 0,0-1 0,-1 1 0,1 0 0,0 0-1,0-1 1,0 1 0,0 0 0,0 0 0,0 0 0,0 0 0,0 0 0,-1 1 0,1-1 0,0 0 0,2 1 0,-2 2 208,0-1 0,-1 1 0,1 0 0,0 0 0,-1 0 0,0 1 0,1-1 0,-1 0 0,-1 0 0,1 3 0,-9 336 5636,6 212-4400,3-552-1556,10 88 191,2-46-1553,10-10-3530,-9-25-944</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5.224"/>
    </inkml:context>
    <inkml:brush xml:id="br0">
      <inkml:brushProperty name="width" value="0.025" units="cm"/>
      <inkml:brushProperty name="height" value="0.025" units="cm"/>
    </inkml:brush>
  </inkml:definitions>
  <inkml:trace contextRef="#ctx0" brushRef="#br0">0 0 5401,'0'0'9825,"2"27"-7815,-2-6-1555,3 35 1282,12 76 0,-13-118-1464,76 495 4614,-43 3-4622,-35-500-281,8 180-1227,-8-189 1110,0-1-1,0 0 1,0 1 0,1-1 0,-1 0 0,1 0-1,0 0 1,0 1 0,-1-1 0,1 0 0,0 0-1,1 0 1,-1 0 0,0 0 0,1-1 0,-1 1-1,1 0 1,-1-1 0,1 1 0,0-1 0,0 1-1,0-1 1,4 2 0,0-1-1202,1 0 0,0-1 1,-1 0-1,1 0 0,0 0 0,13-2 1,11 1-6872</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5.707"/>
    </inkml:context>
    <inkml:brush xml:id="br0">
      <inkml:brushProperty name="width" value="0.025" units="cm"/>
      <inkml:brushProperty name="height" value="0.025" units="cm"/>
    </inkml:brush>
  </inkml:definitions>
  <inkml:trace contextRef="#ctx0" brushRef="#br0">11 1 4297,'0'0'14034,"-1"6"-12986,-5 47 588,3 0 0,4 89 1,2-38-550,-3-5-534,4 0 1,24 133-1,-22-198-515,56 329 29,-59-257-442,-4-67-522,1-37 691,0 0 0,0 1 0,1-1 1,-1 0-1,0 0 0,1 0 0,-1 0 0,1 0 0,0 1 0,0-1 0,0 0 0,1 3 0,16 6-5063,-5-10 414</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6.262"/>
    </inkml:context>
    <inkml:brush xml:id="br0">
      <inkml:brushProperty name="width" value="0.025" units="cm"/>
      <inkml:brushProperty name="height" value="0.025" units="cm"/>
    </inkml:brush>
  </inkml:definitions>
  <inkml:trace contextRef="#ctx0" brushRef="#br0">0 0 7770,'0'0'14425,"5"35"-13060,30 215 1257,9 516 2005,-45-734-4607,0 7 5,1 1-1,2 0 0,2 0 0,2 0 0,15 57 1,-15-89-1905,-8-12-2475,-14-6-1973</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8.283"/>
    </inkml:context>
    <inkml:brush xml:id="br0">
      <inkml:brushProperty name="width" value="0.025" units="cm"/>
      <inkml:brushProperty name="height" value="0.025" units="cm"/>
    </inkml:brush>
  </inkml:definitions>
  <inkml:trace contextRef="#ctx0" brushRef="#br0">1 136 2921,'0'0'14569,"8"-2"-13295,2-2-864,-6 3-194,0-1-1,0 1 1,0 0 0,0 0-1,0 1 1,0-1-1,6 1 1,-8 3 20,0-1 0,0 1 0,0 0 1,-1 0-1,1 0 0,-1 0 0,0 0 0,0 1 0,0-1 0,0 4 0,3 4 124,-2-4-263,0 0 1,0 0 0,0 0-1,-1 0 1,1 13-1,6 24 51,1-14 153,-6-19-213,0 1 0,1-1 0,1 0 0,-1 0-1,9 12 1,-11-19-66,1-1-1,0 1 0,0-1 1,1 0-1,-1 1 1,1-2-1,-1 1 1,1 0-1,0-1 0,0 0 1,0 1-1,0-2 1,0 1-1,1 0 1,-1-1-1,1 0 0,-1 0 1,5 0-1,50 5 274,114-6 0,-72-2-143,-69-1-144,0-1 1,0-2 0,-1-1 0,0-1 0,0-1-1,-1-2 1,31-16 0,-11 6 8,69-19 0,-91 32-22,1 1 0,0 2 0,0 0 0,0 2 0,0 1 0,1 2 0,43 4 0,-66-2 17,-1 0 1,0 1-1,0 0 1,0 0 0,0 0-1,0 1 1,-1 0-1,9 7 1,15 10 42,-18-12 6,-1-1 1,0 1 0,0 1 0,-1 0-1,0 0 1,7 12 0,-15-20 571,-4-5-578,-21-30-39,23 32-19,0 0 0,1-1 0,-1 1 0,0 0 0,1 0-1,-1 0 1,1-1 0,-1 1 0,1 0 0,-1-1 0,1 1 0,0 0-1,0-1 1,0 1 0,0 0 0,0-1 0,0 1 0,0-1 0,0 1-1,1 0 1,-1-1 0,0 1 0,1 0 0,-1 0 0,1-1-1,-1 1 1,1 0 0,0 0 0,0 0 0,-1 0 0,1-1 0,0 1-1,1-1 1,19-9-60,0 1 0,1 0 0,-1 2 0,2 0 0,30-5 0,119-15-563,224 10-129,-384 19 753,1 1 1,-1 1-1,0 0 0,0 1 0,0 0 0,-1 1 0,1 0 1,-1 0-1,20 14 0,-13-8 1,1 0-1,26 8 1,-15-10 1,0-2 0,1-2 0,-1 0 0,1-2 0,0-2 0,0 0 0,49-7 0,-71 5 2,-1 0 1,0-1 0,1 0 0,-1 0 0,0-1 0,0 0 0,0 0 0,-1-1-1,1 0 1,-1 0 0,0-1 0,0 0 0,0 0 0,-1-1 0,1 0-1,-1 0 1,-1 0 0,1-1 0,-1 0 0,-1 0 0,1 0 0,-1-1 0,0 1-1,-1-1 1,1 0 0,-2 0 0,1 0 0,-1 0 0,0-1 0,-1 1 0,0-1-1,0-12 1,-2 4-2,3-47 15,-2 60-5,0 0 0,0 1 1,1-1-1,0 0 0,0 0 0,0 0 1,0 1-1,1-1 0,-1 1 0,1-1 1,0 1-1,3-5 0,-4 7 1851,-19 20-3485,-57 39-5392,27-29-405</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8.967"/>
    </inkml:context>
    <inkml:brush xml:id="br0">
      <inkml:brushProperty name="width" value="0.025" units="cm"/>
      <inkml:brushProperty name="height" value="0.025" units="cm"/>
    </inkml:brush>
  </inkml:definitions>
  <inkml:trace contextRef="#ctx0" brushRef="#br0">196 25 8618,'0'0'12308,"-7"-5"-11569,1 2-656,0 0 0,0 1 1,0-1-1,0 1 0,-1 1 0,1-1 1,0 1-1,-1 0 0,1 0 1,-1 1-1,1 0 0,-1 0 0,0 0 1,1 1-1,-1 0 0,1 1 1,0-1-1,-1 1 0,1 0 1,0 1-1,0-1 0,0 1 0,-7 6 1,11-8-82,0 0-1,0 0 1,0 0 0,0 0 0,0 0 0,1 1 0,-1-1-1,1 1 1,-1-1 0,1 1 0,-1 0 0,1-1 0,0 1-1,0 0 1,0 0 0,0 0 0,0 0 0,0 0-1,1 0 1,-1 0 0,1 0 0,-1 0 0,1 5 0,0-5-8,1 0 1,0-1 0,0 1 0,0 0 0,0 0 0,1-1-1,-1 1 1,0 0 0,1-1 0,-1 1 0,1-1 0,-1 0-1,1 0 1,0 1 0,0-1 0,-1 0 0,1 0-1,0-1 1,0 1 0,0 0 0,0-1 0,0 1 0,0-1-1,0 1 1,2-1 0,48 9-36,34 8 7,-79-15 15,0 0 0,0 1-1,-1 0 1,1 0-1,-1 0 1,0 1-1,0-1 1,0 2-1,7 5 1,-12-9 17,-1-1 0,1 1 1,-1-1-1,0 1 0,1-1 0,-1 1 1,1 0-1,-1-1 0,0 1 0,1 0 1,-1-1-1,0 1 0,0 0 1,0 0-1,1-1 0,-1 1 0,0 0 1,0-1-1,0 1 0,0 0 1,0 0-1,0-1 0,-1 1 0,1 0 1,0 0-1,0-1 0,0 1 0,-1 0 1,1-1-1,0 1 0,-1 0 1,1-1-1,0 1 0,-1-1 0,1 1 1,-1 0-1,1-1 0,-1 1 1,1-1-1,-1 0 0,0 1 0,0 0 1,-28 15 137,-17 3 66,34-13-165,-1 0-1,0-1 1,0-1-1,0 0 1,-1 0 0,1-1-1,-27 2 1,39-5-222,13-9-1698,56-25-4443,-26 19-51</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39.542"/>
    </inkml:context>
    <inkml:brush xml:id="br0">
      <inkml:brushProperty name="width" value="0.025" units="cm"/>
      <inkml:brushProperty name="height" value="0.025" units="cm"/>
    </inkml:brush>
  </inkml:definitions>
  <inkml:trace contextRef="#ctx0" brushRef="#br0">131 179 5705,'0'0'16613,"-18"9"-15825,-57 30-161,73-38-599,0 0 0,0 0 0,-1 0 0,1 0 0,0 1 0,0-1 0,0 1 0,1-1 0,-1 1 0,0 0 0,0 0 1,1-1-1,-1 1 0,1 0 0,0 1 0,-1-1 0,1 0 0,0 0 0,0 0 0,1 1 0,-1-1 0,0 0 0,1 1 0,-1-1 0,1 1 0,0-1 0,0 1 0,0-1 0,0 1 0,0-1 0,1 3 0,0 10 50,0-14-74,-1 0-1,1 0 1,0 0 0,-1 0 0,1 0-1,0-1 1,0 1 0,-1 0-1,1 0 1,0 0 0,0-1-1,0 1 1,0 0 0,0-1 0,0 1-1,0-1 1,1 0 0,-1 1-1,0-1 1,0 0 0,0 1 0,0-1-1,1 0 1,-1 0 0,0 0-1,0 0 1,0 0 0,2-1 0,38-3 57,-38 2-77,1 0 0,-1 0 0,0 0 0,0-1 0,0 1 0,0-1 0,0 0 0,-1 0 0,1 0 0,-1 0 0,0-1 0,0 1 0,0 0 0,0-1 0,-1 0 0,1 1 0,-1-1 0,0 0 0,0 0 0,0 0 0,0-5 0,1-13-368,0 0-1,-2-37 0,-1 31 84,33 28 207,-22 0 167,-1 1 0,1 1-1,-1 0 1,0 0 0,0 0 0,0 2 0,0-1 0,0 1 0,0 0 0,8 6 0,-3-1 4,-1 0-1,0 1 1,0 1-1,-1 0 1,12 14-1,-22-36 959,-8-26-630,-2-31 130,8 63-530,1-1 0,-1 1 0,1-1-1,0 1 1,0 0 0,1-1 0,0 1-1,0 0 1,0 0 0,0 0 0,1 0-1,0 0 1,0 1 0,0-1 0,0 1-1,1 0 1,0 0 0,0 0 0,0 1 0,7-6-1,-9 10-329,1-1 0,-1 0 0,0 1 0,0 0-1,1-1 1,-1 1 0,0 0 0,0 0 0,0 0-1,0 1 1,0-1 0,0 0 0,0 1 0,0-1-1,2 3 1,-1-1-741,18 11-4589,-2-2-2044</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0.055"/>
    </inkml:context>
    <inkml:brush xml:id="br0">
      <inkml:brushProperty name="width" value="0.025" units="cm"/>
      <inkml:brushProperty name="height" value="0.025" units="cm"/>
    </inkml:brush>
  </inkml:definitions>
  <inkml:trace contextRef="#ctx0" brushRef="#br0">1 1 1824,'0'0'17814,"0"8"-15641,0 155 2704,0 7-3671,5-135-1869,-4-29-2913</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0.383"/>
    </inkml:context>
    <inkml:brush xml:id="br0">
      <inkml:brushProperty name="width" value="0.025" units="cm"/>
      <inkml:brushProperty name="height" value="0.025" units="cm"/>
    </inkml:brush>
  </inkml:definitions>
  <inkml:trace contextRef="#ctx0" brushRef="#br0">1 66 6481,'0'0'14409,"35"-1"-12998,244-1 48,-254 2-1430,-17 1-18,0 0 1,1-1-1,-1 0 0,0 0 0,0-1 1,1 0-1,-1-1 0,0 0 1,0 0-1,0 0 0,-1-1 1,10-5-1,-16 8-7,-1 0 0,1 0 0,0 0 0,-1-1 0,1 1 0,-1 0 0,1-1 0,0 1 0,-1 0 0,1-1 0,-1 1 0,1-1 0,-1 1 0,1-1 0,-1 1 0,0-1 0,1 1 0,-1-1 0,1 1 0,-1-1 0,0 0 0,0 1 0,1-1 0,-1 0 0,0 1 0,0-1 0,0 0 0,0 1 1,0-1-1,0 0 0,0 1 0,0-1 0,0 0 0,0 1 0,0-1 0,0 0 0,0 1 0,0-1 0,-1 0 0,1 1 0,0-1 0,-1 1 0,1-1 0,0 0 0,-1 1 0,1-1 0,0 1 0,-1-1 0,1 1 0,-1-1 0,1 1 0,-1 0 0,0-1 0,0 0 0,-2 0-2,0-1-1,-1 1 1,1 0 0,-1-1-1,1 2 1,-1-1 0,0 0-1,-4 0 1,-23 0 24,8-1 10,0 1 0,-1 0 0,1 2 0,-1 1 0,-29 7 1,51-9-10,0 1 0,-1-1 1,1 1-1,0 0 1,0 0-1,0 0 0,0 0 1,0 0-1,1 1 1,-1-1-1,0 1 0,0-1 1,1 1-1,-1-1 1,1 1-1,-2 2 0,2-2-16,1-1-1,-1 0 1,1 1-1,0-1 1,0 0-1,-1 1 1,1-1-1,0 1 1,0-1-1,0 0 1,0 1-1,1-1 1,-1 1-1,0-1 1,0 0-1,1 1 0,-1-1 1,1 0-1,0 2 1,3 2-9,-1 1 1,1-1-1,0 0 1,0-1-1,0 1 1,1-1-1,-1 0 1,1 0-1,7 4 1,7 4-492,1 0 0,0-2 1,0-1-1,31 10 0,44 6-6024,-31-12-1515</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0.821"/>
    </inkml:context>
    <inkml:brush xml:id="br0">
      <inkml:brushProperty name="width" value="0.025" units="cm"/>
      <inkml:brushProperty name="height" value="0.025" units="cm"/>
    </inkml:brush>
  </inkml:definitions>
  <inkml:trace contextRef="#ctx0" brushRef="#br0">136 325 13355,'0'0'10183,"-15"2"-10011,4-2-103,7 0-42,0 0 1,0 0 0,0 0-1,0 0 1,0 1 0,0-1-1,0 1 1,0 0 0,0 0-1,1 1 1,-1-1 0,0 1-1,1 0 1,-1 0 0,1 0-1,-1 0 1,1 0 0,0 1 0,0 0-1,-5 5 1,4-2 66,1-1 0,0 1 0,0 0 0,0 0 0,1 0 1,0 0-1,0 1 0,0-1 0,1 1 0,0-1 0,0 1 0,1-1 0,0 14 0,1-19-92,-1 0-1,0 0 0,1 0 0,-1 0 0,1 0 0,-1-1 0,1 1 0,-1 0 1,1 0-1,0 0 0,-1 0 0,1-1 0,0 1 0,0 0 0,0-1 0,0 1 0,-1 0 1,1-1-1,0 1 0,0-1 0,0 0 0,0 1 0,0-1 0,0 0 0,0 1 0,0-1 1,0 0-1,0 0 0,1 0 0,-1 0 0,0 0 0,0 0 0,1-1 0,41-2 122,-33-1-119,0 1 1,-1-1-1,1-1 1,-1 0 0,0 0-1,0 0 1,-1-1 0,15-14-1,58-62-459,-80 82 454,21-26-306,-1 0 0,-1-1 0,27-49 0,-39 61 344,-1 0 1,0-1 0,-1 0 0,-1 0-1,0-1 1,-1 1 0,-1-1-1,-1 0 1,1-18 0,-23 44 925,9 3-866,0 0 1,1 0-1,1 1 0,0 0 1,0 1-1,2 0 1,0 0-1,0 1 0,1 0 1,-5 23-1,5-16-65,1 1-1,2-1 0,0 1 1,1 0-1,2 0 0,3 41 1,-2-59-94,1-1 1,-1 1-1,1-1 0,-1 0 1,1 0-1,1 1 1,-1-1-1,0-1 1,1 1-1,0 0 1,0 0-1,0-1 0,0 0 1,1 0-1,-1 0 1,1 0-1,0 0 1,0-1-1,0 1 0,0-1 1,0 0-1,1 0 1,4 1-1,1 2-221,55 23-2768,-6-13-2303</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2.636"/>
    </inkml:context>
    <inkml:brush xml:id="br0">
      <inkml:brushProperty name="width" value="0.025" units="cm"/>
      <inkml:brushProperty name="height" value="0.025" units="cm"/>
    </inkml:brush>
  </inkml:definitions>
  <inkml:trace contextRef="#ctx0" brushRef="#br0">0 276 2897,'0'0'7947,"7"-4"-7083,18-11 139,-18 12 7309,-7 17-8193,0 0-1,2 0 1,-1 0 0,2-1-1,0 1 1,0 0 0,2-1-1,-1 0 1,2 0 0,0 0-1,11 19 1,-11-24-109,0-1 1,0 1 0,1-1-1,0 0 1,0-1-1,0 1 1,1-2-1,0 1 1,0-1-1,1 0 1,0 0 0,-1-1-1,1-1 1,1 1-1,-1-1 1,0-1-1,13 2 1,29 1 31,0-2-1,0-2 1,53-7 0,-29-4-39,-1-3 1,0-4 0,136-50-1,-34 9 9,-84 34 36,0 3-1,1 5 1,1 3-1,152 1 1,-46 11 63,432 11-77,-530-7-32,-57-3 3,-1 2 0,67 12 0,-109-13 67,-1 0 0,1 0 0,-1 0 0,1 1 0,-1-1-1,1 0 1,-1 1 0,0-1 0,0 1 0,1-1 0,-1 1-1,0 0 1,-1 0 0,1-1 0,0 1 0,0 0 0,-1 0 0,1 0-1,-1 0 1,0 0 0,1 0 0,-1 0 0,0-1 0,0 1-1,-1 3 1,1 68 2173,-2-47-2127,2 14 157,0-37-152,0-6-23,0-21-61,1 16-131,0 0 0,0 0 0,1 0 1,0 1-1,3-10 0,4-11-363,-9 27 439,0 0 0,0 0 0,0 0 0,1 0 0,-1 0 0,1 0 0,-1 0 0,0 0 0,1 1 0,0-1 0,-1 0 0,1 0 0,-1 0 0,1 1 0,0-1 0,0 0 0,1 0 0,5-6-45,-6 6-16,45-22-1342,-18 13 1310,0 2 0,1 1-1,0 0 1,37-2 0,124 0-343,-93 5 23,751-4 341,-639 23 217,52 2-70,-65-12-29,1184 9 172,-778-17 567,398-18-735,-973 19 24,-5 1-81,1-1 1,-1-1 0,25-7-1,-41 9 89,0-1 0,-1 0-1,1 0 1,-1-1-1,1 0 1,-1 0-1,0 0 1,0 0-1,0-1 1,-1 0-1,1 0 1,-1 0-1,0-1 1,0 1-1,-1-1 1,6-8 0,-5 6-13,1 1 1,0 0-1,0-1 1,0 1-1,1 1 1,0-1 0,0 1-1,0 0 1,1 1-1,0 0 1,0 0 0,0 0-1,12-4 1,11-3-59,0 2 0,34-6 0,-47 12 79,102-13 131,-120 15-193,1 1-1,0 0 1,0 0-1,-1 0 0,1 0 1,0-1-1,-1 1 1,1 0-1,0 0 1,0-1-1,0 1 0,-1 0 1,1 0-1,0-1 1,0 1-1,0 0 0,-1-1 1,1 1-1,0 0 1,0 0-1,0-1 0,0 1 1,0 0-1,0-1 1,0 1-1,0 0 0,0-1 1,0 1-1,0 0 1,0-1-1,0 1 1,0 0-1,0-1 0,0 1 1,0 0-1,1-1 1,-1 1-1,0 0 0,0-1 1,0 1-1,0 0 1,1 0-1,-1-1 0,0 1 1,0 0-1,1 0 1,-1-1-1,0 1 1,0 0-1,1 0 0,-1 0 1,0-1-1,1 1 1,-1 0-1,0 0 0,0 0 1,1 0-1,-1 0 1,0 0-1,1 0 0,0 0 1,-28-15 219,17 11-87,-1 0 0,1-1 0,0 0 0,1 0 0,-1-1 0,1-1 1,-16-13-1,24 19-166,0 0 0,1 1 0,-1 0 1,0-1-1,0 1 0,0 0 0,0-1 1,0 1-1,0 0 0,0 0 1,0 0-1,0-1 0,1 1 0,-1 0 1,0 1-1,0-1 0,0 0 0,0 0 1,0 0-1,0 0 0,0 1 0,0-1 1,0 0-1,-1 1 0,-23 13-985,18-10 576,-84 42-8051,45-23-2016</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3.424"/>
    </inkml:context>
    <inkml:brush xml:id="br0">
      <inkml:brushProperty name="width" value="0.025" units="cm"/>
      <inkml:brushProperty name="height" value="0.025" units="cm"/>
    </inkml:brush>
  </inkml:definitions>
  <inkml:trace contextRef="#ctx0" brushRef="#br0">1 14 8026,'0'0'12609,"3"-9"-10238,-3 9-2317,0 0 0,0 0 1,0 0-1,0 0 0,0 0 0,0 0 0,1 0 0,-1 0 0,0 0 0,0 0 1,0 0-1,0 0 0,0 0 0,0 0 0,0 0 0,0 0 0,0 0 0,1 0 1,-1 0-1,0 0 0,0 0 0,0 0 0,0 0 0,0 0 0,0 0 0,0 0 1,0 0-1,0 0 0,1 0 0,-1 0 0,0 0 0,0 0 0,0 0 0,0 0 1,0 0-1,0 118 2665,0-117-2719,0 0 0,0 0 0,0 0 0,0-1 0,1 1 0,-1 0 1,0 0-1,0 0 0,1 0 0,-1 0 0,0 0 0,1 0 0,-1-1 0,1 1 0,-1 0 0,1 0 1,0-1-1,-1 1 0,1 0 0,0-1 0,-1 1 0,1-1 0,0 1 0,0-1 0,-1 1 0,3 0 0,29 2 5,-24-4-14,0 0 1,0-1-1,0 0 1,0 0-1,0-1 0,8-4 1,13-8-112,-1-2 1,-1-1-1,-1-1 1,36-34-1,-61 53 130,-1-1-1,1 1 1,0-1 0,-1 1 0,1-1-1,-1 1 1,1-1 0,0 1-1,0-1 1,-1 1 0,1 0-1,0-1 1,-1 1 0,1 0-1,0 0 1,0 0 0,0-1-1,-1 1 1,1 0 0,0 0 0,0 0-1,0 0 1,-1 1 0,1-1-1,0 0 1,0 0 0,-1 0-1,1 1 1,0-1 0,0 0-1,-1 1 1,1-1 0,0 0-1,-1 1 1,1-1 0,0 1 0,-1-1-1,1 1 1,-1-1 0,1 1-1,-1 0 1,1-1 0,-1 1-1,1 0 1,21 42-44,-11-22-448,-10-19 243,0 0-1,0 0 1,1 0-1,-1-1 1,1 1 0,-1 0-1,1-1 1,0 0-1,0 1 1,-1-1-1,1 0 1,0 0 0,0 0-1,3 1 1,20 1-5551,-6-3-722</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3.817"/>
    </inkml:context>
    <inkml:brush xml:id="br0">
      <inkml:brushProperty name="width" value="0.025" units="cm"/>
      <inkml:brushProperty name="height" value="0.025" units="cm"/>
    </inkml:brush>
  </inkml:definitions>
  <inkml:trace contextRef="#ctx0" brushRef="#br0">1 39 9218,'0'0'16167,"9"2"-15228,23 7-390,-9-1-136,45 7 0,-63-14-449,0 0 0,0-1 1,0 1-1,0-1 0,0 0 0,1-1 1,-1 1-1,0-1 0,0 0 1,0 0-1,0-1 0,0 1 0,-1-1 1,1 0-1,6-4 0,15-15-140,24-16 143,-49 37 925,-1 29-65,0-25-989,1-1 1,-1 1 0,1 0-1,0 0 1,0-1 0,0 1-1,0-1 1,1 1 0,-1-1-1,5 6 1,-2-3-1552,0 0-1,1 0 1,0-1 0,0 1-1,9 6 1,4 1-6355</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4.236"/>
    </inkml:context>
    <inkml:brush xml:id="br0">
      <inkml:brushProperty name="width" value="0.025" units="cm"/>
      <inkml:brushProperty name="height" value="0.025" units="cm"/>
    </inkml:brush>
  </inkml:definitions>
  <inkml:trace contextRef="#ctx0" brushRef="#br0">157 38 10154,'0'0'13140,"-18"-6"-12377,-58-20-269,72 25-452,0-1-1,0 1 1,0 1 0,0-1 0,0 1 0,0-1 0,0 1 0,-4 1 0,7-1-38,-1 0 1,1 0-1,0 0 0,0 1 1,0-1-1,0 1 0,0-1 0,1 0 1,-1 1-1,0 0 0,0-1 0,0 1 1,0-1-1,0 1 0,1 0 1,-1 0-1,0-1 0,1 1 0,-1 0 1,0 1-1,0 2-23,0-1 1,0 1 0,1-1-1,-1 1 1,1-1-1,0 1 1,0-1 0,0 1-1,1 0 1,-1-1-1,1 1 1,1 4 0,-1-6-20,0 0 1,0 0-1,0 0 1,0-1-1,0 1 1,1 0-1,-1-1 1,1 1-1,-1-1 1,1 0-1,-1 1 1,1-1-1,-1 0 1,1 0-1,0 0 1,2 1-1,40 18-468,-14-7 25,-28-11 454,0-1-1,0 1 1,0 0-1,-1 0 1,1 0-1,-1 0 1,1 0-1,-1 1 0,0-1 1,1 0-1,-1 1 1,-1-1-1,1 1 1,0-1-1,0 1 1,-1-1-1,1 6 1,-1-6 29,1 0 0,-1 0 0,0 0 0,0 0 0,0 0 0,0 0 0,-1 0 0,1 0 0,0 0 1,-1 0-1,1 0 0,-1 0 0,0 0 0,0 0 0,0-1 0,0 1 0,0 0 0,0 0 0,0-1 0,0 1 1,-1-1-1,1 1 0,-3 1 0,-4 2-28,0-1 0,-1 0 1,0 0-1,0 0 0,0-1 1,-12 2-1,19-5-766,2-5-851,1 2 1167,-1-1 1,1 0-1,-1 1 1,1-1-1,0 1 0,0-1 1,0 1-1,1-1 1,0 1-1,-1 0 1,1 0-1,0-1 1,4-3-1,18-19-4734</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4.787"/>
    </inkml:context>
    <inkml:brush xml:id="br0">
      <inkml:brushProperty name="width" value="0.025" units="cm"/>
      <inkml:brushProperty name="height" value="0.025" units="cm"/>
    </inkml:brush>
  </inkml:definitions>
  <inkml:trace contextRef="#ctx0" brushRef="#br0">47 151 3673,'0'0'18975,"0"-4"-17335,0 3-1599,0 1-1,0 0 1,0-1 0,0 1 0,0-1-1,0 1 1,0-1 0,1 1 0,-1-1-1,0 1 1,-1-1 0,1 1 0,0-1-1,0 1 1,0-1 0,0 1 0,0-1-1,0 1 1,-1 0 0,1-1 0,0 1-1,0-1 1,0 1 0,-1 0 0,1-1-1,0 1 1,-1-1 0,1 1 0,0 0-1,-1 0 1,1-1 0,-1 1 0,1 0-1,0-1 1,-1 1 0,0 0-1,-13 12 1106,10-7-1000,1 0 1,0 0-1,0 1 1,0-1-1,1 1 1,-3 10-1,4-12-124,0 1 1,1 0-1,-1-1 1,1 1-1,0 0 0,1 0 1,-1-1-1,1 1 1,0 0-1,0-1 0,0 1 1,1-1-1,-1 1 0,1-1 1,5 8-1,-5-10-21,1 1-1,0 0 1,0-1-1,-1 0 0,2 0 1,-1 0-1,0 0 1,0 0-1,1 0 0,-1-1 1,1 0-1,-1 0 1,1 0-1,-1 0 1,1 0-1,0-1 0,-1 1 1,1-1-1,6-1 1,-6 2-60,-1-1 1,1 0 0,0 0 0,-1 0-1,1 0 1,0 0 0,-1-1 0,1 0-1,-1 0 1,1 0 0,-1 0-1,0 0 1,1-1 0,-1 1 0,4-4-1,-5 2-27,0-1 0,0 1 0,-1-1-1,1 1 1,-1-1 0,0 1 0,0-1 0,0 0-1,-1 0 1,1 0 0,-1 1 0,0-1-1,0 0 1,-1-6 0,-5-106-553,8 114 650,0 1 0,1 1 0,-1-1 0,0 0 0,1 1 0,-1-1 0,1 1 0,-1 0 0,1 0 0,-1 0 0,1 0 0,-1 0 0,1 0 0,-1 1 0,1-1 0,4 2 0,2 5 173,1 0 1,-1 1-1,0 0 1,-1 0-1,0 1 1,7 10 0,4 3 162,13 24 177,-31-44 771,-1-32-856,1 21-436,-1 0 0,1 0 0,1 1 0,-1-1 1,1 1-1,1-1 0,0 1 0,0 0 0,1 0 1,-1 0-1,2 0 0,-1 1 0,1-1 0,0 1 1,1 1-1,0-1 0,0 1 0,0 0 0,12-9 1,-4 1-882,22-16 2554,-16 23-4933,1 13-6688,-9 1 2751</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5.060"/>
    </inkml:context>
    <inkml:brush xml:id="br0">
      <inkml:brushProperty name="width" value="0.025" units="cm"/>
      <inkml:brushProperty name="height" value="0.025" units="cm"/>
    </inkml:brush>
  </inkml:definitions>
  <inkml:trace contextRef="#ctx0" brushRef="#br0">52 0 11546,'0'0'17394,"0"28"-16124,0 195 483,0-122-1514,0-58-4022,-6-47-848,-1-1 2430,-8-15-3991,-9-2-3154</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5.227"/>
    </inkml:context>
    <inkml:brush xml:id="br0">
      <inkml:brushProperty name="width" value="0.025" units="cm"/>
      <inkml:brushProperty name="height" value="0.025" units="cm"/>
    </inkml:brush>
  </inkml:definitions>
  <inkml:trace contextRef="#ctx0" brushRef="#br0">0 4 7458,'0'0'18340,"173"-3"-17524,-134 3-464,-1 9-240,-6-9-24,-6 7-88,0-7-184,12 0-984,-12 0-1681,-7 0-3769</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5.740"/>
    </inkml:context>
    <inkml:brush xml:id="br0">
      <inkml:brushProperty name="width" value="0.025" units="cm"/>
      <inkml:brushProperty name="height" value="0.025" units="cm"/>
    </inkml:brush>
  </inkml:definitions>
  <inkml:trace contextRef="#ctx0" brushRef="#br0">0 45 6489,'0'0'7841,"31"4"-6812,209 37 1940,-231-39-2740,3 0 307,1 0 0,-1 1 1,0 1-1,18 8 0,-23-9-428,-1 0 0,1-1 0,-1 0 1,1 0-1,0 0 0,0-1 0,-1 0 0,11 0 0,-16-2-152,0 1-1,-1-1 0,1 0 1,0 0-1,0 0 0,-1 0 0,1 0 1,-1 0-1,1 0 0,-1 0 1,1 0-1,-1 0 0,0 0 0,1 0 1,-1 0-1,0 0 0,0 0 1,0-1-1,0 1 0,0 0 0,0 0 1,0 0-1,-1-2 0,-1-29-102,2 30 154,-1 0-1,-1 1 0,1-1 1,0 0-1,0 0 1,0 1-1,-1-1 0,1 0 1,-1 1-1,0 0 1,1-1-1,-1 1 0,0 0 1,0 0-1,0 0 1,0 0-1,-2-1 1,-44-15 691,24 8 147,10 3-369,10 4-155,0 0-1,-1 0 0,1 0 1,-1 0-1,1 1 1,-1 0-1,-8-1 0,12 3-266,0 0-1,0 1 0,0-1 0,1 1 0,-1-1 1,0 1-1,1 0 0,-1-1 0,1 1 0,-1-1 0,1 1 1,0 0-1,0 0 0,0-1 0,0 1 0,0 0 1,1 2-1,3 39 166,3-29-250,1-1 1,0-1-1,1 0 1,0 0-1,1-1 0,1 0 1,-1 0-1,2-1 1,-1-1-1,26 16 1,-14-11-588,0-2 1,0-1-1,1-1 1,28 8-1,-5-1-1210,23 11-3214</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6:46.323"/>
    </inkml:context>
    <inkml:brush xml:id="br0">
      <inkml:brushProperty name="width" value="0.025" units="cm"/>
      <inkml:brushProperty name="height" value="0.025" units="cm"/>
    </inkml:brush>
  </inkml:definitions>
  <inkml:trace contextRef="#ctx0" brushRef="#br0">232 471 4017,'0'0'14104,"-4"-13"-12613,-15-40-101,18 51-1261,0 1 1,0-1-1,0 0 0,-1 0 1,1 1-1,0-1 1,-1 1-1,1-1 0,-1 1 1,0-1-1,1 1 1,-1 0-1,0 0 0,0 0 1,0 0-1,0 0 1,0 1-1,0-1 0,0 0 1,0 1-1,-2-1 1,-43 0 802,35 2-716,7-1-180,0 0-1,1 0 1,-1 1 0,0 0-1,1 0 1,-1 0-1,1 0 1,-1 1-1,1-1 1,0 1-1,0 0 1,-1 1 0,2-1-1,-1 1 1,0 0-1,0 0 1,1 0-1,-1 0 1,1 0-1,0 1 1,0 0-1,1-1 1,-1 1 0,1 0-1,-1 0 1,1 1-1,1-1 1,-1 0-1,0 1 1,1-1-1,0 1 1,0-1 0,0 1-1,1 0 1,0-1-1,0 1 1,0 7-1,0-10-29,0 0 0,0 1 0,0-1-1,0 1 1,0-1 0,0 0 0,1 1-1,-1-1 1,1 0 0,-1 1 0,1-1-1,0 0 1,0 0 0,0 0-1,0 0 1,0 0 0,1 0 0,1 3-1,0-4 4,0 1-1,0-1 0,0 0 0,1 0 1,-1 0-1,0 0 0,0-1 0,1 1 0,-1-1 1,0 0-1,1 0 0,3-1 0,8 0-19,0-1 0,0-1 0,0 0 0,0-1 0,-1-1 0,0 0 0,0-1 0,0-1 0,-1 0 0,0-1 0,0 0 0,-1-1 0,0 0 0,21-21 0,6-9-581,-3-2 0,58-81 0,-77 97 490,-1-1 1,-1 0 0,-1-1 0,-2 0 0,-1-1 0,13-46-1,-24 73 133,0 1-1,0 0 0,0 0 0,0-1 0,1 1 0,-1 0 0,0 0 1,0-1-1,0 1 0,0 0 0,0 0 0,0 0 0,0-1 1,0 1-1,0 0 0,-1 0 0,1-1 0,0 1 0,0 0 0,0 0 1,0-1-1,0 1 0,0 0 0,0 0 0,0 0 0,-1-1 0,1 1 1,0 0-1,0 0 0,0 0 0,-1 0 0,1-1 0,0 1 1,0 0-1,0 0 0,-1 0 0,1 0 0,0 0 0,0 0 0,0 0 1,-1 0-1,1 0 0,0-1 0,0 1 0,-1 0 0,1 0 0,0 0 1,0 0-1,-1 0 0,1 1 0,0-1 0,0 0 0,-1 0 1,1 0-1,0 0 0,0 0 0,0 0 0,-1 0 0,1 0 0,0 0 1,0 1-1,-1-1 0,-14 8 338,8 1-136,0 0 1,0 1 0,0 0 0,1 0 0,1 1 0,0-1-1,0 1 1,1 0 0,-4 15 0,4-14-36,-3 13 220,0 1 0,2 0 0,0 0 0,-1 51 0,6-58-286,0 0 0,1 0 0,1-1 1,1 1-1,1-1 0,0 0 0,12 30 0,-12-41-181,0 0 0,0 0 0,1 0 0,-1-1-1,1 0 1,1 0 0,-1 0 0,1-1-1,0 1 1,0-1 0,1-1 0,0 1 0,0-1-1,0-1 1,0 1 0,0-1 0,1 0-1,-1-1 1,1 1 0,0-2 0,0 1 0,11 0-1,2 0-1206,0-1 1,39-2-1,36-12-7166,-12-6-7397</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37.632"/>
    </inkml:context>
    <inkml:brush xml:id="br0">
      <inkml:brushProperty name="width" value="0.025" units="cm"/>
      <inkml:brushProperty name="height" value="0.025" units="cm"/>
    </inkml:brush>
  </inkml:definitions>
  <inkml:trace contextRef="#ctx0" brushRef="#br0">0 103 12043,'0'0'8153,"0"-102"-8017,0 105-4521,0 10-760</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5.757"/>
    </inkml:context>
    <inkml:brush xml:id="br0">
      <inkml:brushProperty name="width" value="0.025" units="cm"/>
      <inkml:brushProperty name="height" value="0.025" units="cm"/>
    </inkml:brush>
  </inkml:definitions>
  <inkml:trace contextRef="#ctx0" brushRef="#br0">360 45 2481,'0'0'12229,"12"-4"-11521,36-17-141,-27 7 1386,-21 14-1889,0-1 1,0 1 0,-1 0-1,1-1 1,0 1 0,0 0-1,-1-1 1,1 1 0,0 0-1,0 0 1,-1-1-1,1 1 1,0 0 0,-1 0-1,1-1 1,0 1 0,-1 0-1,1 0 1,0 0 0,-1 0-1,1 0 1,0 0 0,-1-1-1,1 1 1,-1 0-1,1 0 1,0 0 0,-1 0-1,1 0 1,-1 0 0,0 1-1,-38 0 886,6 7-928,0 1 0,0 1 0,1 2 0,-46 25-1,58-28-11,9-4-40,-6 3 48,-1 1 1,1 0-1,-20 15 0,35-23-38,-1 1 0,0 0 0,1 0 0,0 0 0,-1 0-1,1 0 1,0 0 0,0 1 0,0-1 0,1 1 0,-1-1-1,0 1 1,1 0 0,0-1 0,0 1 0,0 0 0,0 0-1,0 0 1,0 0 0,1 0 0,-1 0 0,1 0 0,0 0 0,0 0-1,0 0 1,0 0 0,1 0 0,0 4 0,2-2-26,1-1 1,-1 1 0,1-1-1,0 0 1,0 0-1,0-1 1,0 1 0,1-1-1,0 0 1,-1 0 0,1-1-1,6 3 1,4 4 21,85 44 8,-73-41-42,-2 2-1,1 0 1,-2 1 0,30 25-1,-53-39 55,0 0 1,1 0-1,-1 0 0,0 0 0,0 0 1,0 1-1,0-1 0,0 0 0,0 1 0,0-1 1,-1 1-1,1-1 0,0 1 0,-1-1 1,1 1-1,-1 0 0,0-1 0,1 1 0,-1-1 1,0 1-1,0 0 0,0-1 0,0 4 1,-1-2 33,-1 0 1,1-1-1,0 1 1,0-1-1,-1 1 1,0-1 0,1 0-1,-1 0 1,0 1-1,0-1 1,0 0-1,-5 3 1,-6 4 212,-2 0 0,1-1 0,-28 11 0,34-16-202,-18 8 75,-1 0-1,0-2 0,-1-1 0,0-1 0,0-2 1,0 0-1,-35 0 0,62-5-751,11 0-2261,49-7-4226,-32-2 206</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6.255"/>
    </inkml:context>
    <inkml:brush xml:id="br0">
      <inkml:brushProperty name="width" value="0.025" units="cm"/>
      <inkml:brushProperty name="height" value="0.025" units="cm"/>
    </inkml:brush>
  </inkml:definitions>
  <inkml:trace contextRef="#ctx0" brushRef="#br0">0 113 1640,'0'0'10112,"13"4"-9203,-6-1-896,12 5 387,1-1 0,0-1-1,0-1 1,0-1 0,34 3 0,-41-6-359,0-1 1,0-1 0,0 0 0,-1-1 0,1 0 0,12-4 0,-23 5-24,1 0 0,-1 0 0,1-1 0,-1 1 0,1-1 0,-1 1 0,0-1 0,0 0 0,0 0 0,0 1 0,0-2 0,0 1 0,-1 0 0,1 0 0,-1 0 0,1-1 0,-1 1 0,0-1 0,0 1 0,0-1 0,0 0 0,0 1 0,-1-1 0,1 0 0,-1 1 0,0-1 0,0 0 0,0 0 0,0 1-1,0-1 1,0 0 0,-1 0 0,0 1 0,-1-5 0,1 4 5,0 0 0,0 0 0,-1 0 0,1 0 0,-1 0-1,0 1 1,0-1 0,0 1 0,-1-1 0,1 1 0,0-1 0,-1 1-1,0 0 1,1 0 0,-1 1 0,0-1 0,0 0 0,-5-1 0,1 0 84,0 0 0,0 1 0,0-1 1,0 2-1,0-1 0,-1 1 0,-9-1 1,15 3-69,-1-1 0,1 1 0,-1 0-1,1 0 1,0-1 0,0 2 0,-1-1 0,1 0 0,0 0 0,0 1 0,0-1 0,0 1 0,0 0 0,1-1 0,-1 1 0,0 0 0,1 0 0,-1 0 0,1 0 0,0 0-1,0 1 1,-2 3 0,-1 3 87,0 0 0,0 1 0,1 0-1,-2 10 1,-1 21 119,2-1 1,1 68-1,3-108-246,0 1-11,0 0 1,0 0-1,0 0 1,0 0-1,1 0 1,-1 1-1,0-1 0,1-1 1,-1 1-1,0 0 1,1 0-1,-1 0 1,1 0-1,0 0 1,-1 0-1,1 0 1,0-1-1,-1 1 0,1 0 1,0 0-1,0-1 1,0 1-1,-1-1 1,1 1-1,0-1 1,2 2-1,1-1-13,-1 0 0,1 0 0,0 0 0,-1-1 1,1 1-1,0-1 0,7 0 0,2-2-156,0 1 0,0-1 0,-1-1 1,13-4-1,-3-3-845,-1-1-1,-1 0 1,0-1 0,0-1 0,-1-1-1,-1-1 1,30-31 0,-45 43 709,49-48-6015</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6.486"/>
    </inkml:context>
    <inkml:brush xml:id="br0">
      <inkml:brushProperty name="width" value="0.025" units="cm"/>
      <inkml:brushProperty name="height" value="0.025" units="cm"/>
    </inkml:brush>
  </inkml:definitions>
  <inkml:trace contextRef="#ctx0" brushRef="#br0">180 1 5905,'0'0'11881,"-14"28"-9965,-10 19-1279,-51 109 1117,62-126-1565,2 1 0,1 0 0,1 0 0,1 1 0,2 0 0,2 0 0,-1 34 0,5-62-469,0 0 0,1 0 0,0 1 0,0-1 0,0 0 0,1 0 0,-1 0 0,1-1 0,0 1 0,0 0 0,0 0 0,0-1 0,1 0 0,5 6 0,-4-4-907,0-1 0,0-1 0,1 1 1,-1-1-1,1 0 0,6 4 0,7-2-6061</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7.293"/>
    </inkml:context>
    <inkml:brush xml:id="br0">
      <inkml:brushProperty name="width" value="0.025" units="cm"/>
      <inkml:brushProperty name="height" value="0.025" units="cm"/>
    </inkml:brush>
  </inkml:definitions>
  <inkml:trace contextRef="#ctx0" brushRef="#br0">1 118 3321,'0'0'15236,"2"3"-15001,3 1-195,0 0 0,0 0 0,0 0 0,1-1 0,0 0 0,-1 0 0,1-1 0,0 1 0,0-1 0,1 0 0,-1-1-1,0 0 1,1 0 0,6 0 0,4 1-15,1-1 0,-1 0-1,1-2 1,20-3 0,-31 3-35,-1-1 1,0-1 0,1 0-1,-1 0 1,0 0-1,0 0 1,9-8-1,-13 10 5,-1 0 0,0 0-1,1 1 1,-1-1 0,0 0-1,1 0 1,-1-1 0,0 1-1,0 0 1,0 0-1,0-1 1,0 1 0,0 0-1,0-1 1,-1 1 0,1-1-1,0 1 1,-1-1 0,1 1-1,-1-1 1,0 1 0,1-1-1,-1 0 1,0 1 0,0-1-1,0 1 1,0-1 0,0 0-1,0 1 1,-1-1 0,1 1-1,0-1 1,-1 0 0,0 1-1,1-1 1,-1 1-1,-1-3 1,-1 2 0,0 0-1,1 0 1,-1 0-1,0 0 1,0 0-1,0 1 1,-1 0 0,1-1-1,0 1 1,-1 0-1,1 1 1,0-1-1,-1 0 1,-5 1 0,-58-1 30,42 2 52,23 0-45,-1-1 0,1 0 0,-1 1 0,1 0 0,-1 0 0,1 0 0,0 0 0,-1 0 0,1 0 0,0 0 0,0 1 0,0-1 0,0 1 0,0 0 0,0-1 0,0 1 0,0 0 0,1 0 0,-1 0 0,1 1 0,-1-1 0,1 0 0,0 0 0,0 1 0,0-1 0,0 1 0,1-1 0,-1 1 0,0-1 0,1 1 0,0 4 0,-3 13 259,1 0 1,1 0-1,2 23 1,0-20-157,-1-20-133,0 0 0,0 1 1,0-1-1,1 0 0,0 0 0,-1 0 1,1 0-1,0 0 0,0 0 0,1 0 0,-1-1 1,1 1-1,-1 0 0,1-1 0,0 1 1,0-1-1,0 1 0,3 2 0,-1-2 4,1 0 0,-1 0 0,1-1 0,0 1 0,-1-1 0,1 0 0,0 0 0,0 0 0,0-1 0,7 1 0,0 0-57,0-1-1,0 0 0,0-1 1,0-1-1,0 0 0,0 0 1,0-1-1,-1-1 1,19-6-1,-8 0-209,-1-2 0,0-1-1,0 0 1,-2-1 0,20-17 0,89-88-767,-55 47 965,-44 44 90,-27 22 3209,-22 10-3214,0 1 0,0 1 0,0 1 0,1 0 0,0 1 0,-28 19 0,43-24-17,0-1 1,0 1 0,0-1 0,1 1 0,-1 0 0,1 1-1,0-1 1,1 0 0,-1 1 0,1 0 0,0-1-1,0 1 1,0 0 0,1 0 0,-1 0 0,1 0 0,0 0-1,1 1 1,0-1 0,-1 0 0,1 0 0,1 0-1,-1 1 1,3 7 0,-2-11-5,0 1 0,0 0 0,0-1 0,1 1 1,-1-1-1,1 0 0,-1 1 0,1-1 0,0 0 0,0 0 0,0 0 0,0 0 0,0-1 0,1 1 1,-1 0-1,0-1 0,1 0 0,-1 1 0,1-1 0,-1 0 0,1 0 0,5 0 0,4 3-56,1-2 0,-1 0-1,23 1 1,61-4-2454,-34-14-2356,-16-3-2001</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7.542"/>
    </inkml:context>
    <inkml:brush xml:id="br0">
      <inkml:brushProperty name="width" value="0.025" units="cm"/>
      <inkml:brushProperty name="height" value="0.025" units="cm"/>
    </inkml:brush>
  </inkml:definitions>
  <inkml:trace contextRef="#ctx0" brushRef="#br0">341 1 2713,'0'0'19620,"-14"31"-18267,-81 188 684,78-179-1634,-64 172 51,79-205-640,0-1 0,-1 1 0,0-1 0,0 1 0,-1-1 0,0 0 0,0 0 0,0-1 0,-1 1 0,-8 7 0,6-7-1143,-1 0 1,1 0 0,-1-1-1,-13 7 1,-14 1-4665</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7.887"/>
    </inkml:context>
    <inkml:brush xml:id="br0">
      <inkml:brushProperty name="width" value="0.025" units="cm"/>
      <inkml:brushProperty name="height" value="0.025" units="cm"/>
    </inkml:brush>
  </inkml:definitions>
  <inkml:trace contextRef="#ctx0" brushRef="#br0">0 0 2905,'0'0'18322,"31"2"-17488,16 3-611,158 7 554,-32-12-434,-173 30-143,-1-24-175,1 0 1,-1 0 0,-1 0-1,1 0 1,-1 0-1,-3 8 1,2-8-276,1 1 0,0-1 0,0 1 0,0-1 0,1 1 0,-1 10 0,2 17-5145,0-24 79</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8.060"/>
    </inkml:context>
    <inkml:brush xml:id="br0">
      <inkml:brushProperty name="width" value="0.025" units="cm"/>
      <inkml:brushProperty name="height" value="0.025" units="cm"/>
    </inkml:brush>
  </inkml:definitions>
  <inkml:trace contextRef="#ctx0" brushRef="#br0">1 10 14699,'0'0'9554,"13"-9"-10330,-7 47-864,-6-6-2345,0-3-2489</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8.677"/>
    </inkml:context>
    <inkml:brush xml:id="br0">
      <inkml:brushProperty name="width" value="0.025" units="cm"/>
      <inkml:brushProperty name="height" value="0.025" units="cm"/>
    </inkml:brush>
  </inkml:definitions>
  <inkml:trace contextRef="#ctx0" brushRef="#br0">125 90 2961,'-22'1'10276,"2"2"-4684,-15 11-1525,32-12-4063,-1 1 0,1 0 0,0 0 0,0 0 0,0 0 0,0 0 0,0 1 1,1-1-1,-1 1 0,1 0 0,0 0 0,0 0 0,1 0 0,-1 0 0,1 0 0,-2 5 0,-1 41-33,4-49 26,-1 1-1,1-1 1,0 1-1,0-1 0,0 1 1,1-1-1,-1 1 1,0-1-1,0 1 1,1-1-1,-1 1 1,1-1-1,-1 1 1,1-1-1,0 0 1,0 1-1,-1-1 1,1 0-1,0 0 1,0 1-1,0-1 1,0 0-1,0 0 0,1 0 1,-1 0-1,2 1 1,5-1-11,-1-1 0,1 1 0,-1-2 0,1 1 0,-1-1 0,1 0 0,-1 0 0,0-1 1,1 0-1,-1 0 0,0-1 0,0 0 0,-1 0 0,1 0 0,-1-1 0,1 0 0,-1-1 0,0 1 0,10-12 0,-4 4-31,0-2-1,-1 0 0,-1 0 1,0-1-1,-1 0 0,0 0 0,9-26 1,-16 36 44,0 1 1,0-1-1,0 1 1,0 0 0,1 0-1,0 0 1,0 0-1,0 1 1,1-1-1,-1 1 1,1 0-1,0-1 1,-1 2 0,8-5-1,-8 6 8,-1 0 0,0 0 1,1 1-1,-1-1 0,1 1 0,-1-1 0,1 1 0,-1 0 0,1 0 0,-1 0 1,1 0-1,-1 0 0,1 1 0,-1-1 0,1 1 0,-1 0 0,0 0 1,1 0-1,-1 0 0,0 0 0,0 0 0,1 0 0,-1 1 0,0-1 1,0 1-1,-1 0 0,1-1 0,0 1 0,-1 0 0,3 3 0,3 5 114,-1 0-1,1 0 0,-2 1 0,1 0 0,-2 0 0,1 0 0,-2 1 0,1-1 0,-2 1 0,1 0 1,-2 0-1,0 0 0,0 0 0,-1 0 0,0 0 0,-1 0 0,-3 15 0,-1-14 56,1-14-65,4-1-134,0 0 1,0 0-1,0 1 1,0-1-1,0 0 1,1 0-1,-1 0 1,0 1-1,1-1 1,0 0-1,-1 0 1,1 1 0,0-1-1,1-2 1,9-11-86,1 0 1,1 1-1,1 1 1,-1-1-1,2 2 1,0 0-1,0 1 0,1 1 1,1 0-1,0 1 1,0 1-1,28-10 1,-44 18 161,0-1 0,0 1 0,-1 0 0,1 0 0,0-1 1,0 1-1,0 0 0,-1 0 0,1 0 0,0 0 0,0 0 0,0 0 0,-1 0 0,1 0 0,0 1 1,0-1-1,0 0 0,-1 0 0,1 1 0,0-1 0,0 0 0,-1 1 0,1-1 0,0 1 0,-1-1 1,1 1-1,0-1 0,-1 1 0,1-1 0,-1 1 0,1 0 0,-1-1 0,1 1 0,-1 0 0,0 0 1,1-1-1,-1 1 0,0 0 0,1 0 0,-1-1 0,0 1 0,0 1 0,2 48 223,-2-9-1884,14-2-2122,-5-16-1129,-2 3-4443</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9.163"/>
    </inkml:context>
    <inkml:brush xml:id="br0">
      <inkml:brushProperty name="width" value="0.025" units="cm"/>
      <inkml:brushProperty name="height" value="0.025" units="cm"/>
    </inkml:brush>
  </inkml:definitions>
  <inkml:trace contextRef="#ctx0" brushRef="#br0">479 15 288,'0'0'25791,"-9"-4"-25268,-1 1-467,1 1 0,0 0 0,-1 1 0,1 0 0,-1 0 1,1 1-1,-1 0 0,0 1 0,1 0 0,-1 0 0,1 1 0,0 1 1,-12 3-1,2 0-33,0 1 0,1 1 0,-1 1 0,2 0 0,-1 1 0,-17 15 0,33-25-56,1 1 0,-1 0 1,1 1-1,-1-1 1,1 0-1,0 0 0,-1 1 1,1-1-1,0 1 1,0-1-1,0 1 0,0-1 1,0 1-1,0 0 1,0-1-1,1 1 0,-1 0 1,1 0-1,-1-1 1,1 1-1,0 0 0,-1 0 1,1 0-1,0 0 1,0 0-1,0 0 1,1-1-1,-1 1 0,0 0 1,1 0-1,-1 0 1,1-1-1,0 1 0,-1 0 1,1 0-1,0-1 1,0 1-1,0-1 0,0 1 1,0-1-1,1 1 1,2 1-1,6 7-287,0-2 1,1 0-1,0 0 1,22 12-1,-14-10 156,-6-1 6,4 0-49,-1 2 0,20 17 0,-33-26 189,0 0 0,-1 0 0,0 0-1,1 0 1,-1 1 0,0-1 0,0 1-1,0 0 1,-1-1 0,1 1 0,-1 0-1,1 0 1,-1 0 0,0 0 0,0 0-1,-1 0 1,1 1 0,0-1 0,-1 0-1,0 0 1,0 6 0,-1-8 45,1 1 1,-1 0-1,0-1 0,0 1 0,0-1 1,0 1-1,0-1 0,0 1 1,0-1-1,0 0 0,-1 1 1,1-1-1,0 0 0,-1 0 1,1 0-1,-1 0 0,0 0 0,1 0 1,-4 0-1,-39 13 668,24-8-354,-91 20 906,79-20-1045,0 1-1,1 2 1,-54 22-1,111-28-5156,98-3-3826,-71 0 1926</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9:59.740"/>
    </inkml:context>
    <inkml:brush xml:id="br0">
      <inkml:brushProperty name="width" value="0.025" units="cm"/>
      <inkml:brushProperty name="height" value="0.025" units="cm"/>
    </inkml:brush>
  </inkml:definitions>
  <inkml:trace contextRef="#ctx0" brushRef="#br0">123 149 2969,'0'0'22404,"-12"-2"-21731,9 1-646,-1 0 0,1 0 0,-1 1 1,1-1-1,-1 1 0,0 0 1,1 0-1,-1 0 0,0 0 0,1 1 1,-1-1-1,1 1 0,-1 0 1,1 0-1,-1 1 0,1-1 0,0 0 1,0 1-1,0 0 0,-1 0 1,2 0-1,-1 0 0,0 1 1,0-1-1,1 1 0,-1-1 0,1 1 1,0 0-1,0 0 0,0 0 1,0 0-1,0 1 0,1-1 0,0 0 1,-1 1-1,1-1 0,0 1 1,1-1-1,-1 1 0,0 5 0,0-6-31,1 0 0,-1 1-1,1-1 1,0 1-1,0-1 1,0 1-1,1-1 1,-1 0 0,1 1-1,-1-1 1,1 0-1,0 1 1,1-1-1,1 4 1,-2-6-5,0 0 1,0 0-1,0 0 0,0 0 1,1 0-1,-1 0 0,0 0 1,1 0-1,-1 0 0,0-1 1,1 1-1,-1 0 0,1-1 1,-1 1-1,1-1 1,0 0-1,-1 1 0,1-1 1,-1 0-1,1 0 0,-1 0 1,1 0-1,0-1 0,-1 1 1,1 0-1,-1-1 0,1 1 1,-1 0-1,1-1 0,-1 0 1,1 1-1,1-2 0,1-1-12,0 1-1,-1-1 0,1 1 1,-1-1-1,1-1 1,-1 1-1,0 0 0,0-1 1,0 1-1,-1-1 0,1 0 1,-1 0-1,0 0 1,0 0-1,0 0 0,-1-1 1,2-6-1,1-2 7,-1 0 0,0 0 0,-1 0 0,0-22 0,-2 33 18,0 1 0,-1-1-1,1 0 1,0 0-1,1 1 1,-1-1 0,0 0-1,0 1 1,1-1 0,-1 0-1,1 1 1,0-1-1,-1 0 1,1 1 0,0-1-1,0 1 1,0-1 0,0 1-1,0 0 1,0-1-1,0 1 1,0 0 0,1 0-1,2-2 1,-2 2 0,0 1 0,1 0 1,-1-1-1,0 1 0,1 0 0,-1 0 0,0 1 0,1-1 1,-1 0-1,0 1 0,0-1 0,1 1 0,-1 0 1,0 0-1,0 0 0,0 0 0,0 0 0,0 0 0,3 3 1,6 5-6,0 1 0,-1 0 0,0 0 1,0 1-1,-2 1 0,1-1 0,11 22 0,-2-4 1,-7-14 196,-16-25 198,-5-12-76,7 15-284,1 1 0,0-1 0,0 0 0,0 0 0,1 0 0,0 0 0,0 0 0,1 0 0,0 0 0,0 0 1,1 0-1,0 0 0,0 0 0,1 0 0,-1 0 0,2 1 0,-1-1 0,1 0 0,0 1 0,0 0 0,0 0 0,1 0 0,0 0 0,1 0 0,-1 1 0,1 0 0,0 0 0,0 0 0,10-6 0,-10 8-208,1 0-1,0 0 1,0 1-1,0 0 1,0 0-1,1 1 1,-1 0-1,0 0 1,9 0-1,32 3-6520,-28 1 1008</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0.037"/>
    </inkml:context>
    <inkml:brush xml:id="br0">
      <inkml:brushProperty name="width" value="0.025" units="cm"/>
      <inkml:brushProperty name="height" value="0.025" units="cm"/>
    </inkml:brush>
  </inkml:definitions>
  <inkml:trace contextRef="#ctx0" brushRef="#br0">266 0 11282,'0'0'14525,"-26"28"-13348,-81 91-346,94-105-727,1 1 1,0 0-1,1 1 0,1 0 0,0 1 0,2 0 0,0 0 1,-11 33-1,13-32-92,0 0-57,1 0 0,1 1 0,-3 28 0,6-36-536,1 0 1,0 0 0,0 0-1,3 11 1,-3-21 435,0 0-1,1 0 1,-1 0 0,1 0 0,-1 0 0,1 1-1,-1-1 1,1-1 0,0 1 0,0 0-1,-1 0 1,1 0 0,0 0 0,0 0 0,0-1-1,0 1 1,0 0 0,0-1 0,0 1 0,0-1-1,0 1 1,0-1 0,0 1 0,0-1-1,1 0 1,0 1 0,36 1-4587,-30-2 2691,24 0-7083</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0.237"/>
    </inkml:context>
    <inkml:brush xml:id="br0">
      <inkml:brushProperty name="width" value="0.025" units="cm"/>
      <inkml:brushProperty name="height" value="0.025" units="cm"/>
    </inkml:brush>
  </inkml:definitions>
  <inkml:trace contextRef="#ctx0" brushRef="#br0">1 4 7882,'0'0'14083,"173"-4"-13715,-90 8-368,33 5-656,-20 1-4033,-6-10-6762</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0.679"/>
    </inkml:context>
    <inkml:brush xml:id="br0">
      <inkml:brushProperty name="width" value="0.025" units="cm"/>
      <inkml:brushProperty name="height" value="0.025" units="cm"/>
    </inkml:brush>
  </inkml:definitions>
  <inkml:trace contextRef="#ctx0" brushRef="#br0">545 36 368,'0'0'25908,"-12"-6"-25030,-4 0-818,0 0 0,0 1 0,-1 1 0,0 1 0,1 1 0,-1 0 1,0 1-1,0 1 0,0 0 0,0 1 0,0 1 0,-21 5 0,29-5-64,1 1 0,-1 0 1,0 0-1,1 0 0,0 1 0,0 1 0,0 0 0,0 0 0,1 0 0,-1 1 0,-11 12 0,17-15-66,0-1-1,0 1 1,0 0-1,0 0 1,1 0-1,-1 0 1,1 0-1,0 0 1,0 0-1,0 0 1,0 1 0,0-1-1,1 0 1,-1 1-1,1-1 1,0 1-1,0-1 1,1 0-1,-1 1 1,0-1-1,1 0 1,0 1-1,0-1 1,0 0-1,0 0 1,1 0-1,-1 0 1,1 0-1,0 0 1,0 0-1,0 0 1,0-1-1,0 1 1,5 3-1,17 18-866,2-1 0,55 38 0,-55-43 242,0 1 0,-2 1 0,40 41 0,-61-57 643,0-1 0,-1 1 1,1-1-1,-1 1 0,0 0 1,-1-1-1,1 1 1,2 9-1,-4-12 95,0 0 0,1 0 0,-1 0 0,0 0 0,0 0 1,0 0-1,0 0 0,0 0 0,-1 1 0,1-1 0,0 0 0,0 0 0,-1 0 0,1 0 0,0 0 1,-1 0-1,1 0 0,-1 0 0,0 0 0,1 0 0,-1-1 0,0 1 0,1 0 0,-1 0 0,0 0 1,0-1-1,0 1 0,0 0 0,0-1 0,0 1 0,0-1 0,0 1 0,0-1 0,0 0 0,0 1 1,0-1-1,0 0 0,-2 1 0,-51 7 1306,-1-1-1,-66-1 1,-55 5-1376,156-10-398,-4 1-1146,10 2-3608</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0.910"/>
    </inkml:context>
    <inkml:brush xml:id="br0">
      <inkml:brushProperty name="width" value="0.025" units="cm"/>
      <inkml:brushProperty name="height" value="0.025" units="cm"/>
    </inkml:brush>
  </inkml:definitions>
  <inkml:trace contextRef="#ctx0" brushRef="#br0">347 1 2721,'0'0'20684,"-135"154"-18692,109-103-711,1 3-433,5-2-440,7-7-320,1 3-8,-1-10-80,0 1-40,0-4-432,0-6-624,-6 0-1049,0-10-1616,-7-6-3296</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1.358"/>
    </inkml:context>
    <inkml:brush xml:id="br0">
      <inkml:brushProperty name="width" value="0.025" units="cm"/>
      <inkml:brushProperty name="height" value="0.025" units="cm"/>
    </inkml:brush>
  </inkml:definitions>
  <inkml:trace contextRef="#ctx0" brushRef="#br0">0 139 2617,'0'0'15350,"28"-10"-13126,91-31-401,-107 38-1605,0 0-1,0 0 1,1 1 0,0 0-1,-1 2 1,1-1-1,0 1 1,20 3 0,-15-1-65,-14-1-128,0-1 0,0 1-1,0 0 1,-1 0 0,1 1-1,0-1 1,-1 1-1,1-1 1,-1 1 0,1 0-1,-1 1 1,0-1 0,0 0-1,0 1 1,0 0-1,-1-1 1,1 1 0,-1 0-1,1 1 1,2 5 0,2 5 19,0 1 1,-1-1 0,7 30 0,7 15 1,-11-41-352,0-1 1801,-6-42-26,-3 9-1316,1 0-1,0 0 1,2 1-1,-1-1 0,2 1 1,0-1-1,8-16 1,-8 22-144,0 1 1,1 1 0,0-1 0,1 1 0,-1 0-1,2 0 1,-1 1 0,1 0 0,0 0-1,0 0 1,1 1 0,0 0 0,9-5 0,-4 5-409,0 1 0,1 1 0,0 0 0,0 0 0,0 2 0,0 0 0,0 0 0,1 1 1,-1 1-1,28 3 0,20-2-3291,-5-4-1641</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1.861"/>
    </inkml:context>
    <inkml:brush xml:id="br0">
      <inkml:brushProperty name="width" value="0.025" units="cm"/>
      <inkml:brushProperty name="height" value="0.025" units="cm"/>
    </inkml:brush>
  </inkml:definitions>
  <inkml:trace contextRef="#ctx0" brushRef="#br0">225 63 3601,'0'0'16834,"5"-10"-14636,0 2-2002,-4 6-83,0 0 1,0 1-1,0-1 1,0 0-1,0 0 1,0 0-1,-1 1 1,1-1-1,-1 0 1,1 0-1,-1 0 1,0 0-1,0 0 1,1-3-1,-3 4-51,1 0-1,0 0 1,0 0 0,-1-1-1,1 1 1,0 0-1,-1 1 1,1-1-1,-1 0 1,0 0 0,1 1-1,-1-1 1,1 1-1,-1-1 1,0 1 0,0 0-1,1-1 1,-1 1-1,0 0 1,1 0 0,-1 0-1,0 1 1,1-1-1,-3 1 1,-11-1 24,0 0-1,0 1 1,0 1 0,0 0-1,1 1 1,-1 1 0,-15 6-1,26-9-84,0 1 0,-1 0 0,1 1-1,0-1 1,0 1 0,1 0 0,-1 0 0,0 0-1,1 0 1,0 1 0,0-1 0,0 1 0,0 0-1,0 0 1,1 0 0,0 0 0,0 0 0,0 1-1,0-1 1,1 1 0,0-1 0,0 1 0,0-1-1,0 1 1,1 0 0,-1 8 0,2-12-10,-1 0 0,0 0 1,0 0-1,1 0 1,-1-1-1,0 1 0,1 0 1,-1 0-1,1 0 0,0 0 1,-1 0-1,1-1 1,0 1-1,-1 0 0,1 0 1,0-1-1,0 1 0,-1 0 1,1-1-1,0 1 1,0-1-1,0 0 0,0 1 1,0-1-1,0 1 0,0-1 1,0 0-1,0 0 1,0 0-1,0 0 0,0 0 1,1 0-1,43 1-175,-31-2 117,6 2-3,-11 0 27,1-1 0,-1 1 0,1-2 0,-1 1 0,0-1 0,1 0 1,-1-1-1,0 0 0,0-1 0,0 0 0,0 0 0,0-1 0,-1 0 0,16-10 0,-13-3 1927,-10 18-717,2 15-1649,0-7-78,0 0-1,1-1 1,0 1 0,1-1 0,0 0 0,0 0 0,1 0 0,6 7 0,4 5-4076,-3-3-2005</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2.517"/>
    </inkml:context>
    <inkml:brush xml:id="br0">
      <inkml:brushProperty name="width" value="0.025" units="cm"/>
      <inkml:brushProperty name="height" value="0.025" units="cm"/>
    </inkml:brush>
  </inkml:definitions>
  <inkml:trace contextRef="#ctx0" brushRef="#br0">193 13 2881,'0'0'6469,"24"-6"2901,-22-1-5128,-3 16-3292,1 6-882,-2 0 1,0 0-1,0 0 0,-2 0 1,0-1-1,-9 25 0,-47 82 226,14-30 43,31-59-480,1 1 0,2 0 0,1 0 0,2 1-1,1 1 1,2-1 0,-4 69 0,12-102 11,1 1 1,-1-1 0,0 0 0,1 0-1,-1 0 1,1 0 0,-1 0-1,1-1 1,-1 1 0,1-1-1,0 0 1,-1 0 0,6 0-1,-7 0 72,2 0-79,17 2-1569,-1-1 1,0-1-1,31-4 0,-22-7-3953</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2.729"/>
    </inkml:context>
    <inkml:brush xml:id="br0">
      <inkml:brushProperty name="width" value="0.025" units="cm"/>
      <inkml:brushProperty name="height" value="0.025" units="cm"/>
    </inkml:brush>
  </inkml:definitions>
  <inkml:trace contextRef="#ctx0" brushRef="#br0">1 0 1504,'0'0'20245,"134"0"-19349,-95 0-384,-7 0-320,6 0-192,-5 7 0,-1 6-1256,0-4-2665,-19-2-3801</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3.135"/>
    </inkml:context>
    <inkml:brush xml:id="br0">
      <inkml:brushProperty name="width" value="0.025" units="cm"/>
      <inkml:brushProperty name="height" value="0.025" units="cm"/>
    </inkml:brush>
  </inkml:definitions>
  <inkml:trace contextRef="#ctx0" brushRef="#br0">1 97 3121,'0'0'16978,"11"4"-15863,6 2-814,6 3 10,0-1 1,1-1-1,-1-1 1,1-1-1,28 1 1,-51-6-328,0 0 0,0-1 0,0 1 1,-1-1-1,1 1 0,0-1 0,0 0 0,0 1 1,0-1-1,-1 0 0,1 0 0,0 1 1,-1-1-1,1 0 0,0 0 0,-1 0 1,1 0-1,-1 0 0,1 0 0,-1 0 0,0 0 1,1 0-1,-1 0 0,0 0 0,0 0 1,0 0-1,0 0 0,0 0 0,0 0 0,0-2 1,-1-44-280,1 35 264,-1 9 88,1 0 1,-1 0 0,0 0-1,0 0 1,0 0 0,0 0-1,-1 1 1,1-1-1,-1 0 1,0 1 0,0-1-1,0 1 1,0-1 0,0 1-1,0 0 1,0 0-1,-1 0 1,1 0 0,-1 1-1,0-1 1,1 0-1,-1 1 1,0 0 0,0 0-1,0 0 1,0 0 0,0 0-1,-5 0 1,6 2-51,1-1 0,-1 1 1,1 0-1,0 0 0,-1 0 0,1 0 1,0 1-1,0-1 0,0 0 1,0 0-1,0 1 0,0-1 0,0 1 1,0-1-1,1 1 0,-1-1 0,0 1 1,1-1-1,-1 3 0,-11 34-16,9-21-322,0 0 1,0 34-1,2-47-139,1 1 0,0-1 1,1 1-1,-1 0 0,1-1 0,0 1 0,0-1 1,0 1-1,1-1 0,-1 0 0,1 1 1,0-1-1,1 0 0,-1 0 0,5 6 0,18 8-5939</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3.676"/>
    </inkml:context>
    <inkml:brush xml:id="br0">
      <inkml:brushProperty name="width" value="0.025" units="cm"/>
      <inkml:brushProperty name="height" value="0.025" units="cm"/>
    </inkml:brush>
  </inkml:definitions>
  <inkml:trace contextRef="#ctx0" brushRef="#br0">552 17 280,'0'0'19546,"-20"-4"-19146,-65-8-190,83 12-204,-1 0 0,1 0 0,-1 0 0,1 1 0,-1-1 0,1 1 0,-1-1 0,1 1-1,0 0 1,-1 0 0,1 0 0,0 0 0,0 0 0,0 1 0,0-1 0,0 1 0,0-1-1,0 1 1,0 0 0,0 0 0,1 0 0,-1 0 0,1 0 0,0 0 0,-1 0 0,0 3 0,-2 1-4,-1 2-103,0 0 0,0 0 1,1 0-1,0 0 0,1 1 1,-1 0-1,2 0 0,-1-1 1,1 2-1,1-1 0,-1 12 0,2-20 16,1 0 0,0 0-1,-1 0 1,1 0 0,0-1-1,0 1 1,0 0 0,-1 0-1,1-1 1,0 1 0,0-1-1,0 1 1,0-1 0,0 1-1,0-1 1,1 1 0,-1-1-1,0 0 1,0 0 0,0 0-1,0 1 1,0-1-1,0 0 1,1 0 0,-1-1-1,0 1 1,2 0 0,37-3-1209,-40 3 1266,6-1-193,0 0-1,0-1 1,0 1 0,-1-1-1,1-1 1,-1 1 0,1-1-1,-1 0 1,0 0 0,0-1 0,0 1-1,0-1 1,-1 0 0,8-9-1,-2 1 511,0-1 0,-1 0 0,0-1 0,7-17 0,-25 58 2680,-6 18-2941,-22 50 793,-28 113 1,19-57-360,43-140-442,-3 7-13,0-1-1,-17 33 1,22-47 13,-1 1 1,0-1-1,0 0 1,0 0-1,0 0 1,-1 0-1,1 0 1,-1-1 0,0 1-1,0-1 1,1 0-1,-2 0 1,1 0-1,0 0 1,0 0-1,-1 0 1,1-1-1,-1 0 1,1 0-1,-1 0 1,-4 1-1,-1-2 195,-1 0 0,1 0-1,0-1 1,-1 0 0,1-1 0,0 0-1,-1 0 1,1-1 0,0 0 0,1-1-1,-1 0 1,-13-9 0,5 1 216,1-1-1,0 0 1,0-2 0,-23-28-1,34 37-554,-1 0 0,2 0-1,-1 0 1,1-1 0,-1 1-1,2-1 1,-1 0 0,1 0 0,-3-10-1,7 16-267,-1 0 0,1 0 0,0 1 0,-1-1 0,1 0 0,0 0 0,0 0 1,-1 0-1,1 1 0,0-1 0,0 0 0,0 1 0,0-1 0,0 1 0,0-1 0,0 1 0,0-1 0,0 1 0,1 0 0,1-1 0,2-1-1755,14-7-7212</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3.999"/>
    </inkml:context>
    <inkml:brush xml:id="br0">
      <inkml:brushProperty name="width" value="0.025" units="cm"/>
      <inkml:brushProperty name="height" value="0.025" units="cm"/>
    </inkml:brush>
  </inkml:definitions>
  <inkml:trace contextRef="#ctx0" brushRef="#br0">0 1 368,'0'0'20726,"7"0"-19493,-2 0-1102,-2 0-42,0 0 0,0 0-1,-1 0 1,1 0 0,0 0 0,0 0-1,-1 1 1,1-1 0,0 1-1,-1 0 1,1 0 0,-1 0 0,1 0-1,-1 0 1,1 1 0,-1-1-1,0 1 1,4 3 0,13 15-5,-7-9-204,-1 0 0,-1 0 0,0 1 1,-1 1-1,0-1 0,-1 2 1,0-1-1,10 26 0,-17-18-6668</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04.361"/>
    </inkml:context>
    <inkml:brush xml:id="br0">
      <inkml:brushProperty name="width" value="0.025" units="cm"/>
      <inkml:brushProperty name="height" value="0.025" units="cm"/>
    </inkml:brush>
  </inkml:definitions>
  <inkml:trace contextRef="#ctx0" brushRef="#br0">566 1 2513,'0'0'17015,"-10"18"-15896,10-17-1112,-18 32 381,2 0 0,1 1 0,2 0-1,1 1 1,-11 62 0,20-68-292,2 0 0,0 0 0,3-1 0,0 1 0,2 0 0,0-1 0,3 0 0,14 44 0,-14-53-83,-3-10 6,-1 0 1,0 0 0,0 1 0,-1-1-1,0 1 1,1 14 0,-32-23 597,0-3-53,-1-1-1,1-1 1,-45-13-1,43 9-585,0 1 0,0 1-1,-54-1 1,72 7-305,-75 4-6568,38 8-1259</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29.393"/>
    </inkml:context>
    <inkml:brush xml:id="br0">
      <inkml:brushProperty name="width" value="0.025" units="cm"/>
      <inkml:brushProperty name="height" value="0.025" units="cm"/>
    </inkml:brush>
  </inkml:definitions>
  <inkml:trace contextRef="#ctx0" brushRef="#br0">379 26 1712,'0'0'11241,"4"-4"-9387,13-13-145,-12 12 2307,-6 10-3524,-4 7-250,-1 1 0,0-1 0,0-1 0,-1 1 0,-17 20 0,-10 17 119,-20 49-125,33-56-566,-3-2 1,-46 64 0,62-96-389,0-1 1,0 0-1,-1 0 1,0-1-1,0 0 1,0-1-1,-1 0 1,0 0-1,-14 4 1,20-7 313,-35 12-4076</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0.039"/>
    </inkml:context>
    <inkml:brush xml:id="br0">
      <inkml:brushProperty name="width" value="0.025" units="cm"/>
      <inkml:brushProperty name="height" value="0.025" units="cm"/>
    </inkml:brush>
  </inkml:definitions>
  <inkml:trace contextRef="#ctx0" brushRef="#br0">1 322 7786,'0'0'2991,"32"-6"-468,365-47 2978,-305 42-4766,316-51 634,-347 49-1351,-1-3 0,-1-2 1,0-4-1,86-43 0,-136 60 52,-6 4-34,0 0 0,0 0 0,0 0-1,0-1 1,0 1 0,-1-1 0,1 0 0,-1 0-1,1 0 1,-1 0 0,1 0 0,-1 0 0,0-1 0,0 1-1,0-1 1,-1 0 0,1 1 0,0-1 0,-1 0-1,0 0 1,2-4 0,-19 7 532,8 1-538,1-1 1,0 2-1,0-1 0,0 1 0,0 0 1,0 0-1,0 1 0,-10 6 1,-56 36-15,43-25 23,-49 33 2,-123 105 0,157-117-36,2 3 0,2 1 0,-61 87 0,98-127-12,0 1 0,0 0 1,1 0-1,0 1 1,0-1-1,0 1 1,1-1-1,0 1 1,0 0-1,1 0 0,-1 7 1,2-13-2,3 0-6,0 0 0,0-1 0,0 1 1,0-1-1,0 1 0,0-1 0,0 0 1,0 0-1,0 0 0,0-1 0,0 1 0,1-1 1,-1 0-1,0 0 0,-1 0 0,1 0 0,3-2 1,3-1-144,0 0-1,-1-1 1,0 0 0,10-9 0,58-60-337,-75 73 510,-3 43 313,1-24-336,1-1 0,0 1 0,4 23 0,-4-39-137,1-1 1,-1 0 0,1 0-1,0 0 1,-1 0-1,1 0 1,0 0-1,0 0 1,-1 0-1,1-1 1,0 1-1,0 0 1,0 0 0,0-1-1,0 1 1,0 0-1,0-1 1,1 1-1,-1-1 1,0 0-1,0 1 1,0-1-1,0 0 1,1 0 0,-1 1-1,0-1 1,0 0-1,0 0 1,1 0-1,-1-1 1,0 1-1,2 0 1,-1 0-594,6 0-4136</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0.442"/>
    </inkml:context>
    <inkml:brush xml:id="br0">
      <inkml:brushProperty name="width" value="0.025" units="cm"/>
      <inkml:brushProperty name="height" value="0.025" units="cm"/>
    </inkml:brush>
  </inkml:definitions>
  <inkml:trace contextRef="#ctx0" brushRef="#br0">1 27 3529,'0'0'13416,"16"8"-12765,-7-3-584,4 3 62,1-1 0,0-1 0,1 0 1,0-1-1,-1 0 0,2-2 0,-1 1 0,16 0 0,-26-3-116,1-1-1,-1 0 1,1-1-1,-1 1 1,1-1-1,-1 0 1,1 0-1,8-4 1,-13 4 3,1 0 0,0-1 0,-1 1 0,1-1 0,-1 0 0,1 0 0,-1 1 0,0-1 0,0 0 0,0 0 0,0 0 0,0 0 0,0 0 0,0 0 0,-1-1 0,1 1 0,-1 0 0,0 0 0,1 0-1,-1-1 1,0 1 0,0 0 0,-1-4 0,1 4 11,-1 1-1,1 0 1,-1-1-1,1 1 0,-1 0 1,0-1-1,1 1 0,-1 0 1,0 0-1,0-1 1,0 1-1,0 0 0,0 0 1,0 0-1,0 0 1,0 0-1,0 1 0,-1-1 1,1 0-1,0 1 0,-1-1 1,1 0-1,0 1 1,-1-1-1,1 1 0,-1 0 1,1 0-1,0-1 0,-1 1 1,1 0-1,-2 0 1,-58-2 451,48 2-207,11 0-215,-1 0 0,1 0 1,0 0-1,0 0 0,0 0 0,0 1 0,-1-1 1,1 1-1,0-1 0,0 1 0,0 0 0,0-1 0,0 1 1,0 0-1,0 1 0,1-1 0,-1 0 0,0 0 1,-1 2-1,0 1 11,1 0 0,0 1 1,0-1-1,1 0 0,-1 0 1,1 1-1,0-1 1,-1 7-1,-1 10 26,0 1 0,2 0 0,1 25 0,1-17-90,-2-27-43,1-1 1,0 0-1,1 1 1,-1-1 0,0 0-1,1 0 1,-1 0 0,1 1-1,-1-1 1,1 0-1,0 0 1,0 0 0,0 0-1,0 0 1,0 0-1,1 0 1,-1-1 0,1 1-1,-1 0 1,1-1 0,-1 1-1,1-1 1,0 1-1,0-1 1,0 0 0,0 0-1,0 0 1,0 0 0,0 0-1,4 1 1,4 0-680,1 0-1,0-1 1,0-1 0,0 1 0,15-3 0,2 1-2147,36 1-7335</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1.002"/>
    </inkml:context>
    <inkml:brush xml:id="br0">
      <inkml:brushProperty name="width" value="0.025" units="cm"/>
      <inkml:brushProperty name="height" value="0.025" units="cm"/>
    </inkml:brush>
  </inkml:definitions>
  <inkml:trace contextRef="#ctx0" brushRef="#br0">302 46 3225,'0'0'14491,"1"-7"-12967,0 5-1474,-1 1 0,1 0 1,-1 0-1,0 0 0,0 0 0,0-1 0,0 1 1,0 0-1,0 0 0,0 0 0,0 0 0,0-1 0,-1 1 1,1 0-1,0 0 0,-1 0 0,1 0 0,-1 0 1,1 0-1,-1 0 0,1 0 0,-1 0 0,0 0 0,0 0 1,1 0-1,-1 0 0,0 0 0,0 1 0,0-1 1,0 0-1,-1 0 0,-3 0 86,-1-1 0,1 2-1,0-1 1,-1 0 0,1 1 0,-10 1 0,-1-1-78,13 0-41,0 0-1,0 0 0,1 0 0,-1 0 1,0 1-1,0-1 0,1 1 0,-1 0 1,1 0-1,-1 0 0,1 0 1,-1 0-1,1 0 0,-1 1 0,1-1 1,0 1-1,0 0 0,0 0 0,0 0 1,0-1-1,0 2 0,-1 1 0,2-2-23,0 0-1,0 0 0,0 1 0,1-1 0,-1 0 0,1 0 0,0 1 0,-1-1 1,1 0-1,0 0 0,0 1 0,1-1 0,-1 0 0,0 0 0,1 1 0,-1-1 1,1 0-1,0 0 0,0 0 0,0 0 0,0 0 0,0 0 0,0 0 0,1 0 0,-1 0 1,2 2-1,6 6-156,-3-4 50,-1 1 0,0 0-1,0 0 1,0 0 0,4 11-1,-8-16 113,-1-1 0,1 1 0,-1-1 0,1 1 0,-1 0 1,0-1-1,0 1 0,1-1 0,-1 1 0,0 0 0,-1-1 0,1 1 0,0-1 0,0 1 0,-1 0 0,1-1 0,-1 1 0,1-1 0,-1 1 0,0-1 0,1 0 0,-1 1 0,0-1 1,0 0-1,0 1 0,0-1 0,0 0 0,0 0 0,-1 0 0,1 0 0,0 0 0,0 0 0,-1 0 0,-2 1 0,-13 6 130,-1 0 0,0-1 1,-36 8-1,33-10-265,0 1 1,-33 15 0,53-20-955,10-4-5750,14-7 1660</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1.140"/>
    </inkml:context>
    <inkml:brush xml:id="br0">
      <inkml:brushProperty name="width" value="0.025" units="cm"/>
      <inkml:brushProperty name="height" value="0.025" units="cm"/>
    </inkml:brush>
  </inkml:definitions>
  <inkml:trace contextRef="#ctx0" brushRef="#br0">0 0 9690</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1.564"/>
    </inkml:context>
    <inkml:brush xml:id="br0">
      <inkml:brushProperty name="width" value="0.025" units="cm"/>
      <inkml:brushProperty name="height" value="0.025" units="cm"/>
    </inkml:brush>
  </inkml:definitions>
  <inkml:trace contextRef="#ctx0" brushRef="#br0">0 116 9690,'49'3'1547,"37"3"13,-63-4 401,-21 0-280,-7-1 620,1-1-2108,0 1 0,0 0 0,0 0 0,-1 1 0,1-1 0,0 1 0,0-1 0,1 1 0,-1 1 0,0-1 0,1 0-1,-1 1 1,1 0 0,0 0 0,0 0 0,0 0 0,0 0 0,0 1 0,1-1 0,0 1 0,-3 5 0,1 0-124,1 0 0,0 0 0,0 0 0,1 0-1,1 0 1,-1 1 0,2-1 0,-1 14 0,1-23-74,1 1 0,-1-1 0,0 1 0,0-1 0,1 1 0,-1-1 0,1 1-1,-1-1 1,0 1 0,1-1 0,-1 1 0,1-1 0,-1 0 0,1 1 0,-1-1 0,1 0 0,-1 0 0,1 1 0,-1-1 0,1 0-1,-1 0 1,1 0 0,0 0 0,-1 1 0,1-1 0,-1 0 0,1 0 0,0 0 0,-1 0 0,1 0 0,-1-1 0,2 1 0,22-6-573,-17-1 466,0-1 0,0 1 0,-1-1 0,1-1 0,-2 1 0,1-1 0,-2 0 0,1 0 0,5-16 0,-5 11-62,1 1-1,0 1 1,1-1 0,1 1 0,9-12 0,-16 23 166,0-1 0,1 1 0,-1-1 0,0 1 0,1 0 0,-1-1-1,1 1 1,-1 0 0,1 0 0,0 0 0,-1 0 0,1 0 0,0 1 0,0-1 0,0 0 0,-1 1-1,1-1 1,0 1 0,3 0 0,-3 0 13,0 0 1,-1 1-1,1 0 0,-1-1 1,1 1-1,-1 0 0,1 0 1,-1-1-1,0 1 0,1 0 1,-1 1-1,0-1 0,0 0 1,0 0-1,1 0 0,-1 1 1,-1-1-1,2 2 0,5 10 154,-1 0 0,0 1 0,-2-1-1,6 21 1,-1-4 382,-9-30-541,8 20 787,-8-27 257,-2-21-958,2 16-85,0 0 0,1 0-1,0 1 1,1-1 0,1 0-1,-1 1 1,2-1 0,0 1-1,0 0 1,1 0 0,0 1-1,1-1 1,0 1 0,0 0-1,16-16 1,-6 21-6121,-14 6 4604</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1.833"/>
    </inkml:context>
    <inkml:brush xml:id="br0">
      <inkml:brushProperty name="width" value="0.025" units="cm"/>
      <inkml:brushProperty name="height" value="0.025" units="cm"/>
    </inkml:brush>
  </inkml:definitions>
  <inkml:trace contextRef="#ctx0" brushRef="#br0">270 1 10922,'0'0'8740,"-17"25"-6788,-4 5-1433,2-3 59,0 1-1,2 1 1,-23 54 0,6 9 879,-23 99 0,32-100-1544,25-91 34,0 0 0,0 0 0,0 0 1,0 1-1,1-1 0,-1 0 0,0 0 0,0 0 0,0 0 0,0 1 0,0-1 0,0 0 0,0 0 0,0 0 1,0 0-1,0 1 0,0-1 0,0 0 0,0 0 0,0 0 0,-1 0 0,1 1 0,0-1 0,0 0 1,0 0-1,0 0 0,0 0 0,0 0 0,0 1 0,0-1 0,0 0 0,-1 0 0,1 0 0,0 0 0,0 0 1,0 0-1,0 0 0,0 0 0,-1 1 0,1-1 0,0 0 0,0 0 0,0 0 0,0 0 0,0 0 1,-1 0-1,1 0 0,0 0 0,0 0 0,0 0 0,0 0 0,-1 0 0,1 0 0,0 0 0,0 0 0,0 0 1,0 0-1,-1 0 0,1-1 0,0 1 0,-5-14-2332,0-26-3124,0 3-335</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2.221"/>
    </inkml:context>
    <inkml:brush xml:id="br0">
      <inkml:brushProperty name="width" value="0.025" units="cm"/>
      <inkml:brushProperty name="height" value="0.025" units="cm"/>
    </inkml:brush>
  </inkml:definitions>
  <inkml:trace contextRef="#ctx0" brushRef="#br0">0 1 624,'0'0'19936,"31"18"-18810,102 59-366,-113-66-677,0 1-1,1-2 1,1-1-1,0-1 1,0-1-1,0 0 1,1-2-1,25 3 1,39-4-37,-71-4-3,-15 0-37,0-1-1,0 1 1,-1-1-1,1 0 0,0 0 1,0 0-1,0 1 0,-1-1 1,1 0-1,0 0 1,-1 0-1,1 0 0,-1 0 1,1 0-1,-1 0 1,0 0-1,1 0 0,-1 0 1,0 0-1,0 0 1,0-1-1,1 1 0,-1 0 1,0 0-1,-1-1 1,3-36 50,-2 35-47,0 0 3,0 1 0,0-1 0,-1 0 0,1 1 0,0 0 0,-1-1 0,0 1 0,0-1-1,1 1 1,-1 0 0,-1-1 0,1 1 0,0 0 0,0 0 0,-1 0 0,1 0 0,-1 0 0,0 0 0,0 0 0,0 1 0,0-1 0,0 1 0,0-1 0,0 1 0,0 0 0,0 0 0,-1 0 0,1 0 0,0 0 0,-1 0 0,1 0 0,-1 1 0,1 0 0,-5-1 0,2 1 2,1 0 1,0 0-1,0 0 0,0 0 1,-1 1-1,1 0 0,0 0 1,0 0-1,0 0 0,0 1 1,0-1-1,0 1 0,1 0 1,-1 0-1,1 1 0,-1-1 1,1 1-1,0-1 0,0 1 1,-4 5-1,3-2-10,0 0 1,1 0-1,0 0 1,0 1-1,1 0 0,-1-1 1,1 1-1,1 0 1,-1 0-1,1 0 1,0 8-1,1-11-195,0 0 0,1 0 0,-1 0 0,1 0 0,0 0 0,0 0 0,0 0 0,0-1 0,2 5 0,-1-5-194,-1-1 1,0 0 0,1 0-1,-1 0 1,1 0-1,0 0 1,0 0 0,-1-1-1,1 1 1,0-1 0,0 1-1,1-1 1,-1 0 0,0 0-1,3 2 1,21 4-5139</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32.763"/>
    </inkml:context>
    <inkml:brush xml:id="br0">
      <inkml:brushProperty name="width" value="0.025" units="cm"/>
      <inkml:brushProperty name="height" value="0.025" units="cm"/>
    </inkml:brush>
  </inkml:definitions>
  <inkml:trace contextRef="#ctx0" brushRef="#br0">257 610 10722,'0'0'10972,"-21"-14"-10353,-69-44-198,86 55-381,0 1 0,0 0 0,0 0 0,0 0 0,0 1 1,0-1-1,0 1 0,-1 0 0,1 0 0,0 0 0,-1 1 0,1 0 0,-1 0 0,1 0 0,0 0 0,-1 0 0,1 1 0,-7 2 0,5-2 27,3 0-51,1-1 0,-1 1 0,1 0 0,-1 0-1,1 0 1,0 1 0,-1-1 0,1 1 0,0-1 0,0 1-1,0 0 1,0-1 0,0 1 0,1 0 0,-1 0-1,0 0 1,1 1 0,0-1 0,-1 0 0,1 0-1,0 1 1,0-1 0,0 1 0,0 3 0,-1 4-4,0 1 0,0 0 0,1-1 0,1 16 0,0-25-12,0-1 0,1 1 0,-1 0 0,0-1-1,1 1 1,-1-1 0,0 1 0,1-1-1,-1 1 1,0-1 0,1 1-1,-1-1 1,1 1 0,-1-1 0,1 1-1,0-1 1,-1 1 0,1-1 0,-1 0-1,1 0 1,0 1 0,-1-1 0,1 0-1,-1 0 1,1 0 0,0 1-1,-1-1 1,1 0 0,0 0 0,-1 0-1,2 0 1,27 0-70,-22 0 26,11-1-192,1-1 0,0-1 0,-1-1 0,1 0 1,-1-1-1,0-1 0,-1-1 0,26-13 0,3-5-894,77-56-1,-94 59 868,-1 0 1,0-2-1,-2-1 0,-1-1 1,-1-1-1,25-39 0,-36 47 437,-2-2-1,0 1 0,-1-1 1,8-28-1,-12 28 592,-1 0 0,-1 0 0,0 0 0,-2 0 0,0-24 0,-2 44 185,0 3-443,-1 5-426,-1-1 0,1 1 1,-1 0-1,-1-1 0,1 1 1,-1-1-1,0 0 0,-1 0 1,-4 6-1,-8 17 210,-6 24 31,1 2 0,4 0 1,1 1-1,4 1 0,-10 90 1,20-134 76,2-11-666,-1 1 1,1-1 0,-1 1-1,1-1 1,0 1 0,0-1-1,0 1 1,0-1 0,1 1 0,-1-1-1,2 5 1,-1-6 34,0 0 1,1 0-1,-1 0 0,0 0 1,1-1-1,-1 1 1,1 0-1,-1 0 0,1-1 1,-1 1-1,1-1 1,0 0-1,-1 1 0,1-1 1,0 0-1,-1 0 1,1 0-1,-1 0 0,1 0 1,2-1-1,36 1-5398,4 0-2751</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50.610"/>
    </inkml:context>
    <inkml:brush xml:id="br0">
      <inkml:brushProperty name="width" value="0.025" units="cm"/>
      <inkml:brushProperty name="height" value="0.025" units="cm"/>
    </inkml:brush>
  </inkml:definitions>
  <inkml:trace contextRef="#ctx0" brushRef="#br0">180 3 3449,'0'0'13423,"0"-3"-7972,-2 34-4841,-2-1-1,-2 0 0,0-1 1,-2 1-1,-21 48 0,8-18-488,-51 147-2141,60-190-2044,-1-10-4384,7-6 2473</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50.983"/>
    </inkml:context>
    <inkml:brush xml:id="br0">
      <inkml:brushProperty name="width" value="0.025" units="cm"/>
      <inkml:brushProperty name="height" value="0.025" units="cm"/>
    </inkml:brush>
  </inkml:definitions>
  <inkml:trace contextRef="#ctx0" brushRef="#br0">1 62 4961,'0'0'11333,"23"-10"-10613,74-31-61,-91 39-565,-1 0 0,0 0 0,1 1-1,-1 0 1,1 0 0,-1 0 0,7 0 0,-11 1-65,1 0 0,-1 1 0,1-1 0,-1 0 0,0 0 0,1 1 1,-1-1-1,0 1 0,1-1 0,-1 1 0,0-1 0,0 1 0,1 0 0,-1 0 1,0 0-1,0-1 0,0 1 0,1 2 0,0 0 29,-1 0-1,1 1 1,-1-1-1,0 1 1,0 0-1,0 0 1,0-1-1,-1 1 1,1 0-1,-1 0 1,0-1-1,-1 7 1,1 0 43,-1-7-48,0 1 1,0 0 0,-1 0 0,1-1 0,-1 1 0,0-1 0,0 1 0,0-1-1,0 0 1,0 0 0,-1 0 0,1 0 0,-1 0 0,0-1 0,0 1-1,0-1 1,0 1 0,-1-1 0,1 0 0,-1-1 0,1 1 0,-8 2 0,1 1 4,-1-1 1,0-1 0,0 1 0,0-1 0,0-1 0,-22 2 0,13-6 127,13 1-2181,2 0-4043</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51.493"/>
    </inkml:context>
    <inkml:brush xml:id="br0">
      <inkml:brushProperty name="width" value="0.025" units="cm"/>
      <inkml:brushProperty name="height" value="0.025" units="cm"/>
    </inkml:brush>
  </inkml:definitions>
  <inkml:trace contextRef="#ctx0" brushRef="#br0">212 3 7074,'0'0'13837,"-5"-1"-13333,-5 0-410,0 1 0,0 0 0,0 0 0,0 1 0,0 0 0,0 0 0,0 1 0,0 1 0,0 0 0,1 0 0,-1 1 0,1 0 1,0 0-1,0 1 0,1 1 0,-1-1 0,-12 12 0,19-15-95,0 0 0,0 0 1,0 0-1,1 0 0,-1 0 1,1 1-1,-1-1 0,1 0 1,0 1-1,-1-1 0,1 1 1,1-1-1,-1 1 0,0 0 1,1-1-1,-1 1 0,1 0 1,0 0-1,0 3 0,0-6 2,0 0-1,-1 1 0,1-1 0,0 0 0,0 0 1,0 1-1,0-1 0,0 0 0,0 0 1,0 1-1,0-1 0,0 0 0,0 0 1,0 1-1,0-1 0,0 0 0,1 0 1,-1 0-1,0 1 0,0-1 0,0 0 1,0 0-1,0 0 0,0 1 0,1-1 1,-1 0-1,0 0 0,0 0 0,0 1 1,0-1-1,1 0 0,-1 0 0,0 0 1,0 0-1,0 0 0,1 0 0,-1 0 1,0 1-1,0-1 0,1 0 0,-1 0 1,0 0-1,0 0 0,1 0 0,-1 0 1,0 0-1,0 0 0,0 0 0,1 0 0,-1 0 1,0 0-1,0 0 0,1-1 0,1 1 3,14 0 26,0 1 4,0-1 1,0 0 0,0-1 0,0-1-1,0 0 1,0-1 0,-1-1-1,1-1 1,20-8 0,-35 65 1630,-2-34-2229,3 33 1115,8-32-3622,-9-18 2548,0 0 1,1 0-1,-1-1 0,0 1 0,0 0 0,0-1 1,1 1-1,-1-1 0,0 1 0,0-1 0,1 0 0,-1 0 1,0 1-1,1-1 0,1 0 0,9 0-6074</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51.823"/>
    </inkml:context>
    <inkml:brush xml:id="br0">
      <inkml:brushProperty name="width" value="0.025" units="cm"/>
      <inkml:brushProperty name="height" value="0.025" units="cm"/>
    </inkml:brush>
  </inkml:definitions>
  <inkml:trace contextRef="#ctx0" brushRef="#br0">1 133 5281,'0'0'14350,"1"19"-13377,0-3-555,2 44-130,-2-13 2869,-1-84-3021,9-62 0,-8 86-194,2 1 1,0 0-1,0 0 1,1 0-1,1 1 1,-1-1-1,2 1 1,13-20-1,-18 29-259,0 1 0,0 0 0,0 0 0,1 0 0,-1 0 0,1 0-1,-1 1 1,0-1 0,1 0 0,-1 1 0,1-1 0,0 1 0,-1-1 0,1 1 0,-1 0-1,1 0 1,0-1 0,-1 1 0,1 0 0,-1 1 0,1-1 0,2 0 0,5 1-2337,-2-1-2050</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52.144"/>
    </inkml:context>
    <inkml:brush xml:id="br0">
      <inkml:brushProperty name="width" value="0.025" units="cm"/>
      <inkml:brushProperty name="height" value="0.025" units="cm"/>
    </inkml:brush>
  </inkml:definitions>
  <inkml:trace contextRef="#ctx0" brushRef="#br0">182 0 4785,'0'0'17230,"-18"26"-15671,-53 83-206,58-89-1057,0 1 1,2 1 0,1-1 0,0 2 0,2-1-1,0 1 1,2 1 0,-5 31 0,10-53-335,1 0 1,-1-1-1,1 1 0,0 0 1,0 0-1,-1 0 0,1 0 1,1 0-1,-1 0 0,0 0 1,0 0-1,1-1 0,-1 1 1,1 0-1,-1 0 0,1 0 1,0-1-1,0 1 0,-1 0 1,2-1-1,-1 1 0,0 0 1,0-1-1,0 0 1,1 1-1,-1-1 0,0 0 1,1 1-1,-1-1 0,1 0 1,0 0-1,-1 0 0,1-1 1,3 2-1,3 0-1187,0 0 1,1 0-1,-1-1 0,1 0 0,17-1 1,-23 0 507,12 0-5079</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52.377"/>
    </inkml:context>
    <inkml:brush xml:id="br0">
      <inkml:brushProperty name="width" value="0.025" units="cm"/>
      <inkml:brushProperty name="height" value="0.025" units="cm"/>
    </inkml:brush>
  </inkml:definitions>
  <inkml:trace contextRef="#ctx0" brushRef="#br0">1 1 8994,'0'0'9834,"186"12"-7906,-122-2-559,-6 0-353,-7-4-312,-12 0-256,-14-2-272,-5-4-128,-46 3-2712,-19 0-2617,0-3-4306</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8.060"/>
    </inkml:context>
    <inkml:brush xml:id="br0">
      <inkml:brushProperty name="width" value="0.025" units="cm"/>
      <inkml:brushProperty name="height" value="0.025" units="cm"/>
    </inkml:brush>
  </inkml:definitions>
  <inkml:trace contextRef="#ctx0" brushRef="#br0">231 5 3937,'0'0'16461,"-6"-1"-15214,-4 0-906,-11-1 290,-1 1-1,-28 2 0,43 0-578,1 0-1,0 0 0,0 0 1,0 0-1,1 1 1,-1 0-1,0 0 1,0 1-1,1 0 1,0 0-1,-1 0 0,1 0 1,-8 8-1,12-10-63,0 0 0,0 0 0,0 1 0,0-1-1,0 0 1,0 1 0,0-1 0,0 0 0,1 1-1,-1-1 1,0 1 0,1 0 0,0-1 0,-1 1-1,1-1 1,0 1 0,-1 0 0,1-1 0,0 1-1,0-1 1,1 1 0,-1 0 0,0-1 0,0 1 0,1 0-1,-1-1 1,1 1 0,-1-1 0,1 1 0,0-1-1,0 1 1,-1-1 0,1 0 0,0 1 0,2 0-1,1 3-104,1 0 0,0 0-1,0-1 1,0 1 0,0-1-1,11 5 1,-11-7 77,0 1 0,0-1 0,0 1-1,-1 0 1,1 0 0,-1 1 0,0-1 0,0 1 0,0 0 0,-1 0 0,1 0 0,-1 1-1,0-1 1,0 1 0,0 0 0,-1 0 0,0 0 0,0 0 0,0 0 0,0 0-1,-1 0 1,1 8 0,-2-11 63,-1 0 0,0-1-1,0 1 1,0-1 0,0 1-1,0-1 1,-1 0 0,1 1 0,0-1-1,0 0 1,-1 0 0,1 0 0,-1 0-1,1 0 1,-1 0 0,0 0-1,1 0 1,-1-1 0,0 1 0,1-1-1,-1 1 1,0-1 0,0 0-1,1 1 1,-1-1 0,0 0 0,-3-1-1,-66 4 255,62-3-412,8 0-91,0 0 0,-1 0 0,1 0 0,0 0 1,-1 0-1,1 0 0,0 0 0,0-1 0,-1 1 1,1 0-1,0-1 0,0 1 0,-1-1 0,1 1 1,0-1-1,0 0 0,0 0 0,0 1 1,-1-3-1,-4-17-8154,6 7-1724</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8.356"/>
    </inkml:context>
    <inkml:brush xml:id="br0">
      <inkml:brushProperty name="width" value="0.025" units="cm"/>
      <inkml:brushProperty name="height" value="0.025" units="cm"/>
    </inkml:brush>
  </inkml:definitions>
  <inkml:trace contextRef="#ctx0" brushRef="#br0">65 0 6889,'0'0'14696,"-2"28"-13497,0 10-796,1-8 36,-2 0 0,-1 0 1,-10 36-1,1-5-332,3 1 1,2 0-1,1 75 0,7-135-1584,0-8-4083,0-8 323</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8.892"/>
    </inkml:context>
    <inkml:brush xml:id="br0">
      <inkml:brushProperty name="width" value="0.025" units="cm"/>
      <inkml:brushProperty name="height" value="0.025" units="cm"/>
    </inkml:brush>
  </inkml:definitions>
  <inkml:trace contextRef="#ctx0" brushRef="#br0">1 0 6833,'0'0'8845,"28"0"-7922,200 3 981,-147-2-1358,-72-1 3740,-13 0-4253,0 0 0,0 0 0,0 0 0,0 1 0,0 0 0,0 0 1,0 0-1,0 0 0,1 1 0,-1-1 0,0 1 0,1 0 0,-1 0 0,1 1 0,0-1 0,0 1 0,0-1 0,0 1 1,0 0-1,-3 4 0,2-2-32,1 1 1,0-1 0,1 1 0,-1 0-1,1-1 1,0 1 0,1 0 0,-1 0-1,1 0 1,0 0 0,1 1 0,-1 7-1,6-13-66,1 1-1,-1-1 0,0-1 0,1 1 0,-1-1 0,0 0 0,9-1 0,-7 1 7,-2 0 55,-1 1 0,1-1 1,0 0-1,0 0 0,-1-1 0,1 0 1,0 1-1,-1-2 0,1 1 0,-1 0 1,0-1-1,1 0 0,-1 0 1,0 0-1,0 0 0,0-1 0,0 0 1,5-4-1,-9 7 68,0 0 1,1 0-1,-1 0 1,0 0-1,0 0 0,1 0 1,-1 0-1,0 0 1,0 0-1,0 0 0,1 1 1,-1-1-1,0 0 1,0 0-1,1 0 1,-1 0-1,0 0 0,0 1 1,0-1-1,0 0 1,1 0-1,-1 0 0,0 0 1,0 1-1,0-1 1,0 0-1,0 0 0,0 1 1,1-1-1,-1 0 1,0 0-1,0 0 0,0 1 1,0-1-1,0 0 1,0 0-1,0 1 0,0-1 1,0 0-1,0 0 1,0 1-1,0-1 0,0 0 1,0 0-1,-1 1 1,1-1-1,0 0 1,2 25-989,0-6-2486,23-8-5718,-7-8-1210</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9.202"/>
    </inkml:context>
    <inkml:brush xml:id="br0">
      <inkml:brushProperty name="width" value="0.025" units="cm"/>
      <inkml:brushProperty name="height" value="0.025" units="cm"/>
    </inkml:brush>
  </inkml:definitions>
  <inkml:trace contextRef="#ctx0" brushRef="#br0">11 203 4505,'0'0'18179,"2"9"-17211,14 70 1024,-22-95-1990,1 0 1,0 0-1,1 0 0,1-1 1,1 1-1,-1-27 0,3 33-88,0 0-1,1 0 0,0 0 1,1 1-1,0-1 1,0 1-1,1-1 1,0 1-1,1 0 0,0 0 1,1 0-1,9-13 1,-10 15-373,3 0-1222,3 7-5717,-5 0 1763</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9.531"/>
    </inkml:context>
    <inkml:brush xml:id="br0">
      <inkml:brushProperty name="width" value="0.025" units="cm"/>
      <inkml:brushProperty name="height" value="0.025" units="cm"/>
    </inkml:brush>
  </inkml:definitions>
  <inkml:trace contextRef="#ctx0" brushRef="#br0">77 1 6449,'0'0'17248,"-1"25"-15784,-10 191 1069,11 26-2624,0-241-52,0 0-1,0 0 1,0-1-1,0 1 1,0 0-1,-1 0 0,1 0 1,0 0-1,0-1 1,0 1-1,-1 0 1,1 0-1,0-1 1,-1 1-1,1 0 1,-1-1-1,1 1 0,-1 0 1,1-1-1,-1 1 1,0 0-1,1-1 1,-1 1-1,1-1 1,-1 1-1,0-1 1,0 0-1,1 1 1,-1-1-1,0 0 0,0 1 1,1-1-1,-1 0 1,0 0-1,0 0 1,0 0-1,0 0 1,1 1-1,-1-2 1,0 1-1,-1 0 0,0 0-437,1 0-1,-1-1 1,0 1-1,0-1 0,1 1 1,-1-1-1,1 1 0,-1-1 1,0 0-1,1 0 1,-1 0-1,1 0 0,0 0 1,-1 0-1,1 0 0,0-1 1,0 1-1,-2-2 1,-9-16-6678</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9.717"/>
    </inkml:context>
    <inkml:brush xml:id="br0">
      <inkml:brushProperty name="width" value="0.025" units="cm"/>
      <inkml:brushProperty name="height" value="0.025" units="cm"/>
    </inkml:brush>
  </inkml:definitions>
  <inkml:trace contextRef="#ctx0" brushRef="#br0">0 0 8210,'0'0'12362,"141"0"-12290,-128 0-72,6 7-2184,-12-1-625,6 0-2520</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0.104"/>
    </inkml:context>
    <inkml:brush xml:id="br0">
      <inkml:brushProperty name="width" value="0.025" units="cm"/>
      <inkml:brushProperty name="height" value="0.025" units="cm"/>
    </inkml:brush>
  </inkml:definitions>
  <inkml:trace contextRef="#ctx0" brushRef="#br0">193 0 8450,'0'0'12576,"-18"22"-11685,12-18-893,0 0 0,0 1 1,1-1-1,-1 1 1,1 0-1,0 0 0,1 1 1,-1-1-1,-5 12 0,9-15-81,0 0 0,0 0-1,0 0 1,1 1 0,-1-1 0,1 0-1,-1 1 1,1-1 0,0 0-1,0 1 1,0-1 0,0 1-1,1-1 1,-1 0 0,0 1-1,1-1 1,0 0 0,0 0-1,0 1 1,0-1 0,0 0-1,0 0 1,0 0 0,0 0-1,1 0 1,-1 0 0,1-1-1,0 1 1,-1 0 0,4 1-1,19 15-207,-20-15 285,0-1-1,0 1 1,0 0 0,-1 0 0,1 0 0,-1 1-1,5 5 1,-8-8 97,0-1 0,1 1 0,-1-1 0,0 1 1,0-1-1,0 1 0,1-1 0,-1 1 0,0-1 0,0 1 0,0-1 0,0 1 0,0-1 0,0 1 0,0-1 1,0 1-1,0-1 0,0 1 0,0-1 0,0 1 0,0-1 0,-1 1 0,1-1 0,0 1 0,0-1 0,0 1 1,-1-1-1,1 1 0,0-1 0,-1 1 0,1-1 0,0 0 0,-1 1 0,1-1 0,-1 0 0,1 1 0,0-1 1,-1 0-1,1 1 0,-1-1 0,1 0 0,-1 0 0,0 1 0,-30 8 455,17-5-352,-93 36-4802,74-32-633</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3.044"/>
    </inkml:context>
    <inkml:brush xml:id="br0">
      <inkml:brushProperty name="width" value="0.025" units="cm"/>
      <inkml:brushProperty name="height" value="0.025" units="cm"/>
    </inkml:brush>
  </inkml:definitions>
  <inkml:trace contextRef="#ctx0" brushRef="#br0">20 4 7258,'0'0'14032,"-2"24"-12693,-4-2-1084,3-14-213,1 0 0,0 0 0,0 0 0,1 1 0,-1 15 0,2-22-39,0 0 0,1 0 0,-1 0 1,1 0-1,-1 0 0,1 0 0,0 0 1,0 0-1,0 0 0,0 0 0,0-1 0,0 1 1,0 0-1,0 0 0,1-1 0,-1 1 0,1-1 1,-1 0-1,1 1 0,0-1 0,-1 0 0,1 0 1,0 0-1,0 0 0,0 0 0,0 0 1,0 0-1,3 0 0,12 3 20,1-1 0,0-1 0,0 0 0,0-1 0,21-2 1,-13 1 29,-25 0-46,1-1 1,-1 1-1,0 0 1,0-1-1,1 1 1,-1-1-1,0 0 1,0 1-1,1-1 0,-1 0 1,0 0-1,0 0 1,0 1-1,0-1 1,0 0-1,0-1 1,0 1-1,-1 0 0,1 0 1,0 0-1,0 0 1,-1-1-1,1 1 1,-1 0-1,1-1 1,-1 1-1,0 0 0,0-1 1,1 1-1,-1 0 1,0-1-1,0-1 1,0-1 17,0 0 0,0 0 0,0 0 1,0 1-1,0-1 0,-1 0 0,0 1 0,0-1 1,0 0-1,0 1 0,0-1 0,-3-4 0,-31-33 384,32 38-336,1 0 0,-1 0-1,0 1 1,1 0 0,-1-1-1,0 1 1,-1 0 0,1 0-1,0 1 1,0-1 0,-1 1-1,-5-2 1,8 2-38,-17-9-277,14 8-3139,13 2-11378</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3.500"/>
    </inkml:context>
    <inkml:brush xml:id="br0">
      <inkml:brushProperty name="width" value="0.025" units="cm"/>
      <inkml:brushProperty name="height" value="0.025" units="cm"/>
    </inkml:brush>
  </inkml:definitions>
  <inkml:trace contextRef="#ctx0" brushRef="#br0">456 58 6809,'0'0'15722,"-3"-9"-15084,2 7-613,1-1-6,-1 1 0,0 0 0,1-1 0,-1 1 0,0 0 0,0 0 0,0-1 0,-1 1 0,1 0 0,0 0 0,-1 0 0,1 1 0,-1-1 0,0 0-1,0 1 1,1-1 0,-1 1 0,0-1 0,0 1 0,-1 0 0,1 0 0,0 0 0,0 0 0,0 0 0,-1 0 0,1 1 0,0-1 0,-1 1 0,1-1 0,-1 1 0,1 0 0,-5 0 0,-10 0 42,0 0 0,0 1 0,0 1 0,0 1 0,-22 5 0,31-5-28,0 1 1,0 0 0,0 0-1,1 0 1,0 1 0,0 0 0,0 0-1,0 1 1,1-1 0,0 2-1,0-1 1,-9 13 0,5-3-8,0 0 0,2 0 0,-1 1 1,2 0-1,0 1 0,1-1 0,-5 28 0,-13 138 70,19-130-66,-18 90 0,14-102-13,-8 24-408,17-65 287,0-1 1,0 1 0,0 0 0,0-1-1,0 1 1,0 0 0,0 0 0,0-1 0,-1 1-1,1 0 1,0 0 0,0-1 0,0 1-1,0 0 1,0 0 0,-1-1 0,1 1 0,0 0-1,0 0 1,0 0 0,-1-1 0,1 1-1,0 0 1,0 0 0,0 0 0,-1 0 0,1 0-1,0-1 1,0 1 0,-1 0 0,1 0 0,0 0-1,-1 0 1,1 0 0,0 0 0,0 0-1,-1 0 1,1 0 0,0 0 0,0 0 0,-1 0-1,1 0 1,0 0 0,-1 0 0,1 0-1,0 1 1,0-1 0,-1 0 0,1 0 0,0 0-1,0 0 1,0 0 0,-1 1 0,1-1-1,0 0 1,0 0 0,0 0 0,-1 1 0,1-1-1,0 0 1,0 0 0,0 1 0,0-1-1,0 0 1,-1 1 0,-5-25-5663,5-1-253</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3.684"/>
    </inkml:context>
    <inkml:brush xml:id="br0">
      <inkml:brushProperty name="width" value="0.025" units="cm"/>
      <inkml:brushProperty name="height" value="0.025" units="cm"/>
    </inkml:brush>
  </inkml:definitions>
  <inkml:trace contextRef="#ctx0" brushRef="#br0">1 0 6369,'0'0'14251,"186"0"-13987,-154 4-248,6 2-16,14-6-1600,-14 0-2793,1 0-4457</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3.950"/>
    </inkml:context>
    <inkml:brush xml:id="br0">
      <inkml:brushProperty name="width" value="0.025" units="cm"/>
      <inkml:brushProperty name="height" value="0.025" units="cm"/>
    </inkml:brush>
  </inkml:definitions>
  <inkml:trace contextRef="#ctx0" brushRef="#br0">347 1 12883,'0'0'9602,"-109"157"-8522,83-105-152,1-1-184,6-6-312,-1 0-295,7-7-57,-6-3-80,6-6-88,-6-6-657,6-1-775,-6-9-832,0-3-1561,0-7-64,6-3-5217</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4.543"/>
    </inkml:context>
    <inkml:brush xml:id="br0">
      <inkml:brushProperty name="width" value="0.025" units="cm"/>
      <inkml:brushProperty name="height" value="0.025" units="cm"/>
    </inkml:brush>
  </inkml:definitions>
  <inkml:trace contextRef="#ctx0" brushRef="#br0">1 278 416,'0'0'13178,"36"-9"-10549,-5 2-2039,209-39 2876,-172 38-2671,112-18 116,-154 20-889,-1 0 1,1-2 0,-2-1-1,42-20 1,-63 27-25,1-1 1,-1 1-1,1-1 0,-1 1 1,0-1-1,0 0 1,0 0-1,-1-1 0,1 1 1,-1 0-1,0-1 0,0 0 1,0 1-1,0-1 0,0 0 1,-1 0-1,0 0 1,0 0-1,0 0 0,0 0 1,-1-1-1,1 1 0,-1 0 1,0 0-1,-1-8 0,0 10 4,0 1 1,1-1-1,-1 1 0,0 0 0,0-1 0,0 1 0,0 0 0,0-1 0,0 1 0,0 0 0,-1 0 1,1 0-1,0 0 0,-1 0 0,1 0 0,-1 1 0,1-1 0,-1 0 0,1 1 0,-1-1 0,1 1 0,-1-1 1,0 1-1,1 0 0,-1 0 0,0 0 0,1 0 0,-1 0 0,1 0 0,-3 0 0,-56 3 89,53-2-68,-1 2 0,1-1 0,0 1-1,0 0 1,1 1 0,-1 0 0,1 0-1,-1 0 1,1 0 0,0 1 0,1 0-1,-7 8 1,-6 7 189,1 0 0,-18 29 1,4-2 143,2 2 1,-38 87-1,66-131-351,-1 0 0,1 0 0,0 1 0,0-1-1,0 0 1,1 0 0,0 1 0,0 5 0,0-6 6,27-5-161,-18 0 125,-1-1 0,1-1 0,0 0 0,0 0-1,-1 0 1,0-1 0,1-1 0,-1 1 0,0-1-1,-1-1 1,1 1 0,-1-1 0,1-1 0,8-7-1,-7 6 70,-6 14 509,-1-1-985,0 0 0,1 0 1,0-1-1,0 1 0,0-1 1,6 7-1,-3-8-925,0-1-1,1 1 1,-1-1-1,1 0 1,8 2-1,-14-4 1288,19 5-8181</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4.926"/>
    </inkml:context>
    <inkml:brush xml:id="br0">
      <inkml:brushProperty name="width" value="0.025" units="cm"/>
      <inkml:brushProperty name="height" value="0.025" units="cm"/>
    </inkml:brush>
  </inkml:definitions>
  <inkml:trace contextRef="#ctx0" brushRef="#br0">1 95 5737,'0'0'11729,"7"-1"-11171,114-2 387,-120 3-917,0-1 0,0 0 0,-1 0 0,1 0 0,0 0 0,-1 0 0,1 0 0,0 0 0,-1 0 0,1 0 0,-1 0 0,0-1 0,1 1 0,-1 0 0,0 0 0,0 0 0,1 0 0,-1-1 0,0 1 0,0 0 0,0 0 0,-1 0 0,1-1-1,0 1 1,0 0 0,-1 0 0,1 0 0,-1-2 0,0-1 55,1 0 0,-1 1-1,0-1 1,0 0 0,0 0-1,-1 1 1,1-1 0,-4-6-1,3 8-6,0 1-1,0-1 0,1 1 0,-1-1 0,0 1 0,0 0 0,0 0 1,-1-1-1,1 1 0,0 1 0,0-1 0,-1 0 0,1 1 0,0-1 1,-1 1-1,1-1 0,0 1 0,-1 0 0,1 0 0,-4 1 0,5 0-10,-1-1-1,1 1 0,-1 0 1,1 0-1,-1 0 0,1 1 1,0-1-1,0 0 0,-1 0 1,1 1-1,0-1 0,0 1 1,0-1-1,1 1 0,-1-1 1,0 1-1,1-1 0,-1 1 1,1 0-1,-1-1 0,1 1 1,0 0-1,-1 0 0,1-1 1,0 1-1,0 0 0,0 0 0,1 1 1,-3 44 426,1-27-496,0 1 0,2-1 0,3 29 0,-3-48-80,0 1 0,0 0 1,0 0-1,0 0 0,0-1 1,1 1-1,-1 0 0,0-1 1,1 1-1,-1-1 0,1 0 1,0 0-1,-1 1 0,1-1 1,0 0-1,0 0 0,0 0 1,0-1-1,0 1 0,4 1 1,46 9-3047,-50-11 2902,42 4-4645</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5.487"/>
    </inkml:context>
    <inkml:brush xml:id="br0">
      <inkml:brushProperty name="width" value="0.025" units="cm"/>
      <inkml:brushProperty name="height" value="0.025" units="cm"/>
    </inkml:brush>
  </inkml:definitions>
  <inkml:trace contextRef="#ctx0" brushRef="#br0">219 7 7466,'0'0'14615,"-21"-6"-12878,6 5-1640,-1 2-1,1 0 0,0 0 0,1 2 0,-1 0 0,-24 8 0,35-10-90,0 1-1,0 0 0,0 0 0,0 0 0,0 1 1,1-1-1,-1 1 0,1 0 0,0 0 0,-1 0 1,1 1-1,1-1 0,-1 1 0,0-1 0,1 1 1,0 0-1,0 0 0,0 0 0,0 0 1,1 1-1,0-1 0,-1 0 0,1 1 0,1-1 1,-1 0-1,1 1 0,0 5 0,0-8-35,-1 0 1,1-1-1,0 1 0,0 0 0,0-1 0,0 1 0,1 0 1,-1-1-1,0 1 0,1-1 0,-1 1 0,1 0 1,-1-1-1,1 1 0,0-1 0,0 1 0,0-1 0,1 2 1,0-2-39,1 0 0,-1 0 0,0 0 0,1-1 0,-1 1 0,1-1 0,-1 0 0,1 0 1,-1 0-1,1 0 0,2 0 0,1 0 46,1-1-54,0-1 0,0 1-1,-1-1 1,1-1-1,-1 1 1,1-1 0,-1 0-1,0 0 1,0-1-1,0 0 1,7-6 0,-3 2 207,1 0 0,-1-1 1,-1-1-1,0 0 1,10-13-1,-21 57 2040,3-24-2515,0 0 0,0 0 0,1 0 0,4 14 0,17-4-5613,-16-16 1040</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5.638"/>
    </inkml:context>
    <inkml:brush xml:id="br0">
      <inkml:brushProperty name="width" value="0.025" units="cm"/>
      <inkml:brushProperty name="height" value="0.025" units="cm"/>
    </inkml:brush>
  </inkml:definitions>
  <inkml:trace contextRef="#ctx0" brushRef="#br0">0 1 9458</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5.858"/>
    </inkml:context>
    <inkml:brush xml:id="br0">
      <inkml:brushProperty name="width" value="0.025" units="cm"/>
      <inkml:brushProperty name="height" value="0.025" units="cm"/>
    </inkml:brush>
  </inkml:definitions>
  <inkml:trace contextRef="#ctx0" brushRef="#br0">0 102 9458,'166'29'3996,"-133"-23"-1753,-32 2 1987,3 11-3340,-4-17-393,8 83 3057,-8-83-3118,0-11-245,-1-25-123,0 24-67,0 0 0,0-1 1,2 1-1,-1 0 0,1 0 1,0 0-1,1 0 0,0 0 1,1 0-1,0 0 0,1 0 1,7-14-1,0 7-42,-8 13-56,0-1 0,0 0 1,0 1-1,0 0 0,1 0 0,0 0 0,0 0 0,0 1 0,6-5 1,1 5-5112,6 4 2167,-6 1-2168,2-2-3864</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6.273"/>
    </inkml:context>
    <inkml:brush xml:id="br0">
      <inkml:brushProperty name="width" value="0.025" units="cm"/>
      <inkml:brushProperty name="height" value="0.025" units="cm"/>
    </inkml:brush>
  </inkml:definitions>
  <inkml:trace contextRef="#ctx0" brushRef="#br0">21 119 6617,'0'0'14646,"0"15"-13706,0 88 961,0-103-1885,0-1 0,0 1-1,-1-1 1,1 1 0,0 0 0,0-1 0,-1 1 0,1 0 0,0-1-1,0 1 1,-1 0 0,1-1 0,0 1 0,-1 0 0,1-1 0,0 1-1,-1 0 1,1 0 0,-1 0 0,1-1 0,0 1 0,-1 0 0,1 0 0,-1 0-1,1 0 1,0 0 0,-1 0 0,1 0 0,-1 0 0,1 0 0,-1 0-1,1 0 1,-1 0 0,1 0 0,0 0 0,-1 0 0,1 0 0,-1 0-1,1 1 1,0-1 0,-1 0 0,1 0 0,-1 0 0,1 1 0,0-1 0,-1 0-1,1 1 1,0-1 0,0 0 0,-1 1 0,1-1 0,0 0 0,0 1-1,-1-1 1,1 1 0,0-1 0,0-14-17,-1 4 5,0-1 1,2 0-1,-1 0 0,1 1 0,1-1 0,0 0 1,0 1-1,1 0 0,0-1 0,9-18 0,-8 23-18,0 0 0,0 0 0,0 0 0,0 0 0,1 0 0,0 1 0,0 0-1,1 0 1,-1 1 0,1-1 0,10-4 0,-8 5-562,1 1 1,0 0-1,0 1 0,0 0 1,0 0-1,0 1 0,0 0 1,17 1-1,41 0-8298,-35 0-619</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6.708"/>
    </inkml:context>
    <inkml:brush xml:id="br0">
      <inkml:brushProperty name="width" value="0.025" units="cm"/>
      <inkml:brushProperty name="height" value="0.025" units="cm"/>
    </inkml:brush>
  </inkml:definitions>
  <inkml:trace contextRef="#ctx0" brushRef="#br0">148 0 4961,'0'0'14969,"-6"0"-14231,0 0-610,0 0 0,0 1-1,0 0 1,0 0 0,0 0-1,0 1 1,0 0 0,1 0-1,-1 0 1,1 1 0,0-1-1,-1 1 1,1 1 0,0-1-1,1 1 1,-1 0 0,1 0-1,-1 0 1,1 0 0,1 1-1,-1 0 1,1 0-1,-1 0 1,-4 10 0,5-7-110,1 1 0,0-1 1,0 0-1,0 1 0,1-1 0,0 14 1,10-20-105,0-1-1,1 0 1,-1-1 0,17-1 0,-23 0 81,0 0 1,0 1-1,-1-1 1,1-1-1,0 1 1,-1 0-1,1-1 0,-1 1 1,0-1-1,1 1 1,-1-1-1,0 0 0,0 0 1,0 0-1,0-1 1,2-3-1,18-14 340,-21 19 110,12 14 359,-11-7-881,0 0 0,1 0 0,-1-1 1,2 1-1,-1-1 0,0 0 0,9 9 1,11-3-3415,13-8-4366,-11-3-2435</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6.854"/>
    </inkml:context>
    <inkml:brush xml:id="br0">
      <inkml:brushProperty name="width" value="0.025" units="cm"/>
      <inkml:brushProperty name="height" value="0.025" units="cm"/>
    </inkml:brush>
  </inkml:definitions>
  <inkml:trace contextRef="#ctx0" brushRef="#br0">1 0 5937</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6.992"/>
    </inkml:context>
    <inkml:brush xml:id="br0">
      <inkml:brushProperty name="width" value="0.025" units="cm"/>
      <inkml:brushProperty name="height" value="0.025" units="cm"/>
    </inkml:brush>
  </inkml:definitions>
  <inkml:trace contextRef="#ctx0" brushRef="#br0">1 0 5937,'156'24'5679,"-116"-14"1522,-17 4-3602,-20-11-3476,-1-1-1,1 1 1,-1 0 0,0 0 0,0 0 0,-1 0 0,1 0 0,-1 1 0,3 5 0,13 23 667,-14-29-870,0 0 0,0 0 0,0-1 1,1 1-1,0-1 0,-1 0 0,1 0 0,0 0 1,0 0-1,0-1 0,0 0 0,0 1 1,0-2-1,7 2 0,-6-1-580,0-1 0,0 0-1,0 0 1,0 0-1,0-1 1,0 1 0,0-1-1,0-1 1,0 1 0,0-1-1,0 1 1,5-4 0,11-10-4688</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07.241"/>
    </inkml:context>
    <inkml:brush xml:id="br0">
      <inkml:brushProperty name="width" value="0.025" units="cm"/>
      <inkml:brushProperty name="height" value="0.025" units="cm"/>
    </inkml:brush>
  </inkml:definitions>
  <inkml:trace contextRef="#ctx0" brushRef="#br0">546 0 6145,'0'0'16144,"-19"31"-14579,-65 101-382,51-83-648,-3-2 0,-64 66-1,32-39-473,38-40-79,-22 24-183,-45 68 1,94-121-13,-1 0 1,1 1-1,0-1 0,1 1 1,-1 0-1,1 0 0,1 0 1,-1 0-1,1 0 0,0 1 1,0-1-1,0 12 0,2-15-56,-1-1 0,0 1-1,1-1 1,0 1-1,-1-1 1,1 1-1,0-1 1,0 0-1,1 0 1,-1 1 0,0-1-1,1 0 1,-1 0-1,1 0 1,0 0-1,-1 0 1,1-1 0,0 1-1,0 0 1,0-1-1,1 0 1,-1 1-1,0-1 1,0 0 0,1 0-1,-1 0 1,1 0-1,-1-1 1,1 1-1,-1-1 1,1 1 0,2-1-1,34 2-6963</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1.783"/>
    </inkml:context>
    <inkml:brush xml:id="br0">
      <inkml:brushProperty name="width" value="0.025" units="cm"/>
      <inkml:brushProperty name="height" value="0.025" units="cm"/>
    </inkml:brush>
  </inkml:definitions>
  <inkml:trace contextRef="#ctx0" brushRef="#br0">147 17 6737,'0'0'11019,"-23"5"-10620,-68 17-81,90-22-300,-1 0 0,0 1 0,1 0 0,-1-1 0,0 1 0,1 0-1,-1 0 1,1 0 0,-1 0 0,1 0 0,-1 0 0,1 0 0,0 1 0,0-1-1,0 0 1,-1 1 0,1-1 0,0 1 0,1-1 0,-1 1 0,0-1 0,0 1-1,1 0 1,-1 0 0,1-1 0,-1 1 0,1 0 0,0 0 0,0-1 0,0 1-1,0 0 1,0 0 0,0-1 0,0 1 0,1 0 0,-1 0 0,0-1 0,2 4-1,0 4 89,-2-7-82,0-1 1,0 1-1,0 0 0,0-1 0,1 1 1,-1-1-1,1 1 0,-1-1 0,1 1 1,0-1-1,-1 0 0,1 1 0,0-1 1,0 0-1,0 1 0,0-1 0,0 0 1,0 0-1,1 0 0,1 2 1,1-1 10,0 0 0,0 0 0,0 0 0,1 0 1,-1 0-1,0-1 0,6 1 0,8 1 78,1-1 1,29 0-1,-46-2-100,97-1 151,-98 1-157,0-1-1,0 1 0,0-1 1,0 1-1,0-1 0,0 0 0,0 1 1,0-1-1,-1 0 0,1 0 1,0 0-1,0 0 0,-1 0 1,1 0-1,-1 1 0,1-1 0,-1-1 1,1 1-1,-1 0 0,0 0 1,1 0-1,-1 0 0,0 0 1,0 0-1,0 0 0,0 0 0,0 0 1,0-2-1,0-41 31,-1 32-18,2 7 20,-1 1 0,0-1 0,-1 1-1,1-1 1,-1 1 0,0 0 0,0-1 0,0 1 0,0 0-1,-4-9 1,3 11-66,0 1 0,0-1 0,0 0-1,1 1 1,-2-1 0,1 1 0,0-1-1,0 1 1,0 0 0,0 0 0,-1 0-1,1 0 1,-1 1 0,1-1 0,0 1-1,-1-1 1,1 1 0,-1 0 0,1 0 0,-1 0-1,-3 0 1,4 0-606,-2 0 522</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2.156"/>
    </inkml:context>
    <inkml:brush xml:id="br0">
      <inkml:brushProperty name="width" value="0.025" units="cm"/>
      <inkml:brushProperty name="height" value="0.025" units="cm"/>
    </inkml:brush>
  </inkml:definitions>
  <inkml:trace contextRef="#ctx0" brushRef="#br0">405 17 12067,'0'0'8053,"-28"-4"-7014,-88-8-405,113 12-587,-1-1 1,0 1-1,1 0 1,-1 0-1,1 1 0,-1-1 1,1 1-1,-1 0 1,1 0-1,-1 0 1,1 0-1,0 0 1,-1 1-1,1 0 1,0 0-1,0-1 1,0 2-1,0-1 0,1 0 1,-1 1-1,0-1 1,1 1-1,0 0 1,0-1-1,0 1 1,-3 6-1,-5 5 197,-3 5-79,0 1 0,1 1 0,1 0 0,2 0 0,0 1-1,1 1 1,1-1 0,-5 28 0,-20 196 43,25-174-181,7-44-17,0-23-35,1 0 0,-1-1 1,-1 1-1,1 0 1,-1-1-1,0 1 0,0-1 1,-2 8-1,3-12-147,0 0 0,0 1 0,-1-1 0,1 0-1,0 1 1,0-1 0,-1 0 0,1 0 0,0 1 0,0-1-1,-1 0 1,1 0 0,0 0 0,-1 1 0,1-1 0,0 0-1,-1 0 1,1 0 0,0 0 0,-1 1 0,1-1 0,0 0-1,-1 0 1,1 0 0,0 0 0,-1 0 0,1 0-1,-1 0 1,1 0 0,0 0 0,-1 0 0,1-1 0,0 1-1,-1 0 1,1 0 0,0 0 0,-1 0 0,1 0 0,0-1-1,-1 1 1,1 0 0,0 0 0,0 0 0,-1-1 0,1 1-1,0 0 1,0-1 0,-1 1 0,-11-16-6735</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2.324"/>
    </inkml:context>
    <inkml:brush xml:id="br0">
      <inkml:brushProperty name="width" value="0.025" units="cm"/>
      <inkml:brushProperty name="height" value="0.025" units="cm"/>
    </inkml:brush>
  </inkml:definitions>
  <inkml:trace contextRef="#ctx0" brushRef="#br0">0 0 12563,'0'0'7433,"186"16"-8257,-134-10-1280,-1 1-2265,-12-4-3641</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2.621"/>
    </inkml:context>
    <inkml:brush xml:id="br0">
      <inkml:brushProperty name="width" value="0.025" units="cm"/>
      <inkml:brushProperty name="height" value="0.025" units="cm"/>
    </inkml:brush>
  </inkml:definitions>
  <inkml:trace contextRef="#ctx0" brushRef="#br0">462 1 11498,'0'0'8621,"-33"13"-7155,-107 50-355,132-59-987,0 1 1,0 0 0,0 0 0,0 1-1,1 0 1,0 1 0,1 0 0,-1 0-1,1 0 1,0 1 0,1 0 0,-7 13 0,-1 0 172,-7 13-171,2 1 0,2 1 0,1 0 0,2 2 0,1-1 0,2 1 0,2 1 0,1-1 0,2 1 0,1 77 1,4-116-201,0 1 0,0-1 0,0 0 0,-1 0 0,1 0 0,0 0 0,0 1 0,0-1 0,0 0 0,0 0 0,0 0 0,0 1 0,0-1 0,0 0 0,-1 0 0,1 0 0,0 0 0,0 0 0,0 0 0,0 1 0,-1-1 0,1 0 0,0 0 0,0 0 0,0 0 0,0 0 0,-1 0 0,1 0 0,0 0 0,0 0 0,0 0 0,-1 0 0,1 0 0,0 0 0,0 0 0,0 0 0,-1 0 0,1 0 0,0 0 0,0 0 0,0 0 0,0 0 0,-1 0 0,1 0 0,0 0 0,0 0 0,0-1 1,-1 1-1,1 0 0,0 0 0,0 0 0,0 0 0,0 0 0,0-1 0,0 1 0,-1 0 0,1 0 0,0 0 0,-11-9-3088,-2-10-2614,-6-6-3530</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2.809"/>
    </inkml:context>
    <inkml:brush xml:id="br0">
      <inkml:brushProperty name="width" value="0.025" units="cm"/>
      <inkml:brushProperty name="height" value="0.025" units="cm"/>
    </inkml:brush>
  </inkml:definitions>
  <inkml:trace contextRef="#ctx0" brushRef="#br0">0 0 7538,'0'0'15851,"180"42"-15755,-142-35-96,26 2-568,-19-2-2497,0-7-4208</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3.869"/>
    </inkml:context>
    <inkml:brush xml:id="br0">
      <inkml:brushProperty name="width" value="0.025" units="cm"/>
      <inkml:brushProperty name="height" value="0.025" units="cm"/>
    </inkml:brush>
  </inkml:definitions>
  <inkml:trace contextRef="#ctx0" brushRef="#br0">1 62 8186,'0'0'10709,"1"2"-10474,0 0 0,0 0 0,1 0 0,-1 0 0,1 0-1,0 0 1,0 0 0,-1-1 0,1 1 0,3 1 0,15 3-63,-1-1 1,2-1-1,-1 0 0,0-2 0,1 0 0,-1-2 1,1 0-1,33-5 0,-52 5-176,0-1 1,0 1-1,0-1 0,0 1 1,0-1-1,0 0 0,0 0 1,0 0-1,0 0 0,0 0 1,-1-1-1,1 1 0,0-1 1,-1 1-1,1-1 0,-1 1 1,0-1-1,0 0 0,1 1 1,-1-1-1,0 0 0,0 0 1,0 0-1,-1 0 0,1 0 1,-1 0-1,1 0 0,-1 0 1,1-1-1,-1 1 0,0 0 1,0 0-1,0 0 0,0 0 1,-1 0-1,1 0 0,0-1 1,-1 1-1,-1-3 0,1 4-14,0-1 1,0 0-1,0 0 0,-1 1 0,1-1 1,-1 1-1,0-1 0,1 1 0,-1-1 1,0 1-1,0 0 0,1 0 0,-1 0 1,0 0-1,0 0 0,0 1 0,-1-1 1,1 0-1,0 1 0,0 0 0,-3-1 1,-51-4-16,52 4 28,-18 0 7,10 0 73,0 0 0,0 1 0,0 0-1,0 1 1,-14 3 0,24-3-21,-1 1 0,1-1-1,0 1 1,0 0 0,0 0 0,0 0 0,0 0 0,1 1-1,-1-1 1,1 0 0,-1 1 0,1-1 0,0 1 0,0 0 0,0-1-1,0 1 1,1 0 0,-1-1 0,1 1 0,-1 0 0,1 0-1,0-1 1,0 4 0,0 3 59,-1 0-1,1 0 1,1 0 0,0-1-1,0 1 1,3 11-1,-2-15-123,0-1 0,0 0 0,1 1 0,-1-1 1,1 0-1,0 0 0,0-1 0,0 1 0,1-1 0,-1 1 0,1-1 0,0 0 0,0 0 0,0-1 0,0 1 0,0-1 0,0 0 0,1 0 0,-1 0 0,9 2 0,42 5-2530,-3-7-3783,-24-2-1692</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4.529"/>
    </inkml:context>
    <inkml:brush xml:id="br0">
      <inkml:brushProperty name="width" value="0.025" units="cm"/>
      <inkml:brushProperty name="height" value="0.025" units="cm"/>
    </inkml:brush>
  </inkml:definitions>
  <inkml:trace contextRef="#ctx0" brushRef="#br0">0 36 10642,'0'0'12744,"9"14"-12074,3 3-484,-7-9-82,1-1 1,-2 1 0,1 0-1,-1 1 1,0-1 0,4 16 0,-8-24-97,0 1 0,1 0 1,-1-1-1,0 1 0,0-1 0,1 1 1,-1-1-1,0 1 0,1-1 1,-1 1-1,0-1 0,1 0 1,-1 1-1,1-1 0,-1 0 0,0 1 1,1-1-1,-1 0 0,1 1 1,-1-1-1,1 0 0,0 0 1,-1 1-1,1-1 0,-1 0 0,1 0 1,-1 0-1,1 0 0,-1 0 1,2 0-1,21-9-181,25-29-728,-36 28 585,23-11-306,7-6 294,-41 27 387,-1-1 0,1 1 0,-1 0 0,0 0 0,1 0 0,-1 0 0,1 0 0,-1-1 0,0 1 0,1 0 0,-1 0 0,1 0 0,-1 0 0,1 0 0,-1 0 0,0 1 0,1-1 0,-1 0 0,1 0 0,-1 0 0,0 0 1,1 0-1,-1 1 0,1-1 0,-1 0 0,0 0 0,1 1 0,-1-1 0,0 0 0,1 0 0,-1 1 0,0-1 0,0 0 0,1 1 0,16 19 136,5 3-216,-19-21-28,0-1 0,0 0 0,0 0 0,0 0 0,0 0 0,0 0 0,0-1 0,1 0 0,-1 1 0,0-1 0,0 0 0,0-1 0,1 1 0,-1 0 0,0-1 0,0 0 0,0 0 0,0 0 0,5-2 0,0-1-88,-1-1 1,0 0-1,0 0 1,0 0-1,12-13 1,-16 14 241,1-1-1,0 1 1,1 0 0,-1 1 0,1-1-1,-1 1 1,1 0 0,0 0 0,0 0-1,1 1 1,-1-1 0,0 1 0,1 1-1,9-3 1,-13 40 1835,-1-32-1913,-1 0 0,1 0 0,0 0 0,1-1 0,-1 1 0,1 0 0,-1-1 0,1 0 0,0 1 0,0-1 0,0 0 0,1 0 0,-1 0 0,1 0 0,0 0-1,0-1 1,6 5 0,25 7-1613,7-9-3769,-16-5-630</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5.073"/>
    </inkml:context>
    <inkml:brush xml:id="br0">
      <inkml:brushProperty name="width" value="0.025" units="cm"/>
      <inkml:brushProperty name="height" value="0.025" units="cm"/>
    </inkml:brush>
  </inkml:definitions>
  <inkml:trace contextRef="#ctx0" brushRef="#br0">5 189 6369,'0'0'17029,"-2"28"-15780,-1 91-126,4-94-664,0-1 0,7 39 0,-1 4-352,-7 13-77,0-79-51,0-10-215,0-18-13,1 1 1,1-1-1,1 0 0,1 1 1,12-41-1,59-121-1332,-62 161 1470,2 1-1,0 0 1,2 1-1,33-39 1,-47 61 156,0 0 0,-1 1 0,2-1 0,-1 0 1,0 1-1,0 0 0,1 0 0,-1 0 0,1 0 0,0 0 0,0 1 0,6-2 1,-9 3-8,1 0 0,-1 0 0,0 0 1,0 0-1,0 0 0,0 0 0,1 1 1,-1-1-1,0 0 0,0 1 1,0-1-1,0 1 0,0-1 0,0 1 1,0 0-1,0-1 0,0 1 1,0 0-1,0 0 0,-1 0 0,1-1 1,0 1-1,-1 0 0,1 0 0,0 0 1,-1 0-1,1 0 0,-1 0 1,1 0-1,-1 1 0,0-1 0,1 0 1,-1 0-1,0 0 0,0 0 1,0 0-1,0 1 0,0-1 0,0 0 1,0 0-1,0 0 0,-1 3 0,1 78 1428,-1-80-1438,1 0 0,-1 0-1,0 0 1,0-1 0,0 1 0,0 0-1,0 0 1,0-1 0,-1 1 0,1-1 0,-1 1-1,1-1 1,-1 1 0,1-1 0,-1 0-1,0 0 1,1 0 0,-1 0 0,0 0-1,0 0 1,0 0 0,0-1 0,0 1-1,0-1 1,0 1 0,0-1 0,0 0 0,-4 0-1,-65 5 395,69-5-423,1 0 204,-22-3-1727,23 3 1267,0 0 1,-1-1-1,1 1 0,-1 0 1,1-1-1,0 1 1,-1-1-1,1 1 0,0-1 1,0 1-1,-1 0 1,1-1-1,0 1 0,0-1 1,0 1-1,0-1 1,-1 1-1,1-1 1,0 1-1,0-1 0,0 1 1,0-1-1,0 1 1,0-1-1,0 0 0,0 1 1,1-1-1,-1 1 1,0-1-1,0 1 0,0-1 1,0 1-1,1 0 1,-1-1-1,0 1 0,1-1 1,-1 1-1,0-1 1,1 1-1,0-1 1,9-9-8518</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5.431"/>
    </inkml:context>
    <inkml:brush xml:id="br0">
      <inkml:brushProperty name="width" value="0.025" units="cm"/>
      <inkml:brushProperty name="height" value="0.025" units="cm"/>
    </inkml:brush>
  </inkml:definitions>
  <inkml:trace contextRef="#ctx0" brushRef="#br0">213 0 13771,'0'0'9550,"-12"26"-7630,-2 7-1379,-1 2 139,-2-1 1,-28 42-1,22-39 135,-28 62 0,44-83-763,1 0 0,1-1 1,0 2-1,2-1 0,-1 0 0,2 1 0,-1 21 0,3-35-60,0 1 0,0 0 0,0-1 0,0 1 0,1-1 0,0 1 0,-1 0 0,1-1 0,0 1 0,1-1 0,-1 0 0,1 1 0,-1-1 0,1 0 0,0 0 0,3 3 0,-2-3-114,0-1 0,0 0 0,1 0 0,-1 0 0,0-1-1,1 1 1,-1-1 0,1 0 0,0 0 0,-1 0 0,1 0 0,0-1 0,-1 1 0,1-1 0,0 0 0,4 0 0,2 0-1572,-8 0 890,1 1-1,-1-1 1,0 0 0,0 0-1,0 0 1,0 0-1,0 0 1,0 0 0,0-1-1,0 1 1,0-1 0,0 1-1,0-1 1,0 0 0,0 0-1,0 0 1,3-2-1,-3-9-8849</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5.682"/>
    </inkml:context>
    <inkml:brush xml:id="br0">
      <inkml:brushProperty name="width" value="0.025" units="cm"/>
      <inkml:brushProperty name="height" value="0.025" units="cm"/>
    </inkml:brush>
  </inkml:definitions>
  <inkml:trace contextRef="#ctx0" brushRef="#br0">0 1 12259,'0'0'13018,"84"70"-12586,-59-54-215,8 3-209,-1-6-8,-7 0-128,14-3-1001,6-4-1119,-7-3-3065,-6-3-5714</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6.025"/>
    </inkml:context>
    <inkml:brush xml:id="br0">
      <inkml:brushProperty name="width" value="0.025" units="cm"/>
      <inkml:brushProperty name="height" value="0.025" units="cm"/>
    </inkml:brush>
  </inkml:definitions>
  <inkml:trace contextRef="#ctx0" brushRef="#br0">1 0 6665,'0'0'13567,"32"7"-10337,59 28-675,-48-20-2489,-23-11-590,-11-4-4550,-6 0 1289</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6.456"/>
    </inkml:context>
    <inkml:brush xml:id="br0">
      <inkml:brushProperty name="width" value="0.025" units="cm"/>
      <inkml:brushProperty name="height" value="0.025" units="cm"/>
    </inkml:brush>
  </inkml:definitions>
  <inkml:trace contextRef="#ctx0" brushRef="#br0">449 0 9418,'0'0'10537,"0"6"-9718,-1 10-607,-2-1 0,0 1 0,-1-1 0,-1 0 1,0 0-1,-1 0 0,-8 14 0,-14 39-105,14-23-93,3 0 0,1 0-1,-6 68 1,8 138-52,8-246 36,0 0 0,0 0 0,-1 0 0,1 0 0,-1 0 0,0 0 0,-1-1 0,1 1 0,-4 6 0,5-10 4,-1 0 0,1 0 0,-1-1 0,1 1 0,-1 0 0,0-1 0,1 1 0,-1 0 0,0-1 0,0 1 0,1-1 0,-1 1 0,0-1 0,0 1 0,0-1 0,0 1 0,0-1 0,0 0 0,0 0 0,-1 1 0,-1-1 7,1-1 0,0 1 1,0 0-1,0-1 0,0 1 1,0-1-1,0 0 0,0 0 1,0 0-1,0 0 1,0 0-1,0 0 0,-2-2 1,-10-9 211,1-1 0,1 0 1,0-1-1,-16-23 1,0 1 176,-112-137 1204,138 171-1673,1-1 0,-1 0 0,0 1 0,1-1 0,0 0 1,0 0-1,0 0 0,0 0 0,0 0 0,0 0 0,1 0 0,-1-4 0,28 6-3892,4 1-531,1 0-2028</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17.032"/>
    </inkml:context>
    <inkml:brush xml:id="br0">
      <inkml:brushProperty name="width" value="0.025" units="cm"/>
      <inkml:brushProperty name="height" value="0.025" units="cm"/>
    </inkml:brush>
  </inkml:definitions>
  <inkml:trace contextRef="#ctx0" brushRef="#br0">47 0 7034,'0'0'13054,"20"14"-10193,-19-13-2791,0 0-1,-1 0 1,0 0 0,1-1-1,-1 1 1,0 0 0,1 0-1,-1 0 1,0 0 0,0 0 0,0 0-1,1 0 1,-1 0 0,0 0-1,-1 0 1,1 0 0,0 0-1,0 0 1,0 0 0,0 0 0,-1 0-1,1-1 1,0 1 0,-1 0-1,1 0 1,-1 0 0,1 0-1,-1-1 1,0 1 0,1 0-1,-1 0 1,0-1 0,1 1 0,-2 1-1,-2-1 113,0 0 0,0-1-1,1 1 1,-1-1 0,0 0-1,0 0 1,-6 0 0,-5-1-109,14 1-50,0 0 1,1-1-1,-1 1 1,0-1-1,1 1 1,-1-1-1,1 0 0,-1 1 1,1-1-1,-1 0 1,1 1-1,0-1 0,-1 0 1,1 1-1,0-1 1,-1 0-1,1 0 1,0 1-1,0-1 0,0 0 1,-1 0-1,1 0 1,0 1-1,0-1 0,0 0 1,1-1-1,-2 2-15,1-1 0,0 0 1,0 0-1,0 1 0,0-1 0,0 0 0,0 1 0,0-1 0,1 0 0,-1 1 0,0-1 1,0 0-1,0 1 0,1-1 0,-1 0 0,0 1 0,1-1 0,-1 1 0,0-1 0,1 1 1,-1-1-1,1 0 0,-1 1 0,1 0 0,-1-1 0,1 1 0,0-1 0,-1 1 0,1 0 1,-1-1-1,1 1 0,0 0 0,-1 0 0,1-1 0,1 1 0,11 0-5,-11-1 20,1 1 0,-1 0 1,0 0-1,1 0 0,-1 0 1,1 1-1,-1-1 0,1 1 1,-1-1-1,5 3 1,-6-2 56,0 0 0,0 0 1,-1 1-1,1-1 1,0 0-1,0 1 1,-1-1-1,1 0 1,-1 1-1,1-1 1,-1 1-1,0-1 0,1 1 1,-1-1-1,0 1 1,0 0-1,0-1 1,0 1-1,-1 2 1,1-4 41,-25 4-7982,5-1-995</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0"/>
    </inkml:context>
    <inkml:brush xml:id="br0">
      <inkml:brushProperty name="width" value="0.025" units="cm"/>
      <inkml:brushProperty name="height" value="0.025" units="cm"/>
      <inkml:brushProperty name="color" value="#E71224"/>
    </inkml:brush>
  </inkml:definitions>
  <inkml:trace contextRef="#ctx0" brushRef="#br0">148 125 2833,'0'0'7559,"3"-2"-3828,11-9 2932,-19 11-6559,0 0 0,0 0 0,0 1 1,0 0-1,0 0 0,0 0 0,1 0 1,-1 1-1,0 0 0,1 0 0,-1 0 1,-5 4-1,3 0-45,-1 0 0,1 1-1,0 0 1,1 0 0,-11 15 0,12-13 38,-1 0 0,2 0 0,-1 0 0,1 1 1,0-1-1,1 1 0,0 0 0,1 0 0,-2 13 0,1 11 339,1 48 1,2-61-318,1-19-111,-1 0 0,1 1 0,-1-1 0,1 0 0,0 0 0,0 0 0,0 0 0,0 0 0,0-1-1,0 1 1,0 0 0,1 0 0,-1-1 0,0 1 0,1-1 0,0 1 0,-1-1 0,1 1 0,0-1 0,0 0 0,0 0 0,0 0 0,0 0-1,0 0 1,0-1 0,0 1 0,0-1 0,0 1 0,0-1 0,0 0 0,4 1 0,12 1 79,-1-1-1,34-1 1,-33 0-46,0 0-19,-1-1 1,0 0-1,30-6 1,-38 5-8,-1-1 0,0 0 1,0-1-1,-1 1 0,1-2 1,-1 1-1,0-1 0,0 0 0,10-10 1,-4 4 11,-1 0 0,0-1 0,16-23 0,-25 29 0,1 0-1,-1 0 1,0 0-1,-1 0 0,0-1 1,0 1-1,0-1 1,0 1-1,-1-1 0,-1 0 1,1-12-1,-1 0-6,1 0 15,-1 0-1,-2 0 1,-4-29 0,4 41 11,0 0-1,0 1 1,-1-1 0,0 1 0,0-1 0,-1 1 0,0 0 0,0 1 0,0-1 0,0 0 0,-1 1 0,0 0 0,-7-5 0,6 5 23,-1 0-1,0 1 1,0-1 0,0 1 0,0 1 0,-1 0 0,0 0 0,1 0 0,-1 1 0,0 0 0,0 1 0,0-1 0,-10 1 0,-21-5 21,84 6-7113,-7 6 1784</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1"/>
    </inkml:context>
    <inkml:brush xml:id="br0">
      <inkml:brushProperty name="width" value="0.025" units="cm"/>
      <inkml:brushProperty name="height" value="0.025" units="cm"/>
      <inkml:brushProperty name="color" value="#E71224"/>
    </inkml:brush>
  </inkml:definitions>
  <inkml:trace contextRef="#ctx0" brushRef="#br0">9 65 5897,'0'0'11093,"0"-10"-10078,0-44 2231,0 54-3157,0 0-1,0 0 1,-1 0-1,1 0 0,0 0 1,0 0-1,0 0 1,0-1-1,-1 1 1,1 0-1,0 0 0,0 0 1,0 0-1,0 0 1,-1 0-1,1 0 1,0 0-1,0 0 1,0 0-1,0 0 0,-1 0 1,1 1-1,0-1 1,0 0-1,0 0 1,0 0-1,-1 0 0,1 0 1,0 0-1,0 0 1,0 0-1,0 0 1,0 1-1,0-1 0,-1 0 1,1 0-1,0 0 1,0 0-1,0 0 1,0 1-1,0-1 1,0 0-1,0 0 0,0 0 1,0 0-1,0 0 1,0 1-1,0-1 1,0 0-1,0 0 1,-2 118 1775,9 194-214,-6-184 186,-1-127-1055,6-28-1653,-5 25 636,1 0 1,-1 0-1,0 0 0,0 0 0,1 0 0,0 0 0,-1 1 1,1-1-1,0 0 0,0 1 0,-1-1 0,1 1 1,0 0-1,1 0 0,-1 0 0,0 0 0,0 0 0,0 0 1,1 0-1,1 0 0,52-3-7861,-43 5 5404,26-1-8553</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2"/>
    </inkml:context>
    <inkml:brush xml:id="br0">
      <inkml:brushProperty name="width" value="0.025" units="cm"/>
      <inkml:brushProperty name="height" value="0.025" units="cm"/>
    </inkml:brush>
  </inkml:definitions>
  <inkml:trace contextRef="#ctx0" brushRef="#br0">65 116 3545,'0'0'11465,"-5"-5"-5624,4 1-5998,1 2 184,1 0-1,-1-1 1,1 1 0,0 0 0,0 0-1,0 0 1,0 0 0,0 0 0,1 0-1,-1 0 1,0 0 0,1 1 0,0-1-1,-1 0 1,1 1 0,0-1 0,0 1-1,0 0 1,0 0 0,0-1 0,0 1-1,0 1 1,3-2 0,56-19-58,-50 18 61,33-9 17,1 2 0,0 2 0,1 3 0,81-1 0,-118 5 0,1 1 0,0 1 0,0-1 1,-1 2-1,1-1 0,11 5 0,-18-5-30,0 0 0,0 1 0,-1-1 0,1 1-1,-1 0 1,0 0 0,1-1 0,-1 2 0,0-1 0,0 0 0,0 0 0,-1 1-1,1-1 1,0 1 0,-1-1 0,0 1 0,0 0 0,1 0 0,-2-1 0,1 1 0,0 0-1,0 0 1,-1 0 0,1 3 0,-1-1 18,0 0 0,0 1-1,-1-1 1,1 0 0,-1 0-1,0 0 1,0 0 0,-1 0-1,1-1 1,-1 1 0,0 0 0,-1-1-1,1 1 1,-1-1 0,0 0-1,0 0 1,0 0 0,0 0-1,-1 0 1,-6 5 0,-9 7 30,-1-2-1,0 1 1,-24 10-1,15-7 17,-18 14-19,42-31-74,4-1-18,15 0-36,20 5 77,0 2 1,0 1-1,-1 1 1,0 2-1,34 16 1,-65-26-14,0 0 0,-1-1 0,1 1 0,0 0 0,-1 0 0,1 1 0,0-1 0,-1 0 0,0 1 0,1-1 0,-1 0-1,0 1 1,1 0 0,-1-1 0,0 1 0,0 0 0,0-1 0,-1 1 0,1 0 0,0 0 0,-1 0 0,1 0 0,-1 0 0,1 0 0,-1 0 0,0-1 0,0 1 0,0 0 0,0 0 0,0 0 0,-1 0 0,1 0 0,-1 0-1,1 0 1,-1 0 0,1 0 0,-2 2 0,-1 3 31,-1 1 1,0-1-1,0 0 0,0 0 0,-1-1 1,0 1-1,-10 9 0,-14 11 621,-1-1 0,-1-2 0,-68 41 1,80-55-414,1-1 0,-1-1 0,0 0 0,-1-2 0,0 0 0,0-1 0,0-1 1,0-1-1,-31 1 0,49-4-230,0-1-1,0 1 1,0 0 0,0-1 0,1 1-1,-1-1 1,0 1 0,0-1 0,1 0-1,-1 0 1,0 0 0,1 0 0,-1 0-1,1 0 1,-1 0 0,1 0 0,0-1 0,-1 1-1,1-1 1,0 1 0,0-1 0,0 1-1,0-1 1,0 0 0,0 1 0,1-1-1,-1 0 1,1 0 0,-1-1 0,0 1-99,1 0 1,-1 0 0,0 0-1,1 0 1,-1 1 0,0-1-1,0 0 1,0 1-1,0-1 1,-1 0 0,1 1-1,0-1 1,-1 1 0,1 0-1,-1 0 1,1-1 0,-1 1-1,0 0 1,1 0-1,-1 0 1,0 1 0,0-1-1,-3-1 1,-63 1-5059,30 1-280</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3"/>
    </inkml:context>
    <inkml:brush xml:id="br0">
      <inkml:brushProperty name="width" value="0.025" units="cm"/>
      <inkml:brushProperty name="height" value="0.025" units="cm"/>
    </inkml:brush>
  </inkml:definitions>
  <inkml:trace contextRef="#ctx0" brushRef="#br0">0 9 3593,'0'0'14088,"5"-1"-13096,67-7 3402,47 9-3248,-45 0-1027,-71-1-115,11 0 1,0 0 1,-1 1-1,1 0 0,0 1 1,14 4-1,-24-4-5,0-1-1,0 1 1,0-1-1,-1 1 1,1 0-1,-1 1 1,1-1-1,-1 1 1,0-1-1,0 1 1,0 0-1,0 0 1,0 0-1,-1 1 1,0-1-1,1 1 1,-1-1-1,-1 1 1,1 0-1,0-1 1,1 9-1,1 3 32,-1 0 0,-1 1 0,0-1 0,-1 1 0,-1-1 0,-1 1 0,-3 24 0,-30 108 379,11-59-165,15-54-209,1-4 7,1 1 1,1-1-1,-1 38 0,6-66-29,0-39-4735,0 14 252,0 3-1766</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4"/>
    </inkml:context>
    <inkml:brush xml:id="br0">
      <inkml:brushProperty name="width" value="0.025" units="cm"/>
      <inkml:brushProperty name="height" value="0.025" units="cm"/>
    </inkml:brush>
  </inkml:definitions>
  <inkml:trace contextRef="#ctx0" brushRef="#br0">0 36 4561,'0'0'14043,"199"-35"-13923,-154 35-120,26 0-352,-14 0-2145,1 0-4488</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5"/>
    </inkml:context>
    <inkml:brush xml:id="br0">
      <inkml:brushProperty name="width" value="0.025" units="cm"/>
      <inkml:brushProperty name="height" value="0.025" units="cm"/>
    </inkml:brush>
  </inkml:definitions>
  <inkml:trace contextRef="#ctx0" brushRef="#br0">123 1 7762,'0'0'14039,"-8"4"-13433,-39 34 32,44-35-619,0 0 0,1 0-1,-1 0 1,1 1 0,0-1 0,0 0 0,0 1 0,0 0 0,1-1 0,-1 1 0,1 0 0,0 0 0,0 0 0,0 0 0,0 6 0,2-7-18,-1 1 0,1-1 0,-1 1 0,1-1 0,0 1 1,1-1-1,-1 0 0,0 1 0,1-1 0,0 0 0,0 0 1,0 0-1,0 0 0,0-1 0,0 1 0,1-1 0,-1 1 1,1-1-1,0 0 0,0 0 0,0 0 0,6 3 0,9 4 6,0 0 0,1-2 0,21 6 0,15 7-3,-43-15 1,0 0-5,0 1-1,-1 0 0,0 0 1,12 10-1,-21-15 1,0 1 1,0-1-1,0 1 1,-1-1-1,1 1 1,0 0 0,-1 0-1,0 0 1,1 0-1,-1 0 1,0 0-1,0 0 1,0 0-1,0 0 1,-1 0-1,1 1 1,0-1-1,-1 0 1,0 1-1,1-1 1,-1 0-1,0 1 1,0-1-1,-1 0 1,1 1 0,0-1-1,-1 0 1,1 1-1,-2 2 1,-1-2 13,0 1 0,0-1 0,0 0 0,0 0 1,0 0-1,-1-1 0,1 1 0,-1-1 0,0 0 1,0 0-1,0 0 0,0 0 0,0-1 0,-6 2 1,-6 3 77,-19 9-10,0-1 1,-1-2-1,-1-2 1,-73 12-1,109-22-148,1 0 0,0 0-1,-1 0 1,1 0 0,0 0 0,-1 0-1,1 0 1,0 0 0,-1 0 0,1 0-1,0 0 1,-1 0 0,1 0 0,0 0-1,-1 0 1,1 0 0,0 0 0,-1 0-1,1-1 1,0 1 0,-1 0 0,1 0-1,0 0 1,0-1 0,-1 1 0,1 0-1,0 0 1,0-1 0,0 1 0,-1 0-1,1 0 1,0-1 0,0 1 0,0 0-1,0-1 1,-1 1 0,1 0 0,0-1-1,0 1 1,0-1 0,3-14-823,-2 10 379,34-85-7580,-15 41 715</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6"/>
    </inkml:context>
    <inkml:brush xml:id="br0">
      <inkml:brushProperty name="width" value="0.025" units="cm"/>
      <inkml:brushProperty name="height" value="0.025" units="cm"/>
    </inkml:brush>
  </inkml:definitions>
  <inkml:trace contextRef="#ctx0" brushRef="#br0">1 11 8058,'0'0'9066,"180"-10"-8546,-123 10-304,7 0-216,58 6-40,-13-6-1264,1 0-4538</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7"/>
    </inkml:context>
    <inkml:brush xml:id="br0">
      <inkml:brushProperty name="width" value="0.025" units="cm"/>
      <inkml:brushProperty name="height" value="0.025" units="cm"/>
    </inkml:brush>
  </inkml:definitions>
  <inkml:trace contextRef="#ctx0" brushRef="#br0">1 67 4809,'0'0'6331,"29"-9"-5374,91-26-131,-97 29 244,0 0 1,0 2-1,1 1 0,-1 0 1,1 2-1,33 2 1,-5 1 483,-49-2-1495,0 0 0,0 0 0,0 1 0,0 0 0,0-1 0,0 1 0,0 0 0,0 1 0,0-1 0,0 0 0,0 1 0,-1 0 0,1-1 0,0 1 0,-1 0 0,0 1 0,1-1 0,-1 0 0,0 0 0,0 1 0,0 0 0,-1-1 0,1 1 0,-1 0 0,1 0 0,-1 0 0,0 0-1,0 0 1,0 0 0,0 0 0,-1 0 0,1 0 0,-1 0 0,0 0 0,0 1 0,0-1 0,0 0 0,-1 0 0,1 0 0,-1 0 0,0 0 0,0 0 0,0 0 0,0 0 0,0 0 0,-1 0 0,1 0 0,-1-1 0,0 1 0,0 0 0,0-1 0,-2 3 0,-155 130 562,158-133-622,-1-1 0,1 1-1,-1-1 1,1 1 0,-1 0-1,1 0 1,0 0 0,0-1-1,0 1 1,0 0 0,0 0-1,-1 3 1,3-4 5,-1 0 0,0 0 1,1 0-1,-1-1 0,1 1 0,-1 0 0,1-1 1,-1 1-1,1 0 0,-1-1 0,1 1 1,0-1-1,-1 1 0,1-1 0,0 1 1,-1-1-1,1 1 0,0-1 0,0 0 0,-1 0 1,1 1-1,0-1 0,0 0 0,0 0 1,0 0-1,-1 0 0,1 0 0,0 0 1,0 0-1,0 0 0,0 0 0,-1 0 1,1 0-1,0 0 0,1-1 0,489 1 1815,-490 0-1273,-42 1-2069,25-2-4360</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8"/>
    </inkml:context>
    <inkml:brush xml:id="br0">
      <inkml:brushProperty name="width" value="0.025" units="cm"/>
      <inkml:brushProperty name="height" value="0.025" units="cm"/>
    </inkml:brush>
  </inkml:definitions>
  <inkml:trace contextRef="#ctx0" brushRef="#br0">1 101 3529,'0'0'9706,"2"-13"-8779,0 1-376,5-29-417,-5 6 4786,0 156-2950,19 135-1,6-4-1411,-19-55-2025,-9-177-1335,0-88-5593,-4 33 220</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49"/>
    </inkml:context>
    <inkml:brush xml:id="br0">
      <inkml:brushProperty name="width" value="0.025" units="cm"/>
      <inkml:brushProperty name="height" value="0.025" units="cm"/>
    </inkml:brush>
  </inkml:definitions>
  <inkml:trace contextRef="#ctx0" brushRef="#br0">64 637 1768,'0'0'7285,"28"-10"-6267,90-30 131,-103 35-729,1 0 1,0 1-1,0 1 0,0 0 1,31-1-1,6 1 192,624-57 1136,-119 15-1767,55-14 53,248-26-97,-24 25 45,-442 39 51,126-14-12,78-8-20,213 7 7,-375 13 7,185-7-6,-7 1-9,254-3-8,-561 31 10,709 14 14,-329 8 401,-233-10 666,-378-10-188,-77 0-733,0 0 1,0 0-1,0 0 0,0 0 1,0 0-1,0 0 0,0 0 1,0 0-1,0 0 0,-1 0 1,1 1-1,0-1 0,-1 0 1,1 0-1,-1-1 0,1 1 1,-1 0-1,1 0 0,-1 0 1,0 0-1,-1 1 0,-1 1-38,0 1 0,0 0-1,0 0 1,0 0-1,1 0 1,-1 1 0,1-1-1,0 0 1,1 1-1,-1 0 1,1-1 0,-1 1-1,2 0 1,-2 10-1,1 10 325,2 45 0,1-22 67,18 436 904,-21-369-931,-18 144 0,5-136 120,3 167 1,11-288-211,0-3-392,0-1 0,0 1-1,0 0 1,0-1 0,0 1 0,0-1-1,-1 1 1,1 0 0,0-1 0,-1 1-1,1 0 1,-1 0 0,1-1-1,-1 1 1,0 0 0,1 0 0,-1 0-1,0 0 1,0 0 0,0 0-1,0 0 1,0 0 0,-1-1 0,-17-5-16,0 1 1,0 1-1,0 0 1,-1 2-1,-28-2 0,5-1 12,-115-9-149,-275 8-1,237 9 91,-202-3-34,-925 18-44,879 16 185,132-8-36,-594 14-20,451-17-9,428-21 14,-281 21-9,-366 13 38,-31-24-17,0 0-145,-169 1 16,477-5 131,89-5-15,-191 5-156,203-3 131,-249 19-7,135 21 63,-138-24-431,492-20 393,55 0 61,-25 0 98,-56 3 224,81-3-303,15 0-104,77-13-1733,-28 4-3428,-13 2-1340</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0"/>
    </inkml:context>
    <inkml:brush xml:id="br0">
      <inkml:brushProperty name="width" value="0.025" units="cm"/>
      <inkml:brushProperty name="height" value="0.025" units="cm"/>
    </inkml:brush>
  </inkml:definitions>
  <inkml:trace contextRef="#ctx0" brushRef="#br0">26 29 3633,'0'0'9459,"-3"-3"-8972,-19-23 5251,22 57-4373,2 58-299,3-1 1,5-1-1,23 100 1,-14-79-795,-5 0 1,-5 2-1,-5 115 1,-4-224-303,0 0 0,0 0 1,0-1-1,0 1 0,0 0 1,0-1-1,0 1 0,0 0 1,0-1-1,0 1 0,0 0 1,1 0-1,-1-1 0,0 1 1,0-1-1,1 1 0,-1 0 1,0-1-1,1 1 1,-1-1-1,1 1 0,-1-1 1,1 1-1,-1-1 0,1 1 1,-1-1-1,1 1 0,0-1 1,0 1-1,20-6-2190,19-24-3520,-39 28 5537,24-21-5468</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1"/>
    </inkml:context>
    <inkml:brush xml:id="br0">
      <inkml:brushProperty name="width" value="0.025" units="cm"/>
      <inkml:brushProperty name="height" value="0.025" units="cm"/>
    </inkml:brush>
  </inkml:definitions>
  <inkml:trace contextRef="#ctx0" brushRef="#br0">1 9 5537,'0'0'7551,"5"-3"-6741,-4 3-752,-1-1-1,1 1 1,0-1 0,0 1 0,-1-1 0,1 1 0,0-1 0,0 1 0,0 0 0,0-1 0,-1 1 0,1 0 0,0 0-1,0-1 1,0 1 0,0 0 0,0 0 0,0 0 0,0 0 0,0 0 0,-1 1 0,1-1 0,0 0 0,2 1 0,-2 2 208,0-1 0,-1 1 0,1 0 0,0 0 0,-1 0 0,0 1 0,1-1 0,-1 0 0,-1 0 0,1 3 0,-9 336 5636,6 212-4400,3-552-1556,10 88 191,2-46-1553,10-10-3530,-9-25-944</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2"/>
    </inkml:context>
    <inkml:brush xml:id="br0">
      <inkml:brushProperty name="width" value="0.025" units="cm"/>
      <inkml:brushProperty name="height" value="0.025" units="cm"/>
    </inkml:brush>
  </inkml:definitions>
  <inkml:trace contextRef="#ctx0" brushRef="#br0">0 0 5401,'0'0'9825,"2"27"-7815,-2-6-1555,3 35 1282,12 76 0,-13-118-1464,76 495 4614,-43 3-4622,-35-500-281,8 180-1227,-8-189 1110,0-1-1,0 0 1,0 1 0,1-1 0,-1 0 0,1 0-1,0 0 1,0 1 0,-1-1 0,1 0 0,0 0-1,1 0 1,-1 0 0,0 0 0,1-1 0,-1 1-1,1 0 1,-1-1 0,1 1 0,0-1 0,0 1-1,0-1 1,4 2 0,0-1-1202,1 0 0,0-1 1,-1 0-1,1 0 0,0 0 0,13-2 1,11 1-6872</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3"/>
    </inkml:context>
    <inkml:brush xml:id="br0">
      <inkml:brushProperty name="width" value="0.025" units="cm"/>
      <inkml:brushProperty name="height" value="0.025" units="cm"/>
    </inkml:brush>
  </inkml:definitions>
  <inkml:trace contextRef="#ctx0" brushRef="#br0">11 1 4297,'0'0'14034,"-1"6"-12986,-5 47 588,3 0 0,4 89 1,2-38-550,-3-5-534,4 0 1,24 133-1,-22-198-515,56 329 29,-59-257-442,-4-67-522,1-37 691,0 0 0,0 1 0,1-1 1,-1 0-1,0 0 0,1 0 0,-1 0 0,1 0 0,0 1 0,0-1 0,0 0 0,1 3 0,16 6-5063,-5-10 414</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4"/>
    </inkml:context>
    <inkml:brush xml:id="br0">
      <inkml:brushProperty name="width" value="0.025" units="cm"/>
      <inkml:brushProperty name="height" value="0.025" units="cm"/>
    </inkml:brush>
  </inkml:definitions>
  <inkml:trace contextRef="#ctx0" brushRef="#br0">0 0 7770,'0'0'14425,"5"35"-13060,30 215 1257,9 516 2005,-45-734-4607,0 7 5,1 1-1,2 0 0,2 0 0,2 0 0,15 57 1,-15-89-1905,-8-12-2475,-14-6-1973</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5"/>
    </inkml:context>
    <inkml:brush xml:id="br0">
      <inkml:brushProperty name="width" value="0.025" units="cm"/>
      <inkml:brushProperty name="height" value="0.025" units="cm"/>
    </inkml:brush>
  </inkml:definitions>
  <inkml:trace contextRef="#ctx0" brushRef="#br0">1 136 2921,'0'0'14569,"8"-2"-13295,2-2-864,-6 3-194,0-1-1,0 1 1,0 0 0,0 0-1,0 1 1,0-1-1,6 1 1,-8 3 20,0-1 0,0 1 0,0 0 1,-1 0-1,1 0 0,-1 0 0,0 0 0,0 1 0,0-1 0,0 4 0,3 4 124,-2-4-263,0 0 1,0 0 0,0 0-1,-1 0 1,1 13-1,6 24 51,1-14 153,-6-19-213,0 1 0,1-1 0,1 0 0,-1 0-1,9 12 1,-11-19-66,1-1-1,0 1 0,0-1 1,1 0-1,-1 1 1,1-2-1,-1 1 1,1 0-1,0-1 0,0 0 1,0 1-1,0-2 1,0 1-1,1 0 1,-1-1-1,1 0 0,-1 0 1,5 0-1,50 5 274,114-6 0,-72-2-143,-69-1-144,0-1 1,0-2 0,-1-1 0,0-1 0,0-1-1,-1-2 1,31-16 0,-11 6 8,69-19 0,-91 32-22,1 1 0,0 2 0,0 0 0,0 2 0,0 1 0,1 2 0,43 4 0,-66-2 17,-1 0 1,0 1-1,0 0 1,0 0 0,0 0-1,0 1 1,-1 0-1,9 7 1,15 10 42,-18-12 6,-1-1 1,0 1 0,0 1 0,-1 0-1,0 0 1,7 12 0,-15-20 571,-4-5-578,-21-30-39,23 32-19,0 0 0,1-1 0,-1 1 0,0 0 0,1 0-1,-1 0 1,1-1 0,-1 1 0,1 0 0,-1-1 0,1 1 0,0 0-1,0-1 1,0 1 0,0 0 0,0-1 0,0 1 0,0-1 0,0 1-1,1 0 1,-1-1 0,0 1 0,1 0 0,-1 0 0,1-1-1,-1 1 1,1 0 0,0 0 0,0 0 0,-1 0 0,1-1 0,0 1-1,1-1 1,19-9-60,0 1 0,1 0 0,-1 2 0,2 0 0,30-5 0,119-15-563,224 10-129,-384 19 753,1 1 1,-1 1-1,0 0 0,0 1 0,0 0 0,-1 1 0,1 0 1,-1 0-1,20 14 0,-13-8 1,1 0-1,26 8 1,-15-10 1,0-2 0,1-2 0,-1 0 0,1-2 0,0-2 0,0 0 0,49-7 0,-71 5 2,-1 0 1,0-1 0,1 0 0,-1 0 0,0-1 0,0 0 0,0 0 0,-1-1-1,1 0 1,-1 0 0,0-1 0,0 0 0,0 0 0,-1-1 0,1 0-1,-1 0 1,-1 0 0,1-1 0,-1 0 0,-1 0 0,1 0 0,-1-1 0,0 1-1,-1-1 1,1 0 0,-2 0 0,1 0 0,-1 0 0,0-1 0,-1 1 0,0-1-1,0-12 1,-2 4-2,3-47 15,-2 60-5,0 0 0,0 1 1,1-1-1,0 0 0,0 0 0,0 0 1,0 1-1,1-1 0,-1 1 0,1-1 1,0 1-1,3-5 0,-4 7 1851,-19 20-3485,-57 39-5392,27-29-405</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6"/>
    </inkml:context>
    <inkml:brush xml:id="br0">
      <inkml:brushProperty name="width" value="0.025" units="cm"/>
      <inkml:brushProperty name="height" value="0.025" units="cm"/>
    </inkml:brush>
  </inkml:definitions>
  <inkml:trace contextRef="#ctx0" brushRef="#br0">196 25 8618,'0'0'12308,"-7"-5"-11569,1 2-656,0 0 0,0 1 1,0-1-1,0 1 0,-1 1 0,1-1 1,0 1-1,-1 0 0,1 0 1,-1 1-1,1 0 0,-1 0 0,0 0 1,1 1-1,-1 0 0,1 1 1,0-1-1,-1 1 0,1 0 1,0 1-1,0-1 0,0 1 0,-7 6 1,11-8-82,0 0-1,0 0 1,0 0 0,0 0 0,0 0 0,1 1 0,-1-1-1,1 1 1,-1-1 0,1 1 0,-1 0 0,1-1 0,0 1-1,0 0 1,0 0 0,0 0 0,0 0 0,0 0-1,1 0 1,-1 0 0,1 0 0,-1 0 0,1 5 0,0-5-8,1 0 1,0-1 0,0 1 0,0 0 0,0 0 0,1-1-1,-1 1 1,0 0 0,1-1 0,-1 1 0,1-1 0,-1 0-1,1 0 1,0 1 0,0-1 0,-1 0 0,1 0-1,0-1 1,0 1 0,0 0 0,0-1 0,0 1 0,0-1-1,0 1 1,2-1 0,48 9-36,34 8 7,-79-15 15,0 0 0,0 1-1,-1 0 1,1 0-1,-1 0 1,0 1-1,0-1 1,0 2-1,7 5 1,-12-9 17,-1-1 0,1 1 1,-1-1-1,0 1 0,1-1 0,-1 1 1,1 0-1,-1-1 0,0 1 0,1 0 1,-1-1-1,0 1 0,0 0 1,0 0-1,1-1 0,-1 1 0,0 0 1,0-1-1,0 1 0,0 0 1,0 0-1,0-1 0,-1 1 0,1 0 1,0 0-1,0-1 0,0 1 0,-1 0 1,1-1-1,0 1 0,-1 0 1,1-1-1,0 1 0,-1-1 0,1 1 1,-1 0-1,1-1 0,-1 1 1,1-1-1,-1 0 0,0 1 0,0 0 1,-28 15 137,-17 3 66,34-13-165,-1 0-1,0-1 1,0-1-1,0 0 1,-1 0 0,1-1-1,-27 2 1,39-5-222,13-9-1698,56-25-4443,-26 19-51</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7"/>
    </inkml:context>
    <inkml:brush xml:id="br0">
      <inkml:brushProperty name="width" value="0.025" units="cm"/>
      <inkml:brushProperty name="height" value="0.025" units="cm"/>
    </inkml:brush>
  </inkml:definitions>
  <inkml:trace contextRef="#ctx0" brushRef="#br0">131 179 5705,'0'0'16613,"-18"9"-15825,-57 30-161,73-38-599,0 0 0,0 0 0,-1 0 0,1 0 0,0 1 0,0-1 0,0 1 0,1-1 0,-1 1 0,0 0 0,0 0 1,1-1-1,-1 1 0,1 0 0,0 1 0,-1-1 0,1 0 0,0 0 0,0 0 0,1 1 0,-1-1 0,0 0 0,1 1 0,-1-1 0,1 1 0,0-1 0,0 1 0,0-1 0,0 1 0,0-1 0,1 3 0,0 10 50,0-14-74,-1 0-1,1 0 1,0 0 0,-1 0 0,1 0-1,0-1 1,0 1 0,-1 0-1,1 0 1,0 0 0,0-1-1,0 1 1,0 0 0,0-1 0,0 1-1,0-1 1,1 0 0,-1 1-1,0-1 1,0 0 0,0 1 0,0-1-1,1 0 1,-1 0 0,0 0-1,0 0 1,0 0 0,2-1 0,38-3 57,-38 2-77,1 0 0,-1 0 0,0 0 0,0-1 0,0 1 0,0-1 0,0 0 0,-1 0 0,1 0 0,-1 0 0,0-1 0,0 1 0,0 0 0,0-1 0,-1 0 0,1 1 0,-1-1 0,0 0 0,0 0 0,0 0 0,0-5 0,1-13-368,0 0-1,-2-37 0,-1 31 84,33 28 207,-22 0 167,-1 1 0,1 1-1,-1 0 1,0 0 0,0 0 0,0 2 0,0-1 0,0 1 0,0 0 0,8 6 0,-3-1 4,-1 0-1,0 1 1,0 1-1,-1 0 1,12 14-1,-22-36 959,-8-26-630,-2-31 130,8 63-530,1-1 0,-1 1 0,1-1-1,0 1 1,0 0 0,1-1 0,0 1-1,0 0 1,0 0 0,0 0 0,1 0-1,0 0 1,0 1 0,0-1 0,0 1-1,1 0 1,0 0 0,0 0 0,0 1 0,7-6-1,-9 10-329,1-1 0,-1 0 0,0 1 0,0 0-1,1-1 1,-1 1 0,0 0 0,0 0 0,0 0-1,0 1 1,0-1 0,0 0 0,0 1 0,0-1-1,2 3 1,-1-1-741,18 11-4589,-2-2-2044</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8"/>
    </inkml:context>
    <inkml:brush xml:id="br0">
      <inkml:brushProperty name="width" value="0.025" units="cm"/>
      <inkml:brushProperty name="height" value="0.025" units="cm"/>
    </inkml:brush>
  </inkml:definitions>
  <inkml:trace contextRef="#ctx0" brushRef="#br0">1 1 1824,'0'0'17814,"0"8"-15641,0 155 2704,0 7-3671,5-135-1869,-4-29-2913</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59"/>
    </inkml:context>
    <inkml:brush xml:id="br0">
      <inkml:brushProperty name="width" value="0.025" units="cm"/>
      <inkml:brushProperty name="height" value="0.025" units="cm"/>
    </inkml:brush>
  </inkml:definitions>
  <inkml:trace contextRef="#ctx0" brushRef="#br0">1 66 6481,'0'0'14409,"35"-1"-12998,244-1 48,-254 2-1430,-17 1-18,0 0 1,1-1-1,-1 0 0,0 0 0,0-1 1,1 0-1,-1-1 0,0 0 1,0 0-1,0 0 0,-1-1 1,10-5-1,-16 8-7,-1 0 0,1 0 0,0 0 0,-1-1 0,1 1 0,-1 0 0,1-1 0,0 1 0,-1 0 0,1-1 0,-1 1 0,1-1 0,-1 1 0,1-1 0,-1 1 0,0-1 0,1 1 0,-1-1 0,1 1 0,-1-1 0,0 0 0,0 1 0,1-1 0,-1 0 0,0 1 0,0-1 0,0 0 0,0 1 1,0-1-1,0 0 0,0 1 0,0-1 0,0 0 0,0 1 0,0-1 0,0 0 0,0 1 0,0-1 0,-1 0 0,1 1 0,0-1 0,-1 1 0,1-1 0,0 0 0,-1 1 0,1-1 0,0 1 0,-1-1 0,1 1 0,-1-1 0,1 1 0,-1 0 0,0-1 0,0 0 0,-2 0-2,0-1-1,-1 1 1,1 0 0,-1-1-1,1 2 1,-1-1 0,0 0-1,-4 0 1,-23 0 24,8-1 10,0 1 0,-1 0 0,1 2 0,-1 1 0,-29 7 1,51-9-10,0 1 0,-1-1 1,1 1-1,0 0 1,0 0-1,0 0 0,0 0 1,0 0-1,1 1 1,-1-1-1,0 1 0,0-1 1,1 1-1,-1-1 1,1 1-1,-2 2 0,2-2-16,1-1-1,-1 0 1,1 1-1,0-1 1,0 0-1,-1 1 1,1-1-1,0 1 1,0-1-1,0 0 1,0 1-1,1-1 1,-1 1-1,0-1 1,0 0-1,1 1 0,-1-1 1,1 0-1,0 2 1,3 2-9,-1 1 1,1-1-1,0 0 1,0-1-1,0 1 1,1-1-1,-1 0 1,1 0-1,7 4 1,7 4-492,1 0 0,0-2 1,0-1-1,31 10 0,44 6-6024,-31-12-1515</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0"/>
    </inkml:context>
    <inkml:brush xml:id="br0">
      <inkml:brushProperty name="width" value="0.025" units="cm"/>
      <inkml:brushProperty name="height" value="0.025" units="cm"/>
    </inkml:brush>
  </inkml:definitions>
  <inkml:trace contextRef="#ctx0" brushRef="#br0">136 325 13355,'0'0'10183,"-15"2"-10011,4-2-103,7 0-42,0 0 1,0 0 0,0 0-1,0 0 1,0 1 0,0-1-1,0 1 1,0 0 0,0 0-1,1 1 1,-1-1 0,0 1-1,1 0 1,-1 0 0,1 0-1,-1 0 1,1 0 0,0 1 0,0 0-1,-5 5 1,4-2 66,1-1 0,0 1 0,0 0 0,0 0 0,1 0 1,0 0-1,0 1 0,0-1 0,1 1 0,0-1 0,0 1 0,1-1 0,0 14 0,1-19-92,-1 0-1,0 0 0,1 0 0,-1 0 0,1 0 0,-1-1 0,1 1 0,-1 0 1,1 0-1,0 0 0,-1 0 0,1-1 0,0 1 0,0 0 0,0-1 0,0 1 0,-1 0 1,1-1-1,0 1 0,0-1 0,0 0 0,0 1 0,0-1 0,0 0 0,0 1 0,0-1 1,0 0-1,0 0 0,1 0 0,-1 0 0,0 0 0,0 0 0,1-1 0,41-2 122,-33-1-119,0 1 1,-1-1-1,1-1 1,-1 0 0,0 0-1,0 0 1,-1-1 0,15-14-1,58-62-459,-80 82 454,21-26-306,-1 0 0,-1-1 0,27-49 0,-39 61 344,-1 0 1,0-1 0,-1 0 0,-1 0-1,0-1 1,-1 1 0,-1-1-1,-1 0 1,1-18 0,-23 44 925,9 3-866,0 0 1,1 0-1,1 1 0,0 0 1,0 1-1,2 0 1,0 0-1,0 1 0,1 0 1,-5 23-1,5-16-65,1 1-1,2-1 0,0 1 1,1 0-1,2 0 0,3 41 1,-2-59-94,1-1 1,-1 1-1,1-1 0,-1 0 1,1 0-1,1 1 1,-1-1-1,0-1 1,1 1-1,0 0 1,0 0-1,0-1 0,0 0 1,1 0-1,-1 0 1,1 0-1,0 0 1,0-1-1,0 1 0,0-1 1,0 0-1,1 0 1,4 1-1,1 2-221,55 23-2768,-6-13-2303</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1"/>
    </inkml:context>
    <inkml:brush xml:id="br0">
      <inkml:brushProperty name="width" value="0.025" units="cm"/>
      <inkml:brushProperty name="height" value="0.025" units="cm"/>
    </inkml:brush>
  </inkml:definitions>
  <inkml:trace contextRef="#ctx0" brushRef="#br0">0 276 2897,'0'0'7947,"7"-4"-7083,18-11 139,-18 12 7309,-7 17-8193,0 0-1,2 0 1,-1 0 0,2-1-1,0 1 1,0 0 0,2-1-1,-1 0 1,2 0 0,0 0-1,11 19 1,-11-24-109,0-1 1,0 1 0,1-1-1,0 0 1,0-1-1,0 1 1,1-2-1,0 1 1,0-1-1,1 0 1,0 0 0,-1-1-1,1-1 1,1 1-1,-1-1 1,0-1-1,13 2 1,29 1 31,0-2-1,0-2 1,53-7 0,-29-4-39,-1-3 1,0-4 0,136-50-1,-34 9 9,-84 34 36,0 3-1,1 5 1,1 3-1,152 1 1,-46 11 63,432 11-77,-530-7-32,-57-3 3,-1 2 0,67 12 0,-109-13 67,-1 0 0,1 0 0,-1 0 0,1 1 0,-1-1-1,1 0 1,-1 1 0,0-1 0,0 1 0,1-1 0,-1 1-1,0 0 1,-1 0 0,1-1 0,0 1 0,0 0 0,-1 0 0,1 0-1,-1 0 1,0 0 0,1 0 0,-1 0 0,0-1 0,0 1-1,-1 3 1,1 68 2173,-2-47-2127,2 14 157,0-37-152,0-6-23,0-21-61,1 16-131,0 0 0,0 0 0,1 0 1,0 1-1,3-10 0,4-11-363,-9 27 439,0 0 0,0 0 0,0 0 0,1 0 0,-1 0 0,1 0 0,-1 0 0,0 0 0,1 1 0,0-1 0,-1 0 0,1 0 0,-1 0 0,1 1 0,0-1 0,0 0 0,1 0 0,5-6-45,-6 6-16,45-22-1342,-18 13 1310,0 2 0,1 1-1,0 0 1,37-2 0,124 0-343,-93 5 23,751-4 341,-639 23 217,52 2-70,-65-12-29,1184 9 172,-778-17 567,398-18-735,-973 19 24,-5 1-81,1-1 1,-1-1 0,25-7-1,-41 9 89,0-1 0,-1 0-1,1 0 1,-1-1-1,1 0 1,-1 0-1,0 0 1,0 0-1,0-1 1,-1 0-1,1 0 1,-1 0-1,0-1 1,0 1-1,-1-1 1,6-8 0,-5 6-13,1 1 1,0 0-1,0-1 1,0 1-1,1 1 1,0-1 0,0 1-1,0 0 1,1 1-1,0 0 1,0 0 0,0 0-1,12-4 1,11-3-59,0 2 0,34-6 0,-47 12 79,102-13 131,-120 15-193,1 1-1,0 0 1,0 0-1,-1 0 0,1 0 1,0-1-1,-1 1 1,1 0-1,0 0 1,0-1-1,0 1 0,-1 0 1,1 0-1,0-1 1,0 1-1,0 0 0,-1-1 1,1 1-1,0 0 1,0 0-1,0-1 0,0 1 1,0 0-1,0-1 1,0 1-1,0 0 0,0-1 1,0 1-1,0 0 1,0-1-1,0 1 1,0 0-1,0-1 0,0 1 1,0 0-1,1-1 1,-1 1-1,0 0 0,0-1 1,0 1-1,0 0 1,1 0-1,-1-1 0,0 1 1,0 0-1,1 0 1,-1-1-1,0 1 1,0 0-1,1 0 0,-1 0 1,0-1-1,1 1 1,-1 0-1,0 0 0,0 0 1,1 0-1,-1 0 1,0 0-1,1 0 0,0 0 1,-28-15 219,17 11-87,-1 0 0,1-1 0,0 0 0,1 0 0,-1-1 0,1-1 1,-16-13-1,24 19-166,0 0 0,1 1 0,-1 0 1,0-1-1,0 1 0,0 0 0,0-1 1,0 1-1,0 0 0,0 0 1,0 0-1,0-1 0,1 1 0,-1 0 1,0 1-1,0-1 0,0 0 0,0 0 1,0 0-1,0 0 0,0 1 0,0-1 1,0 0-1,-1 1 0,-23 13-985,18-10 576,-84 42-8051,45-23-2016</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2"/>
    </inkml:context>
    <inkml:brush xml:id="br0">
      <inkml:brushProperty name="width" value="0.025" units="cm"/>
      <inkml:brushProperty name="height" value="0.025" units="cm"/>
    </inkml:brush>
  </inkml:definitions>
  <inkml:trace contextRef="#ctx0" brushRef="#br0">1 14 8026,'0'0'12609,"3"-9"-10238,-3 9-2317,0 0 0,0 0 1,0 0-1,0 0 0,0 0 0,0 0 0,1 0 0,-1 0 0,0 0 0,0 0 1,0 0-1,0 0 0,0 0 0,0 0 0,0 0 0,0 0 0,0 0 0,1 0 1,-1 0-1,0 0 0,0 0 0,0 0 0,0 0 0,0 0 0,0 0 0,0 0 1,0 0-1,0 0 0,1 0 0,-1 0 0,0 0 0,0 0 0,0 0 0,0 0 1,0 0-1,0 118 2665,0-117-2719,0 0 0,0 0 0,0 0 0,0-1 0,1 1 0,-1 0 1,0 0-1,0 0 0,1 0 0,-1 0 0,0 0 0,1 0 0,-1-1 0,1 1 0,-1 0 0,1 0 1,0-1-1,-1 1 0,1 0 0,0-1 0,-1 1 0,1-1 0,0 1 0,0-1 0,-1 1 0,3 0 0,29 2 5,-24-4-14,0 0 1,0-1-1,0 0 1,0 0-1,0-1 0,8-4 1,13-8-112,-1-2 1,-1-1-1,-1-1 1,36-34-1,-61 53 130,-1-1-1,1 1 1,0-1 0,-1 1 0,1-1-1,-1 1 1,1-1 0,0 1-1,0-1 1,-1 1 0,1 0-1,0-1 1,-1 1 0,1 0-1,0 0 1,0 0 0,0-1-1,-1 1 1,1 0 0,0 0 0,0 0-1,0 0 1,-1 1 0,1-1-1,0 0 1,0 0 0,-1 0-1,1 1 1,0-1 0,0 0-1,-1 1 1,1-1 0,0 0-1,-1 1 1,1-1 0,0 1 0,-1-1-1,1 1 1,-1-1 0,1 1-1,-1 0 1,1-1 0,-1 1-1,1 0 1,21 42-44,-11-22-448,-10-19 243,0 0-1,0 0 1,1 0-1,-1-1 1,1 1 0,-1 0-1,1-1 1,0 0-1,0 1 1,-1-1-1,1 0 1,0 0 0,0 0-1,3 1 1,20 1-5551,-6-3-722</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3"/>
    </inkml:context>
    <inkml:brush xml:id="br0">
      <inkml:brushProperty name="width" value="0.025" units="cm"/>
      <inkml:brushProperty name="height" value="0.025" units="cm"/>
    </inkml:brush>
  </inkml:definitions>
  <inkml:trace contextRef="#ctx0" brushRef="#br0">1 39 9218,'0'0'16167,"9"2"-15228,23 7-390,-9-1-136,45 7 0,-63-14-449,0 0 0,0-1 1,0 1-1,0-1 0,0 0 0,1-1 1,-1 1-1,0-1 0,0 0 1,0 0-1,0-1 0,0 1 0,-1-1 1,1 0-1,6-4 0,15-15-140,24-16 143,-49 37 925,-1 29-65,0-25-989,1-1 1,-1 1 0,1 0-1,0 0 1,0-1 0,0 1-1,0-1 1,1 1 0,-1-1-1,5 6 1,-2-3-1552,0 0-1,1 0 1,0-1 0,0 1-1,9 6 1,4 1-6355</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4"/>
    </inkml:context>
    <inkml:brush xml:id="br0">
      <inkml:brushProperty name="width" value="0.025" units="cm"/>
      <inkml:brushProperty name="height" value="0.025" units="cm"/>
    </inkml:brush>
  </inkml:definitions>
  <inkml:trace contextRef="#ctx0" brushRef="#br0">157 38 10154,'0'0'13140,"-18"-6"-12377,-58-20-269,72 25-452,0-1-1,0 1 1,0 1 0,0-1 0,0 1 0,0-1 0,0 1 0,-4 1 0,7-1-38,-1 0 1,1 0-1,0 0 0,0 1 1,0-1-1,0 1 0,0-1 0,1 0 1,-1 1-1,0 0 0,0-1 0,0 1 1,0-1-1,0 1 0,1 0 1,-1 0-1,0-1 0,1 1 0,-1 0 1,0 1-1,0 2-23,0-1 1,0 1 0,1-1-1,-1 1 1,1-1-1,0 1 1,0-1 0,0 1-1,1 0 1,-1-1-1,1 1 1,1 4 0,-1-6-20,0 0 1,0 0-1,0 0 1,0-1-1,0 1 1,1 0-1,-1-1 1,1 1-1,-1-1 1,1 0-1,-1 1 1,1-1-1,-1 0 1,1 0-1,0 0 1,2 1-1,40 18-468,-14-7 25,-28-11 454,0-1-1,0 1 1,0 0-1,-1 0 1,1 0-1,-1 0 1,1 0-1,-1 1 0,0-1 1,1 0-1,-1 1 1,-1-1-1,1 1 1,0-1-1,0 1 1,-1-1-1,1 6 1,-1-6 29,1 0 0,-1 0 0,0 0 0,0 0 0,0 0 0,0 0 0,-1 0 0,1 0 0,0 0 1,-1 0-1,1 0 0,-1 0 0,0 0 0,0 0 0,0-1 0,0 1 0,0 0 0,0 0 0,0-1 0,0 1 1,-1-1-1,1 1 0,-3 1 0,-4 2-28,0-1 0,-1 0 1,0 0-1,0 0 0,0-1 1,-12 2-1,19-5-766,2-5-851,1 2 1167,-1-1 1,1 0-1,-1 1 1,1-1-1,0 1 0,0-1 1,0 1-1,1-1 1,0 1-1,-1 0 1,1 0-1,0-1 1,4-3-1,18-19-4734</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5"/>
    </inkml:context>
    <inkml:brush xml:id="br0">
      <inkml:brushProperty name="width" value="0.025" units="cm"/>
      <inkml:brushProperty name="height" value="0.025" units="cm"/>
    </inkml:brush>
  </inkml:definitions>
  <inkml:trace contextRef="#ctx0" brushRef="#br0">47 151 3673,'0'0'18975,"0"-4"-17335,0 3-1599,0 1-1,0 0 1,0-1 0,0 1 0,0-1-1,0 1 1,0-1 0,1 1 0,-1-1-1,0 1 1,-1-1 0,1 1 0,0-1-1,0 1 1,0-1 0,0 1 0,0-1-1,0 1 1,-1 0 0,1-1 0,0 1-1,0-1 1,0 1 0,-1 0 0,1-1-1,0 1 1,-1-1 0,1 1 0,0 0-1,-1 0 1,1-1 0,-1 1 0,1 0-1,0-1 1,-1 1 0,0 0-1,-13 12 1106,10-7-1000,1 0 1,0 0-1,0 1 1,0-1-1,1 1 1,-3 10-1,4-12-124,0 1 1,1 0-1,-1-1 1,1 1-1,0 0 0,1 0 1,-1-1-1,1 1 1,0 0-1,0-1 0,0 1 1,1-1-1,-1 1 0,1-1 1,5 8-1,-5-10-21,1 1-1,0 0 1,0-1-1,-1 0 0,2 0 1,-1 0-1,0 0 1,0 0-1,1 0 0,-1-1 1,1 0-1,-1 0 1,1 0-1,-1 0 1,1 0-1,0-1 0,-1 1 1,1-1-1,6-1 1,-6 2-60,-1-1 1,1 0 0,0 0 0,-1 0-1,1 0 1,0 0 0,-1-1 0,1 0-1,-1 0 1,1 0 0,-1 0-1,0 0 1,1-1 0,-1 1 0,4-4-1,-5 2-27,0-1 0,0 1 0,-1-1-1,1 1 1,-1-1 0,0 1 0,0-1 0,0 0-1,-1 0 1,1 0 0,-1 1 0,0-1-1,0 0 1,-1-6 0,-5-106-553,8 114 650,0 1 0,1 1 0,-1-1 0,0 0 0,1 1 0,-1-1 0,1 1 0,-1 0 0,1 0 0,-1 0 0,1 0 0,-1 0 0,1 0 0,-1 1 0,1-1 0,4 2 0,2 5 173,1 0 1,-1 1-1,0 0 1,-1 0-1,0 1 1,7 10 0,4 3 162,13 24 177,-31-44 771,-1-32-856,1 21-436,-1 0 0,1 0 0,1 1 0,-1-1 1,1 1-1,1-1 0,0 1 0,0 0 0,1 0 1,-1 0-1,2 0 0,-1 1 0,1-1 0,0 1 1,1 1-1,0-1 0,0 1 0,0 0 0,12-9 1,-4 1-882,22-16 2554,-16 23-4933,1 13-6688,-9 1 2751</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6"/>
    </inkml:context>
    <inkml:brush xml:id="br0">
      <inkml:brushProperty name="width" value="0.025" units="cm"/>
      <inkml:brushProperty name="height" value="0.025" units="cm"/>
    </inkml:brush>
  </inkml:definitions>
  <inkml:trace contextRef="#ctx0" brushRef="#br0">52 0 11546,'0'0'17394,"0"28"-16124,0 195 483,0-122-1514,0-58-4022,-6-47-848,-1-1 2430,-8-15-3991,-9-2-3154</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7"/>
    </inkml:context>
    <inkml:brush xml:id="br0">
      <inkml:brushProperty name="width" value="0.025" units="cm"/>
      <inkml:brushProperty name="height" value="0.025" units="cm"/>
    </inkml:brush>
  </inkml:definitions>
  <inkml:trace contextRef="#ctx0" brushRef="#br0">0 4 7458,'0'0'18340,"173"-3"-17524,-134 3-464,-1 9-240,-6-9-24,-6 7-88,0-7-184,12 0-984,-12 0-1681,-7 0-3769</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8"/>
    </inkml:context>
    <inkml:brush xml:id="br0">
      <inkml:brushProperty name="width" value="0.025" units="cm"/>
      <inkml:brushProperty name="height" value="0.025" units="cm"/>
    </inkml:brush>
  </inkml:definitions>
  <inkml:trace contextRef="#ctx0" brushRef="#br0">0 45 6489,'0'0'7841,"31"4"-6812,209 37 1940,-231-39-2740,3 0 307,1 0 0,-1 1 1,0 1-1,18 8 0,-23-9-428,-1 0 0,1-1 0,-1 0 1,1 0-1,0 0 0,0-1 0,-1 0 0,11 0 0,-16-2-152,0 1-1,-1-1 0,1 0 1,0 0-1,0 0 0,-1 0 0,1 0 1,-1 0-1,1 0 0,-1 0 1,1 0-1,-1 0 0,0 0 0,1 0 1,-1 0-1,0 0 0,0 0 1,0-1-1,0 1 0,0 0 0,0 0 1,0 0-1,-1-2 0,-1-29-102,2 30 154,-1 0-1,-1 1 0,1-1 1,0 0-1,0 0 1,0 1-1,-1-1 0,1 0 1,-1 1-1,0 0 1,1-1-1,-1 1 0,0 0 1,0 0-1,0 0 1,0 0-1,-2-1 1,-44-15 691,24 8 147,10 3-369,10 4-155,0 0-1,-1 0 0,1 0 1,-1 0-1,1 1 1,-1 0-1,-8-1 0,12 3-266,0 0-1,0 1 0,0-1 0,1 1 0,-1-1 1,0 1-1,1 0 0,-1-1 0,1 1 0,-1-1 0,1 1 1,0 0-1,0 0 0,0-1 0,0 1 0,0 0 1,1 2-1,3 39 166,3-29-250,1-1 1,0-1-1,1 0 1,0 0-1,1-1 0,1 0 1,-1 0-1,2-1 1,-1-1-1,26 16 1,-14-11-588,0-2 1,0-1-1,1-1 1,28 8-1,-5-1-1210,23 11-3214</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27.869"/>
    </inkml:context>
    <inkml:brush xml:id="br0">
      <inkml:brushProperty name="width" value="0.025" units="cm"/>
      <inkml:brushProperty name="height" value="0.025" units="cm"/>
    </inkml:brush>
  </inkml:definitions>
  <inkml:trace contextRef="#ctx0" brushRef="#br0">232 471 4017,'0'0'14104,"-4"-13"-12613,-15-40-101,18 51-1261,0 1 1,0-1-1,0 0 0,-1 0 1,1 1-1,0-1 1,-1 1-1,1-1 0,-1 1 1,0-1-1,1 1 1,-1 0-1,0 0 0,0 0 1,0 0-1,0 0 1,0 1-1,0-1 0,0 0 1,0 1-1,-2-1 1,-43 0 802,35 2-716,7-1-180,0 0-1,1 0 1,-1 1 0,0 0-1,1 0 1,-1 0-1,1 0 1,-1 1-1,1-1 1,0 1-1,0 0 1,-1 1 0,2-1-1,-1 1 1,0 0-1,0 0 1,1 0-1,-1 0 1,1 0-1,0 1 1,0 0-1,1-1 1,-1 1 0,1 0-1,-1 0 1,1 1-1,1-1 1,-1 0-1,0 1 1,1-1-1,0 1 1,0-1 0,0 1-1,1 0 1,0-1-1,0 1 1,0 7-1,0-10-29,0 0 0,0 1 0,0-1-1,0 1 1,0-1 0,0 0 0,1 1-1,-1-1 1,1 0 0,-1 1 0,1-1-1,0 0 1,0 0 0,0 0-1,0 0 1,0 0 0,1 0 0,1 3-1,0-4 4,0 1-1,0-1 0,0 0 0,1 0 1,-1 0-1,0 0 0,0-1 0,1 1 0,-1-1 1,0 0-1,1 0 0,3-1 0,8 0-19,0-1 0,0-1 0,0 0 0,0-1 0,-1-1 0,0 0 0,0-1 0,0-1 0,-1 0 0,0-1 0,0 0 0,-1-1 0,0 0 0,21-21 0,6-9-581,-3-2 0,58-81 0,-77 97 490,-1-1 1,-1 0 0,-1-1 0,-2 0 0,-1-1 0,13-46-1,-24 73 133,0 1-1,0 0 0,0 0 0,0-1 0,1 1 0,-1 0 0,0 0 1,0-1-1,0 1 0,0 0 0,0 0 0,0 0 0,0-1 1,0 1-1,0 0 0,-1 0 0,1-1 0,0 1 0,0 0 0,0 0 1,0-1-1,0 1 0,0 0 0,0 0 0,0 0 0,-1-1 0,1 1 1,0 0-1,0 0 0,0 0 0,-1 0 0,1-1 0,0 1 1,0 0-1,0 0 0,-1 0 0,1 0 0,0 0 0,0 0 0,0 0 1,-1 0-1,1 0 0,0-1 0,0 1 0,-1 0 0,1 0 0,0 0 1,0 0-1,-1 0 0,1 1 0,0-1 0,0 0 0,-1 0 1,1 0-1,0 0 0,0 0 0,0 0 0,-1 0 0,1 0 0,0 0 1,0 1-1,-1-1 0,-14 8 338,8 1-136,0 0 1,0 1 0,0 0 0,1 0 0,1 1 0,0-1-1,0 1 1,1 0 0,-4 15 0,4-14-36,-3 13 220,0 1 0,2 0 0,0 0 0,-1 51 0,6-58-286,0 0 0,1 0 0,1-1 1,1 1-1,1-1 0,0 0 0,12 30 0,-12-41-181,0 0 0,0 0 0,1 0 0,-1-1-1,1 0 1,1 0 0,-1 0 0,1-1-1,0 1 1,0-1 0,1-1 0,0 1 0,0-1-1,0-1 1,0 1 0,0-1 0,1 0-1,-1-1 1,1 1 0,0-2 0,0 1 0,11 0-1,2 0-1206,0-1 1,39-2-1,36-12-7166,-12-6-7397</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32.461"/>
    </inkml:context>
    <inkml:brush xml:id="br0">
      <inkml:brushProperty name="width" value="0.025" units="cm"/>
      <inkml:brushProperty name="height" value="0.025" units="cm"/>
    </inkml:brush>
  </inkml:definitions>
  <inkml:trace contextRef="#ctx0" brushRef="#br0">26 13 13083,'0'0'6257,"0"77"-5761,0-157-1856,-7 77-2409,-12-3-3312</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3"/>
    </inkml:context>
    <inkml:brush xml:id="br0">
      <inkml:brushProperty name="width" value="0.025" units="cm"/>
      <inkml:brushProperty name="height" value="0.025" units="cm"/>
    </inkml:brush>
  </inkml:definitions>
  <inkml:trace contextRef="#ctx0" brushRef="#br0">207 0 3905,'0'0'12409,"10"1"-11161,-4 4 3906,-72 33-4821,47-28-351,0 1-1,0 0 1,1 2 0,1 0 0,-31 29 0,47-41-56,-1 1 0,1-1 0,-1 1 0,1 0 0,0 0 0,0 0 0,0 0 0,0 0 0,0 0 0,0 0 0,0 0 0,1 0 0,-1 0 0,1 0 0,-1 0 0,1 0 0,0 1 0,0-1 0,0 4 0,1-4 12,0-1 1,-1 1 0,1 0 0,0 0-1,1-1 1,-1 1 0,0-1-1,0 1 1,0-1 0,1 0-1,-1 1 1,1-1 0,-1 0-1,1 0 1,0 0 0,-1 0 0,1 0-1,2 0 1,11 5-264,0-2-1,0 0 1,1-1-1,23 2 1,-12-1-100,-11-2 293,0 1 1,0 1-1,-1 0 0,1 1 1,-1 1-1,0 0 1,22 14-1,-36-20 140,0 1 0,0-1 0,0 1-1,1 0 1,-1 0 0,0 0-1,0 0 1,0-1 0,0 1 0,-1 0-1,1 1 1,0-1 0,0 0 0,-1 0-1,1 0 1,0 0 0,-1 1-1,1-1 1,-1 0 0,0 1 0,1-1-1,-1 0 1,0 1 0,0-1 0,0 0-1,0 1 1,0-1 0,0 0 0,0 1-1,0-1 1,0 0 0,-1 1-1,1-1 1,-1 0 0,1 0 0,-1 1-1,1-1 1,-1 0 0,0 0 0,1 0-1,-1 0 1,0 0 0,0 0-1,0 0 1,0 0 0,0 0 0,0 0-1,0 0 1,-2 1 0,-5 3 263,1-1 0,-1 1 0,0-1 1,0 0-1,-17 5 0,-2-2 51,1-1 1,-1-1-1,0-2 0,-45 1 0,71-4-799,15-3-4603,4-3 496</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4"/>
    </inkml:context>
    <inkml:brush xml:id="br0">
      <inkml:brushProperty name="width" value="0.025" units="cm"/>
      <inkml:brushProperty name="height" value="0.025" units="cm"/>
    </inkml:brush>
  </inkml:definitions>
  <inkml:trace contextRef="#ctx0" brushRef="#br0">0 88 5657,'0'0'10453,"10"-1"-10246,198-1 1290,-207 2-1463,1 0-1,-1 0 1,1 0-1,0-1 1,-1 1-1,1 0 1,-1-1-1,1 1 0,-1-1 1,1 1-1,-1-1 1,1 0-1,-1 0 1,1 0-1,-1 1 0,0-1 1,0-1-1,1 1 1,-1 0-1,0 0 1,0 0-1,0 0 1,0-1-1,0 1 0,-1-1 1,1 1-1,0 0 1,-1-1-1,1 1 1,-1-1-1,1 0 0,-1 1 1,0-1-1,1 1 1,-1-1-1,0 0 1,0 1-1,0-1 0,0 1 1,-1-1-1,1 0 1,0 1-1,-1-1 1,1 1-1,-1-1 1,1 1-1,-1-1 0,0 1 1,0-1-1,1 1 1,-1 0-1,0 0 1,0-1-1,0 1 0,-1 0 1,1 0-1,0 0 1,0 0-1,-1 0 1,1 0-1,0 0 1,-1 1-1,1-1 0,-1 0 1,1 1-1,-1-1 1,1 1-1,-1-1 1,-2 1-1,-19-4 119,0 1-1,-1 1 1,1 1-1,0 1 1,-38 5 0,60-5-136,-1 1 0,0-1 1,0 1-1,0 0 0,0-1 1,0 1-1,1 0 1,-1 1-1,0-1 0,1 0 1,-1 0-1,1 1 0,-1-1 1,1 1-1,0-1 0,-1 1 1,1-1-1,0 1 1,0 0-1,0 0 0,0-1 1,1 1-1,-1 0 0,0 0 1,1 0-1,-1 0 1,1 0-1,0 0 0,0 0 1,0 0-1,0 0 0,0 0 1,0 0-1,1 4 1,-1-1-10,1 0 0,0-1-1,0 1 1,0 0 0,0 0 0,1-1 0,0 1 0,0-1 0,0 1 0,0-1 0,1 0 0,0 0 0,-1 0 0,5 4 0,2-1-334,-1 0 0,2 0 0,-1-1 0,1 0 0,0-1 0,0 0 0,0 0 0,20 5 0,-10-5-1158,0-2 0,1-1 0,-1 0 0,22-2 0,3 0-4008</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5"/>
    </inkml:context>
    <inkml:brush xml:id="br0">
      <inkml:brushProperty name="width" value="0.025" units="cm"/>
      <inkml:brushProperty name="height" value="0.025" units="cm"/>
    </inkml:brush>
  </inkml:definitions>
  <inkml:trace contextRef="#ctx0" brushRef="#br0">218 16 3081,'0'0'17003,"-10"-3"-16496,4 0-414,0 1 1,0 0-1,0 1 1,0-1-1,-1 1 1,1 0-1,0 1 0,0-1 1,-1 1-1,1 1 1,0-1-1,-1 1 1,1 0-1,0 1 0,0-1 1,0 1-1,-7 3 1,2 1 50,-42 25 529,51-30-674,0 1 0,0 0 1,0 0-1,0 0 1,0 0-1,0 1 0,1-1 1,-1 0-1,1 1 1,0-1-1,-1 1 0,1 0 1,0-1-1,1 1 1,-1 0-1,0-1 0,1 1 1,-1 5-1,2-7-2,-1 0 0,0 0 1,1-1-1,-1 1 0,0 0 0,1 0 0,-1-1 0,1 1 0,0 0 0,-1-1 1,1 1-1,-1-1 0,1 1 0,0-1 0,-1 1 0,1-1 0,0 0 0,0 1 1,0-1-1,-1 0 0,1 1 0,0-1 0,0 0 0,0 0 0,-1 0 0,1 0 0,0 0 1,0 0-1,0 0 0,1 0 0,35 0-32,-26 0-21,12 0-85,-16 1 127,-1 0 1,1-1 0,-1 0-1,1 0 1,-1 0 0,1-1-1,-1 0 1,0 0 0,1-1-1,-1 0 1,0 0 0,0 0-1,0-1 1,0 1 0,0-2-1,-1 1 1,7-5 0,-13 10 65,0 1 1,1 0 0,-1-1-1,1 1 1,0 0 0,0 0 0,0-1-1,0 1 1,0 0 0,1 0-1,-1-1 1,1 1 0,-1 0-1,1-1 1,0 1 0,0-1-1,2 4 1,-1 0-301,0-1 1,1 1-1,0-1 0,0 0 1,0 0-1,0 0 0,1 0 1,0-1-1,6 7 0,44 20-5493,-34-26 296</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6"/>
    </inkml:context>
    <inkml:brush xml:id="br0">
      <inkml:brushProperty name="width" value="0.025" units="cm"/>
      <inkml:brushProperty name="height" value="0.025" units="cm"/>
    </inkml:brush>
  </inkml:definitions>
  <inkml:trace contextRef="#ctx0" brushRef="#br0">1 174 4065,'0'0'14082,"0"10"-13316,0 79 772,0-60-445,0-73-888,0 18-197,-1 2 2,2-1-1,6-45 1,-6 63-16,1-1 0,0 1 0,1-1 0,0 1 0,0 0 0,0 0 0,1 0 0,0 0 0,1 1 0,-1-1 0,1 1 0,0 0 0,7-5 0,-12 10-1,1 1-1,-1-1 1,1 0-1,-1 0 1,1 1 0,-1-1-1,1 0 1,-1 1-1,1-1 1,0 1 0,-1-1-1,1 1 1,0-1-1,0 1 1,-1-1 0,1 1-1,0 0 1,0-1-1,0 1 1,0 0 0,-1 0-1,1 0 1,0-1-1,0 1 1,0 0 0,0 0-1,0 0 1,0 0-1,-1 1 1,1-1 0,0 0-1,0 0 1,1 1-1,4 26-750,0 5-6207,-5-28 2440</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7"/>
    </inkml:context>
    <inkml:brush xml:id="br0">
      <inkml:brushProperty name="width" value="0.025" units="cm"/>
      <inkml:brushProperty name="height" value="0.025" units="cm"/>
    </inkml:brush>
  </inkml:definitions>
  <inkml:trace contextRef="#ctx0" brushRef="#br0">85 299 2336,'0'0'8052,"5"-4"-6103,17-13-144,-22 16-1636,1 1 1,-1 0-1,1-1 1,0 1-1,-1 0 1,1-1-1,-1 1 1,1-1 0,-1 1-1,0-1 1,1 1-1,-1-1 1,1 1-1,-1-1 1,0 1-1,1-1 1,-1 1-1,0-1 1,0 0-1,1 1 1,-1-1 0,0 1-1,0-1 1,0 0-1,0 1 1,0-1-1,0 0 1,0 1-1,0-1 1,0 0-1,0 1 1,0-1 0,0 0-1,-1 1 1,1-1-1,0 1 1,0-1-1,-1 0 1,1 1-1,0-1 1,-1 1-1,1-1 1,-1 1-1,1-1 1,0 1 0,-1-1-1,1 1 1,-1 0-1,0-1 1,0 0-1,-15-5 428,-3 6-412,14 0-119,-1-1 0,0 1 0,1 0 0,-1 1 0,0 0 0,1 0 0,-9 2 0,12-2-60,0 0-1,1 0 1,-1 0 0,1 1-1,-1-1 1,1 0 0,0 1 0,-1-1-1,1 1 1,0-1 0,0 1-1,0-1 1,0 1 0,0 0-1,0 0 1,1-1 0,-1 1 0,0 0-1,1 0 1,0 0 0,-1 0-1,1 0 1,0 0 0,0 0-1,0-1 1,1 5 0,-2 7-10,1-3-1,0 0 0,0 0 1,1 0-1,0 0 0,1 0 1,4 17-1,-5-25-10,0 0-1,0 0 1,0 0 0,0 0 0,0-1-1,0 1 1,1 0 0,-1-1-1,1 1 1,-1-1 0,1 0-1,-1 1 1,1-1 0,0 0-1,-1 0 1,4 1 0,-2-1-29,0 0 0,0 0 0,1-1 0,-1 0 0,0 1 0,0-1 0,1 0 0,-1-1 0,0 1-1,0 0 1,1-1 0,-1 0 0,5-2 0,6-3-318,0-2-1,-1 0 1,0 0-1,0-2 1,-1 1-1,0-1 1,0-1-1,12-15 1,10-8-866,17-16-2490,-3-2 1,47-64-1,-41 44-3569</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8"/>
    </inkml:context>
    <inkml:brush xml:id="br0">
      <inkml:brushProperty name="width" value="0.025" units="cm"/>
      <inkml:brushProperty name="height" value="0.025" units="cm"/>
    </inkml:brush>
  </inkml:definitions>
  <inkml:trace contextRef="#ctx0" brushRef="#br0">386 1 3633,'0'0'17274,"-17"4"-16270,17-4-1002,-8 2 119,0 0 0,0 1 1,-1 0-1,2 0 0,-1 1 1,0 0-1,1 0 0,0 1 0,0-1 1,0 2-1,0-1 0,1 1 0,0 0 1,0 0-1,1 1 0,-6 7 0,-37 63 1240,-55 119-1,84-153-1255,2 1 0,1 1 1,3 0-1,-12 75 1,24-119-117,1 0 0,-1 0 0,1 1-1,0-1 1,0 0 0,0 0 0,0 1 0,0-1 0,0 0 0,0 0 0,0 1 0,0-1 0,1 0-1,-1 0 1,0 1 0,1-1 0,-1 0 0,1 0 0,-1 0 0,1 0 0,0 0 0,-1 0 0,3 2-1,-1-2 5,0-1-1,-1 1 1,1-1-1,0 0 0,0 0 1,0 0-1,0 0 1,0 0-1,0 0 0,0 0 1,0 0-1,0-1 1,-1 1-1,1-1 0,2 0 1,8-4 19,1 0-1,-1-1 1,-1 0 0,1-1 0,-1 0 0,0-1 0,-1 0 0,18-17-1,-27 24-9,17 18-245,-12-9-312,1-1 0,0 0 0,1 0 1,-1 0-1,1-1 0,0 0 0,1 0 0,0-1 0,0 0 0,0-1 0,0 0 0,0-1 1,11 3-1,29 8-6293</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79"/>
    </inkml:context>
    <inkml:brush xml:id="br0">
      <inkml:brushProperty name="width" value="0.025" units="cm"/>
      <inkml:brushProperty name="height" value="0.025" units="cm"/>
    </inkml:brush>
  </inkml:definitions>
  <inkml:trace contextRef="#ctx0" brushRef="#br0">783 261 4321,'0'0'13421,"3"-26"-11847,10-81-328,-12 103-1126,0 0 0,-1 0 0,1-1 0,-1 1 0,0 0 1,-1 0-1,1 0 0,-1 0 0,1-1 0,-1 1 0,0 0 0,-1 0 1,1 0-1,-1 0 0,0 1 0,1-1 0,-2 0 0,1 1 0,0-1 1,-1 1-1,0 0 0,1 0 0,-1 0 0,-1 0 0,1 0 0,0 1 1,-1 0-1,1-1 0,-1 1 0,-7-3 0,-2 1 16,-1 1-1,0 0 1,0 0-1,-1 2 1,1 0-1,-24 1 1,29 0-28,-7 0-55,1 1 0,0 1 1,0 0-1,0 1 0,0 0 1,0 2-1,1-1 0,0 2 1,0 0-1,0 1 0,-21 13 1,17-7-29,0 2 1,1-1 0,0 2 0,2 0 0,0 1 0,0 1-1,-13 22 1,2 3-8,3 1 0,2 1-1,1 1 1,3 1 0,1 0 0,-13 75 0,22-89-31,-38 168-336,41-172-94,-5 8-1755,8-36 1883,1 0 0,-1 0 0,0 0 0,0 0 0,0 0 0,0 0 0,-1 0 0,1 0 0,0 0 0,0 0 0,-1 0 0,1-1 0,0 1 0,-1-1 0,1 1 0,0-1 0,-1 1 0,1-1 0,-1 0 0,1 0 0,-1 0 1,1 0-1,-1 0 0,0 0 0,-18 0-6616</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0"/>
    </inkml:context>
    <inkml:brush xml:id="br0">
      <inkml:brushProperty name="width" value="0.025" units="cm"/>
      <inkml:brushProperty name="height" value="0.025" units="cm"/>
    </inkml:brush>
  </inkml:definitions>
  <inkml:trace contextRef="#ctx0" brushRef="#br0">0 284 3025,'0'0'12216,"33"-10"-10259,110-29-340,-102 29-1035,1 1 1,1 3-1,65-1 1,-69 5-381,-26 1-139,32 1 318,-64 31-171,13-19-258,0 0 1,1-1 0,0 2-1,1-1 1,0 0-1,1 1 1,1 0 0,0 0-1,0 0 1,1 0-1,1 0 1,1 14 0,0-25 22,-1-1 0,0 1 0,0-1 0,1 1 0,-1-1 0,0 1 0,1-1 0,0 1 0,-1-1 1,1 0-1,0 1 0,0-1 0,0 0 0,0 1 0,0-1 0,0 0 0,0 0 0,0 0 1,0 0-1,0 0 0,1 0 0,-1-1 0,0 1 0,1 0 0,-1 0 0,1-1 0,-1 1 0,1-1 1,-1 0-1,1 1 0,1-1 0,-1 1 10,1-1 1,-1 0-1,0 0 1,0 0-1,1 0 1,-1 0-1,0 0 1,0-1-1,1 1 1,-1-1-1,0 1 1,0-1-1,0 0 0,0 0 1,0 0-1,0 0 1,0 0-1,0-1 1,0 1-1,0 0 1,-1-1-1,3-2 1,2-5 7,-1 0 1,0-1 0,0 0-1,0 0 1,-2 0-1,1-1 1,-1 1 0,-1-1-1,0 0 1,0 0 0,-1-14-1,0 5 142,-1 0 1,-1 0-1,-1 0 0,-1 0 0,-7-28 0,9 47-124,1 1-1,0-1 0,0 1 1,0-1-1,0 1 1,0-1-1,0 1 0,0-1 1,0 1-1,0-1 0,0 1 1,0-1-1,0 1 0,1-1 1,-1 1-1,0-1 0,0 1 1,0 0-1,1-1 0,-1 1 1,0-1-1,0 1 0,1-1 1,-1 1-1,0 0 0,1-1 1,-1 1-1,1 0 0,-1-1 1,0 1-1,1 0 0,-1 0 1,1-1-1,-1 1 0,1 0 1,-1 0-1,1 0 0,0 0 1,30-2 181,-25 3-154,0 0 0,0 0 1,0 0-1,0 1 0,0-1 1,-1 2-1,1-1 0,6 4 1,-8-2 21,0 1 0,-1 0 0,0 0 0,0 0 0,0 0 0,0 0 0,-1 1 0,0-1 0,0 1 1,0-1-1,-1 1 0,0 0 0,0 0 0,0-1 0,-1 1 0,0 0 0,0 0 0,-1 7 0,1-12 6,1-2 4,0 1 0,0-1 0,0 1 0,0-1 0,0 0 1,0 1-1,-1-1 0,1 0 0,0 0 0,0 0 0,-1 0 1,1 1-1,-1-1 0,1 0 0,-1 0 0,1 0 0,-1 0 1,1 0-1,-1 0 0,0 0 0,0-1 0,1 1 0,-1 0 1,0 0-1,0-2 0,4-41 321,-2 29-114,0-5-86,9-50 350,-11 66-527,1 0-1,0 0 1,1 1-1,-1-1 1,1 0-1,0 1 1,-1-1-1,2 1 1,-1 0-1,0 0 1,1 0-1,-1 0 1,1 0-1,3-3 1,1 2-169,-1 1 0,0 0 1,1 0-1,-1 1 0,1 0 0,0 0 0,0 0 1,0 1-1,0 0 0,0 0 0,9 1 0,-9 0-1035,1 1-1,0 0 1,0 0-1,-1 0 1,1 1-1,8 4 0,11 6-7978</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1"/>
    </inkml:context>
    <inkml:brush xml:id="br0">
      <inkml:brushProperty name="width" value="0.025" units="cm"/>
      <inkml:brushProperty name="height" value="0.025" units="cm"/>
    </inkml:brush>
  </inkml:definitions>
  <inkml:trace contextRef="#ctx0" brushRef="#br0">212 27 2713,'0'0'21718,"-11"-5"-21196,1 0-419,6 3-66,-1-1 0,0 1-1,1 0 1,-1 1 0,0-1 0,0 1 0,0 0-1,0 0 1,0 0 0,0 1 0,0 0 0,-1 0 0,1 0-1,-7 2 1,5-1-20,-3 1 69,-1 1 0,1 0-1,0 1 1,-18 9 0,25-12-112,1 1 0,0-1-1,0 1 1,-1 0 0,1 0 0,0 0 0,0 0 0,1 0 0,-1 0 0,0 1-1,1-1 1,-1 1 0,1-1 0,0 1 0,0-1 0,0 1 0,0 0 0,0 0-1,1-1 1,-1 1 0,1 0 0,0 0 0,0 3 0,0-4-26,0 0 0,1 0 0,0-1 0,-1 1 0,1 0 0,0 0 0,0-1 0,0 1 0,0-1 0,0 1 0,0-1 0,1 1 0,-1-1 0,0 1 0,1-1 0,-1 0 0,1 0 0,0 0 0,2 1 0,41 22-452,-31-17 307,-1-1 68,-4-2 8,1 0 1,0 1-1,-1 1 0,0-1 1,-1 1-1,1 1 1,-1 0-1,14 14 0,-22-20 118,1 0 0,-1 0 0,1 0 0,-1 0 0,0 0 0,1 0 0,-1 0 0,0 0 0,0 0 0,0 0 0,0 0 0,0 0 0,0 0 0,0 0 0,0 0 0,0 0 0,0 0 0,-1 0 0,1 0 0,0 0 0,-1 0 0,1 0 0,-1 0 0,1 0 0,-1 0 0,1 0 0,-1 0 0,0 0 0,1-1-1,-1 1 1,0 0 0,0-1 0,0 1 0,1 0 0,-1-1 0,-1 1 0,-40 22 600,32-19-485,2 0-43,-27 9 30,35-15-370,-1 1 0,1-1 0,0 1 0,0-1 1,0 1-1,0-1 0,0 1 0,0-1 0,0 0 0,0 1 1,1-1-1,-1 1 0,1-2 0,4-7-1079,1 0 0,0 1-1,0 0 1,1 0 0,0 0 0,1 1 0,-1 0-1,2 1 1,12-10 0,35-21-3180,-1 5 5345,-35 22 1532,-7 2-1518,7 0 8920,-19 9-9549,0 0 0,-1 0 0,1 1-1,-1-1 1,1 1 0,-1-1 0,1 1-1,-1-1 1,0 1 0,1-1-1,-1 1 1,1-1 0,-1 1 0,0-1-1,0 1 1,1-1 0,-1 1-1,0 0 1,0-1 0,0 1 0,0-1-1,1 1 1,-1 0 0,0-1 0,0 1-1,0 0 1,0-1 0,-1 1-1,1 0 1,0-1 0,0 1 0,0 0-1,0 149 5066,0-150-5264,0 0-1,0 1 0,0-1 1,0 0-1,0 0 0,0 0 1,0 1-1,0-1 0,1 0 1,-1 0-1,0 0 1,0 0-1,0 0 0,0 1 1,1-1-1,-1 0 0,0 0 1,0 0-1,0 0 0,0 0 1,1 0-1,-1 0 0,0 0 1,0 0-1,0 1 0,1-1 1,-1 0-1,0 0 0,0 0 1,1 0-1,-1 0 0,0 0 1,0-1-1,0 1 0,1 0 1,-1 0-1,0 0 0,0 0 1,0 0-1,1 0 0,-1 0 1,0 0-1,0 0 0,0 0 1,0-1-1,1 1 0,0 0 3,14-7-16,-1 0-1,1-1 0,-2-1 1,1 0-1,-1 0 1,-1-1-1,12-13 0,32-22-26,-50 41 40,-4 2 2,1 1-1,0-1 1,-1 1 0,1-1 0,-1 0-1,0 0 1,0 0 0,0 0 0,0-1 0,0 1-1,0 0 1,0-1 0,-1 1 0,2-4-1,-2 5 49,4 1-20,-4 0 61,5 27 521,1-9-394,-7-16-244,1 1 0,0-1 0,-1 1 0,1-1 1,0 1-1,0-1 0,0 0 0,0 0 0,1 1 0,-1-1 0,0 0 0,1 0 0,0 0 0,-1 0 0,1-1 0,0 1 0,0 0 0,0-1 0,0 1 0,5 1 1,-1-3-172,0-1 1,0 0 0,0 0 0,0-1 0,0 0 0,0 0 0,0 0 0,-1-1 0,11-6 0,51-39-755,-37 26 715,-16 11 404,-7 6-8,-1-1 0,1 1 0,0 0 0,1 1 0,-1-1 0,1 2 0,-1-1 0,1 1 0,0 0-1,1 1 1,10-3 0,-19 44 1365,-1-13-1234,0-19-367,0 1 0,1 0 0,0-1 0,0 1 0,1-1-1,2 8 1,-2-12-55,-1-1-1,1 0 0,1 1 0,-1-1 0,0 0 0,0 0 0,1 0 0,-1 0 1,1 0-1,0 0 0,-1 0 0,1 0 0,0-1 0,0 1 0,0-1 1,0 1-1,1-1 0,-1 0 0,0 0 0,0 0 0,1 0 0,-1 0 0,4 0 1,66 11-3503,-18-7-1665,5-2-4610</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2"/>
    </inkml:context>
    <inkml:brush xml:id="br0">
      <inkml:brushProperty name="width" value="0.025" units="cm"/>
      <inkml:brushProperty name="height" value="0.025" units="cm"/>
    </inkml:brush>
  </inkml:definitions>
  <inkml:trace contextRef="#ctx0" brushRef="#br0">321 23 8786,'0'0'15016,"-31"-5"-14082,-99-13-165,124 18-683,0 0-1,0 0 0,1 1 0,-1 0 1,0 0-1,0 0 0,1 1 0,-1-1 1,1 2-1,-1-1 0,1 0 0,0 1 1,0 0-1,0 0 0,0 1 0,0-1 1,1 1-1,0 0 0,-1 0 0,1 0 0,1 1 1,-7 9-1,-1-1 148,8-10-226,1 1-1,-1 0 1,1-1-1,-1 1 0,1 0 1,0 0-1,0 0 1,1 1-1,-1-1 1,1 0-1,0 1 1,0-1-1,1 1 0,-1-1 1,1 1-1,0-1 1,1 6-1,-1-10-16,1 1-1,-1 0 0,1 0 1,-1 0-1,1-1 0,-1 1 1,1 0-1,0 0 1,0-1-1,-1 1 0,1-1 1,0 1-1,0-1 0,0 1 1,0-1-1,-1 1 0,1-1 1,0 0-1,0 1 1,0-1-1,0 0 0,0 0 1,0 0-1,0 0 0,2 0 1,29 3-130,-29-2 108,16 0-109,81 0-956,-90-1 979,0-1 0,1 0-1,-1-1 1,0 0 0,0-1-1,0 0 1,11-6 0,-20 9 422,-1 29-370,0-17 237,0-7-401,-1 1 0,2-1-1,-1 1 1,1 0 0,-1-1 0,4 11-1,-3-14 59,0-1 0,0 1 0,0-1 0,0 0 0,0 1 0,0-1 0,0 0-1,0 0 1,0 1 0,1-1 0,-1 0 0,1 0 0,-1-1 0,0 1 0,1 0 0,0 0 0,-1-1-1,1 1 1,-1-1 0,1 1 0,0-1 0,-1 0 0,1 0 0,0 1 0,-1-1 0,1 0 0,2-1-1,26 1-2717,-3 0-1618</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3"/>
    </inkml:context>
    <inkml:brush xml:id="br0">
      <inkml:brushProperty name="width" value="0.025" units="cm"/>
      <inkml:brushProperty name="height" value="0.025" units="cm"/>
    </inkml:brush>
  </inkml:definitions>
  <inkml:trace contextRef="#ctx0" brushRef="#br0">265 0 12563,'0'0'12488,"-27"29"-11473,-85 91-99,93-100-618,1 1 1,1 1-1,-17 29 1,28-38-251,0 0 0,0 0 0,1 1-1,1-1 1,-4 23 0,7-35-95,1 0 0,0 0 0,-1 0 0,1 0 0,0 0 0,0 0 0,0 0 0,0 0 0,0 0-1,0-1 1,0 1 0,0 0 0,0 0 0,0 0 0,0 0 0,1 0 0,-1 0 0,0 0 0,1 0-1,-1 0 1,1 0 0,-1 0 0,1 0 0,-1-1 0,1 1 0,-1 0 0,1 0 0,0-1 0,1 2-1,27 0-1964,-15-2 1798,-2 0-257,0-1-1,0-1 1,0 0 0,-1 0 0,1-1-1,-1 0 1,12-6 0,-4 0-1208,0-1 0,-1 0 0,-1-1 0,0-1 1,0-1-1,17-17 0,-3-1-1621,53-69 1,-24 13 8690,-57 84-4519,0 0 0,-1-1 0,0 1 0,0-1 1,0 0-1,-1 0 0,1 1 0,-1-1 0,0 0 1,0 0-1,1-4 0,-2 6 1424,-3 2-1920,0 1-1,0 0 0,0 0 1,0 0-1,0 0 0,0 0 0,0 0 1,0 1-1,0 0 0,1-1 1,-1 1-1,1 0 0,-4 4 0,-33 34 456,26-25-130,-8 7-395,2 1 1,0 1-1,2 0 1,0 1-1,2 1 0,1 0 1,-12 31-1,24-50-573,0 1 0,1-1 0,0 0 0,0 1 0,0-1 0,2 11-1,-1-15-134,1-2 51,1 0 1,-1 0 0,1 0 0,0 0 0,0-1 0,-1 1-1,1 0 1,0-1 0,0 0 0,0 1 0,0-1 0,0 0-1,-1 0 1,1 0 0,0 0 0,0 0 0,0 0 0,0-1 0,2 1-1,3-1-1542,18 1-5084</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4"/>
    </inkml:context>
    <inkml:brush xml:id="br0">
      <inkml:brushProperty name="width" value="0.025" units="cm"/>
      <inkml:brushProperty name="height" value="0.025" units="cm"/>
    </inkml:brush>
  </inkml:definitions>
  <inkml:trace contextRef="#ctx0" brushRef="#br0">8 76 9354,'0'0'12672,"14"7"-12191,-5-2-428,2 1 10,0 0 1,0-1-1,0-1 0,1 1 1,0-2-1,-1 0 1,1 0-1,22 1 0,-32-4-51,0 0 0,0 0 0,0 0 0,0-1-1,1 1 1,-1-1 0,0 1 0,0-1 0,0 0-1,0 0 1,0 0 0,0 0 0,0 0 0,-1-1-1,1 1 1,0-1 0,-1 1 0,1-1 0,-1 1-1,1-1 1,-1 0 0,0 0 0,1 1 0,-1-1-1,0 0 1,0 0 0,-1 0 0,1 0 0,1-4-1,-1 0 60,0-1 0,0 1 0,0-1-1,-1 1 1,0 0 0,0-1 0,0 1-1,-1-1 1,-2-9 0,2 15-32,0 0 0,0 0 0,0 0 0,0 0 1,0 0-1,0 0 0,0 1 0,0-1 0,0 0 0,-1 0 0,1 1 1,0-1-1,0 1 0,-1 0 0,1-1 0,0 1 0,-1 0 1,1-1-1,0 1 0,-1 0 0,1 0 0,0 0 0,-2 1 0,-41 0 325,37 0-264,1-1-60,1 1 0,0 0 0,0 0 0,0 1 0,0-1 0,0 1 0,0 0 0,1 0 0,-1 1 0,0-1 0,1 1 0,0 0 0,0 0 0,0 1 0,0-1 1,0 1-1,1 0 0,-1 0 0,1 0 0,0 0 0,1 1 0,-1-1 0,1 1 0,0 0 0,-3 6 0,1 1-215,0 0 1,1 1-1,0-1 1,1 1-1,1 0 1,0-1-1,0 1 1,2 0-1,1 14 1,-2-25 55,1 0 0,0 0 1,0 0-1,0 0 0,0 0 1,0 0-1,0 0 0,1-1 0,-1 1 1,1 0-1,-1-1 0,1 1 1,0-1-1,-1 1 0,1-1 1,0 0-1,0 0 0,0 0 1,0 0-1,0 0 0,0 0 0,0-1 1,0 1-1,1-1 0,-1 1 1,0-1-1,0 0 0,3 0 1,7 3-627,39 8-3510,-5-9-1832</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5"/>
    </inkml:context>
    <inkml:brush xml:id="br0">
      <inkml:brushProperty name="width" value="0.025" units="cm"/>
      <inkml:brushProperty name="height" value="0.025" units="cm"/>
    </inkml:brush>
  </inkml:definitions>
  <inkml:trace contextRef="#ctx0" brushRef="#br0">178 7 12499,'0'0'12772,"-10"-2"-12428,7 1-335,-1 0 1,1 0 0,-1 0 0,0 1-1,1-1 1,-1 1 0,0 0-1,0 1 1,1-1 0,-1 0-1,0 1 1,1 0 0,-1 0-1,1 0 1,-1 0 0,1 1-1,-1-1 1,1 1 0,0 0 0,0 0-1,0 0 1,0 0 0,0 1-1,0-1 1,0 1 0,1 0-1,0-1 1,-1 1 0,1 1-1,0-1 1,0 0 0,1 0-1,-1 1 1,1-1 0,-1 1 0,1-1-1,-1 6 1,2-7-53,-1 0 0,1 0 0,0 0 0,-1 0 0,1 0 0,0 0-1,0 0 1,1 0 0,-1 0 0,0 0 0,1 0 0,-1 0 0,1 0 0,-1-1 0,1 1 0,0 0 0,0 0 0,0 0 0,0-1 0,0 1 0,0 0 0,1-1 0,-1 1-1,0-1 1,1 0 0,-1 1 0,1-1 0,0 0 0,-1 0 0,1 0 0,0 0 0,-1 0 0,1 0 0,0-1 0,0 1 0,3 0 0,-2 0-3,0 1-1,0-1 1,0 0 0,0 1 0,-1 0 0,1 0 0,0 0 0,-1 0-1,0 0 1,1 0 0,-1 1 0,0-1 0,3 5 0,-5-6 39,1 0 1,-1 0-1,0 0 1,0 0 0,0 0-1,0 0 1,0 0-1,0 0 1,0 0 0,0-1-1,0 1 1,0 0-1,0 0 1,0 0-1,-1 0 1,1 0 0,-1 0-1,1 0 1,0-1-1,-1 1 1,1 0 0,-1 0-1,1 0 1,-1-1-1,0 1 1,1 0-1,-1-1 1,0 1 0,0-1-1,1 1 1,-1-1-1,0 1 1,0-1-1,0 1 1,0-1 0,-1 1-1,-42 15 141,28-11-284,-28 16-3375,32-15-1369</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6"/>
    </inkml:context>
    <inkml:brush xml:id="br0">
      <inkml:brushProperty name="width" value="0.025" units="cm"/>
      <inkml:brushProperty name="height" value="0.025" units="cm"/>
    </inkml:brush>
  </inkml:definitions>
  <inkml:trace contextRef="#ctx0" brushRef="#br0">392 0 7394,'0'0'16739,"-199"151"-14450,161-106-929,6-4-408,12 1-352,8-10-360,5-3-120,1-3-120,-1-7 0,1-3-192,-1-3-400,1 0-544,-13-4-1001,6-2-1663,-6-4-3026</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7"/>
    </inkml:context>
    <inkml:brush xml:id="br0">
      <inkml:brushProperty name="width" value="0.025" units="cm"/>
      <inkml:brushProperty name="height" value="0.025" units="cm"/>
    </inkml:brush>
  </inkml:definitions>
  <inkml:trace contextRef="#ctx0" brushRef="#br0">0 32 432,'0'0'20829,"206"-29"-18357,-142 26-1144,-13 3-896,-6 0-432,-32 0-232,-13 16-1704,-39 0-4177,-25 0-3001</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8"/>
    </inkml:context>
    <inkml:brush xml:id="br0">
      <inkml:brushProperty name="width" value="0.025" units="cm"/>
      <inkml:brushProperty name="height" value="0.025" units="cm"/>
    </inkml:brush>
  </inkml:definitions>
  <inkml:trace contextRef="#ctx0" brushRef="#br0">0 0 3121,'0'0'17691,"45"55"-16498,-45-39-449,0 0-304,0-3-200,0-4-136,6-2-96,-6-4-8,0 0-488</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89"/>
    </inkml:context>
    <inkml:brush xml:id="br0">
      <inkml:brushProperty name="width" value="0.025" units="cm"/>
      <inkml:brushProperty name="height" value="0.025" units="cm"/>
    </inkml:brush>
  </inkml:definitions>
  <inkml:trace contextRef="#ctx0" brushRef="#br0">1 30 3185,'0'0'18988,"0"-29"-18988,6 29-1000,-6 22-977,6-2-1912,-6-1-2312</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0"/>
    </inkml:context>
    <inkml:brush xml:id="br0">
      <inkml:brushProperty name="width" value="0.025" units="cm"/>
      <inkml:brushProperty name="height" value="0.025" units="cm"/>
    </inkml:brush>
  </inkml:definitions>
  <inkml:trace contextRef="#ctx0" brushRef="#br0">1 4 3305,'0'0'20160,"3"11"-19471,0 3-517,-3-9-127,1 0-1,0 0 1,1-1 0,-1 1-1,1 0 1,0 0-1,0-1 1,1 1-1,2 3 1,-3-6-36,-1-1 0,0 0-1,1 0 1,0 0 0,-1 0 0,1 0 0,-1-1-1,1 1 1,0 0 0,0-1 0,-1 1 0,1-1-1,0 0 1,0 1 0,0-1 0,0 0 0,-1 0-1,1 0 1,0 0 0,0-1 0,0 1 0,0 0 0,-1-1-1,3 0 1,42-17 132,-16-1-142,-15 9-45,1 0 1,0 1 0,27-12 0,-42 21 47,0-1 1,1 1 0,-1 0 0,0 0-1,1 0 1,-1 0 0,0 0 0,0 0-1,1 0 1,-1 0 0,0 0 0,1 0-1,-1 1 1,0-1 0,0 0 0,1 1-1,-1-1 1,0 1 0,0 0 0,0-1-1,0 1 1,0 0 0,0 0 0,0 0-1,0-1 1,0 1 0,0 0 0,0 0-1,0 0 1,-1 1 0,1-1 0,0 0-1,-1 0 1,2 2 0,5 7-5,2-1-662,1-1 0,0 0-1,0 0 1,1-1 0,-1 0 0,2-1-1,-1 0 1,16 5 0,17 5-5304</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1"/>
    </inkml:context>
    <inkml:brush xml:id="br0">
      <inkml:brushProperty name="width" value="0.025" units="cm"/>
      <inkml:brushProperty name="height" value="0.025" units="cm"/>
    </inkml:brush>
  </inkml:definitions>
  <inkml:trace contextRef="#ctx0" brushRef="#br0">218 0 13931,'0'0'13827,"-70"132"-13139,57-100-392,0-3-200,0 0 8,7-7-104,-7 4-224,7-4-608,-7-3-816,-13 7-689,7-7-2120,-7-9-1704</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2"/>
    </inkml:context>
    <inkml:brush xml:id="br0">
      <inkml:brushProperty name="width" value="0.025" units="cm"/>
      <inkml:brushProperty name="height" value="0.025" units="cm"/>
    </inkml:brush>
  </inkml:definitions>
  <inkml:trace contextRef="#ctx0" brushRef="#br0">1 264 4913,'0'0'10742,"30"-9"-7586,2-1-2396,1-1 98,2 1 0,-1 2 0,52-5 1,71 0 164,73-9 741,-199 17-1586,1-2 1,-1 0-1,0-3 1,58-25-1,-85 33-189,0 0 0,0 0 0,0 0 0,0 0 0,0-1 0,-1 1 0,1-1 0,-1 0 0,0 0 0,0 0 0,0-1 0,0 1 0,-1-1 0,1 0 0,-1 1 0,0-1 0,0 0 0,0 0-1,-1-1 1,1 1 0,-1 0 0,0 0 0,0-1 0,0 1 0,-1-6 0,0 10 3,0-1-1,0 0 0,-1 1 1,1-1-1,0 1 0,0-1 0,-1 1 1,1-1-1,-1 1 0,1-1 1,0 1-1,-1-1 0,1 1 1,-1 0-1,1-1 0,-1 1 1,1-1-1,-1 1 0,1 0 0,-1 0 1,0-1-1,1 1 0,-1 0 1,1 0-1,-1 0 0,0 0 1,1 0-1,-1 0 0,0-1 1,1 2-1,-2-1 0,-29 0-72,17 0 32,1 1 70,0 1 1,1 1-1,-1 0 0,0 0 0,1 2 1,0-1-1,0 1 0,0 1 0,0 0 1,1 1-1,0 0 0,-14 13 0,-4 3 245,1 2-1,1 2 0,-28 35 1,43-46-201,0 2 1,1-1-1,0 2 0,2-1 1,0 1-1,-10 35 0,19-53-81,0-1-1,0 1 1,1-1 0,-1 1-1,0-1 1,0 1-1,1-1 1,-1 1 0,0-1-1,1 1 1,-1-1-1,1 1 1,-1-1 0,1 0-1,-1 1 1,1-1-1,-1 0 1,1 1 0,-1-1-1,1 0 1,-1 0-1,1 1 1,-1-1 0,1 0-1,-1 0 1,1 0-1,0 0 1,-1 0 0,1 0-1,-1 0 1,1 0-1,0 0 1,-1 0 0,1 0-1,-1 0 1,1 0-1,-1 0 1,1-1 0,0 1-1,0-1 1,29-4 11,73-46-287,-98 50 306,-4 1 46,-2 26-57,0-18-192,1 0 0,-1 1 0,2-1 0,-1 0 0,3 12 1,-2-19 43,-1 0 0,1 0 0,-1 0 1,1 0-1,0 0 0,0 0 0,-1-1 1,1 1-1,0 0 0,0 0 0,0-1 1,0 1-1,0-1 0,0 1 0,0 0 1,0-1-1,0 0 0,0 1 1,0-1-1,0 0 0,0 1 0,0-1 1,0 0-1,2 0 0,32 1-4189,-25-1 1900,16 0-6072</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3"/>
    </inkml:context>
    <inkml:brush xml:id="br0">
      <inkml:brushProperty name="width" value="0.025" units="cm"/>
      <inkml:brushProperty name="height" value="0.025" units="cm"/>
    </inkml:brush>
  </inkml:definitions>
  <inkml:trace contextRef="#ctx0" brushRef="#br0">0 106 8466,'0'0'10306,"23"3"-9352,178 10 687,-200-12-1629,0-1 0,1 0 0,-1 0 0,0 0 0,1 0 0,-1 0 0,0 0 0,1-1 0,-1 1 0,0 0 0,1-1 0,-1 1 0,0-1 1,0 1-1,1-1 0,-1 0 0,0 1 0,0-1 0,0 0 0,0 0 0,0 0 0,0 0 0,1-1 0,1-28 154,-3 17-158,0 11 15,0-1-1,0 1 1,0-1 0,0 1-1,0-1 1,-1 1-1,1-1 1,-1 1 0,0 0-1,1-1 1,-1 1 0,0 0-1,-1-1 1,1 1-1,0 0 1,-1 0 0,1 0-1,-1 0 1,1 0 0,-1 0-1,0 1 1,0-1-1,0 1 1,-4-3 0,0 1 133,0 1 1,0 0 0,0 1-1,-1 0 1,1 0-1,0 0 1,-1 0-1,-10 1 1,10 0 27,-1 1 0,1-1 0,0 1 1,0 0-1,0 0 0,0 1 0,0 0 0,1 1 0,-1-1 0,-6 5 0,9-5-140,1 0-1,0 0 0,0 1 0,0-1 0,0 1 1,0 0-1,1 0 0,-1 0 0,1 0 1,0 1-1,0-1 0,0 1 0,0-1 1,1 1-1,-1 0 0,1-1 0,0 1 1,0 0-1,-1 7 0,2-4-63,-3 43 85,3-48-116,0 0 1,1 1 0,-1-1 0,1 1 0,-1-1 0,1 0-1,0 0 1,0 1 0,0-1 0,0 0 0,0 0 0,1 0-1,-1 0 1,0 0 0,1 0 0,0-1 0,-1 1 0,1 0-1,3 1 1,17 8-1177,2 0 0,-1-2 0,26 6 0,10 0-4614</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4"/>
    </inkml:context>
    <inkml:brush xml:id="br0">
      <inkml:brushProperty name="width" value="0.025" units="cm"/>
      <inkml:brushProperty name="height" value="0.025" units="cm"/>
    </inkml:brush>
  </inkml:definitions>
  <inkml:trace contextRef="#ctx0" brushRef="#br0">7 19 1776,'0'0'21716,"0"0"-21620,0 0 1,-1 0-1,1 0 1,0 0-1,-1 1 1,1-1-1,0 0 1,-1 0-1,1 0 0,0 1 1,0-1-1,-1 0 1,1 1-1,0-1 1,0 0-1,-1 0 1,1 1-1,0-1 1,0 0-1,0 1 1,-1-1-1,1 1 1,0-1-1,0 0 1,0 1-1,0-1 1,0 0-1,0 1 1,0-1-1,0 1 1,0-1-1,0 15 454,3 18-78,-3-32-472,1 0 1,0 0 0,0 0 0,0 0 0,0 0 0,0 0 0,0 0 0,0 0-1,0-1 1,0 1 0,0 0 0,0-1 0,1 1 0,-1-1 0,0 1 0,0-1-1,0 0 1,1 0 0,-1 1 0,0-1 0,1 0 0,-1 0 0,0 0-1,0 0 1,2-1 0,22 2 13,-19 0-32,0 0 0,0-1-1,1 0 1,-1 0 0,0 0 0,0-1 0,0 1 0,0-2-1,0 1 1,-1-1 0,1 0 0,0 0 0,0 0 0,6-5 0,2-4-19,-4 3 13,0 0 0,-1 0 0,0-1 0,-1 0 0,8-11 0,-15 99 609,-1-77-779,1 0 1,-1 0 0,1 0-1,0 0 1,0 0 0,0-1-1,0 1 1,0 0 0,0-1 0,0 1-1,0 0 1,0-1 0,1 0-1,-1 1 1,1-1 0,-1 0-1,1 1 1,0-1 0,-1 0 0,1 0-1,0-1 1,0 1 0,0 0-1,-1 0 1,1-1 0,0 1-1,0-1 1,0 0 0,4 1 0,-1 0-910,16 6-3961</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5"/>
    </inkml:context>
    <inkml:brush xml:id="br0">
      <inkml:brushProperty name="width" value="0.025" units="cm"/>
      <inkml:brushProperty name="height" value="0.025" units="cm"/>
    </inkml:brush>
  </inkml:definitions>
  <inkml:trace contextRef="#ctx0" brushRef="#br0">1 17 3273,'0'0'20680,"3"7"-19542,1 4-795,17 32 655,-20-41-986,0 0 0,0-1 0,0 1 0,0 0 0,1-1 0,-1 1 0,0-1 0,1 1 0,0-1 0,-1 0 0,1 0 0,0 0 0,-1 0 0,1 0 0,0 0 0,0 0 0,0-1 0,0 1 0,0 0 0,0-1 0,2 0 0,8 0-95,0-2-1,0 1 1,0-2-1,0 1 1,-1-2-1,1 0 1,-1 0-1,0-1 1,0 0-1,-1-1 1,1 0-1,18-15 1,-23 16 82,0 1 0,0 0-1,0 0 1,1 0 0,-1 1 0,1 0 0,0 0 0,0 1 0,0 0 0,0 0-1,0 1 1,9-1 0,-15 2 289,-1 4 188,0 104 830,0-108-1336,0 1 0,0 0 0,1 0 0,-1-1 0,0 1 0,0 0 0,1 0 0,-1-1 0,0 1 0,1 0 0,-1-1 0,1 1 0,-1 0 0,1-1 0,-1 1 0,1-1 0,-1 1 0,1-1 0,0 1 0,-1-1-1,1 1 1,0-1 0,-1 0 0,1 1 0,0-1 0,0 0 0,-1 1 0,1-1 0,0 0 0,1 0 0,26 3-1252,-23-3 908,31 0-2851,6 0-2602</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6"/>
    </inkml:context>
    <inkml:brush xml:id="br0">
      <inkml:brushProperty name="width" value="0.025" units="cm"/>
      <inkml:brushProperty name="height" value="0.025" units="cm"/>
    </inkml:brush>
  </inkml:definitions>
  <inkml:trace contextRef="#ctx0" brushRef="#br0">282 38 4905,'0'0'19151,"-25"-7"-18204,-79-18-32,97 23-774,0 1 1,0 0-1,0 0 1,0 1-1,0 0 0,0 0 1,0 1-1,-11 1 1,15-1-113,1 0 0,-1-1 0,1 1 0,0 0 0,-1 0 0,1 0 0,0 1 0,0-1 0,-1 1 0,1-1 1,0 1-1,1 0 0,-1-1 0,0 1 0,0 0 0,1 0 0,-3 4 0,3-4-79,1-1-1,-1 1 1,1-1 0,-1 1 0,1-1 0,0 1-1,0-1 1,-1 1 0,1-1 0,0 1-1,0-1 1,1 1 0,-1-1 0,0 1-1,0-1 1,1 1 0,-1-1 0,1 1-1,-1-1 1,1 0 0,0 1 0,0-1 0,-1 0-1,1 0 1,0 1 0,2 1 0,35 29-1256,-14-13 366,-20-16 819,-1-1 0,0 1 0,0 1 0,0-1 0,0 0 0,-1 1 0,1-1 1,-1 1-1,0 0 0,0 0 0,0 0 0,0 0 0,-1 0 0,0 0 0,0 0 0,0 0 0,0 1 0,-1-1 0,1 0 1,-1 1-1,0-1 0,-1 0 0,0 8 0,-1-10 140,1 1 0,-1-1 0,1 1 0,-1-1-1,0 0 1,0 0 0,0 0 0,0 0 0,0 0 0,-1 0 0,1-1 0,-1 1 0,1-1 0,-1 1 0,1-1-1,-1 0 1,0 0 0,0 0 0,1-1 0,-6 2 0,-60 9 261,43-13-599,25 2 232,-1 0 1,1-1-1,0 1 0,0 0 1,0-1-1,0 1 1,0 0-1,0-1 0,0 1 1,0 0-1,0-1 1,0 1-1,0 0 1,0-1-1,0 1 0,0 0 1,1 0-1,-1-1 1,0 1-1,0 0 1,0-1-1,0 1 0,1 0 1,-1 0-1,0-1 1,0 1-1,0 0 0,1 0 1,-1-1-1,0 1 1,0 0-1,1 0 1,-1 0-1,0 0 0,0-1 1,1 1-1,-1 0 1,44-25-7239,-41 24 7122,40-21-7050</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7"/>
    </inkml:context>
    <inkml:brush xml:id="br0">
      <inkml:brushProperty name="width" value="0.025" units="cm"/>
      <inkml:brushProperty name="height" value="0.025" units="cm"/>
    </inkml:brush>
  </inkml:definitions>
  <inkml:trace contextRef="#ctx0" brushRef="#br0">1 1 8570</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8"/>
    </inkml:context>
    <inkml:brush xml:id="br0">
      <inkml:brushProperty name="width" value="0.025" units="cm"/>
      <inkml:brushProperty name="height" value="0.025" units="cm"/>
    </inkml:brush>
  </inkml:definitions>
  <inkml:trace contextRef="#ctx0" brushRef="#br0">1 94 8570,'160'-9'5746,"-140"7"-499,-29-1-2941,-22 1-215,28 2-2022,-1 0 1,1 0-1,0 1 1,0-1-1,0 1 1,0 0-1,0 0 1,0 0-1,0 0 1,0 0-1,0 1 1,1-1-1,-1 1 1,0 0-1,1 0 1,-1 0-1,1 0 1,0 0-1,0 1 1,0-1-1,0 1 1,0-1-1,0 1 1,-1 4-1,1-2 12,0 0 0,0 0 0,0 0-1,1 1 1,0-1 0,0 0-1,0 1 1,1-1 0,0 1-1,0-1 1,0 1 0,1-1-1,2 11 1,-2-14-111,-1-1 0,1 1 0,0 0-1,0-1 1,0 1 0,0-1 0,0 1 0,1-1 0,-1 0-1,0 1 1,1-1 0,-1 0 0,1 0 0,-1 0-1,1 0 1,0 0 0,-1 0 0,1-1 0,0 1 0,0 0-1,-1-1 1,1 1 0,0-1 0,0 0 0,0 0 0,0 0-1,2 0 1,-2 1-13,0-1-1,1 0 0,-1 0 0,0 0 1,0-1-1,0 1 0,0 0 1,0-1-1,0 1 0,0-1 0,0 0 1,0 0-1,0 0 0,0 0 1,0 0-1,0 0 0,-1 0 1,1-1-1,0 1 0,-1-1 0,1 1 1,-1-1-1,2-1 0,2-13-27,0 1 1,-1-1-1,0-1 0,-1 1 0,-1 0 0,-1-1 0,-1-26 1,0 42 71,0 0 0,0 0 0,0-1 1,0 1-1,0 0 0,1 0 1,-1 0-1,0 0 0,0 0 1,1 0-1,-1 0 0,1 0 0,-1 0 1,1 0-1,-1 1 0,1-1 1,-1 0-1,1 0 0,0 0 1,0 0-1,-1 1 0,1-1 1,0 0-1,0 1 0,0-1 0,0 1 1,0-1-1,0 1 0,0-1 1,0 1-1,0 0 0,0-1 1,2 1-1,40 2 17,-38-2-19,-1 1 0,0 0-1,0 1 1,0-1 0,0 1 0,-1 0-1,1 0 1,0 0 0,-1 0-1,1 1 1,-1-1 0,0 1 0,5 4-1,32 48-25,-10-13 24,-18-23 87,-10-16 1120,-2-10-150,0-8-850,1-9-108,2 1-1,1 0 1,1-1-1,8-23 1,-12 46-326,0 0 0,0 0 0,-1 0 0,1 0 0,0 0 0,0 0 0,0 0 0,0 0 0,1 0 0,-1 0 0,0 1 0,0-1 0,0 0 0,1 1 0,-1-1 0,0 1 0,0 0 0,1-1 0,-1 1 0,0 0 0,1 0 0,-1 0 0,1 0 0,-1 0 0,0 0 0,1 0 0,-1 0 0,0 0 0,3 1 0,9-1-2899,6-2-2733</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499"/>
    </inkml:context>
    <inkml:brush xml:id="br0">
      <inkml:brushProperty name="width" value="0.025" units="cm"/>
      <inkml:brushProperty name="height" value="0.025" units="cm"/>
    </inkml:brush>
  </inkml:definitions>
  <inkml:trace contextRef="#ctx0" brushRef="#br0">158 0 10698,'0'0'16405,"-20"27"-14933,-64 84-247,77-100-1117,0 0 1,1 0-1,0 1 1,1 0-1,0 0 1,1 0-1,1 0 1,-1 1-1,2 0 1,0-1-1,0 1 1,1 0-1,1 0 1,0 0 0,3 15-1,-2 17-387,-1-44 229,1-1 0,-1 1 0,0 0 0,1-1 0,-1 1 0,0-1 0,1 1 0,-1-1 0,1 1 0,-1-1-1,1 1 1,-1-1 0,1 1 0,-1-1 0,1 1 0,-1-1 0,1 0 0,-1 1 0,1-1 0,0 0 0,-1 0 0,1 1 0,0-1-1,-1 0 1,1 0 0,0 0 0,-1 0 0,1 0 0,0 0 0,1 0 0,30 0-1652,-22 0 767,-2 0-179,1-1 0,-1 1 0,0-1 0,0-1 0,0 1 0,10-4-1,9-8-5615</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0"/>
    </inkml:context>
    <inkml:brush xml:id="br0">
      <inkml:brushProperty name="width" value="0.025" units="cm"/>
      <inkml:brushProperty name="height" value="0.025" units="cm"/>
    </inkml:brush>
  </inkml:definitions>
  <inkml:trace contextRef="#ctx0" brushRef="#br0">1 23 3137,'0'0'19396,"192"-22"-19052,-140 22-112,-7 0-232,-7 0 0,-6 0-720,-6 6-1865,-7 10-2688,-19-3-7138</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1"/>
    </inkml:context>
    <inkml:brush xml:id="br0">
      <inkml:brushProperty name="width" value="0.025" units="cm"/>
      <inkml:brushProperty name="height" value="0.025" units="cm"/>
    </inkml:brush>
  </inkml:definitions>
  <inkml:trace contextRef="#ctx0" brushRef="#br0">1 81 4825,'0'0'18083,"24"3"-17417,183 13 543,-206-16-1198,0 1 1,0-1 0,0 0 0,1 0-1,-1 0 1,0-1 0,0 1 0,0 0-1,1 0 1,-1-1 0,0 1 0,0-1-1,0 1 1,0-1 0,0 1 0,0-1-1,0 0 1,0 1 0,0-1 0,0 0-1,0 0 1,0 0 0,0 1 0,-1-1 0,1 0-1,0 0 1,0-2 0,2-32 671,-3 22-575,-1 11-98,1 0 0,-1 1 0,1-1 0,-1 0 0,0 1 0,1-1 0,-1 1 0,0-1 0,0 1 0,0-1 0,0 1 0,-1 0 0,1 0 0,0-1 0,0 1 0,-1 0 0,1 0 0,-1 0 0,1 0 0,-1 1 0,1-1 0,-1 0 0,0 1 0,1-1 0,-1 1 0,0-1 0,1 1-1,-1 0 1,0 0 0,-2 0 0,-62-4 140,57 4-105,-2 0-46,5-1 18,0 1-1,0 0 1,0 1 0,0-1 0,-1 1-1,-10 4 1,15-4-22,0-1 1,1 1-1,-1 0 1,1 1-1,-1-1 0,1 0 1,-1 0-1,1 1 0,0-1 1,0 1-1,0-1 1,0 1-1,0-1 0,0 1 1,0 0-1,0-1 0,0 1 1,1 0-1,-1 0 1,1 0-1,0-1 0,-1 1 1,1 0-1,0 0 0,0 0 1,0 0-1,0 2 1,0 7-67,0-9 0,0 0 0,-1 0 0,1 0 1,0 1-1,0-1 0,1 0 0,-1 0 0,0 1 1,1-1-1,-1 0 0,1 0 0,0 0 1,0 0-1,0 0 0,0 0 0,0 0 1,0 0-1,0 0 0,1 0 0,-1-1 1,1 1-1,-1 0 0,1-1 0,0 1 0,0-1 1,-1 0-1,5 2 0,29 17-3000,51 21 0,-23-17-2101</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2"/>
    </inkml:context>
    <inkml:brush xml:id="br0">
      <inkml:brushProperty name="width" value="0.025" units="cm"/>
      <inkml:brushProperty name="height" value="0.025" units="cm"/>
    </inkml:brush>
  </inkml:definitions>
  <inkml:trace contextRef="#ctx0" brushRef="#br0">133 555 8650,'0'0'14220,"-18"-5"-13617,-57-17-75,74 22-498,-1-1 0,1 1 0,0 0 0,0 0 1,-1 0-1,1 0 0,0 0 0,-1 0 0,1 0 0,0 0 0,0 0 0,-1 0 0,1 1 0,0-1 0,0 1 0,-1-1 0,1 1 1,0-1-1,0 1 0,0-1 0,0 1 0,0 0 0,0 0 0,0 0 0,0 0 0,0 0 0,0 0 0,1 0 0,-1 0 1,0 0-1,1 0 0,-1 0 0,0 0 0,1 0 0,-1 0 0,1 1 0,0-1 0,-1 0 0,1 0 0,0 1 0,0-1 0,0 0 1,0 3-1,0-3-32,0 1 1,-1-1 0,1 1 0,0-1 0,0 1 0,0-1 0,0 1-1,1-1 1,-1 1 0,0-1 0,1 1 0,-1-1 0,1 1-1,-1-1 1,1 0 0,0 1 0,0-1 0,-1 0 0,1 0 0,0 1-1,0-1 1,0 0 0,0 0 0,0 0 0,1 0 0,-1 0-1,0-1 1,0 1 0,1 0 0,-1 0 0,0-1 0,1 1 0,1 0-1,2-2-39,0 1-1,0-1 0,0 0 1,0 0-1,0 0 0,-1-1 1,1 0-1,0 0 0,-1 0 1,0 0-1,9-6 0,44-42-1226,-40 34 816,-3 3 91,189-191-4401,-184 181 4689,0 0-1,-2-1 1,-1-1 0,-1 0 0,-1-1 0,-1 0 0,15-46 0,-26 65 393,5-22 2340,-7 28-2564,0 1 0,0-1 0,0 1 0,0-1-1,0 1 1,0-1 0,-1 1 0,1-1 0,0 1 0,0-1 0,0 1-1,-1-1 1,1 1 0,0-1 0,0 1 0,-1-1 0,1 1 0,0-1-1,-1 1 1,1 0 0,-1-1 0,1 1 0,0-1 0,-1 1 0,1 0-1,-1 0 1,1-1 0,-1 1 0,1 0 0,-1 0 0,1 0 0,-1-1-1,1 1 1,-1 0 0,1 0 0,-1 0 0,1 0 0,-1 0 0,0 0-1,1 0 1,-1 0 0,1 0 0,-1 0 0,1 1 0,-1-1 0,-8 2 90,1 1 0,-1 0 1,1 0-1,0 1 0,0 0 1,1 0-1,-1 0 1,1 1-1,0 1 0,-10 9 1,-6 7 461,-34 41 1,41-40-512,0-1-1,1 2 1,2 0-1,0 1 1,1 0-1,2 1 1,1 0-1,1 0 1,1 1 0,1 0-1,2 1 1,0-1-1,2 1 1,1 31-1,1-59-141,0 123-1108,0-83-2255,0 0-3885,0-20-4733</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3"/>
    </inkml:context>
    <inkml:brush xml:id="br0">
      <inkml:brushProperty name="width" value="0.025" units="cm"/>
      <inkml:brushProperty name="height" value="0.025" units="cm"/>
    </inkml:brush>
  </inkml:definitions>
  <inkml:trace contextRef="#ctx0" brushRef="#br0">87 39 3449,'0'0'15350,"10"-7"-13927,1 1-1009,-6 4-21,-1-1 0,1 1 0,-1-1 0,0 0 0,0 0 1,7-7-1,-51 19 1538,30-3-1807,-1 0 0,1 1-1,1 1 1,-1 0 0,1 0 0,-11 14 0,17-19-145,0 1 1,1-1-1,0 1 0,-1-1 1,1 1-1,0 0 0,1 0 0,-1 0 1,1 0-1,-1 0 0,1 0 0,1 0 1,-1 0-1,0 0 0,1 1 1,0-1-1,0 0 0,0 0 0,1 1 1,-1-1-1,1 0 0,3 8 1,-3-9-41,0-1 0,0 1 0,1-1 0,-1 0 0,1 1 1,-1-1-1,1 0 0,0 0 0,0 0 0,0 0 1,0-1-1,0 1 0,0 0 0,1-1 0,-1 0 0,0 1 1,1-1-1,-1 0 0,1 0 0,-1 0 0,6 0 1,3 1-92,1-1 1,0 0 0,24-2 0,-28 0 75,0 0 1,-1 1-1,1 0 1,0 0 0,0 1-1,0 0 1,-1 1-1,15 3 1,-21-4 68,0 0 1,0-1 0,1 1-1,-1 0 1,0 0 0,0 0 0,0 0-1,0 0 1,-1 0 0,1 0-1,0 0 1,0 0 0,0 0 0,-1 0-1,1 1 1,-1-1 0,1 0-1,-1 1 1,1-1 0,-1 0 0,0 0-1,0 1 1,0-1 0,0 1-1,0-1 1,0 0 0,0 1 0,0-1-1,0 0 1,0 1 0,-1-1-1,1 0 1,-1 1 0,1-1 0,-1 0-1,1 0 1,-1 0 0,0 1-1,1-1 1,-1 0 0,-2 2 0,-2 4 145,0 0 1,-1 0-1,0 0 1,-11 9-1,12-11-134,0-1 1,-1 1-1,0-1 0,0 0 1,0 0-1,0 0 0,0-1 1,-1 0-1,-11 3 0,17-16-5348,1-5-949</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4"/>
    </inkml:context>
    <inkml:brush xml:id="br0">
      <inkml:brushProperty name="width" value="0.025" units="cm"/>
      <inkml:brushProperty name="height" value="0.025" units="cm"/>
    </inkml:brush>
  </inkml:definitions>
  <inkml:trace contextRef="#ctx0" brushRef="#br0">1 103 7930,'0'0'10011,"31"2"-9212,155 11 407,-165-11-687,-14-1-388,0 0 0,1-1 0,-1 1 0,1-1 0,-1-1 0,0 0 0,1 0 0,-1 0 0,9-3 0,-15 2-100,0-1-1,1 1 0,-1-1 1,0 0-1,-1 1 0,1-1 1,0 1-1,-1-1 1,1 0-1,-1 0 0,0 1 1,0-1-1,0 0 0,0 0 1,-1 1-1,1-1 0,-1 0 1,1 0-1,-1 1 0,-2-5 1,-1 3-18,0 1 0,0 0 1,0 0-1,-1 0 0,1 0 0,-1 1 0,0 0 1,1 0-1,-1 0 0,0 0 0,0 1 1,0 0-1,-1 0 0,1 1 0,-6-1 1,-10 0 138,1 0 0,-32 5 0,47-4-129,1 1 1,0-1-1,0 1 1,0 0-1,0 1 1,1-1-1,-1 1 1,0-1-1,0 1 1,1 0-1,-1 1 1,1-1-1,0 1 1,0-1-1,0 1 1,0 0-1,0 0 1,0 0-1,1 1 1,0-1-1,-1 1 1,-2 6-1,1 0 1,1-1-1,0 1 0,1 0 1,0 0-1,0 1 0,1-1 0,0 19 1,1-27-21,0 0 1,1 0-1,-1 0 1,0 0-1,1 0 1,-1 0-1,1 0 1,0 0-1,0 0 1,0 0-1,0 0 1,0-1-1,0 1 1,0 0 0,0-1-1,1 1 1,-1 0-1,0-1 1,1 0-1,1 2 1,2 0 6,0 0 0,0 0 0,0-1 0,0 0 1,0 0-1,0 0 0,9 1 0,7 1-2,0-1 1,43-1-1,-47-3-172,0-1 0,1-1 0,-1-1 0,0 0 1,-1-1-1,1-1 0,-1 0 0,21-12 0,126-80-2668,-139 82 2390,89-63-1465,-113 79 1972,0-1-1,1 1 1,-1 0 0,0 0 0,0-1 0,0 1 0,0 0 0,0 0-1,1-1 1,-1 1 0,0 0 0,0 0 0,0 0 0,1 0-1,-1-1 1,0 1 0,0 0 0,1 0 0,-1 0 0,0 0 0,0 0-1,1 0 1,-1-1 0,0 1 0,0 0 0,1 0 0,-1 0 0,0 0-1,0 0 1,1 0 0,-1 0 0,0 0 0,1 0 0,-1 0 0,0 1-1,0-1 1,1 0 0,-1 0 0,0 0 0,0 0 0,1 0-1,-1 0 1,0 1 0,0-1 0,0 0 0,1 0 0,-1 0 0,0 0-1,0 1 1,0-1 0,1 0 0,-1 0 0,0 1 0,0-1 0,0 0-1,0 0 1,0 1 0,0-1 0,1 1 0,-2-1-4,1 1 1,0-1-1,0 1 0,-1 0 1,1-1-1,0 1 1,-1-1-1,1 1 0,-1-1 1,1 1-1,-1-1 1,1 1-1,-1-1 0,1 0 1,-1 1-1,1-1 1,-1 1-1,1-1 0,-1 0 1,0 0-1,1 1 1,-1-1-1,1 0 0,-1 0 1,0 0-1,1 0 1,-1 0-1,0 0 0,1 0 1,-1 0-1,0 0 1,0 0-1,-10 0-56,-1 1 0,1 0 0,0 1 0,-1 0 1,1 1-1,0 0 0,1 0 0,-1 1 0,0 1 0,1 0 0,0 0 0,-12 9 1,16-9 25,1-1 0,-1 1 1,1 0-1,0 1 0,0-1 1,0 1-1,1 0 1,0 0-1,0 0 0,0 1 1,1-1-1,0 1 0,1 0 1,-1 0-1,1 0 1,0 0-1,1 0 0,0 0 1,0 1-1,0 7 0,2-12-22,-1 1 0,1-1-1,0 1 1,0-1 0,0 0-1,0 1 1,1-1 0,-1 0-1,1 0 1,0 0 0,0 0-1,0 0 1,0 0 0,1-1-1,-1 1 1,1-1 0,-1 1-1,1-1 1,0 0 0,0 0-1,0 0 1,0-1 0,6 3-1,9 5 6,1-2-1,0-1 1,19 5 0,-25-8-10,8 2-323,0-1-1,1 0 0,42 0 1,-48-4-1149,0-1 1,1-1-1,17-4 1,12-11-6936</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5"/>
    </inkml:context>
    <inkml:brush xml:id="br0">
      <inkml:brushProperty name="width" value="0.025" units="cm"/>
      <inkml:brushProperty name="height" value="0.025" units="cm"/>
    </inkml:brush>
  </inkml:definitions>
  <inkml:trace contextRef="#ctx0" brushRef="#br0">231 1 13235,'0'0'10690,"-25"192"-9410,25-137-447,0-4-153,0-6-288,0-6-232,-7-4-40,-5-13-120,-1-2-56,-13-1-504,0-10-785,-19 1-903,7-3-1825,-1-4-1672</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6"/>
    </inkml:context>
    <inkml:brush xml:id="br0">
      <inkml:brushProperty name="width" value="0.025" units="cm"/>
      <inkml:brushProperty name="height" value="0.025" units="cm"/>
    </inkml:brush>
  </inkml:definitions>
  <inkml:trace contextRef="#ctx0" brushRef="#br0">1 55 3209,'0'0'14557,"35"-7"-12001,115-24-547,-119 24-1340,1 3 0,0 0 0,64 2-1,-50 3-230,-45-1-413,1 1-1,-1 0 1,0-1-1,0 1 1,0 0-1,0 0 1,-1 0-1,1-1 1,0 1 0,0 0-1,0 0 1,-1 0-1,1 1 1,0-1-1,-1 0 1,1 0-1,-1 0 1,0 0-1,1 1 1,-1-1 0,0 0-1,1 0 1,-1 1-1,0-1 1,0 0-1,0 0 1,0 1-1,-1-1 1,1 2-1,-3 40 631,-15 22-2266,24-68-3491,1-13-945</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7"/>
    </inkml:context>
    <inkml:brush xml:id="br0">
      <inkml:brushProperty name="width" value="0.025" units="cm"/>
      <inkml:brushProperty name="height" value="0.025" units="cm"/>
    </inkml:brush>
  </inkml:definitions>
  <inkml:trace contextRef="#ctx0" brushRef="#br0">0 0 11618,'0'0'11563,"13"116"-12387,7-75-1273,-8-9-2376,-5-9-3096</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8"/>
    </inkml:context>
    <inkml:brush xml:id="br0">
      <inkml:brushProperty name="width" value="0.025" units="cm"/>
      <inkml:brushProperty name="height" value="0.025" units="cm"/>
    </inkml:brush>
  </inkml:definitions>
  <inkml:trace contextRef="#ctx0" brushRef="#br0">81 19 3025,'0'0'22554,"-13"21"-21630,-38 68-329,49-85-567,0-1 1,0 1 0,0 0-1,0-1 1,1 1 0,-1 0 0,1 0-1,0 0 1,0 0 0,1 0-1,-1 0 1,1 0 0,0 1-1,0-1 1,0 0 0,1 0-1,0 0 1,-1 0 0,3 6-1,0-9-22,-1 1-1,0-1 1,1 0 0,-1 0-1,1 0 1,0-1 0,-1 1-1,1-1 1,0 1-1,-1-1 1,1 0 0,0 0-1,-1 0 1,1 0 0,0 0-1,3-2 1,2 2 37,-2-1-55,1 0-1,-1 0 1,0-1 0,1 0-1,-1 0 1,0 0 0,0-1 0,0 0-1,-1 0 1,1 0 0,-1-1-1,1 0 1,-1 0 0,-1 0 0,1 0-1,0-1 1,5-8 0,2-2-233,-1 0 1,-1-1-1,0 0 0,13-30 1,-21 40 197,0 1 1,1-1 0,-1 1 0,1 0-1,1 0 1,-1 0 0,5-5 0,-7 10 41,-1-1 0,1 1 0,-1-1 0,1 1 0,-1 0 0,1 0 0,-1-1 0,1 1 0,-1 0 0,1 0 0,0-1 0,-1 1 0,1 0 0,0 0 0,-1 0 0,1 0 0,-1 0 0,1 0 0,0 0 0,-1 0 0,1 0-1,0 0 1,-1 1 0,1-1 0,-1 0 0,2 1 0,0 0 25,0 1 0,0-1 0,0 1 0,-1-1 0,1 1 0,0 0 0,-1 0 0,0 0 0,1 0 0,-1 0 0,1 3 0,3 4 126,-1 0 1,0 1-1,-1-1 0,0 1 1,0 0-1,-1 0 0,-1 0 0,1 0 1,-2 0-1,1 0 0,-2 13 0,4-23-140,-1-1 0,1 1-1,-1-1 1,1 1 0,-1-1-1,1 0 1,-1 0 0,1 0-1,-1 0 1,3-2 0,-4 3-5,71-47-258,-67 46 258,-4 1 17,-1 36 386,0-32-478,0 0-1,1 0 1,-1 0 0,1-1 0,0 1 0,0 0 0,0 0 0,1 0 0,-1-1 0,4 5-1,14 18-5652,-6-12-1604</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09"/>
    </inkml:context>
    <inkml:brush xml:id="br0">
      <inkml:brushProperty name="width" value="0.025" units="cm"/>
      <inkml:brushProperty name="height" value="0.025" units="cm"/>
    </inkml:brush>
  </inkml:definitions>
  <inkml:trace contextRef="#ctx0" brushRef="#br0">238 0 2841,'0'0'20316,"-173"164"-20316,147-126-536,1-6-3681,12-16-9610</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0"/>
    </inkml:context>
    <inkml:brush xml:id="br0">
      <inkml:brushProperty name="width" value="0.025" units="cm"/>
      <inkml:brushProperty name="height" value="0.025" units="cm"/>
    </inkml:brush>
  </inkml:definitions>
  <inkml:trace contextRef="#ctx0" brushRef="#br0">309 71 4017,'0'0'16007,"3"-8"-14300,-1 4-1595,-1 3-52,-1 0 0,1 0 0,0 0-1,0-1 1,-1 1 0,1 0 0,-1 0 0,1 0 0,-1-1 0,0 1 0,1 0 0,-1-1-1,0 1 1,0 0 0,0-1 0,0 1 0,0 0 0,0-1 0,0 1 0,0 0-1,-1-1 1,1 1 0,0 0 0,-1-1 0,1 1 0,-1 0 0,0 0 0,1 0 0,-1-1-1,0 1 1,0 0 0,1 0 0,-1 0 0,0 0 0,0 0 0,0 1 0,0-1-1,-1 0 1,1 0 0,0 1 0,0-1 0,0 0 0,-1 1 0,1-1 0,0 1-1,0 0 1,-2-1 0,-7-1 119,-1 0 0,1 0 0,0 1 0,-1 1 0,1 0-1,0 0 1,-1 1 0,1 0 0,0 1 0,-1 0 0,1 1 0,0 0-1,0 0 1,1 1 0,-1 0 0,1 1 0,-16 11 0,17-11-156,1 0 0,0 1 0,0 0 0,0 0 1,1 1-1,0-1 0,0 2 0,1-1 0,0 0 0,0 1 1,1 0-1,0 0 0,0 1 0,1-1 0,0 1 1,0 0-1,1 0 0,0-1 0,1 1 0,-1 13 0,2-22-31,0 1 0,0 0 0,0 0 0,0 0 0,1 0 0,-1 0 0,0 0 0,1 0 0,-1 0 0,0-1 0,1 1 0,-1 0 0,1 0 0,-1-1-1,1 1 1,0 0 0,-1 0 0,1-1 0,0 1 0,-1-1 0,1 1 0,0-1 0,0 1 0,0-1 0,-1 1 0,1-1 0,2 1 0,33 3-141,-27-5 87,0 1 0,-1-2 0,1 1 0,-1-1 0,1-1 0,9-3 0,1-7-215,1-1 1,-2 0-1,0-2 0,20-21 0,21-18 149,-55 64 1676,-3 21-905,-1-22-632,0 0-1,0 0 1,0-1 0,1 1-1,0 0 1,0 0 0,1-1-1,0 1 1,6 13 0,-5-18-31,1-1 1,-1 0-1,1 0 0,-1 0 1,1-1-1,0 1 1,0-1-1,0 0 0,-1 0 1,1 0-1,0-1 1,0 1-1,0-1 0,0 0 1,0 0-1,0-1 1,0 1-1,0-1 1,0 0-1,0 0 0,4-1 1,1-1-99,-1 0-1,1-1 1,-1 1 0,0-2 0,0 1 0,0-1 0,13-12-1,-7 6-86,-10 9 199,-1-1-1,1 1 1,0-1-1,-1 0 1,0 0-1,0 0 1,0-1-1,0 1 1,0-1-1,0 0 1,-1 0 0,4-8 1051,18 19-1062,-14-4-250,0-1-1,1 1 0,-1-1 1,21 0-1,-25-2 228,-4 1 96,0-1 0,0 1-1,0-1 1,0 0 0,0 0-1,0 0 1,0 0 0,0 0-1,0 0 1,0-1 0,0 1-1,0-1 1,-1 1 0,1-1-1,0 0 1,0 0 0,0 0-1,2-1 1,-1 2 42,-1 0 1,1 0-1,0 0 1,-1 1-1,1-1 1,0 1-1,-1-1 0,1 1 1,-1 0-1,4 2 1,2 2-138,6 4-677,2 0-1,29 13 1,-37-19-1018,0-1-1,0 0 1,0 0-1,17 0 1,2-1-8978</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1"/>
    </inkml:context>
    <inkml:brush xml:id="br0">
      <inkml:brushProperty name="width" value="0.025" units="cm"/>
      <inkml:brushProperty name="height" value="0.025" units="cm"/>
    </inkml:brush>
  </inkml:definitions>
  <inkml:trace contextRef="#ctx0" brushRef="#br0">187 561 4201,'0'0'21479,"0"-5"-20196,0 4-1239,0 0 0,1 0-1,-1 0 1,-1 0 0,1 1-1,0-1 1,0 0 0,0 0-1,0 0 1,-1 0 0,1 1 0,0-1-1,-1 0 1,1 0 0,0 0-1,-1 1 1,1-1 0,-1 0-1,1 1 1,-1-1 0,0 0 0,1 1-1,-1-1 1,0 1 0,1-1-1,-1 1 1,0-1 0,0 1 0,0-1-1,-32-1 687,21 2-718,3-1 25,1 2 1,0-1 0,0 1 0,0 0 0,0 0-1,0 1 1,1 0 0,-1 1 0,-10 4 0,15-5-41,1 0-1,-1 0 1,0 0 0,1 0 0,-1 0-1,1 1 1,-1 0 0,1-1 0,0 1-1,0 0 1,0 0 0,1 0 0,-1 0-1,1 0 1,0 0 0,-1 1 0,2-1 0,-1 0-1,0 1 1,1-1 0,-1 1 0,1-1-1,0 1 1,0 3 0,0-6-1,1-1 0,-1 1 0,0 0 1,0 0-1,1 0 0,-1 0 0,1-1 0,-1 1 0,1 0 1,-1 0-1,1-1 0,-1 1 0,1 0 0,-1-1 0,1 1 0,0-1 1,-1 1-1,1-1 0,0 1 0,0-1 0,-1 1 0,1-1 1,0 0-1,0 0 0,0 1 0,0-1 0,-1 0 0,1 0 1,0 0-1,0 0 0,0 0 0,1 0 0,39 0-9,-31-1 8,2 0-15,0-1 0,0 0 1,0-1-1,0 0 1,0-1-1,-1 0 0,13-7 1,78-48-446,-69 39 290,18-11-279,-2-3-1,-1-1 0,51-50 1,-82 69 365,0-1 0,-1-1 0,-1 0 0,-1-1 0,-1-1 0,0 0 0,-2-1 1,0-1-1,-1 1 0,12-41 0,-20 52 146,-1 0 1,0 0-1,0 0 0,-2-11 1,1 8 264,0 12-282,0 0 1,-1 0-1,1 0 0,0 0 0,-1 0 0,1 0 0,-1 1 1,0-1-1,1 0 0,-1 0 0,1 0 0,-1 1 0,0-1 1,0 0-1,1 1 0,-1-1 0,0 1 0,0-1 0,0 1 1,0-1-1,0 1 0,0-1 0,0 1 0,0 0 1,0 0-1,0-1 0,0 1 0,0 0 0,0 0 0,0 0 1,0 0-1,0 0 0,0 0 0,-1 1 0,-42 5 633,33-2-558,1 0-1,-1 1 0,1 1 0,1-1 0,-1 2 1,1-1-1,0 1 0,1 1 0,-15 16 0,-2 4 261,-35 54-1,47-62-246,2 1 0,0 0-1,1 1 1,2 0 0,0 1-1,1 0 1,1 0 0,-4 36-1,4 14-1635,3 104-1,4-104-2334,-1-41-2380</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2"/>
    </inkml:context>
    <inkml:brush xml:id="br0">
      <inkml:brushProperty name="width" value="0.025" units="cm"/>
      <inkml:brushProperty name="height" value="0.025" units="cm"/>
    </inkml:brush>
  </inkml:definitions>
  <inkml:trace contextRef="#ctx0" brushRef="#br0">7 58 2761,'0'0'15992,"4"-10"-13532,13-28-696,-12 28-611,-5 297 3224,0-97-8569,0-190 4081,0 0 0,0 0 0,0 0 0,0 1 0,0-1 0,0 0 0,0 0 0,0 0 0,0 1 0,0-1 0,0 0 0,0 0 0,0 0 0,0 1 1,0-1-1,0 0 0,0 0 0,0 0 0,0 1 0,0-1 0,0 0 0,0 0 0,0 0 0,0 1 0,0-1 0,-1 0 0,1 0 0,0 0 0,0 0 1,0 1-1,0-1 0,0 0 0,-1 0 0,1 0 0,0 0 0,0 0 0,0 0 0,-1 1 0,1-1 0,0 0 0,0 0 0,0 0 0,-1 0 1,1 0-1,0 0 0,0 0 0,0 0 0,-1 0 0,1 0 0,0 0 0,0 0 0,0 0 0,-1 0 0,1 0 0,0 0 0,0 0 0,0 0 0,-1-1 1,1 1-1,0 0 0,0 0 0,0 0 0,-1 0 0,1 0 0,0 0 0,0-1 0,0 1 0,-12-12-5275,0-9-2638</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3"/>
    </inkml:context>
    <inkml:brush xml:id="br0">
      <inkml:brushProperty name="width" value="0.025" units="cm"/>
      <inkml:brushProperty name="height" value="0.025" units="cm"/>
    </inkml:brush>
  </inkml:definitions>
  <inkml:trace contextRef="#ctx0" brushRef="#br0">1 113 2697,'0'0'15276,"28"-22"-13487,89-60-81,-93 74-763,-13 14-167,-11 23 421,-1-23-867,1 105 2859,0-110-3165,0 0-1,0 0 1,0 0 0,0 0-1,0 0 1,0 0-1,0 0 1,-1 0-1,1 0 1,0 0 0,-1 0-1,1-1 1,-1 1-1,1 0 1,-1 0-1,1 0 1,-1-1 0,0 1-1,1 0 1,-1 0-1,0-1 1,1 1-1,-1-1 1,0 1 0,0-1-1,0 1 1,1-1-1,-1 1 1,0-1-1,0 0 1,0 1 0,0-1-1,0 0 1,0 0-1,0 0 1,0 0-1,0 0 1,0 0 0,0 0-1,0 0 1,0 0-1,0 0 1,0 0-1,1-1 1,-1 1-1,0 0 1,0-1 0,0 1-1,-1-1 1,-51-23 166,45 19-286,7 5-210,21 6-13474,-2 1 6794</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4"/>
    </inkml:context>
    <inkml:brush xml:id="br0">
      <inkml:brushProperty name="width" value="0.025" units="cm"/>
      <inkml:brushProperty name="height" value="0.025" units="cm"/>
    </inkml:brush>
  </inkml:definitions>
  <inkml:trace contextRef="#ctx0" brushRef="#br0">264 13 9394,'0'0'11628,"-7"-4"-10309,6 3-1263,1 0 0,-1 0 0,0 1 0,0-1 0,0 0 0,0 1 0,0-1 0,0 1 0,0-1 0,0 1 0,0-1 0,0 1 0,0 0 0,0 0 0,-1-1 0,1 1 0,0 0 0,0 0 0,0 0 0,0 0 0,0 0 0,0 0 0,-1 1 0,1-1 0,0 0 0,0 1 0,0-1 0,0 0 0,-2 2 0,0 2 175,0-1 0,1 1 0,-1 0 0,1 0 0,-1 0 0,1 1 0,-1 5 0,-9 15 412,-23 47 23,3 2 1,4 1-1,3 1 0,3 2 0,-14 94 0,24-72-1910,13-100 1071,-1 1 0,1-1 0,0 0 0,0 0 0,0 0 0,0 0 0,0 0 0,0 0 0,0 0 0,0 0 0,0 0 1,0 0-1,0-1 0,0 1 0,0 0 0,0-1 0,0 1 0,1-1 0,17-8-1868,1 0 1,-2-2 0,21-14-1,12-10-5470</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5"/>
    </inkml:context>
    <inkml:brush xml:id="br0">
      <inkml:brushProperty name="width" value="0.025" units="cm"/>
      <inkml:brushProperty name="height" value="0.025" units="cm"/>
    </inkml:brush>
  </inkml:definitions>
  <inkml:trace contextRef="#ctx0" brushRef="#br0">217 84 10322,'0'0'13919,"-10"1"-12931,-2 0-776,0 0 0,1 1-1,-1 0 1,0 1 0,1 0 0,-1 1-1,1 0 1,0 1 0,1 1-1,-1-1 1,1 1 0,0 1-1,0 0 1,-10 11 0,-5 20-88,24-37-134,0 1 1,0 0-1,1 0 0,-1 0 1,0 0-1,1 0 1,0 0-1,-1 0 0,1 0 1,0 0-1,0 0 1,0 0-1,0 0 0,0 0 1,1 0-1,-1 0 1,1 0-1,-1 0 1,1 0-1,1 3 0,4-3-72,0-1 0,-1 0 0,1 0 0,0 0 0,0-1 0,0 0 0,0 0 0,-1 0 0,11-2 0,-8 1-82,2 0-33,0-1 1,0 0-1,0 0 0,0-1 1,0-1-1,-1 0 0,1 0 1,-1-1-1,0 0 0,0 0 0,12-11 1,-20 15 210,-1 1 1,1 0 0,0 0 0,-1 0 0,1 0-1,-1 0 1,1-1 0,-1 1 0,1 0-1,0 0 1,-1 0 0,1 1 0,-1-1-1,1 0 1,0 0 0,-1 0 0,1 0 0,-1 0-1,1 1 1,-1-1 0,1 0 0,-1 0-1,1 1 1,-1-1 0,1 0 0,-1 1-1,1-1 1,-1 1 0,0-1 0,1 1 0,-1-1-1,0 1 1,1 0 0,21 28 68,-19-24-90,1 0 0,-1 0 1,1 0-1,0 0 0,9 7 0,-10-10-96,1 0 0,-1-1 0,1 1 0,0-1 0,0 0 0,-1 0 0,1 0 0,0-1 0,0 1 0,0-1 0,0 0 0,0 0 0,0 0 0,0 0 0,4-2 0,0 0-158,0 0 0,0-1 0,-1 0 0,1 0 0,0-1 0,11-7 0,3-5-871,-2 0-1,1-2 0,22-26 0,18-27-1555,8-8 8041,-69 79-5254,0 0 0,-1 0 0,1 0 0,0 0 1,0 1-1,0-1 0,0 0 0,0 0 0,0 0 1,0 0-1,0 0 0,0 1 0,0-1 1,-1 0-1,1 0 0,0 0 0,0 0 0,0 0 1,0 1-1,0-1 0,0 0 0,0 0 0,0 0 1,0 0-1,0 1 0,0-1 0,0 0 0,1 0 1,-1 0-1,0 0 0,0 0 0,0 1 0,0-1 1,0 0-1,0 0 0,0 0 0,0 0 0,0 0 1,0 0-1,1 1 0,-1-1 0,0 0 0,0 0 1,0 0-1,0 0 0,0 0 0,1 0 0,-1 0 1,0 0-1,0 0 0,0 0 0,0 0 0,0 0 1,1 0-1,-1 0 0,0 0 0,0 0 0,0 0 1,0 0-1,1 0 0,-1 0 0,-5 0-83,0 0 0,1 0 0,-1 0 0,0 1 0,1 0 0,-1-1 0,0 2 0,1-1 0,-1 0 0,1 1 0,-1 0 0,1 0 0,0 0 0,0 1 0,0 0 0,0-1 0,0 1 0,1 0 0,-1 1 0,1-1 0,0 1 0,0 0 0,0-1 0,0 1 0,1 0-1,-1 1 1,1-1 0,0 0 0,1 1 0,-1-1 0,1 1 0,0-1 0,0 1 0,0 0 0,1-1 0,-1 1 0,1 7 0,0 7-16,-1-14 15,1 1 1,0 0 0,0 0-1,1-1 1,-1 1 0,1-1-1,2 7 1,-2-11-62,0 1-1,0 0 1,0-1 0,0 1 0,0-1 0,0 1-1,0-1 1,1 1 0,-1-1 0,0 0 0,1 0-1,-1 0 1,1 0 0,0 0 0,-1 0 0,1 0-1,0 0 1,0-1 0,-1 1 0,1-1-1,0 1 1,0-1 0,0 0 0,0 0 0,-1 1-1,3-2 1,66 2-3257,-38-5-567,0-5-3022</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6"/>
    </inkml:context>
    <inkml:brush xml:id="br0">
      <inkml:brushProperty name="width" value="0.025" units="cm"/>
      <inkml:brushProperty name="height" value="0.025" units="cm"/>
    </inkml:brush>
  </inkml:definitions>
  <inkml:trace contextRef="#ctx0" brushRef="#br0">65 113 4241,'0'0'15507,"13"0"-14639,127 9 761,-139-9-1625,-1 0 0,1-1 0,-1 1 1,1 0-1,0-1 0,-1 1 0,1-1 0,-1 1 0,1-1 1,-1 0-1,0 1 0,1-1 0,-1 1 0,1-1 1,-1 0-1,0 1 0,0-1 0,1 0 0,-1 1 1,0-1-1,0 0 0,0 1 0,0-1 0,0 0 0,1 0 1,-2 1-1,1-1 0,0 0 0,0 1 0,0-1 1,0 0-1,0 0 0,-1 0 0,1-2 0,0 0 0,-1 1 0,1-1 0,-1 1 0,0-1 0,0 1 0,0-1-1,0 1 1,0 0 0,-2-3 0,-4-2 122,0 0 0,0 1-1,0 0 1,-1 0 0,0 1 0,0 0-1,-1 1 1,1 0 0,-1 0-1,0 0 1,0 1 0,0 1 0,0-1-1,-1 2 1,1-1 0,-1 1 0,-9 1-1,17 0-69,0 0 0,0 0 0,0 1 0,0-1 0,-1 1 0,1-1 1,0 1-1,0 0 0,0 0 0,1 0 0,-1 0 0,0 0 0,0 0 0,0 1 0,1-1 0,-1 1 0,1-1 0,-1 1 0,1-1 0,0 1 0,-1 0 0,1 0 0,0 0 0,0-1 0,0 1 0,0 0 0,1 0 0,-1 1 0,1-1 0,-2 4 0,0 7 75,0-1-1,1 1 1,1 25-1,0-26-135,0-8-77,1 0 0,-1 1 1,1-1-1,0 0 0,1 0 0,-1 0 0,1 0 0,0 0 0,-1 0 1,2 0-1,-1 0 0,0-1 0,1 1 0,0-1 0,0 0 0,0 0 1,0 0-1,0 0 0,1 0 0,-1-1 0,1 1 0,0-1 0,-1 0 1,1 0-1,0-1 0,5 3 0,8 2-1215,-1-1-1,1-1 1,1 0 0,-1-1-1,20 1 1,26-2-7342</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7"/>
    </inkml:context>
    <inkml:brush xml:id="br0">
      <inkml:brushProperty name="width" value="0.025" units="cm"/>
      <inkml:brushProperty name="height" value="0.025" units="cm"/>
    </inkml:brush>
  </inkml:definitions>
  <inkml:trace contextRef="#ctx0" brushRef="#br0">300 0 5777,'0'0'17244,"-29"1"-15382,-92 5-575,114-6-1117,-1 1 0,0 0 1,0 0-1,1 1 0,-1 0 1,1 0-1,-1 1 0,1 0 1,0 0-1,0 1 0,0-1 1,1 2-1,0-1 1,-1 1-1,1 0 0,1 0 1,-1 0-1,-6 9 0,11-12-159,-1 0 1,1 0-1,0 1 0,0-1 0,-1 1 0,1-1 0,1 1 0,-1-1 0,0 1 0,1 0 1,-1-1-1,1 1 0,0 0 0,0-1 0,0 1 0,0 0 0,1 3 0,-1-5-17,0 1-1,1-1 0,-1 1 0,0-1 1,1 1-1,-1-1 0,1 1 0,-1-1 1,1 0-1,0 1 0,-1-1 0,1 0 1,0 0-1,0 1 0,0-1 0,0 0 1,0 0-1,0 0 0,1 0 0,-1 0 0,0 0 1,0 0-1,1-1 0,-1 1 0,1 0 1,-1-1-1,0 1 0,1-1 0,2 1 1,5 0-99,1-1 0,-1 1 0,1-2 0,-1 1 0,1-2 1,-1 1-1,0-1 0,0 0 0,1-1 0,-1 0 0,-1-1 0,1 0 1,0 0-1,-1 0 0,0-1 0,0-1 0,-1 0 0,1 0 0,-1 0 1,8-9-1,-7 1 203,-13 14 359,-15 19-168,17-12-374,1 1 0,0-1-1,1 1 1,0-1 0,0 1 0,0-1-1,1 1 1,0 0 0,1-1 0,0 1-1,1 7 1,-1-14-57,0 0 0,0 0 0,0 0 0,0 0 0,0 0 0,0 0 0,0 0 0,0-1 1,0 1-1,1 0 0,-1-1 0,0 1 0,0 0 0,1-1 0,-1 0 0,0 1 0,1-1 0,-1 0 0,0 0 0,1 0 0,-1 0 0,1 0 0,-1 0 0,0 0 0,1 0 0,-1 0 0,0-1 0,2 1 0,3-1-841,28 1-4918,4 0-3288</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8"/>
    </inkml:context>
    <inkml:brush xml:id="br0">
      <inkml:brushProperty name="width" value="0.025" units="cm"/>
      <inkml:brushProperty name="height" value="0.025" units="cm"/>
    </inkml:brush>
  </inkml:definitions>
  <inkml:trace contextRef="#ctx0" brushRef="#br0">199 0 13003,'0'0'13409,"-23"28"-11998,-75 91-539,91-110-733,1 0-1,-1 0 0,1 1 0,1 0 0,0 0 0,0 0 0,1 0 0,1 1 0,-1 0 0,-2 18 0,0 0 33,1-5-242,1 0 1,2 1-1,-1 36 0,4-60-51,0 0-1,-1 0 1,1 0-1,0 0 1,0 0-1,0 0 0,-1-1 1,1 1-1,0 0 1,0 0-1,0-1 1,0 1-1,1-1 1,-1 1-1,0-1 0,0 1 1,0-1-1,0 0 1,0 0-1,1 1 1,-1-1-1,0 0 0,0 0 1,1 0-1,-1 0 1,0 0-1,0-1 1,0 1-1,0 0 1,3-1-1,37-6-2974,-2-12-3644,-6-4-4867</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19"/>
    </inkml:context>
    <inkml:brush xml:id="br0">
      <inkml:brushProperty name="width" value="0.025" units="cm"/>
      <inkml:brushProperty name="height" value="0.025" units="cm"/>
    </inkml:brush>
  </inkml:definitions>
  <inkml:trace contextRef="#ctx0" brushRef="#br0">1 1 6001,'0'0'13667,"173"0"-13619,-77 0-48,-19 0-2496,0 0-6722</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0"/>
    </inkml:context>
    <inkml:brush xml:id="br0">
      <inkml:brushProperty name="width" value="0.025" units="cm"/>
      <inkml:brushProperty name="height" value="0.025" units="cm"/>
    </inkml:brush>
  </inkml:definitions>
  <inkml:trace contextRef="#ctx0" brushRef="#br0">430 1 10442,'0'0'16892,"-109"163"-15812,90-111-96,-7-4-336,7-6-416,0-4-208,0-6-24,-7-6-280,-6-7-560,6-6-464,-25-10-1345,6-3-3752,7 0-4601</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1"/>
    </inkml:context>
    <inkml:brush xml:id="br0">
      <inkml:brushProperty name="width" value="0.025" units="cm"/>
      <inkml:brushProperty name="height" value="0.025" units="cm"/>
    </inkml:brush>
  </inkml:definitions>
  <inkml:trace contextRef="#ctx0" brushRef="#br0">0 460 8994,'0'0'3814,"32"-10"-1235,353-90 4239,-235 69-5577,-62 15-871,-1-3 0,-1-5 0,135-55-1,-214 76-359,0-1 0,0 1 0,0-1 0,0-1 0,-1 1 0,0-1-1,0 0 1,0-1 0,5-6 0,-8 7 3,0 0 1,0 0-1,-1 0 1,1 0-1,-1 0 1,-1-1-1,1 1 1,-1 0-1,1-1 0,-2 0 1,1 1-1,-1-1 1,0-6-1,0 10-7,0 1-1,0-1 1,0 1-1,-1-1 1,1 1-1,-1-1 1,1 1-1,-1-1 1,1 1 0,-1-1-1,0 1 1,0 0-1,0 0 1,1-1-1,-1 1 1,0 0-1,-1 0 1,1 0-1,0 0 1,0 0 0,0 0-1,-1 0 1,-1 0-1,-2-2 45,0 1-1,0 0 1,-1 0-1,1 0 1,-1 1-1,-9-2 1,-6 1 184,0 1 0,-36 3 0,48 0-172,1 0 1,0 0-1,-1 1 1,1-1-1,1 2 1,-1-1-1,0 1 1,1 1 0,0-1-1,0 1 1,0 0-1,-11 12 1,1 0 95,0 1 1,2 0-1,-18 27 1,7 0-34,2 1 1,2 1-1,2 1 1,3 1-1,-17 68 1,31-103-119,2-14-32,1 1 0,0-1 0,0 0 0,-1 1 0,1-1 0,0 1 0,0-1 0,0 1 0,0-1 0,0 1 0,0 0 0,0-1 0,0 1 0,0-1 0,0 1 0,0-1 1,0 1-1,0-1 0,0 1 0,1-1 0,-1 1 0,0-1 0,0 1 0,0-1 0,1 0 0,-1 1 0,0-1 0,1 1 0,-1-1 0,0 0 0,1 1 0,-1-1 0,1 0 0,0 1 0,20-2-213,32-22 390,-44 18-247,6-1 79,-6 3 9,-1-1 0,1 0-1,-1 0 1,14-10 0,-2 82-385,0-24-1826,-18-41 1665,0-1 0,0 1 0,0-1 0,0 0 0,1 0 0,-1 0 1,1-1-1,-1 1 0,4 1 0,12 4-4631</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2"/>
    </inkml:context>
    <inkml:brush xml:id="br0">
      <inkml:brushProperty name="width" value="0.025" units="cm"/>
      <inkml:brushProperty name="height" value="0.025" units="cm"/>
    </inkml:brush>
  </inkml:definitions>
  <inkml:trace contextRef="#ctx0" brushRef="#br0">1 80 8754,'0'0'10780,"7"9"-10120,-3-4-583,-2-2-25,1 0-1,-1 1 0,1-1 0,0 0 0,0 0 0,0-1 0,0 1 0,1-1 0,-1 1 0,1-1 0,-1 0 0,1 0 0,0-1 0,0 1 0,-1-1 0,1 0 0,0 0 0,1 0 0,-1 0 0,7 0 0,7-1 88,-11 0-117,0 1-1,1-2 0,-1 1 1,0-1-1,0 0 1,0 0-1,10-3 0,-15 2-11,0 1-1,0 0 0,0-1 0,0 1 1,0-1-1,0 1 0,0-1 1,-1 0-1,1 0 0,-1 0 0,1 0 1,-1 0-1,0 0 0,0 0 0,0 0 1,0 0-1,0-1 0,0 1 0,-1 0 1,1-1-1,-1 1 0,0-1 0,1 1 1,-1 0-1,0-1 0,-1-4 0,0 4 43,1 0-1,-1 0 1,0 1-1,0-1 1,0 0-1,0 0 0,-1 1 1,1-1-1,-1 0 1,0 1-1,1-1 1,-1 1-1,0 0 1,-1 0-1,1 0 1,0 0-1,0 0 0,-1 0 1,1 1-1,-1-1 1,0 1-1,0-1 1,1 1-1,-6-1 1,0-2 270,0 2 0,-1-1 0,1 1 0,-1 0 0,1 1 0,-1 0 0,-15 0 0,21 2-242,0-1 0,1 1 0,-1 0 0,0 0 0,0 0 0,1 0 0,-1 1 0,0-1 0,1 1 0,-1-1 0,1 1 0,0 0 0,0 0 0,0 0 0,0 0 0,0 1 0,0-1 0,0 0 0,1 1 0,-1 0 0,1-1 0,0 1 0,-1 0 0,1-1 0,1 1 0,-1 0 0,0 0 0,0 4 0,-2 9 126,1 1 1,0-1 0,1 27-1,1-42-194,0 2-8,0 0 0,1 0 0,-1 1 1,1-1-1,-1 0 0,1 0 0,0 1 1,1-1-1,-1 0 0,0 0 1,1 0-1,0-1 0,-1 1 0,1 0 1,0-1-1,1 1 0,2 2 1,1 0-23,0 0 1,0-1 0,0 0-1,0-1 1,1 1 0,0-1-1,10 3 1,58 12-2332,-9-10-4205,-53-6 4096,23 1-9250</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3"/>
    </inkml:context>
    <inkml:brush xml:id="br0">
      <inkml:brushProperty name="width" value="0.025" units="cm"/>
      <inkml:brushProperty name="height" value="0.025" units="cm"/>
    </inkml:brush>
  </inkml:definitions>
  <inkml:trace contextRef="#ctx0" brushRef="#br0">60 154 3393,'0'0'15907,"22"0"-13148,-8 0-2528,1-1 1,-1 0-1,0-1 0,1 0 0,-1-2 0,0 1 0,0-2 0,-1 0 0,0 0 0,1-1 0,-2-1 1,1 0-1,15-12 0,-26 17-229,0 0 0,0 1 1,-1-1-1,1 0 0,0 0 1,-1 0-1,0 0 0,1-1 1,-1 1-1,0 0 0,0 0 1,0-1-1,0 1 0,-1-1 1,1-2-1,0 4-9,-1-1 1,0 1-1,-1 0 0,1 0 0,0-1 1,0 1-1,0 0 0,-1 0 0,1 0 1,0 0-1,-1-1 0,1 1 0,-1 0 1,0 0-1,1 0 0,-1 0 0,0 0 1,0 0-1,0 0 0,1 0 0,-1 0 1,0 1-1,0-1 0,0 0 0,0 1 1,0-1-1,-1 0 0,1 1 0,0-1 1,0 1-1,-2-1 0,-18-4-50,-1 0 0,0 1 0,0 2 1,0 0-1,0 1 0,0 1 0,-32 5 0,50-5 68,0 1 0,0 0 0,1 0 0,-1 0 0,0 0 0,1 0 0,-1 1 0,1-1 0,0 1 0,-1 0 0,1 0 0,0 1 0,0-1 0,0 1 0,1-1 0,-1 1 0,1 0 0,-1 0 0,1 0 0,0 0 0,0 0 0,0 1 0,0-1 0,1 1 0,0-1 0,-1 1 0,1 0 0,0-1 0,1 1 0,-1 6 0,0-4 7,1 0 0,0 1 0,0-1 0,1 0 0,0 1 0,0-1 0,1 0 0,-1 0 0,1 0 0,0 0 0,1 0 0,0 0 0,0-1 0,0 1-1,0-1 1,1 0 0,7 8 0,-4-6-152,0-1 0,0 0 0,0 0 0,1-1 0,0 0 0,0 0-1,1-1 1,-1 0 0,1 0 0,0-1 0,0 0 0,0-1 0,11 2-1,-13-3-255,1-1-1,-1 0 1,0 0-1,0-1 1,0 1-1,0-2 1,0 1-1,0-1 1,0 0-1,-1 0 1,1-1-1,0 0 1,-1 0-1,0 0 1,0-1-1,0 0 1,10-9-1,39-42-2043,-42 41 2654,0 0 1,0 1-1,1 1 1,1 0-1,0 1 1,19-10-1,-34 20-27,1 1-1,-1-1 1,0 1-1,1 0 1,-1-1-1,1 1 1,-1 0-1,1 0 1,-1-1-1,1 1 1,0 0-1,-1 0 1,1 0-1,-1 0 1,1 0-1,-1 0 1,1 0-1,0 0 1,-1 0-1,1 0 1,-1 0-1,1 0 1,-1 0-1,1 0 1,-1 0-1,2 1 1,-1 14 5746,-2-1-6688,0-11 812,1 1-1,0-1 1,0 1 0,1-1-1,-1 1 1,1-1 0,-1 1-1,1-1 1,0 1 0,0-1-1,1 0 1,-1 0 0,1 0-1,0 0 1,-1 0 0,4 3-1,-3-4-57,1 0 0,0 0-1,1 0 1,-1 0 0,0-1-1,0 1 1,1-1 0,-1 0-1,1 0 1,-1-1 0,1 1-1,-1-1 1,1 1 0,-1-1-1,8-1 1,-3 0-106,0-1-1,1-1 1,-1 1 0,0-1-1,-1-1 1,1 0 0,-1 0-1,1 0 1,-1-1 0,0 0-1,-1 0 1,1-1 0,6-6-1,-2 2 15,0 0-1,1 2 0,15-9 0,-26 16 714,-3 38-229,1-31-457,0 1 1,1-1-1,0 1 0,0-1 0,1 1 0,2 11 1,-2-15-168,0-1 0,0 1 0,0-1 0,0 0 0,1 0 0,0 1 0,-1-1 0,1 0 0,0 0 0,0-1 0,0 1 0,0 0 0,0-1 0,0 1 0,1-1 0,-1 1 0,0-1 0,1 0 0,-1 0 0,6 1 0,19 3-5493</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4"/>
    </inkml:context>
    <inkml:brush xml:id="br0">
      <inkml:brushProperty name="width" value="0.025" units="cm"/>
      <inkml:brushProperty name="height" value="0.025" units="cm"/>
    </inkml:brush>
  </inkml:definitions>
  <inkml:trace contextRef="#ctx0" brushRef="#br0">201 608 12803,'0'0'11618,"-28"-1"-10884,-85-1-11,110 2-678,1 0 0,-1 0 0,1 0 0,0 1 1,-1-1-1,1 0 0,0 1 0,-1 0 1,1-1-1,0 1 0,0 0 0,0 0 0,-1 1 1,1-1-1,0 0 0,1 1 0,-1-1 1,0 1-1,0-1 0,1 1 0,-1 0 0,1 0 1,-1 0-1,1 0 0,-2 4 0,1-2-11,1 1 0,0 0 1,0 0-1,1-1 0,-1 1 0,1 0 0,0 0 0,1 6 0,0 0-51,-1-10 12,0-1-1,0 1 1,0 0 0,0-1-1,1 1 1,-1 0-1,0-1 1,0 1 0,1 0-1,-1-1 1,0 1-1,1-1 1,-1 1-1,1-1 1,-1 1 0,1-1-1,-1 1 1,1-1-1,-1 1 1,1-1 0,-1 1-1,1-1 1,-1 0-1,1 1 1,0-1 0,-1 0-1,2 0 1,27 4-77,-21-4 29,0 0-1,1-1 1,-1 0-1,16-5 1,-9-2-176,0 0 0,-1-1 0,-1-1 0,1 0 0,-1-1 0,21-22 0,-5 5-288,47-45-953,-4-3 0,-2-3 1,100-151-1,-164 220 1498,5-5 140,-2-1 1,0 0-1,0 0 0,-2-1 0,7-19 1,-14 36-123,0-1 1,0 1 0,0 0 0,0 0-1,0-1 1,0 1 0,0 0 0,0 0-1,-1 0 1,1-1 0,0 1-1,0 0 1,0 0 0,0 0 0,0 0-1,-1-1 1,1 1 0,0 0 0,0 0-1,0 0 1,0 0 0,-1 0 0,1-1-1,0 1 1,0 0 0,0 0 0,-1 0-1,1 0 1,0 0 0,0 0 0,-1 0-1,1 0 1,0 0 0,0 0 0,0 0-1,-1 0 1,1 0 0,0 0-1,0 0 1,-1 0 0,1 0 0,0 0-1,0 0 1,0 1 0,-1-1 0,1 0-1,0 0 1,-1 0 0,-12 5 443,-2 4-144,1 0 0,1 1 0,-1 0 0,2 1 0,0 1 0,-18 21 0,-61 89 1134,61-78-926,-42 83 0,64-109-539,0 0 0,2 1-1,0-1 1,1 1 0,1 1-1,0-1 1,-1 40 0,5-51-28,-1 0-217,1 1 0,1-1 0,-1 1 0,1-1 0,0 1 0,4 10 0,-3-16 26,-1 0 0,1 0 0,0-1 0,0 1 0,0 0 0,0-1 0,1 0-1,-1 1 1,1-1 0,-1 0 0,1 0 0,0 0 0,0-1 0,-1 1 0,1-1 0,1 1 0,5 0 0,44 14-6208,4-11-5293</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5"/>
    </inkml:context>
    <inkml:brush xml:id="br0">
      <inkml:brushProperty name="width" value="0.025" units="cm"/>
      <inkml:brushProperty name="height" value="0.025" units="cm"/>
    </inkml:brush>
  </inkml:definitions>
  <inkml:trace contextRef="#ctx0" brushRef="#br0">158 33 11266,'0'0'15266,"-24"15"-14843,-72 49-132,94-63-283,-1 0 0,1 1 1,-1-1-1,1 1 0,0 0 0,0 0 1,0 0-1,0 0 0,0 0 0,0 0 1,0 0-1,1 1 0,-1-1 0,1 1 1,0-1-1,0 1 0,-1-1 0,2 1 1,-1 0-1,0 0 0,1-1 0,-1 1 1,1 0-1,0 0 0,0 0 0,0 0 1,0-1-1,0 1 0,1 4 0,1 8-44,-2-14 33,1 0 1,-1 0-1,0-1 1,1 1 0,-1 0-1,1 0 1,-1-1-1,1 1 1,-1 0 0,1 0-1,-1-1 1,1 1 0,0-1-1,-1 1 1,1-1-1,0 1 1,0-1 0,-1 1-1,1-1 1,0 1 0,0-1-1,0 0 1,0 0-1,0 1 1,-1-1 0,1 0-1,0 0 1,0 0 0,0 0-1,2 0 1,36 0-30,-29 0-12,-7 0 40,1 0-1,-1-1 1,1 1-1,-1-1 1,1 0-1,-1 0 1,1 0-1,-1-1 1,0 1-1,1-1 1,-1 0-1,0 0 1,0 0-1,0 0 1,-1 0-1,1 0 1,0-1-1,-1 0 1,0 1-1,1-1 1,-1 0-1,0 0 1,0 0-1,-1 0 1,1-1-1,-1 1 1,0 0-1,2-5 1,0-2 19,-1 0 0,0-1 0,0 1 1,-1-1-1,0 1 0,-1-1 0,0 1 1,-3-19-1,3 27-36,0 1 0,0-1 0,-1 0-1,1 0 1,-1 1 0,0-1 0,1 0 0,-1 1 0,0-1 0,0 0 0,0 1 0,0-1-1,0 1 1,0 0 0,0-1 0,-1 1 0,1 0 0,0 0 0,-1 0 0,1 0 0,-1 0 0,1 0-1,-4-1 1,-25-3-4085,29 5 3907,1 0 1,0 0 0,-1 0-1,1 0 1,0 0-1,0 0 1,-1 0-1,1 0 1,0 0 0,0 0-1,-1 1 1,1-1-1,0 0 1,0 0-1,-1 0 1,1 0 0,0 1-1,0-1 1,-1 0-1,1 0 1,0 0-1,0 1 1,0-1 0,0 0-1,-1 0 1,1 1-1,0-1 1,0 0 0,0 0-1,0 1 1,0-1-1,0 0 1,0 0-1,0 1 1,0-1 0,0 0-1,0 1 1,0-1-1,0 0 1,0 0-1,0 1 1,0-1 0,0 0-1,0 0 1,0 1-1,0-1 1,0 1-234,0 11-8478</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6"/>
    </inkml:context>
    <inkml:brush xml:id="br0">
      <inkml:brushProperty name="width" value="0.025" units="cm"/>
      <inkml:brushProperty name="height" value="0.025" units="cm"/>
    </inkml:brush>
  </inkml:definitions>
  <inkml:trace contextRef="#ctx0" brushRef="#br0">771 96 10578,'0'0'10836,"-34"-15"-8502,-113-47-699,137 58-1526,0 0 0,0 1 0,-1 1 1,1 0-1,-1 0 0,1 1 0,-1 0 1,0 1-1,1 1 0,-1-1 0,0 1 1,1 1-1,-1 0 0,1 1 0,0 0 1,0 0-1,0 1 0,0 1 0,0-1 1,1 1-1,0 1 0,-13 10 0,8-7-20,1 1 1,0 1-1,1 0 0,0 0 0,1 2 0,0-1 1,1 1-1,1 1 0,0-1 0,0 2 0,2-1 0,-12 30 1,4 3-78,3 0 1,-13 96 0,11-52-256,13-82 30,-3 13-306,-1 1-1,-14 41 1,16-57 72,0-1 1,0 0-1,0 0 1,-1 0-1,0-1 0,-4 6 1,5-8-150,0-1-1,0 1 1,0-1 0,0 1 0,0-1 0,0 0-1,-1 0 1,1 0 0,-1-1 0,1 1-1,-7 0 1,-15 1-6952</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7"/>
    </inkml:context>
    <inkml:brush xml:id="br0">
      <inkml:brushProperty name="width" value="0.025" units="cm"/>
      <inkml:brushProperty name="height" value="0.025" units="cm"/>
    </inkml:brush>
  </inkml:definitions>
  <inkml:trace contextRef="#ctx0" brushRef="#br0">1 16 8618,'0'0'13091,"186"-16"-11915,-135 26-568,7 6-440,0 3-168,31-9-536,-18 0-1849,0-10-4256</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8"/>
    </inkml:context>
    <inkml:brush xml:id="br0">
      <inkml:brushProperty name="width" value="0.025" units="cm"/>
      <inkml:brushProperty name="height" value="0.025" units="cm"/>
    </inkml:brush>
  </inkml:definitions>
  <inkml:trace contextRef="#ctx0" brushRef="#br0">399 1 11378,'0'0'14492,"-135"170"-12948,116-116-856,-1-2-256,1-4-360,6 0-72,-6-13-120,0-3-560,-7-9-768,-19-14-769,0-6-2480,7-3-3785</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29"/>
    </inkml:context>
    <inkml:brush xml:id="br0">
      <inkml:brushProperty name="width" value="0.025" units="cm"/>
      <inkml:brushProperty name="height" value="0.025" units="cm"/>
    </inkml:brush>
  </inkml:definitions>
  <inkml:trace contextRef="#ctx0" brushRef="#br0">0 411 1880,'0'0'10019,"29"-5"-5480,10-1-3421,382-70 6945,-331 58-7762,-1-4 1,-1-4 0,-1-4-1,109-53 1,-181 75-344,1-1-1,-2 0 1,17-14 0,-27 20 14,-1 0 1,0 0-1,0 0 1,0 0-1,0 0 1,0-1-1,-1 0 1,0 1 0,1-1-1,-1 0 1,-1 0-1,1 0 1,0-1-1,-1 1 1,0 0 0,0 0-1,-1-1 1,1-4-1,-1 8 17,-1 0 0,1 0 0,-1 0-1,1 0 1,-1 0 0,0 0 0,1 0-1,-1 0 1,0 0 0,0 0 0,0 0-1,0 0 1,0 0 0,0 1 0,0-1-1,0 0 1,0 1 0,0-1-1,0 1 1,0-1 0,0 1 0,-1 0-1,1-1 1,0 1 0,0 0 0,0 0-1,-1 0 1,1 0 0,0 0 0,0 0-1,-1 0 1,-1 1 0,-48 4 164,33 1-15,1 0 1,0 2-1,0-1 1,1 2 0,0 0-1,-22 18 1,2 1 339,-49 49-1,61-53-396,1 0 0,1 1-1,1 2 1,2 0 0,1 1-1,0 0 1,3 2 0,0 0 0,2 1-1,1 0 1,-13 54 0,25-85-95,0 1 0,0-1 1,0 1-1,-1 0 1,1-1-1,0 1 1,0 0-1,0-1 1,0 1-1,0-1 0,0 1 1,1 0-1,-1-1 1,0 1-1,0 0 1,0-1-1,0 1 0,1-1 1,-1 1-1,0-1 1,1 1-1,-1-1 1,0 1-1,1-1 1,-1 1-1,1-1 0,-1 1 1,1-1-1,-1 1 1,1-1-1,-1 0 1,1 1-1,-1-1 1,1 0-1,1 1 0,28-2-221,32-20-274,-25 5-30,-19 9 315,0 0-1,-1-2 0,0 0 0,-1 0 0,0-2 1,17-14-1,-33 34 344,-1-1-275,1 1 0,0 0 0,0 0 0,1-1 0,0 1-1,2 9 1,0-16-276,0 0-1,-1 0 1,1 0 0,0 0-1,0 0 1,0 0-1,0-1 1,1 1-1,-1-1 1,0 0 0,5 1-1,12 4-4784</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0"/>
    </inkml:context>
    <inkml:brush xml:id="br0">
      <inkml:brushProperty name="width" value="0.025" units="cm"/>
      <inkml:brushProperty name="height" value="0.025" units="cm"/>
    </inkml:brush>
  </inkml:definitions>
  <inkml:trace contextRef="#ctx0" brushRef="#br0">4 63 4585,'0'0'15889,"20"4"-15325,24 5-244,0-2 1,60 2-1,-103-10-317,0 1 0,0 0 0,0-1-1,1 1 1,-1-1 0,0 1 0,0-1 0,0 0-1,0 1 1,0-1 0,0 0 0,0 0-1,0 0 1,0 1 0,-1-1 0,1 0 0,0 0-1,-1 0 1,1-1 0,0 1 0,-1 0-1,1 0 1,-1 0 0,0 0 0,1 0 0,-1-1-1,0 1 1,0 0 0,1 0 0,-1-1-1,0 1 1,0 0 0,0 0 0,-1 0 0,1-3-1,0 2 34,0 0 0,-1 0 0,1 0 0,0 0 0,-1-1 0,1 1 0,-1 0-1,1 0 1,-1 0 0,0 0 0,0 0 0,0 0 0,0 0 0,-1 1 0,1-1 0,0 0 0,-1 1-1,1-1 1,-1 0 0,1 1 0,-1 0 0,-2-2 0,-4 0 200,-1 1 1,1 0-1,0 0 1,-1 1-1,1 0 1,-1 0-1,1 1 1,-1 0-1,1 1 1,-14 2-1,16-2-84,0 0 0,0 0-1,0 1 1,1 0 0,-1 0-1,1 1 1,-1-1-1,1 1 1,0 0 0,0 1-1,0-1 1,0 1 0,1 0-1,-1 0 1,-6 9 0,9-10-133,0 1 0,0-1 0,0 1 0,0-1 0,1 1-1,0 0 1,-1-1 0,2 1 0,-1 0 0,0 0 0,1 0 0,-1 0 0,1 0 0,0 0 0,1-1 0,-1 1 0,1 0 0,-1 0 0,1 0 0,3 7 0,-1-5-194,-1-1 0,1 1 0,1-1 0,-1 0-1,1 0 1,0 0 0,0-1 0,0 1 0,1-1 0,-1 0 0,10 6 0,33 19-4030,3-6-3557</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1"/>
    </inkml:context>
    <inkml:brush xml:id="br0">
      <inkml:brushProperty name="width" value="0.025" units="cm"/>
      <inkml:brushProperty name="height" value="0.025" units="cm"/>
    </inkml:brush>
  </inkml:definitions>
  <inkml:trace contextRef="#ctx0" brushRef="#br0">303 33 3025,'0'0'17529,"4"-6"-15692,5-12-658,-9 18-1134,0-1 1,0 1-1,0 0 1,0-1-1,0 1 1,0 0-1,0-1 1,0 1-1,0 0 1,-1-1-1,1 1 1,0 0-1,0-1 1,0 1-1,0 0 1,-1 0 0,1-1-1,0 1 1,0 0-1,-1 0 1,1-1-1,0 1 1,-1 0-1,1 0 1,0 0-1,-1 0 1,1-1-1,0 1 1,-1 0-1,1 0 1,0 0-1,-1 0 1,-5-1 154,-1 1 1,1 0 0,-1 1-1,1-1 1,-1 1 0,-6 2-1,-3 1-4,0 1 1,0 0-1,1 1 0,-20 9 0,28-11-153,-1 1 0,0-1-1,1 1 1,-1 0 0,2 1 0,-1 0-1,0 0 1,1 0 0,-10 14 0,14-17-78,1 0 0,-1 0 0,1 0 0,0 1 1,0-1-1,0 0 0,0 0 0,0 1 0,1-1 1,0 0-1,0 1 0,-1-1 0,2 0 0,-1 1 1,0-1-1,1 0 0,0 1 0,-1-1 0,1 0 1,0 0-1,1 0 0,-1 0 0,1 0 0,-1 0 1,1 0-1,0 0 0,0 0 0,0-1 0,0 1 1,1-1-1,-1 0 0,1 1 0,-1-1 0,1 0 1,0-1-1,0 1 0,0 0 0,0-1 0,0 0 0,4 2 1,68 19-1417,-75-22 1444,1 0 0,-1 0 0,0 0 0,1 0 0,-1 0 0,0 1 0,1-1 0,-1 0 0,1 0 0,-1 0 0,0 0 0,1 1 0,-1-1 0,0 0 0,1 0 0,-1 0 0,0 1 0,1-1 0,-1 0 0,0 1 0,0-1 0,1 0 0,-1 1 0,0-1 0,0 0 0,0 1 0,1-1 0,-1 0 0,0 1 0,0-1 0,0 1 0,0-1-1,0 0 1,0 1 0,0-1 0,0 1 0,0-1 0,0 0 0,0 1 0,0-1 0,0 1 0,0-1 0,0 0 0,0 1 0,0-1 0,-1 0 0,1 1 0,0-1 0,0 0 0,0 1 0,-1-1 0,1 0 0,0 1 0,0-1 0,-1 0 0,1 1 0,0-1 0,-1 0 0,1 0 0,0 0 0,-1 1 0,1-1 0,0 0 0,-1 0 0,1 0 0,-1 0 0,1 0 0,0 1 0,-1-1 0,-25 14 235,-145 65 1184,170-78-1609,5-5-1972,0 1 1276,0 0 0,1 1-1,-1-1 1,1 1-1,-1-1 1,1 2-1,6-3 1,2-1-1807,18-7-4001</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2"/>
    </inkml:context>
    <inkml:brush xml:id="br0">
      <inkml:brushProperty name="width" value="0.025" units="cm"/>
      <inkml:brushProperty name="height" value="0.025" units="cm"/>
    </inkml:brush>
  </inkml:definitions>
  <inkml:trace contextRef="#ctx0" brushRef="#br0">169 94 3577,'0'0'20064,"-22"8"-19540,-70 27 16,88-33-512,0 0-1,1 0 1,-1 0-1,1 0 1,0 1-1,0 0 0,0-1 1,0 1-1,0 0 1,1 0-1,-1 1 1,1-1-1,0 0 1,0 1-1,0 0 1,1-1-1,-1 1 1,1 0-1,0 0 0,0 0 1,0 0-1,0 0 1,1 0-1,-1 0 1,1 0-1,0 0 1,0 0-1,2 7 1,-2 0-1,0-10-28,1 0-1,-1 0 0,0 0 1,1 0-1,-1 0 0,1 0 1,-1 0-1,1 0 0,0 0 1,-1 0-1,1 0 0,0-1 1,-1 1-1,1 0 0,0 0 1,0-1-1,0 1 0,0-1 1,0 1-1,0 0 0,0-1 1,0 0-1,0 1 0,0-1 1,0 0-1,0 1 0,0-1 1,0 0-1,0 0 0,0 0 1,0 0-1,0 0 0,1 0 1,-1 0-1,0 0 0,0-1 1,0 1-1,0 0 0,0-1 1,1 0-1,4 0-11,-1 0 0,0 0 0,0-1 0,0 1 0,0-1 0,0-1 0,8-4 0,-4 0-23,-1-1 1,1 0-1,-1-1 0,-1 0 0,1 0 0,-2-1 0,1 0 0,-1 0 0,-1 0 0,0-1 0,0 0 0,-1 0 0,-1 0 0,0 0 0,0-1 0,-1 0 0,0 1 1,-1-16-1,-9 27-2258,27 3 2101,1 2 0,-1 0 0,0 1 0,0 0 0,-1 2 0,20 11 1,-27-13 323,0 0 1,-1 0 0,0 1 0,0 1-1,0 0 1,-1 0 0,-1 1 0,1 0-1,-1 0 1,-1 1 0,9 14 0,-9-1 1309,-7-23-1401,0 1-1,0-1 1,0 0 0,0 0 0,-1 1-1,1-1 1,0 0 0,0 0 0,0 1-1,0-1 1,0 0 0,0 0 0,-1 1-1,1-1 1,0 0 0,0 0 0,0 0-1,-1 1 1,1-1 0,0 0 0,0 0-1,-1 0 1,1 0 0,0 0 0,0 1-1,-1-1 1,1 0 0,0 0 0,0 0-1,-1 0 1,1 0 0,0 0 0,-1 0-1,1 0 1,0 0 0,0 0 0,-1 0-1,1 0 1,-2-1 16,-1 0-1,1 0 1,0 0-1,0 0 1,1 0 0,-1 0-1,0 0 1,0-1-1,0 1 1,1-1 0,-1 1-1,1-1 1,-1 0 0,1 1-1,0-1 1,-2-3-1,-1-4-35,0 1 0,1-2 0,0 1 0,1 0 0,0-1-1,0 1 1,1-1 0,0 1 0,0-1 0,1 0 0,1 1-1,0-1 1,0 0 0,0 1 0,6-18 0,-5 25-59,0-1 1,-1 1-1,1-1 1,0 1-1,0 0 0,0 0 1,0 0-1,1 0 1,-1 0-1,1 0 1,-1 1-1,1-1 1,-1 1-1,1 0 1,0-1-1,0 1 0,0 1 1,3-2-1,25-3-2495,-3 5-3313,-14 0-126</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3"/>
    </inkml:context>
    <inkml:brush xml:id="br0">
      <inkml:brushProperty name="width" value="0.025" units="cm"/>
      <inkml:brushProperty name="height" value="0.025" units="cm"/>
    </inkml:brush>
  </inkml:definitions>
  <inkml:trace contextRef="#ctx0" brushRef="#br0">241 0 14427,'0'0'7470,"-20"35"-5098,-65 113-54,64-107-1653,1 1-1,3 1 1,1 1-1,-10 50 1,-6 17-241,32-111-434,-1 1 0,1 0 0,-1 0 0,1-1 0,-1 1 0,1 0 0,0 0 0,0 0 0,-1 0 0,1 0 0,0-1 0,0 1 0,0 0 0,0 0 0,0 0 0,0 0 0,0 0 0,0 0 0,1 0 0,-1 0 0,0-1 0,0 1 0,1 0 0,-1 0 0,0 0 0,1-1 0,-1 1 0,1 0 0,-1 0 0,1-1 0,0 1 0,-1 0 0,1-1 0,1 2 0,32-1-951,-13-2 483,-1 2-321,43-3-2227,-20-7-1828,-4-3-1929</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4"/>
    </inkml:context>
    <inkml:brush xml:id="br0">
      <inkml:brushProperty name="width" value="0.025" units="cm"/>
      <inkml:brushProperty name="height" value="0.025" units="cm"/>
    </inkml:brush>
  </inkml:definitions>
  <inkml:trace contextRef="#ctx0" brushRef="#br0">1 7 10578,'0'0'12987,"179"-7"-12667,-134 7-176,-6 4-144,6-1-120,6 0-536,20-3-1472,-7 0-3050,-6 0-5152</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5"/>
    </inkml:context>
    <inkml:brush xml:id="br0">
      <inkml:brushProperty name="width" value="0.025" units="cm"/>
      <inkml:brushProperty name="height" value="0.025" units="cm"/>
    </inkml:brush>
  </inkml:definitions>
  <inkml:trace contextRef="#ctx0" brushRef="#br0">1 71 4729,'0'0'15463,"20"4"-14393,29 4-13,82 2 0,-127-10-1032,1 1 1,-1-1 0,1 0 1,0-1-1,0 1 0,0-1 1,0 0-1,6-2 0,-10 2-16,1 0 1,-1 0-1,1 0 0,-1 0 0,0 0 1,0 0-1,1-1 0,-1 1 0,0 0 1,0-1-1,0 1 0,0 0 0,-1-1 1,1 1-1,0-1 0,-1 0 0,1 1 1,-1-1-1,1 1 0,-1-1 0,0 0 1,1 0-1,-1 1 0,0-1 0,0 0 1,-1-2-1,1 3 0,0 0 0,-1-1 1,1 1-1,-1 0 1,0 0-1,1 0 0,-1-1 1,0 1-1,0 0 0,0 0 1,0 0-1,0 0 0,0 0 1,0 1-1,0-1 0,0 0 1,0 0-1,0 1 0,-1-1 1,1 0-1,0 1 0,0-1 1,-1 1-1,1 0 1,-3-1-1,-46-10 369,30 8-196,-3-1 198,-1 1 0,-41 0 0,63 4-370,1-1 1,-1 0 0,1 1 0,-1-1 0,1 1 0,-1-1 0,1 1 0,-1 0-1,1 0 1,0 0 0,-1 0 0,1 0 0,0 0 0,0 0 0,0 0 0,-1 0-1,1 0 1,1 1 0,-1-1 0,0 0 0,0 1 0,0-1 0,1 1 0,-1-1-1,1 1 1,-1-1 0,1 1 0,-1-1 0,1 1 0,0-1 0,0 1 0,0 0-1,0-1 1,0 1 0,0-1 0,1 4 0,-1 0-12,0 0 1,1 0-1,0 0 0,0 0 1,0 0-1,0-1 1,1 1-1,-1 0 0,2 0 1,-1-1-1,4 7 1,1-4-247,0 0 0,0 0 1,1-1-1,-1 0 0,2-1 1,-1 0-1,0 0 1,1 0-1,0-1 0,0-1 1,17 5-1,-1-2-2284,0-1 0,1-1 1,29 1-1,-2-4-9365</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6"/>
    </inkml:context>
    <inkml:brush xml:id="br0">
      <inkml:brushProperty name="width" value="0.025" units="cm"/>
      <inkml:brushProperty name="height" value="0.025" units="cm"/>
    </inkml:brush>
  </inkml:definitions>
  <inkml:trace contextRef="#ctx0" brushRef="#br0">165 648 10386,'0'0'13740,"-23"0"-12517,-69 1-169,90-1-993,0 0 0,0 0-1,0 0 1,0 0 0,0 0 0,0 0-1,0 1 1,0-1 0,0 1 0,0-1-1,0 1 1,0 0 0,0 0 0,0 0-1,0 0 1,1 0 0,-1 0 0,0 0-1,1 1 1,-1-1 0,1 1 0,-1-1 0,1 1-1,-2 2 1,2-2-35,1 0 0,-1 0 0,1 0 0,0 0 0,0 0 1,0 0-1,0 0 0,0 0 0,0 0 0,0 0 0,1 0 0,-1 0 0,1 0 0,0 0 0,0 2 0,0-3-25,0 1 0,0-1 0,0 0 0,0-1 0,0 1 0,0 0 0,0 0 0,0 0 0,0-1 0,0 1 0,0 0 0,0-1 0,0 1-1,1-1 1,-1 1 0,0-1 0,0 0 0,1 1 0,-1-1 0,0 0 0,3 0 0,34 0-5,-26 0 5,-1-1-64,0 0 1,-1-1 0,1 0 0,-1 0-1,1-1 1,-1-1 0,0 0-1,0 0 1,-1-1 0,18-11-1,7-8-529,46-42 0,-54 44 309,14-13-196,-1-2 0,-1-1 0,-2-2-1,-3-1 1,-1-1 0,-1-3 0,-3 0 0,38-84-1,-64 125 523,17-50-94,-18 52 150,-1-1-1,1 0 1,0 0 0,-1 0-1,1 0 1,-1 0 0,0 0-1,0 0 1,0 0-1,-1 0 1,1 1 0,-1-1-1,1 0 1,-1 0-1,-2-4 1,-12 5 1103,8 3-1050,0 1 1,-1 0 0,1 1-1,0 0 1,0 0 0,0 0-1,1 1 1,-1 0 0,1 1-1,0-1 1,0 1-1,0 0 1,-7 9 0,-9 10 515,-35 48 1,41-48-536,1 0 0,1 1 0,2 1 1,0 0-1,2 1 0,1 0 0,1 1 1,1 0-1,1 0 0,2 0 1,1 1-1,1 55 0,2-78-244,1 0-1,-1-1 0,1 1 1,0-1-1,0 1 1,1-1-1,0 0 1,0 1-1,0-1 1,0 0-1,1 0 1,0 0-1,0-1 1,0 1-1,1-1 1,-1 0-1,1 1 1,0-2-1,0 1 1,1 0-1,-1-1 1,1 0-1,9 5 1,0-1-1374,1-1 0,1 0 0,-1-1 1,1-1-1,-1 0 0,32 2 1,12-1-9819</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7"/>
    </inkml:context>
    <inkml:brush xml:id="br0">
      <inkml:brushProperty name="width" value="0.025" units="cm"/>
      <inkml:brushProperty name="height" value="0.025" units="cm"/>
    </inkml:brush>
  </inkml:definitions>
  <inkml:trace contextRef="#ctx0" brushRef="#br0">161 1 9738,'0'0'17020,"-116"189"-16300,104-141-224,5 4-272,1-1-168,-1-3-48,7-6-16,-6-7-272,-1-6-568,7-10-528,0-12-857</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8"/>
    </inkml:context>
    <inkml:brush xml:id="br0">
      <inkml:brushProperty name="width" value="0.025" units="cm"/>
      <inkml:brushProperty name="height" value="0.025" units="cm"/>
    </inkml:brush>
  </inkml:definitions>
  <inkml:trace contextRef="#ctx0" brushRef="#br0">48 35 11322,'0'0'11124,"26"-7"-10480,78-18-98,-103 24-528,0 1 1,0 0-1,0-1 1,0 1-1,0 0 1,0 0-1,0-1 1,0 1 0,0 0-1,0 0 1,0 0-1,0 1 1,0-1-1,0 0 1,1 0-1,-1 0 1,0 1-1,0-1 1,0 1-1,0-1 1,0 1-1,-1-1 1,1 1 0,0-1-1,0 1 1,0 0-1,0-1 1,-1 1-1,1 0 1,0 0-1,0 0 1,-1 0-1,2 1 1,-3 26 475,0-22-317,0-3-96,0 1-1,0 0 0,0-1 0,0 1 1,-1-1-1,0 1 0,1-1 0,-1 0 1,0 0-1,0 0 0,-1 0 0,1 0 0,-1 0 1,1-1-1,-1 1 0,0-1 0,0 0 1,0 1-1,0-2 0,-1 1 0,1 0 1,0 0-1,-1-1 0,-6 2 0,-4 2 116,-1 0-1,1-1 0,-1 0 0,-28 2 0,40-6-291,-29 2 176,24-4-1420,20-4-2305,12-1-1186,7 1-1862</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39"/>
    </inkml:context>
    <inkml:brush xml:id="br0">
      <inkml:brushProperty name="width" value="0.025" units="cm"/>
      <inkml:brushProperty name="height" value="0.025" units="cm"/>
    </inkml:brush>
  </inkml:definitions>
  <inkml:trace contextRef="#ctx0" brushRef="#br0">238 0 11330,'0'0'12878,"-30"7"-11040,-94 24-605,119-30-1122,1 0 1,-1 0-1,0 1 0,1-1 0,-1 1 0,1 0 0,0 1 1,0-1-1,-1 1 0,1 0 0,1 0 0,-1 0 0,0 0 1,1 1-1,0-1 0,-5 7 0,6-6-41,1 1 1,-1 0-1,1 0 0,0 0 1,0 0-1,0 0 0,0 0 1,1 1-1,0-1 0,1 6 1,-1-1-106,2-8 20,0-1 0,0 0 1,0 0-1,1 0 1,-1 0-1,0-1 0,1 1 1,-1-1-1,0 1 1,1-1-1,-1 0 0,1 0 1,-1 0-1,1 0 1,4-1-1,-3 1-25,20 0-320,1-2-1,-1 0 1,1-2-1,-1 0 1,43-15-1,-66 19 404,0-1 1,0 1-1,0 0 0,-1 0 0,1 0 1,0-1-1,0 1 0,0 0 0,0 0 0,0 0 1,0 1-1,0-1 0,0 0 0,-1 0 1,1 0-1,0 1 0,0-1 0,0 0 1,0 1-1,-1-1 0,1 1 0,0-1 0,0 1 1,-1-1-1,1 1 0,0 0 0,0 0 1,15 28 76,-15-26-316,0 1 0,0-1 0,1 0-1,-1 0 1,1 0 0,0 0 0,0 0-1,0 0 1,0-1 0,1 1 0,-1-1-1,1 1 1,3 1 0,0-1-1293,1-1-1,0 0 1,0-1 0,0 0 0,13 1 0,6-1-7165</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40"/>
    </inkml:context>
    <inkml:brush xml:id="br0">
      <inkml:brushProperty name="width" value="0.025" units="cm"/>
      <inkml:brushProperty name="height" value="0.025" units="cm"/>
    </inkml:brush>
  </inkml:definitions>
  <inkml:trace contextRef="#ctx0" brushRef="#br0">59 116 9882,'0'0'16308,"1"13"-15706,3 36-246,-3-37 239,-3-12-592,-1 0-1,1 0 0,-1-1 1,0 1-1,1-1 0,0 0 1,-1 0-1,1 0 0,-1 0 1,1 0-1,0 0 0,0 0 1,0-1-1,0 1 0,0-1 1,0 0-1,0 0 0,0 1 1,0-1-1,1 0 0,-1 0 1,1-1-1,0 1 0,-1 0 1,1 0-1,0-1 0,0 1 1,1-1-1,-1 1 0,0-6 1,-2-7-86,1 0 1,0 0-1,1 0 1,2-16-1,-1 15-6,0 14 41,1 1 0,0-1 0,-1 0 1,1 1-1,0-1 0,0 1 0,-1-1 0,1 1 0,1-1 1,-1 1-1,0 0 0,0 0 0,0-1 0,1 1 0,-1 0 1,0 0-1,1 0 0,-1 0 0,1 1 0,-1-1 1,1 0-1,0 1 0,-1-1 0,1 1 0,0-1 0,-1 1 1,1 0-1,0 0 0,-1 0 0,1 0 0,3 0 0,59 0-8435,-63 1 8220,18 1-5876</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41"/>
    </inkml:context>
    <inkml:brush xml:id="br0">
      <inkml:brushProperty name="width" value="0.025" units="cm"/>
      <inkml:brushProperty name="height" value="0.025" units="cm"/>
    </inkml:brush>
  </inkml:definitions>
  <inkml:trace contextRef="#ctx0" brushRef="#br0">187 1 14547,'0'0'12243,"-19"30"-10081,-61 98-852,70-112-1065,2 0 0,0 1 0,1 0 0,1 0 0,0 0 0,2 1 0,0-1 0,-2 22 0,-4 17 55,4-24-381,1 1-1,-2 62 1,12-94-120,1 0 1,-1 0-1,1 0 1,0-1-1,-1 1 0,1-1 1,7-1-1,-6 0-69,0 1 7,21 1-1895,55-8 0,-72 5 744,-1 0 1,1-1-1,-1 0 1,18-9-1,1-5-6041</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42"/>
    </inkml:context>
    <inkml:brush xml:id="br0">
      <inkml:brushProperty name="width" value="0.025" units="cm"/>
      <inkml:brushProperty name="height" value="0.025" units="cm"/>
    </inkml:brush>
  </inkml:definitions>
  <inkml:trace contextRef="#ctx0" brushRef="#br0">0 20 7362,'0'0'17611,"174"-13"-16314,-104 13-577,7 0-432,-13 0-288,7 0-280,-20 0-1937,-12-6-4184</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0.543"/>
    </inkml:context>
    <inkml:brush xml:id="br0">
      <inkml:brushProperty name="width" value="0.025" units="cm"/>
      <inkml:brushProperty name="height" value="0.025" units="cm"/>
    </inkml:brush>
  </inkml:definitions>
  <inkml:trace contextRef="#ctx0" brushRef="#br0">0 103 12043,'0'0'8153,"0"-102"-8017,0 105-4521,0 10-760</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1.758"/>
    </inkml:context>
    <inkml:brush xml:id="br0">
      <inkml:brushProperty name="width" value="0.025" units="cm"/>
      <inkml:brushProperty name="height" value="0.025" units="cm"/>
    </inkml:brush>
  </inkml:definitions>
  <inkml:trace contextRef="#ctx0" brushRef="#br0">0 13 10626,'0'0'4337,"0"-13"-4713,19 13-440,-6 0-664,-6 0-1409</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8.233"/>
    </inkml:context>
    <inkml:brush xml:id="br0">
      <inkml:brushProperty name="width" value="0.025" units="cm"/>
      <inkml:brushProperty name="height" value="0.025" units="cm"/>
      <inkml:brushProperty name="color" value="#E71224"/>
    </inkml:brush>
  </inkml:definitions>
  <inkml:trace contextRef="#ctx0" brushRef="#br0">1 75 3529,'0'0'7687,"1"-10"-6803,3-32 28,-4 41-741,0 0 1,0 0-1,0 0 1,0-1-1,0 1 0,0 0 1,0 0-1,1 0 1,-1-1-1,0 1 0,1 0 1,-1 0-1,1 0 0,-1 0 1,1 0-1,0 0 1,-1 0-1,2-1 0,9 12 2017,4 28-825,-6 7-929,-2 1 0,-2 0-1,-2 0 1,-2 0 0,-4 47 0,0 11 120,3 12 354,0-116-505,0-17-838,0 9-2863,0-2-9614</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8.732"/>
    </inkml:context>
    <inkml:brush xml:id="br0">
      <inkml:brushProperty name="width" value="0.025" units="cm"/>
      <inkml:brushProperty name="height" value="0.025" units="cm"/>
      <inkml:brushProperty name="color" value="#E71224"/>
    </inkml:brush>
  </inkml:definitions>
  <inkml:trace contextRef="#ctx0" brushRef="#br0">0 26 6209,'0'0'10779,"7"-22"-8275,-4 21-2384,0 0 0,1 1 0,-1-1 0,0 1 0,1-1 0,-1 1 0,1 0 0,-1 0 0,1 0 0,-1 1 0,0-1 0,1 1 0,-1 0 0,1 0 0,-1 0 0,0 0 0,0 1 0,5 3 0,-2-1-63,-1 1 0,-1 0-1,1 0 1,-1 0 0,0 1-1,0-1 1,3 8 0,-3-7-30,-1 0 1,1-1-1,0 1 1,0-1 0,1 1-1,-1-1 1,1 0-1,0-1 1,0 1 0,1-1-1,5 3 1,2-1-69,2 4 400,-11 17-2198,-5-27 1271,1 6-180</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7:59.394"/>
    </inkml:context>
    <inkml:brush xml:id="br0">
      <inkml:brushProperty name="width" value="0.025" units="cm"/>
      <inkml:brushProperty name="height" value="0.025" units="cm"/>
      <inkml:brushProperty name="color" value="#E71224"/>
    </inkml:brush>
  </inkml:definitions>
  <inkml:trace contextRef="#ctx0" brushRef="#br0">200 29 3937,'0'0'6032,"-2"-19"-3450,-3 10 3260,1 12-5715,0-1 0,-1 1 0,1 0 0,0 1 0,1-1 0,-1 1 0,1 0 0,-1-1 0,1 2 0,-4 6 0,-12 12 297,-15 10 129,13-14-137,0 1 1,-30 41 0,50-54-597,2-3-3833,4 2-1216</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04.242"/>
    </inkml:context>
    <inkml:brush xml:id="br0">
      <inkml:brushProperty name="width" value="0.025" units="cm"/>
      <inkml:brushProperty name="height" value="0.025" units="cm"/>
      <inkml:brushProperty name="color" value="#E71224"/>
    </inkml:brush>
  </inkml:definitions>
  <inkml:trace contextRef="#ctx0" brushRef="#br0">123 59 3209,'0'0'15723,"27"-22"-14893,-17 17-704,0 0 1,0 1 0,0 0 0,0 0 0,1 1 0,0 1 0,21-3-1,80 1 946,-93 4-831,-13 0-171,0 0 35,1 0-1,-1 0 1,1 1 0,0-1-1,-1 2 1,8 1 0,-12-2-93,-1-1 1,1 1 0,-1 0 0,1 0 0,-1 0 0,1 0-1,-1 0 1,0 0 0,0 1 0,1-1 0,-1 0 0,0 1-1,0-1 1,0 0 0,0 1 0,-1-1 0,1 1 0,0 0-1,-1-1 1,1 1 0,-1 0 0,1-1 0,-1 1 0,0 0-1,0-1 1,0 1 0,0 0 0,0 2 0,0 2 19,-1 0 0,1 1 0,-1-1 1,-1 0-1,1 0 0,-1 1 0,0-1 1,0-1-1,-1 1 0,0 0 0,0 0 1,0-1-1,-1 0 0,-7 9 0,-3 1-16,-2 0-1,1-2 0,-22 15 0,-4 3 7,-114 84-11,56-44-7,95-68 20,0 1 0,-1-1 0,2 1 0,-1-1 0,0 1 0,1 0 0,0 1 0,0-1 0,0 1 0,0-1 0,1 1-1,-1 0 1,1 0 0,1 0 0,-1 0 0,1 0 0,-1 0 0,2 0 0,-1 1 0,0-1 0,1 0 0,1 8 0,-1-12-12,0 0-1,0-1 1,1 1-1,-1 0 1,0-1 0,1 1-1,-1 0 1,1-1 0,-1 1-1,1-1 1,-1 1-1,1 0 1,-1-1 0,1 1-1,-1-1 1,1 0 0,0 1-1,-1-1 1,1 1-1,0-1 1,-1 0 0,1 1-1,0-1 1,0 0 0,-1 0-1,1 0 1,0 0-1,0 0 1,-1 0 0,1 0-1,1 0 1,30 1 154,-26-2-127,19 2 67,0-1-1,-1-2 1,1 0 0,-1-2-1,1 0 1,25-10-1,-30 9 531,1 1 1,-1 0-1,1 2 0,-1 0 1,1 2-1,36 2 0,1 0-364,-57-2 1142,-4 6-5089,-1 1-6209</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05.812"/>
    </inkml:context>
    <inkml:brush xml:id="br0">
      <inkml:brushProperty name="width" value="0.025" units="cm"/>
      <inkml:brushProperty name="height" value="0.025" units="cm"/>
      <inkml:brushProperty name="color" value="#E71224"/>
    </inkml:brush>
  </inkml:definitions>
  <inkml:trace contextRef="#ctx0" brushRef="#br0">161 126 5721,'0'0'12283,"0"-5"-11663,0-85 2117,0 89-2587,-1-1 0,1 0 0,0 0 1,-1 1-1,0-1 0,1 0 1,-1 1-1,0-1 0,0 1 1,1-1-1,-1 1 0,0-1 1,-1 1-1,1 0 0,0 0 0,-2-2 1,2 2-101,1 1 1,-1 0-1,1-1 0,-1 1 1,0 0-1,1-1 1,-1 1-1,1 0 0,-1 0 1,0 0-1,1 0 1,-1 0-1,1 0 0,-1 0 1,0 0-1,1 0 1,-1 0-1,0 0 0,1 0 1,-1 0-1,0 0 0,1 0 1,-1 1-1,1-1 1,-1 0-1,1 1 0,-1-1 1,0 0-1,1 1 1,-1-1-1,1 0 0,0 1 1,-1-1-1,1 1 1,-1-1-1,1 1 0,0-1 1,-1 1-1,1-1 1,0 1-1,-1 0 0,1-1 1,0 1-1,0-1 1,0 1-1,-1 0 0,1-1 1,0 1-1,0 0 1,0-1-1,0 2 0,-9 41 359,1 1-1,2 0 1,2 0-1,2 51 0,-2 13 199,-1 140 714,5-233-1078,0-14 69,-1-40-566,0 38 83,0 0 1,0 0 0,0 0-1,0 0 1,0 0 0,0 0-1,0 1 1,0-1 0,0 0-1,-1 0 1,1 1 0,0-1-1,0 1 1,-1-1-1,1 1 1,0-1 0,-1 1-1,1 0 1,0 0 0,-1 0-1,-2 0 1,-29 2-6054,12 3 152</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07.117"/>
    </inkml:context>
    <inkml:brush xml:id="br0">
      <inkml:brushProperty name="width" value="0.025" units="cm"/>
      <inkml:brushProperty name="height" value="0.025" units="cm"/>
      <inkml:brushProperty name="color" value="#E71224"/>
    </inkml:brush>
  </inkml:definitions>
  <inkml:trace contextRef="#ctx0" brushRef="#br0">155 137 4489,'0'0'9206,"4"-4"-8390,4-3-358,-1 0 0,1 1 0,1 1 0,13-8 0,-19 11-210,1 0 0,0 0 0,0-1 0,-1 1 0,1-1 0,-1 0 0,0 0 0,0 0 0,0 0 0,0-1 1,-1 1-1,1-1 0,-1 0 0,0 0 0,0 0 0,0 0 0,-1 0 0,1 0 0,-1 0 0,0 0 0,0-1 0,0-7 0,-3 11-125,0 0 1,-1 0-1,1 0 0,-1 0 0,1 0 1,-1 0-1,0 1 0,1-1 0,-1 1 1,0 0-1,1 0 0,-1 0 1,0 0-1,-3 1 0,2-1 47,-4 1-102,-1-1 1,0 2-1,1-1 0,-1 1 0,1 1 0,0-1 0,0 1 1,0 1-1,0-1 0,0 2 0,1-1 0,0 1 1,0 0-1,0 0 0,0 1 0,1 0 0,0 0 0,0 0 1,1 1-1,-1 0 0,-4 10 0,1-3-25,1 0 1,1 0-1,1 1 0,0 0 0,1 0 0,0 1 1,1 0-1,1 0 0,1-1 0,-1 30 0,2-32 11,2 1 0,0 0-1,0-1 1,1 1 0,1-1-1,0 0 1,8 21 0,-9-29-35,1-1 0,-1 1 0,1-1 0,0 0 0,0 1 0,0-1 0,1-1 0,-1 1 0,1 0 0,0-1 0,0 0 0,0 0 0,1 0 1,-1-1-1,1 1 0,0-1 0,-1 0 0,1 0 0,0-1 0,0 1 0,0-1 0,0 0 0,7 0 0,1 2 4,1-2 1,0 1-1,-1-2 0,1 0 0,0-1 0,0 0 1,-1-1-1,1 0 0,-1-1 0,1-1 0,-1 0 1,0 0-1,-1-2 0,24-12 0,-19 6-6,0-1-1,-1-1 1,-1 0-1,0-1 1,-1 0-1,-1-1 1,0-1-1,-1 0 1,-1 0-1,11-24 1,-20 35 12,1 0 1,-1 0-1,-1 0 1,1 0-1,-1 0 1,0 0-1,-1-1 1,1 1-1,-1 0 1,0 0-1,-1-1 1,1 1 0,-1 0-1,-1 0 1,1 0-1,-1 0 1,0 0-1,-1 0 1,1 0-1,-1 1 1,0-1-1,0 1 1,-1 0-1,0 0 1,1 0-1,-2 0 1,-7-7-1,-3 3 22,-1 0-1,1 1 0,-1 1 0,-1 0 0,1 1 0,-30-6 0,41 11-36,4 1 26,0 2-485,-1-1 33,1 0 1,0 0-1,0 1 1,0-1-1,0 1 1,0-1-1,0 1 1,0-1-1,1 1 1,-1-1-1,0 1 1,1 0-1,0-1 1,-1 1-1,1 0 1,0 0-1,0-1 1,0 1-1,0 0 1,0 0-1,0-1 1,0 1-1,1 2 1,-1 4-3736,0 3-9237</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1.762"/>
    </inkml:context>
    <inkml:brush xml:id="br0">
      <inkml:brushProperty name="width" value="0.025" units="cm"/>
      <inkml:brushProperty name="height" value="0.025" units="cm"/>
    </inkml:brush>
  </inkml:definitions>
  <inkml:trace contextRef="#ctx0" brushRef="#br0">90 41 4241,'0'0'11250,"6"-7"-9864,15-18-67,-10 16 1483,-5 15-900,-5 13-641,-1-18-1342,-1 10 237,-1-1 1,0 0-1,0 0 1,-1 0-1,-1-1 1,1 1-1,-2-1 1,-9 18-1,-13 28-21,-24 103-26,50-143-99,16-15 99,39-15-37,-44 11-71,0 0-1,1 1 0,0 1 1,-1 0-1,23-2 1,-31 5-4,0-1 0,-1 1 1,1 0-1,0 0 1,0 0-1,-1 0 1,1 0-1,-1 0 1,1 0-1,-1 0 0,1 1 1,-1-1-1,1 0 1,-1 1-1,0-1 1,0 1-1,0 0 1,0-1-1,0 1 0,0 0 1,0 3-1,20 50-74,-15-38 67,-4-12 21,0-1 0,-1 1 0,1 0 0,-1-1 1,0 1-1,0 0 0,-1 0 0,1-1 0,-1 1 1,-1 8-1,0-11-3,0 0 0,0 1 0,0-1 0,0 0 0,-1 0 0,1 0 0,-1 0 0,0 0 0,1 0 0,-1 0 0,0-1 0,0 1-1,0-1 1,0 1 0,0-1 0,-1 0 0,1 0 0,0 0 0,-1 0 0,1 0 0,-3 0 0,-18 8 44,-1-2-1,1-1 1,-1 0-1,0-2 0,0-1 1,-32 1-1,55-4-756,1-3-2,1 0 1,0 0-1,0 0 1,0 0 0,0 1-1,0-1 1,1 0-1,-1 1 1,1-1-1,0 1 1,0-1-1,0 1 1,0 0 0,0 0-1,0 0 1,0 0-1,6-3 1,16-12-5247</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2.214"/>
    </inkml:context>
    <inkml:brush xml:id="br0">
      <inkml:brushProperty name="width" value="0.025" units="cm"/>
      <inkml:brushProperty name="height" value="0.025" units="cm"/>
    </inkml:brush>
  </inkml:definitions>
  <inkml:trace contextRef="#ctx0" brushRef="#br0">0 16 6513,'0'0'12104,"6"0"-6580,28 3-4950,10 1-179,0-3 0,1-2 1,-1-1-1,0-3 1,47-10-1,-89 14 845,-11 5-2024,7-3 562,1 0-1,0 0 1,0 0 0,0-1 0,0 1 0,0 1 0,0-1 0,0 0 0,0 0 0,0 0 0,0 0 0,1 1 0,-1-1 0,0 0-1,1 1 1,-1-1 0,1 1 0,-1-1 0,1 0 0,0 1 0,0-1 0,0 1 0,0 1 0,0 10-4142,0-3-1554</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3.064"/>
    </inkml:context>
    <inkml:brush xml:id="br0">
      <inkml:brushProperty name="width" value="0.025" units="cm"/>
      <inkml:brushProperty name="height" value="0.025" units="cm"/>
    </inkml:brush>
  </inkml:definitions>
  <inkml:trace contextRef="#ctx0" brushRef="#br0">1 75 1296,'0'0'9768,"5"-5"-8233,1 0-843,-1 0 0,1 0 0,1 1-1,-1 0 1,1 0 0,-1 1 0,1 0 0,0 0 0,0 0 0,1 1 0,-1 0 0,13-2 0,301-18 1651,-319 22-2333,-1-1 0,1 1-1,-1 0 1,1 0 0,-1 0 0,1 1-1,-1-1 1,1 0 0,-1 0 0,1 1-1,-1-1 1,1 1 0,-1-1 0,1 1-1,-1 0 1,0 0 0,1-1-1,-1 1 1,0 0 0,0 0 0,2 2-1,-2 0 40,0-1-1,0 1 1,-1-1-1,1 0 0,-1 1 1,0-1-1,1 1 0,-1-1 1,0 1-1,-1 3 1,1 8 175,-2-1-69,0 1 1,0 0-1,-1 0 1,-1-1-1,-1 0 1,0 0-1,-11 22 1,-16 46 140,-37 299 1373,43-207-1236,25-146-364,1-26-18,0-24-344,19-102-11354,-19 90 5439</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3.267"/>
    </inkml:context>
    <inkml:brush xml:id="br0">
      <inkml:brushProperty name="width" value="0.025" units="cm"/>
      <inkml:brushProperty name="height" value="0.025" units="cm"/>
    </inkml:brush>
  </inkml:definitions>
  <inkml:trace contextRef="#ctx0" brushRef="#br0">0 113 7194,'0'0'16203,"129"-22"-15491,-78 22-224,7-4-272,6 4-160,7-6-56,-1-4-208,46-12-1464,-7 3-3785,-7-10-6794</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4.401"/>
    </inkml:context>
    <inkml:brush xml:id="br0">
      <inkml:brushProperty name="width" value="0.025" units="cm"/>
      <inkml:brushProperty name="height" value="0.025" units="cm"/>
    </inkml:brush>
  </inkml:definitions>
  <inkml:trace contextRef="#ctx0" brushRef="#br0">0 45 5937,'0'0'9345,"5"0"-8253,21 0 1154,-25 0-1354,25-9 3600,-11 3-4489,1 2 0,-1-1 0,1 2 0,0 0 0,0 2-1,27-1 1,-5-1 1,315-6 36,-308 9 8,-41 0-7,0 0 0,-1 0 0,1 1 0,-1-1 1,1 1-1,0-1 0,-1 1 0,1 0 0,-1 1 0,0-1 1,1 0-1,-1 1 0,0 0 0,0 0 0,0 0 0,5 4 0,-7-4 12,0 0-1,0 0 0,0-1 1,0 1-1,0 0 0,0 0 0,-1 0 1,1 0-1,-1 0 0,1 0 1,-1 0-1,0 1 0,0-1 0,0 0 1,0 0-1,0 0 0,0 0 1,0 0-1,-1 0 0,1 0 0,-1 0 1,0 0-1,0 0 0,1 0 1,-1 0-1,0 0 0,-1 0 0,1-1 1,0 1-1,-2 1 0,-9 12 91,-1-1 0,-1 0 0,0-2-1,0 1 1,-20 11 0,-21 20-29,16-8-35,38-35-119,6 0 34,0 0 1,-1 0-1,1 0 1,0-1-1,-1 0 1,1 0-1,0 0 1,8-2-1,20 2 8,-19 2-8,0 2-1,0 0 1,-1 0 0,1 1 0,-1 1 0,0 0-1,0 1 1,-1 1 0,15 10 0,-4 0-11,-2 2 1,0 0-1,29 35 1,-47-52 17,-1 0-1,1 0 1,-1 1 0,0-1-1,0 1 1,0-1 0,0 1-1,-1 0 1,1-1 0,-1 1-1,0 0 1,0 0 0,-1 0-1,1 0 1,-1 5 0,0-7 11,0 0 0,-1 1 0,0-1 0,1 1 0,-1-1 0,0 0 0,0 0 0,0 1 0,-1-1 0,1 0 0,-1 0 0,1 0 0,-1-1 0,1 1 0,-1 0 0,0 0 0,0-1 0,0 1 0,0-1 0,0 0 0,0 1 0,0-1 0,-1 0 0,-2 1 0,-56 19 545,-2-2 1,0-3 0,-1-2 0,-97 7 0,152-20-534,-7 1-411,-15 3-6382,7-5-234</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5.962"/>
    </inkml:context>
    <inkml:brush xml:id="br0">
      <inkml:brushProperty name="width" value="0.025" units="cm"/>
      <inkml:brushProperty name="height" value="0.025" units="cm"/>
    </inkml:brush>
  </inkml:definitions>
  <inkml:trace contextRef="#ctx0" brushRef="#br0">1 78 3089,'0'0'8204,"6"-36"-4771,1-5 1893,6 53-4256,-7 6-693,-1 0 0,0 1 0,-1 0 0,-1 0 0,1 24 1,-4 103 418,-2-72-401,2 314 2500,13-348-2600,-13 12-901,0-19-7775</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9.104"/>
    </inkml:context>
    <inkml:brush xml:id="br0">
      <inkml:brushProperty name="width" value="0.025" units="cm"/>
      <inkml:brushProperty name="height" value="0.025" units="cm"/>
    </inkml:brush>
  </inkml:definitions>
  <inkml:trace contextRef="#ctx0" brushRef="#br0">372 789 1360,'0'0'5623,"-8"-1"-4940,-22-2-79,30 3-572,-1 0 1,1 0-1,-1 0 1,1 0 0,-1-1-1,1 1 1,0 0-1,-1 0 1,1 0-1,-1 0 1,1-1-1,-1 1 1,1 0-1,0 0 1,-1-1 0,1 1-1,0 0 1,-1-1-1,1 1 1,0 0-1,0-1 1,-1 1-1,1-1 1,0 1-1,0 0 1,0-1 0,-1 1-1,1-1 1,0 1-1,0-1 1,0 1-1,0-1 1,0 1-1,0-1 1,0 1-1,0 0 1,0-1 0,0 1-1,0-1 1,0 1-1,0-1 1,0 1-1,1-1 1,-1 1-1,0 0 1,0-1 0,0 1-1,1-1 1,-1 1-1,0 0 1,1-1-1,-1 1 1,0 0-1,1-1 1,-1 1-1,0 0 1,1-1 0,-1 1-1,0 0 1,1 0-1,0-1 1,20-15 1317,28-1-538,0 2-1,1 3 0,63-8 0,-40 8-441,1225-238 1757,-422 154-421,-585 73-1765,408-67 124,191-14-17,-846 102-40,1452-73 768,-566 59 303,-306 12-780,1094-8 758,-1222 36-667,62 0-154,-214-16-128,185-4 248,-398-16-92,38-1 428,-28 13 296,-140 0-419,-2 14 251,-27 107-19,-46 238 363,20 122 36,38-311-853,7 301 459,11-278-717,-5-170-40,3-23-45,0 1-1,0-1 1,0 0-1,0 0 1,0 0 0,0 1-1,-1-1 1,1 0 0,0 0-1,0 0 1,0 1-1,0-1 1,-1 0 0,1 0-1,0 0 1,0 0 0,0 1-1,-1-1 1,1 0-1,0 0 1,0 0 0,-1 0-1,1 0 1,0 0 0,0 0-1,-1 0 1,1 0-1,0 0 1,0 0 0,-1 0-1,1 0 1,0 0 0,0 0-1,-1 0 1,1 0-1,0 0 1,0 0 0,0 0-1,-1 0 1,-25-28 198,19 18-238,-2 2 34,1 0 0,-1 0 0,0 1 0,0 0 0,-1 0-1,0 1 1,0 0 0,-1 1 0,1 0 0,-1 1 0,0 0 0,0 1-1,-1 0 1,-16-2 0,-20-1-7,0 2-1,-55 2 1,82 2 12,-927 16-144,1 0 47,457-16 35,-1447 10 42,246 50-20,173 11-22,261-7-5,443-46-168,561-20 95,-112-8 114,-406-66-1,739 71 21,-1 0 1,0 3-1,1 0 0,-1 2 0,0 2 0,0 1 0,-56 12 1,228-28-583,-136 31-7507,2-13 1221</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19.602"/>
    </inkml:context>
    <inkml:brush xml:id="br0">
      <inkml:brushProperty name="width" value="0.025" units="cm"/>
      <inkml:brushProperty name="height" value="0.025" units="cm"/>
    </inkml:brush>
  </inkml:definitions>
  <inkml:trace contextRef="#ctx0" brushRef="#br0">0 4 576,'0'0'14825,"0"0"-14779,0 0 0,0 0 0,1 0 1,-1 0-1,0-1 0,0 1 1,0 0-1,0 0 0,0 0 0,0 0 1,0 0-1,0-1 0,0 1 0,0 0 1,0 0-1,1 0 0,-1 0 0,0 0 1,0 0-1,0-1 0,0 1 1,0 0-1,1 0 0,-1 0 0,0 0 1,0 0-1,0 0 0,0 0 0,0 0 1,1 0-1,-1 0 0,0 0 1,0 0-1,0 0 0,1 0 0,-1 0 1,0 0-1,0 0 0,0 0 0,0 0 1,1 0-1,-1 0 0,0 0 1,0 0-1,0 0 0,0 0 0,0 0 1,1 0-1,-1 0 0,0 1 0,0-1 1,0 0-1,0 0 0,0 0 0,0 0 1,1 0-1,-1 1 0,0-1 1,4 6 282,-1 1 1,1 0-1,-1 0 1,0 0 0,-1 1-1,0-1 1,0 1-1,-1-1 1,0 1 0,1 13-1,2 9 292,28 166 1603,40 177-1114,-9-164-449,38 149-203,-87-295-588,36 107 1,-51-183-1601,1 0 0,0 0-1,2-21 1,0 17-340,3-33-4204</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0.084"/>
    </inkml:context>
    <inkml:brush xml:id="br0">
      <inkml:brushProperty name="width" value="0.025" units="cm"/>
      <inkml:brushProperty name="height" value="0.025" units="cm"/>
    </inkml:brush>
  </inkml:definitions>
  <inkml:trace contextRef="#ctx0" brushRef="#br0">0 1 8410,'0'0'12394,"12"17"-11625,1 1-560,1 1 148,-1 0 0,-2 1 0,17 36 0,-18-30 32,-1 0 0,-1 1-1,-1-1 1,5 53-1,-3 111 527,-8-153-732,2 117 812,-24 223 0,8-282-841,4 1 0,6 181 0,3-275-154,0 0-1,0 0 0,0 0 0,1 0 0,-1 0 0,1 0 0,-1 0 1,1 0-1,-1 0 0,1 0 0,0 0 0,0 0 0,0 0 0,0 0 0,1-1 1,-1 1-1,0 0 0,1-1 0,-1 1 0,1-1 0,2 2 0,-2-2-50,0 0 0,0-1 0,0 1 0,0-1 0,0 0 0,0 0 0,0 0 0,0 0 0,1 0 0,-1 0-1,0 0 1,0-1 0,0 1 0,0-1 0,0 1 0,0-1 0,2-1 0,8-4-550,0-1-1,0 0 1,0-1 0,16-15-1,-26 22 475,54-46-4661,6-3-2516</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0.533"/>
    </inkml:context>
    <inkml:brush xml:id="br0">
      <inkml:brushProperty name="width" value="0.025" units="cm"/>
      <inkml:brushProperty name="height" value="0.025" units="cm"/>
    </inkml:brush>
  </inkml:definitions>
  <inkml:trace contextRef="#ctx0" brushRef="#br0">1 1 6329,'0'0'13156,"1"20"-11655,14 334 3131,-5 196-2275,-30-47-1655,14-420-1300,7 165 0,0-243 269,0 0 1,0-1 0,1 1-1,-1 0 1,1-1 0,1 1 0,-1-1-1,0 1 1,1-1 0,0 0 0,0 0-1,0 0 1,1 0 0,-1-1-1,1 0 1,0 1 0,0-1 0,0 0-1,8 4 1,15 7-4936</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0.998"/>
    </inkml:context>
    <inkml:brush xml:id="br0">
      <inkml:brushProperty name="width" value="0.025" units="cm"/>
      <inkml:brushProperty name="height" value="0.025" units="cm"/>
    </inkml:brush>
  </inkml:definitions>
  <inkml:trace contextRef="#ctx0" brushRef="#br0">56 1 7330,'0'0'9568,"-4"31"-7319,-4 21-1436,-36 349 3880,46 166-1505,35-314-2272,-6-66-803,-19 38 126,-12-129-2628,0-73 1152,1-20-4032,6-6 915,-7 3 3641,17-13-10025</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1.512"/>
    </inkml:context>
    <inkml:brush xml:id="br0">
      <inkml:brushProperty name="width" value="0.025" units="cm"/>
      <inkml:brushProperty name="height" value="0.025" units="cm"/>
    </inkml:brush>
  </inkml:definitions>
  <inkml:trace contextRef="#ctx0" brushRef="#br0">1 0 8834,'0'0'6728,"0"26"-4149,0 0-1958,7 251 5006,65 212-1191,-50-357-3909,5 81 433,-1 388 0,-26-590-1008,0 0 0,1-1 0,0 1 0,1 0 0,0 0 0,0-1 0,2 1 0,7 19 0,-8-21-683,-4-5-4878</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2.224"/>
    </inkml:context>
    <inkml:brush xml:id="br0">
      <inkml:brushProperty name="width" value="0.025" units="cm"/>
      <inkml:brushProperty name="height" value="0.025" units="cm"/>
    </inkml:brush>
  </inkml:definitions>
  <inkml:trace contextRef="#ctx0" brushRef="#br0">1 0 4905,'0'0'1488</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3.813"/>
    </inkml:context>
    <inkml:brush xml:id="br0">
      <inkml:brushProperty name="width" value="0.025" units="cm"/>
      <inkml:brushProperty name="height" value="0.025" units="cm"/>
    </inkml:brush>
  </inkml:definitions>
  <inkml:trace contextRef="#ctx0" brushRef="#br0">71 234 3513,'-11'0'1163,"-4"-2"6534,-7-1 1788,0 2-10860,21 1 2337,1 48 3593,13-40-3516,-12-8-991,1 1-1,0-1 0,-1 1 0,1 0 1,-1 0-1,1-1 0,-1 1 0,1 0 1,-1 0-1,0 0 0,1 1 0,-1-1 1,0 0-1,0 0 0,0 1 0,0-1 1,2 3-1,1 1 198,5 8 35,-9-6-225,-1 15 36,1-1 0,2 1 0,7 39 0,-7-54-84,0 0 0,0-1 0,1 1 0,0-1 0,0 0 0,1 1-1,-1-2 1,1 1 0,1 0 0,-1-1 0,1 0 0,0 0 0,0 0 0,0-1 0,1 1 0,6 3 0,10 6 20,0-1 0,1-1 1,1-1-1,0-1 0,0-1 1,1-2-1,0 0 0,0-1 1,0-2-1,1 0 0,0-2 1,0-1-1,37-3 0,-45 0-20,1-2 1,-1 0-1,0-1 0,0 0 0,31-15 0,86-52 21,-103 54-27,23-12-26,2 2-1,0 3 1,2 3-1,1 2 1,0 2-1,2 4 1,0 2 0,0 3-1,89-2 1,-148 11 22,0 0 0,1 0-1,-1 1 1,0-1 0,0 1 0,0 0 0,0 0 0,0 0 0,0 0 0,0 1 0,0-1 0,0 1 0,-1 0 0,1 0 0,-1 0 0,1 0 0,-1 0 0,0 0 0,0 1 0,0-1 0,0 1 0,0-1 0,0 1 0,1 4 0,4 8-1,-1 0 1,-1 0-1,7 31 1,-10-33 6,2 0 0,-1 0 1,2 0-1,5 12 0,-10-25 3,0 0-1,0 1 1,0-1-1,0 0 0,0 0 1,0 1-1,0-1 1,0 0-1,0 0 1,0 1-1,0-1 1,0 0-1,1 0 1,-1 1-1,0-1 0,0 0 1,0 0-1,0 1 1,1-1-1,-1 0 1,0 0-1,0 0 1,0 0-1,1 1 1,-1-1-1,0 0 0,0 0 1,1 0-1,-1 0 1,0 0-1,0 0 1,1 0-1,-1 1 1,0-1-1,0 0 1,1 0-1,-1 0 0,0 0 1,0 0-1,1 0 1,-1 0-1,0 0 1,0-1-1,1 1 1,-1 0-1,0 0 1,0 0-1,1 0 0,-1 0 1,0 0-1,1-1 1,3-19 81,-3-44-128,-1 50 62,0 6-42,1 1 1,-1-1-1,1 1 1,1-1-1,0 1 1,0 0-1,0-1 1,1 1-1,0 0 1,0 1-1,1-1 1,0 1-1,0-1 1,1 1-1,-1 0 1,1 1-1,0-1 1,1 1-1,0 0 1,-1 0-1,2 1 1,-1-1-1,0 2 1,1-1-1,12-5 1,13-3-146,1 1 1,0 1 0,0 2 0,47-5 0,-75 12 152,350-29-837,4 30 354,-165 1 481,317 19 52,-223-4-20,-1 1-31,140 4 1,-426-21 17,0-1 1,0 1-1,-1-1 1,1 1-1,0-1 0,-1 1 1,1-1-1,-1 1 0,1-1 1,0 0-1,-1 1 0,1-1 1,-1 0-1,0 1 1,1-1-1,-1 0 0,0 0 1,1 1-1,-1-1 0,0 0 1,0 0-1,1 0 0,-1 0 1,0 1-1,0-1 1,0 0-1,0 0 0,0 0 1,0 0-1,-1-1 0,-1-32 63,2 32-60,-3-13 21,-1-1 1,0 1-1,-1 0 0,-9-21 0,8 24 71,0-1 0,1 0 1,1 0-1,1-1 0,0 1 1,0-1-1,0-16 0,4 48 212,-2 25 55,1-41-405,0 0-1,-1 0 1,1 0 0,-1-1-1,0 1 1,1 0 0,-1 0-1,0-1 1,0 1 0,0 0-1,0-1 1,0 1 0,0-1-1,-1 0 1,1 1 0,-1-1-1,1 0 1,0 0 0,-1 0-1,-2 2 1,-4 0-1089,0 0 0,0-1 0,-1 1 0,1-2 0,-12 2 0,-12-2-7347</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4.522"/>
    </inkml:context>
    <inkml:brush xml:id="br0">
      <inkml:brushProperty name="width" value="0.025" units="cm"/>
      <inkml:brushProperty name="height" value="0.025" units="cm"/>
    </inkml:brush>
  </inkml:definitions>
  <inkml:trace contextRef="#ctx0" brushRef="#br0">392 0 9274,'0'0'11732,"-21"2"-11076,-71 7 25,82-7-564,-1 1 0,1 0 0,-1 0 0,1 1 0,0 1 0,1-1 0,-1 2 0,1-1 0,0 1 0,0 1 0,1-1 0,-10 10 0,17-15-117,0 0 0,0 0 1,0 0-1,0 0 0,0 0 0,0 0 1,0 0-1,1 1 0,-1-1 1,0 0-1,1 1 0,-1-1 0,0 0 1,1 1-1,0-1 0,-1 1 1,1-1-1,0 1 0,0-1 0,0 0 1,0 1-1,0-1 0,0 1 1,0-1-1,0 1 0,1-1 0,-1 1 1,0-1-1,1 0 0,-1 1 0,1-1 1,0 0-1,-1 1 0,2 0 1,2 3-22,0 0 1,0-1-1,0 1 1,0-1-1,1 0 1,7 5-1,1-1-15,29 26-231,-40-32 237,0 0-1,0 0 1,0 0 0,-1 0-1,1 1 1,0-1-1,-1 1 1,0-1 0,0 1-1,0 0 1,0-1-1,0 1 1,0 0 0,-1 0-1,1 5 1,-1-2 21,-2 0-1,1-1 1,0 1 0,-1-1-1,0 1 1,-1-1 0,1 0-1,-1 0 1,0 0-1,0 0 1,0 0 0,-1-1-1,0 1 1,0-1 0,0 0-1,0 0 1,-1-1 0,1 1-1,-1-1 1,0 0 0,-5 3-1,-15 8 41,-1-1 0,-53 19 0,47-25-192,32-7 123,-1 0 0,1 0 0,-1 0 0,1 0 0,-1 0 0,1 0-1,-1 0 1,1 0 0,-1 0 0,1 0 0,0 0 0,-1 0 0,1 0 0,-1 0 0,1 0 0,-1 0 0,1-1 0,0 1 0,-1 0 0,1 0 0,-1 0 0,1-1 0,0 1 0,-1 0 0,1-1 0,0 1-1,-1 0 1,1-1 0,0 1 0,0 0 0,-1-1 0,1 1 0,0-1 0,0 1 0,0 0 0,-1-1 0,1 1 0,0-1 0,0 1 0,0-1 0,0 1 0,0-1 0,0 1 0,0 0 0,0-1 0,0 1-1,0-1 1,0 1 0,0-1 0,0 1 0,1-1 0,-1 1 0,0 0 0,0-1 0,0 1 0,1-1 0,-1 1 0,0 0 0,0-1 0,1 1 0,-1 0 0,0-1 0,1 1 0,-1-1 0,22-25-4021,3-3-1434</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5.079"/>
    </inkml:context>
    <inkml:brush xml:id="br0">
      <inkml:brushProperty name="width" value="0.025" units="cm"/>
      <inkml:brushProperty name="height" value="0.025" units="cm"/>
    </inkml:brush>
  </inkml:definitions>
  <inkml:trace contextRef="#ctx0" brushRef="#br0">144 55 12659,'0'0'10890,"-23"26"-10653,-71 85-91,91-109-143,1 0 0,0 1 0,-1 0 0,1-1 0,0 1 0,1 0 0,-1 0 0,1 0 1,-1 0-1,1 0 0,0 0 0,0 0 0,0 1 0,0-1 0,1 0 0,-1 1 0,1-1 0,0 0 0,0 1 0,1 4 1,0 5-3,-1-9-6,1 0-1,-1 0 1,1-1-1,0 1 1,0 0-1,0-1 0,0 1 1,1-1-1,-1 1 1,1-1-1,0 0 0,0 1 1,0-1-1,1 0 1,-1-1-1,1 1 0,-1 0 1,1-1-1,0 1 1,0-1-1,0 0 0,0 0 1,1 0-1,-1 0 1,1-1-1,-1 1 0,1-1 1,-1 0-1,1 0 1,0 0-1,-1-1 0,1 1 1,0-1-1,0 0 1,5 0-1,-7 0-19,-1-1-1,0 1 0,1-1 1,-1 1-1,0-1 1,0 1-1,1-1 1,-1 0-1,0 0 1,0 1-1,0-1 1,0 0-1,0 0 1,0 0-1,0 0 0,0 0 1,0-1-1,0 1 1,-1 0-1,1 0 1,0 0-1,-1-1 1,1 1-1,-1 0 1,1-1-1,-1 1 1,0-3-1,8-43-497,-8 42 475,17-88-568,-15 83 557,1 1 0,0 0-1,1 0 1,0 0 0,0 0-1,1 1 1,9-13 0,-13 20 57,0 0-1,0 0 1,0 0 0,0 0 0,0 0 0,1 0 0,-1 1 0,0-1 0,0 1 0,1-1 0,-1 1 0,0-1 0,1 1 0,-1 0 0,1-1 0,-1 1-1,0 0 1,1 0 0,-1 0 0,1 0 0,-1 0 0,0 1 0,1-1 0,-1 0 0,0 1 0,1-1 0,-1 1 0,0-1 0,3 2 0,36 25 206,-29-18-160,56 28 226,-55-32-204,-1 1-1,0 0 1,0 0 0,0 1-1,0 1 1,-1 0-1,11 11 1,-22-19-32,1 0 1,-1 0-1,1 0 1,-1 0-1,1 0 0,-1 0 1,1-1-1,-1 2 1,1-1-1,-1 0 0,1 0 1,-1 0-1,1 0 0,0 0 1,-1 0-1,1 0 1,-1 1-1,1-1 0,-1 0 1,1 0-1,-1 0 0,1 1 1,0-1-1,-1 0 1,1 1-1,0-1 0,-1 0 1,1 1-1,0-1 0,-1 1 1,1-1-1,0 0 1,0 1-1,-1-1 0,1 1 1,0-1-1,0 1 0,0-1 1,0 1-1,0-1 1,0 1-1,0-1 0,0 1 1,0-1-1,0 1 1,0-1-1,0 1 0,0-1 1,0 1-1,0-1 0,0 1 1,0-1-1,1 0 1,-1 1-1,0-1 0,0 1 1,1-1-1,-1 1 0,0-1 1,0 0-1,1 1 1,-1-1-1,1 0 0,-1 1 1,-2-1 6,-1-1 0,0 1-1,0-1 1,0 0 0,0 1 0,0-1 0,1-1 0,-1 1 0,1 0 0,-1-1 0,1 1 0,-1-1-1,-2-2 1,2-1 32,0 0 0,0-1 0,1 0 0,-1 0 0,1 0 0,0 0 0,1 0 0,-1 0 0,1 0 0,1-1 0,-1 1 0,1 0 0,0-1 0,0 1 0,1 0 0,2-12 0,-1 8-43,1 0 0,0 0-1,1 0 1,0 1 0,0-1 0,1 1 0,0 0 0,1 0 0,8-11-1,-10 16 459,3-5-2610,-6 9 1983,-1 0 1,0-1 0,0 1-1,1 0 1,-1 0 0,0 0-1,0 0 1,1 0 0,-1 0-1,0 0 1,0 0 0,0 0-1,1 0 1,-1 0 0,0 0-1,0 0 1,1 0 0,-1 0-1,0 0 1,0 1 0,1-1-1,-1 0 1,0 0 0,0 0-1,0 0 1,1 0 0,-1 0-1,0 1 1,0-1 0,0 0-1,1 0 1,-1 0-1,0 1 1,0-1 0,0 0-1,0 0 1,0 0 0,0 1-1,0-1 1,1 0 0,-1 0-1,0 1 1,0-1 0,1 9-5334</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5.339"/>
    </inkml:context>
    <inkml:brush xml:id="br0">
      <inkml:brushProperty name="width" value="0.025" units="cm"/>
      <inkml:brushProperty name="height" value="0.025" units="cm"/>
    </inkml:brush>
  </inkml:definitions>
  <inkml:trace contextRef="#ctx0" brushRef="#br0">110 0 14123,'0'0'9618,"-71"177"-7545,65-110-545,6 7-408,0-7-272,0 1-440,0-14-176,0-6-184,0-12-48,6-11-8,1-2-312,-7-14-512,0-2-776,-20-7-5474,-5 0-175</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5.699"/>
    </inkml:context>
    <inkml:brush xml:id="br0">
      <inkml:brushProperty name="width" value="0.025" units="cm"/>
      <inkml:brushProperty name="height" value="0.025" units="cm"/>
    </inkml:brush>
  </inkml:definitions>
  <inkml:trace contextRef="#ctx0" brushRef="#br0">1 87 392,'0'0'19127,"28"0"-17172,90 3-505,-98-1-1136,-1 1-1,1 1 1,-1 1 0,0 1 0,26 12 0,-35-14-263,0 1-1,0-1 1,0-1-1,0 0 1,1 0-1,0-1 1,-1-1-1,1 0 1,0 0-1,0-1 1,15-1-1,-26 1-48,1-1-1,0 1 0,-1-1 0,1 1 1,-1-1-1,1 0 0,-1 1 0,1-1 0,-1 1 1,1-1-1,-1 0 0,0 1 0,1-1 0,-1 0 1,0 0-1,1 1 0,-1-1 0,0 0 1,0 0-1,0 1 0,0-1 0,0 0 0,0 0 1,0 1-1,0-2 0,0-28-81,-1 20 47,1 7 18,0-1 1,0 0-1,-1 1 1,0-1-1,1 1 0,-1-1 1,-1 1-1,1 0 0,0-1 1,-1 1-1,0 0 0,1 0 1,-1 0-1,0 0 1,-1 0-1,1 0 0,0 1 1,-1-1-1,0 1 0,1 0 1,-1 0-1,0 0 0,0 0 1,0 0-1,-1 0 1,1 1-1,-4-2 0,-4-1 11,-1 1 0,0 0 0,0 1 1,0 0-1,0 0 0,-20 1 0,29 2 11,0 0-1,0-1 1,0 1 0,0 0 0,1 0 0,-1 1 0,0-1 0,1 1 0,-1-1 0,1 1 0,0 0-1,-1-1 1,1 1 0,0 1 0,0-1 0,0 0 0,0 0 0,1 1 0,-1-1 0,1 1 0,-1-1 0,1 1-1,0 0 1,-2 4 0,2-4-26,0 0 0,0 0-1,0 0 1,1 0 0,-1-1 0,1 1-1,-1 0 1,1 0 0,0 0-1,0 0 1,0 0 0,1 0 0,-1 0-1,1 0 1,0 0 0,-1 0-1,1 0 1,0-1 0,1 1 0,-1 0-1,0-1 1,1 1 0,0-1-1,-1 1 1,1-1 0,3 3 0,2 0-339,1 0 0,-1 0 1,1-1-1,0 0 1,1-1-1,-1 0 0,0 0 1,17 2-1,40 6-4696,-61-11 4619,59 7-6882</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6.106"/>
    </inkml:context>
    <inkml:brush xml:id="br0">
      <inkml:brushProperty name="width" value="0.025" units="cm"/>
      <inkml:brushProperty name="height" value="0.025" units="cm"/>
    </inkml:brush>
  </inkml:definitions>
  <inkml:trace contextRef="#ctx0" brushRef="#br0">163 543 4457,'0'0'18676,"-25"7"-17881,-74 26-222,97-32-549,0-1-1,0 1 1,0-1-1,0 1 1,0 0-1,0 0 1,1 0-1,-1 0 1,0 0-1,1 0 1,-1 0-1,1 1 1,-1-1 0,1 0-1,-1 1 1,1 0-1,0-1 1,0 1-1,0 0 1,0-1-1,0 1 1,0 0-1,0 0 1,1 0-1,-1 0 1,1-1-1,-1 1 1,1 0-1,0 0 1,0 0-1,0 0 1,0 4-1,1-3-4,-1-1 0,1 0 0,0 1 0,0-1-1,0 0 1,1 0 0,-1 0 0,0 0 0,1 0 0,-1 0-1,1 0 1,0-1 0,0 1 0,0 0 0,-1-1 0,5 3-1,5-1-5,0 1 0,1-1-1,-1-1 1,1 0 0,0-1 0,-1 0-1,1 0 1,0-1 0,-1-1-1,1 0 1,0-1 0,-1 0-1,1-1 1,-1 0 0,0-1-1,0 0 1,0 0 0,0-2-1,-1 1 1,0-1 0,0 0-1,0-1 1,-1-1 0,0 1-1,10-13 1,10-10-137,-2-1 1,0-1 0,-3-2-1,-1 0 1,31-61-1,-41 67 79,-1 0 1,-2-1-1,0 0 0,-2-1 0,-1 1 0,-2-1 0,-1-1 0,1-38 1,-5 68 53,0-1 0,0 1 0,0-1 0,0 1 0,0-1 0,0 1 0,0 0 0,-1-1 1,1 1-1,-1-1 0,1 1 0,-1 0 0,1-1 0,-1 1 0,0 0 0,0-1 0,1 1 0,-1 0 1,0 0-1,0 0 0,0 0 0,0 0 0,0 0 0,-1 0 0,1 0 0,0 0 0,0 1 0,-1-1 1,1 0-1,0 1 0,-1-1 0,1 1 0,-1 0 0,1-1 0,0 1 0,-1 0 0,1 0 0,-1 0 1,1 0-1,-1 0 0,1 0 0,-1 0 0,1 0 0,-1 1 0,1-1 0,0 0 0,-1 1 0,1 0 0,-2 0 1,-4 1 63,-1 1 1,1 0-1,0 1 1,0-1-1,0 1 0,1 0 1,-1 1-1,-8 8 1,-1 4 88,1 1 0,0 1 0,2 1-1,0 0 1,2 0 0,0 1 0,1 1 0,-12 37 0,15-39-139,2 1-1,0 0 1,2 0-1,0 0 1,1 0 0,1 1-1,1-1 1,1 1-1,7 39 1,-6-54-121,0 0-1,1 1 1,0-1 0,1-1 0,-1 1-1,1 0 1,0-1 0,1 0 0,0 0-1,0 0 1,0-1 0,1 1-1,-1-1 1,1 0 0,1-1 0,7 5-1,11 5-1826,0-1-1,52 18 0,-76-30 1848,84 26-7783</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7.856"/>
    </inkml:context>
    <inkml:brush xml:id="br0">
      <inkml:brushProperty name="width" value="0.025" units="cm"/>
      <inkml:brushProperty name="height" value="0.025" units="cm"/>
    </inkml:brush>
  </inkml:definitions>
  <inkml:trace contextRef="#ctx0" brushRef="#br0">0 3 8738,'0'0'11346,"2"10"-10337,7 34-83,-4-12-377,2 1 0,1-1 0,18 43 1,-23-67-511,1 0-1,0-1 1,0 1 0,1-1 0,0 1-1,0-1 1,0-1 0,1 1-1,0-1 1,1 0 0,-1 0 0,1-1-1,0 0 1,1 0 0,-1-1 0,1 1-1,0-2 1,11 5 0,23 1-3,0-2 1,0-2-1,0-2 1,1-2-1,48-4 1,-4 2 4,9-2-44,138-22 0,92-36-199,12-1-178,98 12 37,-305 42 193,174 12 0,-301-3 181,0-1-1,-1 0 0,1 1 1,-1 0-1,1 0 1,-1 0-1,1 0 0,-1 0 1,1 1-1,-1-1 1,0 1-1,0 0 0,0 0 1,0 0-1,0 1 1,0-1-1,-1 1 0,1-1 1,-1 1-1,1 0 1,-1 0-1,0 0 0,0 0 1,-1 1-1,1-1 1,-1 0-1,1 1 0,-1-1 1,1 6-1,1 8 238,-1 1 0,0 0 1,-1-1-1,-4 36 0,2-9-82,1-43 132,0-5-322,0 1 1,-1 0-1,1 0 0,-1-1 1,1 1-1,-1 0 1,0 0-1,-2-4 1,1 2-137,0 0 1,0 0 0,0 0 0,0 0-1,1 0 1,0 0 0,0-1 0,1 1-1,-1 0 1,1-1 0,0 1 0,1-1-1,-1 1 1,1 0 0,2-8-1,0 6-86,0 1 0,0-1-1,1 1 1,0 0 0,0 0-1,0 1 1,1-1-1,0 1 1,0 0 0,9-7-1,9-6-332,0 2 0,1 0-1,0 2 1,2 0 0,-1 2 0,2 1-1,-1 1 1,1 1 0,1 2-1,34-6 1,22 2 467,1 4 0,92 4 0,-108 6 141,134 26 1,-63-7-39,60-5 228,207-9 0,58 3 970,-373-4-931,885 55 845,-954-61-1008,26 2 434,83-7 1,-130 3-399,1 1-1,-1-1 1,1 0-1,-1 1 1,0-1-1,0 0 1,0-1 0,0 1-1,1 0 1,-1-1-1,-1 1 1,1-1-1,0 0 1,0 1 0,-1-1-1,3-4 1,21-39 2029,-8 13-1680,-8 21-402,1 1 1,0 0-1,0 0 0,1 1 1,1 0-1,-1 1 1,1 1-1,1 0 1,24-11 2267,-64 16-2222,16 2-514,1-1 0,-1 1-1,0 0 1,-11 3 0,-77 19-3556,44-9-640,-26 3-5552</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8.538"/>
    </inkml:context>
    <inkml:brush xml:id="br0">
      <inkml:brushProperty name="width" value="0.025" units="cm"/>
      <inkml:brushProperty name="height" value="0.025" units="cm"/>
    </inkml:brush>
  </inkml:definitions>
  <inkml:trace contextRef="#ctx0" brushRef="#br0">272 0 9074,'0'0'15030,"-17"6"-14778,5-2-212,-4 1 34,0 1 1,1 1-1,-1 0 1,1 1-1,-19 13 1,-87 60 866,121-81-941,-1 0 0,1 0 0,-1 1-1,1-1 1,-1 0 0,1 1 0,-1-1 0,1 0 0,-1 1-1,1-1 1,-1 1 0,1-1 0,0 1 0,-1-1-1,1 1 1,0-1 0,-1 1 0,1-1 0,0 1-1,0-1 1,-1 1 0,1 0 0,0-1 0,0 1 0,0-1-1,0 1 1,0 0 0,0-1 0,0 1 0,0-1-1,0 1 1,0 0 0,0 0 0,21 7-49,49-7-63,-54-2 100,48 0 14,86 3 3,-149-2-9,0 0-1,1 0 1,-1 0 0,1 0-1,-1 0 1,0 0 0,1 0-1,-1 0 1,0 1-1,1-1 1,-1 0 0,0 1-1,1-1 1,-1 1 0,0 0-1,0-1 1,1 1-1,-1 0 1,0 0 0,0 0-1,0 0 1,0 0 0,0 0-1,0 0 1,0 0-1,-1 0 1,1 0 0,0 0-1,0 1 1,-1-1 0,1 2-1,-1-1 7,-1 0-1,1 0 1,-1 0 0,0 0-1,0-1 1,0 1-1,0 0 1,0-1-1,0 1 1,0-1 0,-1 1-1,1-1 1,0 0-1,-1 1 1,1-1-1,-1 0 1,0 0 0,1 0-1,-1 0 1,0 0-1,-2 0 1,-200 100 521,268-138-12642,-19 8 4081</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9.067"/>
    </inkml:context>
    <inkml:brush xml:id="br0">
      <inkml:brushProperty name="width" value="0.025" units="cm"/>
      <inkml:brushProperty name="height" value="0.025" units="cm"/>
    </inkml:brush>
  </inkml:definitions>
  <inkml:trace contextRef="#ctx0" brushRef="#br0">27 199 544,'0'0'23354,"-3"10"-22127,-5 28-530,2 0 0,-3 62-1,9-99-692,1-1-1,-1 1 0,1-1 1,0 1-1,-1-1 0,1 0 1,0 1-1,-1-1 0,1 0 1,0 1-1,-1-1 0,1 0 1,0 0-1,0 1 1,-1-1-1,1 0 0,0 0 1,0 0-1,0 0 0,-1 0 1,1 0-1,0 0 0,0 0 1,-1-1-1,1 1 1,0 0-1,0 0 0,-1-1 1,1 1-1,0 0 0,0-1 1,28-10 62,-17 2-175,0-1 0,-1 0 1,-1-1-1,1 0 1,-2-1-1,11-16 1,23-26-495,-26 33 353,33-33-237,-47 51 469,1 0 0,-1 0 0,0 1 1,1 0-1,-1-1 0,1 1 0,-1 1 1,1-1-1,0 0 0,0 1 1,0 0-1,0 0 0,0 0 0,5 0 1,-2 24-101,-1-4 362,0 1 0,15 31 0,-19-45-166,1 0 1,1-1-1,-1 1 1,1-1-1,0 0 1,0 0-1,1 0 1,-1 0 0,1-1-1,0 0 1,0 0-1,9 5 1,-12-8 697,-4-19-299,-11-42-429,8 44-42,1-1 0,1 1 1,0-1-1,0-19 0,3-94-1260,31 129-7121,-17 1 2305</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9.314"/>
    </inkml:context>
    <inkml:brush xml:id="br0">
      <inkml:brushProperty name="width" value="0.025" units="cm"/>
      <inkml:brushProperty name="height" value="0.025" units="cm"/>
    </inkml:brush>
  </inkml:definitions>
  <inkml:trace contextRef="#ctx0" brushRef="#br0">96 0 14419,'0'0'10642,"-51"157"-8489,45-86-593,6 3-504,0 0-143,0-4-505,0-9-288,0-10-56,0-15-64,0-11-120,0-9-528,0-25-5362,-20-20 257,1-3-1497</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29.641"/>
    </inkml:context>
    <inkml:brush xml:id="br0">
      <inkml:brushProperty name="width" value="0.025" units="cm"/>
      <inkml:brushProperty name="height" value="0.025" units="cm"/>
    </inkml:brush>
  </inkml:definitions>
  <inkml:trace contextRef="#ctx0" brushRef="#br0">0 91 4641,'0'0'11442,"28"-2"-8950,4 0-1823,139-4 2168,156 13 487,-327-10-3331,0 1 0,-1-1 0,1 1 0,-1-1 0,0 1-1,0 0 1,0-1 0,0 1 0,0 0 0,0 0-1,-1 0 1,-1-3 0,-2 0-14,0 1-1,1-1 1,-1 1-1,-1 0 1,1 0-1,-1 1 1,1 0 0,-1 0-1,0 0 1,0 0-1,-8-1 1,1 1 110,-1 1 0,0 0 0,1 1 0,-19 0 0,31 1-66,-1 0 0,1 0 0,0 0-1,-1 0 1,1 0 0,-1 0 0,1 1-1,0-1 1,-1 1 0,1-1 0,0 1 0,-1-1-1,1 1 1,0 0 0,0-1 0,-1 1 0,1 0-1,0 0 1,0 0 0,0 0 0,0 0 0,0 0-1,0 0 1,0 0 0,1 1 0,-1-1 0,0 0-1,1 0 1,-1 1 0,1-1 0,-1 0 0,1 1-1,0-1 1,-1 1 0,1-1 0,0 0 0,0 1-1,0-1 1,0 1 0,0-1 0,0 1 0,1-1-1,-1 0 1,0 1 0,1-1 0,0 2 0,0 3-18,1-1 1,0 1 0,0-1 0,0 0-1,0 0 1,1 0 0,0 0 0,0 0-1,1 0 1,5 6 0,12 6-586,0-1 1,0 0-1,29 13 0,72 27-5996,-69-36 502</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0.122"/>
    </inkml:context>
    <inkml:brush xml:id="br0">
      <inkml:brushProperty name="width" value="0.025" units="cm"/>
      <inkml:brushProperty name="height" value="0.025" units="cm"/>
    </inkml:brush>
  </inkml:definitions>
  <inkml:trace contextRef="#ctx0" brushRef="#br0">195 628 13659,'0'0'12368,"-19"3"-11932,-63 10-33,76-12-346,1 0 0,0 0-1,0 1 1,1-1 0,-1 1 0,0 0 0,1 1 0,-1-1 0,1 1 0,-1 0 0,1 0-1,0 0 1,1 1 0,-1-1 0,-6 8 0,8-7-35,0-1 1,0 0-1,1 1 0,-1-1 1,1 1-1,0-1 0,0 1 1,0 0-1,0 0 0,0-1 1,1 1-1,0 0 0,0 0 1,0 0-1,0 0 0,1-1 1,1 8-1,-2-10-20,1 0 0,0 0-1,0 0 1,-1 0 0,1-1 0,0 1-1,0 0 1,0 0 0,0-1 0,0 1-1,0 0 1,0-1 0,0 0 0,0 1 0,1-1-1,-1 1 1,0-1 0,0 0 0,0 0-1,0 0 1,1 0 0,-1 1 0,0-2-1,2 1 1,39-2 73,-32 2-43,5-3-31,0 1 0,0-2 0,0 0 0,0-1 0,0-1 0,-1 0 0,0 0 0,-1-2 1,23-15-1,16-14-223,46-47 1,-65 56 43,-26 22 132,183-171-1000,-171 156 954,-1 0-1,0-1 0,-1-1 1,-2-1-1,0 0 1,21-52-1,-32 65 77,0-1 0,-2 1 0,1-1 1,-1 0-1,-1 0 0,0 0 0,-2-20 0,1 29 37,-1 1 0,1 0 0,-1-1 1,0 1-1,0 0 0,0 0 0,0-1 0,0 1 0,0 0 0,0 0 0,-1 0 0,1 1 0,-1-1 0,0 0 0,0 0 0,1 1 1,-1-1-1,0 1 0,0 0 0,0-1 0,0 1 0,-1 0 0,1 0 0,0 1 0,0-1 0,-1 0 0,1 1 0,0-1 1,-1 1-1,1 0 0,-1-1 0,1 1 0,-4 1 0,-3-1 102,0 0 0,0 1 1,0 0-1,0 0 0,0 1 0,0 0 0,1 1 1,-13 4-1,9 1-2,0-1 1,0 2-1,0 0 0,1 0 0,0 1 1,1 0-1,0 1 0,1 0 1,0 0-1,1 1 0,0 1 1,-9 17-1,4-3 23,1 0 1,2 0-1,0 1 0,2 0 1,-6 36-1,7-8-92,3 0 0,2 1 0,2-1 0,3 1 0,15 81 0,-16-130-94,-1-2-133,1 1-1,-1 0 0,-1 0 0,1 0 0,-2 13 1,1-18 38,-1 0-1,1 0 1,-1 0 0,0 0 0,0-1 0,0 1 0,0 0 0,0 0 0,0 0-1,0-1 1,0 1 0,-1-1 0,1 1 0,-1-1 0,1 1 0,-1-1 0,0 0 0,1 0-1,-1 0 1,0 0 0,0 0 0,-3 1 0,-40 10-4311,-11-7-2132</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0.791"/>
    </inkml:context>
    <inkml:brush xml:id="br0">
      <inkml:brushProperty name="width" value="0.025" units="cm"/>
      <inkml:brushProperty name="height" value="0.025" units="cm"/>
    </inkml:brush>
  </inkml:definitions>
  <inkml:trace contextRef="#ctx0" brushRef="#br0">0 115 1840,'0'0'8429,"19"-2"-7214,13-3-596,16-2 66,6 5 3632,-50 1-4102,0 0 0,0-1 0,0 1-1,0-1 1,-1 0 0,1 0 0,-1-1 0,1 1 0,-1-1 0,0 1-1,4-5 1,5-3 194,-1 2-223,1 1-1,-1 0 0,1 1 0,1 0 0,-1 1 1,1 0-1,0 1 0,0 0 0,1 1 0,-1 1 1,1 0-1,-1 1 0,1 0 0,0 1 1,-1 1-1,19 3 0,-28-3-149,-1 0-1,0 0 1,0 0 0,1 1-1,-1-1 1,0 1 0,0 0 0,-1 0-1,1 0 1,0 1 0,-1-1-1,1 0 1,-1 1 0,0 0-1,0-1 1,0 1 0,0 0 0,0 0-1,-1 0 1,1 1 0,-1-1-1,0 0 1,1 4 0,2 5 35,-1 0 0,-1 0 0,0 1 0,-1-1 0,0 16 0,-2-28-188,1 1 1,-1-1-1,1 1 1,-1-1-1,1 1 1,-1-1-1,1 0 1,-1 1-1,1-1 1,-1 0-1,0 0 1,1 1-1,-1-1 0,1 0 1,-1 0-1,0 0 1,1 0-1,-1 0 1,0 0-1,1 0 1,-1 0-1,0 0 1,1 0-1,-1 0 1,0 0-1,0-1 1,-2 1-850,-22 0-5571</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2.129"/>
    </inkml:context>
    <inkml:brush xml:id="br0">
      <inkml:brushProperty name="width" value="0.025" units="cm"/>
      <inkml:brushProperty name="height" value="0.025" units="cm"/>
    </inkml:brush>
  </inkml:definitions>
  <inkml:trace contextRef="#ctx0" brushRef="#br0">1 87 7538,'0'0'10795,"10"-15"-9533,30-42-178,-39 56-1034,0-1 1,-1 1-1,1 0 1,0 1-1,0-1 0,0 0 1,0 0-1,0 0 1,0 0-1,0 1 0,0-1 1,0 0-1,0 1 1,0-1-1,0 1 0,0-1 1,1 1-1,-1 0 0,0 0 1,0-1-1,0 1 1,1 0-1,-1 0 0,0 0 1,0 0-1,1 0 1,-1 1-1,0-1 0,0 0 1,1 0-1,-1 1 1,0-1-1,0 1 0,1 0 1,23 24 1003,-24-24-955,15 19 370,-6-7-385,0 0 1,0 1 0,-1-1-1,-1 2 1,0 0 0,5 15-1,-13-28-151,1 0-1,0-1 0,0 1 1,0 0-1,0-1 0,0 1 1,0-1-1,0 1 0,0-1 0,1 1 1,-1-1-1,0 0 0,1 0 1,-1 0-1,1 0 0,0 0 1,-1 0-1,1 0 0,0 0 1,-1-1-1,5 2 0,-4-1-391,1-1 0,-1 0-1,1 1 1,0-1-1,-1 0 1,1 0 0,0 0-1,-1-1 1,1 1-1,-1-1 1,1 1 0,-1-1-1,1 0 1,-1 0-1,4-2 1,14-16-7205</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2.396"/>
    </inkml:context>
    <inkml:brush xml:id="br0">
      <inkml:brushProperty name="width" value="0.025" units="cm"/>
      <inkml:brushProperty name="height" value="0.025" units="cm"/>
    </inkml:brush>
  </inkml:definitions>
  <inkml:trace contextRef="#ctx0" brushRef="#br0">821 1 10426,'0'0'13016,"-18"34"-11661,-3 8-1025,-4 9 94,-3-1 0,-41 56 0,31-57-177,-2-1-1,-2-2 1,-60 52-1,-156 108-44,114-95-183,142-109-127,-1 0-101,0 0 0,0 0 1,0 1-1,0-1 0,1 1 0,-1-1 0,1 1 0,0 0 0,0 0 0,0 0 0,0 0 1,-2 4-1,22-9-4646,4-8 2088,0 0 1,24-15-1,0-4-2716</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3.156"/>
    </inkml:context>
    <inkml:brush xml:id="br0">
      <inkml:brushProperty name="width" value="0.025" units="cm"/>
      <inkml:brushProperty name="height" value="0.025" units="cm"/>
    </inkml:brush>
  </inkml:definitions>
  <inkml:trace contextRef="#ctx0" brushRef="#br0">94 120 8362,'0'0'12703,"-8"6"-11774,1 0-750,2-3-39,0 1 0,1 0 0,-1 0 0,1 0 0,0 0 0,0 0-1,0 1 1,1 0 0,-1 0 0,1 0 0,0 0 0,1 0 0,-1 1 0,1-1 0,0 1 0,0 0 0,-1 11 0,3-16-127,0 1 0,-1-1 0,1 1-1,0-1 1,0 1 0,1-1 0,-1 0 0,0 1 0,0-1 0,1 1 0,-1-1 0,1 1-1,-1-1 1,1 0 0,0 1 0,0-1 0,-1 0 0,1 0 0,0 0 0,0 1 0,0-1-1,0 0 1,0 0 0,2 1 0,2 0 5,0-1 0,0 0 0,-1 0-1,1 0 1,0-1 0,0 1 0,6-1-1,-10 0-14,11 0-3,0 0-1,-1 0 1,1-2 0,0 1 0,0-1 0,-1-1 0,1 0-1,-1-1 1,0 0 0,0-1 0,0 0 0,-1 0-1,0-1 1,0-1 0,0 0 0,-1 0 0,0-1 0,0 0-1,-1 0 1,0-1 0,0 0 0,9-15 0,-15 21-13,-1 1 0,1 0 0,0-1 0,-1 1 0,0-1 0,1 0 0,-1 1 0,0-1 0,0 0 0,-1 0 0,1 1 0,0-1 0,-1 0 0,0 0 0,0 0 0,0 0 0,0 0 0,0 0-1,0 1 1,-1-1 0,0 0 0,1 0 0,-1 0 0,0 0 0,-2-2 0,1 2-6,-1 0 0,0 1 0,1-1 0,-1 1 0,-1-1 0,1 1 0,0 0 0,0 1 0,-1-1 0,1 0 0,-1 1 0,1 0 0,-1 0 0,0 0 0,0 0 0,1 0 0,-1 1 0,-4 0 0,-66-4-326,-98 7 1,154-1 320,162-11-178,-89 1 208,10-1 8,89-3-1,-152 12-8,1 0 0,-1 1 0,0-1 1,0 1-1,0-1 0,1 1 0,-1 0 0,0 0 0,0 0 0,0 0 1,0 0-1,0 0 0,0 1 0,-1-1 0,1 1 0,0-1 0,-1 1 0,1-1 1,-1 1-1,1 0 0,-1 0 0,0 0 0,0 0 0,0 0 0,0 0 1,0 0-1,0 0 0,-1 1 0,1-1 0,-1 0 0,1 5 0,1 9 94,0 1 0,-1 0 0,-2 25-1,1-18-41,0-23-102,13-1-534,-1-2 459,-1 0 0,1-1 0,-1 0 0,0-1-1,-1 0 1,1-1 0,-1 0 0,1-1 0,13-10 0,18-8-399,-40 24 507,4-3 11,0 0 0,0 0-1,0 0 1,0-1 0,-1 0 0,1 0 0,-1 0 0,0-1 0,8-10 0,-17 24 682,-1-1 0,1 1 0,1 0 0,0 0 0,-4 18 0,6-22-938,1-1-1,-1 1 1,1-1 0,0 1 0,0 0 0,0-1 0,2 9-1,-1-11-83,0 0-1,-1 0 0,1 0 0,0 0 0,0 0 0,0 0 1,0 0-1,0 0 0,1-1 0,-1 1 0,0 0 0,1-1 1,-1 1-1,1-1 0,0 0 0,-1 1 0,1-1 1,2 1-1,21 6-8324</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3.620"/>
    </inkml:context>
    <inkml:brush xml:id="br0">
      <inkml:brushProperty name="width" value="0.025" units="cm"/>
      <inkml:brushProperty name="height" value="0.025" units="cm"/>
    </inkml:brush>
  </inkml:definitions>
  <inkml:trace contextRef="#ctx0" brushRef="#br0">295 0 12243,'0'0'14904,"0"19"-14134,0 97 545,0-116-1050,-1-23-394,1 21 52,-1-1 1,0 0 0,0 1-1,0-1 1,-1 1 0,1 0-1,-1-1 1,1 1 0,-1 0-1,1 0 1,-1 0 0,0 0-1,0 0 1,0 1 0,0-1-1,-1 0 1,1 1 0,0 0-1,-1-1 1,1 1 0,-1 0-1,1 0 1,-1 0 0,1 1-1,-1-1 1,0 1 0,1-1-1,-1 1 1,0 0 0,0 0-1,-3 0 1,-2 0-45,1 1-1,-1 0 1,0 0-1,1 0 1,-1 1 0,0 0-1,1 0 1,0 1-1,0 0 1,-9 5-1,0 2 97,1 0-1,0 1 0,1 1 0,-22 23 0,32-31 8,0 0-1,1 1 1,-1 0-1,1-1 1,0 1-1,0 0 1,1 0-1,-1 1 1,1-1-1,0 1 1,1-1-1,-1 1 1,1-1 0,0 1-1,1 0 1,-1-1-1,1 1 1,0 0-1,1 6 1,0-10-21,-1-1-1,1 0 1,0 1 0,-1-1 0,1 0 0,0 0-1,0 0 1,0 0 0,0 1 0,0-1 0,0 0-1,0-1 1,0 1 0,0 0 0,0 0 0,1 0-1,-1-1 1,0 1 0,1-1 0,-1 1 0,0-1 0,1 1-1,-1-1 1,3 0 0,39 4-1311,-37-3 1004,22 0-1299,0-2-1,-1 0 0,1-2 1,-1-1-1,50-14 0,-5-4-3637</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4.383"/>
    </inkml:context>
    <inkml:brush xml:id="br0">
      <inkml:brushProperty name="width" value="0.025" units="cm"/>
      <inkml:brushProperty name="height" value="0.025" units="cm"/>
    </inkml:brush>
  </inkml:definitions>
  <inkml:trace contextRef="#ctx0" brushRef="#br0">360 2 5537,'0'0'14794,"-9"-1"-13724,-6 2-815,1 0 1,-1 1 0,1 1-1,-1 0 1,1 1 0,0 1-1,1 0 1,-1 1 0,1 0-1,-15 10 1,0 1 291,1 0 0,1 2 1,-46 43-1,69-59-528,0 0 0,1 1 0,-1-1 0,1 0 0,0 1 0,0 0 0,0-1 0,0 1 0,1 0 0,-1 0 0,1 0 0,0 0 0,0 0 0,1 0 0,-1 0 0,1 0 0,0 0 0,0 6 0,1-9-18,0 0-1,1 0 0,-1 0 1,0 0-1,1 0 1,-1 0-1,1 0 1,-1 0-1,1-1 1,-1 1-1,1 0 1,-1-1-1,1 0 1,0 1-1,-1-1 1,1 0-1,0 0 0,-1 0 1,1 0-1,0 0 1,-1 0-1,1 0 1,1-1-1,50-1-3,-40-1-40,0 0 1,0-1-1,0 0 1,-1-1-1,1 0 1,-1-1-1,0 0 0,-1-1 1,0-1-1,0 0 1,0 0-1,-1-1 1,15-16-1,-14 14 85,-4 13 152,-5 24 281,2 8-531,-3-31-164,0 0 1,1 0 0,-1-1 0,1 1-1,-1 0 1,1 0 0,0-1 0,0 1-1,0-1 1,0 1 0,1-1-1,-1 0 1,1 0 0,-1 0 0,1 0-1,0-1 1,-1 1 0,1-1-1,5 2 1,-4-2-278,1 0-1,-1-1 0,0 1 1,1-1-1,-1 0 0,1 0 1,-1-1-1,1 1 0,-1-1 1,1 0-1,-1 0 0,6-3 1,2-1-297,-1 0 0,0-1 1,0 0-1,-1-1 0,12-9 1,16-19 2705,-27 23-554,-8 10-802,0 0-1,-1 0 1,1 0-1,-1-1 1,0 1-1,0-1 1,0 0-1,0 1 1,0-1-1,2-7 3008,-4 57-938,1-45-2622,-1-1 1,1 1 0,0-1 0,-1 0-1,1 1 1,0-1 0,0 0-1,0 1 1,0-1 0,0 0 0,0 0-1,0 0 1,0 0 0,1 0 0,-1 0-1,0 0 1,1-1 0,-1 1-1,1 0 1,-1-1 0,0 1 0,1-1-1,-1 1 1,1-1 0,0 0 0,-1 0-1,1 1 1,-1-1 0,1 0 0,-1-1-1,3 1 1,60-1 15,-54 0-35,-3 0-21,1-1 0,0 1-1,-1-2 1,1 1 0,-1-1-1,0 0 1,1-1 0,10-7-1,-12 7 26,-1 1 0,1 0-1,0 0 1,0 0 0,0 1 0,0 0-1,0 0 1,1 0 0,10-1 0,-15 4 13,0 0 1,-1 0 0,1 0-1,-1 1 1,0-1 0,1 0 0,-1 1-1,0-1 1,0 1 0,0-1-1,0 1 1,0 0 0,0-1-1,0 1 1,0 0 0,-1 0 0,1-1-1,-1 1 1,0 0 0,1 0-1,-1 2 1,13 27-433,10-13-1885,-4-8-2076,6-6-3458</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5.121"/>
    </inkml:context>
    <inkml:brush xml:id="br0">
      <inkml:brushProperty name="width" value="0.025" units="cm"/>
      <inkml:brushProperty name="height" value="0.025" units="cm"/>
    </inkml:brush>
  </inkml:definitions>
  <inkml:trace contextRef="#ctx0" brushRef="#br0">385 229 8674,'0'0'8536,"31"-30"-6902,7-7-1229,115-106 697,-128 124 440,-50 51-41,19-24-1582,-66 86 1105,3 4-1,-100 191 1,-63 237-501,218-490-540,6-18-17,0 0 0,1 1 0,2-1 0,0 2 0,0-1 0,-2 35 0,7-53 30,0-1 0,0 0 0,0 1 0,1-1-1,-1 0 1,0 0 0,0 1 0,0-1-1,0 0 1,0 1 0,0-1 0,1 0 0,-1 1-1,0-1 1,0 0 0,0 0 0,1 1 0,-1-1-1,0 0 1,0 0 0,1 1 0,-1-1-1,0 0 1,1 0 0,-1 0 0,0 0 0,0 0-1,1 1 1,-1-1 0,0 0 0,1 0 0,-1 0-1,0 0 1,1 0 0,-1 0 0,0 0-1,1 0 1,-1 0 0,0 0 0,1 0 0,-1 0-1,0 0 1,1 0 0,-1-1 0,0 1 0,1 0-1,-1 0 1,6-1-7,3-1 18,1 0 1,-1 0-1,1-1 0,-1-1 0,0 0 1,0 0-1,0 0 0,0-1 0,-1-1 1,0 1-1,14-14 0,-3 2 5,0-1 1,-1-1-1,24-34 0,-35 42-19,0 0 1,-1-1-1,0 0 1,-1 0-1,0 0 1,-1-1-1,-1 1 0,1-1 1,-2 0-1,0 0 1,-1 0-1,0 0 1,-2-25-1,1 34-9,0-1 0,-1 1 1,1-1-1,-1 1 0,0-1 0,-1 1 0,1 0 1,-1-1-1,1 1 0,-1 0 0,-1 0 0,1 0 1,-1 0-1,1 1 0,-1-1 0,0 1 0,0 0 1,0-1-1,-1 1 0,1 0 0,-1 1 0,0-1 1,0 1-1,0 0 0,-4-2 0,-13-5-208,0 1 0,0 2 1,0 0-1,-25-3 0,-31-11-987,76 20 1204,1 0-1,0 0 0,0 0 0,-1 0 0,1 0 0,0 0 0,0 0 1,0 0-1,-1 0 0,1 0 0,0 0 0,0-1 0,0 1 0,-1 0 0,1 0 1,0 0-1,0 0 0,0-1 0,0 1 0,0 0 0,0 0 0,-1 0 1,1 0-1,0-1 0,0 1 0,0 0 0,0 0 0,0-1 0,0 1 1,0 0-1,0 0 0,0 0 0,0-1 0,0 1 0,0 0 0,0 0 0,0-1 1,0 1-1,0 0 0,0 0 0,0 0 0,0-1 0,0 1 0,0 0 1,0 0-1,1 0 0,-1-1 0,0 1 0,0 0 0,0 0 0,0 0 1,0 0-1,1-1 0,-1 1 0,0 0 0,0 0 0,0 0 0,1 0 0,-1 0 1,0 0-1,0 0 0,0-1 0,1 1 0,-1 0 0,0 0 0,1 0 1,19-8-71,1 1 0,0 0 1,33-5-1,25-7 18,13-12 357,-56 17 24,0 2-1,0 1 1,1 2 0,1 1 0,65-5 0,-102 14-274,0-1 1,-1 1-1,1-1 1,0 1-1,0-1 1,0 1 0,-1 0-1,1-1 1,0 1-1,0 0 1,-1 0-1,1 0 1,-1-1-1,1 1 1,-1 0-1,1 0 1,-1 0 0,1 0-1,-1 0 1,0 0-1,0 0 1,1 0-1,-1 0 1,0 0-1,0 0 1,0 0-1,0 0 1,0 0 0,0 1-1,-1 45 347,1-33-330,0 43-2254,12-58-5179,1-7-701</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5.310"/>
    </inkml:context>
    <inkml:brush xml:id="br0">
      <inkml:brushProperty name="width" value="0.025" units="cm"/>
      <inkml:brushProperty name="height" value="0.025" units="cm"/>
    </inkml:brush>
  </inkml:definitions>
  <inkml:trace contextRef="#ctx0" brushRef="#br0">1 0 14699,'0'0'9602,"25"61"-9914,-12-38-1712,-6-4-3329</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5.786"/>
    </inkml:context>
    <inkml:brush xml:id="br0">
      <inkml:brushProperty name="width" value="0.025" units="cm"/>
      <inkml:brushProperty name="height" value="0.025" units="cm"/>
    </inkml:brush>
  </inkml:definitions>
  <inkml:trace contextRef="#ctx0" brushRef="#br0">1 42 6633,'0'0'16956,"18"-1"-16352,58-3-102,-74 4-458,0 0 1,0 0-1,0 0 1,0 0-1,0 0 1,0 0-1,0 1 1,0-1-1,0 1 1,0-1 0,-1 1-1,1 0 1,0 0-1,0 0 1,0 0-1,-1 0 1,1 0-1,0 0 1,-1 0-1,1 1 1,-1-1-1,0 1 1,1-1 0,-1 1-1,0-1 1,0 1-1,0 0 1,0 0-1,0 0 1,1 3-1,-1 3 90,1-1 0,-1 1 0,-1-1 0,0 1 0,0 0 0,-1 9 0,0 0 3,1-16-145,0 0 0,0 0 1,0-1-1,0 1 0,0 0 1,0 0-1,0-1 0,0 1 1,0 0-1,0 0 0,0-1 0,0 1 1,1 0-1,-1-1 0,0 1 1,0 0-1,1-1 0,-1 1 1,1 0-1,-1-1 0,1 1 0,-1-1 1,1 1-1,-1-1 0,1 1 1,-1-1-1,1 1 0,-1-1 1,1 1-1,0-1 0,-1 0 1,1 1-1,0-1 0,-1 0 0,1 0 1,0 1-1,0-1 0,-1 0 1,1 0-1,0 0 0,0 0 1,-1 0-1,1 0 0,0 0 0,0 0 1,-1 0-1,1-1 0,0 1 1,-1 0-1,1 0 0,0-1 1,0 1-1,-1 0 0,1-1 0,-1 1 1,1-1-1,0 1 0,0-1 1,51-35-275,-36 23 146,18-10 1,12-9 98,57-30 1,-101 61 356,-2 45 1716,0-40-2153,0-1-1,0 1 1,0 0-1,1 0 1,-1-1-1,1 1 1,0 0-1,0-1 1,0 1-1,0-1 1,1 1-1,0-1 1,2 5-1,-2-6-574,0 0 1,1 1-1,-1-1 1,1 0-1,-1 0 0,1 0 1,0-1-1,0 1 1,-1-1-1,5 2 0,12 1-5750</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5.988"/>
    </inkml:context>
    <inkml:brush xml:id="br0">
      <inkml:brushProperty name="width" value="0.025" units="cm"/>
      <inkml:brushProperty name="height" value="0.025" units="cm"/>
    </inkml:brush>
  </inkml:definitions>
  <inkml:trace contextRef="#ctx0" brushRef="#br0">45 0 16428,'0'0'11130,"-45"158"-11042,45-136-88,0-9-104,0-3-904,0-7-921,0-23-14458</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6.158"/>
    </inkml:context>
    <inkml:brush xml:id="br0">
      <inkml:brushProperty name="width" value="0.025" units="cm"/>
      <inkml:brushProperty name="height" value="0.025" units="cm"/>
    </inkml:brush>
  </inkml:definitions>
  <inkml:trace contextRef="#ctx0" brushRef="#br0">1 0 12395,'0'0'9730,"64"142"-12419,-45-110-2736,-6-10-2521</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6.891"/>
    </inkml:context>
    <inkml:brush xml:id="br0">
      <inkml:brushProperty name="width" value="0.025" units="cm"/>
      <inkml:brushProperty name="height" value="0.025" units="cm"/>
    </inkml:brush>
  </inkml:definitions>
  <inkml:trace contextRef="#ctx0" brushRef="#br0">97 674 10882,'0'0'13854,"-10"6"-13558,-29 19-164,38-23-127,-1 0 0,1 0 0,0 0-1,0 0 1,0 0 0,0 1 0,0-1 0,0 0-1,0 0 1,1 1 0,-1-1 0,1 1 0,0-1 0,-1 1-1,1-1 1,0 1 0,1-1 0,-1 0 0,0 1-1,2 3 1,-1 3-9,0 11-109,0-1 0,1 0 0,7 22 0,-5-19 55,-2-5 12,0 1 1,-2-1-1,-1 23 1,0-4 41,1-34-1,0 0 0,0-1 0,0 1-1,0-1 1,-1 1 0,1-1 0,0 1 0,-1-1-1,1 1 1,-1-1 0,1 0 0,-1 1 0,0-1-1,0 0 1,0 1 0,0-1 0,0 0 0,0 0-1,0 0 1,0 0 0,0 0 0,0 0-1,-1 0 1,1 0 0,0 0 0,-1 0 0,1-1-1,0 1 1,-1-1 0,1 1 0,-1-1 0,1 0-1,-1 1 1,1-1 0,-1 0 0,1 0 0,-1 0-1,0 0 1,1 0 0,-1 0 0,-2-1 0,3 0-25,0 1 0,0-1 0,1 0 1,-1 0-1,0 1 0,0-1 1,1 0-1,-1 0 0,0 0 0,1 0 1,-1 0-1,1 0 0,-1 0 1,1 0-1,-1 0 0,1 0 1,0 0-1,0 0 0,-1 0 0,1 0 1,0 0-1,0 0 0,0-2 1,-1-31-321,1 27 222,1-7 18,1 1 0,0 0 1,1 0-1,0 1 1,1-1-1,0 1 0,1-1 1,1 1-1,0 1 0,0-1 1,1 1-1,1 0 1,12-14-1,15-14-36,1 1 0,42-32-1,-60 54 134,402-390-4334,-399 382 3855,-1 0 0,20-35-1,-34 50 701,-1 0 1,-1-1-1,1 0 0,-1 1 0,-1-2 1,0 1-1,-1 0 0,1 0 0,-2-1 1,1-11-1,-2 22-175,0 0 1,0 0 0,0 0-1,0-1 1,0 1 0,0 0-1,0 0 1,0 0 0,0 0-1,0-1 1,0 1-1,0 0 1,0 0 0,0 0-1,0-1 1,-1 1 0,1 0-1,0 0 1,0 0 0,0 0-1,0 0 1,0-1-1,0 1 1,-1 0 0,1 0-1,0 0 1,0 0 0,0 0-1,0 0 1,-1 0 0,1-1-1,0 1 1,0 0 0,0 0-1,-1 0 1,1 0-1,0 0 1,0 0 0,0 0-1,-1 0 1,1 0 0,0 0-1,0 0 1,0 0 0,-1 0-1,1 0 1,0 0-1,0 1 1,-8-1 190,0 1-1,1 0 0,-1 0 1,1 1-1,-1 0 0,1 0 1,0 1-1,0 0 1,0 0-1,0 1 0,0 0 1,1 0-1,0 0 1,-1 1-1,-8 9 0,-5 5 180,0 1-1,2 1 0,-19 27 1,16-17-53,1 1 0,2 0-1,-22 55 1,-26 106 288,6-16-393,55-163-245,-3 4 1,1 1 0,0-1 0,2 1 0,0 0 0,1 0 1,-1 22-1,32-40-5,-16-2 19,0 0 1,0-1 0,-1 0-1,1-1 1,0 0 0,-1-1-1,15-7 1,69-41 57,-87 48-59,3-3 254,-10 7-231,0 0 0,0 0 1,0 0-1,0 1 0,0-1 1,0 0-1,0 0 0,0 0 1,1 0-1,-1 0 0,0 0 1,0 1-1,0-1 0,0 0 1,0 0-1,0 0 0,0 0 1,0 0-1,0 0 0,0 0 1,0 0-1,0 1 0,1-1 1,-1 0-1,0 0 0,0 0 1,0 0-1,0 0 0,0 0 1,0 0-1,1 0 0,-1 0 1,0 0-1,0 0 0,0 0 1,0 0-1,0 0 0,0 0 1,1 0-1,-1 0 0,0 0 1,0 0-1,0 0 0,0 0 1,0 0-1,0 0 0,1 0 1,-1 0-1,0 0 0,0 0 1,0 0-1,0 0 0,0 0 1,0-1-1,0 1 0,1 0 1,0 12-91,2 10-120,10 41 772,-11-59-1232,-1 0-1,1 0 0,0-1 0,0 1 0,0-1 0,0 1 0,1-1 0,2 3 0,2-2-5608</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8.781"/>
    </inkml:context>
    <inkml:brush xml:id="br0">
      <inkml:brushProperty name="width" value="0.025" units="cm"/>
      <inkml:brushProperty name="height" value="0.025" units="cm"/>
    </inkml:brush>
  </inkml:definitions>
  <inkml:trace contextRef="#ctx0" brushRef="#br0">334 0 10234,'0'0'8714,"-44"180"-8114,18-100-256,-6 3-112,6-2-160,-6-11-72,6-2 0,-6-14-320,-13 4-1744,13-16-1929,-6-14-3281</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9.326"/>
    </inkml:context>
    <inkml:brush xml:id="br0">
      <inkml:brushProperty name="width" value="0.025" units="cm"/>
      <inkml:brushProperty name="height" value="0.025" units="cm"/>
    </inkml:brush>
  </inkml:definitions>
  <inkml:trace contextRef="#ctx0" brushRef="#br0">1 656 6633,'0'0'4720,"35"-19"-1903,386-193 1360,-358 181-3906,226-116 295,-222 109-522,-1-4-1,67-54 1,-131 94-23,1 0 39,1-1 0,0 1 0,-1-1 0,0 0 1,1 0-1,-1-1 0,0 1 0,-1 0 0,1-1 1,-1 0-1,1 0 0,-1 1 0,0-1 0,0-1 1,-1 1-1,2-4 0,-4 7-14,0 0-1,0 1 1,1-1 0,-1 0-1,0 1 1,0 0 0,0-1-1,0 1 1,0-1-1,0 1 1,0 0 0,0 0-1,0-1 1,0 1 0,0 0-1,0 0 1,0 0 0,0 0-1,0 0 1,0 1 0,0-1-1,-2 1 1,-2-1 62,-10 1-82,0 1 1,0 0-1,1 1 1,-1 1-1,1 0 1,-1 1-1,1 1 1,1 0 0,-18 11-1,-116 82 21,132-88-35,-22 17 15,2 1 0,0 1 1,-35 42-1,56-55-13,0 1 0,1 0 0,1 1-1,1 0 1,0 0 0,2 1 0,0 1-1,-10 35 1,16-37-5,0 1-1,2 0 1,1 35 0,0-29-8,0-25 1,1 0-1,-1 0 1,1-1 0,-1 1-1,1-1 1,0 1 0,-1-1-1,1 1 1,0-1 0,-1 1-1,1-1 1,0 1 0,-1-1 0,1 0-1,0 0 1,0 1 0,0-1-1,-1 0 1,1 0 0,0 0-1,0 0 1,0 0 0,-1 0-1,1 0 1,0 0 0,0 0-1,0 0 1,0 0 0,-1 0-1,3-1 1,1 0 21,5 1-4,1-2 1,-1 0-1,1 0 1,-1 0-1,1-1 0,-1-1 1,0 0-1,0 0 1,11-8-1,-3 2 17,0-2 0,-1 0 0,25-23 0,-40 34 28,-2 29-256,0-16 201,1 0 0,0 1 0,3 17 0,-2-27-67,-1 0 0,1 0-1,0 0 1,0 0 0,0 0-1,0-1 1,0 1 0,1 0-1,-1-1 1,1 1 0,0-1-1,0 1 1,0-1 0,0 0-1,0 0 1,0 0 0,1 0-1,-1 0 1,4 1 0,2 1-712,0 0 1,1-1 0,-1 0 0,1-1 0,0 0 0,0 0-1,12 1 1,23-2-6804</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39.746"/>
    </inkml:context>
    <inkml:brush xml:id="br0">
      <inkml:brushProperty name="width" value="0.025" units="cm"/>
      <inkml:brushProperty name="height" value="0.025" units="cm"/>
    </inkml:brush>
  </inkml:definitions>
  <inkml:trace contextRef="#ctx0" brushRef="#br0">0 65 7090,'0'0'7827,"10"6"-7019,0-1-518,1 0 0,0 0 0,0-1 0,0 0 0,16 2 0,-23-5-217,0 0-1,0 0 0,0 0 0,0-1 0,0 0 0,0 0 1,1 0-1,-1 0 0,0-1 0,0 1 0,0-1 1,0 0-1,0 0 0,0-1 0,-1 1 0,1-1 0,0 0 1,-1 0-1,1 0 0,-1 0 0,1-1 0,3-4 0,-6 6-63,0 0 0,0 0 0,-1-1 0,1 1 0,0-1 0,-1 1 0,1-1 0,-1 1 0,0-1 0,0 1 0,1-1 0,-1 1 0,0-1 0,0 1-1,0-1 1,-1 1 0,1-1 0,0 1 0,-1-1 0,1 1 0,-1-1 0,1 1 0,-1-1 0,1 1 0,-1 0 0,0-1 0,0 1 0,0 0 0,0 0-1,0-1 1,0 1 0,0 0 0,0 0 0,0 0 0,-1 0 0,1 1 0,0-1 0,0 0 0,-1 0 0,-1 0 0,-3-2 220,1 0 0,0 0-1,-1 0 1,0 1 0,1 0 0,-1 0 0,0 0 0,0 1 0,-8-1 0,13 2-184,0 0 0,0 0 0,-1 0 0,1 0 0,0 0 1,0 0-1,0 0 0,0 0 0,-1 0 0,1 1 1,0-1-1,0 1 0,0-1 0,0 0 0,0 1 0,0 0 1,0-1-1,0 1 0,0 0 0,0-1 0,0 1 0,0 0 1,1 0-1,-1 0 0,0 0 0,0 1 0,-2 32 363,3-19-351,0-10-121,0-1 0,1 0 0,-1 1 1,1-1-1,0 1 0,0-1 0,1 0 0,-1 0 0,1 1 0,0-1 1,0 0-1,0-1 0,0 1 0,1 0 0,0-1 0,0 1 0,0-1 1,0 0-1,0 0 0,1 0 0,-1 0 0,1 0 0,0-1 0,0 0 1,4 2-1,15 8-3379,46 17 0,-24-13-3858</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0.005"/>
    </inkml:context>
    <inkml:brush xml:id="br0">
      <inkml:brushProperty name="width" value="0.025" units="cm"/>
      <inkml:brushProperty name="height" value="0.025" units="cm"/>
    </inkml:brush>
  </inkml:definitions>
  <inkml:trace contextRef="#ctx0" brushRef="#br0">283 1 13899,'0'0'8826,"-96"173"-7826,83-106-272,0 4-80,0 9-144,1-6-271,5 3-153,-6-13-40,0-9-40,-6-10-361,6-13-775,1-16-824,-14-16-1777,7 0-1376,6-16-5705</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0.270"/>
    </inkml:context>
    <inkml:brush xml:id="br0">
      <inkml:brushProperty name="width" value="0.025" units="cm"/>
      <inkml:brushProperty name="height" value="0.025" units="cm"/>
    </inkml:brush>
  </inkml:definitions>
  <inkml:trace contextRef="#ctx0" brushRef="#br0">1 12 9338,'0'0'12628,"26"-3"-11804,81-5-20,-105 8-776,-1 0 1,0 0-1,0 0 0,1 0 0,-1 0 0,0 1 0,0-1 0,0 0 0,1 1 0,-1-1 0,0 1 0,0 0 1,0-1-1,0 1 0,0 0 0,0-1 0,0 1 0,0 0 0,0 0 0,0 0 0,-1 0 0,1 0 0,0 0 1,0 0-1,-1 0 0,1 0 0,-1 1 0,1-1 0,-1 0 0,0 0 0,1 0 0,-1 1 0,0-1 0,0 0 0,0 0 1,0 2-1,0 1 78,0 0 0,0 0 1,0 1-1,-1-1 0,0 0 1,0 0-1,-2 5 0,1-5-61,-1 0 0,1 0 0,-1 0 0,0 0 0,0-1 0,0 1 0,-1-1-1,1 0 1,-1 0 0,0 0 0,1-1 0,-1 1 0,0-1 0,-1 0 0,-7 3 0,2-2-124,1 0 0,-1 0 0,0-1 0,0 0 1,1-1-1,-14 1 0,21-2-988,12-11-4509,17 0 1501,-24 10 2970,28-12-4289</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0.878"/>
    </inkml:context>
    <inkml:brush xml:id="br0">
      <inkml:brushProperty name="width" value="0.025" units="cm"/>
      <inkml:brushProperty name="height" value="0.025" units="cm"/>
    </inkml:brush>
  </inkml:definitions>
  <inkml:trace contextRef="#ctx0" brushRef="#br0">0 184 1344,'0'0'18005,"11"10"-16165,31 34-261,-40-42-1420,0 1 1,0-1 0,-1 1-1,0 0 1,1 0 0,-1 0-1,0 0 1,-1 0 0,1 0-1,0 0 1,-1 0 0,0 0-1,1 0 1,-1 0 0,-1 0-1,1 0 1,0 0 0,-2 4-1,1 8 428,1-15-468,-1 0-107,0-1-1,1 1 1,-1-1-1,0 1 1,0-1-1,1 1 1,-1-1-1,0 1 1,1-1 0,-1 0-1,0 1 1,1-1-1,-1 0 1,1 0-1,-1 0 1,1 1-1,0-1 1,-1 0 0,1 0-1,-1-1 1,-2-10-43,0 0 0,1 0 1,1 0-1,0-1 0,0 1 1,1 0-1,1-1 0,0 1 1,0 0-1,1-1 0,1 1 1,0 0-1,1 1 0,0-1 1,1 0-1,0 1 0,1 0 1,9-13-1,-13 21-100,1-1 1,0 1-1,0 0 0,0 0 1,0 0-1,0 1 0,1-1 1,-1 1-1,1 0 0,0 0 1,-1 0-1,1 0 0,8-2 1,-2 3-1082,0 0-1,1 0 1,-1 1 0,19 1 0,-11 2-68,1 0 0,-1 1 0,23 9-1,-19-7 650,44 9 1,-66-15 780,1 0 0,-1 0 0,1 0 0,-1 0 0,1 0 0,-1 0 0,1 1 0,-1-1 0,1 0 0,-1 0 0,1 0 1,-1 0-1,1 1 0,-1-1 0,0 0 0,1 0 0,-1 1 0,1-1 0,-1 0 0,0 1 0,1-1 0,-1 1 0,0-1 0,1 0 1,-1 1-1,0-1 0,0 1 0,1-1 0,-1 1 0,0-1 0,0 1 0,0-1 0,0 1 0,0-1 0,0 1 0,0-1 1,0 1-1,0-1 0,0 1 0,0-1 0,0 1 0,0-1 0,0 1 0,0-1 0,0 0 0,0 1 0,-1-1 0,1 1 1,0-1-1,0 1 0,0-1 0,-1 1 0,-23 33 2078,6-9-1475,16-18-663,0 0 1,1 0-1,0 0 0,0 0 0,1 0 0,0 8 1,0-8-51,1-6-37,-1 0 0,0-1 0,0 1 0,1 0 0,-1 0 0,0 0 0,1-1 0,-1 1 0,1 0 0,-1-1 0,1 1 0,0 0 0,-1-1 0,1 1 0,-1-1 0,1 1 0,0-1 0,0 1-1,-1-1 1,1 1 0,0-1 0,0 0 0,0 1 0,-1-1 0,1 0 0,0 0 0,0 1 0,0-1 0,0 0 0,0 0 0,1 0 0,37 0 128,-28 0-74,-4 0-46,1-1 1,-1 1-1,0-1 1,0-1-1,1 0 0,-1 0 1,0 0-1,-1-1 0,1 0 1,0 0-1,-1 0 0,0-1 1,9-7-1,-11 8-6,0 0 0,-1 0 0,0-1 0,0 1 1,0-1-1,0 0 0,-1 0 0,1 0 0,-1 0 0,0 0 0,0-1 0,0 1 0,-1-1 0,0 1 0,0-1 1,0 1-1,0-1 0,-1 0 0,1 1 0,-1-1 0,-1 0 0,0-5 0,0 6-30,0 1 0,0-1 0,-1 0-1,1 1 1,-1 0 0,0-1 0,0 1 0,0 0-1,-1 0 1,1 0 0,-1 0 0,0 0 0,1 1-1,-1-1 1,-1 1 0,1 0 0,0 0 0,0 0-1,-1 0 1,1 0 0,-1 1 0,1 0 0,-6-2-1,-4-1-228,-1 1-1,1 0 0,0 1 0,-1 0 0,-16 1 0,28 10-5764,2 1 137</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1.159"/>
    </inkml:context>
    <inkml:brush xml:id="br0">
      <inkml:brushProperty name="width" value="0.025" units="cm"/>
      <inkml:brushProperty name="height" value="0.025" units="cm"/>
    </inkml:brush>
  </inkml:definitions>
  <inkml:trace contextRef="#ctx0" brushRef="#br0">196 0 5209,'0'0'20152,"-13"3"-19641,5-1-439,2-1-36,0 1 0,0-1 0,0 1-1,1 0 1,-1 0 0,1 1-1,-1-1 1,1 1 0,0 0 0,0 1-1,0-1 1,1 1 0,-8 8-1,-3 5 90,1-1-44,1 0 1,-19 30 0,29-42-89,1 0 0,0 1 0,0-1 0,0 0 0,0 1 0,1 0 0,0-1 0,0 1 0,0 0 0,0-1 0,1 1 0,0 0 0,0 0 0,0-1 0,0 1 0,1 0 0,1 6 0,-1-10-18,0 0-1,0 0 1,0 0-1,0 0 1,0-1-1,1 1 0,-1 0 1,0-1-1,0 1 1,1-1-1,-1 0 1,0 1-1,0-1 1,1 0-1,-1 1 0,0-1 1,1 0-1,-1 0 1,0 0-1,1-1 1,-1 1-1,0 0 1,3-1-1,2 1-175,7 0-757,1 0 0,0-1 0,0-1 0,-1 0 0,1 0 1,-1-2-1,0 0 0,19-7 0,14-11-5533</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1.549"/>
    </inkml:context>
    <inkml:brush xml:id="br0">
      <inkml:brushProperty name="width" value="0.025" units="cm"/>
      <inkml:brushProperty name="height" value="0.025" units="cm"/>
    </inkml:brush>
  </inkml:definitions>
  <inkml:trace contextRef="#ctx0" brushRef="#br0">1 21 9282,'96'67'4012,"-77"-54"-737,90-8 882,0 0-3781,-107-5-371,-1-1 0,0 1 0,0-1 1,1 1-1,-1-1 0,0 0 0,0 1 0,0-1 1,0 0-1,0 0 0,0 0 0,0 0 0,0 0 1,0 0-1,0 0 0,-1 0 0,1 0 0,0 0 1,-1 0-1,1-1 0,0 1 0,-1 0 0,0 0 1,1-1-1,-1 1 0,0 0 0,0-1 0,1 1 1,-1 0-1,0-1 0,0 1 0,-1 0 0,1-1 1,0 1-1,0 0 0,-1-2 0,1 0-2,0 0 0,-1 1 0,1-1 0,-1 0 0,1 0-1,-1 1 1,0-1 0,0 0 0,0 1 0,0-1 0,-1 1 0,1 0-1,-1-1 1,1 1 0,-1 0 0,0 0 0,0 0 0,-3-3 0,-3 1 60,-1 1 0,1 0 0,-1 0 0,0 1 0,1 0 1,-1 1-1,0-1 0,0 2 0,0-1 0,-1 2 0,1-1 1,0 1-1,0 0 0,0 1 0,-14 4 0,18-5 8,1 1 0,-1 0 0,0 1 0,0-1-1,1 1 1,-1-1 0,1 1 0,0 1 0,0-1 0,0 1-1,0-1 1,1 1 0,0 0 0,-1 0 0,1 1-1,1-1 1,-1 1 0,1-1 0,-1 1 0,1 0 0,1 0-1,-1 0 1,1 0 0,0 0 0,0 0 0,0 0 0,1 1-1,-1 4 1,2-8-72,-1 1 0,1-1 0,-1 0 0,1 0 0,0 0 0,0 1 0,0-1 0,0 0 0,0 0-1,0 0 1,1-1 0,-1 1 0,1 0 0,-1 0 0,1-1 0,0 1 0,-1-1 0,1 1 0,0-1 0,0 0 0,0 0 0,0 0-1,0 0 1,0 0 0,1 0 0,-1-1 0,0 1 0,4 0 0,10 3-445,1-1-1,31 2 1,-38-5 1,74 5-3877,-38-3-594,7 2-4547</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1.919"/>
    </inkml:context>
    <inkml:brush xml:id="br0">
      <inkml:brushProperty name="width" value="0.025" units="cm"/>
      <inkml:brushProperty name="height" value="0.025" units="cm"/>
    </inkml:brush>
  </inkml:definitions>
  <inkml:trace contextRef="#ctx0" brushRef="#br0">347 71 8754,'0'0'14492,"-14"-11"-13325,-47-34-337,58 43-777,-1 0 1,0 0 0,0 0-1,0 1 1,0-1-1,0 1 1,0 0 0,0 0-1,0 1 1,-1-1-1,1 1 1,0 0 0,0 0-1,0 0 1,-1 1-1,1 0 1,0-1 0,0 2-1,0-1 1,0 0-1,0 1 1,0-1 0,0 1-1,1 0 1,-6 4-1,8-2-69,0 0-1,0-1 0,0 1 1,1 0-1,0 0 0,0 0 1,0 0-1,0 0 0,0 0 1,1 0-1,-1 0 0,1 0 1,0-1-1,0 1 0,1 0 1,-1-1-1,1 1 0,0-1 1,3 5-1,0-2-179,1 0 0,-1 1 1,-1-1-1,1 1 0,-1 0 0,-1 0 1,7 15-1,-10-20 169,1 0 0,0 0 0,-1 0-1,0 0 1,1 0 0,-1 0 0,0 0 0,0 1 0,0-1-1,-1 0 1,1 0 0,0 0 0,-1 0 0,1 0 0,-1 0 0,0 0-1,0-1 1,0 1 0,0 0 0,0 0 0,0 0 0,0-1 0,0 1-1,-1-1 1,1 1 0,0-1 0,-1 1 0,0-1 0,1 0 0,-1 0-1,0 0 1,0 0 0,1 0 0,-1 0 0,-2 1 0,-18 6-29,0 0 0,-44 9 0,-8-9-3669,72-8 1055</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2.308"/>
    </inkml:context>
    <inkml:brush xml:id="br0">
      <inkml:brushProperty name="width" value="0.025" units="cm"/>
      <inkml:brushProperty name="height" value="0.025" units="cm"/>
    </inkml:brush>
  </inkml:definitions>
  <inkml:trace contextRef="#ctx0" brushRef="#br0">257 1 10610,'0'0'13609,"-31"5"-13300,-97 19-30,123-23-266,0 0 1,-1 0 0,1 1 0,0 0-1,0 0 1,1 0 0,-1 1-1,0-1 1,1 1 0,-1 0 0,1 1-1,-6 4 1,9-6-18,0-1 0,0 1 0,0 0 0,0-1 0,0 1 0,0 0 1,0 0-1,0-1 0,1 1 0,-1 0 0,1 0 0,-1 0 0,1 0 0,0 0 0,0 0 0,0 0 0,0 0 0,0 0 0,0 0 0,0 0 1,1 0-1,0 3 0,1-2-24,1-1 1,0 1-1,0 0 1,0-1 0,0 1-1,0-1 1,0 0 0,0 0-1,1 0 1,-1-1-1,1 1 1,-1-1 0,1 0-1,0 0 1,4 1-1,12 5-165,-13-4 118,4 1-58,-1 1 0,1 0 0,-1 1-1,13 9 1,-20-12 118,-1-1-1,1 0 1,-1 1-1,0-1 1,1 1 0,-1 0-1,0 0 1,-1 0 0,1 0-1,-1 0 1,1 0-1,-1 1 1,0-1 0,0 0-1,0 1 1,0-1-1,-1 1 1,0-1 0,1 5-1,-1-4 47,0 0 0,0 1 1,-1-1-1,1 0 0,-1 0 0,0 1 0,0-1 0,0 0 0,-1 0 0,1 0 0,-1 0 0,0-1 1,-3 6-1,0-4 44,0 0 0,-1 0 0,1 0 1,-1 0-1,0-1 0,0 0 1,-10 5-1,1-1-54,-1 0 1,1-2 0,-27 9-1,4-10-2680,37-14-5841</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18:42.496"/>
    </inkml:context>
    <inkml:brush xml:id="br0">
      <inkml:brushProperty name="width" value="0.025" units="cm"/>
      <inkml:brushProperty name="height" value="0.025" units="cm"/>
    </inkml:brush>
  </inkml:definitions>
  <inkml:trace contextRef="#ctx0" brushRef="#br0">1 0 9178,'0'0'20660,"32"16"-20556,-32-13-104,6 1-336</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1.336"/>
    </inkml:context>
    <inkml:brush xml:id="br0">
      <inkml:brushProperty name="width" value="0.025" units="cm"/>
      <inkml:brushProperty name="height" value="0.025" units="cm"/>
    </inkml:brush>
  </inkml:definitions>
  <inkml:trace contextRef="#ctx0" brushRef="#br0">639 1 1880,'0'0'6196,"7"0"-4898,-3 0-2411,15 0 4839,-11 0 699,-21 0-2314,4 0-1995,2 1 0,-1 1 0,0 0-1,1 0 1,-1 0 0,0 0 0,1 1 0,0 0 0,-14 9 0,-6 6-26,-26 22 0,36-27 12,-41 32 122,3 2 0,1 3 1,-68 81-1,102-105-197,1 0 1,1 2-1,1-1 1,1 2-1,2 1 1,1-1-1,0 2 1,3 0-1,1 1 1,-6 37-1,12-50-16,1 1 0,0 22 0,2-38-10,0-1 1,0 1-1,1 0 0,-1 1 1,1-1-1,0-1 0,0 1 1,0 0-1,1-1 1,-1 1-1,1 0 0,0-1 1,0 0-1,0 1 0,0-1 1,0 0-1,5 5 1,2-3 29,0 1 0,1-1 1,-2 0-1,3-1 0,-2 0 1,1-1-1,0 0 0,1 0 1,-1-1-1,0 0 0,0-2 1,1 1-1,16-2 0,-26 1-10,0 0-1,0 0 0,0 0 1,0-1-1,0 1 0,0-1 1,0 0-1,1 1 0,-1-1 1,0 0-1,0 0 0,0 0 1,0 0-1,0 0 0,0 0 1,-1 0-1,1 0 0,0 0 1,-1 0-1,1 0 0,0 0 1,-1-1-1,1 1 0,-1 0 1,0 0-1,1 0 1,-1 0-1,0 0 0,0-1 1,0 1-1,0-3 0,1-51 499,-2 39-392,0 7-68,-1-1 1,-1 1-1,1 0 1,-2 0-1,1 0 1,-1 0-1,0 1 1,-1-1-1,-9-13 1,-4-7 230,16 25-226,1 0 1,-2 0-1,1 0 0,-1 0 0,0 2 1,0-2-1,0 1 0,0 0 0,0 0 1,0 0-1,-1 0 0,0 2 0,0-2 1,1 1-1,-1 0 0,-5-2 0,-1 2-19,-1-1 1,0 2-1,0 0 0,1 0 0,-15 1 0,-1 0-1521,61 0-2959,-17 0-191</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3.132"/>
    </inkml:context>
    <inkml:brush xml:id="br0">
      <inkml:brushProperty name="width" value="0.025" units="cm"/>
      <inkml:brushProperty name="height" value="0.025" units="cm"/>
    </inkml:brush>
  </inkml:definitions>
  <inkml:trace contextRef="#ctx0" brushRef="#br0">0 61 1200,'0'0'14081,"24"10"-13333,73 34-241,-92-42-458,-1-1 1,1 2 0,-2-1 0,1 1 0,0 0 0,-1 1 0,1-1 0,0 0 0,-2 0 0,1 1 0,0 0 0,0 0 0,0 0 0,-1-1 0,3 8 0,-3-4 94,-1 0 1,1 1-1,0-1 0,-1 0 0,-1 1 1,0 10-1,1-7 98,0 12 234,0 2 247,-2 35 0,0-53-546,1-1-1,-2 1 0,1-1 1,-1 0-1,1 1 1,-1-2-1,-1 2 1,1-1-1,-1-1 1,-6 9-1,9-13-136,0-1 0,-1 0 0,1 1 0,0-1 0,0 0 0,-1 1 0,1-1 0,0 1 0,0-1 0,-1 0 0,1 0 0,0 1 0,0-1 0,0 0 0,-1 0 0,1 1 0,0-1 0,-1 0 0,1 0 0,-1 0 0,1 0 0,-1 0 0,1 1 0,0-1 0,-1 0 0,1 0 0,-1 0 0,1 0 0,-1 0 0,1 0 0,-1 0 0,1-1 0,-9-11 446,4-18-229,3 11-178,1 2-1,0-1 1,2 0-1,3-30 0,-2 37-77,1-1-1,1 1 1,0-1-1,1 2 1,-1-1-1,1 1 0,1-1 1,8-10-1,-3 7-64,0 1-1,1-1 1,0 2-1,1 0 0,0 1 1,0-1-1,2 2 1,-1 0-1,1 2 0,0-1 1,2 2-1,-1 0 1,0 1-1,0 0 0,28-4 1,-43 9 62,1 1 0,0-1 1,0 1-1,0 0 0,-1 0 1,1 0-1,0 0 0,0 0 1,0 0-1,-1 0 0,0 1 0,1-1 1,0 1-1,0-1 0,-1 1 1,1 0-1,0-1 0,-1 1 1,1 0-1,-1 0 0,1 0 1,-1 0-1,1 1 0,-1-1 0,1 3 22,0 0 0,-1 0-1,1-1 1,-1 1-1,0-1 1,0 1 0,-1 0-1,1 7 1,1 3 100,26 188 2412,-8-114-2755,-20-86 59,0 0 1,1 0-1,-1 0 1,1 0-1,-1 0 1,0 0-1,1-1 0,0 0 1,0 1-1,0 0 1,0-1-1,0 1 1,0-1-1,1 1 0,-1-1 1,1 1-1,-1-1 1,1 0-1,2 2 0,21 3-6780,-9-6-3686</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3.418"/>
    </inkml:context>
    <inkml:brush xml:id="br0">
      <inkml:brushProperty name="width" value="0.025" units="cm"/>
      <inkml:brushProperty name="height" value="0.025" units="cm"/>
    </inkml:brush>
  </inkml:definitions>
  <inkml:trace contextRef="#ctx0" brushRef="#br0">1 1 2529,'0'0'14231,"23"1"-13247,156 1 241,-146-3-1076,-23-1-154,2 2 0,-2 0-1,2 0 1,16 4 0,-27-4-44,-1 0 0,0 0 0,0 0-1,0 0 1,0 0 0,0 0 0,0 1 0,0-1-1,0 0 1,1 0 0,-1 0 0,0 1 0,0-1-1,0 0 1,0 0 0,0 0 0,0 1 0,0-1 0,1 0-1,-1 0 1,0 1 0,0-1 0,0 0 0,0 0-1,0 1 1,0-1 0,0 0 0,0 0 0,0 1 0,0-1-1,0 0 1,0 0 0,-1 0 0,1 1 0,0-1-1,0 0 1,0 0 0,0 0 0,0 0 0,0 0-1,0 0 1,-1 0 0,1 0 0,0 1 0,0-1 0,0 0-1,0 0 1,0 0 0,0 0 0,0 1 0,0-1-1,-1 0 1,1 0 0,0 0 0,0 0 0,-1 0 0,-12 10-2956,-11-1-1973</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3.655"/>
    </inkml:context>
    <inkml:brush xml:id="br0">
      <inkml:brushProperty name="width" value="0.025" units="cm"/>
      <inkml:brushProperty name="height" value="0.025" units="cm"/>
    </inkml:brush>
  </inkml:definitions>
  <inkml:trace contextRef="#ctx0" brushRef="#br0">0 1 3393,'0'0'9474,"148"6"-7322,-106-6-79,-5 0-545,-2 0-560,-5 0-312,-7 0-360,-3 0-184,-5 0-112,-4 3-88,-6-3-960</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4.688"/>
    </inkml:context>
    <inkml:brush xml:id="br0">
      <inkml:brushProperty name="width" value="0.025" units="cm"/>
      <inkml:brushProperty name="height" value="0.025" units="cm"/>
    </inkml:brush>
  </inkml:definitions>
  <inkml:trace contextRef="#ctx0" brushRef="#br0">241 40 2561,'0'0'8428,"17"4"-6820,56 9-51,-70-12-1401,1-1 1,-1 1 0,0-1-1,0 0 1,1-1 0,-2 1-1,1 0 1,0-1-1,1 0 1,-1 0 0,0 0-1,0 0 1,3-2 0,-5 3 39,1-1 1,-1 0-1,0 0 0,0 0 1,0 0-1,0 0 1,0 0-1,0 0 1,0 0-1,-1-1 1,1 1-1,0 0 0,-1 0 1,1-1-1,0 1 1,-1 0-1,0 0 1,0 0-1,0-1 1,0 1-1,0-3 0,0 3-157,0 1 0,0-1 0,0 0-1,-1 0 1,1 0 0,-1 0-1,1 1 1,-1-1 0,1 0-1,-1 1 1,0-1 0,0 0 0,1 1-1,-1-1 1,0 1 0,0-1-1,1 1 1,-1 0 0,0 0-1,0 0 1,0-1 0,0 1 0,0 0-1,0 0 1,0 0 0,-1-1-1,-28-4 115,26 5-100,-152-4 433,104 5-357,42-2-98,1 1 0,-1 1-1,1 0 1,-1 0 0,0 1-1,-13 4 1,20-5-31,1 0-1,-1 0 1,1 1-1,-1-1 1,1 1-1,0 0 0,0 0 1,0-1-1,0 1 1,0 1-1,1-1 1,-1-1-1,0 1 1,1 1-1,-1-1 1,1 1-1,0-1 1,0 1-1,0 0 1,0-1-1,0 0 0,0 1 1,1 0-1,0 0 1,0-1-1,0 1 1,0 4-1,0-1-1,1 1-1,0-1 1,0-1 0,1 1-1,0 1 1,0-2 0,0 1-1,1-1 1,0 1 0,0-1-1,-1 0 1,2 0-1,4 5 1,9 10 23,35 31 0,-29-30-24,54 50-36,-46-44-114,0 0-1,-2 2 0,-2 2 0,40 54 1,-65-83 130,0 1 0,0 0 1,-1 0-1,1 1 1,-1-1-1,0 0 0,0-1 1,0 2-1,0-1 0,-1 0 1,1 1-1,-1-1 0,0 0 1,0 4-1,-1-6 16,1 1 0,-1 0-1,1 0 1,-1-1 0,0 1 0,0 0-1,0-1 1,0 0 0,0 0 0,0 1-1,-1-1 1,1 1 0,0-1 0,-1 0-1,1 0 1,-1 0 0,1 0 0,-1 0-1,1 0 1,0 0 0,-1 0 0,0-1-1,0 1 1,0 0 0,-1-1 0,-34 7 62,-1-1 0,0-1 0,0-2 0,-51-4 0,52 1-44,31 0-2,1 0 0,-1 0 0,1-1 1,-1 1-1,1-2 0,-1 1 0,1 0 0,-1-1 0,2 0 0,-12-5 0,14 5-5,-1 0 1,1 0-1,-1-1 0,1 1 0,0-1 1,-1 1-1,1-1 0,0 0 1,1 1-1,0-1 0,-1 0 0,1 0 1,0 0-1,-1 0 0,1-1 1,1 2-1,-1-1 0,0-1 0,0-6 1,1 4 0,0-2 0,1 0 0,-1 2 0,1-2 0,1 0 1,-1 2-1,1-2 0,1 1 0,-2 1 0,2-2 0,0 1 0,1 2 1,0-2-1,0 0 0,8-9 0,6-4 36,0 1 0,43-34-1,-39 34-26,41-27 46,-40 29 56,-1 1-1,34-35 1,-54 50-50,0-2 1,-1 0-1,1 1 1,-1-1-1,1 0 0,-1 0 1,0 0-1,0 1 0,0-1 1,0 0-1,0 0 0,-1-1 1,1 1-1,-1 0 0,0 1 1,0-1-1,0-1 0,0 1 1,-1 0-1,1 0 0,-1 0 1,0 0-1,0 0 0,0 0 1,-2-4-1,-1 0 64,2 1-1,-2-1 0,-1 0 1,1 2-1,-1-2 1,0 1-1,0 1 1,-10-10-1,11 13-39,0-1 1,1 2-1,-1-1 0,1 0 1,-1 0-1,0 0 0,0 1 1,0-1-1,0 1 0,0 0 1,0 0-1,0 1 0,-1 0 1,-3-1-1,7 5-470,0-1 0,1 1 1,-1-1-1,1 0 0,0 0 0,0 1 1,0 0-1,1 5 0,3 1-5085,5-5-4821</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4.844"/>
    </inkml:context>
    <inkml:brush xml:id="br0">
      <inkml:brushProperty name="width" value="0.025" units="cm"/>
      <inkml:brushProperty name="height" value="0.025" units="cm"/>
    </inkml:brush>
  </inkml:definitions>
  <inkml:trace contextRef="#ctx0" brushRef="#br0">1 67 4521,'0'0'6747,"3"-6"-5587,-2 4-1000,13-30 1503,-13 30-1266,0 0 0,-1-1 0,0 1 0,1 0 0,-1-1-1,0 2 1,0-1 0,0-1 0,-1-3 0,5 28-303,-1 1 0,-1-1 0,-1 25 0,1 11 157,9 133 886,-8-1 1,-26 232-1,20-396-1418,-2 12 725,4-12-8772</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5.796"/>
    </inkml:context>
    <inkml:brush xml:id="br0">
      <inkml:brushProperty name="width" value="0.025" units="cm"/>
      <inkml:brushProperty name="height" value="0.025" units="cm"/>
    </inkml:brush>
  </inkml:definitions>
  <inkml:trace contextRef="#ctx0" brushRef="#br0">128 32 2937,'0'0'10039,"0"-7"-8633,0-12-314,0 13-55,0 18-215,-1 7-406,0-1 0,-1 0 0,-1 0 0,-1 0 0,-9 27 0,-40 81-160,17-49-123,33-69-135,1-1 0,0 0 0,0 1 0,0 0 0,1 0 0,-1 0 0,1 12 0,2-19 1,-1 0 0,1 0 0,-1 0 0,1 0 0,0 0 0,-1 0 0,1 0 0,0 0 0,-1 0 1,1 0-1,0-1 0,0 0 0,0 1 0,0-1 0,-1 1 0,1 0 0,0-1 0,0 1 0,0-1 0,0 0 0,0 1 1,0-1-1,0 0 0,1 0 0,-1 0 0,0 1 0,0-1 0,0 0 0,2-1 0,41 3 4,-36-3 0,41 1 75,-1-2-1,69-12 0,-82 5-58,-25 6-14,1 1 0,-2 0 0,20-2 0,-28 4-26,-1-6-8614,-3 0 4218</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6.081"/>
    </inkml:context>
    <inkml:brush xml:id="br0">
      <inkml:brushProperty name="width" value="0.025" units="cm"/>
      <inkml:brushProperty name="height" value="0.025" units="cm"/>
    </inkml:brush>
  </inkml:definitions>
  <inkml:trace contextRef="#ctx0" brushRef="#br0">6 1 8890,'0'0'11294,"0"8"-10249,-1 299 1443,-3-99-7685,3-166 1880,1-9-1724</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8.664"/>
    </inkml:context>
    <inkml:brush xml:id="br0">
      <inkml:brushProperty name="width" value="0.025" units="cm"/>
      <inkml:brushProperty name="height" value="0.025" units="cm"/>
    </inkml:brush>
  </inkml:definitions>
  <inkml:trace contextRef="#ctx0" brushRef="#br0">0 80 3833,'0'0'9122,"7"-7"-7921,-4 2-1072,0 0 73,0 0 0,1 1 0,0-1 0,0 0 0,0 1 0,-1 0 0,2 1 0,0-1 0,0 1 0,-1-1-1,1 1 1,8-3 0,12 2 20,2 0 0,0 1 0,0 2 0,-1 1 1,34 4-1,-58-4-226,0 0 0,1 1 1,0-1-1,-1 1 0,1 0 1,0-1-1,-1 1 0,1 0 1,-2 1-1,1-2 0,1 1 1,-1 1-1,0-1 0,0 1 1,0 0-1,0 0 0,0 0 1,0 0-1,-1 0 0,0 0 1,1 0-1,-1 0 0,1 0 1,-1 0-1,0 1 0,0-1 1,0 1-1,-1 0 0,1-1 1,0 1-1,-1-1 0,1 5 1,-1 0 22,0 0 1,0 0 0,0 0 0,-1 0-1,0 0 1,0 0 0,-1-1 0,0 1-1,0 0 1,-1 0 0,-2 7 0,-14 17 83,-29 36 0,27-40-59,-32 59 0,51-85-46,1 1-1,1 0 1,-1 0 0,1 0-1,-1-1 1,1 0-1,-1 1 1,1 0 0,-1 0-1,1 0 1,0 1-1,0-1 1,0 0-1,0 0 1,0 0 0,0-1-1,1 1 1,0 3-1,0-4 8,-1 0 0,1 1 0,0-1 0,0 0 0,0 0 0,0 0 0,1 0 0,-1 0 0,0 0 0,1 0 0,-1 0 0,0-1 0,1 0 0,-1 1 0,1-1 0,0 1 0,-1-1 0,0 0 0,0 1-1,1-1 1,-1 0 0,3 0 0,297 7 722,-196-8-7772,-93 1-1117</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49.394"/>
    </inkml:context>
    <inkml:brush xml:id="br0">
      <inkml:brushProperty name="width" value="0.025" units="cm"/>
      <inkml:brushProperty name="height" value="0.025" units="cm"/>
    </inkml:brush>
  </inkml:definitions>
  <inkml:trace contextRef="#ctx0" brushRef="#br0">50 46 7634,'0'0'9554,"19"-8"-9077,63-19-138,-75 24-306,-2 1 0,2 1 0,0-1-1,-1 1 1,1 0 0,0 1 0,-1-1 0,1 1 0,0 1 0,8 1 0,-5-1-19,-7 0-15,0-1 0,0 1 1,0-1-1,0 1 0,0 0 0,0 0 0,0 1 1,-1-2-1,1 2 0,0-1 0,-1 1 0,1 0 1,0 0-1,-1 0 0,0 0 0,0 1 0,0-1 1,3 4-1,-2-1 5,-1 0 1,0-1-1,0 0 1,0 1-1,-1 0 1,1 0-1,-2 0 1,0-1 0,1 1-1,-1 10 1,0-12 32,-1 0 1,1 0 0,-1 0-1,0-1 1,0 1 0,0 0 0,-1-1-1,1 0 1,-1 1 0,0-1-1,0 1 1,0-1 0,0 0 0,0 1-1,0-1 1,0-1 0,0 0-1,-5 4 1,-53 30 325,46-29-313,-53 24 130,67-30-188,-1 1 1,1 0-1,-1-1 0,1 1 0,0-1 0,-1 1 1,1 0-1,0-1 0,-1 1 0,1-1 0,0 1 1,0-1-1,0 0 0,0 1 0,-1 0 1,1 0-1,0-1 0,0 1 0,0 0 0,0-1 1,1 1-1,-1 0 0,0-1 0,0 1 0,0 0 1,0-1-1,1 1 0,-1 0 0,0-1 0,1 1 1,0 0-1,6 8 8,2 0-1,0 0 1,-1-2 0,16 11 0,24 23-4,-43-35-11,-1 0 1,1 0 0,0-1 0,-1 1-1,0 1 1,-1 0 0,0-1 0,0 1-1,0 0 1,-1-1 0,0 2 0,0-1 0,0 0-1,-1 1 1,-1-1 0,0 0 0,0 13-1,0-18 14,0 1-1,0 0 0,0-1 0,-1 1 0,1-1 0,-1 0 0,0 0 0,0 0 0,0 1 1,0-1-1,0 0 0,-1 0 0,1 0 0,-1 0 0,1 0 0,-4 3 0,1-1 47,0-1-1,-1 1 0,0-1 0,0 0 0,1-1 0,-1 0 0,-7 3 0,-5 1 325,-1-1 0,0-2 0,-29 4 0,-57-3 1316,85-5-1339,19 1-348,0 0 1,0 0 0,0 0-1,0 0 1,0 0-1,0 0 1,0 0-1,0 0 1,0 0-1,0 0 1,0 0-1,0 0 1,0 0 0,0-1-1,0 1 1,0 0-1,0 0 1,0 0-1,1 0 1,-1 0-1,0 0 1,0 0-1,0 0 1,0 0 0,0-1-1,-1 1 1,1 0-1,0 0 1,0 0-1,0 0 1,0 0-1,0 0 1,0 0-1,0 0 1,0 0 0,0 0-1,0-1 1,0 1-1,0 0 1,0 0-1,0 0 1,0 0-1,0 0 1,0 0-1,0 0 1,-1 0 0,1 0-1,0 0 1,0 0-1,0 0 1,0 0-1,0 0 1,0 0-1,0 0 1,0 0-1,0 0 1,0 0 0,-1 0-1,1 0 1,0 0-1,0 0 1,0 0-1,0 0 1,0 0-1,9-5-554,54 0-4302,-30 2-1576</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1.612"/>
    </inkml:context>
    <inkml:brush xml:id="br0">
      <inkml:brushProperty name="width" value="0.025" units="cm"/>
      <inkml:brushProperty name="height" value="0.025" units="cm"/>
    </inkml:brush>
  </inkml:definitions>
  <inkml:trace contextRef="#ctx0" brushRef="#br0">184 1 4729,'0'0'12485,"-2"18"-10100,-2-4-2180,-2-1 1,0-1 0,-1 2-1,1-2 1,-2 0-1,0 0 1,-1-2 0,-15 17-1,13-13-98,-1-1 0,2 1 0,0 1 0,-15 29-1,23-42-104,1 1 0,0 0 0,1 1 0,-1-1-1,0 0 1,1 1 0,-1-2 0,1 2 0,0-1 0,0 1-1,1 4 1,-1-6-1,1 0-1,-1-1 0,1 1 0,-1-1 1,0 1-1,1 0 0,0-1 1,0 0-1,0 1 0,0-1 1,1 0-1,-1 1 0,0-1 0,0-1 1,1 1-1,-1 0 0,1 0 1,-1 0-1,1 0 0,-1-1 0,1 1 1,-1 0-1,0-1 0,3 1 1,25 5 13,0-2 1,-1-1-1,1-2 1,50-2-1,32 1 0,-105 1-17,-1-1 0,0 1 0,1 0 0,-1 0 0,0 0 0,0 1 0,9 4 0,-12-5-2,0 0 0,-1 0-1,1 1 1,0-1 0,-1 1 0,1-1 0,-1 0-1,1 1 1,-1 0 0,0-1 0,0 1 0,0 0-1,0 0 1,0 0 0,-1 0 0,1 0 0,-1 0-1,1-1 1,-1 2 0,1-1 0,-1 0 0,0 4-1,2 7 16,-1 1-1,-1-1 0,0 0 1,-1 1-1,-1-1 0,0 0 1,0 0-1,-1 0 0,-10 25 1,4-22 111,-1 0-1,0 0 1,-2 0 0,1-1 0,-2-1 0,0 0-1,-24 19 1,28-25-69,0-1 0,-2-1-1,2 1 1,-2-2 0,0 0 0,0 0-1,0 0 1,0-2 0,0 0 0,-1 0-1,0 0 1,0-1 0,-15 0 0,21-2-236,0 1 1,0-2 0,1 1-1,-1-1 1,0 0-1,0 0 1,1 0 0,-1-1-1,1 0 1,-1 0 0,2-1-1,-2 2 1,-6-7-1,7 3-769,-1 0 0,2 2 0,-1-3 0,2 1-1,-2-1 1,2 2 0,-6-11 0,-3-11-6233</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1.885"/>
    </inkml:context>
    <inkml:brush xml:id="br0">
      <inkml:brushProperty name="width" value="0.025" units="cm"/>
      <inkml:brushProperty name="height" value="0.025" units="cm"/>
    </inkml:brush>
  </inkml:definitions>
  <inkml:trace contextRef="#ctx0" brushRef="#br0">0 46 4121,'0'0'14718,"27"-5"-13061,89-17-375,-74 14-707,1 3 0,-1 1-1,1 2 1,72 7 0,-107-4-582,0 1 1,1 0-1,-2-1 0,2 2 0,13 7 1,-14-6-155,1 0 1,0-1-1,-1 0 1,1-1 0,17 3-1,47-4-4591,-39-1-1774</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6.368"/>
    </inkml:context>
    <inkml:brush xml:id="br0">
      <inkml:brushProperty name="width" value="0.025" units="cm"/>
      <inkml:brushProperty name="height" value="0.025" units="cm"/>
    </inkml:brush>
  </inkml:definitions>
  <inkml:trace contextRef="#ctx0" brushRef="#br0">134 409 2969,'0'0'4050,"-1"8"1559,60-20-2952,189 7-1648,-33 2-1013,555-63 81,-83 4-95,251 6-922,248 16-106,-491 15 1030,-164 5 24,-380 15 72,1214-58 674,213 3 686,854 60-1628,-1624 32 82,-642-21 102,788 65-42,-621-51 29,17 1 94,-321-26 1004,-25-1-856,-1 0 0,0 1-1,1 0 1,0 0 0,0 0-1,-1 0 1,0 1 0,1-1-1,0 1 1,-1 0 0,1 0-1,-1 1 1,0-1 0,6 4-1,-8-4-226,-1 0-1,0 0 0,1 1 1,-1-1-1,0 1 1,0-1-1,0 1 0,0 0 1,0-1-1,0 1 0,-1 2 1,1-2 16,-2 12 132,1-1-1,-2 2 0,0-2 1,0 0-1,-7 17 1,-3 12-12,-8 58 248,-18 184-1,-8 56-210,31-276 41,5 0 0,2 0 0,0 89 0,9-122-30,10 365 680,-6-173-652,-5-126-41,1-96 220,-3-2-360,0 0-1,0 0 1,0-1 0,0 1-1,0-1 1,0 0 0,0 0-1,0 0 1,-3-5 0,-9-3-15,-3-1-13,-1 3-1,0-1 0,-1 2 0,1 0 0,-1 1 0,-33-4 0,-130-7-39,71 10 33,-298-29-52,-225-25-1240,81 14 1197,1 31 1120,-603 11-451,506 42-464,-19 0-19,-176-17-107,544-14 35,-312 1-1,-620-26-13,599 0-3,-333-22 0,666 13-35,-245-17-44,165 30-434,-531-13 353,605 22 136,-75-28 12,236 23 27,-178 9 0,161 4-25,-43-2 68,199 1-58,0 0 0,0 1 0,0 0-1,0 0 1,1 1 0,-1-1 0,-9 7-1,-11 2 79,9-6-14,13-4 36,17 0-97,10-3-1302,0 0 1,-1-1-1,37-11 0,-39 9-903,27-6-5415</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7.368"/>
    </inkml:context>
    <inkml:brush xml:id="br0">
      <inkml:brushProperty name="width" value="0.025" units="cm"/>
      <inkml:brushProperty name="height" value="0.025" units="cm"/>
    </inkml:brush>
  </inkml:definitions>
  <inkml:trace contextRef="#ctx0" brushRef="#br0">268 1 3513,'0'0'9688,"-4"0"-6915,-19 0-2049,21 0-639,0 1-1,1-1 1,-1 1-1,1-1 1,-1 1-1,1 0 1,-1-1-1,1 1 1,-1 0-1,1 0 1,0 0-1,1 0 1,-2 0-1,1 0 1,0 0-1,0 0 1,0 1-1,0-1 1,0 0-1,1 1 1,-1-1-1,0 1 1,1-1-1,-1 1 1,1 0-1,-1 1 1,-11 52 1076,8-37-780,-67 569 1929,63-480-2206,-1 42 34,-3 44 3,7-153 28,-1-1-1,-22 71 1,17-77-53,-2 4 135,-13 62 0,20-75-868</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8.209"/>
    </inkml:context>
    <inkml:brush xml:id="br0">
      <inkml:brushProperty name="width" value="0.025" units="cm"/>
      <inkml:brushProperty name="height" value="0.025" units="cm"/>
    </inkml:brush>
  </inkml:definitions>
  <inkml:trace contextRef="#ctx0" brushRef="#br0">1 1 3169,'0'0'10014,"8"10"-8498,24 28-536,-29-34-661,1-2-1,-1 2 1,0-1-1,0 0 0,1 0 1,-1 0-1,8 3 1,-10-5-286,1-1 0,0 1 1,1 0-1,-1-1 0,0 0 1,0 1-1,1-1 0,-1 0 1,2 0-1,27 3 262,-31-3-284,1 1 0,0-1 0,0 1 0,0-1 0,0 1 0,-1 0 0,1 0 0,0-1 0,-1 1 0,1 0 0,0 0 0,-1 0 0,1 0 0,-1-1 0,0 1 0,0 0 0,0 0 0,1-1 0,-1 1 0,0 0 0,0 0 0,0 0 0,0 0 0,0 0-1,0 2 1,0 31 411,-1-20-172,-6 851 2868,7-819-3090,-17 408 612,16-437-637,1-13-94,1-1 0,-2 2 0,1-1 1,0 0-1,-1 0 0,0-1 0,0 1 1,0 0-1,0 0 0,0-1 0,-5 7 0,1-9-3712,2-1-28</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09.131"/>
    </inkml:context>
    <inkml:brush xml:id="br0">
      <inkml:brushProperty name="width" value="0.025" units="cm"/>
      <inkml:brushProperty name="height" value="0.025" units="cm"/>
    </inkml:brush>
  </inkml:definitions>
  <inkml:trace contextRef="#ctx0" brushRef="#br0">77 1 4001,'0'0'6268,"1"3"-5712,-1-2-502,0 0-1,0 0 1,1 0-1,-1 0 1,0 0-1,1 0 1,-1 0-1,1-1 1,-1 0-1,1 1 1,0 0 0,-1 0-1,1-1 1,0 1-1,0 0 1,-1-1-1,1 1 1,0 0-1,0-1 1,0 1 0,0-1-1,1 1 1,27 1 3696,-29 31-2093,-4 35-418,-1 0-1,-17 68 1,-8 70-505,24 193 427,8-231-972,0 6 141,-7 220 260,-10-256-426,15-134-287,-1 0 1,0-1 0,0 0-1,0 1 1,0-1-1,-1 1 1,1-1-1,-3 4 1,3-6-372,0 0 0,0 1 0,0-1 0,1 0 0,-1 0 0,-1-1 0,1 1 0,0 0 0,0 0 0,0 0 0,0-1 0,0 1 0,-1-1 0,1 1 0,-1 0 0,-7-1-5070</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0.065"/>
    </inkml:context>
    <inkml:brush xml:id="br0">
      <inkml:brushProperty name="width" value="0.025" units="cm"/>
      <inkml:brushProperty name="height" value="0.025" units="cm"/>
    </inkml:brush>
  </inkml:definitions>
  <inkml:trace contextRef="#ctx0" brushRef="#br0">3 1 3569,'0'0'7057,"6"3"-6230,-3 0-677,2 0-1,-1-1 1,0-1-1,1 1 1,-2-1 0,2 1-1,0-1 1,0 0-1,-1 0 1,0-1 0,1 1-1,0-1 1,0 0-1,-1 0 1,0-1 0,1 1-1,7-3 1,-11 3-33,0 0-1,0 0 1,0-1 0,-1 1 0,1 0 0,0 1 0,0-1 0,0 0 0,-1 0 0,1 0 0,0 0-1,0 1 1,0-1 0,-1 0 0,1 1 0,0-1 0,-1 0 0,1 1 0,0-1 0,-1 1-1,1-1 1,-1 1 0,1 0 0,0-1 0,-1 1 0,1 0 0,-1-1 0,0 1 0,1 0 0,-1-1-1,0 1 1,0 0 0,0 0 0,0-1 0,0 1 0,1 0 0,-1-1 0,0 1 0,0-1-1,0 1 1,0 0 0,0 1 0,-1 45 1030,1-28-466,-12 368 2055,-8 21-2292,-22 186 136,23-354-223,12-132-310,-7 18 48,11-104-4237,3-49-1192,0-11-3920</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4.507"/>
    </inkml:context>
    <inkml:brush xml:id="br0">
      <inkml:brushProperty name="width" value="0.025" units="cm"/>
      <inkml:brushProperty name="height" value="0.025" units="cm"/>
    </inkml:brush>
  </inkml:definitions>
  <inkml:trace contextRef="#ctx0" brushRef="#br0">225 32 2841,'0'0'14057,"-9"0"-12756,4 0-1239,0 2 0,1-1 1,-1 1-1,1 0 0,-1 0 0,0 1 1,2-1-1,-1 1 0,-8 5 1,-34 34 50,40-34-63,-9 6-16,0 3-1,1-1 0,-19 31 1,29-40-28,-1 2 0,1-1 1,0 2-1,0-1 1,2 0-1,-1 1 1,1-1-1,0 1 1,0-1-1,0 14 0,2-16 2,0 0-1,0-1 1,1 1 0,0 0-1,0-2 1,0 2-1,1 0 1,0-2-1,2 9 1,-1-10-7,0 0 0,1 0 0,-1 1-1,1-1 1,-1 0 0,1-1 0,0 0 0,1 1 0,-1-1 0,0 0 0,10 4 0,-5-3 15,1 0 0,0 0 1,0 0-1,0-1 0,0-1 0,16 1 0,-20-2 1,-2 0-1,1-1 0,0 0 0,0 0 1,0 0-1,0 0 0,0-1 0,0 0 1,0 0-1,-1 0 0,1 0 0,0-1 1,0 0-1,-2-1 0,2 1 0,4-4 1,-1-2 28,0-1 0,-1 0 0,-1 0 0,1-1 1,-1 1-1,0-2 0,-1 1 0,-1-1 1,6-14-1,23-105 429,-31 122-443,3-15 296,-2 1 1,0-1-1,-3 1 0,0-26 0,0 46-284,0-1-1,0 1 0,-1 0 1,1 0-1,-1 0 0,0-1 0,0 1 1,0 0-1,0 1 0,-1-1 1,1 0-1,0 0 0,-1 1 1,0-1-1,1 0 0,-1 1 0,0-1 1,0 1-1,1-1 0,0 1 1,-1 0-1,-1 0 0,1 0 1,0 1-1,0-1 0,0 1 0,-3-2 1,-4 0-69,-1 0 1,1 0 0,-2 1-1,-16 0 1,27 1-33,0 0-1,0 0 1,-1 1 0,1-1-1,-1 0 1,1 0 0,0 0-1,-1 1 1,1-1 0,-1 0-1,1 0 1,0 1 0,-1-1-1,1 0 1,0 1 0,-1-1 0,1 0-1,0 1 1,0-1 0,-1 1-1,1-1 1,0 0 0,0 1-1,-1-1 1,1 1 0,0-1-1,0 1 1,0-1 0,0 1-1,0-1 1,0 0 0,0 1-1,0 18-1381,0-16 988,0 18-2587,0-1-2244</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5.398"/>
    </inkml:context>
    <inkml:brush xml:id="br0">
      <inkml:brushProperty name="width" value="0.025" units="cm"/>
      <inkml:brushProperty name="height" value="0.025" units="cm"/>
    </inkml:brush>
  </inkml:definitions>
  <inkml:trace contextRef="#ctx0" brushRef="#br0">100 9 1792,'0'0'15885,"5"-1"-14910,-1 1-667,-3 1-192,1-1 1,0 0-1,-1 0 1,1 0-1,-1-1 0,0 1 1,1 0-1,0-1 1,-1 1-1,1-1 1,0 1-1,-1-1 0,1 0 1,-1 1-1,1-1 1,1-2 1603,-3 14-1430,-3 202 1692,-31 221-1,26-358-1707,-23-76-4196,-7 0-2724,16-2 1226</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7.008"/>
    </inkml:context>
    <inkml:brush xml:id="br0">
      <inkml:brushProperty name="width" value="0.025" units="cm"/>
      <inkml:brushProperty name="height" value="0.025" units="cm"/>
    </inkml:brush>
  </inkml:definitions>
  <inkml:trace contextRef="#ctx0" brushRef="#br0">1 0 360,'0'0'13480,"0"5"-12037,0-4-1385,0-1 0,0 1 0,0 0 0,0 0-1,0 0 1,1 0 0,-1-1 0,0 0 0,0 1-1,1 0 1,-1 0 0,0-1 0,1 1 0,-1 0 0,1 0-1,-1-1 1,1 1 0,-1-1 0,1 1 0,0 0-1,-1-1 1,1 1 0,0-1 0,-1 1 0,1-1 0,0 1-1,-1-1 1,0 0 0,1 0 0,1 1 0,32-4 1341,-28 2-1461,8-1 68,-2 1 0,2 0 0,25 3 0,-37-2-9,0 1-1,-1 0 1,1 0 0,-1 0-1,1 0 1,0 0-1,-1 0 1,1 0-1,-1 0 1,1 1-1,-1-1 1,1 1 0,-1-2-1,0 2 1,0 0-1,0-1 1,0 1-1,-1 0 1,1 0-1,0 0 1,-1-1 0,1 1-1,-1 0 1,1 0-1,-1-1 1,0 1-1,1 3 1,0 9 16,1 1 1,-2 20-1,0-24 25,-3 34 90,-1-1 1,-2 1 0,-3-1 0,-15 50 0,-3 7 600,-50 213 1922,76-305-2658,0-1 0,1 0 0,1 15 0,-1-19-2021,-2-12-1741,-1-11-1094,-5-5-5396</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6:57.294"/>
    </inkml:context>
    <inkml:brush xml:id="br0">
      <inkml:brushProperty name="width" value="0.025" units="cm"/>
      <inkml:brushProperty name="height" value="0.025" units="cm"/>
    </inkml:brush>
  </inkml:definitions>
  <inkml:trace contextRef="#ctx0" brushRef="#br0">1 6 1280,'0'0'14594,"27"0"-13476,193 0 1266,-45-6-1516,-175 6-1157,-16 0-7410,2 0 1884</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0.922"/>
    </inkml:context>
    <inkml:brush xml:id="br0">
      <inkml:brushProperty name="width" value="0.025" units="cm"/>
      <inkml:brushProperty name="height" value="0.025" units="cm"/>
    </inkml:brush>
  </inkml:definitions>
  <inkml:trace contextRef="#ctx0" brushRef="#br0">372 0 3569,'0'0'6989,"-4"6"-6182,-9 7 442,2 0 0,0 2-1,2-1 1,-17 31 0,3 19-50,3 1-1,3 0 0,-17 128 1,7 208-325,7-71-407,-57 227 202,64-486-557,-6 87-1,19-145-107,-6 32 49,6-45-71,0 1 0,0-1 0,0 0 0,0 0 0,0 1 0,0-1 0,0 0 0,0 0 0,0 1-1,-1-1 1,1 0 0,0 0 0,0 0 0,0 1 0,0-1 0,-1 0 0,1 0 0,0 0 0,0 0 0,0 0 0,-1 0 0,1 0-1,0 0 1,0 0 0,-1 0 0,1 0 0,0 0 0,0 0 0,-1 0 0,1 0 0,0 0 0,0 1 0,-1-1 0,1-1-1,0 1 1,0 0 0,-1 0 0,-8-6-713,-5-12-1461,2-7-2912</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1.746"/>
    </inkml:context>
    <inkml:brush xml:id="br0">
      <inkml:brushProperty name="width" value="0.025" units="cm"/>
      <inkml:brushProperty name="height" value="0.025" units="cm"/>
    </inkml:brush>
  </inkml:definitions>
  <inkml:trace contextRef="#ctx0" brushRef="#br0">196 0 3809,'0'0'10431,"3"18"-8570,1 6-1246,6 78 1641,-9 254 2366,-10-281-4395,-2-1 0,-23 74-1,-1 2-71,7 27 309,6 0 0,4 275-1,16-388-382,-1 0-1,-19 92 1,18-147-54,0-10-58,-4-21-570,0-75-6127,3 47-2047</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2.840"/>
    </inkml:context>
    <inkml:brush xml:id="br0">
      <inkml:brushProperty name="width" value="0.025" units="cm"/>
      <inkml:brushProperty name="height" value="0.025" units="cm"/>
    </inkml:brush>
  </inkml:definitions>
  <inkml:trace contextRef="#ctx0" brushRef="#br0">216 0 3385,'0'0'6769,"0"4"-5621,2 72 5020,2 3-3593,1 87-1034,-25 255 885,-9-156-1730,-10 66-91,24-189-285,9-77-33,-1-1 0,-32 119 0,28-143-96,3 1 1,1 1 0,2 0 0,2-1 0,2 45 0,1-86 200,0-32-2882,-1 29 1836,0 0 1,0 0-1,0-1 0,0 1 1,0 0-1,-1-1 1,1 1-1,-1 1 1,0-1-1,-1 0 0,1 1 1,-3-4-1,-8-8-5346</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6.773"/>
    </inkml:context>
    <inkml:brush xml:id="br0">
      <inkml:brushProperty name="width" value="0.025" units="cm"/>
      <inkml:brushProperty name="height" value="0.025" units="cm"/>
    </inkml:brush>
  </inkml:definitions>
  <inkml:trace contextRef="#ctx0" brushRef="#br0">0 32 1688,'0'0'4340,"4"1"-3136,11 9-213,-11-7 372,-4 3 2654,3 21-2622,-4-13-1126,-1-1-1,0 0 1,-4 15-1,-3 27 178,7-39-369,0-7 28,1 1 0,1-2-1,0 2 1,0 0 0,3 12 0,-3-22-85,1 1 1,0 1 0,1-1 0,-1 0-1,0 0 1,0 0 0,-1-1 0,2 1 0,-1 0-1,0 0 1,1-1 0,-1 1 0,0-1-1,1 1 1,-1-1 0,1 1 0,-1-1-1,1 0 1,-1 0 0,1 0 0,-1 0-1,3 0 1,1 0 29,1 0 1,0 0-1,-1 0 0,0-1 0,7-2 1,-7 1-19,0 0 0,1-1 1,-1 1-1,-1-1 1,0-1-1,1 1 1,-1-1-1,1 0 1,-2 1-1,1-1 0,0-1 1,-1 0-1,5-7 1,-4 5 0,-1 0 0,1 2 0,-1-3 0,-1 1 1,1 1-1,-2-1 0,1-1 0,-1 2 0,0-2 0,0-7 0,0 12-6,-1 0 0,-1-1 0,1 1 0,0-1 0,-1 2-1,0-1 1,1-1 0,-1 1 0,-1 0 0,2 0 0,-1 0 0,-1 1-1,-2-5 1,1 3 6,-1 1-1,1-1 1,-1 2-1,1-1 1,-2 0-1,1 0 1,0 0-1,-7-2 1,6 1 154,0 2 0,0-2 0,1 0 1,0 0-1,0 0 0,0 0 1,0 0-1,1-1 0,-1 0 1,-2-5-1,3 2 376,2 7-519,1 0 0,0 0 0,-1-1 0,1 1 0,0 0 0,-1 0 0,1 0 0,-1 0 0,0 1 0,1-1 0,-1 1-1,0-1 1,1 0 0,0 0 0,-1 0 0,0 1 0,0-1 0,0 0 0,0 1 0,0-1 0,0 1 0,0-1 0,0 1 0,0-1 0,0 1 0,0 0 0,0 0 0,0-1 0,0 1 0,-3 0 0,4 1-69,0 1 0,0-1 0,0 0 1,0 1-1,0-1 0,0 0 0,0 1 1,0-2-1,0 1 0,1 1 0,-1-1 0,1 0 1,0 3-1,4-1-681,0-1-1,0 1 1,-1-1-1,1 0 1,10 2 0,8 0-6238</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8.332"/>
    </inkml:context>
    <inkml:brush xml:id="br0">
      <inkml:brushProperty name="width" value="0.025" units="cm"/>
      <inkml:brushProperty name="height" value="0.025" units="cm"/>
    </inkml:brush>
  </inkml:definitions>
  <inkml:trace contextRef="#ctx0" brushRef="#br0">123 0 2969,'0'0'3470,"-12"19"-2001,-9 10-868,3-5 374,0 0-1,-17 37 0,31-53-849,1 2 0,1-1 0,-1 1 0,1-1 0,0 1 0,1 0 0,0-1 0,0 1 0,2 15 0,0-6 21,-1-18-110,1-1 1,0 1-1,0 0 0,0 0 0,-1 0 0,1-1 1,0 1-1,0 0 0,0-1 0,0 1 1,-1-1-1,2 1 0,-1-1 0,0 1 1,0-1-1,0 0 0,0 1 0,0-1 1,1 0-1,-1 0 0,0 0 0,0 0 0,0 0 1,1 0-1,1-1 0,38 0 410,-37 1-398,1-1-11,1-1 0,-1 1 0,0-1 0,0 0 0,0 1 0,0-2 0,0 1 0,-1-1 0,1 0 0,-1 0 0,1-1 0,-1 1 0,-1 0 0,1-1 0,0-1 0,0 1 0,-1-1-1,0 2 1,-1-2 0,1 0 0,3-7 0,2-4 101,-3 2 0,1-1-1,-1 0 1,0-2-1,-2 2 1,2-18 0,-4-61 5328,-1 120-4092,1-20-1272,0 1 0,0 0 0,1 0 0,0-1 0,0 1 0,0-1 0,1 0 0,-1 0 0,1 0 0,1 0 0,0-1 0,5 9 0,9 8 135,32 30 1,-37-39-140,-3-3-60,1 1 0,0-1-1,2 0 1,-2-2 0,20 11 0,-23-17-1030,-1-2-4151</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8.776"/>
    </inkml:context>
    <inkml:brush xml:id="br0">
      <inkml:brushProperty name="width" value="0.025" units="cm"/>
      <inkml:brushProperty name="height" value="0.025" units="cm"/>
    </inkml:brush>
  </inkml:definitions>
  <inkml:trace contextRef="#ctx0" brushRef="#br0">0 1 6529,'0'0'10940,"5"21"-9828,1 7-789,3 10 242,5 55 0,-4 269 386,-11-242-2609,-2-118-2897,-3-2 137</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19.588"/>
    </inkml:context>
    <inkml:brush xml:id="br0">
      <inkml:brushProperty name="width" value="0.025" units="cm"/>
      <inkml:brushProperty name="height" value="0.025" units="cm"/>
    </inkml:brush>
  </inkml:definitions>
  <inkml:trace contextRef="#ctx0" brushRef="#br0">122 94 5617,'0'0'6550,"30"-2"-5414,8-2-787,134-5 968,353 9-280,-475-1-920,0-3 1,-1-1-1,0-3 1,0-1-1,93-33 0,-136 40 122,-2 0 0,2 0 0,-1 1 0,1 0 0,-2 0 0,8 0 0,-9 25 173,0 148 704,3 46-512,13 232-179,-19-449-406,0 0-1,-1 0 0,1-1 0,0 1 0,0 0 0,-1-1 1,0 1-1,1 0 0,-1-1 0,0 1 0,1-1 0,-1 1 0,0-1 1,0 1-1,0-1 0,1 0 0,-1 1 0,0-1 0,0 0 1,0 0-1,0 0 0,0 1 0,1-1 0,-1 0 0,0 0 0,0 0 1,0 0-1,0 0 0,-1-1 0,-33 0 155,29 1-148,-11-3-16,-1 0 0,-19-5-1,18 3-4,-35-4 0,-48 3 135,-121 10 1,-102 26 454,-167 4 82,493-36-627,-1 1 0,1-1-1,-1 2 1,1-1-1,-1-1 1,1 1 0,0-1-1,-1 1 1,1 0 0,0 0-1,0 0 1,0-1 0,0 1-1,1-1 1,5-2-172,0 1 0,-1-1 1,1 1-1,1 0 0,-2 1 0,2 0 1,0 0-1,-1 0 0,1 1 0,0 0 1,13 1-1,40-8-7011,-31-3-1614</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0.794"/>
    </inkml:context>
    <inkml:brush xml:id="br0">
      <inkml:brushProperty name="width" value="0.025" units="cm"/>
      <inkml:brushProperty name="height" value="0.025" units="cm"/>
    </inkml:brush>
  </inkml:definitions>
  <inkml:trace contextRef="#ctx0" brushRef="#br0">1 1048 2713,'0'0'4433,"7"5"-3361,-2-2-852,2 0 0,-1 0 1,1 0-1,-2-1 0,2 1 0,0-1 1,-1-1-1,1 0 0,0 0 0,-1-1 1,14 1-1,157-2 1504,340-46 1,-405 32-1184,-111 15-512,1-1 0,-1 1-1,0 0 1,0-1 0,1 1-1,-1-1 1,0 1 0,0 0-1,0-1 1,0 0 0,0 1-1,0-1 1,0 0 0,0 0-1,0 0 1,0 0 0,-1 0-1,1 0 1,0 0 0,-1 0-1,0 0 1,1 0 0,-1-1-1,1 1 1,-1 0 0,0 0-1,1-1 1,-1 1 0,0-1-1,1-42 809,-2 29-739,-1-17 16,-1 0-1,-2 0 1,-2 0 0,-15-46-1,2 8-75,-110-452 135,121 471 162,7 37-137,-1 0 1,0-1-1,-6-14 0,7 24-102,1 4-181,3 15-74,-1-12 172,2 1 0,-1-1-1,1 1 1,0-1 0,0 0-1,0 0 1,0 0 0,-1-1-1,1 0 1,0 1 0,6 1-1,41 11 260,-34-11-240,63 15 71,1-5 0,116 5 0,165-14-113,-208-5 30,-123 2-15,1-2-1,-1-1 1,2-1 0,-1-2-1,33-9 1,-64 14 43,0 0 1,-1-1-1,0 1 0,0 0 1,0-1-1,0 1 1,0 0-1,0 0 0,0 0 1,0 0-1,0 0 0,0 0 1,0 0-1,0 0 0,0 0 1,0 0-1,0 0 0,0 1 1,0-1-1,0 0 0,1 1 1,-1-1-1,0 1 0,1-1 1,-1 1-1,0-1 0,0 2 1,0 1-595,0-1 0,0 1 0,0-1 0,-1 0 0,1 1-1,0-1 1,-1 1 0,-2 2 0,0-1-3835</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7:21.317"/>
    </inkml:context>
    <inkml:brush xml:id="br0">
      <inkml:brushProperty name="width" value="0.025" units="cm"/>
      <inkml:brushProperty name="height" value="0.025" units="cm"/>
    </inkml:brush>
  </inkml:definitions>
  <inkml:trace contextRef="#ctx0" brushRef="#br0">54 0 6369,'0'0'8115,"6"21"-6512,5-5-1134,0 0 0,1 1-1,0-2 1,1 0 0,26 21-1,-11-13-178,3 0 0,33 18 1,-63-40-210,-1-1 0,0 0 0,1 0 1,-1 1-1,1-1 0,-1 0 0,1 0 1,-1 1-1,0-1 0,1 1 1,-1-1-1,0 0 0,0 1 0,1-1 1,-1 1-1,0-1 0,0 0 0,1 1 1,-1-1-1,0 1 0,0-1 1,0 1-1,0-1 0,0 1 0,0-1 1,0 1-1,0-1 0,0 1 0,0-1 1,0 1-1,0-1 0,0 2 1,-14 13 833,-31 14-1092,35-24 436,-10 8-247,1-1 0,-1 3 0,2-1-1,0 2 1,2 0 0,0 1 0,-19 25 0,12-15-2607,6-9-4308,1-4-5551</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2.627"/>
    </inkml:context>
    <inkml:brush xml:id="br0">
      <inkml:brushProperty name="width" value="0.025" units="cm"/>
      <inkml:brushProperty name="height" value="0.025" units="cm"/>
    </inkml:brush>
  </inkml:definitions>
  <inkml:trace contextRef="#ctx0" brushRef="#br0">0 29 4257,'0'0'9021,"4"0"-7312,20 0 2761,-23 0-3673,16 6 1372,-12-1-2116,-2 1-1,2 0 1,-1-1-1,0 1 1,0 1-1,-1-2 1,-1 2-1,1 0 1,0 0-1,-1-1 1,0 1-1,1 8 1,0 9 79,-1 0 0,-2 30 1,0-33-60,0-20-67,1-1 0,-1 1 1,0 0-1,0 0 0,0 0 0,0 0 1,0 0-1,-1-1 0,1 1 1,0 0-1,0 0 0,0 0 0,-1 0 1,1-1-1,0 1 0,-1 0 1,1 0-1,-1-1 0,1 1 0,-1 0 1,1-1-1,-1 1 0,0 0 0,1-1 1,-1 1-1,0-1 0,1 0 1,-1 0-1,0 1 0,0-1 0,1 0 1,-1 1-1,0-1 0,0 0 1,0 0-1,0 1 0,1-1 0,-1 0 1,0 0-1,0 0 0,0 0 1,1 0-1,-1 0 0,-1-1 0,2-1-3,-1 1-1,0-2 0,1 0 0,-1 1 0,1-1 0,0 1 0,0-1 1,0 0-1,0 1 0,0-3 0,0 0 1,0-3-3,1 0 0,-1 0 0,1 0 0,1 0 0,0 0 0,-1 1 0,1-1 0,1 0 0,0 2 0,0-2 0,1 1 0,0 1 0,0-2 0,0 2 0,1 0 0,7-9 0,-1 4-12,-1-1-1,2 1 1,-1 0-1,1 1 1,0 0-1,2 2 1,-1-1 0,22-10-1,-35 19 14,1 0 0,-1 0 0,0 0 1,0 0-1,1 0 0,-1 0 0,0 0 0,1 0 0,-1 0 0,0 0 1,0 0-1,1 0 0,-1 0 0,0 0 0,1 0 0,-1 0 0,0 0 0,0 0 1,1 0-1,-1 0 0,0 1 0,0-1 0,1 0 0,-1 0 0,0 0 0,0 0 1,0 1-1,1-1 0,-1 0 0,0 0 0,0 1 0,0-1 0,0 0 1,1 0-1,-1 1 0,0-1 0,4 16 105,-4 24 181,-1-29-192,1 79 845,0-50-5772</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3.087"/>
    </inkml:context>
    <inkml:brush xml:id="br0">
      <inkml:brushProperty name="width" value="0.025" units="cm"/>
      <inkml:brushProperty name="height" value="0.025" units="cm"/>
    </inkml:brush>
  </inkml:definitions>
  <inkml:trace contextRef="#ctx0" brushRef="#br0">1 2 6545,'0'0'11048,"3"0"-10108,37-1-454,-1 2-1,1 1 1,-1 3-1,1 0 0,53 16 1,-87-19-347,0-1-1,-2 0 1,2 0-1,0 0 1,5 0 0,7-1-3654,-9-1-1920</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3.498"/>
    </inkml:context>
    <inkml:brush xml:id="br0">
      <inkml:brushProperty name="width" value="0.025" units="cm"/>
      <inkml:brushProperty name="height" value="0.025" units="cm"/>
    </inkml:brush>
  </inkml:definitions>
  <inkml:trace contextRef="#ctx0" brushRef="#br0">53 1 4849,'0'0'14087,"3"7"-12831,-1-1-1000,1 1-1,-2 0 0,1 0 1,-1 0-1,0 1 0,-1-1 1,1 0-1,-2 1 0,1-2 1,-1 2-1,0 0 0,-4 10 1,-6 13 43,0 2 1,3-1-1,0 1 1,2 0-1,2 1 1,-1 35-1,5-20 1,0-49-657,-6-11-10599</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5.098"/>
    </inkml:context>
    <inkml:brush xml:id="br0">
      <inkml:brushProperty name="width" value="0.025" units="cm"/>
      <inkml:brushProperty name="height" value="0.025" units="cm"/>
    </inkml:brush>
  </inkml:definitions>
  <inkml:trace contextRef="#ctx0" brushRef="#br0">1 1 7298,'0'0'7608,"7"0"-6377,-6 0-950,-1 0-1,1-1 1,0 1 0,-1 0 0,1 0 0,-1 0 0,0 0 0,1 0 0,-1 0 0,1 1 0,0-1 0,-1 0 0,1 0-1,-1 0 1,1 0 0,-1 1 0,1-1 0,-1 0 0,1 1 0,0-1 0,0 1 0,5 408 2433,-6-409-2685,46-1-6041,-24-4-177</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5.874"/>
    </inkml:context>
    <inkml:brush xml:id="br0">
      <inkml:brushProperty name="width" value="0.025" units="cm"/>
      <inkml:brushProperty name="height" value="0.025" units="cm"/>
    </inkml:brush>
  </inkml:definitions>
  <inkml:trace contextRef="#ctx0" brushRef="#br0">1 20 9298,'0'0'9722,"7"-3"-8652,24-2-880,0 0 1,0 1 0,50 2-1,-79 2-196,0 0-1,0 0 0,0 0 0,0 1 1,0-1-1,0 1 0,0 0 0,0 0 0,0-1 1,-1 1-1,0 0 0,1 0 0,0 1 1,-1-1-1,1 0 0,-1 0 0,1 0 0,-1 1 1,1-1-1,-1 1 0,0-1 0,0 1 0,0 0 1,0 0-1,0 0 0,0 0 0,-1-1 1,0 1-1,1-1 0,-1 1 0,1 0 0,-1 0 1,0 1-1,0-1 0,0 0 0,0 4 1,0-1 0,0 1 1,-1 0 0,1-1 0,-1 0-1,0 1 1,0 0 0,-1-1 0,0 0 0,0 1-1,0-1 1,-1 0 0,-4 5 0,-6 6 69,-2 0 0,-19 15 1,20-19 151,0 2 1,0 0-1,-11 16 1,24-29-188,1 0 1,-1 0 0,0 0-1,1 0 1,-1 0 0,0-1-1,1 1 1,-1 0 0,1 1-1,0-1 1,-1 0 0,1 0 0,0 0-1,0 0 1,0 1 0,0-1-1,0 0 1,0 2 0,0-2 21,1 0 0,-1 0 0,1-1 1,-1 1-1,1 0 0,-1-1 1,1 0-1,-1 1 0,1-1 0,0 1 1,-1-1-1,1 1 0,-1-1 0,0 0 1,1 1-1,0-1 0,0 1 0,-1-1 1,1 0-1,1 0 0,6 2 312,0-1 0,-1-1 0,1 1 0,11-2 0,-8 1-350,19 0 148,0-2-1,46-7 1,-70 9-467,-2 0-3373</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26.685"/>
    </inkml:context>
    <inkml:brush xml:id="br0">
      <inkml:brushProperty name="width" value="0.025" units="cm"/>
      <inkml:brushProperty name="height" value="0.025" units="cm"/>
    </inkml:brush>
  </inkml:definitions>
  <inkml:trace contextRef="#ctx0" brushRef="#br0">46 9 7394,'0'0'11659,"3"0"-10802,200-9 1244,-202 9-2101,0 0 0,0 0 0,-1 0-1,1 1 1,0-1 0,0 0 0,-1 0-1,1 0 1,0 1 0,0-1 0,-1 0 0,1 1-1,0-1 1,-1 1 0,1-1 0,0 1-1,-1-1 1,1 1 0,-1-1 0,1 1-1,-1 0 1,0-1 0,0 1 0,1 0 0,-1-1-1,0 1 1,1-1 0,-1 1 0,0-1-1,0 1 1,1 0 0,-1 0 0,0-1-1,0 1 1,0 0 0,0 0 0,0 0-1,0-1 1,0 1 0,0 0 0,-1 0 0,1 0-1,0-1 1,0 1 0,-1 0 0,1 0-1,0-1 1,-1 2 0,1 1 11,-2 0 1,1 0-1,0 0 1,-1 0-1,0 1 0,0-1 1,0 0-1,0-2 1,-5 7-1,-49 27 406,42-27-329,-1 1 0,1-1 1,-24 23-1,38-31-89,-1 1 1,1-1 0,0 1 0,-1-1 0,1 1 0,0 0 0,0-1 0,0 1 0,-1-1 0,1 1 0,0-1 0,0 0 0,0 1-1,0 0 1,0-1 0,0 1 0,0 0 0,0-1 0,0 1 0,0 0 0,1-1 0,-1 1 0,0-1 0,0 1 0,1 0 0,-1-1-1,0 1 1,1-1 0,-1 1 0,0-1 0,1 1 0,-1-1 0,1 1 0,0 0 0,22 19 5,-14-11-6,-9-9 1,28 35-11,-27-33 19,0 0 1,0 0-1,0 0 0,0 0 1,0 0-1,-1 1 0,1-1 1,0 1-1,-1-1 1,0 1-1,0 0 0,0-2 1,0 2-1,0-1 0,-1 5 1,0-6 31,1 0 0,-1 0 0,0 0 0,1 0 0,-1-1 0,0 1 0,1 0 0,-1 0 0,0-1 0,0 1 0,0-1 0,0 0 0,0 0 0,0 1 0,0-1 0,0 1 0,0-1 0,0 0 0,0 0 0,-1 1 0,-29 3 656,19-2-339,5-1-222,-17 3 548,2 1 0,-24 7 1,33 2-261,13-14-524,-1 1 0,1-1 1,0 0-1,-1 1 0,1-1 0,0 1 1,0-1-1,-1 1 0,1-1 1,0 1-1,0-1 0,-1 0 1,1 1-1,0-1 0,0 1 1,0-1-1,0 1 0,0-1 1,0 1-1,0-1 0,0 1 0,0-1 1,0 1-1,0-1 0,0 1 1,0-1-1,1 1 0,-1-1 1,0 1-1,0-1 0,0 1 1,1-1-1,-1 1 0,0-1 0,1 1 1,4 0-4956</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36.199"/>
    </inkml:context>
    <inkml:brush xml:id="br0">
      <inkml:brushProperty name="width" value="0.025" units="cm"/>
      <inkml:brushProperty name="height" value="0.025" units="cm"/>
    </inkml:brush>
  </inkml:definitions>
  <inkml:trace contextRef="#ctx0" brushRef="#br0">6 0 13555,'0'0'6665,"-5"11"-5360,4-8 2089,11-1-4805,-9 11-5441,-1-7 5394,0 11-3826</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36.829"/>
    </inkml:context>
    <inkml:brush xml:id="br0">
      <inkml:brushProperty name="width" value="0.025" units="cm"/>
      <inkml:brushProperty name="height" value="0.025" units="cm"/>
    </inkml:brush>
  </inkml:definitions>
  <inkml:trace contextRef="#ctx0" brushRef="#br0">46 15 18596,'0'0'9426,"-3"-14"-9338,-7 14-4417,-2 0 264,-8 6-1856</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37.029"/>
    </inkml:context>
    <inkml:brush xml:id="br0">
      <inkml:brushProperty name="width" value="0.025" units="cm"/>
      <inkml:brushProperty name="height" value="0.025" units="cm"/>
    </inkml:brush>
  </inkml:definitions>
  <inkml:trace contextRef="#ctx0" brushRef="#br0">35 1 16412,'0'0'10242,"0"6"-10242,0-3-256,-8-3-5338,-4 0 961,-2 0-2192</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57.648"/>
    </inkml:context>
    <inkml:brush xml:id="br0">
      <inkml:brushProperty name="width" value="0.025" units="cm"/>
      <inkml:brushProperty name="height" value="0.025" units="cm"/>
      <inkml:brushProperty name="color" value="#E71224"/>
    </inkml:brush>
  </inkml:definitions>
  <inkml:trace contextRef="#ctx0" brushRef="#br0">350 0 7570,'0'0'9082,"0"48"-7523,0 23-733,2 32-178,-24 191 1,20-278-602,-2 0 1,0 0 0,-1 0 0,-1 0 0,0-1-1,-11 21 1,14-32 46,0 1 1,0 0-1,0 0 1,-1-2-1,1 2 0,-1-1 1,0 0-1,0 0 0,-1-1 1,1 0-1,0 0 0,-1 0 1,0 0-1,0-1 0,1 1 1,-2-1-1,1 0 0,-1-1 1,2 0-1,-2 0 1,0 0-1,-8 0 0,8-1 15,0 0-1,1 0 0,-1 0 1,-1-1-1,1 0 1,1 0-1,-1 0 1,0-1-1,1 0 0,0 0 1,-1-1-1,0 0 1,2 0-1,-1 0 0,0 0 1,0 0-1,0-1 1,1-1-1,0 1 0,-1 0 1,1 0-1,1-1 1,-4-7-1,5 11-322,-5-7 323,1-1 0,1 2-1,-1-2 1,1 0 0,0 0 0,-2-10 0,1-17-8532,6 22 2917</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58.233"/>
    </inkml:context>
    <inkml:brush xml:id="br0">
      <inkml:brushProperty name="width" value="0.025" units="cm"/>
      <inkml:brushProperty name="height" value="0.025" units="cm"/>
      <inkml:brushProperty name="color" value="#E71224"/>
    </inkml:brush>
  </inkml:definitions>
  <inkml:trace contextRef="#ctx0" brushRef="#br0">0 1 5217,'0'0'8501,"4"0"-7447,3 1-841,-3 0 271,2 0 1,-1-1-1,0 1 1,-1-1-1,1 0 1,0-1-1,0 1 1,7-3-1,-14 17 3234,2 23-6252,0-32 2344,0 17-2647,0-1-2078</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0.168"/>
    </inkml:context>
    <inkml:brush xml:id="br0">
      <inkml:brushProperty name="width" value="0.025" units="cm"/>
      <inkml:brushProperty name="height" value="0.025" units="cm"/>
      <inkml:brushProperty name="color" value="#E71224"/>
    </inkml:brush>
  </inkml:definitions>
  <inkml:trace contextRef="#ctx0" brushRef="#br0">0 242 2697,'0'0'13050,"8"-8"-12327,12-15-307,0 0-60,0 1 0,35-27 1,-29 29-268,2 2 1,52-27 0,-66 40-80,2-1-1,-1 0 0,0 2 1,0 1-1,2-1 1,-2 2-1,30-1 1,-41 2-9,0 2 0,0-1 0,1 0 0,-1 1 0,0 0 0,0 0 0,0 0 0,0 0 0,0 1 0,0 0 1,-1-1-1,1 1 0,0 0 0,-1 1 0,1-1 0,-1 1 0,0 0 0,0 0 0,0 0 0,0-1 0,0 2 0,-1-1 0,5 9 0,-1-2 17,0 1-1,0 0 1,-2 0-1,1 2 1,-1-2-1,0 2 0,-1-1 1,2 22-1,-2 8 285,-3 52 0,0-46 186,-3 6-40,-11 70 0,7-71 799,-3 71 0,10-42 1951,-2-82-3189,0-1 1,0 1 0,0-1 0,1 0-1,-1 1 1,1 0 0,-1-1 0,1 0-1,-1 0 1,0 0 0,1-1 0,-1 1-1,1 0 1,-1-1 0,-1-2 0,-22-30 94,16 20-88,2 7-24,1-1 0,-2 1 0,0 1 0,1-1 0,-1 0 0,-15-7 0,-17-15-15,27 14 35,12 13-10,0 0 0,-1 0-1,1 0 1,-1 2 0,1-2-1,-1 0 1,0 1 0,1-1-1,-1 1 1,-2-2 0,3 3 326,2 0-328,0 0 1,0-1-1,0 1 0,0 0 1,0 0-1,0 0 1,0 0-1,0 0 0,0 0 1,0 0-1,0 1 1,0-1-1,0 0 1,0 0-1,-1 1 0,1-1 1,0 1-1,0-1 1,0 1-1,0 0 0,19 9-1,-20-9 2,40 28-4,-3 2 0,64 64 1,-100-95 2,-1 1 7,0-1 0,0 0 0,0 0 0,1 1 1,-1-1-1,0 0 0,0 0 0,0 1 0,1-1 0,-1 0 1,0 0-1,0 0 0,0 1 0,1-1 0,-1 0 0,0 0 1,0 0-1,1 0 0,-1 0 0,0 0 0,1 0 0,-1 1 1,0-1-1,0 0 0,1 0 0,-1 0 0,0 0 0,1 0 1,-1 0-1,0 0 0,1-1 0,-1 1 0,1 0 0,2-10 589,2-9-564,0 12-36,1 0 0,0 0 0,-1 0 0,1 1 0,1 0 0,-1 0 0,1 1 1,8-5-1,9-4-33,31-14 1,-36 19 21,-1 1 1,0-2-1,29-21 0,-46 30-28,7-6-1959,-1 2-3930</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2.473"/>
    </inkml:context>
    <inkml:brush xml:id="br0">
      <inkml:brushProperty name="width" value="0.025" units="cm"/>
      <inkml:brushProperty name="height" value="0.025" units="cm"/>
      <inkml:brushProperty name="color" value="#E71224"/>
    </inkml:brush>
  </inkml:definitions>
  <inkml:trace contextRef="#ctx0" brushRef="#br0">1 25 7802,'0'0'16016,"8"-4"-14807,24-10-144,-30 13-1597,0 0-1,0 0 1,0 0-1,0 0 1,0 1-1,-1-1 1,2 1-1,-1 0 1,0 0-1,0-1 1,0 1-1,0 1 1,1-1-1,1 1 1,6 0-3846,12-1-8205</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2.742"/>
    </inkml:context>
    <inkml:brush xml:id="br0">
      <inkml:brushProperty name="width" value="0.025" units="cm"/>
      <inkml:brushProperty name="height" value="0.025" units="cm"/>
      <inkml:brushProperty name="color" value="#E71224"/>
    </inkml:brush>
  </inkml:definitions>
  <inkml:trace contextRef="#ctx0" brushRef="#br0">0 0 7762,'0'0'17107,"63"3"-16483,-57-3-319,-1 0-201,3 0-96,4 0-8,-1 3-128,3 2-969,9 1-1543,-3 0-2769,-1-3-4818</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2.996"/>
    </inkml:context>
    <inkml:brush xml:id="br0">
      <inkml:brushProperty name="width" value="0.025" units="cm"/>
      <inkml:brushProperty name="height" value="0.025" units="cm"/>
      <inkml:brushProperty name="color" value="#E71224"/>
    </inkml:brush>
  </inkml:definitions>
  <inkml:trace contextRef="#ctx0" brushRef="#br0">1 46 11026,'0'0'17452,"28"-17"-17380,-25 11-64,-1 6-8,1 0-48,-3-3-2200,3-3-537,3 1-2416,0-4-1120</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3.217"/>
    </inkml:context>
    <inkml:brush xml:id="br0">
      <inkml:brushProperty name="width" value="0.025" units="cm"/>
      <inkml:brushProperty name="height" value="0.025" units="cm"/>
      <inkml:brushProperty name="color" value="#E71224"/>
    </inkml:brush>
  </inkml:definitions>
  <inkml:trace contextRef="#ctx0" brushRef="#br0">1 57 11506,'0'0'19061,"102"-37"-18341,-96 34-304,-1 3-208,-2 0-136,-1 0-80,1 0-1240,6-3-1209,2-2-3624,1-4-6922</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4.566"/>
    </inkml:context>
    <inkml:brush xml:id="br0">
      <inkml:brushProperty name="width" value="0.025" units="cm"/>
      <inkml:brushProperty name="height" value="0.025" units="cm"/>
      <inkml:brushProperty name="color" value="#E71224"/>
    </inkml:brush>
  </inkml:definitions>
  <inkml:trace contextRef="#ctx0" brushRef="#br0">37 46 4945,'0'0'9339,"2"-8"-8265,-2 3-729,0 3-208,1 0 0,-1 0 0,0-1 0,1 1 0,-1 0 0,1-1 0,0 1 0,-1 0 0,1 0 0,0 1 0,0-1 0,1-1 0,2-2 3914,-4 8-4035,1 0 1,-1 0-1,0-1 0,0 0 0,0 1 0,0 0 1,0 0-1,0 4 0,-1 6 12,-10 373 1222,7-303-992,4 90 679,0-173-886,-24-4-11901,11-7 959</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5.026"/>
    </inkml:context>
    <inkml:brush xml:id="br0">
      <inkml:brushProperty name="width" value="0.025" units="cm"/>
      <inkml:brushProperty name="height" value="0.025" units="cm"/>
      <inkml:brushProperty name="color" value="#E71224"/>
    </inkml:brush>
  </inkml:definitions>
  <inkml:trace contextRef="#ctx0" brushRef="#br0">0 0 4297,'0'0'10610,"29"0"-8064,-24 1-2318,1 0 0,-1 0 0,1 0-1,-1 0 1,0 1 0,1 0 0,-1 0 0,0 0-1,0 0 1,0 1 0,0 0 0,-1 1 0,0-1 0,1 1-1,-1-1 1,7 9 0,7 9-115,-2 0-1,19 32 1,0 1 273,-32-51-375,34 40 184,-35-41-178,0 0 0,0 1 1,1-1-1,-1 0 0,1 0 1,0 0-1,0-1 0,0 1 1,-1 0-1,1-1 0,0 0 1,1 0-1,-1 0 0,4 0 0,-11-9-1860,-22-28-2868,17 17 88</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05.646"/>
    </inkml:context>
    <inkml:brush xml:id="br0">
      <inkml:brushProperty name="width" value="0.025" units="cm"/>
      <inkml:brushProperty name="height" value="0.025" units="cm"/>
      <inkml:brushProperty name="color" value="#E71224"/>
    </inkml:brush>
  </inkml:definitions>
  <inkml:trace contextRef="#ctx0" brushRef="#br0">214 12 3801,'0'0'8915,"-3"-1"-8021,1 0-638,-1 0 1,1-1 0,1 1 0,-2 0 0,1 0 0,-1 0 0,1 0 0,-1 1-1,0-1 1,1 1 0,-1-1 0,2 1 0,-2 0 0,0 0 0,1 0 0,-1 1-1,0-1 1,1 1 0,-1-1 0,-1 2 0,-1 0-55,-1 1 1,1-1-1,1 0 1,-1 1-1,0 1 0,0 0 1,1-1-1,-7 8 1,-1 4 119,-1 1 1,2 0 0,0 1 0,-12 24-1,18-30-191,0-1 0,1 2 0,0-2-1,0 2 1,1-1 0,-1 14-1,-4 9 3955,9-14-9717,4-9-180</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3.417"/>
    </inkml:context>
    <inkml:brush xml:id="br0">
      <inkml:brushProperty name="width" value="0.025" units="cm"/>
      <inkml:brushProperty name="height" value="0.025" units="cm"/>
      <inkml:brushProperty name="color" value="#E71224"/>
    </inkml:brush>
  </inkml:definitions>
  <inkml:trace contextRef="#ctx0" brushRef="#br0">43 0 1536,'0'0'2561,"-42"0"-6042</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3.527"/>
    </inkml:context>
    <inkml:brush xml:id="br0">
      <inkml:brushProperty name="width" value="0.025" units="cm"/>
      <inkml:brushProperty name="height" value="0.025" units="cm"/>
      <inkml:brushProperty name="color" value="#E71224"/>
    </inkml:brush>
  </inkml:definitions>
  <inkml:trace contextRef="#ctx0" brushRef="#br0">131 23 592,'-74'-22'528,"66"22"96,-4 0 57,-2 0-313,3 0-368,0 0-505</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3.671"/>
    </inkml:context>
    <inkml:brush xml:id="br0">
      <inkml:brushProperty name="width" value="0.025" units="cm"/>
      <inkml:brushProperty name="height" value="0.025" units="cm"/>
      <inkml:brushProperty name="color" value="#E71224"/>
    </inkml:brush>
  </inkml:definitions>
  <inkml:trace contextRef="#ctx0" brushRef="#br0">1 0 680,'0'0'9234,"6"0"-8930</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48.777"/>
    </inkml:context>
    <inkml:brush xml:id="br0">
      <inkml:brushProperty name="width" value="0.025" units="cm"/>
      <inkml:brushProperty name="height" value="0.025" units="cm"/>
    </inkml:brush>
  </inkml:definitions>
  <inkml:trace contextRef="#ctx0" brushRef="#br0">288 37 1112,'3'0'14788,"13"-3"-14120,-14 1-596,-2 1 0,2 0 0,-1-1 1,1 0-1,-1 1 0,0-1 0,1 0 1,-1 0-1,0 0 0,0 0 0,-1-1 1,1 2-1,0-1 0,-1 0 1,1-4-1,-1 5 287,-14 1 315,-11 0 184,-45 5-1,60-3-862,1 1-1,-1-2 1,1 2-1,-1 1 1,2 0-1,-2 0 1,-13 10-1,18-11 2,-2 1 22,-1 2 0,1-2 0,-13 14-1,19-17-36,-1 1 0,1-1 0,1 1 0,-2 0 0,1-1 0,0 1 0,0 0-1,0 0 1,0 0 0,1 0 0,-1 0 0,0-1 0,1 1 0,0 0-1,-1 0 1,1 0 0,0 0 0,0 0 0,0 1 0,0-1 0,0 0 0,1-1-1,0 4 1,2-1-32,1 0-1,-1 0 0,1-1 1,0-1-1,0 1 0,1 0 1,-2 0-1,2 0 0,-1-1 0,1 0 1,4 2-1,6 2-13,88 42-1295,-101-47 1379,-1 0 1,1 0-1,0 0 1,-2 0 0,2 0-1,0 1 1,-1-1-1,1 0 1,-1 0 0,0 0-1,0 1 1,1 0 0,-1-1-1,0 1 1,0 0-1,0 0 1,-1-1 0,1 1-1,0 0 1,-1 0 0,1-1-1,-1 1 1,0 0-1,1 0 1,-1 0 0,0 0-1,0 0 1,-1 0 0,1 0-1,0 0 1,-1 0-1,1 0 1,-1-1 0,1 1-1,-1 0 1,-1 2 0,-1 2 226,0 0 1,0-1 0,0 1 0,0 0 0,-1-1 0,0 0 0,-1 0 0,0 0 0,-6 5 0,2-3-44,0-1 0,-1-1 0,1 0 0,-1 0 0,0-1 0,-1 0 0,2-2 0,-15 4 0,0-2 523,0 0 0,-40-1 0,63-3-680,4 0-1311,110 0-5794,-70 0 1668</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49.571"/>
    </inkml:context>
    <inkml:brush xml:id="br0">
      <inkml:brushProperty name="width" value="0.025" units="cm"/>
      <inkml:brushProperty name="height" value="0.025" units="cm"/>
    </inkml:brush>
  </inkml:definitions>
  <inkml:trace contextRef="#ctx0" brushRef="#br0">20 1 2809,'0'0'8203,"-4"2"-6555,-6 4-448,5-5 3525,6-1-4693,0 0-1,0 0 0,1 1 1,-1-1-1,0 1 1,0-1-1,0 0 0,0 1 1,0-1-1,-1 1 0,1 0 1,0 0-1,0 0 0,0-1 1,0 1-1,0 0 1,0 0-1,-1 0 0,1 1 1,-1-1-1,1 0 0,0 0 1,-1 0-1,0 0 1,1 1-1,-1 0 0,10 40 227,-9-33-145,2 7-80,0 1 0,-1 0 0,-1-1 0,-1 1 0,0-1 0,-1 2 0,-5 20 0,0-25 72,6-13-98,0 1 0,0-1 1,0 0-1,0 0 0,0 0 0,0 0 1,0 0-1,0 0 0,-1 0 0,1 0 1,0 0-1,0 0 0,0 0 0,0 0 1,0 0-1,0 0 0,-1 0 0,1 0 1,0 0-1,0 0 0,0 0 0,0 0 1,0 0-1,-1 0 0,1 0 0,0 0 1,0 0-1,0 0 0,0 0 0,0 0 1,0 0-1,0 0 0,-1 0 0,1 0 1,0-1-1,0 1 0,0 0 0,0 0 1,0 0-1,0 0 0,0 0 0,0 0 0,0 0 1,0 0-1,-1-1 0,1 1 0,0 0 1,0-2 3,-1 0 1,1 1 0,0 0-1,-1-1 1,1 0 0,0 1-1,0-1 1,0 0 0,0 0-1,1 0 1,-1 1 0,0-1-1,1-2 1,3-2-43,-1-1-1,0 0 1,1 2 0,0-2-1,1 1 1,0 1 0,-1-1-1,1 1 1,1-1-1,0 2 1,-1-1 0,12-6-1,3-2-24,1 1 0,35-14 0,-46 21-27,1 1 1,-1 0-1,1 1 1,-1 1-1,1 0 1,22-2 0,-33 4 103,0 0 0,1 0 1,-1 0-1,1 1 1,-1-1-1,0 0 1,1 0-1,-1 1 1,0-1-1,1 0 1,-1 0-1,0 1 1,1-1-1,-1 0 0,0 1 1,0-1-1,0 0 1,1 1-1,-1-1 1,0 0-1,0 1 1,0-1-1,0 0 1,1 0-1,-1 0 1,0 1-1,0-1 1,0 1-1,0-1 0,0 1 1,0 0-1,-1 15 347,1-14-281,3 43 451,-2-45-555,1 1 1,-1 0 0,0-1 0,1 1 0,-1-1 0,1 0 0,-1 1-1,0-1 1,0 0 0,1 0 0,-1 0 0,1 0 0,-1 0 0,1 0-1,1-1 1,0 1-107,9-1 11,1-2-1,-1 1 1,-1 0-1,2-2 1,-2-1 0,16-6-1,18-7-55,65-13-164,62-25 197,-173 65 3813,-9 16-3804,8-19 434,0 0-348,1 0-1,0 1 1,1-1 0,-1 13-1,1-17-352,0 0 0,0 1 0,0 0 0,0 0 0,0-1 0,1 1-1,-1 0 1,0-1 0,1 0 0,0 1 0,0-1 0,0 1 0,0-1-1,2 4 1,12 2-4962</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0.047"/>
    </inkml:context>
    <inkml:brush xml:id="br0">
      <inkml:brushProperty name="width" value="0.025" units="cm"/>
      <inkml:brushProperty name="height" value="0.025" units="cm"/>
    </inkml:brush>
  </inkml:definitions>
  <inkml:trace contextRef="#ctx0" brushRef="#br0">329 23 912,'0'0'19714,"-20"-4"-19326,-64-13-171,78 16-191,0 1 0,0 0 0,0 0 0,0 0 0,0 1 0,-1-1 0,2 2 0,-1-1 0,0 1 0,0 0-1,1 0 1,-1-1 0,0 2 0,1 0 0,0 0 0,0 1 0,-1-1 0,2 1 0,0 0 0,-9 8 0,-1 0 45,3-3-17,2-1-1,-1 1 0,1 1 1,-13 17-1,18-22-68,1 1 0,0-1 0,0 1 0,2-1 1,-2 1-1,1 0 0,1 0 0,-1 0 0,1 0 0,0 0 0,0 12 0,1-17-16,1 0 0,-1-1-1,0 1 1,1 0 0,-1 0-1,1-1 1,-1 1-1,1 0 1,-1-1 0,1 1-1,0 0 1,-1-1 0,1 1-1,0-1 1,0 1 0,-1-1-1,1 1 1,0-1-1,-1 0 1,0 1 0,1-1-1,0 0 1,0 0 0,0 0-1,0 0 1,0 1-1,-1-1 1,1 0 0,0 0-1,2-1 1,34 1-433,-25-1 275,-8 1 144,0-1 0,1 0 0,-1 0 1,1 0-1,-2-1 0,2 1 1,-1-1-1,0 0 0,0 0 0,0 0 1,-1 0-1,0-1 0,1 0 0,-1 0 1,1 0-1,-1 0 0,3-4 0,-2 2 191,-1 0-1,1 1 0,-1 0 0,-1-1 1,1-1-1,-1 1 0,1 1 0,-1-2 1,0 0-1,-1 1 0,1 0 0,-1-1 1,0-8-1,-1 14 186,0 8-154,-2 35-135,1-26-167,0 0-1,1 0 0,1-1 0,4 26 0,-4-39-6,1-1 0,-2 0-1,1 0 1,1-1 0,-1 1 0,1 0-1,0-1 1,0 1 0,0-1-1,0 1 1,0-1 0,0 1 0,0-1-1,-1 0 1,1 0 0,1 0-1,-1 0 1,0 0 0,1-1 0,-1 1-1,0-1 1,1 0 0,2 1 0,2-1-293,39 7-2653,2-6-1174</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0.331"/>
    </inkml:context>
    <inkml:brush xml:id="br0">
      <inkml:brushProperty name="width" value="0.025" units="cm"/>
      <inkml:brushProperty name="height" value="0.025" units="cm"/>
    </inkml:brush>
  </inkml:definitions>
  <inkml:trace contextRef="#ctx0" brushRef="#br0">281 1 1720,'0'0'16352,"-22"25"-14013,-75 83-713,80-89-1259,1 2-1,1 0 1,0 1 0,3 1 0,-1 0 0,2 0-1,-11 33 1,15-41-322,5-9-138,-6 15 144,0 1 1,-4 22-1,8-6-2355,4-38 2161,0 1 0,0-1 0,1 1 1,-1-1-1,0 1 0,0-1 0,0 0 0,0 1 0,1-1 1,-1 1-1,0-1 0,0 0 0,1 1 0,-1-1 1,0 0-1,1 1 0,-1-1 0,0 0 0,1 0 0,-1 1 1,1-1-1,-1 0 0,0 0 0,1 0 0,-1 0 0,1 1 1,-1-1-1,0 0 0,1 0 0,-1 0 0,2 0 1,15 1-3821,-13-2 2471,16 1-5343</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0.633"/>
    </inkml:context>
    <inkml:brush xml:id="br0">
      <inkml:brushProperty name="width" value="0.025" units="cm"/>
      <inkml:brushProperty name="height" value="0.025" units="cm"/>
    </inkml:brush>
  </inkml:definitions>
  <inkml:trace contextRef="#ctx0" brushRef="#br0">256 0 704,'0'0'22528,"-14"16"-21415,1-2-854,-1 0 71,0 2 0,1 0 0,1 2 0,-19 30 0,-2 21 168,2 1 1,-35 119 0,63-175-928,-1 0 0,1 0 0,1 0 0,0 18 0,2-31 231,1-1 0,0 1 0,0-1 0,-1 1 0,1-1-1,0 1 1,0-1 0,0 0 0,0 1 0,0-1-1,0 0 1,0 0 0,-1 0 0,0 0 0,1 0-1,0 0 1,0 0 0,0 0 0,0 0 0,0 0-1,0 0 1,1 0 0,2 0-758,25-2-4964,-3-5-2138</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1.093"/>
    </inkml:context>
    <inkml:brush xml:id="br0">
      <inkml:brushProperty name="width" value="0.025" units="cm"/>
      <inkml:brushProperty name="height" value="0.025" units="cm"/>
    </inkml:brush>
  </inkml:definitions>
  <inkml:trace contextRef="#ctx0" brushRef="#br0">103 0 4401,'0'0'13975,"-7"18"-13522,-26 57-197,32-73-247,0-1-1,0 0 0,0 1 0,0 0 0,0 0 0,1 1 0,-1-1 0,1 0 0,0 0 0,-1 0 0,1 0 1,0-1-1,0 2 0,0-1 0,1 0 0,-1 0 0,0 0 0,1 0 0,-1 0 0,1 0 0,0 0 1,0 0-1,0-1 0,0 1 0,0 0 0,0 0 0,0 0 0,1-1 0,-1 1 0,1 0 0,-1-1 1,1 1-1,-1-1 0,0 0 0,1 0 0,0 0 0,0 0 0,0-1 0,4 3 0,2 0 24,1-1-1,0 0 0,-1-1 0,1 0 1,-1 0-1,12-1 0,-19 0-31,3 1-27,-1-1 0,0 0-1,0 0 1,0-1 0,0 1-1,-1 0 1,1-1 0,0 0-1,0 0 1,0 0 0,0 0-1,-1 0 1,1-1 0,-1 1-1,4-3 1,-4 2-1,0-1 0,0 0 0,0 0 0,0 0 0,-1 0 0,0 0 1,0 1-1,0-1 0,0-1 0,0 1 0,-1 0 0,1-1 0,0-3 0,-1 5 5,1-2 110,0 0 1,-1 0-1,1 0 0,-1 1 0,0-2 1,0 1-1,0 0 0,-2-5 1,1 7-36,0 1 0,0 0 0,1 0 0,-1 0 1,0 0-1,0 0 0,0 0 0,0 1 0,0-1 0,0 0 1,0 0-1,-1 1 0,1-1 0,0 1 0,-1-1 0,1 1 1,0-1-1,-1 1 0,1 0 0,0 0 0,-1 0 0,1 0 0,0 0 1,0 0-1,0 0 0,-3 1 0,-6-2 25,1 2 0,-2 0 0,2 0-1,-1 1 1,1 0 0,-1 0 0,1 1 0,0 1 0,-1-1-1,2 1 1,-1 0 0,0 2 0,1-1 0,0 0 0,1 1-1,-1 0 1,-10 11 0,15-12-60,0-1-1,0 0 1,1 0 0,0 1-1,0 0 1,1-1-1,-1 1 1,0 0 0,1 1-1,0-1 1,0 6 0,-1 62-32,3-45 25,-1-15 19,0-8-77,-1 1-1,1-1 1,1 1-1,-1-1 1,1 1 0,0-1-1,3 8 1,-3-11-35,0 1 1,1-1-1,-2 0 1,2 0-1,-1-1 1,1 1-1,-1 0 0,1-1 1,0 0-1,0 1 1,0-1-1,0 0 1,0 1-1,0-1 1,-1 0-1,2 0 1,-1 0-1,0-1 0,1 1 1,-1 0-1,0-1 1,1 0-1,2 1 1,99 1-4856,-68-2 1910,32 0-4783</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1.443"/>
    </inkml:context>
    <inkml:brush xml:id="br0">
      <inkml:brushProperty name="width" value="0.025" units="cm"/>
      <inkml:brushProperty name="height" value="0.025" units="cm"/>
    </inkml:brush>
  </inkml:definitions>
  <inkml:trace contextRef="#ctx0" brushRef="#br0">268 1 2777,'0'0'21105,"-23"6"-20302,-72 20-252,90-25-522,1 0 1,1 0-1,-1 1 1,0-1-1,0 1 0,0 0 1,0 0-1,1 1 0,-1-1 1,1 1-1,-6 4 1,8-5-44,-1 0 1,2 0-1,0 0 1,-1 0-1,0 1 1,1-1 0,-1-1-1,1 1 1,0 1-1,-1-1 1,1 0 0,0 1-1,1 3 1,-1 4-131,1-4 16,0-1-1,0 0 0,0 1 0,1-1 0,0 1 0,0-2 0,1 1 0,0 0 0,0 0 1,5 7-1,-4-6 16,0 0 0,0-1 0,0 2 0,-2-1 0,1 0 1,-1 1-1,4 9 0,-6-14 107,1 0 1,-1-1-1,0 1 1,0 0-1,1 0 1,-1 0-1,0 0 1,-1 0-1,1-1 1,0 0-1,0 1 1,-1 0-1,1 0 1,-1-1-1,1 1 1,-1 0-1,0-1 1,0 1-1,0 0 0,0-1 1,0 1-1,0-1 1,0 0-1,-1 0 1,2 0-1,-3 2 1,-3 0 29,1-1-1,-1 0 1,2 0 0,-2-1 0,1 1 0,-1-1 0,-6 0-1,5 1-8,-60-1 231,56-1-9187,24-4 1749</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1.791"/>
    </inkml:context>
    <inkml:brush xml:id="br0">
      <inkml:brushProperty name="width" value="0.025" units="cm"/>
      <inkml:brushProperty name="height" value="0.025" units="cm"/>
    </inkml:brush>
  </inkml:definitions>
  <inkml:trace contextRef="#ctx0" brushRef="#br0">322 0 5265,'0'0'17084,"-27"23"-15711,-86 72-350,105-87-888,0 0 1,0-1-1,1 2 0,-1 0 0,2-1 0,0 1 0,-7 14 0,1-3 74,11-18-190,-24 39 321,-26 62 0,45-92-349,1 2 0,1-1 0,1 1 0,0-1 0,0 1-1,1 0 1,1 0 0,0 0 0,1 0 0,1 17 0,0-28-23,-1 0 1,1-1 0,-1 1-1,1 0 1,0-1-1,0 1 1,0-1 0,0 1-1,0-1 1,0 1-1,0-1 1,-1 0 0,2 0-1,-1 0 1,0 0-1,1 0 1,-1 0 0,1 0-1,-1-1 1,1 1-1,-1 0 1,1-1 0,0 1-1,2 0 1,43 7-970,-25-6 130,-1-1 1,1-1-1,-1 0 0,1-2 1,-1-1-1,1-1 0,38-11 0,5-12-5745</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2"/>
    </inkml:context>
    <inkml:brush xml:id="br0">
      <inkml:brushProperty name="width" value="0.025" units="cm"/>
      <inkml:brushProperty name="height" value="0.025" units="cm"/>
    </inkml:brush>
  </inkml:definitions>
  <inkml:trace contextRef="#ctx0" brushRef="#br0">1 26 5873,'0'0'17412,"210"0"-16020,-128 0-648,0-6-432,-8 0-303,-8 1-9,-16 0-793,-9 5-1079,-17-3-2305</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2.964"/>
    </inkml:context>
    <inkml:brush xml:id="br0">
      <inkml:brushProperty name="width" value="0.025" units="cm"/>
      <inkml:brushProperty name="height" value="0.025" units="cm"/>
    </inkml:brush>
  </inkml:definitions>
  <inkml:trace contextRef="#ctx0" brushRef="#br0">39 4 1616,'0'0'13634,"0"0"-13491,0 0 0,0 0 0,0-1 0,0 1 0,0 0-1,-1 0 1,1 0 0,0-1 0,0 1 0,0 0 0,0 0 0,-1 0 0,1-1 0,0 1 0,0 0 0,0 0 0,-1 0 0,1 0 0,0 0-1,0 0 1,-1 0 0,1-1 0,0 1 0,0 0 0,-1 0 0,1 0 0,0 0 0,0 0 0,-1 0 0,1 0 0,0 0 0,0 0-1,0 0 1,0 1 0,0-1 0,0 0 0,-1 0 0,1 0 0,0 0 0,-1 0 0,-5 23 86,2 1-1,0-1 1,-1 28 0,2 1-219,-1-3 374,2-18-1754,0-18-3878,7-32 297</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3.186"/>
    </inkml:context>
    <inkml:brush xml:id="br0">
      <inkml:brushProperty name="width" value="0.025" units="cm"/>
      <inkml:brushProperty name="height" value="0.025" units="cm"/>
    </inkml:brush>
  </inkml:definitions>
  <inkml:trace contextRef="#ctx0" brushRef="#br0">0 0 1424,'0'0'21325,"62"17"-21325,-50 6 0,-4 5-1032,-5 15-1665,-3-9-3096,0-3-6634</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3.790"/>
    </inkml:context>
    <inkml:brush xml:id="br0">
      <inkml:brushProperty name="width" value="0.025" units="cm"/>
      <inkml:brushProperty name="height" value="0.025" units="cm"/>
    </inkml:brush>
  </inkml:definitions>
  <inkml:trace contextRef="#ctx0" brushRef="#br0">0 34 1528,'0'0'16567,"14"4"-15130,-6 6-1307,-2-1-1,0 1 1,-1-1 0,1 2-1,5 18 1,-11-28-141,0-1 1,1 0 0,-1 1-1,0-1 1,0 0-1,1 0 1,-1 0 0,0 0-1,1 0 1,-1 0 0,0 1-1,0-1 1,1 0 0,-1 0-1,1 0 1,-1 1-1,0-1 1,1 0 0,-1 0-1,0 0 1,1 0 0,-1 0-1,1 0 1,-1 0-1,0 0 1,1 0 0,-1 0-1,0 0 1,1 0 0,-1 0-1,1 0 1,-1 0 0,0-1-1,1 1 1,-1 0-1,0 0 1,1 0 0,-1 0-1,0-1 1,1 1 0,-1 0-1,0 0 1,1 0-1,-1 0 1,0 0 0,0-1-1,0 1 1,1-1 0,15-15-397,-15 14 409,2 1-33,51-56-243,-48 52 290,1 1 0,-2-1 0,2 0-1,0 0 1,0 1 0,0 2 0,13-7 0,-19 9 12,0 0 0,0 0 1,-1 0-1,1 0 0,0 0 1,-1 0-1,1 0 0,0 0 1,-1 0-1,1 0 0,0 1 1,-1-1-1,1 0 0,0 0 1,-1 1-1,0-1 0,1 0 1,-1 1-1,1-1 1,-1 1-1,1-1 0,-1 1 1,1-1-1,-1 1 0,1-1 1,-1 1-1,0-1 0,1 1 1,-1 0-1,0-1 0,1 1 1,-1 0-1,0-1 0,0 0 1,0 1-1,0-1 0,0 1 1,1 0-1,-1-1 0,0 1 1,0 0-1,-1 1 0,1 38 233,0-28-163,0 45 145,0-45-5492,0 1-5579</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4.140"/>
    </inkml:context>
    <inkml:brush xml:id="br0">
      <inkml:brushProperty name="width" value="0.025" units="cm"/>
      <inkml:brushProperty name="height" value="0.025" units="cm"/>
    </inkml:brush>
  </inkml:definitions>
  <inkml:trace contextRef="#ctx0" brushRef="#br0">111 1 1400,'0'0'19410,"-10"28"-18550,-28 87-168,32-95-418,2 0 0,0 0 0,-3 34 0,0 1-50,-6 2-188,6-36-326,3 1 0,0 0 0,-3 37 0,8-58 144,-1-1 1,1 0-1,-1 1 0,1-1 0,-1 1 1,1-1-1,-1 0 0,1 0 0,0 1 0,-1-1 1,1 0-1,-1 0 0,1 0 0,0 0 1,-1 1-1,1-1 0,-1 0 0,1 0 0,-1 0 1,0 0-1,1-1 0,-1 1 0,1 0 1,0 0-1,3 0-451,11 0-691,19 1-2421,-13-4-2252,-4-7-1398</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4.376"/>
    </inkml:context>
    <inkml:brush xml:id="br0">
      <inkml:brushProperty name="width" value="0.025" units="cm"/>
      <inkml:brushProperty name="height" value="0.025" units="cm"/>
    </inkml:brush>
  </inkml:definitions>
  <inkml:trace contextRef="#ctx0" brushRef="#br0">1 9 9114,'0'0'13955,"32"-9"-13347,-8 9-312,8 0-296,5 3-16,31 0-1368,-9-3-3009,-2 0-5185</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5.377"/>
    </inkml:context>
    <inkml:brush xml:id="br0">
      <inkml:brushProperty name="width" value="0.025" units="cm"/>
      <inkml:brushProperty name="height" value="0.025" units="cm"/>
    </inkml:brush>
  </inkml:definitions>
  <inkml:trace contextRef="#ctx0" brushRef="#br0">1 43 1320,'0'0'13565,"32"-8"-7728,10 3-5548,1 0 1,62 3 0,7-1-444,-28-5-547,-71 4-679,-20 0-2174,-24 1-2830,-33 3-2076,36 0 7566</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5.899"/>
    </inkml:context>
    <inkml:brush xml:id="br0">
      <inkml:brushProperty name="width" value="0.025" units="cm"/>
      <inkml:brushProperty name="height" value="0.025" units="cm"/>
    </inkml:brush>
  </inkml:definitions>
  <inkml:trace contextRef="#ctx0" brushRef="#br0">3 1 1424,'0'0'6431,"-3"8"1608,77-7-3815,46 0-4035,-6 0 811,-47-1 4348,-68 0-4888,-1 2 217</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7.563"/>
    </inkml:context>
    <inkml:brush xml:id="br0">
      <inkml:brushProperty name="width" value="0.025" units="cm"/>
      <inkml:brushProperty name="height" value="0.025" units="cm"/>
    </inkml:brush>
  </inkml:definitions>
  <inkml:trace contextRef="#ctx0" brushRef="#br0">466 43 1528,'0'0'14783,"0"-4"-13457,0 3-1160,0 0-1,0 0 0,0-1 1,0 1-1,-1 0 1,1 1-1,0-1 0,-1 0 1,1 0-1,-1 0 1,1-1-1,-1 1 0,0 0 1,1 0-1,-1 1 1,0-1-1,1 0 1,-1 0-1,0 0 0,-1-1 1,-1 0-37,0 0 1,0 1 0,0 0 0,0 0-1,-1 0 1,2 0 0,-1 0-1,-6 0 1,-3-1-127,-1 0 0,0 1 1,1 0-1,-1 1 0,0 1 0,0 0 0,0 1 0,1 0 0,-1 1 0,1 0 1,-1 1-1,2 1 0,-2 0 0,2 0 0,-1 1 0,-11 9 0,-1 2 1,1 1-1,-42 42 0,53-48-17,1 1 1,1 0-1,0 1 0,1 0 0,1 0 1,-12 27-1,18-34-9,0 0 0,1-1 0,0 1 0,0 0 0,0-1-1,1 1 1,1 7 0,-1 0-62,0-13 72,1 0 0,-1 0 1,1 0-1,0 0 0,-1 0 0,1 0 0,0 0 0,0-1 0,0 1 0,0 0 0,0-1 0,0 1 0,-1 0 0,1-1 0,0 1 0,0 0 0,0-1 0,0 1 1,0-1-1,0 0 0,1 1 0,-1-1 0,0 0 0,0 0 0,0 0 0,1 0 0,-1 0 0,0 0 0,0 0 0,2-1 0,38-2-60,-34 1 71,1-1 1,0 0 0,0-1 0,-1 0 0,0-1 0,1 0-1,-1 1 1,8-9 0,51-51-401,-57 55 338,0-2 262,33-36-893,-39 44 985,-1-1-1,1 1 1,-1-1-1,0 0 1,-1 0-1,1 1 1,-1-1-1,1 0 1,-1 0-1,0-1 1,0 2-1,0-6 1,-2 27-13,2 0 1,0 0 0,1 1 0,1-1-1,7 26 1,-9-40-377,1 1 0,0-1 1,0 1-1,0-1 0,0-1 0,1 1 0,0 0 0,-1 0 0,1 0 1,0 0-1,0-2 0,1 1 0,0 1 0,-1-1 0,0 0 0,1-1 0,1 1 1,-1-1-1,0-1 0,0 1 0,0 0 0,1-1 0,0 1 0,-1-1 1,0 0-1,1-1 0,7 1 0,141 0-12118,-104-1 4006</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8.499"/>
    </inkml:context>
    <inkml:brush xml:id="br0">
      <inkml:brushProperty name="width" value="0.025" units="cm"/>
      <inkml:brushProperty name="height" value="0.025" units="cm"/>
    </inkml:brush>
  </inkml:definitions>
  <inkml:trace contextRef="#ctx0" brushRef="#br0">681 1 2841,'0'0'12858,"-27"6"-6922,-361-6-5086,371 1-850,1 0 0,0 2 0,1-1 0,-2 2 0,2 0 0,-24 11 0,-1 0 0,40-15 36,-1 1 1,1 0-1,-1-1 0,1 1 1,-1 0-1,1 0 0,-1 0 1,1 0-1,0 0 0,-1 0 1,1 0-1,0 0 0,0 0 1,0 0-1,0 0 0,0 0 1,0 0-1,0 0 1,0 0-1,0 0 0,1 0 1,0 2-1,5 22 61,-3-10-70,0 0 0,-1 0 0,0 1 0,-1 0 0,-1-1 0,-2 18 0,1 9-5,-2-12-13,1 0 0,-3-2 0,-1 1 1,-2 0-1,0-2 0,-14 32 0,7-17 14,-15 64 1,29-105-32,1-1 1,0 1 0,0-1-1,-1 1 1,1-1-1,0 1 1,0 0 0,0 0-1,0 0 1,0-1 0,0 1-1,0 0 1,0 0 0,0 0-1,0-1 1,0 1-1,0 0 1,1 0 0,-1-1-1,0 1 1,1 0 0,-1 0-1,0-1 1,1 1-1,-1 0 1,1-1 0,-1 1-1,1-1 1,-1 1 0,1 0-1,0-1 1,0 1-1,2-1-3,-1 0-1,1 1 0,0-1 0,0 0 1,0 0-1,0 0 0,0-1 1,2 1-1,-2 0 49,20-5 72,-1-1 0,0-1 1,0 0-1,27-15 1,13-4 359,-42 18-207,-14 5-108,-1 1 1,2 0 0,-1 0 0,0 0 0,1 0 0,7 0-1,-13 2 415,-1 0-545,57 0-6264,-30 0 225,2 0-6024</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9.008"/>
    </inkml:context>
    <inkml:brush xml:id="br0">
      <inkml:brushProperty name="width" value="0.025" units="cm"/>
      <inkml:brushProperty name="height" value="0.025" units="cm"/>
    </inkml:brush>
  </inkml:definitions>
  <inkml:trace contextRef="#ctx0" brushRef="#br0">1 92 1400,'0'0'11708,"3"-5"-10097,57-57 651,-35 37 915,-26 30-3082,0 0 0,0-2 0,-1 2 1,1-1-1,-1 1 0,-4 5 1,-3 12 25,7-11-97,0-1 1,1 2-1,0-2 1,1 18-1,0-16-76,4-11-318,-1 0 0,1 0 0,0-1-1,-1 1 1,1-1 0,0 0 0,0 0-1,4-1 1,0 1-241,58 0-4226,-38 0 1651</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8:59.354"/>
    </inkml:context>
    <inkml:brush xml:id="br0">
      <inkml:brushProperty name="width" value="0.025" units="cm"/>
      <inkml:brushProperty name="height" value="0.025" units="cm"/>
    </inkml:brush>
  </inkml:definitions>
  <inkml:trace contextRef="#ctx0" brushRef="#br0">43 18 1040,'0'0'20530,"-6"-3"-19131,1-1-823,-10-4-118,-1 6 2969,15 2-2742,5 4-3301,37 10-5913,-23-10 553</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00.561"/>
    </inkml:context>
    <inkml:brush xml:id="br0">
      <inkml:brushProperty name="width" value="0.025" units="cm"/>
      <inkml:brushProperty name="height" value="0.025" units="cm"/>
    </inkml:brush>
  </inkml:definitions>
  <inkml:trace contextRef="#ctx0" brushRef="#br0">4 0 2761,'0'0'9175,"0"4"-7377,-1 2-1875,1-5 217,-1-1 1,1 0-1,0 1 0,-1 0 1,1 0-1,0 0 1,0 0-1,0 0 0,0 0 1,0 0-1,0-1 1,0 1-1,0 0 0,0 0 1,0 0-1,1 0 1,-1 0-1,0 0 1,0-1-1,1 1 0,-1 0 1,1 0-1,-1 0 1,1-1-1,-1 1 0,1 0 1,-1-1-1,1 0 1,0 1-1,-1-1 0,1 1 1,0-1-1,0 1 1,-1-1-1,1 1 0,-1-1 1,1 0-1,0 1 1,-1-1-1,2 1 0,40 6 332,0-1 0,1-2 0,70-3-1,-34-1-364,103 1 777,-181 31 1340,-10 168-1485,0-2 269,7-117 840,-21-89-1687,1 3-153,0 1-1,-1 0 1,0 2-1,1 1 1,-42 3-1,11 0-6,40-3-3,-1 1 0,0 1 1,1 0-1,-1 1 1,0 0-1,1 1 0,0 1 1,-20 7-1,31-10 3,1 0 0,-1 0 0,0 0 0,1 0 0,0 0 0,-1 1 0,0-1 0,1 1 0,-1-1 0,1 0 0,0 0 0,-1 1 0,1 0 0,0 0 0,-1 3 0,2-5 296,6 1-847,0 0-1,-2 0 0,2 0 1,0 1-1,0 0 0,-2 0 1,11 3-1,8 5-4886,-2-4-2846</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01.082"/>
    </inkml:context>
    <inkml:brush xml:id="br0">
      <inkml:brushProperty name="width" value="0.025" units="cm"/>
      <inkml:brushProperty name="height" value="0.025" units="cm"/>
    </inkml:brush>
  </inkml:definitions>
  <inkml:trace contextRef="#ctx0" brushRef="#br0">26 1 17860,'0'0'14155,"-25"0"-13907,31 0-2841,10 19 121,1 4-2049,-5-6-3705</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01.304"/>
    </inkml:context>
    <inkml:brush xml:id="br0">
      <inkml:brushProperty name="width" value="0.025" units="cm"/>
      <inkml:brushProperty name="height" value="0.025" units="cm"/>
    </inkml:brush>
  </inkml:definitions>
  <inkml:trace contextRef="#ctx0" brushRef="#br0">304 0 14947,'0'0'12211,"-117"177"-11955,91-144-256,-1 10-88,-22 28-1609,7-11-4120,-1-7-6177</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6.774"/>
    </inkml:context>
    <inkml:brush xml:id="br0">
      <inkml:brushProperty name="width" value="0.025" units="cm"/>
      <inkml:brushProperty name="height" value="0.025" units="cm"/>
    </inkml:brush>
  </inkml:definitions>
  <inkml:trace contextRef="#ctx0" brushRef="#br0">488 172 328,'0'0'5452,"17"-7"-4431,-14-7 7533,-4-2-3682,-4-4-2651,-4-11-3151,-4-17 657,13 47 270,0-1 0,0 1 0,0 0 0,0-1 0,-1 0 0,1 1 0,0-1 0,-1 1 0,1-1 0,0 1 0,-1-1 0,0 1 0,1-1 0,-1 1 0,0 0 1,0 0-1,0 0 0,0 0 0,0 0 0,-1 0 0,-1-2 0,0 2-6,0 0 0,1 1 0,-1-1 0,-1 0 0,1 1 0,0 0 0,-1 0 0,-4 0 0,-5 1 40,-110-1-278,122 0 244,-1 0 0,1 0 0,-1 1 0,0-1 1,1 1-1,0-1 0,0 1 0,-1 0 0,1 0 0,-1-1 0,1 1 0,0 0 0,-1 0 0,1 0 1,0 0-1,0 0 0,0 0 0,0 0 0,0 1 0,0-1 0,0 1 0,0-1 0,1 0 0,-1 1 0,1-1 1,0 1-1,-1 0 0,1 1 0,-3 7-22,0 2 1,-2 21 0,3-13 40,-61 229 61,5-22 124,37-110 230,6 1-1,-3 185 0,18-30 609,-20-274-2599,16-4 851,0 0 1,-1-1-1,1 1 0,1 0 1,-1-1-1,2 0 0,-1 1 1,0-2-1,-3-10 0,-1-2-2175,-5-10-2342</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7.264"/>
    </inkml:context>
    <inkml:brush xml:id="br0">
      <inkml:brushProperty name="width" value="0.025" units="cm"/>
      <inkml:brushProperty name="height" value="0.025" units="cm"/>
    </inkml:brush>
  </inkml:definitions>
  <inkml:trace contextRef="#ctx0" brushRef="#br0">0 112 3425,'0'0'11286,"15"-1"-10158,140-23-372,174-51-1,-297 64 1591</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7.803"/>
    </inkml:context>
    <inkml:brush xml:id="br0">
      <inkml:brushProperty name="width" value="0.025" units="cm"/>
      <inkml:brushProperty name="height" value="0.025" units="cm"/>
    </inkml:brush>
  </inkml:definitions>
  <inkml:trace contextRef="#ctx0" brushRef="#br0">275 89 6953,'0'0'11583,"-6"0"-11203,0-1-342,0 1 0,-1 0 0,1 0 0,-1 0 0,0 1 0,1 0 1,0 0-1,-1 1 0,1 0 0,-10 4 0,-3 4 34,0 0 0,0 2 1,1 0-1,1 2 1,-26 24-1,38-34-71,0 0 0,0 2 0,0-1 0,2 1 0,-1-1 0,0 1 0,1 0 0,-1-1-1,1 2 1,2-1 0,-2 1 0,1-1 0,0 1 0,1-1 0,-1 0 0,2 2 0,-1-1 0,1-1 0,0 1 0,0 0 0,1-1 0,1 11 0,0-14 0,-1-1-1,1 1 1,0 0-1,-1 0 1,1-1 0,0 1-1,0-1 1,1 1 0,-1-2-1,1 1 1,0 0 0,-1 0-1,0 0 1,1 0 0,0-1-1,0 1 1,6 1-1,6 2 4,-1 0 0,20 3 0,-11-3-5,-1-2 1,1-2 0,-2 0-1,25-3 1,-41 2 1,-1 0 0,1-1 0,-1 0 0,0-1 0,0 1 0,1-1-1,-1 0 1,0 0 0,0-1 0,0 1 0,-1-1 0,1 1 0,0-1 0,-2 0 0,2-1 0,-1 1-1,0-1 1,0 0 0,0 2 0,-1-2 0,1-1 0,-2 1 0,1 0 0,2-8 0,2-1 4,-2-1 1,0 0 0,-2 1 0,1-2-1,-1 1 1,0-24 0,-1 5 36,0 13 66,-1-1 0,-5-36 0,4 52-37,0 0 1,0 0-1,0 1 1,0-1-1,0 0 0,-1 0 1,-1 2-1,1-2 0,-1 1 1,0-1-1,0 1 0,0 1 1,1-1-1,-2 0 0,1 1 1,-9-6-1,10 8-78,1-1 0,-2 1 1,1 0-1,0 0 0,-1 0 0,1 0 0,-1 0 1,0 1-1,1-1 0,0 1 0,0-1 0,-1 1 1,0 0-1,1 0 0,-1 1 0,0-1 1,1 0-1,0 1 0,0-1 0,-1 1 0,1 0 1,-1 0-1,1 0 0,-4 2 0,4-1-357,1-2 0,-1 2-1,0-1 1,0 1 0,1 0-1,-1-1 1,0 1 0,1 0 0,0 0-1,-1 0 1,1 0 0,0 1-1,0-2 1,0 1 0,0 0 0,0 5-1,-1 7-5244</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8.312"/>
    </inkml:context>
    <inkml:brush xml:id="br0">
      <inkml:brushProperty name="width" value="0.025" units="cm"/>
      <inkml:brushProperty name="height" value="0.025" units="cm"/>
    </inkml:brush>
  </inkml:definitions>
  <inkml:trace contextRef="#ctx0" brushRef="#br0">1 119 8386,'0'0'11786,"17"19"-10859,54 58-219,-63-68-648,-2-1 0,1 2 0,-1-2-1,-1 2 1,0 0 0,1 0 0,-2 0 0,-1 1-1,4 12 1,1-1 5,-6-16-18,0 1-1,0 0 1,-2 0 0,2 12 0,-2-19 259,-1 0-275,0 0 1,1-1-1,-2 1 0,1 0 0,0-1 0,0 1 0,0-1 1,0 0-1,0 1 0,0-1 0,0 0 0,0 1 1,0-1-1,0 0 0,0 0 0,0 0 0,1 0 0,-1 0 1,0 0-1,1 0 0,-1 0 0,1 0 0,-1 0 0,1 0 1,-1 0-1,1 0 0,0 0 0,-1 0 0,1 0 1,0-1-1,0 0 0,-2-44 37,2 38 16,-1-47 59,-1 21-109,5-64 0,-2 90-35,0 0 0,0-1 0,1 2 0,0-1 0,1-1 0,0 2 0,0-1 0,1 2 0,-1-2 0,1 1 0,1 1 0,0-1 0,5-7 0,-7 13-265,-1-1-1,1 1 1,0 0-1,0 0 1,-1 0-1,1 0 1,-1 0-1,1 0 1,0 1-1,0-1 1,0 1 0,0 0-1,0 0 1,-1 0-1,1 0 1,5 1-1,7 0-3453,1-1-3793</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48.948"/>
    </inkml:context>
    <inkml:brush xml:id="br0">
      <inkml:brushProperty name="width" value="0.025" units="cm"/>
      <inkml:brushProperty name="height" value="0.025" units="cm"/>
    </inkml:brush>
  </inkml:definitions>
  <inkml:trace contextRef="#ctx0" brushRef="#br0">578 1 4545,'0'0'13387,"-14"5"-12878,-29 17 22,1 2 0,2 1 0,-52 44-1,41-29-157,2 3 0,-70 80-1,105-106-323,-1 1 0,3 0-1,-1 2 1,3-1 0,-1 1-1,2 1 1,0 0-1,2 0 1,0 1 0,1 0-1,-4 29 1,7-25-11,1-2 0,2 46 0,1-61-17,0-2 0,0 2 0,1-1 0,0 0 0,1 0 0,-2-1 0,3 1 0,-1 0 0,1-1 0,0 0 0,1 0 0,6 9 0,1-2 148,1-1 1,0-1 0,2 1-1,-1-2 1,0 0-1,1-1 1,1 0-1,0-2 1,0 0-1,1-1 1,1-1 0,-1 0-1,21 4 1,-30-11-1701,-12-8-4034,-2-3 1448,3 1-3424</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1.656"/>
    </inkml:context>
    <inkml:brush xml:id="br0">
      <inkml:brushProperty name="width" value="0.025" units="cm"/>
      <inkml:brushProperty name="height" value="0.025" units="cm"/>
    </inkml:brush>
  </inkml:definitions>
  <inkml:trace contextRef="#ctx0" brushRef="#br0">4 0 4081,'0'0'14066,"0"12"-12453,0 113 712,0-96-8567,-1-48 1888,-1-3-870</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1.877"/>
    </inkml:context>
    <inkml:brush xml:id="br0">
      <inkml:brushProperty name="width" value="0.025" units="cm"/>
      <inkml:brushProperty name="height" value="0.025" units="cm"/>
    </inkml:brush>
  </inkml:definitions>
  <inkml:trace contextRef="#ctx0" brushRef="#br0">0 0 4545,'0'0'17084,"23"0"-16668,-20 0-144,0 0-152,0 0-120,-1 0-32,-2 6-256,3 5-1145,0 6-1615,0 1-2761,0-4-4850</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2.384"/>
    </inkml:context>
    <inkml:brush xml:id="br0">
      <inkml:brushProperty name="width" value="0.025" units="cm"/>
      <inkml:brushProperty name="height" value="0.025" units="cm"/>
    </inkml:brush>
  </inkml:definitions>
  <inkml:trace contextRef="#ctx0" brushRef="#br0">0 0 8650,'157'133'4122,"-123"-107"-1735,-32-26-1994,-1 0-1,1 0 1,0 0 0,-1 0-1,1 0 1,-1 0-1,0 0 1,1 1-1,0-1 1,-1 1 0,1 0-1,0-1 1,-1 1-1,1 0 1,-1 0 0,0 0-1,1 0 1,1 1-1,-2 1-247,1 0-1,-1 0 1,1 0-1,-1 0 0,1 0 1,-1 0-1,1 6 1,3 5 348,-5-13-514,1 1 0,-1-1 1,1 0-1,0 1 1,-1-1-1,1 0 1,0 0-1,-1 0 0,1 0 1,0 0-1,0 0 1,0 0-1,0 0 1,0 0-1,0-1 0,0 1 1,1 0-1,-1 0 1,0-1-1,1 1 1,-1-1-1,0 1 0,1-1 1,-1 0-1,2 1 1,1-1-153,2 0-1,-1 0 1,0 0 0,-1 0 0,10-3 0,10-2 87,0 1-1,43-1 1,-66 5 242,2 36-1164,-3 10-6028,0-35 1844</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2.701"/>
    </inkml:context>
    <inkml:brush xml:id="br0">
      <inkml:brushProperty name="width" value="0.025" units="cm"/>
      <inkml:brushProperty name="height" value="0.025" units="cm"/>
    </inkml:brush>
  </inkml:definitions>
  <inkml:trace contextRef="#ctx0" brushRef="#br0">35 1 8106,'0'0'11840,"-4"30"-11046,-15 91-84,14-90-324,1 1 0,2 61 0,2-51-397,0-41-76,0 0 0,0 0 1,0 0-1,0 0 0,1 0 0,-1 1 1,0-1-1,0 0 0,1 0 0,-1 0 1,1 0-1,-1 0 0,1 1 0,-1-1 1,1 0-1,0 0 0,0 0 0,-1-1 1,1 1-1,0 0 0,0 0 0,0-1 1,-1 0-1,1 1 0,0 0 0,0-1 1,0 1-1,0-1 0,2 1 0,2 1-775,0-1-1,-1-1 0,2 1 1,-1-1-1,8 0 0,-4 0-541,8 0-2776</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2.892"/>
    </inkml:context>
    <inkml:brush xml:id="br0">
      <inkml:brushProperty name="width" value="0.025" units="cm"/>
      <inkml:brushProperty name="height" value="0.025" units="cm"/>
    </inkml:brush>
  </inkml:definitions>
  <inkml:trace contextRef="#ctx0" brushRef="#br0">1 4 6729,'0'0'8250,"153"-3"-7274,-94 3-600,23 0-376,-10 0-480,-7 0-3673</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06.882"/>
    </inkml:context>
    <inkml:brush xml:id="br0">
      <inkml:brushProperty name="width" value="0.025" units="cm"/>
      <inkml:brushProperty name="height" value="0.025" units="cm"/>
    </inkml:brush>
  </inkml:definitions>
  <inkml:trace contextRef="#ctx0" brushRef="#br0">296 0 3393,'0'0'12590,"0"14"-11720,11 154 2116,-6 110-573,-8-156-1669,4-72-442,-2 0 0,-15 83 0,15-130-298,-5 36 206,-3-1 0,-1 0 0,-30 70 1,39-106-187,1-1 0,-1 1 0,0-1 0,1 0 1,0 1-1,-1-1 0,0 0 0,0-1 0,0 2 1,0-1-1,0 0 0,-1 0 0,1 0 0,0 0 1,0 0-1,-1-1 0,1 1 0,-1 0 0,1-1 1,0 1-1,-1-1 0,1 1 0,0-1 0,0 0 1,-1 1-1,0-1 0,1 0 0,-1 0 0,1 0 1,-1 0-1,1 0 0,-1-1 0,1 1 0,-1 0 1,1-1-1,-1 1 0,2-1 0,-2 0 0,1 1 1,-1-1-1,1 0 0,0 0 0,0 0 0,-1 0 1,1 0-1,0 0 0,-1-1 0,-12-16 127,0-1 0,2 0 0,1-1 1,-12-27-1,11 22-3,-1 2 1,-21-32 0,21 43-308,4 5-2573,2-1-4465,2 1 313</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07.848"/>
    </inkml:context>
    <inkml:brush xml:id="br0">
      <inkml:brushProperty name="width" value="0.025" units="cm"/>
      <inkml:brushProperty name="height" value="0.025" units="cm"/>
    </inkml:brush>
  </inkml:definitions>
  <inkml:trace contextRef="#ctx0" brushRef="#br0">23 14 3265,'0'0'17701,"-9"22"-16746,9-22-928,-1 0 0,1 0 0,-1 0 0,1 0 0,-1 0 0,1 0 0,0 0 0,0 0 0,-1 0 0,0-1 0,1 1 1,-1 0-1,1 0 0,0 0 0,-1-1 0,1 1 0,-1 0 0,1 0 0,-1-1 0,1 1 0,-1 0 0,1-1 0,0 1 0,-1 0 0,1 0 1,0 0-1,0-1 0,-1 1 0,1-1 0,0 1 0,0-1 0,-1 1 0,1-1 0,0 1 0,0-1 0,0 1 0,0-1 0,0 1 0,0-1 1,0 1-1,0-1 0,0 1 0,0-1 0,0 1 0,0-2 0,0 2-31,0-1 0,0 0 1,0 0-1,-1 1 0,1-1 0,0 0 0,0 1 0,0-1 1,0 0-1,1 0 0,-1 1 0,0-1 0,0 0 1,0 1-1,0 0 0,1-1 0,-1 0 0,0 1 0,1-1 1,-1 0-1,1 1 0,-1-1 0,1 1 0,-1-1 1,1 1-1,-1-1 0,1 1 0,-1-1 0,1 1 0,0-1 1,-1 1-1,1 0 0,0-1 0,-1 1 0,0 0 1,1-1-1,1 1 0,-1 0 6,0 1 1,0-1-1,0 1 0,0-1 1,0 1-1,0 0 0,0-1 1,0 1-1,0 0 0,0 0 1,0 0-1,-1-1 0,1 1 1,0 0-1,0 0 0,-1-1 1,1 1-1,-1 0 0,1 1 1,-1-1-1,1 0 0,-1 0 1,0 0-1,0 0 0,0 0 1,0 1-1,0-1 0,0 0 1,0 0-1,0 3 0,0 47 189,0-36-97,0-12 88,0 0-28,0-1 0,0 0 1,0 1-1,0-1 0,0 1 0,0-1 1,0-1-1,0 2 0,-1-1 0,0 0 1,-1 5-1,1-11-99,0 1 1,1-1-1,-1 1 1,1 0-1,0-1 1,0 1-1,0-8 1,1 3-619,0 6-2206,2 1-2006,4-2-5491</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4.174"/>
    </inkml:context>
    <inkml:brush xml:id="br0">
      <inkml:brushProperty name="width" value="0.025" units="cm"/>
      <inkml:brushProperty name="height" value="0.025" units="cm"/>
    </inkml:brush>
  </inkml:definitions>
  <inkml:trace contextRef="#ctx0" brushRef="#br0">1 21 4641,'0'0'12811,"7"0"-11474,55 1 407,-23 1-1601,-1-2 0,1-2 0,-1-1 0,61-12 1,-93 12-4432,-12 3 2395,-16 4-1613,3 6-1127</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19:54.904"/>
    </inkml:context>
    <inkml:brush xml:id="br0">
      <inkml:brushProperty name="width" value="0.025" units="cm"/>
      <inkml:brushProperty name="height" value="0.025" units="cm"/>
    </inkml:brush>
  </inkml:definitions>
  <inkml:trace contextRef="#ctx0" brushRef="#br0">1 1 3577,'0'2'15731,"6"2"-14223,148-3-658,0 1 3887,-154 11-13699,0-4 3972</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5.663"/>
    </inkml:context>
    <inkml:brush xml:id="br0">
      <inkml:brushProperty name="width" value="0.025" units="cm"/>
      <inkml:brushProperty name="height" value="0.025" units="cm"/>
    </inkml:brush>
  </inkml:definitions>
  <inkml:trace contextRef="#ctx0" brushRef="#br0">1 222 5441,'0'0'6626,"4"0"-5903,-1-1 0,1 1 1,-1-1-1,1 1 1,0-1-1,5-3 0,36-51-129,78-104 169,-120 161 1590,-3 9-1846,1 16-435,-2-11 57,-2 2-1,-1-2 0,-8 24 1,7-24-87,0 0 0,1 2 0,-4 25 0,8-40-41,-1 13 7,1-1-1,1 22 1,0-36-7,-1 0 0,1 0 0,0 1 0,-1-1 0,1 0 0,0 0 0,0 0 0,-1 0 0,1 0 0,0 0 1,0 0-1,0 0 0,0-1 0,0 0 0,1 1 0,-1 0 0,0-1 0,0 1 0,0 0 0,1-1 0,-2 0 0,1 1 0,1-1 0,-1 0 1,0 0-1,1 1 0,1-1 0,44 0 42,-36 0-38,18 1-42,-17 0-572,0-1-1,-1 0 1,21-3-1,-32 3 376,1 0 0,-1 0 0,1 0-1,-1-1 1,1 1 0,-1 0 0,0 0-1,1 0 1,-1-1 0,1 1 0,-1 0-1,1-1 1,-1 1 0,0 0 0,0-1-1,0 1 1,0 0 0,1-1 0,-1 1 0,0 0-1,1 0 1,-1-1 0,0 1 0,0 0-1,0-1 1,1 1 0,-1-1 0,0 1-1,0-1 1,0 1 0,0-1 0,0 1-1,0-1 1,0 1 0,0-2 0,0-7-7781</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6.203"/>
    </inkml:context>
    <inkml:brush xml:id="br0">
      <inkml:brushProperty name="width" value="0.025" units="cm"/>
      <inkml:brushProperty name="height" value="0.025" units="cm"/>
    </inkml:brush>
  </inkml:definitions>
  <inkml:trace contextRef="#ctx0" brushRef="#br0">60 86 11923,'0'0'10442,"-2"-13"-9751,0-4-445,-2-37 917,-28 53 896,30 1-2018,1 2-24,1 7 75,-7 22-1945,-2 1-3956,8-15 352</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6.871"/>
    </inkml:context>
    <inkml:brush xml:id="br0">
      <inkml:brushProperty name="width" value="0.025" units="cm"/>
      <inkml:brushProperty name="height" value="0.025" units="cm"/>
    </inkml:brush>
  </inkml:definitions>
  <inkml:trace contextRef="#ctx0" brushRef="#br0">1 1 6105,'0'0'12642,"2"7"-11387,5 22-535,-3 0 1,0 1-1,-1-1 1,-2 36-1,1-2-312,8 113-241,-8-168-150</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7.426"/>
    </inkml:context>
    <inkml:brush xml:id="br0">
      <inkml:brushProperty name="width" value="0.025" units="cm"/>
      <inkml:brushProperty name="height" value="0.025" units="cm"/>
    </inkml:brush>
  </inkml:definitions>
  <inkml:trace contextRef="#ctx0" brushRef="#br0">1 32 3937,'0'0'13871,"24"0"-13216,21 0-692,1-3 1,-1-1 0,50-12-1,-49 8 2930,-38 8-9867,1 0 1468</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28.379"/>
    </inkml:context>
    <inkml:brush xml:id="br0">
      <inkml:brushProperty name="width" value="0.025" units="cm"/>
      <inkml:brushProperty name="height" value="0.025" units="cm"/>
    </inkml:brush>
  </inkml:definitions>
  <inkml:trace contextRef="#ctx0" brushRef="#br0">6 0 5233,'0'0'10110,"0"30"-7336,0 519 1664,-3-456-3836,0-7 3251,6-87-3740,-3 2-188,1-1-1,-1 0 1,0 0-1,1 0 1,-1 0-1,0 0 0,0 0 1,1 0-1,-1 0 1,0 0-1,0 0 1,1 0-1,-1 0 1,0 0-1,1 0 0,-1 0 1,0 0-1,0 0 1,1 0-1,-1 0 1,0 0-1,0-1 0,1 1 1,-1 0-1,0 0 1,0 0-1,1 0 1,-1-1-1,0 1 0,0 0 1,0 0-1,0 0 1,0-1-1,0 1 1,0 0-1,0 0 0,0-1 1,0-9-6628</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2.568"/>
    </inkml:context>
    <inkml:brush xml:id="br0">
      <inkml:brushProperty name="width" value="0.025" units="cm"/>
      <inkml:brushProperty name="height" value="0.025" units="cm"/>
    </inkml:brush>
  </inkml:definitions>
  <inkml:trace contextRef="#ctx0" brushRef="#br0">11 23 2905,'0'0'12966,"1"0"-12666,0 0 0,0 0 0,0 0 0,0 0 0,0 1 0,0-1 0,0 0-1,0 1 1,0-1 0,0 1 0,0-1 0,0 1 0,1 0 0,-2 7-130,1-3-108,-1-1 0,0 1 0,-1-1 0,1 1-1,-1 0 1,0 0 0,0-1 0,0 0 0,-3 7 0,6-18 682,-2 5-743,0 0-1,0 1 1,1 0-1,-1-1 1,1 1-1,-1-1 1,1 1-1,0-1 1,-1 1-1,1-1 1,0 1-1,0-1 1,0 1-1,0 0 1,2-2-1,-3 2-2,2 0 1,0 0-1,0-1 0,0 1 0,0 0 0,0 0 1,0 0-1,0 0 0,1 0 0,-1 0 0,-1 1 1,1-1-1,1 1 0,-1 0 0,0-1 0,4 1 1,-6 23 85,0-22-59,0 0 1,0 0 0,-1 1-1,1-1 1,0 0 0,0 0-1,-1 1 1,1-2 0,-1 1-1,1 0 1,-1 0 0,1 1-1,-1-1 1,0 0 0,1 0-1,-1 0 1,0 0 0,0 0-1,0-1 1,0 1 0,0 0-1,0 0 1,0 0 0,0-1-1,0 1 1,1-1-1,-2 1 1,1-1 0,0 1-1,0-1 1,-1 0 0,0 1-1,-1-10 460,1-5-426,1-1 0,1 0 1,3-16-1,-3 30-57,0 1 0,0 0 0,0-1 0,0 1 1,0 0-1,0-1 0,0 1 0,0-1 0,0 1 0,0 0 0,0-1 1,0 1-1,1 0 0,-1 0 0,0-1 0,0 1 0,0 0 0,1-1 0,-1 1 1,0 0-1,0 0 0,1-1 0,-1 1 0,0 0 0,1 0 0,-1 0 0,0-1 1,1 1-1,-1 0 0,0 0 0,1 0 0,-1 0 0,0 0 0,1 0 1,-1 0-1,0 0 0,1 0 0,-1 0 0,0 0 0,1 0 0,-1 0 0,0 0 1,1 0-1,-1 0 0,0 0 0,1 0 0,-1 0 0,0 1 0,1-1 1,-1 0-1,0 0 0,0 0 0,0 1 0,13 12 76,-12-9 2,0-1-1,-1 1 1,1 0-1,-1-2 1,1 2-1,-1 0 1,0-1-1,-1 1 0,0 6 1,0-8 6,0-1 0,0 1 0,0 0 0,0-1 0,0 1 0,0-1 1,0 0-1,0 1 0,-1-1 0,1 0 0,-1 0 0,1-1 0,0 1 0,0 0 0,-1 0 0,1 0 0,-1 0 1,0-1-1,1 1 0,-1 0 0,-2-1 0,-5 3 91,-18 5 59,26-7-489,18-1-5388,-2 0-934</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3.346"/>
    </inkml:context>
    <inkml:brush xml:id="br0">
      <inkml:brushProperty name="width" value="0.025" units="cm"/>
      <inkml:brushProperty name="height" value="0.025" units="cm"/>
    </inkml:brush>
  </inkml:definitions>
  <inkml:trace contextRef="#ctx0" brushRef="#br0">315 1 3745,'0'0'11241,"3"3"-10133,-2 0-896,1-1-1,-1 0 1,0 0-1,0 0 1,0 1-1,0-1 1,0 1-1,0-1 1,-1 1-1,1-1 1,-1 1-1,0-1 1,0 3-1,0-3-150,0-1-1,0 0 1,0 0-1,-1 0 0,1 0 1,-1 0-1,1 1 0,-1-1 1,1 0-1,-1 0 0,0 0 1,1-1-1,-1 0 0,0 1 1,0 0-1,0 0 0,0 0 1,1-1-1,-1 1 1,0 0-1,0-1 0,-1 1 1,1-1-1,0 1 0,0-1 1,0 1-1,0-1 0,1 0 1,-1 0-1,-1 1 0,1-1 1,0 0-1,0 0 0,0 0 1,0 0-1,-2-1 1,-52 1 323,54 0-382,0 0 1,1-1 0,-1 1 0,1 0 0,-1-1 0,1 1 0,-1 0-1,1-1 1,-1 1 0,1-1 0,-1 1 0,1-1 0,-1 1 0,1-1-1,0 0 1,-1 1 0,1-1 0,0 1 0,0-1 0,-1 1 0,1 0-1,0-1 1,0 0 0,0 1 0,0-1 0,0 0 0,0 1 0,0-1-1,0 0 1,0 1 0,0-1 0,0 0 0,0 1 0,0-1 0,1 1-1,-1-1 1,0 0 0,0 1 0,1-1 0,-1 1 0,0-1 0,1 0-1,-1 1 1,1-1 0,-1 1 0,1 0 0,-1-1 0,1 1 0,-1-1-1,1 1 1,-1 0 0,1-1 0,-1 1 0,1 0 0,0-1 0,-1 1 0,1 0-1,0 0 1,-1 0 0,0 0 0,1 0 0,0 0 0,13-1-3,-11 1 1,0 0 0,0 0 0,0 0 0,1 0 0,-1 0 0,0 1 0,5 1 0,-7-2 0,0 1 0,0 0 0,0-1 1,-1 1-1,1 0 0,0-1 0,0 1 1,0 0-1,-1 0 0,1 0 0,0 0 1,-1 0-1,1 0 0,-1 0 0,1 0 1,-1 0-1,1 0 0,-1 0 0,0 0 0,0-1 1,1 1-1,-1 0 0,0 1 0,0-1 1,0 0-1,0 0 0,0 1 0,0 0 30,0-1-1,0 0 1,0 0-1,-1 1 1,1-1-1,0 0 1,0 0-1,-1 1 0,1-2 1,0 1-1,-1 0 1,1 1-1,-1-1 1,0 0-1,1 0 1,-1 0-1,0 0 1,0 0-1,0 0 0,0 0 1,0 0-1,0-1 1,0 1-1,0 0 1,0 0-1,0-1 1,0 1-1,1-1 1,-4 2-1,-3-1 14,1 0 0,0 0 0,-1-1 0,0 0 0,-6 0 0,3 0-20,11-25-4,0 23-22,0 0 1,1 0-1,-1 0 1,0 0-1,1 0 1,0 0-1,-1 0 1,1 1-1,0 0 1,-1 0-1,1-1 0,0 1 1,0 0-1,0 0 1,0-1-1,0 2 1,5-3-1,-3 2-2,1-1-1,0 1 0,0 1 0,0-1 1,-1 1-1,2-1 0,5 2 1,-9 0 2,-1-1-1,1 1 1,-1 0 0,0 0 0,1 0 0,-1 0 0,0 0 0,0 0 0,0 0 0,0 1 0,0-1 0,0 0 0,0 1 0,0-1 0,0-1 0,0 2-1,-1-1 1,1 1 0,-1-1 0,0 1 0,0-1 0,0 1 0,1 0 0,-1-1 0,0 1 0,0-1 0,0 1 0,-1 1 0,1 57 20,-1-53-16,0 4 42,-2-1 0,1 0 1,-1 0-1,-1 0 0,0 0 1,1 0-1,-2 0 0,-1-2 1,1 2-1,-1-2 0,-14 16 1,-8 8 452,-51 42-1,74-68-458,-38 29 30,26-21-548,-1 0-1,2 1 1,1 0-1,-23 31 1,32-36-1660,5-3-3177</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7.153"/>
    </inkml:context>
    <inkml:brush xml:id="br0">
      <inkml:brushProperty name="width" value="0.025" units="cm"/>
      <inkml:brushProperty name="height" value="0.025" units="cm"/>
    </inkml:brush>
  </inkml:definitions>
  <inkml:trace contextRef="#ctx0" brushRef="#br0">242 50 4825,'0'0'9533,"3"-8"-8749,11-33 839,-14 51 3121,1 10-3830,1 29-1307,14 463 597,-12-437-71,-2 284 754,-3-352-786,1 1 0,-2-1 0,1 0-1,-1 1 1,-1-1 0,1 0-1,-4 8 1,5-12-43,0-2-1,0 1 1,-1 0 0,1 1-1,-1-1 1,1 0-1,-1 0 1,0 0 0,0 0-1,0-1 1,0 1-1,0-1 1,1 0 0,-1 0-1,-1 1 1,1-1-1,-1 0 1,1 0 0,0 0-1,-1-1 1,0 1-1,2-1 1,-2 1 0,-2-1-1,0 0 7,1 0-1,0-1 1,-1 1-1,1-1 1,-1-1 0,1 1-1,1 0 1,-2-1-1,1 0 1,0 1 0,0-2-1,0 1 1,1-1-1,0 1 1,-1-1 0,1 0-1,-1-1 1,-4-5-1,-2-5-31,1-1 0,0 1 0,-11-26 0,13 26 3,-6-14-20,1-1 0,1 0 0,1-2-1,3 0 1,-8-48 0,9-25-3721,3 45-6444,0 39 4015</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7.692"/>
    </inkml:context>
    <inkml:brush xml:id="br0">
      <inkml:brushProperty name="width" value="0.025" units="cm"/>
      <inkml:brushProperty name="height" value="0.025" units="cm"/>
    </inkml:brush>
  </inkml:definitions>
  <inkml:trace contextRef="#ctx0" brushRef="#br0">43 46 4785,'0'0'9051,"1"-3"-8277,-1 3-653,0-1 0,0 1 0,1 0-1,-1-1 1,0 1 0,0-1 0,0 1 0,0 0 0,0-1 0,0 1 0,0-1 0,0 1 0,0-1 0,0 1-1,0 0 1,0-1 0,0 1 0,-1-1 0,1 1 0,0 0 0,0-1 0,0 1 0,-1 0 0,1-1 0,0 1-1,0 0 1,-1 0 0,1 0 0,0 0 0,0-1 0,-1 1 0,1 0 0,-1 0 0,1-1 0,0 1-1,-1 0 1,1 0 0,0 0 0,-1 0 0,1-1 0,-1 1 0,1 0 0,-1 0 0,-12 3 2698,2 1-4022,11-4 1216,0 0 0,0 1 0,0-1 0,0 0 0,-1 0 0,1 0 0,0 1 0,0-1 0,-1 0 0,1 0 0,0 0 0,-1 0 0,1 0 0,0 0 0,-1 1 0,1-1 0,0 0 0,-1 0 0,1 0 0,0 0 0,-1 0 0,1 0 0,0 0 0,-1 0 0,1 0 0,0-1 0,-1 1 0,1 0 0,0 0 0,-1 0 0,1 0 0,0 0 0,0-1 0,-1 1 0,1 0 0,0 0 0,-1 0 0,1-1 0,4-12 60,-3 11-72,0 1 0,0-1 0,1 0 0,-1 1 0,0-1 0,0 1 0,0 0 0,1 0 0,-1-1 0,1 1-1,0 0 1,0 0 0,-1 0 0,1 0 0,0 0 0,0 0 0,3 0 0,-4 1 21,0 0-1,-1 1 0,1-1 0,0 0 1,-1 1-1,1-1 0,0 1 0,-1-1 1,1 1-1,0-1 0,-1 1 0,1-1 1,-1 1-1,1 0 0,-1-1 1,1 1-1,-1 0 0,0-1 0,1 1 1,-1 0-1,0-1 0,1 0 0,-1 1 1,0 0-1,0 0 0,0 0 0,0-1 1,0 1-1,0 0 0,0 0 0,0 0 1,0-1-1,0 1 0,0 0 0,-1 0 1,1 0-1,0-1 0,-1 2 0,1 0-165,0 1-1,-1-1 0,0-1 0,1 2 0,-1-1 0,0 0 0,0 0 0,0 1 0,0-1 0,0 0 0,-1 0 0,-1 2 1,-9 3-2990,1-1-2474</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39.230"/>
    </inkml:context>
    <inkml:brush xml:id="br0">
      <inkml:brushProperty name="width" value="0.025" units="cm"/>
      <inkml:brushProperty name="height" value="0.025" units="cm"/>
    </inkml:brush>
  </inkml:definitions>
  <inkml:trace contextRef="#ctx0" brushRef="#br0">667 1 5457,'0'0'9994,"1"1"-9708,-1-1 0,1 1 0,-1 0-1,0-1 1,1 1 0,-1 0 0,0-1-1,1 1 1,-1 0 0,1 0 0,-1 0-1,0 0 1,0-1 0,1 1 0,-1-1 0,0 1-1,0 1 1,-21 13-133,-34 16 0,7-5-106,-209 105 396,124-67 236,97-47-127,-41 14 0,69-28-440,0 2-1,0 0 0,-14 11 1,22-16-104,0 0 1,0 1-1,0-1 1,0 0-1,0 0 1,0 1 0,0-1-1,1 0 1,-1 1-1,0-1 1,0 0-1,0 1 1,0-1-1,0 0 1,0 0-1,0 1 1,1-1 0,-1 0-1,0 0 1,0 1-1,0-1 1,1 0-1,-1 0 1,0 0-1,0 0 1,0 1-1,1-1 1,-1 0 0,0 0-1,1 0 1,-1 0-1,0 0 1,0 1-1,1-1 1,-1 0-1,0 0 1,1 0-1,-1 0 1,0 0 0,0 0-1,1 0 1,-1 0-1,0 0 1,1-1-1,16 5 72,-17-4-70,176 18 369,0 1-176,-137-13-92,103 18 250,-121-17-150,0 0-1,33 16 1,-53-22-145,-1-1 0,1 0-1,0 0 1,-1 0 0,1 1 0,0-1-1,-1 0 1,1 1 0,-1-1 0,1 0-1,-1 1 1,1-1 0,-1 1-1,1-1 1,-1 0 0,1 0 0,-1 1-1,1-1 1,-1 1 0,0-1 0,1 1-1,-1 0 1,0-1 0,0 1 0,1 0-1,-1-1 1,0 2 0,-1-1-138,0 1 0,0 0 0,0-1 0,0 1 0,-1-1 0,1 0 0,0 1 0,-1-1-1,1-1 1,-1 1 0,-1 2 0,-38 30-5146,24-19-605</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2.943"/>
    </inkml:context>
    <inkml:brush xml:id="br0">
      <inkml:brushProperty name="width" value="0.025" units="cm"/>
      <inkml:brushProperty name="height" value="0.025" units="cm"/>
    </inkml:brush>
  </inkml:definitions>
  <inkml:trace contextRef="#ctx0" brushRef="#br0">0 157 2617,'0'0'20012,"12"0"-19996,-6-1-15,0 0 0,-1 0 0,0 0 0,1-1 0,-1 0-1,1 0 1,-2-1 0,7-2 0,31-12-1,-31 15 20,1 1 1,-1 0-1,2 1 1,19 2 0,-30-2-5,0 1 0,0 0 0,0 0 0,0 0 0,0 0 1,0 0-1,-1 0 0,1 1 0,-1-1 0,1 0 1,0 1-1,-1 0 0,1-1 0,-1 1 0,0-1 0,1 1 1,0 2-1,20 39 179,-16-29-133,-1-3 151,0 0 0,-1 0 0,0 1 0,-1 0 0,-1-1 0,1 2 0,-2-2 0,0 2 0,0-2 0,-1 1 0,-1 1 1,-2 13-1,-4-6-137,6-17-49,-1-1 0,1 1 0,0-1 0,0 1 0,0 0 0,1 0 0,-2 6 0,2-9 618,0-15-83,-1-31-494,0 21-63,1 2-1,1-1 0,7-42 0,-6 58-40,0 1 0,-1 0 0,2 0 0,0-1 0,0 2 1,1-1-1,0 0 0,-1 2 0,2-2 0,0 1 0,0 1 1,0-1-1,-1 1 0,2 0 0,0 0 0,10-6 0,18-9-287,1 3 0,40-16 0,-16 8 226,-54 24 82,2-1 1,0 0 0,-2 0 0,2 1 0,0 0 0,-1 0 0,1 0 0,6 1 0,-12 2 13,0-1 0,0 0-1,-1 0 1,1 1 0,0-1 0,-1 0 0,1 1 0,-1-2 0,1 1 0,-1 1-1,0-1 1,0 1 0,1-1 0,-1 1 0,0-1 0,0 0 0,0 1 0,-1 1-1,1 2 0,3 37 120,-4 71 0,-2-93 96,-9 35 0,8-40-89,0 0 1,1 1 0,1 0-1,-1 15 1,3-30-112,0 1 0,0-1 0,0 1-1,0-1 1,0 1 0,0-1 0,0 1-1,1-1 1,-1 1 0,0-1 0,1 0 0,-1 0-1,1 0 1,0 1 0,0-1 0,-1 0 0,1 0-1,0 1 1,0-1 0,0 0 0,0 0-1,2 1 1,1 0 8,-1 0 1,0-1-1,1 0 0,0 0 0,0-1 0,0 1 1,5-1-1,-6 1-10,83 1 1840,-109 2-12497,12 1 1994</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3.814"/>
    </inkml:context>
    <inkml:brush xml:id="br0">
      <inkml:brushProperty name="width" value="0.025" units="cm"/>
      <inkml:brushProperty name="height" value="0.025" units="cm"/>
    </inkml:brush>
  </inkml:definitions>
  <inkml:trace contextRef="#ctx0" brushRef="#br0">1 0 7522,'0'0'16711,"12"1"-10638,-2 3-6071,-7-1-341,-2 0-1,1-1 1,0 2 0,-1-1-1,0 0 1,0 1 0,0 0 0,0-2-1,1 8 1,1 19-6470,-1-10-1022</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4.083"/>
    </inkml:context>
    <inkml:brush xml:id="br0">
      <inkml:brushProperty name="width" value="0.025" units="cm"/>
      <inkml:brushProperty name="height" value="0.025" units="cm"/>
    </inkml:brush>
  </inkml:definitions>
  <inkml:trace contextRef="#ctx0" brushRef="#br0">466 1 12579,'0'0'12074,"-62"179"-11426,31-131-264,-10 0-143,2 3-161,-7-3-80,2 0-184,-34 9-1281,13-9-2280,6-13-3592</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5.176"/>
    </inkml:context>
    <inkml:brush xml:id="br0">
      <inkml:brushProperty name="width" value="0.025" units="cm"/>
      <inkml:brushProperty name="height" value="0.025" units="cm"/>
    </inkml:brush>
  </inkml:definitions>
  <inkml:trace contextRef="#ctx0" brushRef="#br0">365 3 3777,'0'0'10238,"10"-2"-7623,-7 3 2150,3 105-3495,27 159-1,-16-160-854,5 162 0,-22-260-335,0-1 1,-1 1-1,1 0 1,-2-1-1,1 1 1,-1 0-1,1-1 1,-2 0-1,1 1 0,-1-1 1,0 0-1,-6 10 1,5-13-57,1 2 1,-1-2-1,1 1 1,-1 0-1,-1-1 0,1-1 1,-1 1-1,2 0 1,-2-1-1,0 1 1,0-1-1,0 0 0,1 0 1,-2-1-1,1 0 1,0 0-1,-6 0 1,-2 0 15,1 0 1,-1 0-1,0-1 1,0-1 0,1 0-1,-22-4 1,25 2 40,1 0 0,-1 0 0,1-1 0,-1 0 0,1 0 0,0-1 0,0 0 0,2-1 0,-2 1 0,-6-8 0,-1-3-25,1-1 1,0 0 0,1-2-1,1 1 1,0-1 0,2 0-1,0-1 1,2 0 0,0-1-1,0 0 1,-4-28 0,11 13-3533,1 23-1253,0 1-1192</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5.524"/>
    </inkml:context>
    <inkml:brush xml:id="br0">
      <inkml:brushProperty name="width" value="0.025" units="cm"/>
      <inkml:brushProperty name="height" value="0.025" units="cm"/>
    </inkml:brush>
  </inkml:definitions>
  <inkml:trace contextRef="#ctx0" brushRef="#br0">1 0 11747,'0'0'15916,"0"0"-15848,1 0 0,-1 0 0,1 0 1,-1 0-1,1 0 0,-1 0 0,1 0 0,-1 1 0,1-1 0,-1 0 0,1 0 0,-1 0 0,1 0 0,-1 1 0,1-1 0,-1 0 0,1 0 1,-1 1-1,1-1 0,-1 0 0,1 1 0,-1 0 0,2 18-3761,4-6-2538,0-7-639</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5.936"/>
    </inkml:context>
    <inkml:brush xml:id="br0">
      <inkml:brushProperty name="width" value="0.025" units="cm"/>
      <inkml:brushProperty name="height" value="0.025" units="cm"/>
    </inkml:brush>
  </inkml:definitions>
  <inkml:trace contextRef="#ctx0" brushRef="#br0">1 1 6025,'0'0'15021,"2"2"-13485,-1 1-1252,1 0 0,0 0 0,-1-1 0,0 1 0,0 0 0,0 1 0,-1-1 1,1 0-1,-1 0 0,0 0 0,1 4 0,-2 44 562,0-25-511,0 38-142,-1-31-346,2-1 1,1 0-1,9 56 0,-6-52-4187</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6.158"/>
    </inkml:context>
    <inkml:brush xml:id="br0">
      <inkml:brushProperty name="width" value="0.025" units="cm"/>
      <inkml:brushProperty name="height" value="0.025" units="cm"/>
    </inkml:brush>
  </inkml:definitions>
  <inkml:trace contextRef="#ctx0" brushRef="#br0">0 77 11402,'0'0'11483,"80"-14"-11139,-52 11-224,1-3-72,-1-2-48,-3 0-64,9-6-880,-11 2-2009,-3 1-3560</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6.538"/>
    </inkml:context>
    <inkml:brush xml:id="br0">
      <inkml:brushProperty name="width" value="0.025" units="cm"/>
      <inkml:brushProperty name="height" value="0.025" units="cm"/>
    </inkml:brush>
  </inkml:definitions>
  <inkml:trace contextRef="#ctx0" brushRef="#br0">66 0 8002,'0'0'16830,"1"17"-15603,0-2-999,1 17 376,-1 0 0,-4 39 0,-4-3-586,3 69-1,4-137-152,0 1-1,0-1 1,0 1 0,0 0-1,-1-1 1,1 1-1,0-1 1,0 1 0,-1-1-1,1 1 1,0-1 0,-1 1-1,1-1 1,0 1-1,0-1 1,0 1 0,-1-1-1,1 1 1,0-1 0,-1 0-1,1 1 1,-1-1-1,0 0 1,1 1 0,-1-1-1,1 0 1,-1 0 0,1 0-1,-1 1 1,0-1-1,1 0 1,-1 0 0,1 0-1,-1 0 1,0 0 0,-25-3-7107,10-5-111</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6.870"/>
    </inkml:context>
    <inkml:brush xml:id="br0">
      <inkml:brushProperty name="width" value="0.025" units="cm"/>
      <inkml:brushProperty name="height" value="0.025" units="cm"/>
    </inkml:brush>
  </inkml:definitions>
  <inkml:trace contextRef="#ctx0" brushRef="#br0">0 63 3913,'0'0'15930,"10"-1"-14488,11-2-613,342-49 4119,-343 48-4785,-10 2-1728,-22 1-1318,-8 1-2705,0 0-3751</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0:47.980"/>
    </inkml:context>
    <inkml:brush xml:id="br0">
      <inkml:brushProperty name="width" value="0.025" units="cm"/>
      <inkml:brushProperty name="height" value="0.025" units="cm"/>
    </inkml:brush>
  </inkml:definitions>
  <inkml:trace contextRef="#ctx0" brushRef="#br0">0 0 4785,'0'0'12799,"3"0"-11662,10 2-458,2 1-1,-2 1 0,0-1 1,1 2-1,24 12 1,-18-8-331,13 6-73,1 1 0,-2 2 1,0 1-1,-2 1 0,0 2 1,-1 1-1,30 31 0,-44-38-94,-1 1 0,1 0 0,-3 0 0,1 1 0,-2 1 0,0 0 0,-2 0 0,1 2 0,-3 0 1,1-1-1,-2 1 0,-1 1 0,4 29 0,-1 61 603,-10 141 0,0-235-719,0-1 1,-1 1-1,-1 0 0,-1-1 1,1 0-1,-3 0 1,0 0-1,0 0 0,-1-2 1,-17 25-1,5-12 200,-1-2 0,-2 0-1,-1-1 1,-41 34 0,50-46-177,-100 77 632,95-74-310,20-16-457,0 0 1,0 0 0,0 0 0,0 1 0,0-1-1,-1 0 1,1 0 0,0 0 0,0 0 0,0 0-1,0 0 1,0 0 0,0 1 0,0-1 0,0 0-1,0 0 1,0 0 0,0 0 0,0 0 0,0 0-1,0 0 1,0 0 0,0 1 0,0-1-1,1 0 1,-1 0 0,0 0 0,0 0 0,0 0-1,0 0 1,0 0 0,0 0 0,0 1 0,0-1-1,0 0 1,0 0 0,0 0 0,0 0 0,1 0-1,-1 0 1,0 0 0,0 0 0,0 0 0,0 0-1,0 0 1,0 0 0,0 0 0,0 0-1,1 0 1,-1 0 0,0 0 0,0 0 0,0 0-1,0 0 1,0 0 0,0 0 0,0 0 0,1 0-1,-1 0 1,0 0 0,0 0 0,0 0 0,0 0-1,0 0 1,0 0 0</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6.466"/>
    </inkml:context>
    <inkml:brush xml:id="br0">
      <inkml:brushProperty name="width" value="0.025" units="cm"/>
      <inkml:brushProperty name="height" value="0.025" units="cm"/>
    </inkml:brush>
  </inkml:definitions>
  <inkml:trace contextRef="#ctx0" brushRef="#br0">748 1 6265,'0'0'11481,"-2"16"-8769,-6-10-2542,1 0 0,-2-2 0,1 1 0,0 0 0,-17 5 0,-5 3 17,-444 233 404,368-189-564,92-50-25,7-2 2,-1-1 0,0 0 0,-15 4 0,13-2 2548,11-5-2542,-1-1 1,0 0-1,0 0 0,0 0 0,0 0 1,0 0-1,0 0 0,1 0 0,-1 0 1,0 0-1,0 0 0,0 0 0,0 1 1,0-1-1,0 0 0,0 0 1,0 0-1,0 0 0,0 0 0,0 0 1,1 0-1,-1 1 0,0-1 0,0 0 1,0 0-1,0 0 0,0 0 0,0 0 1,0 0-1,0 1 0,0-1 0,0 0 1,0 0-1,0 0 0,0 0 0,0 0 1,-1 1-1,1-1 0,0 0 1,0 0-1,0 0 0,0 0 0,0 0 1,0 0-1,0 0 0,0 1 0,0-1 1,0 0-1,0 0 0,-1 0 0,1 0 1,0 0-1,0 0 0,0 0 0,0 0 1,0 0-1,0 0 0,-1 0 0,1 0 1,0 0-1,0 0 0,0 0 1,0 0-1,0 0 0,0 0 0,-1 0 1,1 0-1,37 0 107,157 4 39,-150-1-79,0 3 0,62 15 0,-60-10 454,1-3 1,-1-1-1,95 2 1,-120-4 308,-14-3-1591,-11-13-3583,-3-3-2046</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7.260"/>
    </inkml:context>
    <inkml:brush xml:id="br0">
      <inkml:brushProperty name="width" value="0.025" units="cm"/>
      <inkml:brushProperty name="height" value="0.025" units="cm"/>
    </inkml:brush>
  </inkml:definitions>
  <inkml:trace contextRef="#ctx0" brushRef="#br0">443 0 8370,'0'0'14475,"-6"5"-13708,-16 7-518,-2 0 0,1-2 0,-2 0 0,1-2 0,-31 7 0,-23 8 173,50-15-290,8-2-1,0 1 0,-33 16 1,52-23-134,0 0 0,0 1 1,1-1-1,-1 0 1,0 1-1,1-1 1,-1 1-1,0-1 1,1 1-1,-1 0 1,1-1-1,-1 1 1,1-1-1,-1 1 1,1 0-1,-1 0 0,1-1 1,0 1-1,0 0 1,0 0-1,0-1 1,0 1-1,-1 0 1,1 0-1,0 0 1,0-1-1,0 2 1,1 0-6,-1-2 0,0 2 0,0-1 0,1 1 0,0-1 0,0 0 0,0 1 0,0-1 0,0 0 0,0 0 0,0 0 0,0 0 0,2 2 0,5 2-35,0 0-1,0 0 1,12 6 0,-18-11 38,22 9-20,-1-1 0,0-1-1,2-1 1,-1-1 0,28 2 0,24 4-368,-75-11 391,-1 0-1,1 0 1,0 1 0,-1-1 0,1 0-1,0 0 1,-1 0 0,1 0 0,0 0 0,-1 1-1,1-1 1,-1 0 0,1 1 0,-1-1 0,1 0-1,-1 1 1,1-1 0,-1 0 0,1 1 0,-1-1-1,1 1 1,-1-1 0,1 1 0,-1-1 0,0 1-1,0 0 1,0-1 0,0 2 0,0-2 7,0 1 0,0 0 0,0 0 0,0 0 0,0-1 1,-1 1-1,1 0 0,-1 0 0,1 0 0,-1 0 0,1 0 0,-1-1 0,0 1 1,1 0-1,-1-1 0,-1 2 0,-32 20 235,-28 8 705,-1-2 0,-124 37-1,170-61-970,16-4-179,14-11-1359,73-46-4005,-51 37 1291,10-9-4226</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7.987"/>
    </inkml:context>
    <inkml:brush xml:id="br0">
      <inkml:brushProperty name="width" value="0.025" units="cm"/>
      <inkml:brushProperty name="height" value="0.025" units="cm"/>
    </inkml:brush>
  </inkml:definitions>
  <inkml:trace contextRef="#ctx0" brushRef="#br0">0 63 5129,'0'0'13738,"10"0"-12289,29 4-232,-38-3-1096,1 0 1,-1 0 0,0 0 0,1 0 0,-1 0-1,1 0 1,-1 0 0,1 0 0,-1 0 0,0 0-1,0 1 1,0-1 0,1 1 0,-1 0 0,-1-1-1,1 1 1,0 0 0,0-1 0,-1 1 0,1 0 0,0 2-1,1 5 476,10 14 442,-1 1 0,11 37 0,-21-55-994,1-2 7,3-10-206,5-12-56,2 0 1,0 1 0,1 0 0,0 1 0,1 0 0,2 2 0,0 0-1,0 0 1,0 2 0,2 0 0,23-12 0,-39 23 211,-1 0 0,1 0 0,-1 0 0,1 0 0,0 0 0,0 1 0,0-1 0,0 1 0,0 0 0,0-1 0,0 1 0,3 0 0,-4 0 24,0 1-1,-1-1 0,1 0 1,0 1-1,0-1 1,0 0-1,0 1 0,-1-1 1,1 1-1,0-1 0,0 1 1,-1 0-1,1-1 0,0 1 1,-1 0-1,1-1 1,-1 1-1,1 0 0,0 1 1,1 3 158,0 1 1,-1 0 0,0-1-1,0 1 1,0 0 0,0 11-1,-1-17-179,0 17 338,0-11-250,-1 0-1,1 0 1,1-1 0,-1 2 0,1-1-1,1-1 1,-1 1 0,4 8-1,-2-13-92,0 0-1,-1 0 0,2 0 1,-1-1-1,0 1 0,0-1 0,0 0 1,1 0-1,-2 0 0,1 0 1,0-1-1,1 1 0,-1-1 0,4-1 1,9-6-226,1-2 0,-1 1 1,-1-2-1,24-19 0,8-7-546,-27 23 496,-11 7 227,0 2 0,-1-2 0,2 2 1,-1-1-1,20-6 0,-28 12 95,-1 1 0,1-1 1,-1 0-1,1 1 0,-1-1 1,0 1-1,1-1 0,-1 1 1,1-1-1,-1 1 0,0-1 1,1 1-1,-1-1 0,0 1 1,0-1-1,1 1 0,-1-1 0,0 1 1,0 0-1,0-1 0,0 1 1,0-1-1,0 0 0,1 1 1,-2-1-1,1 1 0,0 0 1,2 26 676,-2-20-499,0 22 217,-1-23-421,0 0 0,1 0 0,0-1 0,1 1 0,-1 0 0,3 9-1,-3-14-98,1 0-1,1 1 1,-1-1-1,0 0 0,1-1 1,-1 1-1,1 0 0,-1 0 1,1-1-1,0 1 1,-1-1-1,1 1 0,0-1 1,-1 0-1,0 0 0,1 0 1,-1 0-1,1 0 1,0 0-1,-1 0 0,4 0 1,34-5-3349,-4-12-3502,2-3-5183</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8.478"/>
    </inkml:context>
    <inkml:brush xml:id="br0">
      <inkml:brushProperty name="width" value="0.025" units="cm"/>
      <inkml:brushProperty name="height" value="0.025" units="cm"/>
    </inkml:brush>
  </inkml:definitions>
  <inkml:trace contextRef="#ctx0" brushRef="#br0">315 0 10506,'0'0'15924,"-18"8"-14863,-140 53 538,143-56-1492,0 2 0,0 1-1,-1 0 1,-15 13-1,27-18-103,0 0 1,0 1-1,1-1 0,0 1 0,0-1 0,0 1 0,0 0 0,0 0 0,0 0 0,1 1 0,1-2 0,-1 2 0,0 0 1,1-1-1,-1 1 0,1-1 0,0 1 0,0 0 0,1 7 0,-1-11-8,1 1 1,0-1-1,0 0 1,0 1-1,0-1 1,0 0-1,1 1 0,-1-1 1,0 0-1,1 1 1,-1-1-1,1-1 0,-1 1 1,1 1-1,-1-1 1,1 0-1,0 0 1,0 0-1,0 0 0,0 0 1,0 0-1,-1 0 1,1 0-1,0 0 1,0 0-1,0 0 0,2 0 1,1 0-21,1 0 1,-1 0 0,-1 0-1,2-1 1,-1 0 0,1 0-1,3-1 1,10 1-53,-8-1-23,2 0 1,-2-1-1,2 0 1,-2-1-1,1 0 1,-1-1-1,0 1 1,0-2 0,16-10-1,-7 4-5,0-1 0,-2-2 0,31-28 0,-48 42 133,0-1 0,0 1 0,0 0 1,0 0-1,0 0 0,0 0 0,1 0 0,-1 0 0,0-1 1,0 1-1,0 0 0,0 0 0,0 0 0,0 0 0,0 0 0,0 0 1,1 0-1,-1 0 0,0 0 0,0 0 0,0 0 0,0-1 1,0 1-1,0 0 0,1 0 0,-1 0 0,0 0 0,0 0 1,0 0-1,0 0 0,0 0 0,1 0 0,-1 0 0,0 0 1,0 0-1,0 1 0,0-1 0,0 0 0,0 0 0,1 0 0,-1 0 1,0 0-1,0 0 0,0 0 0,0 0 0,0 0 0,0 0 1,0 0-1,1 1 0,-1-1 0,1 10 288,-4 11-306,-3 4 6,3-2 0,0 2 0,1 32 0,2-56-60,0 0 0,0 0 0,0-1 0,0 1 0,0 1 0,0-1 0,1 0 0,-1 0 0,1 0 0,-1 0 1,0 0-1,1 1 0,0-1 0,-1 0 0,1 0 0,0-1 0,0 1 0,-1 0 0,1 0 0,0 0 0,0 0 0,0-1 0,0 1 0,1 0 1,1 0-203,0 0 1,-2 0 0,2-1 0,0 1-1,0 0 1,0-1 0,0 0 0,0 1-1,4-1 1,1-1-1053,0 0 0,-2 0 0,2-1 1,0 1-1,-2-1 0,1 0 0,9-6 0,19-15-11543</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8.797"/>
    </inkml:context>
    <inkml:brush xml:id="br0">
      <inkml:brushProperty name="width" value="0.025" units="cm"/>
      <inkml:brushProperty name="height" value="0.025" units="cm"/>
    </inkml:brush>
  </inkml:definitions>
  <inkml:trace contextRef="#ctx0" brushRef="#br0">275 1 13379,'0'0'12420,"-15"24"-10697,-48 78-550,48-74-514,0 0-1,3 1 1,-17 49-1,11-24-456,-1 0-376,-3-1 0,-38 66 0,54-104-2120,17-18-2508,17-20-2529,0-2-1345</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9.114"/>
    </inkml:context>
    <inkml:brush xml:id="br0">
      <inkml:brushProperty name="width" value="0.025" units="cm"/>
      <inkml:brushProperty name="height" value="0.025" units="cm"/>
    </inkml:brush>
  </inkml:definitions>
  <inkml:trace contextRef="#ctx0" brushRef="#br0">171 0 10098,'0'0'15733,"-7"25"-14109,-45 141 774,18-59-1777,5 2 0,-18 136 0,45-228 72,4-6-3351,6-7-2075,7-11-797,6-9-2836</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9.558"/>
    </inkml:context>
    <inkml:brush xml:id="br0">
      <inkml:brushProperty name="width" value="0.025" units="cm"/>
      <inkml:brushProperty name="height" value="0.025" units="cm"/>
    </inkml:brush>
  </inkml:definitions>
  <inkml:trace contextRef="#ctx0" brushRef="#br0">24 54 8586,'0'0'14070,"0"11"-13545,0 29-104,0-39-407,0 0 0,0-1 0,0 1 0,0 0-1,0 0 1,0 0 0,0-1 0,1 1 0,-1 0-1,0 0 1,1-1 0,-1 1 0,0 0 0,1-1-1,-1 1 1,1-1 0,-1 0 0,1 1 0,-1-1-1,1 1 1,0-1 0,-1 1 0,1-1 0,-1 1-1,1-1 1,-1 1 0,1-1 0,-1 0 0,1 0-1,0 1 1,0-1 0,-1 0 0,2 0 0,26 0 53,-20-1-9,-2 1-52,8 1-5,-2-2 0,0 1 0,24-5 0,-32 4-1,-2 0 1,1 0-1,1 0 0,-1 0 1,0-1-1,0 0 0,0 1 1,-1-1-1,1 0 0,0 0 0,0-1 1,-1 1-1,1 0 0,-1 0 1,1-1-1,-1 0 0,-1 0 1,1 0-1,2-5 0,-3 7 36,0-1 0,0 0-1,-1 0 1,1 0 0,0 0 0,-1 0-1,0 0 1,0 0 0,1 0-1,-1 1 1,0-1 0,-1 0 0,1 0-1,0 0 1,-1 0 0,1 0 0,-1 0-1,1 0 1,-1 0 0,0 0 0,0 1-1,0 0 1,0-1 0,0 0-1,0 1 1,0-1 0,-1 0 0,2 1-1,-2 0 1,1-1 0,-1 1 0,1 0-1,-1 0 1,0 0 0,0 0 0,1 0-1,-1 1 1,0-1 0,0 1-1,-1-2 1,-3 1 57,1-1 0,-1 1 1,2-1-1,-2 2 0,0-1 0,1 0 0,0 1 0,-1 0 0,0 1 0,1-1 0,0 1 1,-1 0-1,-7 3 0,8-1-41,-1-1 0,0 1 0,1 1 0,1 0 0,-1 0 0,0 0 0,0-1 0,1 2 0,0 0 0,0 0 0,0-1 0,0 1 0,1 1 0,1-1 0,-1 0 1,-4 12-1,2-4-16,1 1 1,1 0 0,0 0 0,1-1 0,0 2 0,1 18 0,1-31-59,0-1 0,0 1 0,0-1-1,0 1 1,0 0 0,0-1 0,0 1 0,0-1 0,1 1 0,-1-2 0,1 2 0,-1-1 0,1 1 0,0-1 0,-1 1 0,1-1 0,2 3 0,-1-3-117,-1 0 1,2 0-1,-1 0 1,0-1 0,1 1-1,-1 0 1,0-1-1,1 0 1,-1 1-1,0-1 1,0 0 0,5-1-1,11 1-938,51-2-6325,-27-8 35</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0.033"/>
    </inkml:context>
    <inkml:brush xml:id="br0">
      <inkml:brushProperty name="width" value="0.025" units="cm"/>
      <inkml:brushProperty name="height" value="0.025" units="cm"/>
    </inkml:brush>
  </inkml:definitions>
  <inkml:trace contextRef="#ctx0" brushRef="#br0">341 0 12043,'0'0'15223,"-16"4"-14318,-7 0-617,-88 20 1054,103-22-1226,4-1-107,-1 0 1,0 1 0,0-1-1,0 1 1,1 0-1,0 0 1,-1 1 0,1-1-1,0 1 1,-6 4-1,9-5-89,1 1 0,-1 0-1,0 0 1,1-1 0,0 0 0,-1 1-1,1 0 1,0 0 0,1 0-1,-1-1 1,0 1 0,1 0-1,-1-1 1,3 5 0,16 33-1297,-10-26 1052,-7-12 287,1 2 0,0 0-1,-1-1 1,1 1 0,-1 0 0,0-1 0,0 1-1,-1 1 1,1-1 0,-1 0 0,0 7 0,-1-9 60,-1 0-1,-1-1 1,1 1 0,-1-1 0,1 1 0,-1-1-1,1 1 1,-1-2 0,0 1 0,0 0 0,0 0 0,0 0-1,0 0 1,1-1 0,-3 2 0,-3 1 77,-35 16 282,-48 16 1,89-35-459,1 0-1,-1 0 1,1 0 0,0 0 0,-1 0 0,1 1 0,-1-1 0,1 0 0,0 0-1,0 0 1,-1 0 0,1 0 0,-1 0 0,1 1 0,-1-1 0,1 0 0,-1-1 0,1 1-1,-1 0 1,1 0 0,-1 0 0,1 0 0,-1 0 0,1 0 0,-1-1 0,1 1 0,0 0-1,-1 0 1,1 0 0,-1 0 0,1 0 0,-1-1 0,6-16-4192,10-5-1679</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0.492"/>
    </inkml:context>
    <inkml:brush xml:id="br0">
      <inkml:brushProperty name="width" value="0.025" units="cm"/>
      <inkml:brushProperty name="height" value="0.025" units="cm"/>
    </inkml:brush>
  </inkml:definitions>
  <inkml:trace contextRef="#ctx0" brushRef="#br0">199 0 7298,'0'0'16539,"-18"15"-12530,9-2-3457,0 0 0,-16 15 0,-8 11-185,20-21-328,0 0 0,2 1 0,0 0 0,2 1 0,0 1 0,1 0 0,1 0 0,0 0 1,2 1-1,1-1 0,1 1 0,0-1 0,1 26 0,2-45-52,0 0 0,0 0 0,1 0 0,-1 0 0,0 0 0,1-1 0,-1 1 0,1 0 0,0-1 0,0 0 0,-1 1 0,1 0 0,0-1 0,0 1 0,1-1 0,-1 1 0,-1-1 0,1 1 0,1-1 0,2 2 0,0-1-21,0 0 0,0 0 0,-1 0 0,2-1-1,-1 1 1,0-1 0,1 0 0,5 1-1,6 0-1141,2-1-1,-1-1 1,24-2-1,-40 2 962,0 0 0,1-1-1,-1 1 1,0 0-1,-1-1 1,1 1 0,0-1-1,0 1 1,1-1-1,-1 0 1,0 1 0,0-1-1,-1 0 1,1 0-1,0 0 1,0 0 0,0 0-1,0 0 1,-1 0-1,1 0 1,-1 1 0,1-1-1,0 0 1,0-2-1,4-18-6279,-5 2-3001</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0.729"/>
    </inkml:context>
    <inkml:brush xml:id="br0">
      <inkml:brushProperty name="width" value="0.025" units="cm"/>
      <inkml:brushProperty name="height" value="0.025" units="cm"/>
    </inkml:brush>
  </inkml:definitions>
  <inkml:trace contextRef="#ctx0" brushRef="#br0">0 46 14387,'0'0'13947,"154"0"-13371,-118-3-312,-2 0-184,1-3-80,-7 4-104,-3-4-344,7-3-1312,-10 1-2969,-5-1-5441</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1.618"/>
    </inkml:context>
    <inkml:brush xml:id="br0">
      <inkml:brushProperty name="width" value="0.025" units="cm"/>
      <inkml:brushProperty name="height" value="0.025" units="cm"/>
    </inkml:brush>
  </inkml:definitions>
  <inkml:trace contextRef="#ctx0" brushRef="#br0">216 1 8490,'0'0'13441,"1"2"-12790,6 8-250,-1 2-1,2-3 1,-1 2-1,1-2 1,1 0-1,-1 0 1,20 15-1,13 12 152,-13-7-397,-2 3 0,-1-1 0,-2 2 0,0 1 0,24 52 0,-35-58-104,1 1 1,-4-1-1,1 2 1,-2 0-1,-2 0 0,-1 0 1,3 55-1,-8-73 4,1 18 236,-4 35 0,2-56-211,-1 2-1,0-2 1,-1 1-1,0-1 1,0 1 0,0-2-1,-8 14 1,-2-1 76,-1-1-1,-1-1 1,0-1 0,-1-1 0,-2 0-1,0-1 1,-38 28 0,-13 0 23,-73 36 0,114-66-195,21-10-260,0-1 1,0-1-1,-1 1 0,1 0 0,-1-1 0,1 0 1,-13 0-1,-31 0-9255,26-2 1185</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7.284"/>
    </inkml:context>
    <inkml:brush xml:id="br0">
      <inkml:brushProperty name="width" value="0.025" units="cm"/>
      <inkml:brushProperty name="height" value="0.025" units="cm"/>
    </inkml:brush>
  </inkml:definitions>
  <inkml:trace contextRef="#ctx0" brushRef="#br0">57 13 600,'0'0'14539,"3"-12"-6341,-11 257-5748,8-157-1223,-12-99-1275,-10-45-2478,11 18-2787,4 11-1619</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7.902"/>
    </inkml:context>
    <inkml:brush xml:id="br0">
      <inkml:brushProperty name="width" value="0.025" units="cm"/>
      <inkml:brushProperty name="height" value="0.025" units="cm"/>
    </inkml:brush>
  </inkml:definitions>
  <inkml:trace contextRef="#ctx0" brushRef="#br0">101 1 2961,'0'0'12372,"0"7"-11061,0-2-1065,0 0 0,0 0 1,-1 0-1,1 0 0,-1-1 1,-1 2-1,1-1 1,0-1-1,-1 0 0,0 1 1,0 0-1,-1-1 1,1 1-1,-1-2 0,-4 7 1,4-6-179,0 0 1,0-2-1,0 2 0,0-1 1,0 0-1,0 0 1,-1-1-1,1 1 1,-1-1-1,0 0 1,0 0-1,1 0 0,-2-1 1,1 1-1,0-1 1,-1 0-1,2 0 1,-7 1-1,10-19-360,2 13 298,-1 1 0,1-1 0,0 1-1,0 0 1,0 1 0,-1-1 0,1 0 0,1 0 0,-1 0-1,1 1 1,0-1 0,0 1 0,0 0 0,-1 1 0,1-1 0,0 0-1,5-2 1,-7 4 44,-1 12 366,0-9-296,0 2 53,1 0 0,-1 0 1,0-1-1,-1 1 0,1 0 0,-1 0 1,0-1-1,0 1 0,0 0 1,-1-1-1,0 1 0,0-1 0,0 0 1,-1 1-1,-1 4 0,3-9-53,1-2-1259,0 0 214,1 0 0,-1 0 0,0 1 0,1-1 0,-1 0 0,1 0 0,0 0 0,-1 0 0,2-1 0,9-6-12247</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8.618"/>
    </inkml:context>
    <inkml:brush xml:id="br0">
      <inkml:brushProperty name="width" value="0.025" units="cm"/>
      <inkml:brushProperty name="height" value="0.025" units="cm"/>
    </inkml:brush>
  </inkml:definitions>
  <inkml:trace contextRef="#ctx0" brushRef="#br0">321 125 6617,'0'0'12792,"-13"-12"-12173,10 9-590,-24-21 358,-1 2 0,-37-25 0,62 45-366,0 0-1,0 0 1,-1 1 0,1-1 0,-1 1-1,1-1 1,0 1 0,-1 0 0,0 0-1,0 1 1,1-1 0,-1 1 0,1-1-1,-1 1 1,0 1 0,0-1-1,0 0 1,1 1 0,-1 0 0,1 0-1,-1 0 1,0 0 0,1 1 0,0-1-1,0 1 1,-1-1 0,1 1 0,0 0-1,-1 1 1,1-1 0,1 1 0,0 0-1,-1 0 1,1-1 0,-1 1 0,1 0-1,-4 6 1,-1 7-15,-1 0-1,0 1 1,3 1-1,-1 0 1,1-1-1,1 1 1,-2 32-1,3 134 552,5-103 136,-2 733 3468,0-814-4189,-2-7-822,1 1 0,1-1 1,0 0-1,0 1 1,1-11-1,0-21-5007,-6 12-619</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29.412"/>
    </inkml:context>
    <inkml:brush xml:id="br0">
      <inkml:brushProperty name="width" value="0.025" units="cm"/>
      <inkml:brushProperty name="height" value="0.025" units="cm"/>
    </inkml:brush>
  </inkml:definitions>
  <inkml:trace contextRef="#ctx0" brushRef="#br0">0 60 696,'0'0'10549,"12"-8"-2902,7 7-7102,-1-1-1,-1 0 1,1-2 0,20-6-1,26-5-224,14 15 3585,-100-6-9713,16 3 3397,-11-5-7392</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1.782"/>
    </inkml:context>
    <inkml:brush xml:id="br0">
      <inkml:brushProperty name="width" value="0.025" units="cm"/>
      <inkml:brushProperty name="height" value="0.025" units="cm"/>
    </inkml:brush>
  </inkml:definitions>
  <inkml:trace contextRef="#ctx0" brushRef="#br0">223 26 6673,'0'0'9859,"-11"-2"-6182,-15-2-2851,17 3-804,0 0 0,0 1 0,0 0 0,0 0 0,0 1 0,0 0 0,1 1 0,-2 0 0,1 0-1,1 1 1,-1 0 0,2 0 0,-2 1 0,1 0 0,1 1 0,-1 0 0,-13 10 0,19-12-14,-1 0 0,1-1-1,1 1 1,0 0 0,-1 0 0,1 0 0,-1 1-1,1-1 1,0-1 0,0 2 0,1-1 0,-1 1-1,0-1 1,1 1 0,0-1 0,0 0 0,0 1-1,2 6 1,-2-6 4,1 2 1,0-1-1,0 0 0,0 0 0,1 0 0,0 0 1,-1 0-1,1-1 0,1 0 0,-1 1 0,7 8 1,-6-12-24,-1 2 1,2 0 0,-1-1-1,0 0 1,1 0-1,-1 0 1,1 0 0,-1-1-1,1 1 1,-1-1 0,1 0-1,0-1 1,-1 0 0,1 1-1,0-1 1,0 0-1,0 0 1,0 0 0,-1 0-1,7-1 1,-5 0-6,0 0 1,-1 0 0,1-1-1,-1 0 1,1 0-1,-1 0 1,0 0-1,1-1 1,-1 0-1,0 1 1,-1-1 0,1-1-1,0 1 1,6-8-1,5-12 162,-1-1 0,-1 0 0,-1-1 0,-1-1 0,9-33 0,-21 69 137,0-1-1,1 1 0,0-1 0,1 1 1,0-1-1,0 1 0,1-2 0,-1 2 1,2 0-1,5 11 0,-3-11-274,-1-1 29,0 0 0,1 1 0,0-2 0,9 12 0,-13-18-67,1 0 1,0 0-1,0 0 0,0 0 0,0-1 0,0 1 1,0 0-1,0-1 0,0 0 0,1 1 1,-1-1-1,1-1 0,-1 1 0,1-1 1,-1 1-1,1 0 0,-1-1 0,0 0 0,1 1 1,0-1-1,0 0 0,-1-1 0,4 1 1,0-2-407,1 1-1,-1-1 1,0 0 0,11-6 0,26-19-5441,3-8-5695</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2.749"/>
    </inkml:context>
    <inkml:brush xml:id="br0">
      <inkml:brushProperty name="width" value="0.025" units="cm"/>
      <inkml:brushProperty name="height" value="0.025" units="cm"/>
    </inkml:brush>
  </inkml:definitions>
  <inkml:trace contextRef="#ctx0" brushRef="#br0">499 1 5457,'0'0'13206,"0"0"-13110,0 1-1,0-1 1,0 0 0,0 1 0,0-1 0,0 0 0,0 1 0,0-1 0,0 0 0,0 0 0,0 1-1,0-1 1,0 0 0,-1 1 0,1-1 0,0 0 0,0 0 0,0 1 0,0-1 0,-1 0 0,1 0-1,0 1 1,0-1 0,-1 0 0,1 0 0,0 0 0,0 1 0,-1-1 0,1 0 0,0 0 0,-1 0-1,1 0 1,-23 7 344,0-1 0,0-1-1,0-1 1,-1-2-1,1 0 1,-35-2-1,-18 3-371,-35 10-74,100-11 5,1 0 0,-1 1 0,1 0 0,-1 1 0,2 1 0,-2 0 0,2-1 0,-10 9 0,18-13 1,1 1 1,-1-1-1,0 1 0,1 0 0,-1-1 0,0 1 0,1 0 0,-1-1 1,1 1-1,-1-1 0,1 1 0,0 0 0,-1 0 0,1 0 0,0 0 1,0 0-1,-1 0 0,1 0 0,0 0 0,0 0 0,0 0 0,0 0 1,0 0-1,0 0 0,0-1 0,1 1 0,-1 0 0,1 2 0,12 21 14,-9-18-6,4 8 16,-1 2 1,-1-2-1,0 1 1,0 2-1,-3-2 1,1 1-1,2 20 1,4 117 93,-10-147-114,1 32 73,-3 208 222,-2-212-289,-3-1 0,-18 53 0,4-10 0,21-76-12,0 1-1,1 0 0,-1-1 0,0 0 1,1 1-1,-1-1 0,0 1 0,1-1 0,-1 1 1,1-1-1,-1 0 0,1 1 0,-1-1 1,1 0-1,-1 0 0,1 0 0,0 0 0,-1 0 1,1 0-1,-1 0 0,1 0 0,-1 1 0,1-1 1,0 0-1,-1 0 0,1 0 0,-1 0 1,1-1-1,0 1 0,-1 0 0,29 0-112,-21 0 108,33 0 247,0-3 0,42-8-1,-22 4 370,-40 6 29,35-8 0,-55 9-694,0 0 0,0 0 0,0-1 0,0 1 0,0 0 0,0-1 0,0 1 0,0-1 0,0 1 0,0-1 0,0 1 0,0-1 0,-1 1 0,1-1 0,0 0 0,0 0 0,0-1-1,1-15-6326,-2 11 3508,0-9-6841</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3.321"/>
    </inkml:context>
    <inkml:brush xml:id="br0">
      <inkml:brushProperty name="width" value="0.025" units="cm"/>
      <inkml:brushProperty name="height" value="0.025" units="cm"/>
    </inkml:brush>
  </inkml:definitions>
  <inkml:trace contextRef="#ctx0" brushRef="#br0">370 0 6665,'0'0'9581,"0"15"-8638,0 253 1304,1-176-1745,-8 178 150,4-244-450,-1 1 0,-2 1 0,1-2-1,-3 0 1,-1 0 0,-1 0 0,-22 40 0,31-63-141,-1 0 1,0 0-1,0 0 1,0 0 0,-1 0-1,1-1 1,-1 1-1,0 0 1,1-1-1,-1-1 1,0 2-1,0-1 1,-1-1 0,1 1-1,-1 0 1,2-1-1,-2 0 1,1 1-1,-1-1 1,0-1-1,1 1 1,0-1-1,-1 1 1,0-1 0,0 0-1,0 0 1,1-1-1,0 1 1,-1-1-1,0 0 1,-6-2-1,3-2 30,-1 1-1,0 0 0,2-2 1,-1 1-1,0-1 0,1 0 0,0 0 1,-9-13-1,4 5 25,1-1 0,1 1 1,-12-25-1,14 23-42,-7-17-72,0-1 1,-10-43-1,22 37-3925,3 24 312,-1 2-1366</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3.783"/>
    </inkml:context>
    <inkml:brush xml:id="br0">
      <inkml:brushProperty name="width" value="0.025" units="cm"/>
      <inkml:brushProperty name="height" value="0.025" units="cm"/>
    </inkml:brush>
  </inkml:definitions>
  <inkml:trace contextRef="#ctx0" brushRef="#br0">0 1 6513,'0'0'10915,"11"34"-3386,-11-32-7611,-2 7 3216,-4-9-7231</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35.021"/>
    </inkml:context>
    <inkml:brush xml:id="br0">
      <inkml:brushProperty name="width" value="0.025" units="cm"/>
      <inkml:brushProperty name="height" value="0.025" units="cm"/>
    </inkml:brush>
  </inkml:definitions>
  <inkml:trace contextRef="#ctx0" brushRef="#br0">1 0 5753,'0'0'9073,"4"1"-7917,176 12 5839,-151-11-6587,0 2 0,-1 0 0,1 2 0,31 10 0,-54-14-221,0 0-1,-1 1 0,0-1 1,1 1-1,-1 0 1,-1 1-1,8 5 0,-11-9-52,-13 283 1477,12-277-1573,-4 268-28,5-171-9,0-91 1,0-2 0,1 1 0,1-1 0,0 1 0,4 10 0,-4-14 2,-2-2-4,0 13 31,-1-18 145,-24-3-103,3-4-78,0 0-1,-1 1 1,0 2 0,0 0-1,0 1 1,-41 1 0,54 1-4,7 1 8,0 0-1,0 0 0,0 0 0,1 0 1,-1 0-1,0 0 0,0 0 0,0 1 1,0-1-1,0 0 0,0 1 0,0 0 1,1 0-1,-4 1 0,5-1 127,3-1-1389,34-2-5201,-18-5-1294</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3.272"/>
    </inkml:context>
    <inkml:brush xml:id="br0">
      <inkml:brushProperty name="width" value="0.025" units="cm"/>
      <inkml:brushProperty name="height" value="0.025" units="cm"/>
    </inkml:brush>
  </inkml:definitions>
  <inkml:trace contextRef="#ctx0" brushRef="#br0">483 1 4913,'0'0'8710,"1"6"-4640,-4 11-2850,-1-11-1034,-2-1-1,-1 1 0,1 0 0,0-1 1,-1 0-1,-13 7 0,-21 16 187,-20 28 163,2 1 1,2 3-1,-54 76 1,100-120-363,1 1 1,2 2 0,-1-2 0,3 1 0,-1 1 0,1-1 0,-5 32 0,-9 140 581,16-134-613,2-23 236,1 0-1,4 38 1,-1-55-265,1 0 1,0 0 0,0 0-1,2 0 1,1-1 0,9 20-1,-5-15 33,1-1-1,1 0 0,0-1 0,1-1 0,1 0 0,1 0 0,0-1 1,2-1-1,-1 0 0,1-2 0,38 23 0,1-6 771,95 36-1,-147-64-535,5-1-2460,-15-15-2823,-3-1-2491</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5.191"/>
    </inkml:context>
    <inkml:brush xml:id="br0">
      <inkml:brushProperty name="width" value="0.025" units="cm"/>
      <inkml:brushProperty name="height" value="0.025" units="cm"/>
    </inkml:brush>
  </inkml:definitions>
  <inkml:trace contextRef="#ctx0" brushRef="#br0">494 64 7922,'0'0'11930,"0"-5"-11032,1 3-820,-1 0 1,0 1-1,-1-1 1,1 0-1,0 0 1,-1 0-1,1 0 1,-1 0 0,1 0-1,-1 0 1,0 0-1,0 0 1,0 1-1,0 0 1,0-1-1,0 0 1,-1 1-1,1-1 1,0 1-1,-1-1 1,2 1-1,-2 0 1,0-1-1,1 1 1,-1 0-1,0 0 1,0 0 0,0 1-1,0-1 1,0 0-1,0 1 1,0 0-1,-3-1 1,-15-3-56,-1 1 0,0 1 0,0 1 0,0 1 0,0 0 0,0 2 0,0 1 0,0 1 0,0-1 0,1 3 0,-1 0 0,1 2 0,0-1 0,-27 17 0,43-21-22,-7 3 2,2-1 0,-2 2 0,-10 11 0,18-16-2,1 0-1,0 1 1,0 0-1,0-1 1,0 1 0,0-1-1,1 1 1,-1 0 0,1 0-1,-1 0 1,1 1-1,0-1 1,0-1 0,1 1-1,-1 1 1,1-1-1,-1 4 1,2 4 2,0 0 0,0 0 0,1 0 0,0 0 0,1 0-1,7 16 1,33 59 4,-30-61 1,19 47 0,-28-63-2,-1 1 0,-1-1 0,1 1 0,-2 0 0,0 0 0,0 0 0,0 0 0,-3 19 0,1-25 2,0 0 0,-1 1 0,0 0-1,1-1 1,-2-1 0,1 2-1,0-1 1,-1 0 0,1 0-1,-1-1 1,0 0 0,0 1-1,-1-1 1,1 0 0,0 0 0,-1 0-1,-4 2 1,-6 4 31,-1 0 0,0-2 0,-20 8 0,10-11 81,24-4 12,12-1-516,6-3 307,-2 3 1,1-2-1,0 2 0,25 1 0,-40 0 73,1 0 1,-1 1-1,1-1 1,0 1-1,0-1 1,0 1-1,-1 0 1,1 0-1,0-1 0,-1 1 1,1 0-1,-1 0 1,0 0-1,0 0 1,0 1-1,1-1 0,-1 1 1,0-1-1,0 1 1,0-1-1,0 1 1,0-1-1,0 1 0,-1 0 1,1-1-1,0 0 1,-1 1-1,0 0 1,1 2-1,1 7 7,-1-1 0,0 1 0,-1 18 1,0-16-3,-2 6 18,-1 0 1,-1 0 0,0-1 0,-1 1-1,-1-1 1,-1 0 0,-1 0 0,-13 22 0,-13 35 104,30-64-64,-2 3 66,0-1-1,1 2 0,0-1 0,1 1 0,2 0 1,-1 0-1,1-1 0,0 2 0,2 16 1,0-30-117,1 0 1,-1 0-1,1 1 0,0-1 1,0-1-1,0 1 1,0 0-1,0 0 1,0 0-1,0 0 1,0-1-1,0 1 0,1 0 1,-1-1-1,1 1 1,0-1-1,0 0 1,-1 0-1,1 0 0,0 0 1,0 0-1,0 0 1,-1 0-1,1 0 1,1-1-1,-1 1 0,0-1 1,5 1-1,6 1 132,1 0-1,0-1 0,20-2 0,-18 1 171,-5-1-49,-1 0-1,0-1 0,0 0 1,-1-1-1,1 0 1,-1 1-1,1-2 0,-2 0 1,11-8-1,-11 10-43,-7 1 952,-1 0-2121,-1-1 391,1 1-1,0-1 1,-1 1 0,1-1-1,-1 1 1,0-1-1,1 1 1,-1 0 0,0-1-1,0 1 1,0 0-1,0 1 1,1-2-1,-1 1 1,0 0 0,-3-1-1,-10-5-6868</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8.589"/>
    </inkml:context>
    <inkml:brush xml:id="br0">
      <inkml:brushProperty name="width" value="0.025" units="cm"/>
      <inkml:brushProperty name="height" value="0.025" units="cm"/>
    </inkml:brush>
  </inkml:definitions>
  <inkml:trace contextRef="#ctx0" brushRef="#br0">446 1 5537,'0'0'9129,"3"0"-8112,10 0 5041,-17 3-3644,-30 2-2968,13-2 894,-13 5-329,-1 2-1,-47 19 1,68-22-58,-1 0 1,1 0 0,1 1 0,-1 1 0,1 0 0,1 1 0,-23 22 0,35-32 31,-1 1 1,1-1-1,-1 1 1,0-1-1,1 1 1,-1-1 0,1 1-1,-1-1 1,1 1-1,0 0 1,0-1-1,0 1 1,-1 0-1,1-1 1,0 1-1,-1 0 1,1-1 0,0 1-1,0 0 1,0-1-1,0 0 1,0 1-1,-1 0 1,1 0-1,1-1 1,-1 1 0,0 0-1,0 0 1,0 0-1,0-1 1,0 1-1,1 0 1,-1-1-1,0 1 1,1 0-1,-1-1 1,0 1 0,0 0-1,0-1 1,1 1-1,-1-1 1,1 1-1,-1-1 1,1 1-1,0-1 1,-1 1 0,1-1-1,0 1 1,1 0-1,4 1-18,0-1 0,0 1 1,1 0-1,11 1 0,-1 0 50,-11-2-22,10 3 8,0 0 0,-1 0 0,25 13 0,-36-15-11,-1-1 0,0 1 0,0 0 1,0 0-1,0 0 0,0 1 0,0-1 0,0 1 0,-1 0 1,0-1-1,0 1 0,1 0 0,-1 0 0,0 1 0,-1-1 1,1 0-1,0 0 0,-1 1 0,0-1 0,0 1 0,0 0 1,0 3-1,-1-2 18,0 0 0,0 0 1,0-1-1,0 1 0,0 0 1,-1 0-1,0 0 0,0-1 1,-1 0-1,1 1 0,-1 0 1,0-1-1,0 0 0,-6 8 1,2-5 16,0 0 1,-2 0 0,2-1 0,-2 0 0,0 0-1,-13 8 1,3-3 161,-1-1 0,0 0-1,-33 11 1,40-17 65,1-1-1,-2-1 1,2 0-1,-2 0 1,2-1-1,-2 0 1,-23-3 0,35 2-244,0-1 0,0 0 0,0 1 0,0-1 1,0 0-1,0 1 0,1-1 0,-1 0 1,0 1-1,0-1 0,0 0 0,1 0 1,-1 0-1,0 0 0,1 0 0,-1 0 1,1 0-1,-1 0 0,1-1 0,-1 1 1,1 0-1,0 0 0,0 0 0,-1-1 1,1 0-1,0 0-134,0 2 1,-1-2 0,1 1-1,0-1 1,0 1-1,0-1 1,0 1-1,1 0 1,-1-1 0,0 1-1,0-1 1,1 1-1,-1-1 1,1 1-1,0-1 1,-1 2 0,1-1-1,0 0 1,0-1-1,-1 1 1,1 0-1,2-2 1,55-22-5905,-28 15 922</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9.431"/>
    </inkml:context>
    <inkml:brush xml:id="br0">
      <inkml:brushProperty name="width" value="0.025" units="cm"/>
      <inkml:brushProperty name="height" value="0.025" units="cm"/>
    </inkml:brush>
  </inkml:definitions>
  <inkml:trace contextRef="#ctx0" brushRef="#br0">0 15 5737,'0'0'12017,"23"0"-10364,-21 0-1596,1 1 1,-1 0-1,0-1 1,0 1-1,0 0 1,0 0-1,0 0 0,0 1 1,0-1-1,0 0 1,0 1-1,0-1 1,-1 1-1,1 0 1,-1-1-1,0 0 0,1 1 1,-1 0-1,0 0 1,2 4-1,20 44 858,-23-49-885,26 84 835,-23-142 1000,-3 51-1912,1 1 0,0-2-1,0 1 1,-1 1 0,2-1 0,-1-1 0,2 1 0,-1 2-1,1-2 1,-1 0 0,2 1 0,-1 0 0,0 0 0,6-7 0,-6 10 47,0-1 1,0 0 0,-1 0 0,2 0 0,-1 1-1,1-1 1,0 1 0,0 0 0,-1 1 0,1-1-1,0 0 1,0 1 0,0 0 0,0 0 0,0 0-1,0 0 1,1 1 0,-1-1 0,0 1 0,0 0 0,8 2-1,-10-1 16,0 0 0,-1 0 0,1 0-1,1 0 1,-2 1 0,1 0-1,0-2 1,0 2 0,0 0 0,-1-1-1,1 1 1,-1 0 0,2 3-1,18 29 88,-20-32-94,0 3 14,2 0 0,-1 0-1,0 0 1,0 1 0,-1 0-1,0-2 1,0 2 0,0 0-1,-1 10 1,4-16-177,-1 1-1,-1-1 1,2-1-1,-1 1 0,0-1 1,1 1-1,-1-1 1,3-1-1,69-36-224,-52 25 369,0 1-1,0 1 1,0 1-1,2 1 1,-1 1 0,27-4-1,-50 12 54,0-1-1,0 1 1,0 0 0,0 0 0,0-1-1,-1 1 1,1 0 0,0 0-1,0 0 1,0 0 0,0 1-1,0-1 1,0 0 0,0 0 0,0 0-1,0 1 1,0-1 0,0 1-1,0-1 1,0 1 0,-1-1-1,1 1 1,0-1 0,0 0-1,0 1 1,-1-1 0,1 1 0,0 0-1,0 1 1,-1 0 163,0 1 0,1 0-1,-1-1 1,0 1 0,1 0 0,-1-1 0,0 1-1,-1 4 1,0 9-129,0 9 269,0-19-774,0-1 0,1 1-1,-1 0 1,2 1-1,0 10 1,0-17 104,-1 1 1,0-1 0,1 1 0,-1 0-1,0-1 1,0 1 0,1-1 0,-1 1 0,1-1-1,-1 0 1,1 1 0,0-1 0,-1 0-1,1 0 1,-1 0 0,1 0 0,0 0-1,-1 1 1,1-1 0,0 0 0,-1 0-1,1 0 1,0 0 0,0 0 0,-1 0 0,2 0-1,0 0-430,16 1-9927</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49.859"/>
    </inkml:context>
    <inkml:brush xml:id="br0">
      <inkml:brushProperty name="width" value="0.025" units="cm"/>
      <inkml:brushProperty name="height" value="0.025" units="cm"/>
    </inkml:brush>
  </inkml:definitions>
  <inkml:trace contextRef="#ctx0" brushRef="#br0">279 1 10242,'0'0'10965,"-28"10"-10534,-91 32 80,113-41-431,-1 2 1,1-1 0,0 2-1,0-1 1,1 1 0,-1-1 0,0 1-1,0 0 1,2 1 0,-1 0-1,0 0 1,0-1 0,0 1-1,-3 8 1,-3 1 86,8-7-146,-2-1 1,1 1-1,0 0 0,1 0 0,0 0 0,1 1 0,-1-1 0,1 1 0,0-1 0,1 1 0,0 0 0,0-1 0,1 2 1,0-1-1,1 8 0,-1-15-28,0 0 0,1 0 1,-1 0-1,1 0 0,-1 0 1,1 0-1,0 0 0,-1-1 0,1 0 1,0 1-1,-1 0 0,1 0 1,0-1-1,0 1 0,0 0 1,-1-1-1,1 1 0,0-1 0,0 1 1,0-1-1,0 1 0,0-1 1,0 0-1,0 1 0,0-1 1,0 0-1,0 0 0,2 0 0,37 1-137,-28-2 96,-5 0-18,1 0-1,-2 0 1,1-1-1,1 0 1,-2 0 0,1 0-1,0-1 1,-1 0-1,1-1 1,-1 1 0,1-2-1,-2 2 1,1-2-1,9-10 1,-7 9 49,0-3 0,-2 2 0,1-2 0,0 0 0,-2 1-1,1-2 1,-1 1 0,0-1 0,5-17 0,-9 26 817,-1 8-265,2 31-526,-2-36-138,1 0 0,-1 0 0,1 0 0,-1 1 0,1-2 1,-1 1-1,1 0 0,0 0 0,0-1 0,0 1 0,0 0 0,0-1 0,0 1 0,0 0 1,0-1-1,1 1 0,2 1 0,23 3-3121,-6-5-1837,5-1-4029</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0.177"/>
    </inkml:context>
    <inkml:brush xml:id="br0">
      <inkml:brushProperty name="width" value="0.025" units="cm"/>
      <inkml:brushProperty name="height" value="0.025" units="cm"/>
    </inkml:brush>
  </inkml:definitions>
  <inkml:trace contextRef="#ctx0" brushRef="#br0">148 0 8730,'0'0'12092,"-7"26"-11005,-20 85-132,-14 74 564,6-25-1618,2-52-2839,29-89-527,4-10-2276</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0.434"/>
    </inkml:context>
    <inkml:brush xml:id="br0">
      <inkml:brushProperty name="width" value="0.025" units="cm"/>
      <inkml:brushProperty name="height" value="0.025" units="cm"/>
    </inkml:brush>
  </inkml:definitions>
  <inkml:trace contextRef="#ctx0" brushRef="#br0">203 1 6737,'0'0'14226,"-20"27"-12982,-59 93-267,70-104-722,-1 2 0,2-1 0,1 1 1,-1 0-1,2 0 0,2 0 0,-5 21 1,0 0 190,-1 9-593,1 1 0,3 0 0,-2 68 0,8-116-2152</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0.860"/>
    </inkml:context>
    <inkml:brush xml:id="br0">
      <inkml:brushProperty name="width" value="0.025" units="cm"/>
      <inkml:brushProperty name="height" value="0.025" units="cm"/>
    </inkml:brush>
  </inkml:definitions>
  <inkml:trace contextRef="#ctx0" brushRef="#br0">1 80 2681,'0'0'16182,"19"4"-15474,123 27 501,-126-29-1138,-1 0-1,0-1 1,1 0-1,27-2 1,-43 0-79,2 1 1,-1-1 0,1 1 0,-1-1-1,0 1 1,1 0 0,-1-1 0,0 0-1,0 0 1,0 0 0,1 0 0,-1 0-1,0 0 1,0 0 0,0 0 0,0 0 0,-1-1-1,1 1 1,-1 0 0,1 0 0,-1-1-1,1 1 1,-1-1 0,1 1 0,-1 0-1,0 0 1,1-1 0,-1 1 0,0-1-1,0 1 1,0-1 0,0 1 0,-1-2-1,1 0-11,0 0 0,0 1-1,0 0 1,0-1-1,-1 0 1,0 0 0,1 0-1,-1 1 1,1-1-1,-1 1 1,-1 0-1,1-1 1,0 1 0,-1-1-1,0 1 1,-2-4-1,-3 3 14,0-2-1,0 1 0,-1 1 0,1-1 1,-1 1-1,1 1 0,-1 0 0,0 0 1,-9-1-1,0 1 106,1 1 0,-2 0 1,-21 3-1,37-2-81,1 0 0,0 1 0,0-1 0,-1 1 0,1-1 0,0 1 0,-1 0 0,1 0 0,0 0 0,-1-1 0,1 1 1,0 0-1,0 0 0,0-1 0,0 2 0,0-1 0,0 0 0,0 0 0,1 1 0,-1-1 0,0 0 0,1 1 0,-1-1 0,1 0 0,0 1 0,0-1 1,-1 1-1,1-1 0,0 2 0,-2 50 452,2-42-305,1-3-153,0 0 0,0-1 0,0 1-1,1 0 1,0-1 0,1 0-1,0 1 1,1-2 0,-1 1 0,1 0-1,0-1 1,0 0 0,1 1-1,0-2 1,0 1 0,1-1 0,-1 1-1,9 4 1,-10-7-145,1 0 1,-1-1-1,0 1 0,0-1 1,1-1-1,0 0 0,0 1 0,-1-1 1,1 0-1,0 0 0,0-1 1,-1 0-1,1 1 0,0-2 0,7 0 1,7 1-1512,15 0-3704</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1.241"/>
    </inkml:context>
    <inkml:brush xml:id="br0">
      <inkml:brushProperty name="width" value="0.025" units="cm"/>
      <inkml:brushProperty name="height" value="0.025" units="cm"/>
    </inkml:brush>
  </inkml:definitions>
  <inkml:trace contextRef="#ctx0" brushRef="#br0">275 1 11843,'0'0'11222,"-24"16"-10766,-69 52-168,55-36-132,38-31-157,-1-1 0,1 0 0,0 1 0,-1 0 1,1 0-1,0 0 0,-1-1 0,1 1 0,0 0 1,0 0-1,0 0 0,0 0 0,0 0 0,0-1 1,0 1-1,0 0 0,0 0 0,0 0 0,0 0 1,1 1-1,0 2-19,1-1 4,0 0 1,0 0 0,0-1-1,0 1 1,1-1 0,-1 1-1,1-1 1,-1-1 0,0 1-1,1 0 1,0-1 0,0 1-1,0-1 1,5 3-1,9 5-155,-14-7 81,1 1 0,-1 0 0,1 1 0,-1-1 0,0 1 0,0-1 0,-1 1 0,0 0 0,1 0 0,-1 1 0,0-2 0,0 2 0,2 5 0,-4-7 79,1-1 0,0 0 0,-1 1 0,1 0 0,-1 0 1,0-1-1,0 1 0,0 0 0,0 0 0,-1-1 1,1 1-1,-1-1 0,1 1 0,-1 0 0,0 0 1,0-1-1,-1 1 0,1-2 0,0 2 0,-1-1 0,1 1 1,-1-1-1,-3 4 0,-12 5 106,1 0-1,-1-1 1,0 0-1,-1-2 1,-1 0-1,0 0 1,-26 5-1,24-10-386,8-2-3430</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1.606"/>
    </inkml:context>
    <inkml:brush xml:id="br0">
      <inkml:brushProperty name="width" value="0.025" units="cm"/>
      <inkml:brushProperty name="height" value="0.025" units="cm"/>
    </inkml:brush>
  </inkml:definitions>
  <inkml:trace contextRef="#ctx0" brushRef="#br0">144 1 13315,'0'0'13133,"-5"22"-12174,1 8-661,0-9-95,-1-1-1,-1 1 0,1-1 1,-11 20-1,-67 221 912,79-243-1108,1-11-11,1 1-1,0 0 1,0 0 0,1 0-1,0 0 1,1 0 0,0 1-1,0-2 1,1 2 0,1 8-1,-1-15-66,1 0-1,-1-1 0,1 1 0,-1 0 0,0-1 1,1 1-1,-1-1 0,1 0 0,0 0 0,0 0 1,0 0-1,0 0 0,0 0 0,0 0 1,1 0-1,-2-1 0,1 1 0,0-1 0,0 1 1,1-1-1,3 0 0,-1 1-434,-1-1 0,1 0 1,0 0-1,0 0 0,-1-1 0,1 0 0,0 0 1,0 0-1,5-2 0,10-14-3762,-2-3-1344</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1.845"/>
    </inkml:context>
    <inkml:brush xml:id="br0">
      <inkml:brushProperty name="width" value="0.025" units="cm"/>
      <inkml:brushProperty name="height" value="0.025" units="cm"/>
    </inkml:brush>
  </inkml:definitions>
  <inkml:trace contextRef="#ctx0" brushRef="#br0">0 7 8810,'0'0'15411,"54"0"-14323,-29 0-431,4 0-305,0 0-248,-2 0-104,2 0-104,27 0-881,-7 0-3872,2-6-4817</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2.369"/>
    </inkml:context>
    <inkml:brush xml:id="br0">
      <inkml:brushProperty name="width" value="0.025" units="cm"/>
      <inkml:brushProperty name="height" value="0.025" units="cm"/>
    </inkml:brush>
  </inkml:definitions>
  <inkml:trace contextRef="#ctx0" brushRef="#br0">0 0 3041,'0'0'16791,"4"0"-15577,149 2 4003,4 0-4197,-24-5-6252,-143 4 3970,1 0-1,-1 1 0,2 1 1,-2-1-1,-9 5 0,-12 8-4442</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2.623"/>
    </inkml:context>
    <inkml:brush xml:id="br0">
      <inkml:brushProperty name="width" value="0.025" units="cm"/>
      <inkml:brushProperty name="height" value="0.025" units="cm"/>
    </inkml:brush>
  </inkml:definitions>
  <inkml:trace contextRef="#ctx0" brushRef="#br0">1 0 6449,'0'0'16006,"16"4"-14595,1 1-1034,-1-1-55,0 0 1,-1-1-1,1 0 1,0-2-1,17 1 1,-3-2-181,140 0 1623,-57 0-6889,-98-2-777,-3-5-3253</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3.668"/>
    </inkml:context>
    <inkml:brush xml:id="br0">
      <inkml:brushProperty name="width" value="0.025" units="cm"/>
      <inkml:brushProperty name="height" value="0.025" units="cm"/>
    </inkml:brush>
  </inkml:definitions>
  <inkml:trace contextRef="#ctx0" brushRef="#br0">367 23 3929,'0'0'15188,"1"0"-14889,-1 0 0,1-1 0,0 1-1,-1-1 1,1 1 0,0-1 0,-1 1-1,0-1 1,0 1 0,1-1-1,-1 0 1,1 1 0,-1-1 0,1 1-1,-1-1 1,0 0 0,1 0 0,-1-1-1,-1 2-266,0-1-1,-1 0 0,1 0 0,0 0 1,-1 0-1,0 0 0,1 0 1,-1 1-1,0-1 0,0 0 0,0 1 1,0 0-1,1-1 0,-1 1 1,-1 0-1,-36-1 21,29 1-17,-3 1-34,-1 0-1,1 1 1,-1 0 0,1 1-1,1 0 1,-2 1-1,2 1 1,-1 0-1,1 1 1,1-1-1,-2 2 1,2 1-1,0-1 1,-12 11-1,15-12-14,0 0 0,0 1-1,1-1 1,0 2-1,0-1 1,1 1-1,0 0 1,0 0 0,0 0-1,2 2 1,0-2-1,-1 1 1,1 0-1,1 1 1,1-1 0,-1 1-1,1 0 1,0 0-1,1 0 1,0 0-1,1 14 1,0-21 10,-1 1 0,1-2-1,1 2 1,-1 0 0,1-1-1,-1 1 1,1-1 0,0 0 0,0 0-1,0 0 1,1 1 0,-1-1 0,2 4-1,-1-6-1,0 1 0,1 0-1,-1-1 1,0 1 0,1-1 0,-1 1-1,1-1 1,-2 0 0,2 0-1,0 0 1,0 0 0,-1 0-1,1-1 1,0 1 0,0-1-1,-1 0 1,5 0 0,3 1 2,-2 0 0,2-1 0,-1 0 0,1 0 0,-1-1 1,0-1-1,0 1 0,0-2 0,0 1 0,-1-1 0,1-1 1,0 1-1,-1-1 0,0 0 0,10-8 0,-5 3 2,1-2 0,-2 1-1,1-2 1,-2 1-1,0-1 1,0-1 0,-1 1-1,11-21 1,-23 89 2494,1-48-2500,2 1 0,-1 0 0,1 0 0,0 0 0,0 0 0,2 0 0,3 11 0,-1-13-138,0 1 0,-1 0 0,2-1 0,0 1 0,1-1 0,-2-1 0,2 1 0,1-1 0,-2-1 0,2 1 0,10 6 0,-4-5-1521,0 0-1,0-1 0,20 5 0,14 2-5591</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4.479"/>
    </inkml:context>
    <inkml:brush xml:id="br0">
      <inkml:brushProperty name="width" value="0.025" units="cm"/>
      <inkml:brushProperty name="height" value="0.025" units="cm"/>
    </inkml:brush>
  </inkml:definitions>
  <inkml:trace contextRef="#ctx0" brushRef="#br0">535 4 3369,'0'0'17181,"4"-1"-16061,0 0 1436,-7 0-984,-23 0-501,-42 3-1061,-69 7-44,-140 29 0,276-38 23,0 0 0,-1 0 1,0 1-1,1-1 0,-1 1 0,1-1 0,-1 1 1,1-1-1,-1 1 0,1-1 0,-1 1 0,1 0 1,0 0-1,0 0 0,0 0 0,0 0 0,0 0 1,0 0-1,-2 3 0,2-1 7,0 0 0,1 0 0,-1-1-1,1 0 1,0 1 0,-1 0 0,1 0 0,1 6 0,0 7 38,-1-11-22,1 0-1,1 1 1,-1 0 0,1-2-1,0 2 1,-1-1-1,2 0 1,4 7-1,10 31 43,-8 3-25,-3 0-1,2 60 1,-10 95 28,1-154-28,-4 240-49,5-286 0,35-1 426,-18-1-112,-1-1 0,28-7-1,-27 5-160,1 1-1,30-1 0,-36 4-165,0-1 0,1 0 0,-1-1 0,-1 0 1,21-7-1,7-5-6318,-19 6-1896</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5.003"/>
    </inkml:context>
    <inkml:brush xml:id="br0">
      <inkml:brushProperty name="width" value="0.025" units="cm"/>
      <inkml:brushProperty name="height" value="0.025" units="cm"/>
    </inkml:brush>
  </inkml:definitions>
  <inkml:trace contextRef="#ctx0" brushRef="#br0">379 1 3897,'0'0'11033,"0"6"-10064,0 22 84,-1 1 1,-2 0-1,-5 31 0,-6 38-539,11-15-460,3 1 1,14 119 0,-10-120-16,-4-73-5,0-9-14,0 0 0,-1 0 0,1 0 0,0 0 0,0 0 0,0 0 1,-1 0-1,1 0 0,-1 0 0,1 0 0,-1 0 0,1 0 0,-1 0 0,1 0 0,-1-1 0,0 1 0,0 0 0,1 0 0,-1-1 0,0 1 0,0 0 0,0-1 0,-2 1 0,1 0 60,-1 1-1,-1-1 0,1 0 0,-1 0 0,0 0 0,1-1 0,-5 1 1,-2 0 100,1-1 1,0-1 0,0 1 0,-1-2-1,-9-2 1,9 1-16,1-1 0,-2-1 0,3 0 0,-2-1 0,2 1 0,-2-2 1,2 0-1,-14-14 0,-2-3 350,-30-41-1,41 48-257,1 0 0,1-1 0,-15-31-1,21 40-449,2-1-1,1 1 0,-5-17 1,6 17-768,0 0 1,1 0-1,0 0 1,2-15-1,4 5-4123,9 0-2761</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5.385"/>
    </inkml:context>
    <inkml:brush xml:id="br0">
      <inkml:brushProperty name="width" value="0.025" units="cm"/>
      <inkml:brushProperty name="height" value="0.025" units="cm"/>
    </inkml:brush>
  </inkml:definitions>
  <inkml:trace contextRef="#ctx0" brushRef="#br0">97 32 3409,'0'0'19018,"0"-6"-17420,3-20 905,-32 27-166,16 0-2066,1 0 0,-1 1 0,-16 5 0,26-5-336,3-2-403,16 0-17930</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6.335"/>
    </inkml:context>
    <inkml:brush xml:id="br0">
      <inkml:brushProperty name="width" value="0.025" units="cm"/>
      <inkml:brushProperty name="height" value="0.025" units="cm"/>
    </inkml:brush>
  </inkml:definitions>
  <inkml:trace contextRef="#ctx0" brushRef="#br0">3 1 7538,'0'0'9014,"-1"7"-8018,1-6-962,-1 2 99,1 1 0,-1 0 0,1 0 0,0 0 0,0-1 0,0 0-1,1 1 1,-1 0 0,1 0 0,0 0 0,0-1 0,1 0 0,-1 1 0,1-1 0,-1 1-1,0-1 1,1 1 0,0-2 0,1 1 0,-1 0 0,4 3 0,4 2 91,1-2 0,-1 1-1,2-1 1,-1-1 0,1 0 0,0 0 0,0-1 0,0 0 0,24 2 0,9 0 205,59 0-1,56-5 1297,-159-1-953,-2 29 1560,-2-5-2144,-2 0 0,-7 26 0,-5 13-77,8 10-80,2 1 0,3-1-1,8 86 1,-3-146-29,1 0 0,0-1 0,8 22 0,0 8-1,-10-42 14,0 0 1,0 0-1,0 0 0,-1 1 0,1-1 1,0 0-1,0 0 0,0 0 0,0 1 1,0-1-1,0 0 0,0 0 0,0 0 0,-1 1 1,1-1-1,0 0 0,0 0 0,0 0 1,0 0-1,-1 1 0,1-1 0,0 0 1,0 0-1,0 0 0,-1 0 0,1 0 0,0 0 1,0 0-1,-1 0 0,1 1 0,0-1 1,0 0-1,0 0 0,-1 0 0,1 0 1,0 0-1,0 0 0,-1 0 0,1 0 0,0-1 1,0 1-1,-1 0 0,1 0 0,0 0 1,0 0-1,0 0 0,-1 0 0,1 0 1,0 0-1,0-1 0,0 1 0,0 0 0,0 0 1,0 0-1,0 0 0,0-1 0,0 1 1,0 0-1,-1-1 0,-18-9-7,16 8 42,-13-6-54,2 1-1,-2 0 0,0 1 0,0 1 0,0 1 1,0 0-1,-23-3 0,-120 1-78,136 7 78,23-1-47,4 0-2138,47 0-3485,-18 0-641</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6.747"/>
    </inkml:context>
    <inkml:brush xml:id="br0">
      <inkml:brushProperty name="width" value="0.025" units="cm"/>
      <inkml:brushProperty name="height" value="0.025" units="cm"/>
    </inkml:brush>
  </inkml:definitions>
  <inkml:trace contextRef="#ctx0" brushRef="#br0">1 1 2537,'0'0'25636,"0"14"-21139,0-6-5174,0-7 276,0 0 0,0 0 0,0 0 0,0 0 0,0 1 0,0-1 0,0 0 0,1 0 0,-1-1 0,0 1 1,1 0-1,-1 1 0,1-1 0,0 1 0,4 4-6454</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1:57.080"/>
    </inkml:context>
    <inkml:brush xml:id="br0">
      <inkml:brushProperty name="width" value="0.025" units="cm"/>
      <inkml:brushProperty name="height" value="0.025" units="cm"/>
    </inkml:brush>
  </inkml:definitions>
  <inkml:trace contextRef="#ctx0" brushRef="#br0">437 1 7802,'0'0'15875,"-179"161"-15579,145-115-144,-3 8-152,-31 42-248,9-14-2048,-1 0-5642</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18.886"/>
    </inkml:context>
    <inkml:brush xml:id="br0">
      <inkml:brushProperty name="width" value="0.025" units="cm"/>
      <inkml:brushProperty name="height" value="0.025" units="cm"/>
    </inkml:brush>
  </inkml:definitions>
  <inkml:trace contextRef="#ctx0" brushRef="#br0">32 1 3753,'0'0'6912,"5"3"3014,-12 108-7837,3-75-1773,-4 13-7,5-31-214,0 1-1,0 25 1,3-43-90,-1-49-959,-3-26-6899,1 51 884</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19.267"/>
    </inkml:context>
    <inkml:brush xml:id="br0">
      <inkml:brushProperty name="width" value="0.025" units="cm"/>
      <inkml:brushProperty name="height" value="0.025" units="cm"/>
    </inkml:brush>
  </inkml:definitions>
  <inkml:trace contextRef="#ctx0" brushRef="#br0">14 0 7402,'0'0'11727,"6"3"-6899,-15 26-4681,3-14-2794,2-2-3767,3-4-1443</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19.834"/>
    </inkml:context>
    <inkml:brush xml:id="br0">
      <inkml:brushProperty name="width" value="0.025" units="cm"/>
      <inkml:brushProperty name="height" value="0.025" units="cm"/>
    </inkml:brush>
  </inkml:definitions>
  <inkml:trace contextRef="#ctx0" brushRef="#br0">0 1 7762,'0'0'12762,"0"3"-12180,11 116 1457,-11-117-2088,0 0 0,0 0 1,0 0-1,0 0 0,0 0 0,0 0 0,0 0 1,0-1-1,1 1 0,-1 0 0,2 3 0,-1-6-26,0 1-1,0 0 0,0 0 0,0-1 1,-1 1-1,1 0 0,0-1 1,0 1-1,0-1 0,-1 1 1,1-1-1,0 1 0,-1-1 0,1 0 1,0 1-1,-1-1 0,1 0 1,0 0-1,14-13 114,-3 2-107,45-32-288,-53 40 418,0 1 0,1 1 0,0-1 0,1 1 0,-2 1-1,1-1 1,1 1 0,-1-1 0,0 1 0,1 0-1,5 0 1,-10 2-18,0 0 0,-1-1-1,1 1 1,0 0 0,-1-1-1,1 1 1,0 0 0,-1 0 0,1 0-1,0-1 1,-1 1 0,1 0-1,-1 0 1,1 0 0,-1 0-1,0 0 1,1 0 0,-1 0 0,0 0-1,0 0 1,0 0 0,0 2-1,5 31 599,-4-27-470,1 43-428,-7-32-4965,-1-13-449</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0.156"/>
    </inkml:context>
    <inkml:brush xml:id="br0">
      <inkml:brushProperty name="width" value="0.025" units="cm"/>
      <inkml:brushProperty name="height" value="0.025" units="cm"/>
    </inkml:brush>
  </inkml:definitions>
  <inkml:trace contextRef="#ctx0" brushRef="#br0">46 0 12843,'0'0'10350,"-1"28"-9414,-4 91-210,1-71-234,-14 67 1,12-84-579,1 0-1,-1 53 0,7-83-160,1-1 0,-1 1-1,1-1 1,0 1 0,-1-1-1,1 0 1,-2 1 0,2-1 0,0 0-1,0 0 1,-1 0 0,1 0-1,0 0 1,-1 0 0,1-1 0,0 1-1,-1 0 1,3-2 0,1 0-670,-1 0 0,1-1 0,0 0-1,-2-1 1,1 1 0,0-1 0,0 1 0,3-5 0,11-14-7070</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0.331"/>
    </inkml:context>
    <inkml:brush xml:id="br0">
      <inkml:brushProperty name="width" value="0.025" units="cm"/>
      <inkml:brushProperty name="height" value="0.025" units="cm"/>
    </inkml:brush>
  </inkml:definitions>
  <inkml:trace contextRef="#ctx0" brushRef="#br0">0 21 8770,'0'0'10554,"176"-17"-10554,-122 14-1688,0 3-6418</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0.744"/>
    </inkml:context>
    <inkml:brush xml:id="br0">
      <inkml:brushProperty name="width" value="0.025" units="cm"/>
      <inkml:brushProperty name="height" value="0.025" units="cm"/>
    </inkml:brush>
  </inkml:definitions>
  <inkml:trace contextRef="#ctx0" brushRef="#br0">125 1 8466,'0'0'12228,"-3"14"-11153,-53 253 3132,24-78-4439,31-187-19,0 1 0,1-1 0,0 0 0,-1 0 0,0 0 1,0 1-1,-1-1 0,-2 4 0,-10 3-5923,5-8-152</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1.093"/>
    </inkml:context>
    <inkml:brush xml:id="br0">
      <inkml:brushProperty name="width" value="0.025" units="cm"/>
      <inkml:brushProperty name="height" value="0.025" units="cm"/>
    </inkml:brush>
  </inkml:definitions>
  <inkml:trace contextRef="#ctx0" brushRef="#br0">1 14 5297,'0'0'9904,"27"-3"-9028,86-7 12,-111 10-835,1 0 0,0 0 0,0 0 0,0 0-1,-1 0 1,1 1 0,-1 0 0,1-1 0,-1 1 0,1 0 0,-1 0 0,1 1 0,-1-1 0,4 2-1,-4-1 3,-1-1 0,0 1-1,0 0 1,1-1 0,-1 1 0,0 0-1,0 0 1,-1 0 0,1-1-1,0 1 1,0 2 0,1 3 113,1 2 114,-1-1 0,0 2 0,-1-2 0,1 2 0,-1-1 0,-1 0 0,0 0 0,0 0 0,-2 9 0,2-17-256,-1 0 1,1 0-1,-1 0 0,0 0 0,1 0 0,-1 0 0,1-1 0,0 1 0,-1 0 1,0 0-1,0 0 0,0-1 0,1 1 0,-1-1 0,0 1 0,0-1 0,0 1 1,0-1-1,0 1 0,0-1 0,0 0 0,-1 1 0,1-1 0,0 0 0,0 0 1,0 0-1,-2 0 0,-37 0 5,29-1-10,-79 1-1962</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1.473"/>
    </inkml:context>
    <inkml:brush xml:id="br0">
      <inkml:brushProperty name="width" value="0.025" units="cm"/>
      <inkml:brushProperty name="height" value="0.025" units="cm"/>
    </inkml:brush>
  </inkml:definitions>
  <inkml:trace contextRef="#ctx0" brushRef="#br0">121 1 7482,'0'0'13911,"-10"0"-13381,6 0-497,-1 1-1,1-1 0,0 0 0,0 1 0,-1 0 1,1 0-1,0 1 0,1-1 0,-2 1 1,1 0-1,0-1 0,0 1 0,1 0 1,0 1-1,-1 0 0,1-1 0,0 1 0,-1 1 1,1-2-1,1 1 0,0 1 0,-1-1 1,-2 5-1,1-1-20,1 0 1,0 1-1,1-1 0,0 1 0,0 0 1,0-1-1,1 1 0,0-1 1,0 1-1,1 1 0,1 10 1,-1-15-14,0-2-4,1 1 1,-1-1 0,1 1 0,0-1 0,0 1-1,0-1 1,0 1 0,0-1 0,1-1 0,-1 2-1,0-1 1,0 0 0,1 0 0,0 0 0,0 0-1,0-1 1,0 1 0,0 0 0,0-1 0,1 1-1,-1-2 1,-1 1 0,2 0 0,-1 0 0,1 0-1,-1 0 1,1-1 0,3 2 0,1 0-7,0-1 0,1 0 1,-1 0-1,0 0 0,1-1 0,-1 0 0,0 0 1,0-1-1,10-2 0,-15 2 16,0 1-1,-1-1 1,1 0-1,0-1 0,0 1 1,0 0-1,0-1 1,-1 2-1,1-2 1,0 1-1,-1-1 1,1 0-1,-1 1 0,0-1 1,0 0-1,0 0 1,0 0-1,0 0 1,-1 0-1,1 0 1,0 0-1,-1 0 1,1-4-1,1-5 36,0 0 0,-1 1 0,-1-16 0,0 19-19,0 3-49,0 1 0,-1 0 0,0 0 0,1 0 0,-1-1 0,0 1 0,0 0 0,-1 0 0,1 0 0,-1 0 0,0 0 0,2 0 0,-2 1-1,-1-1 1,1 0 0,0 1 0,-1 0 0,1 0 0,-1 0 0,0 0 0,2 0 0,-2 0 0,0 0 0,-6-2 0,5 2-942,1 1 0,-1 0 0,0 0 0,0 1 0,0-1 0,0 0-1,-6 1 1,1 0-6252</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1.903"/>
    </inkml:context>
    <inkml:brush xml:id="br0">
      <inkml:brushProperty name="width" value="0.025" units="cm"/>
      <inkml:brushProperty name="height" value="0.025" units="cm"/>
    </inkml:brush>
  </inkml:definitions>
  <inkml:trace contextRef="#ctx0" brushRef="#br0">185 1 11690,'0'0'13581,"-9"3"-13122,-3 0-397,-63 23 252,64-22-286,1 1-1,0 0 0,0 0 0,0 0 0,-13 12 1,22-16-39,0 0 0,0 0 0,0 0 1,0 0-1,0 1 0,0-1 1,0 0-1,0 1 0,0-1 0,0 1 1,1-1-1,-1 1 0,0-1 0,1 1 1,-1 0-1,1 1 0,0-2-12,0 0 0,0 0-1,0 0 1,0 0 0,1 0 0,-1 1-1,0-1 1,1 0 0,-1 0 0,1 0-1,0 0 1,-1 0 0,1 0 0,0-1-1,-1 1 1,1 0 0,0 0 0,1 0-1,4 4-148,1-1 0,1 0-1,-2 0 1,2-1 0,11 3 0,-1 2-67,-9-5 7,-3 0 63,1-1 0,0 2 0,-1-1 0,13 9 0,-19-11 176,1-1-1,0 1 1,-1-1 0,0 1-1,1-1 1,0 1-1,-1-1 1,1 1 0,0 0-1,-1 0 1,1 0-1,-1 0 1,1-1 0,-1 1-1,0 0 1,1 0-1,-1 0 1,0 0 0,0 0-1,0 0 1,0 0-1,0 0 1,0 0 0,0 0-1,0 0 1,0 0-1,0 0 1,0 0 0,-1-1-1,1 1 1,0 0-1,-1 0 1,1 0 0,-1 0-1,1 0 1,-1-1-1,1 1 1,-1 0-1,1 0 1,-1 0 0,0-1-1,1 1 1,0 0-1,-1-1 1,-1 2 0,-5 4 59,0-2 1,0 2-1,0-1 0,-16 7 1,-2-6-6678</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127"/>
    </inkml:context>
    <inkml:brush xml:id="br0">
      <inkml:brushProperty name="width" value="0.025" units="cm"/>
      <inkml:brushProperty name="height" value="0.025" units="cm"/>
    </inkml:brush>
  </inkml:definitions>
  <inkml:trace contextRef="#ctx0" brushRef="#br0">14 0 9898,'0'0'16316,"0"157"-15956,-5-146-248,2-5-112,0-3-48,1-12-2545,2-17-2712,0-5-4497</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300"/>
    </inkml:context>
    <inkml:brush xml:id="br0">
      <inkml:brushProperty name="width" value="0.025" units="cm"/>
      <inkml:brushProperty name="height" value="0.025" units="cm"/>
    </inkml:brush>
  </inkml:definitions>
  <inkml:trace contextRef="#ctx0" brushRef="#br0">0 1 13539,'0'0'10706,"32"53"-10746,-27-44-432,-2 0-2473</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570"/>
    </inkml:context>
    <inkml:brush xml:id="br0">
      <inkml:brushProperty name="width" value="0.025" units="cm"/>
      <inkml:brushProperty name="height" value="0.025" units="cm"/>
    </inkml:brush>
  </inkml:definitions>
  <inkml:trace contextRef="#ctx0" brushRef="#br0">131 1 14107,'0'0'13123,"-3"156"-12123,-8-113-272,0 4-416,0-4-216,2-3-24,0-6-72,1-5-8,2-9-120,0-10-296,-2-7-1040,-9-3-2265,2-16-1888,-1-7-4609</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2.889"/>
    </inkml:context>
    <inkml:brush xml:id="br0">
      <inkml:brushProperty name="width" value="0.025" units="cm"/>
      <inkml:brushProperty name="height" value="0.025" units="cm"/>
    </inkml:brush>
  </inkml:definitions>
  <inkml:trace contextRef="#ctx0" brushRef="#br0">1 0 12219,'0'0'5772,"31"0"-3677,101 0-775,166 0 952,-297 9-1785,-1 7-312,0 0 0,-1 0 0,0 1 0,-2-1 0,1 0 0,-1-1 0,-10 23 0,10-26-409,-11 20 756,14-31-676,-1 1 0,1-1 1,-1 0-1,1 0 0,-1 0 0,0 0 0,1 0 0,-1 0 1,0 0-1,0 0 0,0 0 0,1-1 0,-1 1 0,0 0 1,0 0-1,0-1 0,0 1 0,0-1 0,0 1 0,0-1 1,-2 1-1,-1-2-5278</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3.080"/>
    </inkml:context>
    <inkml:brush xml:id="br0">
      <inkml:brushProperty name="width" value="0.025" units="cm"/>
      <inkml:brushProperty name="height" value="0.025" units="cm"/>
    </inkml:brush>
  </inkml:definitions>
  <inkml:trace contextRef="#ctx0" brushRef="#br0">1 1 13691,'0'0'8658,"20"150"-11835,-20-133-4793</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3.840"/>
    </inkml:context>
    <inkml:brush xml:id="br0">
      <inkml:brushProperty name="width" value="0.025" units="cm"/>
      <inkml:brushProperty name="height" value="0.025" units="cm"/>
    </inkml:brush>
  </inkml:definitions>
  <inkml:trace contextRef="#ctx0" brushRef="#br0">138 47 11883,'0'0'13517,"-12"12"-13053,-4 4-322,-68 74 438,81-86-574,0-1 0,1 0 1,-1 1-1,1-1 0,1 0 0,-1 1 1,0 0-1,1-1 0,-1 1 1,1-1-1,0 2 0,0-1 0,1 0 1,-1 0-1,1 0 0,0-1 1,0 2-1,0-1 0,0 0 0,2 7 1,-1-10-8,1 0 1,-1 1 0,0-1-1,0 0 1,1 0 0,-1 0-1,-1 0 1,2 0 0,-1 0-1,1 0 1,-1 0 0,1 0-1,0-1 1,-1 1 0,1-1-1,0 1 1,0-1 0,-1 0-1,1 0 1,1 0 0,42 1-6,-35-1 3,2 0-3,1-1 0,-1 1 0,0-2-1,0 0 1,0-1 0,14-5 0,-19 6 3,-1-1-1,-1 1 1,1-1-1,-1 0 1,1-1-1,-2 0 1,2 0-1,-1 1 1,-1-2-1,0 0 1,0 1-1,1-2 1,-1 2-1,3-7 1,-6 7 2,1 1 0,0-2 0,-1 1 0,0 0-1,1-1 1,-2 1 0,1 0 0,0 0 0,-1-1 0,0 1 0,0 0 0,0 0 0,-1-1 0,1 1-1,-3-7 1,0 1-34,0 2-1,0-2 1,-1 1-1,0 1 1,-10-15-1,13 22 23,-1-2-76,1 1 1,-1-1-1,0 0 0,1 1 0,-1 0 1,1-1-1,0 0 0,0 0 0,0 0 1,0-1-1,1 1 0,-1-4 0,3 6 68,1 0 0,-1 0-1,1 1 1,-1-1-1,1 1 1,0 0 0,-2 0-1,2 0 1,0 0-1,2 1 1,0-1 10,1 0 26,0 1 1,0 0-1,0 1 1,-1 0-1,2 0 1,-1 0-1,0 0 1,-2 0-1,2 1 1,0 1-1,-1-1 1,-1 1-1,1-1 1,0 1 0,5 7-1,3 2 53,-1 1 0,1 1 0,16 30 0,-26-41 12,-1 0 0,0 0 0,0 1 0,0 0 1,-1-2-1,1 2 0,-1 0 0,0 0 0,-1 0 0,0 9 0,0-11 14,0 0-1,0 0 0,0-1 1,0 1-1,-1-1 0,0 1 0,0 0 1,0-1-1,0 1 0,0-1 1,-1 0-1,1 0 0,-1 1 0,1-1 1,-1 0-1,0 0 0,0 0 1,0 0-1,0 0 0,-2 1 0,47-39-311,-22 16-55,2 1 0,0 1 0,0 1 0,47-24 0,-70 40 304,1 1 0,0 0-1,0-1 1,-1 1-1,1 0 1,0 0 0,0 0-1,0 0 1,-1 0-1,1-1 1,0 2 0,0-1-1,0 0 1,0 0-1,-1 0 1,1 0-1,0 0 1,-1 1 0,1-1-1,-1 0 1,1 1-1,0-1 1,0 0 0,-1 1-1,1-1 1,0 1-1,-1-1 1,1 1 0,-1-1-1,1 0 1,-1 1-1,1-1 1,-1 1 0,1 0-1,-1 0 1,1-1-1,-1 1 1,0 0 0,1 0-1,-1-1 1,0 1-1,0 0 1,0 0 0,0 0-1,0 1 1,2 6 221,-1 1 1,-1 0-1,0 14 1,0-5 378,0 45 203,0-63-867,0 0 0,0 0 0,1 1 0,-1-1 1,0 0-1,0 0 0,0 0 0,0 1 1,0-1-1,0 0 0,1 0 0,-1 0 1,0 0-1,0 1 0,0-1 0,0 0 1,1 0-1,-1 0 0,0 0 0,0 0 0,0 0 1,1 1-1,-1-1 0,0 0 0,0 0 1,1 0-1,-1 0 0,0 0 0,0 0 1,0 0-1,1 0 0,-1 0 0,0 0 1,0 0-1,0 0 0,0 0 0,0 0 0,0 0 1,1-1-1,-1 1 0,0 0 0,0 0 1,0 0-1,1 0 0,12-8-4342,0-10-2458</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4.347"/>
    </inkml:context>
    <inkml:brush xml:id="br0">
      <inkml:brushProperty name="width" value="0.025" units="cm"/>
      <inkml:brushProperty name="height" value="0.025" units="cm"/>
    </inkml:brush>
  </inkml:definitions>
  <inkml:trace contextRef="#ctx0" brushRef="#br0">6 55 336,'0'0'10826,"-1"-7"-9224,-3-27-203,4 34-1220,0-1 0,0 1 0,0-1 0,0 1 0,0 0 0,0 0 0,0-1-1,0 1 1,0-1 0,0 1 0,0-1 0,0 1 0,0-1 0,1 1 0,-1-1 0,0 1 0,0-1 0,1 1 0,-1-1 0,0 1-1,1 0 1,-1-1 0,0 1 0,1-1 0,-1 1 0,1 0 0,-1 0 0,0-1 0,1 1 0,-1 0 0,1-1 0,-1 1 0,1 0 0,-1 0-1,1 0 1,0 0 0,18 0 846,-15 1-300,156 5 4038,77-6-4569,-251 1-1283,0 1 1,1-1 0,-1 3-1,-17 6 1,-5-1-3712,5 0-1702</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4.553"/>
    </inkml:context>
    <inkml:brush xml:id="br0">
      <inkml:brushProperty name="width" value="0.025" units="cm"/>
      <inkml:brushProperty name="height" value="0.025" units="cm"/>
    </inkml:brush>
  </inkml:definitions>
  <inkml:trace contextRef="#ctx0" brushRef="#br0">1 1 6569,'0'0'16204,"144"0"-14580,-104 0-288,-6 0-263,-3 0-545,-11 0-288,-2 0-176,-8 0-64,-1 3-96,-1 0-480,7-3-1617,-4 0-3712,6 0-10554</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5.554"/>
    </inkml:context>
    <inkml:brush xml:id="br0">
      <inkml:brushProperty name="width" value="0.025" units="cm"/>
      <inkml:brushProperty name="height" value="0.025" units="cm"/>
    </inkml:brush>
  </inkml:definitions>
  <inkml:trace contextRef="#ctx0" brushRef="#br0">1 60 6793,'0'0'13685,"4"2"-12460,2 1-1016,-1 0-1,2-1 1,0 0-1,-1 0 0,1-2 1,0 1-1,-1 0 1,1 0-1,0-1 1,-1 0-1,1 0 0,7-2 1,8 0-129,0-2 1,33-11 0,105-38 16,-158 52 434,-16 9 69,6-4-497,2 1-1,-1 1 1,0 0-1,1 0 1,0 0 0,1 1-1,-1-1 1,1 2 0,1-1-1,-8 14 1,9-15-67,1 0-1,0 1 1,0 0 0,0-1 0,0 1 0,1 0-1,0-1 1,0 2 0,1-1 0,0-1-1,0 1 1,1 1 0,-1-2 0,3 9 0,-2-13-41,1-1 1,-1 0 0,0 1 0,1 0 0,-2 0 0,2-1-1,-1 1 1,1-1 0,0 1 0,0-1 0,0 1-1,0-1 1,0 0 0,0 0 0,0 0 0,0 0 0,-1-1-1,1 0 1,0 0 0,1 1 0,-1-1 0,0 1 0,0-1-1,3 0 1,1 0-204,2 1-1,-1-1 1,-1 0 0,1-1-1,0 0 1,13-2 0,-13-1-641,0 0 1,1 0 0,-2 0-1,1 0 1,0-1 0,-2-1-1,2 1 1,5-7 0,12-16-6549</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5.839"/>
    </inkml:context>
    <inkml:brush xml:id="br0">
      <inkml:brushProperty name="width" value="0.025" units="cm"/>
      <inkml:brushProperty name="height" value="0.025" units="cm"/>
    </inkml:brush>
  </inkml:definitions>
  <inkml:trace contextRef="#ctx0" brushRef="#br0">7 1 13171,'0'0'15825,"-2"3"-12476,-2 8-2927,4-7-572,0 1 0,0-1 0,0 0 0,1-1 0,-1 2 0,1-1 0,0 0 0,3 7 0,-2-9-146,-1 0 1,0 0-1,0 0 0,1 0 1,-1-1-1,1 1 0,0 0 1,0-1-1,0-1 0,0 2 1,0-1-1,0 0 0,1 0 1,-2 0-1,1 0 0,1 0 1,2 0-1,20 4-6787</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6.221"/>
    </inkml:context>
    <inkml:brush xml:id="br0">
      <inkml:brushProperty name="width" value="0.025" units="cm"/>
      <inkml:brushProperty name="height" value="0.025" units="cm"/>
    </inkml:brush>
  </inkml:definitions>
  <inkml:trace contextRef="#ctx0" brushRef="#br0">0 0 7890,'0'0'20036,"6"16"-16806,-4-10-5645,-1-2-3729</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6.522"/>
    </inkml:context>
    <inkml:brush xml:id="br0">
      <inkml:brushProperty name="width" value="0.025" units="cm"/>
      <inkml:brushProperty name="height" value="0.025" units="cm"/>
    </inkml:brush>
  </inkml:definitions>
  <inkml:trace contextRef="#ctx0" brushRef="#br0">307 0 8618,'0'3'5889,"-3"0"-3280,-3 2 1255,-3 4-1463,-2 0-657,-8 5-567,-7 2-433,-3 4-352,-2 6-256,-3 0-136,-17 22-200,6-8-2001,2-4-4680</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8.966"/>
    </inkml:context>
    <inkml:brush xml:id="br0">
      <inkml:brushProperty name="width" value="0.025" units="cm"/>
      <inkml:brushProperty name="height" value="0.025" units="cm"/>
    </inkml:brush>
  </inkml:definitions>
  <inkml:trace contextRef="#ctx0" brushRef="#br0">179 1 9394,'0'0'9926,"-9"33"-8839,-28 114-311,30-112-429,1 0 0,0 71 0,3-38-54,-14 97 225,12-136-491,-1 1 1,-2-2-1,-15 43 1,5-42-576,6-20-1883,11-9 2112,0 0 1,1 0-1,-1 0 0,0 0 0,0 0 0,0 0 0,1 0 1,-1 0-1,0-1 0,0 1 0,1 0 0,-1 0 0,0-1 1,1 1-1,0 0 0,-1-1 0,1 1 0,-1-1 0,-1 0 1,-5-10-7839</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9.283"/>
    </inkml:context>
    <inkml:brush xml:id="br0">
      <inkml:brushProperty name="width" value="0.025" units="cm"/>
      <inkml:brushProperty name="height" value="0.025" units="cm"/>
    </inkml:brush>
  </inkml:definitions>
  <inkml:trace contextRef="#ctx0" brushRef="#br0">0 11 7578,'0'0'10686,"25"-3"-8903,76-5-431,-97 8-1269,1 1-1,-2 0 0,1-1 1,1 1-1,-1 1 1,0-1-1,0 1 0,0 0 1,0-1-1,0 1 0,0 0 1,-1 1-1,0-1 1,0 1-1,1 0 0,-1 0 1,0 0-1,0 0 1,0 0-1,-1 1 0,0-1 1,5 8-1,1 0 110,-4-5-112,-1-2 0,1 2 0,0 0-1,-1 0 1,1-1 0,-1 2-1,-2-1 1,2 0 0,-1 0 0,-1 1-1,1-1 1,-1 1 0,1 8 0,-3-14-65,1 0 1,-1-1 0,1 1 0,-1 0 0,1 0 0,-1-1 0,0 1 0,0 0-1,1-1 1,-1 1 0,0-1 0,0 1 0,1-1 0,-1 1 0,0-1-1,0 1 1,1-1 0,-1 0 0,0 1 0,0-1 0,0 0 0,0 0-1,1 0 1,-1 0 0,-2 0 0,-28 3 83,29-3-78,-111 3 153,64-3-6851</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29.696"/>
    </inkml:context>
    <inkml:brush xml:id="br0">
      <inkml:brushProperty name="width" value="0.025" units="cm"/>
      <inkml:brushProperty name="height" value="0.025" units="cm"/>
    </inkml:brush>
  </inkml:definitions>
  <inkml:trace contextRef="#ctx0" brushRef="#br0">119 37 9706,'0'0'12311,"-6"-1"-11953,2 1-338,0 0-1,0 0 1,1 0-1,0 1 1,-1-1-1,0 1 1,0 0-1,0 0 1,0 0-1,1 0 1,0 1-1,-1 0 1,1-1-1,-1 1 1,1 1-1,1-2 1,-1 1-1,0 1 1,0 0-1,-3 3 1,2-2 3,1 1 1,-1 0-1,1 0 0,0 1 0,0-2 1,0 2-1,0 0 0,2 0 1,-3 10-1,1-2 9,1 0 1,1 0-1,1 16 1,-1-29-39,1 1 0,0 0 0,1 0 0,-1 0 0,0-1 0,1 1 0,-1 0 0,1 0 0,-1 0 0,1 0 0,0-1 0,0 1 0,0-1 0,0 1 0,0 0 0,0-1 0,0 1 0,0-1 0,0 1 0,0-1 0,1 0 0,-1 1 1,1-1-1,0 0 0,-1 0 0,1 0 0,0-1 0,0 0 0,2 2 0,4 0-34,1 0 0,-1-1 1,1 0-1,-1 0 1,13-1-1,-16 0 45,-1-1 0,-1 1 1,0-1 0,1 0 0,-1 0 0,-1 0 0,2-1 0,-1 1 0,0 0 0,0 0-1,0-1 1,0 0 0,-1 0 0,1 0 0,-1-1 0,1 1 0,-1-1 0,0 0 0,1 2-1,-1-2 1,-1 0 0,0 0 0,1 0 0,-1 0 0,1-1 0,-1 2 0,1-6 0,3-4 28,-2 1 0,0-1 0,0 0 1,-2 0-1,0-1 0,1-12 0,-2 20 7,0-1 0,0 0-1,-1 0 1,0 2 0,0-2-1,0 0 1,0 1 0,-1 0-1,0 0 1,-3-6-1,4 9-71,-1-1 0,0 1 0,0-1 0,0 1 0,-1 0-1,2 0 1,-1 0 0,-1 0 0,1 1 0,-1 0 0,0 0-1,1-1 1,-1 1 0,1 0 0,-1 0 0,0 0-1,0 0 1,0 1 0,0-1 0,0 1 0,-3 0 0,2-1-116,-13 1-1835,17 0 1741,-1 0 0,1 0 0,-1 0 0,0 1-1,1-1 1,-1 0 0,1 0 0,-1 0 0,1 1-1,-1-1 1,0 0 0,1 1 0,-1-1 0,1 0-1,0 1 1,-1-1 0,1 1 0,-1-1 0,1 1 0,0-1-1,-1 1 1,1-1 0,0 1 0,-1-1 0,1 2-1,-1 8-6012</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076"/>
    </inkml:context>
    <inkml:brush xml:id="br0">
      <inkml:brushProperty name="width" value="0.025" units="cm"/>
      <inkml:brushProperty name="height" value="0.025" units="cm"/>
    </inkml:brush>
  </inkml:definitions>
  <inkml:trace contextRef="#ctx0" brushRef="#br0">265 0 12939,'0'0'11932,"-26"2"-11204,-84 6-224,103-7-470,0-1 0,0 0 1,-1 2-1,2 0 0,-1 0 0,0 0 1,1 1-1,-1 0 0,0 0 0,1 1 1,0-2-1,-8 8 0,5-3-27,7-6-15,1 0 1,-1-1-1,0 2 1,1-1-1,-1 0 1,1 1-1,-1-1 1,2 1-1,-1-1 1,-1 1-1,1 0 1,0 0-1,0-1 1,0 1-1,0 0 1,1-1-1,-1 1 1,0 0-1,1 0 1,0 0-1,-1 0 1,1 0-1,0 0 1,0 0-1,0 0 1,0 0-1,0-1 1,1 1-1,-1 0 1,1 0-1,-1 0 1,2 4-1,2 1-74,-1-2 0,1 2 0,0-1 1,1-1-1,0 1 0,-1-1 0,8 6 0,-8-8 40,5 7-271,1-1 0,14 18 0,-22-23 244,0 0 0,0-1 0,0 0 0,0 1 0,0 0 0,-1 1 0,1-1-1,-1-1 1,0 2 0,-1-1 0,1 0 0,0 6 0,-2-8 69,1-1 0,-1 1 0,1-1 0,-1 0 0,0 1 0,0-1 0,1 0-1,-1 0 1,0 0 0,0 0 0,0 0 0,0 0 0,-1 0 0,1 0 0,0 0 0,0-1 0,1 1 0,-2-1 0,1 1 0,0 0-1,-1-1 1,1 1 0,-1-1 0,1 0 0,-3 1 0,-39 5 34,42-6-197,0 1-1,-1-1 1,1 0 0,-1 0-1,2 0 1,-2 0 0,1-1-1,-1 1 1,1 0 0,0-1-1,-1 1 1,1 0 0,0-1-1,-1 0 1,1 1 0,0-1-1,-1 0 1,1 0 0,0 0-1,0 1 1,0-3 0,-1 1-547,2-1 1,-1 1-1,0-1 1,0 0 0,1 0-1,0 0 1,-1 0-1,1 1 1,1-6-1,-1-12-7646</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284"/>
    </inkml:context>
    <inkml:brush xml:id="br0">
      <inkml:brushProperty name="width" value="0.025" units="cm"/>
      <inkml:brushProperty name="height" value="0.025" units="cm"/>
    </inkml:brush>
  </inkml:definitions>
  <inkml:trace contextRef="#ctx0" brushRef="#br0">12 1 11803,'0'0'14315,"0"138"-14091,0-123-160,0-7-64,-5-2-168,2-6-1089,0 0-2776,3-8-2568</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458"/>
    </inkml:context>
    <inkml:brush xml:id="br0">
      <inkml:brushProperty name="width" value="0.025" units="cm"/>
      <inkml:brushProperty name="height" value="0.025" units="cm"/>
    </inkml:brush>
  </inkml:definitions>
  <inkml:trace contextRef="#ctx0" brushRef="#br0">0 1 9458,'0'0'15259,"26"39"-15411,-6-19-720,0-8-2049,-1-1-3120</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680"/>
    </inkml:context>
    <inkml:brush xml:id="br0">
      <inkml:brushProperty name="width" value="0.025" units="cm"/>
      <inkml:brushProperty name="height" value="0.025" units="cm"/>
    </inkml:brush>
  </inkml:definitions>
  <inkml:trace contextRef="#ctx0" brushRef="#br0">203 0 12291,'0'0'10234,"0"151"-7738,-12-100-1151,-2 0-497,-3 0-136,0-3-440,0-3-184,3-5-88,-1-6-88,-5-3-616,-8 4-1321,3-13-2055,2-5-2074</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0.982"/>
    </inkml:context>
    <inkml:brush xml:id="br0">
      <inkml:brushProperty name="width" value="0.025" units="cm"/>
      <inkml:brushProperty name="height" value="0.025" units="cm"/>
    </inkml:brush>
  </inkml:definitions>
  <inkml:trace contextRef="#ctx0" brushRef="#br0">1 0 12579,'0'0'11530,"25"1"-11043,76 4-106,-97-5-359,-1 0-1,1 0 0,-1 0 1,1 1-1,-1-1 0,1 1 0,-1 0 1,1 0-1,-2 0 0,2 0 1,-1 0-1,0 1 0,1 0 1,-1 0-1,0 0 0,-1 0 0,1 0 1,-1 1-1,1 0 0,-1-2 1,1 2-1,-1 0 0,0 0 0,0 0 1,2 5-1,-2-1 9,0 1 1,0 0-1,-1 0 0,0 0 1,-1 0-1,0 0 0,0 0 1,-2 9-1,1 10 89,1-27-129,-2 42 181,1-40-317,1 1 1,-1 0-1,1 0 0,-1 0 0,0 0 1,0 0-1,0-1 0,1 0 0,-2 1 0,1 0 1,-1-1-1,-2 3 0</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1.173"/>
    </inkml:context>
    <inkml:brush xml:id="br0">
      <inkml:brushProperty name="width" value="0.025" units="cm"/>
      <inkml:brushProperty name="height" value="0.025" units="cm"/>
    </inkml:brush>
  </inkml:definitions>
  <inkml:trace contextRef="#ctx0" brushRef="#br0">1 4 13315,'0'0'13587,"0"-3"-14115,0 32-1529,0-2-3328,6 2-3345</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1.872"/>
    </inkml:context>
    <inkml:brush xml:id="br0">
      <inkml:brushProperty name="width" value="0.025" units="cm"/>
      <inkml:brushProperty name="height" value="0.025" units="cm"/>
    </inkml:brush>
  </inkml:definitions>
  <inkml:trace contextRef="#ctx0" brushRef="#br0">112 159 9234,'0'0'17232,"-17"10"-17052,-53 32-110,69-41-70,-1 1 0,0-1 0,0 0 0,0 1 0,1-1 0,-1 1 0,1 0-1,0-2 1,0 2 0,0 0 0,-1 0 0,1 0 0,0 0 0,0 0 0,0 0-1,1 0 1,-1 0 0,0 1 0,1-2 0,0 1 0,-1 0 0,1 1 0,0-1-1,0 0 1,0 0 0,0 1 0,1-1 0,0 3 0,1 8-47,-2-12 41,0 1 0,0-1 1,0 1-1,1-2 0,-1 2 1,1-1-1,-1 0 0,1 1 1,-1-1-1,1 1 0,0-1 1,0 0-1,0 0 1,-1 1-1,1-1 0,0 0 1,0 0-1,0 0 0,0 0 1,0 0-1,1 0 0,-1-1 1,0 0-1,1 1 0,-1-1 1,0 1-1,1-1 0,-1 1 1,1-1-1,-1 1 0,2-1 1,7 2-21,-1-1 0,1-1 0,17 0 0,-15 0 7,-10 0 5,1 0 0,-1-1 1,1 1-1,-1-1 0,1 1 0,-2-1 1,1 0-1,1 0 0,-1 0 1,0 0-1,1 1 0,-1-1 0,0 0 1,0-1-1,0 0 0,-1 1 1,1-1-1,-1 0 0,1 0 0,0 0 1,-1 0-1,0 0 0,1 0 1,-1 1-1,0-1 0,0 0 1,0-1-1,0 1 0,0-1 0,-1 1 1,1-3-1,1-9-107,0 1-1,-1-2 1,0 1-1,-2-16 1,1 10-28,-5-117-980,5 136 1124,0-1 0,1 1-1,-1 0 1,0 0-1,1 0 1,-1 0 0,0 0-1,0 0 1,1 0-1,-1 0 1,1 0 0,0 1-1,-1-1 1,1 0-1,0 1 1,0-1 0,0 0-1,-1 0 1,1 1-1,0-1 1,0 1-1,0-1 1,0 1 0,0-1-1,0 1 1,0-1-1,1 1 1,-1 0 0,0 0-1,0-1 1,1 1-1,1 0 13,1-1-1,-1 1 1,0 0-1,0 0 0,1 1 1,-2-1-1,1 0 1,0 1-1,0 0 1,1 0-1,2 1 0,2 4 23,1 1 0,-2 0 0,1 0 0,0 1 0,-2 0 0,1 0 0,-1 1 0,0-1-1,-1 2 1,1-1 0,5 16 0,-9-14 212,1-1-1,-1 0 0,-1 0 1,0 1-1,0 0 1,-2 11-1,1-10 351,0-11-279,1-6-164,3-1-168,-1 0-1,0 0 1,1 0-1,0 0 1,1 1 0,0 0-1,-1 0 1,1-1-1,0 3 1,1-2-1,-1 1 1,1 0 0,7-3-1,-6 2 20,2 1 0,-1 0 0,1 1 0,0-1 0,-1 3 0,1-2 0,0 1 0,0 1 0,14-1 0,-21 2 29,-1 1 0,1-1 0,0 1 0,-1 0 0,0-1 0,0 1 0,1 0 0,-1 0 0,1 0 1,-1 0-1,0 0 0,1-1 0,-1 2 0,0-1 0,0 0 0,0 1 0,0-1 0,0 1 0,0-1 0,0 1 0,-1-1 0,1 1 0,-1 0 0,1-1 0,-1 1 0,1-1 0,-1 0 0,0 4 1,6 54 1259,-5-50-924,-1 65 519,0-73-912,0-1-1,0 0 1,1 1 0,-1-1 0,0 1 0,0 0-1,0-1 1,1 1 0,-1 0 0,0-1 0,1 1-1,-1 0 1,1-1 0,-1 1 0,1-1 0,-1 1-1,0-1 1,1 1 0,0-1 0,-1 0 0,1 1-1,-1-1 1,1 1 0,0-1 0,-1 0 0,1 0-1,0 1 1,-1-1 0,1 0 0,0 0 0,-1 0-1,1 0 1,25 1-1590,-19-1 913,29-3-4812,5-11-3980</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2.206"/>
    </inkml:context>
    <inkml:brush xml:id="br0">
      <inkml:brushProperty name="width" value="0.025" units="cm"/>
      <inkml:brushProperty name="height" value="0.025" units="cm"/>
    </inkml:brush>
  </inkml:definitions>
  <inkml:trace contextRef="#ctx0" brushRef="#br0">0 0 3809,'0'0'16099,"7"2"-14177,24 4-764,2-3 1,-2 0-1,1-2 1,35-4-1,-2 2-843,-9-1 128,-32 0-1294,-2 1-3388,-41 3-7,-6 7-1731</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2.398"/>
    </inkml:context>
    <inkml:brush xml:id="br0">
      <inkml:brushProperty name="width" value="0.025" units="cm"/>
      <inkml:brushProperty name="height" value="0.025" units="cm"/>
    </inkml:brush>
  </inkml:definitions>
  <inkml:trace contextRef="#ctx0" brushRef="#br0">1 37 8666,'0'0'18188,"153"20"-17092,-119-20-400,0 0-472,-3 0-224,-2 0-72,10-20-912,-5 3-3417,-2-2-7986</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3.253"/>
    </inkml:context>
    <inkml:brush xml:id="br0">
      <inkml:brushProperty name="width" value="0.025" units="cm"/>
      <inkml:brushProperty name="height" value="0.025" units="cm"/>
    </inkml:brush>
  </inkml:definitions>
  <inkml:trace contextRef="#ctx0" brushRef="#br0">423 1 1712,'1'1'22469,"1"13"-22363,-2 548 747,0-557-849,0-1 0,-1 2 0,1-1 0,-1 0 0,0-1 0,-1 0 0,1 1 0,-1 0-1,0 0 1,1-2 0,-1 2 0,-1-1 0,1 1 0,-1-1 0,0-1 0,-1 1 0,1 0 0,0-1 0,0 1 0,-1-1 0,0-1 0,0 1 0,0 0-1,0-1 1,0 1 0,-1-1 0,0 0 0,-8 2 0,-7 1 20,0 0 0,-1-2 0,1 0 1,-1-1-1,-29-2 0,43 0 14,1-1 1,-1-1 0,1 1 0,0-1-1,-1-1 1,1 1 0,0-1 0,0 1-1,0-2 1,0 1 0,1-1 0,-1 0-1,1-1 1,-1 2 0,2-2-1,-1 0 1,1-1 0,-1 2 0,-4-11-1,-2 0 74,3 0-1,-1-1 0,0 0 1,3 0-1,-1 0 0,-5-24 0,9 26-286,0 1 0,1-1 0,1 0-1,1 1 1,0-1 0,3-26-1,-2 38-408,0 0 0,0-1-1,0 0 1,0 1 0,0-1-1,1 1 1,-2-1 0,2 1-1,-1-1 1,5-2-1,7-10-6965</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3.889"/>
    </inkml:context>
    <inkml:brush xml:id="br0">
      <inkml:brushProperty name="width" value="0.025" units="cm"/>
      <inkml:brushProperty name="height" value="0.025" units="cm"/>
    </inkml:brush>
  </inkml:definitions>
  <inkml:trace contextRef="#ctx0" brushRef="#br0">7 0 7538,'0'0'14051,"5"9"-11472,-5-4-2409,0-3-86,0 0 0,0 0 0,0 0-1,0 0 1,0 0 0,0 0 0,0 0 0,0-1 0,0 0-1,-1 1 1,0 0 0,1 0 0,-1 0 0,0 0 0,0-1 0,0 1-1,0 0 1,0-1 0,-2 2 0,3-2 288,0-8 231,2-20-289,-2 26-298,0 1 0,0-1 0,0 1 0,0-1 0,1 1 0,-1-1 0,0 1 0,0 0 0,0-1 0,1 1 0,-1-1 0,0 1 1,1 0-1,-1-1 0,0 1 0,1 0 0,-1 0 0,0 0 0,1 0 0,-1 0 0,0-1 0,1 1 0,-1 0 0,1 0 0,-1 0 0,1-1 1,-1 1-1,0 0 0,1 0 0,-1 0 0,0 0 0,0 0 0,1 0 0,-1 0 0,1 0 0,-1 0 0,1 0 0,-1 0 0,1 0 0,-1 1 1,0-1-1,1 0 0,-1 0 0,1 0 0,-1 1 0,0-1 0,1 0 0,-1 0 0,1 0 0,-1 0 0,0 0 0,1 1 0,0 0-9,0 0-1,0 0 0,0 0 0,0 0 0,-1 0 0,1 0 1,0 0-1,0 0 0,-1 0 0,1 0 0,-1 0 0,1 0 1,-1 1-1,1-1 0,-1 0 0,0 0 0,0 1 0,0-2 1,1 4-1,-1-3-363,0 0 0,-1-1-1,1 1 1,0 0 0,0 0 0,0 0 0,0 0 0,-1 0 0,1-1 0,0 1 0,-1 0 0,1 0 0,-1-1 0,1 1 0,-1 0-1,1 0 1,-2 0 0,-7 5-8715</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2:36.657"/>
    </inkml:context>
    <inkml:brush xml:id="br0">
      <inkml:brushProperty name="width" value="0.025" units="cm"/>
      <inkml:brushProperty name="height" value="0.025" units="cm"/>
    </inkml:brush>
  </inkml:definitions>
  <inkml:trace contextRef="#ctx0" brushRef="#br0">0 1 4865,'0'0'17061,"34"0"-13751,6 0-2922,1 1-1,-1 2 1,-1 2-1,49 12 1,-40-6-370,-19-4-3,-1 0 0,0 1 0,33 16 0,-60-23-17,0-1 0,-1 1-1,1 0 1,0-1 0,0 1-1,-1 0 1,1 0 0,0 0-1,-1 0 1,1 0-1,0 0 1,-1 0 0,1 0-1,-1 0 1,1-1 0,-1 1-1,0 0 1,0 0-1,1 0 1,-1 1 0,0-1-1,0 0 1,0 0 0,0 0-1,0 0 1,0 0-1,-1 1 1,1-1 0,0 0-1,0 0 1,-1 0 0,1 0-1,-2 1 1,1 2 17,-2 1-1,1 0 1,1-1 0,-2 0 0,0 0-1,-3 4 1,-53 53 22,39-42-24,0 1 0,-23 33 0,37-46-12,1 2 1,1-1-1,-1 0 0,1 1 0,1-1 1,-1 1-1,1 1 0,1-1 0,1 0 0,-1 0 1,0 12-1,1-11-1,0 6 1,0 1-1,1-1 1,1 2 0,1-2-1,3 20 1,-4-31-1,1 1 0,0-2 1,0 1-1,1 0 0,-1-1 0,1 1 0,0-2 0,0 2 1,0-1-1,1 0 0,-1 0 0,1-1 0,0 1 0,0-1 1,0 0-1,1 0 0,-1 0 0,1 0 0,-1-1 1,1-1-1,6 3 0,0 0 7,2-1 0,-1 0 0,0-1 0,1-1 0,-1 0 1,2 0-1,-2-1 0,19-3 0,-30 2-2,0 1 1,0 0 0,0-1-1,1 1 1,-1 0-1,0-1 1,0 0-1,0 1 1,0-1 0,0 0-1,1 1 1,-1-1-1,-1 0 1,1 0 0,0 0-1,0 0 1,0 0-1,0 0 1,-1 0-1,1 0 1,0 0 0,-1 0-1,1 0 1,-1 0-1,0 0 1,0 0-1,0-1 1,0 1 0,1 0-1,-1 0 1,0-1-1,0-1 1,-21 4 27,15 2-37,0-1-1,-1 1 1,2 0-1,-1 0 1,0 0-1,0 1 1,2 0-1,-2 1 1,1-1-1,0 0 1,-4 7-1,-4 3 2,2 0-1,-19 31 0,24-32-8,0-1 0,0 1-1,1 0 1,1 0 0,1 1 0,-5 26 0,4 0-131,2 44 0,2-80 118,0 0 0,0-1 0,0 1 0,1 0-1,0 0 1,0 0 0,0 0 0,0-2 0,0 2 0,1 0 0,0-1-1,0 1 1,0-1 0,0 0 0,0 0 0,3 4 0,11 15-143,-16-22 184,0 1 0,-1-1 0,1 1 0,0-1 0,0 0 0,-1 1-1,1-1 1,-1 1 0,1-1 0,0 0 0,-1 1 0,1-1 0,-1 0 0,1 0-1,-1 1 1,1-1 0,-1 0 0,1 0 0,-1 0 0,1 0 0,-1 1 0,1-1-1,-1 0 1,1 0 0,-1 0 0,1 0 0,-1 0 0,0 0 0,0-1-1,-25 4 49,23-3-28,-174 3 459,115-4 746,61 1 187,30 1-1480,-25 0-226,1 1-1,-1-1 1,0 1 0,0 0 0,0 0-1,0 0 1,0 1 0,0 0-1,0-2 1,-2 2 0,2 1 0,3 3-1,9 7-3821,7 3-5083</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5.636"/>
    </inkml:context>
    <inkml:brush xml:id="br0">
      <inkml:brushProperty name="width" value="0.025" units="cm"/>
      <inkml:brushProperty name="height" value="0.025" units="cm"/>
    </inkml:brush>
  </inkml:definitions>
  <inkml:trace contextRef="#ctx0" brushRef="#br0">303 72 3185,'0'0'2140,"3"0"-365,-2 0-1724,0 1 113,0-1 0,-1 0 0,0 0 0,1 0-1,0 0 1,0 0 0,-1 0 0,1 0 0,0 0 0,0 0 0,-1-1 0,1 1 0,0 0 0,0 0 0,-1-1 0,1 1 0,0 0 0,-1-1-1,1 1 1,0-1 0,-1 1 0,1-1 0,-1 1 0,1-1 0,-1 1 0,1-1 0,-1 0 0,1 1 0,-1-1 0,1 0 0,-1 1 0,0-1-1,1 0 1,-1 1 0,1-4 4285,-20-6-2162,0 6-1915,-1 0-1,0 2 1,0 1-1,-36 2 1,14 0-185,39-1-182,0 1 1,0-1 0,0 1 0,0 0-1,1 0 1,-1 0 0,1 0-1,-1 1 1,0-1 0,1 1 0,-1 0-1,1-1 1,1 1 0,-2 0 0,1 0-1,-3 4 1,-31 44 69,24-32 10,6-11-38,2 2 0,-1 1 0,1-2 0,0 2 0,0-2 0,2 2 0,0-1 0,-1 1 1,2 1-1,-1-2 0,1 1 0,1 0 0,1 17 0,-1-26-34,-1 1 1,1-1 0,0 0-1,0 1 1,0-1-1,1 0 1,-1 0-1,0 1 1,0-1 0,1 0-1,-1 1 1,1-1-1,-1 0 1,1 1 0,0-1-1,-1 0 1,1 0-1,0 1 1,0-1-1,0 0 1,0 0 0,0 0-1,-1-1 1,3 2-1,1-1 8,-1 0-1,1 0 0,0 0 0,-1 0 1,1-1-1,0 0 0,0 0 0,4 0 0,-7 0-17,4 0 10,0 0 1,1 0 0,-1 0-1,0-1 1,1 0-1,-1 0 1,1 0-1,-2-1 1,2 1-1,-1-1 1,0 0-1,-1-1 1,1 0-1,0 0 1,0 0 0,-1 0-1,0 0 1,0-1-1,6-6 1,5-5-5,-2 0 0,1-2-1,-2 0 1,0 0 0,-1-1 0,-1 0 0,-1-1 0,0 0 0,11-38 0,-4 12-12,-7 30 22,-7 15 19,-1 7 29,-1 159 1723,0-163-1754,0 0-1,1-1 1,0 1-1,0 0 1,0 0-1,0-1 1,0 1-1,0 0 1,1 0-1,-1-2 1,1 2-1,0-1 1,0 1-1,0-1 1,-1 0-1,1 0 1,0 0-1,1 0 0,-1 0 1,1-1-1,-1 0 1,5 3-1,7 3 208,0 0 0,29 8 0,-29-11-93,54 22 497,-41-14-309,43 12 0,-64-23-213</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6.987"/>
    </inkml:context>
    <inkml:brush xml:id="br0">
      <inkml:brushProperty name="width" value="0.025" units="cm"/>
      <inkml:brushProperty name="height" value="0.025" units="cm"/>
    </inkml:brush>
  </inkml:definitions>
  <inkml:trace contextRef="#ctx0" brushRef="#br0">470 12 3417,'0'0'17153,"-4"0"-17531,-143-11 1636,118 11-1246,0-1-4,-1 1-1,1 2 1,-1 1 0,-55 13 0,67-11-3,-40 15 64,57-19-17,0 0 0,1 0-1,0-1 1,-1 1 0,1 0-1,-1 0 1,1 0 0,0-1-1,-1 0 1,1 1 0,0 0 0,0 0-1,0 0 1,0 0 0,0 0-1,0 0 1,0 0 0,0 0-1,0-1 1,0 1 0,1 0-1,-1 1 1,7 22 502,3 3-286,-1 0 0,0 0 0,-2 1 0,5 53 0,-7-18-108,-4 72 1,-5-90-118,-2-1 1,-17 67-1,13-70 61,2 0 1,2 1-1,-2 51 1,7-93-92,1 1 1,0-1-1,0 1 0,0-1 1,0 1-1,0-1 1,0 1-1,0-1 1,0 1-1,0-1 0,0 1 1,0-1-1,0 1 1,0-1-1,1 1 1,-1-1-1,0 0 0,0 0 1,0 1-1,1-1 1,-1 1-1,0-1 1,1 1-1,-1-1 0,0 1 1,1-1-1,-1 0 1,0 1-1,1-1 1,-1 0-1,1 1 0,-1-1 1,1 0-1,-1 0 1,1 0-1,-1 1 0,1-1 1,-1 0-1,1 0 1,-1 0-1,1 0 1,-1 0-1,0 0 0,0 0 1,1 0-1,0 0 1,-1 0-1,1 0 1,-1 0-1,1 0 0,-1 0 1,1-1-1,0 1 1,4 0-42,4-1 44,0 1 0,0-2-1,-1 1 1,2-1 0,-2 0-1,1-1 1,7-4 0,61-32 113,-7 4-74,-58 30-62,0-2-119,1 2 1,-1 1-1,0-1 0,2 2 1,-1-1-1,0 2 0,14-2 0,-25 4-494,1 0-1,0-1 0,-1 1 0,1-1 0,-1 1 1,1 0-1,-2-1 0,2 0 0,-1-1 0,4-1 0,2-2-3038,11-3-6893</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7.799"/>
    </inkml:context>
    <inkml:brush xml:id="br0">
      <inkml:brushProperty name="width" value="0.025" units="cm"/>
      <inkml:brushProperty name="height" value="0.025" units="cm"/>
    </inkml:brush>
  </inkml:definitions>
  <inkml:trace contextRef="#ctx0" brushRef="#br0">99 4 2801,'0'0'8752,"0"-4"-4324,0 8 917,-2 58-4376,-17 83 0,4-28-824,-1 55-34,-19 166-97,33-324-46,2-7-27,-1-1 1,0 1-1,0 0 1,0-1-1,-4 9 0,5-14-381,0-4-3049,0-35-3465,0 8 2361</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8.177"/>
    </inkml:context>
    <inkml:brush xml:id="br0">
      <inkml:brushProperty name="width" value="0.025" units="cm"/>
      <inkml:brushProperty name="height" value="0.025" units="cm"/>
    </inkml:brush>
  </inkml:definitions>
  <inkml:trace contextRef="#ctx0" brushRef="#br0">1 98 3929,'0'0'12703,"17"-16"-11734,56-48-201,-71 62-707,0 0 0,0 0 0,0 1 0,1 0-1,0-1 1,-1 1 0,1 0 0,0 0 0,0 0 0,-1 0-1,1 0 1,3 0 0,-4 1-26,-1 0-1,1 0 1,-1 0-1,0 0 1,1 0-1,-1 1 1,1-1-1,-2 0 1,1 1-1,0-1 1,1 1-1,-1 0 1,0-1-1,0 1 1,1 0-1,-1 0 1,2 2-1,-1-1 38,1 2 0,-1-1-1,0 1 1,0 0 0,0 0-1,0-1 1,-1 1 0,1 1-1,0 4 1,-2-8-66,3 8 117,-2 2-1,0-1 0,0 0 1,-2 20-1,1-7-47,0-22-57,0 1-1,0 0 0,0-1 1,-1 1-1,1-1 0,0 1 1,-1 0-1,1-2 0,-1 2 1,1-1-1,-1 1 0,0-1 1,0 0-1,0 1 1,0-1-1,0 0 0,0 1 1,0-1-1,0 0 0,0 0 1,-2 1-1,1 0 14,-1 0 0,0-2 1,0 1-1,0 0 0,0 0 0,-1 0 1,2 0-1,-1 0 0,0-1 0,-5 1 0,2-1 7,-2 0-1,1-1 1,0 0-1,0 0 0,0 0 1,0-1-1,0 1 0,0-1 1,-7-5-1,12 6-55,0 1-6,0-1 1,0 0-1,0 0 0,0 0 0,1 0 0,0 0 1,-1 0-1,1 0 0,-1-1 0,1 1 1,-1 0-1,1 0 0,0-1 0,-1 1 0,1-1 1,0 0-1,0 0 0,0 1 0,1-1 0,-2-4 1,4 5-369,0 1 0,0-1 0,0 1 0,1 0 0,-1-1 0,0 1 0,0 0 0,0 0 0,0 0 0,0 0 0,1 0 0,1 1 0,1-1-658,20 0-4111</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8.622"/>
    </inkml:context>
    <inkml:brush xml:id="br0">
      <inkml:brushProperty name="width" value="0.025" units="cm"/>
      <inkml:brushProperty name="height" value="0.025" units="cm"/>
    </inkml:brush>
  </inkml:definitions>
  <inkml:trace contextRef="#ctx0" brushRef="#br0">117 57 3473,'0'0'15347,"0"-1"-15290,0 1 0,0-1 0,0 1 1,0-1-1,0 1 0,-1 0 0,1-1 0,0 1 0,0 0 0,0 0 1,-1 0-1,1-1 0,0 1 0,-1-1 0,1 1 0,0 0 0,-1-1 1,1 1-1,0 0 0,-1 0 0,1-1 0,-1 1 0,1 0 0,0 0 1,-2-1-1,0 1-3,0 0 0,0 0 1,1 0-1,-1 1 1,0-1-1,0 0 1,1 1-1,-1 0 0,0-1 1,0 1-1,1 0 1,-1-1-1,0 1 0,0 0 1,1 0-1,-1 0 1,1 0-1,-1 0 0,0 3 1,-31 29 496,29-30-457,0 1-65,1 0 0,0 1-1,-1 0 1,1-1 0,0 1-1,0 0 1,1 0 0,0-1-1,0 2 1,0-1 0,1 1-1,-1-2 1,1 2 0,0 0-1,1 0 1,-1-2 0,1 9-1,1-12-31,-1 0 0,0 0-1,0-1 1,0 1-1,0 0 1,1 0-1,-1-1 1,0 0-1,0 1 1,1-1 0,-1 1-1,1 0 1,-1-1-1,1 1 1,-1-1-1,1 1 1,-1 0 0,1-1-1,-1 0 1,1 1-1,0-1 1,-1 1-1,1-1 1,0 1-1,24 5-129,-19-5 104,0-1 0,-1 0 0,1-1 0,0 1-1,0-1 1,-1 0 0,8-3 0,-8 2 32,-2-1 1,2 0-1,0 1 0,-1-2 0,1 1 0,-2-1 0,1 0 0,0 0 0,0 1 0,-1-2 0,0 1 1,-1-1-1,1 0 0,0 1 0,-1-1 0,1 0 0,2-10 0,-2 3 70,-1 1 0,0-1 0,0 1 0,-1-1 0,0 0 0,-1 0 0,-2-13 1,2 24-67,0 0 1,0 0-1,-1 0 1,1 0-1,0 0 1,-1 0-1,1-1 1,-1 1-1,1 0 1,-1 1 0,1-1-1,-1 0 1,1 1-1,0-1 1,-1 0-1,0 0 1,0 1-1,0-1 1,0 0 0,0 1-1,0-1 1,0 1-1,0-1 1,0 1-1,0-1 1,0 1-1,0-1 1,-2 1 0,-32-2-94,24 2-53,10 0 56,1 0 0,0 0 0,0 1 0,-1-1-1,1 0 1,-1 0 0,1 0 0,-1 0 0,0 1-1,1-1 1,-1 0 0,1 0 0,0 1 0,-1-1 0,1 0-1,-1 1 1,1-1 0,-1 0 0,1 1 0,0-1 0,-1 1-1,1-1 1,0 1 0,-1-1 0,1 1 0,0-1 0,0 1-1,0-1 1,-1 1 0,1-1 0,0 1 0,0-1-1,0 0 1,0 2 0,0-1-397,0 1 1,0-1-1,0 0 0,0 1 1,0-1-1,1 1 0,-1-1 1,0 0-1,1 1 0,-1-1 1,1 0-1,0 0 0,-1 1 1,2 0-1,12 10-7855</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020"/>
    </inkml:context>
    <inkml:brush xml:id="br0">
      <inkml:brushProperty name="width" value="0.025" units="cm"/>
      <inkml:brushProperty name="height" value="0.025" units="cm"/>
    </inkml:brush>
  </inkml:definitions>
  <inkml:trace contextRef="#ctx0" brushRef="#br0">264 1 8834,'0'0'13836,"-27"4"-13029,-82 15-220,59-7-96,49-11-476,0-1 0,0 1 0,1-1 0,-1 1 0,0 0-1,0 0 1,0-1 0,0 1 0,0 0 0,0 0 0,1 0 0,-1 0 0,0 0 0,1 0 0,-1 0 0,0 0 0,1 0-1,-1 0 1,1 1 0,-1-1-23,1 0-1,0 0 0,0 0 0,0 0 0,0 0 1,0 0-1,0 0 0,1 0 0,-1 0 0,0 0 1,0 0-1,1-1 0,-1 1 0,1 0 1,-1 0-1,1 0 0,-1 0 0,1 0 0,-1-1 1,1 1-1,0 0 0,-1 0 0,1-1 0,1 1 1,23 18-245,-9-8-92,-12-7 211,-2 0 0,1 0 1,0-1-1,0 1 0,-1 0 0,1 1 1,-1-1-1,0 0 0,2 10 1,-4-12 124,1 0 0,-1-2 0,1 2 0,-1 0 1,0 0-1,0 0 0,0 0 0,0 0 1,0 0-1,-1 0 0,1 0 0,0 0 0,-1 0 1,0-1-1,1 1 0,-1 0 0,1-1 1,-1 1-1,0 0 0,0 0 0,0-1 0,0 1 1,-1-1-1,1 1 0,0-1 0,-1 0 1,-2 2-1,-8 5 16,-1-1 0,1-1 1,-1 0-1,-23 7 0,-1-8-8098</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258"/>
    </inkml:context>
    <inkml:brush xml:id="br0">
      <inkml:brushProperty name="width" value="0.025" units="cm"/>
      <inkml:brushProperty name="height" value="0.025" units="cm"/>
    </inkml:brush>
  </inkml:definitions>
  <inkml:trace contextRef="#ctx0" brushRef="#br0">86 1 9450,'0'0'15331,"-85"71"-15235,85-66-56,0 1-40,0-3-216,0 0-712</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464"/>
    </inkml:context>
    <inkml:brush xml:id="br0">
      <inkml:brushProperty name="width" value="0.025" units="cm"/>
      <inkml:brushProperty name="height" value="0.025" units="cm"/>
    </inkml:brush>
  </inkml:definitions>
  <inkml:trace contextRef="#ctx0" brushRef="#br0">23 1 5721,'0'0'16908,"-23"22"-16908,23-8 0,11-2-448,24 2-1417,-4-2-2280,3-7-1592</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685"/>
    </inkml:context>
    <inkml:brush xml:id="br0">
      <inkml:brushProperty name="width" value="0.025" units="cm"/>
      <inkml:brushProperty name="height" value="0.025" units="cm"/>
    </inkml:brush>
  </inkml:definitions>
  <inkml:trace contextRef="#ctx0" brushRef="#br0">310 0 10162,'0'0'4484,"-12"25"-1632,2-3-2191,-70 153 3694,36-57-1889,23-59-1852,-2 0 1,-44 81-1,67-139-799,-1 0 0,1-1 1,0 0-1,-1 1 0,1-1 0,-1 1 0,1-1 0,-1 1 1,1-1-1,0 0 0,-1 1 0,0-1 0,1 0 1,-1 0-1,1 1 0,-1-1 0,1 0 0,-1 0 0,1 0 1,-1 1-1,0-1 0,1 0 0,-1 0 0,1 0 0,-1 0 1,0 0-1,1 0 0,-1-1 0,1 1 0,-1 0 1,0 0-1,1 0 0,-1 0 0,1-1 0,-1 1 0,1 0 1,-1-1-1,1 1 0,0 0 0,0-1 0,-1 1 0,1 0 1,0-1-1,-1 1 0,1-1 0,-1 0 0,-17-22-6103,7 3 817</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29.971"/>
    </inkml:context>
    <inkml:brush xml:id="br0">
      <inkml:brushProperty name="width" value="0.025" units="cm"/>
      <inkml:brushProperty name="height" value="0.025" units="cm"/>
    </inkml:brush>
  </inkml:definitions>
  <inkml:trace contextRef="#ctx0" brushRef="#br0">1 57 3065,'0'0'14548,"28"-8"-12662,86-29-350,-107 35-1321,0 0 0,0 0-1,0 0 1,1 1 0,-2-1-1,2 2 1,-1-1 0,0 1-1,0 0 1,1 1 0,-1 0 0,12 3-1,-12-3-58,-4 0-72,0 0 0,0 0 0,0 0 0,-1-1 0,1 2 0,-1-1 0,1 1 0,0 0 0,-1-1 0,1 1 0,-1 0 0,-1 0 0,2 1 0,-1-1 0,0 0-1,0 0 1,-1 1 0,1-1 0,0 1 0,-1 0 0,0 0 0,0 0 0,1-1 0,-2 1 0,2 4 0,-1 6 5,1 1 0,-1-1 0,-1 1 0,-2 20 0,1-1-2128</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0.161"/>
    </inkml:context>
    <inkml:brush xml:id="br0">
      <inkml:brushProperty name="width" value="0.025" units="cm"/>
      <inkml:brushProperty name="height" value="0.025" units="cm"/>
    </inkml:brush>
  </inkml:definitions>
  <inkml:trace contextRef="#ctx0" brushRef="#br0">1 1 10402,'0'0'9522,"33"53"-9914,-18-30-2296,-1 0-3642</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0.810"/>
    </inkml:context>
    <inkml:brush xml:id="br0">
      <inkml:brushProperty name="width" value="0.025" units="cm"/>
      <inkml:brushProperty name="height" value="0.025" units="cm"/>
    </inkml:brush>
  </inkml:definitions>
  <inkml:trace contextRef="#ctx0" brushRef="#br0">174 24 8162,'0'0'15542,"-22"21"-14447,-70 65-278,81-77-573,-1 2 0,-15 19 0,26-27-224,-1-1 1,1 1-1,0 0 0,0 0 0,0-1 1,0 1-1,1-1 0,-1 1 0,1 0 0,0 0 1,0 0-1,0 5 0,0-7-18,0-1 0,0 0 0,1 1 0,-1 0 0,0-1 0,0 1 0,0 0 0,1-1 0,-1 1 0,0 0 0,1-1 0,-1 1 0,0-1 0,1 1 0,-1-1 0,1 1 0,-1-1 0,1 1-1,-1-1 1,1 1 0,0-1 0,-1 0 0,1 1 0,-1-1 0,2 1 0,22 4 59,27-8 3,-43 1-103,-2 0-1,2 0 0,0-1 1,-2 0-1,1 0 1,1 0-1,-2-1 1,0 0-1,1 0 0,-2-1 1,2 1-1,-1-2 1,-1 1-1,0-1 1,0 1-1,0-2 0,0 1 1,-2 0-1,1-1 1,0 0-1,-1 1 1,0-1-1,0-1 1,0 1-1,-2 0 0,2-10 1,-2 4 40,-1 7-14,1-1 1,-1 0 0,1 1-1,1-1 1,3-10 0,-4 15-1,-1 0 1,1 0 0,0 1-1,1-1 1,-1 0-1,0 1 1,0-1 0,0 1-1,0-1 1,1 1 0,-1 1-1,1-1 1,0 0-1,-1 0 1,1 0 0,0 0-1,0 0 1,0 0-1,0 1 1,0-1 0,-2 1-1,2-1 1,0 1-1,4 0 1,-2-1 11,0 1-1,-1-1 1,0 1 0,1 1-1,0-1 1,0 0-1,0 1 1,-1 0 0,0 0-1,1 0 1,0 0 0,-1 1-1,1-1 1,-2 1-1,2-1 1,-1 1 0,0 0-1,0 1 1,0-1 0,0 1-1,0-1 1,-1 1-1,0 0 1,1-1 0,-1 1-1,0 1 1,0-1 0,0 0-1,0 1 1,-1-1 0,0 0-1,1 1 1,-1 7-1,1-3 77,-1 1 0,0-1 0,0 1-1,-1 14 1,-1-6 554,1-22-310,0 3-321,0 1-1,0-1 1,0 0 0,0 0 0,0 0 0,0 0 0,1-1 0,-1 1 0,1 0 0,-1 0 0,1 0 0,0 1 0,0 0 0,0-1 0,0 0 0,0 0 0,2-2 0,4-4-42,0 0 1,2 0-1,-2 1 1,2-1-1,0 1 0,0 1 1,1 0-1,-1 0 1,1 1-1,0 1 1,0 0-1,0 0 1,18-5-1,-27 9 51,-1 0-1,1 1 0,0-1 1,-1 0-1,1 0 0,0 0 1,-1 0-1,1 1 0,-1-1 1,1 0-1,-1 0 0,1 1 1,-1-1-1,1 0 1,-1 1-1,1-1 0,-1 1 1,0-1-1,0 1 0,1-1 1,-1 1-1,0-1 0,1 1 1,-1-1-1,0 1 0,1-1 1,-1 1-1,0 0 1,0-1-1,0 1 0,0 0 1,0-1-1,1 1 0,-1-1 1,0 1-1,-1 1 0,1 28 380,0-19-237,0 84 308,0-94-542,0 0 0,0 0-1,0 0 1,0 0 0,0 0 0,0 0-1,1 0 1,-1 0 0,0 0 0,1 0-1,-1 0 1,1 0 0,-1-1 0,1 1-1,0 0 1,-1 0 0,1 0 0,1 0-1,16 9-4865,4-6-2378</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1.699"/>
    </inkml:context>
    <inkml:brush xml:id="br0">
      <inkml:brushProperty name="width" value="0.025" units="cm"/>
      <inkml:brushProperty name="height" value="0.025" units="cm"/>
    </inkml:brush>
  </inkml:definitions>
  <inkml:trace contextRef="#ctx0" brushRef="#br0">0 1 6313,'0'0'9813,"6"1"-8435,106 11 3503,64-2-3159,120-14 1079,-296 38-2038,-2-15-747,0-1-1,0-1 0,-10 31 1,2-4 17,-10 65 12,3-1 0,0 189 0,17-149 12,0-147 187,-13-2-223,0 0-1,-24-6 1,-7-2-30,-229-4-469,311 13-987,58 0-6204,-40 3-2284</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2.366"/>
    </inkml:context>
    <inkml:brush xml:id="br0">
      <inkml:brushProperty name="width" value="0.025" units="cm"/>
      <inkml:brushProperty name="height" value="0.025" units="cm"/>
    </inkml:brush>
  </inkml:definitions>
  <inkml:trace contextRef="#ctx0" brushRef="#br0">1 1 4585,'0'0'13756,"7"0"-12219,147 0 2757,89 0-4235,-242 0-546,-4 0-3554,-5 0 2770,1 1 0,-1 1 0,1 0 0,-1 0 0,0 0 0,-9 4 0,7-2-925,-15 5-6334</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2.590"/>
    </inkml:context>
    <inkml:brush xml:id="br0">
      <inkml:brushProperty name="width" value="0.025" units="cm"/>
      <inkml:brushProperty name="height" value="0.025" units="cm"/>
    </inkml:brush>
  </inkml:definitions>
  <inkml:trace contextRef="#ctx0" brushRef="#br0">1 4 6009,'0'0'13911,"18"0"-12425,128-2 1325,-34 1-2239,-62 1-5269,-39 0-824</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4.109"/>
    </inkml:context>
    <inkml:brush xml:id="br0">
      <inkml:brushProperty name="width" value="0.025" units="cm"/>
      <inkml:brushProperty name="height" value="0.025" units="cm"/>
    </inkml:brush>
  </inkml:definitions>
  <inkml:trace contextRef="#ctx0" brushRef="#br0">336 43 6529,'0'0'9085,"6"0"-8348,15 0-103,-21 0-589,0 0-1,-1 0 1,1 0-1,0-1 1,0 1-1,0 0 1,0 0-1,0 0 1,0 0-1,0 0 1,0 0 0,0-1-1,0 1 1,0 0-1,0 0 1,0 0-1,0 0 1,0 0-1,0-1 1,0 1 0,0 0-1,0 0 1,0 0-1,0 0 1,1 0-1,-1 0 1,0 0-1,0-1 1,0 1 0,0 0-1,0 0 1,0 0-1,0 0 1,0 0-1,0 0 1,1 0-1,-1 0 1,0 0 0,0 0-1,0-1 1,0 1-1,0 0 1,0 0-1,1 0 1,-1 0-1,0 0 1,0 0 0,0 0-1,0 0 1,0 0-1,0 0 1,1 0-1,-1 0 1,0 0-1,0 0 1,0 0 0,0 0-1,0 1 1,-7-6-94,7 5 144,-20-7 24,-1 0-1,1 1 0,-1 2 1,0 0-1,0 1 0,-1 1 1,-32 1-1,48 2-4,-1 0 0,1 0 0,1 1-1,-1 0 1,0 0 0,0 0 0,1-1 0,0 2 0,-1 0-1,1 0 1,0 1 0,0 0 0,0-1 0,1 1 0,-5 6-1,0-2 65,1 2 0,0 0 0,0-1 0,1 2 0,0-1 0,-6 17 0,11-21-134,0-1 0,1 1-1,0 1 1,0-2 0,0 2-1,1-1 1,0 0 0,1 8-1,0 6 194,-1-18-229,0-1 1,0 1 0,1-1-1,-1 1 1,1-1 0,-1 0-1,1 0 1,-1 0-1,1 0 1,0 1 0,-1-1-1,1 0 1,0 0-1,0 0 1,0 1 0,-1-1-1,1 0 1,0 0 0,0 0-1,2 0 1,-1 1-9,1-1 9,1-1-1,0 1 1,-1-1 0,0 0-1,1 0 1,0 0-1,0 0 1,4-2 0,-4 1-7,1-1 1,-1 0-1,1 0 1,-2 0 0,1 0-1,0-1 1,0 0-1,0 1 1,-1-1 0,0 0-1,0 0 1,0-1-1,5-4 1,34-56-96,-34 50 71,0 3 25,-6 8 3,1-1 1,-1 0-1,1 0 0,-2 2 1,1-2-1,-1 0 0,1-1 0,-1 1 1,0 0-1,0 1 0,1-8 1,-2 11 209,0 0-187,1 2 24,0 0-1,-1 0 1,1 0 0,-1 1-1,0-1 1,1-1 0,-1 1-1,0 0 1,-1 5 0,1-6 1,0 143 1719,1-139-1736,-1 0-1,1-1 1,0 1 0,1-1 0,-1 1 0,0 0-1,1-2 1,0 2 0,0-1 0,0 0-1,1 1 1,0-2 0,0 1 0,0-1 0,-1 1-1,2 0 1,-1-1 0,1 0 0,0-1 0,0 1-1,-1 0 1,2-1 0,-1 1 0,5 1-1,3 0-129,0 0 0,1 0 0,-1-1-1,2-1 1,-2 0 0,1 0-1,20-1 1,-4-1-2010,5 0-1460,-8-1-1581,7-4-6436</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5.520"/>
    </inkml:context>
    <inkml:brush xml:id="br0">
      <inkml:brushProperty name="width" value="0.025" units="cm"/>
      <inkml:brushProperty name="height" value="0.025" units="cm"/>
    </inkml:brush>
  </inkml:definitions>
  <inkml:trace contextRef="#ctx0" brushRef="#br0">739 6 6185,'0'0'11401,"-7"-1"-9979,-14-2-448,0 2-1,-1 1 1,1 0-1,-24 5 1,-33 6-450,-128 4 0,-1-2-452,163-7-93,41-5 18,3 1-1,0-2 20,0 28 595,-2 7-468,-1-1 0,-11 49 1,-3 24-162,-6 164-7,19-117 75,5-98-36,-1-56 335,11-5-514,51-16 175,2 2 0,0 2 0,116-13 0,-106 26-12,-73 4 485,-9-3-11711</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7.906"/>
    </inkml:context>
    <inkml:brush xml:id="br0">
      <inkml:brushProperty name="width" value="0.025" units="cm"/>
      <inkml:brushProperty name="height" value="0.025" units="cm"/>
    </inkml:brush>
  </inkml:definitions>
  <inkml:trace contextRef="#ctx0" brushRef="#br0">1 190 4705,'0'0'12300,"11"-5"-11568,4-4-355,-1-1 0,1 0 0,24-24 0,-1-7 235,-25 26-543,1 1 0,1-1 0,29-22-1,-46 40 30,-1 0 1,1-1-1,-1 1 0,1-1 0,0 1 0,0 0 0,2 1 0,-2-1 0,1 0 1,-1 0-1,1 0 0,0 1 0,0-1 0,1 1 0,-1-1 0,0 5 1,-1 70 155,2-60-114,0-15-126,0-1-1,0-1 0,0 1 0,0 0 0,0 0 1,1 0-1,-1 0 0,1 0 0,0 0 1,-1 0-1,1 0 0,0 0 0,0 0 0,0-1 1,0 1-1,1-1 0,-1 1 0,0 0 0,0-1 1,0 1-1,1-1 0,0 1 0,2 1 1,1-1-337,-1 0 1,0-2 0,0 2 0,1-1 0,0 0-1,-1-1 1,0 1 0,1-1 0,7 0 0,-12 0 115,1 0 0,-1 0 1,1 0-1,-1 0 0,0 0 1,0-1-1,1 1 1,-1 0-1,1 0 0,-1-1 1,1 1-1,-1 0 0,1-1 1,-1 1-1,0 0 0,1-1 1,-1 1-1,0-1 0,1 1 1,-1 0-1,0 0 0,1 0 1,-1-1-1,0 1 0,0-1 1,0 1-1,1-1 0,-1 0 1,0 1-1,0-1 0,0 0 1,1-2-1010,2-10-6069</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8.317"/>
    </inkml:context>
    <inkml:brush xml:id="br0">
      <inkml:brushProperty name="width" value="0.025" units="cm"/>
      <inkml:brushProperty name="height" value="0.025" units="cm"/>
    </inkml:brush>
  </inkml:definitions>
  <inkml:trace contextRef="#ctx0" brushRef="#br0">34 1 5737,'0'0'11920,"-4"0"-10997,-17 0-102,16 0-112,11 16 1776,6-6-2163,-4-3 717,-20 2-564,-4 1-727,15-7-1544,11-2-2100,8-1-2909</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9.221"/>
    </inkml:context>
    <inkml:brush xml:id="br0">
      <inkml:brushProperty name="width" value="0.025" units="cm"/>
      <inkml:brushProperty name="height" value="0.025" units="cm"/>
    </inkml:brush>
  </inkml:definitions>
  <inkml:trace contextRef="#ctx0" brushRef="#br0">135 20 3569,'0'0'13612,"-8"-10"-10974,22 7-2188,0 0-1,-1 1 1,1 1 0,26 1-1,0 0-219,37-1 2725,-79 17-2316,0 0 1,-1 0-1,-5 22 1,-4 7-549,-2 28-41,3 1 1,-3 110 0,14-184 19,-17 0 310,-104 6-81,105-5-293,2 2 0,-1 0-1,0 0 1,1 2 0,-28 11 0,26-6-14,13-5-209,27-2-1012,-9-3 469,23 2-1928,5 1-3345,-4 3-2707</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9.539"/>
    </inkml:context>
    <inkml:brush xml:id="br0">
      <inkml:brushProperty name="width" value="0.025" units="cm"/>
      <inkml:brushProperty name="height" value="0.025" units="cm"/>
    </inkml:brush>
  </inkml:definitions>
  <inkml:trace contextRef="#ctx0" brushRef="#br0">6 14 7114,'0'0'21147,"1"-3"-19988,3-8-561,-4 18-1333,-5 22-7333,-1-14-880</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39.728"/>
    </inkml:context>
    <inkml:brush xml:id="br0">
      <inkml:brushProperty name="width" value="0.025" units="cm"/>
      <inkml:brushProperty name="height" value="0.025" units="cm"/>
    </inkml:brush>
  </inkml:definitions>
  <inkml:trace contextRef="#ctx0" brushRef="#br0">403 1 11146,'0'0'14523,"-141"150"-13122,109-119-921,-2 4-336,-3-2-144,-23 30-648,10-15-1737,1 1-3808</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1.107"/>
    </inkml:context>
    <inkml:brush xml:id="br0">
      <inkml:brushProperty name="width" value="0.025" units="cm"/>
      <inkml:brushProperty name="height" value="0.025" units="cm"/>
    </inkml:brush>
  </inkml:definitions>
  <inkml:trace contextRef="#ctx0" brushRef="#br0">186 44 6953,'0'0'12951,"1"-3"-11712,-1 2-1150,1 0 0,-1 0-1,1 0 1,-1 0 0,1-1 0,-1 1 0,0 1-1,1-1 1,-1 0 0,0 0 0,0 0-1,0-1 1,0 1 0,0 0 0,0 0-1,0 0 1,0 0 0,-1 0 0,1-1-1,0 1 1,-1 0 0,1 0 0,-1 0-1,1 0 1,-1 0 0,1 0 0,-1 1 0,0-1-1,0 0 1,1 0 0,-2 0 0,-1-1-48,-1 1 1,0 0 0,0 0-1,0 0 1,1 0-1,-1 1 1,0 0 0,0 0-1,-5 0 1,4 0-45,0 0 1,-1 0-1,1 1 1,0-1 0,-1 1-1,1 1 1,0-1-1,0 1 1,0 0-1,-1 0 1,1-1-1,1 2 1,-1 0-1,1 0 1,-1 0-1,1 0 1,0 1-1,0-1 1,0 1-1,0 0 1,0 0 0,2 1-1,-1-2 1,0 2-1,0 0 1,-4 7-1,4-2-10,1-1 0,-1 0 1,1 0-1,0 0 0,0 1 0,1-1 0,1 1 0,0 17 0,1-13 11,-1-14 1,0 1 0,0 0 0,0-1 0,0 1 1,0-1-1,1 1 0,-1 0 0,0-1 1,0 1-1,1-1 0,-1 1 0,0-1 1,1 1-1,-1-1 0,1 1 0,-1-1 1,1 1-1,-1-1 0,1 0 0,-1 0 1,1 0-1,-1 1 0,1-1 0,-1 0 0,1 0 1,0 1-1,-1-1 0,0 0 0,0 0 1,1 0-1,0 0 0,-1 0 0,2 0 1,25 1-9,-16-2 9,15 1-95,1-2 0,0 0 0,34-9 1,-48 7 36,2 0 1,-2 0 0,0-1 0,0-1 0,0 0 0,0 0 0,-2-2-1,14-9 1,-20 13 119,-1 0-1,0 0 0,0-1 1,0 0-1,0 0 0,-1-1 1,0 2-1,0-2 0,0 0 1,-1 1-1,0 0 0,0-2 1,0 1-1,0 1 0,-1-1 1,0-10-1,-1 15 593,0 12-272,0 25 103,-1-13-290,0-1 0,2 0 1,6 38-1,-6-54-200,0 0 1,1-1-1,0 0 1,0 1-1,0-1 0,1 1 1,-1-2-1,0 1 1,2 0-1,-1 0 0,1-1 1,0 0-1,0 0 1,-1 0-1,1 0 0,1 0 1,0-1-1,-1 0 1,10 6-1,-5-7-469,0 0 0,0 0 0,0 0 0,0-2 0,0 0 0,0 1 0,0-2 0,0 1 0,13-2 0,-16 1-23,2 0-696,1-1-1,0 1 1,-2-2 0,9-2-1,33-19-8532</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1.757"/>
    </inkml:context>
    <inkml:brush xml:id="br0">
      <inkml:brushProperty name="width" value="0.025" units="cm"/>
      <inkml:brushProperty name="height" value="0.025" units="cm"/>
    </inkml:brush>
  </inkml:definitions>
  <inkml:trace contextRef="#ctx0" brushRef="#br0">646 10 9098,'0'0'12553,"-15"-2"-11854,-21-2-330,0 1 0,-1 2-1,1 2 1,0 1 0,-58 11 0,-167 78-103,235-81-251,-43 11 6,76-21 12,-3-1-21,0 1 1,1 0-1,0 1 1,0-1-1,-2 0 1,2 1-1,5 1 1,-9-1-13,1 1 0,0-1 0,-1 0 0,0 0 0,1 1 0,0-1 0,-1 1 1,0-1-1,1 1 0,-1 0 0,0-1 0,0 0 0,0 1 0,0 0 0,0 0 1,0 0-1,0 0 0,-1 0 0,1 3 0,3 16 28,-1 0-1,0 0 1,-2 1-1,-2 41 1,0-15-18,-1-5-2,-3 1 1,-18 81-1,12-81-11,3 1 1,-5 85-1,13-130 2,0 1 0,0-1-1,0 1 1,0-1 0,1 1-1,-1-1 1,0 0 0,0 1-1,0-1 1,1 1 0,-1-1-1,0 1 1,0-1-1,1 0 1,-1 1 0,0-1-1,1 0 1,-1 1 0,0-1-1,1 0 1,-1 0 0,1 1-1,-1-1 1,1 0 0,-1 0-1,0 0 1,1 1 0,-1-1-1,1 0 1,-1 0-1,1 0 1,-1 0 0,1 0-1,21 0 27,-14 0-17,7-1-4,1-1 0,-2 0 0,1-1 0,0 0 0,-1-1 1,25-10-1,81-45 10,-84 40-4,-23 13-8,-10 5-2,0 0-1,0-1 0,0 1 0,0-1 1,-2 1-1,2 0 0,0-1 0,-1 0 0,1 0 1,-1 0-1,0-1 0,3-3 0,-5 5-288</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2.122"/>
    </inkml:context>
    <inkml:brush xml:id="br0">
      <inkml:brushProperty name="width" value="0.025" units="cm"/>
      <inkml:brushProperty name="height" value="0.025" units="cm"/>
    </inkml:brush>
  </inkml:definitions>
  <inkml:trace contextRef="#ctx0" brushRef="#br0">0 111 9154,'0'0'11266,"11"-15"-10922,32-52-114,-42 65-217,1 0 0,-1-1 0,0 1 1,1 0-1,0 0 0,-1 0 0,1 0 0,0 1 0,0 0 1,0-1-1,0 1 0,4-4 0,-2 4-4,-3 1-3,-1 0 0,0 0 0,0 0 1,1 0-1,-1 0 0,0 0 0,0 1 0,1-1 1,-1 0-1,0 0 0,0 0 0,0 0 0,1 1 1,-1-1-1,0 0 0,0 0 0,0 1 0,0-1 1,0 0-1,1 0 0,-1 1 0,0-1 0,0 0 0,0 0 1,0 1-1,0-1 0,0 0 0,0 1 0,0-1 1,0 0-1,0 0 0,0 1 0,0-1 0,0 0 1,0 0-1,0 1 0,0-1 0,-1 0 0,1 1 1,0-1-1,0 0 0,0 0 0,0 0 0,0 1 1,-1-1-1,1 0 0,0 1 0,0-1 9,-4 13 190,-1-1-1,0 1 1,-11 18 0,11-19-98,-1-1-1,0 1 1,1 0 0,2-1-1,-5 17 1,8-26-108,-3 14 67,1 1 0,0-1-1,2 20 1,0-32-76,1 1 0,-1-1 0,1-1 1,0 1-1,0 0 0,1 0 0,-1 0 0,3 4 1,-3-7-22,0 1 1,0 0 0,0-1 0,0 0 0,0 1-1,0-1 1,1 0 0,-1 1 0,1-1-1,-1 0 1,1-1 0,0 1 0,-1 0 0,1-1-1,0 1 1,-1 0 0,1-1 0,-1 1-1,3-1 1,40 1-5747,-24-4-430</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2.344"/>
    </inkml:context>
    <inkml:brush xml:id="br0">
      <inkml:brushProperty name="width" value="0.025" units="cm"/>
      <inkml:brushProperty name="height" value="0.025" units="cm"/>
    </inkml:brush>
  </inkml:definitions>
  <inkml:trace contextRef="#ctx0" brushRef="#br0">4 0 14027,'0'0'12467,"-3"40"-12259,3-34-136,3-6-72,5 3-88,7-3-840,-2 3-2897,1-3-2625</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2.948"/>
    </inkml:context>
    <inkml:brush xml:id="br0">
      <inkml:brushProperty name="width" value="0.025" units="cm"/>
      <inkml:brushProperty name="height" value="0.025" units="cm"/>
    </inkml:brush>
  </inkml:definitions>
  <inkml:trace contextRef="#ctx0" brushRef="#br0">1 60 4793,'0'0'12848,"25"-5"-11766,9-1-744,98-14 715,-59 8-469,-32 6-199,75-5 1,-114 11-113,-3 11 172,0-2-1,-1 2 1,0-2-1,-1 2 1,-3 11-1,-8 25-9,7 15-2,2 1 1,3 64-1,2-127-433,1 20 24,0 0 0,2 0 0,1-1-1,0 1 1,0-1 0,2 0 0,1-1 0,0 1-1,2-1 1,0 0 0,1-1 0,12 17 0,-10-20-2,-12-13 37,-11-2 169,-4-2-217,-47-7-39,-93-2 0,89 10 0,-59 3-3078,149-4-703,9-5-1123</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3.315"/>
    </inkml:context>
    <inkml:brush xml:id="br0">
      <inkml:brushProperty name="width" value="0.025" units="cm"/>
      <inkml:brushProperty name="height" value="0.025" units="cm"/>
    </inkml:brush>
  </inkml:definitions>
  <inkml:trace contextRef="#ctx0" brushRef="#br0">1 52 6065,'0'0'17179,"19"-4"-16218,124-18 322,-75 13-746,142-8-826,-210 17 221,1 0 0,-1 0 0,0 0 0,0 0 0,1 0 0,-1 1 0,0-1 0,0 0 0,0 0 0,1 0-1,-1 0 1,0 0 0,0 0 0,0 1 0,1-1 0,-1 0 0,0 0 0,0 0 0,0 0 0,0 1 0,1-1 0,-1 0 0,0 0 0,0 0 0,0 1-1,0-1 1,0 0 0,0 0 0,0 1 0,0-1 0,0 0 0,0 0 0,0 1 0,0-1 0,0 0 0,0 0 0,0 1 0,0-1 0,0 0 0,0 0 0,0 0-1,0 1 1,0-1 0,0 0 0,0 0 0,0 1 0,-1-1 0,1 0 0,-5 10-1152,1-6 603,-2 1 1,1-2-1,-1 0 1,1 0 0,-1 1-1,-7 2 1,-1 0-665,-22 12-3928,3-1-3439</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3.520"/>
    </inkml:context>
    <inkml:brush xml:id="br0">
      <inkml:brushProperty name="width" value="0.025" units="cm"/>
      <inkml:brushProperty name="height" value="0.025" units="cm"/>
    </inkml:brush>
  </inkml:definitions>
  <inkml:trace contextRef="#ctx0" brushRef="#br0">1 6 7466,'0'0'16387,"156"8"-14939,-113-8-335,2 0-177,-5 0-288,-1 0-328,-8 0-176,-5 0-136,-6 0-8,-8 0-152,1 0-1136,-2-8-2505,-2 2-2800</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4.297"/>
    </inkml:context>
    <inkml:brush xml:id="br0">
      <inkml:brushProperty name="width" value="0.025" units="cm"/>
      <inkml:brushProperty name="height" value="0.025" units="cm"/>
    </inkml:brush>
  </inkml:definitions>
  <inkml:trace contextRef="#ctx0" brushRef="#br0">558 19 9458,'0'0'13186,"-13"-4"-12481,-9 0-375,-1 0-1,1 1 1,-1 1-1,0 1 1,-35 3 0,-44 13 844,-149 42 0,250-57-1175,0 0-1,0 0 1,0 0 0,0 0-1,1 0 1,-1 0-1,0 1 1,0-1 0,0 0-1,0 0 1,1 1-1,0-1 1,-1 1 0,0-1-1,1 0 1,-1 1-1,0 0 1,1-1 0,-1 1-1,1-1 1,-1 1-1,0 0 1,1-1 0,-1 1-1,1 0 1,0 0-1,-1-1 1,1 1 0,0 0-1,-1 0 1,1 0-1,0-1 1,0 1 0,0 0-1,-1 0 1,1 0-1,0 0 1,0 0 0,0-1-1,1 1 1,-1-1-1,0 1 1,0 0 0,0 0-1,1-1 1,-1 1-1,0 0 1,1 0 0,-1-1-1,1 1 1,0 1-1,2 2-3,0 0 0,-1-1-1,1 0 1,1 0-1,-1 0 1,1 0 0,6 4-1,333 178-4481,-342-184 4469,0-1 1,0 1-1,1-1 1,-1 1-1,0 0 1,0 0 0,0-1-1,0 1 1,0 0-1,0 0 1,0 0-1,-1-1 1,1 1 0,0 0-1,-1 0 1,2 2-1,-2-3 26,0 1-1,0-1 0,0 1 0,0-1 0,0 1 1,-1-1-1,1 1 0,0-1 0,0 1 1,0-1-1,0 0 0,-1 1 0,1-1 1,0 1-1,0-1 0,-1 0 0,1 1 1,0-1-1,-1 0 0,1 1 0,0-1 1,0 0-1,0 1 0,-1-1 0,1 0 1,-1 0-1,1 1 0,-1-1 0,-39 11 701,-67 13 1130,-35 7-141,135-31-1715,5 0-234,19 1-2290,-6-1 711,0 0-1,0-1 1,22-4-1,3-7-5848</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4.949"/>
    </inkml:context>
    <inkml:brush xml:id="br0">
      <inkml:brushProperty name="width" value="0.025" units="cm"/>
      <inkml:brushProperty name="height" value="0.025" units="cm"/>
    </inkml:brush>
  </inkml:definitions>
  <inkml:trace contextRef="#ctx0" brushRef="#br0">1 26 9354,'0'0'13678,"7"9"-12162,-2-2-1253,0 0 0,0 0-1,0 1 1,-1-1 0,-1 0 0,0 2 0,0-1 0,0 0-1,0 0 1,-1 0 0,1 12 0,-1 66 576,1-79-833,2-13-146,3-10-192,-3 2 39,0-1 0,1 1 0,1 1-1,0-1 1,1 1 0,12-15 0,-15 22 246,1 0 1,-1-1-1,2 1 1,-1 2-1,0-2 1,1 1 0,0 0-1,0 2 1,1-1-1,-1 0 1,0 1-1,17-5 1,-10 5 33,-9 1 15,1 0-1,-1 0 0,1 1 0,-1 0 0,1 0 0,0 1 0,-1 0 0,1 0 0,9 1 0,-14 0 29,0-1 0,0 1 0,0 0 0,0 0 0,0-1 0,-1 1 0,1 0 0,0 0 0,0 0 0,-1 0 0,1 0 0,-1 0 0,1-1 0,-1 1 0,1 0 0,-1 0 0,0 0 0,1 0-1,-1 0 1,0 0 0,0 0 0,0 2 0,2 31 748,-2-22-511,0 1 7,0-8-224,0 0 0,0 0 1,0-2-1,0 2 0,1 0 0,-1-1 0,1 0 0,1 0 0,-1 1 0,0-1 0,0 1 1,3 3-1,-2-8-87,0 1 0,0-1 1,0 0-1,0 0 0,0 0 0,1 0 1,-1 0-1,-1 0 0,1 0 1,0-1-1,0 1 0,-1-1 0,1 1 1,0-1-1,0 0 0,0 0 1,0 0-1,1-1 0,183-129-3893,-176 123 3844,-8 6 103,0 0 0,0 0 1,0 1-1,0-1 1,1 1-1,-1-1 1,-1 1-1,2 0 1,0-1-1,2 0 0,-4 2 418,-2 9 145,0-1 0,0 1 0,-1-1-1,-4 11 1,5-10-416,-2 0-1,2-1 0,-1 1 0,0 11 1,2-10-137,-1 0 14,2 0 1,-1-1-1,1 1 1,0-1-1,4 14 1,-4-20-122,0 1 1,1-1-1,-1 0 1,1 0-1,0 0 0,0 0 1,1 0-1,-1 0 1,0-1-1,1 1 1,-1-1-1,1 0 1,0 0-1,0 0 0,0 0 1,0 0-1,0 0 1,0 0-1,4 0 1,10 3-1973,1 0-1,-1-1 1,29 2 0,-1-4-6167</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5.392"/>
    </inkml:context>
    <inkml:brush xml:id="br0">
      <inkml:brushProperty name="width" value="0.025" units="cm"/>
      <inkml:brushProperty name="height" value="0.025" units="cm"/>
    </inkml:brush>
  </inkml:definitions>
  <inkml:trace contextRef="#ctx0" brushRef="#br0">265 4 12219,'0'0'12266,"-21"-1"-11444,-64-1-110,80 2-608,-2 0 0,1 1 0,0 0 0,0 1 0,-1-1 0,2 1 0,-1 1 0,0-2 1,0 2-1,1 0 0,-1 0 0,1 1 0,-10 6 0,7-2-37,1 0 1,1-1-1,-1 1 1,1 1 0,1-1-1,-6 10 1,8-12-60,0 1 0,1-2 1,0 2-1,-3 11 1,4-17-16,1 0 1,0 0-1,-1 0 1,1 0-1,0 0 1,-1 1-1,1-1 1,0 0-1,0 0 1,0 0-1,0 0 1,0 0-1,0 0 1,1 0-1,-1 0 1,0 0-1,1 0 1,-1 0-1,0 0 1,1 0-1,-1 0 1,1 0-1,-1 0 1,1 0-1,0 0 1,0-1-1,-1 1 0,1 0 1,0 0-1,0 0 1,0-1-1,-1 1 1,0-1-1,1 1 1,0 0-1,2 0 1,7 0-164,-2 0 0,2-1 0,-1 0 0,0-1 0,1 0 1,-2 0-1,1-1 0,0 0 0,0-1 0,0 0 0,-1 0 0,1-1 0,9-5 1,-3-1 58,0 1 0,1-2 1,-2 0-1,0-2 1,22-22-1,-35 34 172,1 0-1,-1-1 1,0 1 0,-1-1-1,2 1 1,-1 0-1,0-1 1,0 1 0,-1-1-1,1 0 1,0 0 0,0 0-1,-1 0 1,1 0 0,-1 1-1,1-5 1332,-2 16-771,0 2-614,-2 3 76,2-1 0,0 1 0,2 20 0,-1-32-188,1 0-1,-1 0 1,1 0 0,-1 1 0,1-1 0,0 0 0,0 0 0,1-1 0,-1 2 0,0-2 0,1 1-1,0 0 1,0 0 0,0 0 0,-1-1 0,1 0 0,1 0 0,-1 0 0,1 1 0,-1-1 0,6 3 0,1-1-890,1-1 1,-1-1-1,1 0 1,0 0-1,0 0 1,16 0-1,14-2-5646</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5.692"/>
    </inkml:context>
    <inkml:brush xml:id="br0">
      <inkml:brushProperty name="width" value="0.025" units="cm"/>
      <inkml:brushProperty name="height" value="0.025" units="cm"/>
    </inkml:brush>
  </inkml:definitions>
  <inkml:trace contextRef="#ctx0" brushRef="#br0">239 0 12291,'0'0'7323,"-16"29"-4514,-51 97-633,41-74-1026,3 3 1,2-1 0,-14 65-1,10-38-474,20-64-742,0-4-252,0 1-1,3-1 1,-1 1 0,-3 26-1,12-42-5342,9-11 708,4-6-1106</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5.963"/>
    </inkml:context>
    <inkml:brush xml:id="br0">
      <inkml:brushProperty name="width" value="0.025" units="cm"/>
      <inkml:brushProperty name="height" value="0.025" units="cm"/>
    </inkml:brush>
  </inkml:definitions>
  <inkml:trace contextRef="#ctx0" brushRef="#br0">180 1 11618,'0'0'13517,"-12"28"-11834,-3 6-1209,-52 133 1400,54-129-1370,-4 3-263,3 0 0,2 1 0,0 0 0,-4 52 0,15-91-1037,0 12 2281,1-11-4013,7-20-13545</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6.376"/>
    </inkml:context>
    <inkml:brush xml:id="br0">
      <inkml:brushProperty name="width" value="0.025" units="cm"/>
      <inkml:brushProperty name="height" value="0.025" units="cm"/>
    </inkml:brush>
  </inkml:definitions>
  <inkml:trace contextRef="#ctx0" brushRef="#br0">1 160 8586,'0'0'14504,"22"1"-13904,161 4-6,-181-5-589,-1 0 0,1-1 0,-1 1 0,0 0 0,1 0 0,-1-1 0,0 1 0,1 0 0,-1-1 0,0 0 1,1 1-1,-1-1 0,-1 0 0,1 1 0,0-1 0,0 1 0,0-1 0,0 0 0,0 0 0,0 0 0,0 0 0,0 0 0,0 0 0,-1-1 0,1 1 0,-1 0 0,1 0 1,0-1-1,-1 1 0,0 0 0,1-1 0,-1-1 0,1-4 42,0-2 0,0 1 0,-1 0 0,-1-11 0,0 2-16,1 14-21,0 0 0,0 0 0,0 0 0,-1 0 0,1 1 0,-1 0-1,0-1 1,0 0 0,0 1 0,0-1 0,0 0 0,-1 1 0,1 0 0,-1 0 0,0 0-1,1 0 1,0 0 0,-1-1 0,0 2 0,-1-1 0,1 0 0,0 0 0,-3-1-1,1 2 110,1-1 0,-2 0-1,1 1 1,-1-1-1,1 1 1,0 0-1,0 0 1,-1 1-1,0 0 1,1-1-1,0 1 1,-1 1-1,-7 0 1,10 0-67,-1 1 1,0-1-1,0 1 0,0 0 1,0-1-1,0 1 1,1 0-1,0 0 0,-1 0 1,1 1-1,0-1 1,-1 1-1,1 0 1,0-1-1,1 1 0,-2 4 1,-2 2 8,0-1 1,1 1 0,0 0-1,-2 14 1,3-6-60,2-2 0,0 0 0,1 25 1,1-11-227,-1-28 118,0 1 0,0-1 0,0 0-1,0 1 1,0-2 0,1 1 0,-1 1 0,0-1 0,1 0 0,-1 0 0,1 1 0,-1-1 0,1 0-1,0 0 1,0 0 0,-1 0 0,0 0 0,1 0 0,0 0 0,0 0 0,0 0 0,0 0 0,0 0-1,0-1 1,1 1 0,-1-1 0,0 0 0,0 1 0,0-1 0,1 1 0,1 0 0,3 0-961,1 0 0,0-1 1,-1 0-1,14-1 1,-2 1-2187,16 0-5186</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6.773"/>
    </inkml:context>
    <inkml:brush xml:id="br0">
      <inkml:brushProperty name="width" value="0.025" units="cm"/>
      <inkml:brushProperty name="height" value="0.025" units="cm"/>
    </inkml:brush>
  </inkml:definitions>
  <inkml:trace contextRef="#ctx0" brushRef="#br0">278 1 9962,'0'0'17060,"-26"4"-16084,-78 12-344,62-5-256,29 1-275,8-7-98,4-4-49,0 1-1,0-1 1,1 0-1,-1-1 1,0 1 0,0 1-1,1-1 1,-1 0-1,1 1 1,-1-1-1,1 0 1,-1 1 0,1-1-1,0 1 1,0-1-1,0 1 1,0-1-1,0 1 1,0-1 0,0-1-1,0 2 1,0-1-1,1 1 1,-1-1-1,1 1 1,-1-1 0,1 0-1,0 0 1,-1 1-1,1-1 1,0 0-1,0 0 1,0 1-1,0-1 1,0 0 0,0 0-1,1 0 1,5 5-541,1 0 1,0 0-1,0-2 1,13 8-1,-2-3-140,-2 1-11,-12-7 498,1 0 1,0 1 0,0-2 0,-2 2 0,2 0 0,-1 1 0,0-1 0,-1 0 0,0 1 0,5 6 0,-9-11 271,0 1 0,0 0 0,0-1 0,0 1 1,0-1-1,0 1 0,0-1 0,0 0 0,-1 1 1,1-1-1,0 1 0,0-1 0,-1 1 0,1-1 1,0 1-1,-1-1 0,1 1 0,0-1 0,-1 1 0,1-1 1,-1 1-1,1-1 0,-1 0 0,1 1 0,-1-1 1,1 0-1,-1 1 0,1-1 0,-1 0 0,1 0 1,-1 0-1,1 0 0,-1 1 0,0-1 0,0 0 1,-25 6 814,20-5-566,-25 3 544,1 3-1,-1 1 1,2 0 0,-44 21-1,87-26-7722,7-3 711</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7.155"/>
    </inkml:context>
    <inkml:brush xml:id="br0">
      <inkml:brushProperty name="width" value="0.025" units="cm"/>
      <inkml:brushProperty name="height" value="0.025" units="cm"/>
    </inkml:brush>
  </inkml:definitions>
  <inkml:trace contextRef="#ctx0" brushRef="#br0">263 0 8618,'0'0'17297,"-18"28"-15946,-61 89-322,78-114-989,-96 150 2283,83-126-2073,0-1-1,3 2 1,-9 28 0,17-47-247,1 0 0,1-1-1,0 2 1,0-2 0,1 1-1,0-1 1,2 15 0,-2-22-16,0 0 0,1 0 0,-1 1 0,1-1 0,0 0 0,-1 0 0,1 0 0,0 0 0,0 0 0,0 0 0,-1 0 0,1 0 0,0 0 0,-1 0 0,1 0 0,1 0 0,-1-1 0,0 1 0,0 0 0,0-1 0,1 0 0,-1 0 0,0 1 0,0-1 0,1 0 0,-1 0 0,0 1 0,3-1 1,43 1-1537,-32-2 564,10 2-971,36-3-7413,-40-2 2023</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3:47.443"/>
    </inkml:context>
    <inkml:brush xml:id="br0">
      <inkml:brushProperty name="width" value="0.025" units="cm"/>
      <inkml:brushProperty name="height" value="0.025" units="cm"/>
    </inkml:brush>
  </inkml:definitions>
  <inkml:trace contextRef="#ctx0" brushRef="#br0">0 26 8738,'0'0'13919,"3"-4"-12914,-1 2-852,1-1 0,0 1 0,-1 0-1,1 0 1,-1 1 0,2 0-1,-1-1 1,0 1 0,0 0-1,-1 0 1,2 0 0,-1 0 0,0 0-1,1 1 1,-1-1 0,0 1-1,6 0 1,73 3 1443,-67-2-1384,9 1-172,0 0-1,0 1 1,0 1-1,40 13 1,-60-15-503</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07.829"/>
    </inkml:context>
    <inkml:brush xml:id="br0">
      <inkml:brushProperty name="width" value="0.025" units="cm"/>
      <inkml:brushProperty name="height" value="0.025" units="cm"/>
    </inkml:brush>
  </inkml:definitions>
  <inkml:trace contextRef="#ctx0" brushRef="#br0">39 38 16680,'0'-38'0,"-25"64"0,12 8 0,51-56 0</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0.339"/>
    </inkml:context>
    <inkml:brush xml:id="br0">
      <inkml:brushProperty name="width" value="0.025" units="cm"/>
      <inkml:brushProperty name="height" value="0.025" units="cm"/>
      <inkml:brushProperty name="color" value="#E71224"/>
    </inkml:brush>
  </inkml:definitions>
  <inkml:trace contextRef="#ctx0" brushRef="#br0">727 384 5633,'0'0'13654,"3"-7"-12378,6-14-290,0 5-297,-3-1-1,2 0 1,5-25 0,-7-3-575,-1 0-1,-2-55 1,-3 97-117,0 0-1,0 1 1,0-1-1,0 0 1,-1 0 0,1 0-1,-1 2 1,0-2-1,1 0 1,-1 1-1,-1-1 1,1 1-1,0-1 1,-1 1-1,1 0 1,-1 0-1,1 0 1,0 0 0,-1 0-1,0 0 1,0 0-1,0 1 1,-1-1-1,1 0 1,0 1-1,-1 0 1,1-1-1,0 2 1,-4-2-1,-6-1-3,2 1-1,-2 0 1,1 1-1,0 0 1,-19 1-1,18 0 15,-4 1-7,0 1 1,1 1 0,-2 0 0,2 0 0,0 2-1,0 0 1,-1 2 0,2-1 0,0 1 0,-1 1-1,1 0 1,-13 11 0,9-5 14,1 0 0,1 1 0,0 1 0,0 0 0,2 1 0,0 0 0,1 1 0,-14 26 0,16-21 62,1 1 0,2 0 0,0 0 0,1 1 0,2 0 0,-5 42 0,4 158 580,7-156-509,-1 23 42,-3-1-1,-5 1 0,-35 161 1,22-173-146,-54 134 0,63-199-806,11-15 721,1 0 1,-1 0 0,1 1-1,0-1 1,-1 0 0,1 0-1,-1 0 1,1 0 0,-1 1-1,1-1 1,-1 0 0,1 0-1,-1 0 1,1 0 0,-1 0 0,1 0-1,-1 0 1,1-1 0,0 1-1,0 0 1,-1 0 0,1 0-1,-1 0 1,1-1 0,-1 1-1,1 0 1,0 0 0,-1-1-1,1 1 1,-1 0 0,1-1 0,0 1-1,-1 0 1,1-1 0,0 1-1,0 0 1,-1-1 0,1 1-1,0-1 1,0 1 0,-1-1-1,1 1 1,0-1 0,0 1-1,0-1 1,-28-91-6903,11 36 1251</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0.895"/>
    </inkml:context>
    <inkml:brush xml:id="br0">
      <inkml:brushProperty name="width" value="0.025" units="cm"/>
      <inkml:brushProperty name="height" value="0.025" units="cm"/>
      <inkml:brushProperty name="color" value="#E71224"/>
    </inkml:brush>
  </inkml:definitions>
  <inkml:trace contextRef="#ctx0" brushRef="#br0">0 242 9114,'0'0'6005,"25"-9"-3720,-5 1-1752,17-6 595,1 1 0,65-13 0,189-9 1570,-3-1-2129,-235 26-557,-1-3 1,1-1 0,66-29 0,-115 41-12,-3 1 0,0 1 0,-1-1 0,2 0-1,-1 0 1,0 0 0,0 0 0,0 0-1,0 1 1,0-2 0,-1 1-1,1-1 1,0 1 0,1-4 0,-15 5-95,0 1 103,0 1-1,1 0 0,-1 0 1,1 2-1,-1-2 1,1 3-1,-1 0 0,2 0 1,-1 0-1,-18 14 0,14-9 2,1 1-1,1-1 0,-1 3 0,2-2 0,0 2 0,1 1 0,-10 13 1,15-18-5,1 1 1,1-2 0,-1 2 0,1-1 0,0 1-1,1-1 1,1 2 0,0-2 0,1 2-1,-1-1 1,1 16 0,1-24-4,0-1 0,1 0 0,-1 1 0,1-1 0,-1 1 0,1-1 0,-1 0 0,1 1 0,0-1-1,-1 0 1,1-1 0,-1 1 0,1 0 0,0 0 0,0 0 0,0 0 0,0 0 0,0 0 0,1 0 0,-1 0 0,0 0 0,0-1 0,1 1 0,-1-1 0,0 1 0,1-1 0,-1 1 0,1-1-1,-1 0 1,0 0 0,3 1 0,8 0 51,0 0-1,23-1 1,-20-1-1,0 0-39,1-1 0,0 0 1,-2-1-1,1-1 0,0 0 0,0-1 0,-1-1 0,0 0 0,0 0 1,-1-2-1,1-1 0,-1 1 0,-1-1 0,14-14 0,-23 21-8,0 0-1,0 0 0,-1-1 0,1 0 0,-2 0 0,1 0 1,0 0-1,0 0 0,0 1 0,0-1 0,-1-1 1,0 1-1,0-1 0,1 1 0,-2 0 0,1 0 1,0-1-1,-1 0 0,0 1 0,0-1 0,0 0 0,0 2 1,0-2-1,-1 0 0,0 1 0,0-1 0,-2-4 1,0 1-5,-1 1 0,0 0 0,1 0 0,-1 0 1,-1 0-1,0 2 0,0-2 0,0 1 1,-1 0-1,1 1 0,-1 0 0,-8-5 0,-19-6 0,26 12 4,0 1-1,1-2 0,0 1 0,-1 0 1,2-1-1,-8-5 0,53 7-1509,52 18-4546,-49-8 689</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198"/>
    </inkml:context>
    <inkml:brush xml:id="br0">
      <inkml:brushProperty name="width" value="0.025" units="cm"/>
      <inkml:brushProperty name="height" value="0.025" units="cm"/>
      <inkml:brushProperty name="color" value="#E71224"/>
    </inkml:brush>
  </inkml:definitions>
  <inkml:trace contextRef="#ctx0" brushRef="#br0">2 256 10538,'0'0'11159,"0"28"-9590,0 187 1297,-1-285-980,1-124-1142,2 166-771,1 2 0,1-1 1,1 0-1,1 0 1,15-37-1,-20 62-43,0 0 0,0 0 0,0 0 0,0 0 0,0 0 0,1 0 0,-1 0 0,1 0 0,-1 0 1,0 1-1,1-1 0,0 0 0,0 2 0,0-1 0,0-1 0,0 1 0,0 0 0,1 0 0,-1 0 0,-1 0 0,5 0 0,-1 0-525,-1 1-1,1-1 1,-1 1 0,1 1 0,-1-1-1,1 1 1,0 0 0,-2 0 0,2 0-1,5 2 1,18 10-5621</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531"/>
    </inkml:context>
    <inkml:brush xml:id="br0">
      <inkml:brushProperty name="width" value="0.025" units="cm"/>
      <inkml:brushProperty name="height" value="0.025" units="cm"/>
      <inkml:brushProperty name="color" value="#E71224"/>
    </inkml:brush>
  </inkml:definitions>
  <inkml:trace contextRef="#ctx0" brushRef="#br0">433 1 1856,'0'0'22050,"-18"12"-21215,-16 11-337,3 2 0,-54 53 0,40-31-6,1 4 1,-41 64-1,72-96-466,2-1 0,0 2-1,2 0 1,0 0 0,2 1 0,0 0-1,0 0 1,2 0 0,2 1 0,-4 33-1,7-43-106,-1 5 88,1-1 0,0 1 0,1 0 0,8 31 0,-8-43-115,-1-1 1,2 0-1,-1 1 1,1-2-1,0 1 1,0 0-1,1 0 1,-1-1-1,1 1 1,0-2-1,-1 2 1,1-1-1,0 0 1,1 0-1,-1 0 1,1-1-1,-1 0 1,1 0-1,0 0 1,0 0-1,0 0 0,0 0 1,-1-1-1,2 0 1,5 1-1,15 1-2696,46-1-1,-58-2 1580,40 0-5972</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752"/>
    </inkml:context>
    <inkml:brush xml:id="br0">
      <inkml:brushProperty name="width" value="0.025" units="cm"/>
      <inkml:brushProperty name="height" value="0.025" units="cm"/>
      <inkml:brushProperty name="color" value="#E71224"/>
    </inkml:brush>
  </inkml:definitions>
  <inkml:trace contextRef="#ctx0" brushRef="#br0">66 1 14475,'0'0'11835,"-52"156"-11683,47-139-88,2-3-64,0-8 0,0-6-168,3-17-3817,0-15-2449,0-7-1663</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1.910"/>
    </inkml:context>
    <inkml:brush xml:id="br0">
      <inkml:brushProperty name="width" value="0.025" units="cm"/>
      <inkml:brushProperty name="height" value="0.025" units="cm"/>
      <inkml:brushProperty name="color" value="#E71224"/>
    </inkml:brush>
  </inkml:definitions>
  <inkml:trace contextRef="#ctx0" brushRef="#br0">0 1 10818,'0'0'10971,"37"121"-11451,-20-63-2281,-2-14-3136,-2-6-2369</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2.242"/>
    </inkml:context>
    <inkml:brush xml:id="br0">
      <inkml:brushProperty name="width" value="0.025" units="cm"/>
      <inkml:brushProperty name="height" value="0.025" units="cm"/>
      <inkml:brushProperty name="color" value="#E71224"/>
    </inkml:brush>
  </inkml:definitions>
  <inkml:trace contextRef="#ctx0" brushRef="#br0">0 0 8730,'0'0'16158,"0"21"-15478,1 64-269,-1-83-389,0 0 1,0 0-1,0 1 1,0-1 0,1-1-1,-1 1 1,1 0-1,-1 0 1,1 0-1,0 0 1,0 0-1,0 0 1,0 0-1,2 2 1,-3-3-23,1-1 1,-1 1-1,1 0 0,0-1 1,0 1-1,0-1 0,0 1 1,0-1-1,0 1 0,0-1 1,1 0-1,-1 1 0,0-1 1,0 0-1,0 0 0,0 0 1,0 0-1,0 0 0,2 0 1,2-1-77,1-1 0,-1 1 0,0-1 0,0 0 1,0 0-1,0-1 0,5-3 0,-2 2-148,-5 2 163,2-1 7,-1 2 0,1-2 0,0 1 0,1 0 0,-2 0 0,2 1 0,0 0 1,8-2-1,-13 3 135,2 13 311,-3-11-400,1 0-1,-1 0 1,1 1 0,0-1-1,0 1 1,0-1 0,0 1-1,0-1 1,0 0-1,1-1 1,-1 1 0,0 1-1,1-1 1,-1-1 0,1 1-1,0 0 1,0 0 0,0-1-1,0 1 1,4 1-1,11 1-2829,4-2-3607,-5-2-2523</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2.559"/>
    </inkml:context>
    <inkml:brush xml:id="br0">
      <inkml:brushProperty name="width" value="0.025" units="cm"/>
      <inkml:brushProperty name="height" value="0.025" units="cm"/>
      <inkml:brushProperty name="color" value="#E71224"/>
    </inkml:brush>
  </inkml:definitions>
  <inkml:trace contextRef="#ctx0" brushRef="#br0">161 1 11306,'0'0'14888,"-2"30"-13387,-15 99-397,12-104-850,-1 2-1,-2-1 1,1 0-1,-3-1 0,-15 29 1,-2 6-94,17-37-195,0 1-1,3 0 1,-1 0-1,2 0 1,2 1 0,0 1-1,-1 34 1,6-55-66,-1 0-1,1-1 1,0 0-1,1 1 1,-1-1-1,1 1 1,0-1-1,-1-1 1,1 2-1,1-1 0,-1 0 1,1 0-1,0-1 1,0 0-1,0 0 1,0 1-1,1-1 1,-1 0-1,7 2 1,-4 0-765,1 0 0,0-1 0,0 0 1,11 3-1,-13-5-951,1 0 1,0-1-1,0 1 1,0-1-1,10 0 1,-2-1-10515</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12.750"/>
    </inkml:context>
    <inkml:brush xml:id="br0">
      <inkml:brushProperty name="width" value="0.025" units="cm"/>
      <inkml:brushProperty name="height" value="0.025" units="cm"/>
      <inkml:brushProperty name="color" value="#E71224"/>
    </inkml:brush>
  </inkml:definitions>
  <inkml:trace contextRef="#ctx0" brushRef="#br0">0 0 11450,'0'0'15532,"142"0"-15420,-97 0-112,1 0-72,19 0-720,-13 0-3073,-5 0-2889</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1.238"/>
    </inkml:context>
    <inkml:brush xml:id="br0">
      <inkml:brushProperty name="width" value="0.025" units="cm"/>
      <inkml:brushProperty name="height" value="0.025" units="cm"/>
      <inkml:brushProperty name="color" value="#E71224"/>
    </inkml:brush>
  </inkml:definitions>
  <inkml:trace contextRef="#ctx0" brushRef="#br0">31 245 4121,'0'0'11508,"-4"-7"-9852,3 5-1702,-4-6 1131,1 1 0,0-2-1,1 1 1,-3-11 0,5 17-951,0 0 0,1-1 0,-1 1 0,1-1-1,-1 0 1,1 0 0,0 1 0,0-1 0,1 1 0,-1-1-1,0 1 1,1-1 0,0 0 0,-1 0 0,1 1 0,0-1-1,1 1 1,-1 0 0,0 0 0,1 0 0,-2-1 0,5-2-1,19-15-128,1 1 0,1 1 0,0 2-1,32-16 1,-31 17-3,-18 11 2,-9 10-64,-7 12 54,0-1 0,-11 18-1,-11 25 8,22-41 0,1 1-1,0 0 0,1 0 0,1 0 0,1 1 0,1-1 1,1 1-1,2 21 0,-1-38 4,0 0 0,1 0-1,-1-1 1,2 0 0,-1 1 0,0 0 0,1 0 0,0-1-1,0 0 1,0 0 0,0 0 0,0 0 0,1 1 0,-2-1 0,2-1-1,0 0 1,0 1 0,0-1 0,0 1 0,4 2 0,-2-3-61,-1 0 1,0 0 0,1-1-1,-2 1 1,2 0 0,0-1 0,-1 0-1,1 0 1,-1 0 0,1-1-1,0 0 1,0 1 0,-1-2 0,0 1-1,1-1 1,7-1 0,-11 1-214,2 0 0,-1 0 1,1 0-1,-1-1 0,0 2 1,0-2-1,0 0 0,0 1 1,0-1-1,-1 0 0,1 0 1,-1 0-1,1 0 0,-1-1 1,2 0-1,9-23-6246,-5 8-1863</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1.539"/>
    </inkml:context>
    <inkml:brush xml:id="br0">
      <inkml:brushProperty name="width" value="0.025" units="cm"/>
      <inkml:brushProperty name="height" value="0.025" units="cm"/>
      <inkml:brushProperty name="color" value="#E71224"/>
    </inkml:brush>
  </inkml:definitions>
  <inkml:trace contextRef="#ctx0" brushRef="#br0">29 5 10114,'0'0'14498,"-3"-1"-13258,-1 0-1154,-11-1 1737,14 2-1802,1 1 0,-1 0 0,0-1 0,1 1-1,-1 0 1,1-1 0,0 1 0,-1 0 0,1-1-1,-1 1 1,1 0 0,0 0 0,0 0 0,0-1-1,-1 1 1,1-1 0,0 1 0,0 0 0,0-1 0,0 1-1,0 0 1,0 0 0,1 1 0,-1 38-2656,0-12-2195,0-8-955</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2.109"/>
    </inkml:context>
    <inkml:brush xml:id="br0">
      <inkml:brushProperty name="width" value="0.025" units="cm"/>
      <inkml:brushProperty name="height" value="0.025" units="cm"/>
      <inkml:brushProperty name="color" value="#E71224"/>
    </inkml:brush>
  </inkml:definitions>
  <inkml:trace contextRef="#ctx0" brushRef="#br0">0 52 6433,'0'0'12679,"5"0"-11448,43-1 1039,81-13 0,-62-2-2072,-51 10-223,0 3 0,-1-1 0,1 1 0,23-1 0,-38 4-272,-2 2-64,1 1 0,-1-1 0,0 1 0,0-2 1,0 1-1,0 0 0,0 1 0,-1-1 0,1 0 1,-1 0-1,0 0 0,1 0 0,-1-1 0,0 1 1,0-1-1,-4 3 0,0 1-810,-18 16-4028,1-1-1699</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2.363"/>
    </inkml:context>
    <inkml:brush xml:id="br0">
      <inkml:brushProperty name="width" value="0.025" units="cm"/>
      <inkml:brushProperty name="height" value="0.025" units="cm"/>
      <inkml:brushProperty name="color" value="#E71224"/>
    </inkml:brush>
  </inkml:definitions>
  <inkml:trace contextRef="#ctx0" brushRef="#br0">0 10 5705,'0'0'16148,"52"0"-15396,-32 0-344,2 0-192,1 0-136,-1 0-64,1 0-16,3 0-120,2 0-808,26 0-2889,-6 0-376,1-9-8130</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2.964"/>
    </inkml:context>
    <inkml:brush xml:id="br0">
      <inkml:brushProperty name="width" value="0.025" units="cm"/>
      <inkml:brushProperty name="height" value="0.025" units="cm"/>
      <inkml:brushProperty name="color" value="#E71224"/>
    </inkml:brush>
  </inkml:definitions>
  <inkml:trace contextRef="#ctx0" brushRef="#br0">202 58 472,'0'0'17450,"1"-9"-16240,3 0-868,-3 6-213,1-1-1,-1 2 1,0-2-1,0 1 1,0 0 0,0-1-1,-1 1 1,0 0 0,1-4-1,-3 6-47,0 0-1,1 1 1,-1 0-1,0-1 0,1 1 1,-1 0-1,0-1 1,2 1-1,-2 0 0,0 0 1,-3 1-1,1-1-7,-5 0-25,-1 1 0,0 0 1,1 1-1,-1 0 0,1 0 0,-1 0 0,2 1 1,-2 1-1,2 0 0,-1 1 0,-8 4 0,11-5-22,1 0 0,0-1 0,1 2 0,-1-2 0,1 2 0,0-1 0,0 1 0,1 0 0,-1 0 0,1 0 0,-1 1-1,2-1 1,-1 0 0,0 1 0,2 0 0,-1-1 0,1 2 0,-2 9 0,1-6-26,1-1 1,0 2-1,1-1 1,0-1-1,1 1 1,0 0-1,1 0 1,0-1-1,0 1 1,1-1-1,-1 1 1,2-1-1,0 0 0,1 0 1,0-1-1,9 15 1,-7-14-14,-1-1 0,2 0 0,0 0 0,-1-1-1,17 12 1,-18-16-1,-1 0-1,0 0 0,1-1 0,0 1 0,-1-1 1,1-1-1,1 1 0,-1-2 0,0 1 0,0 0 1,9-1-1,-13 0 21,1-1 0,-1 1-1,1-1 1,-1 1 0,0-1 0,1 0 0,-2 0 0,1-1 0,0 1-1,0 0 1,0-1 0,0 1 0,0-1 0,0 0 0,-1 0 0,1 0 0,-1 0-1,1 1 1,-1-1 0,-1 0 0,2 0 0,-1 0 0,1-4 0,4-8 31,0-1 1,4-21-1,-8 30-19,3-20 383,0 0 0,-2-1 0,-2 1 0,0 0 0,-1-1 0,-4-29 0,4 55-364,0-1-1,0 0 1,0 0 0,-1 1 0,1-1 0,-1 0 0,1 1-1,-1-1 1,0 0 0,1 1 0,-1-1 0,0 2-1,0-2 1,0 1 0,0-1 0,0 1 0,0 0 0,-1 0-1,1-1 1,0 1 0,-1 0 0,1 0 0,0 0 0,0 1-1,-1-1 1,1 0 0,-1 0 0,0 1 0,1-1-1,-1 1 1,0-1 0,0 1 0,1 0 0,-1 0 0,0 0-1,1 0 1,0 0 0,-1 0 0,0 0 0,-2 1-1,3 0-67,0 0 0,0 0 0,1-1 0,-1 1-1,0 0 1,1 0 0,-1 0 0,1 0 0,-1 0-1,1 0 1,0 0 0,-1 0 0,1 0 0,0 0-1,0 0 1,-1 0 0,1 0 0,0 0 0,0-1-1,0 1 1,0 0 0,1 2 0,2 22-2586,8-9-1199,7-3-1607</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3.266"/>
    </inkml:context>
    <inkml:brush xml:id="br0">
      <inkml:brushProperty name="width" value="0.025" units="cm"/>
      <inkml:brushProperty name="height" value="0.025" units="cm"/>
      <inkml:brushProperty name="color" value="#E71224"/>
    </inkml:brush>
  </inkml:definitions>
  <inkml:trace contextRef="#ctx0" brushRef="#br0">3 3 6185,'0'0'24254,"0"-1"-24226,1 1 0,-1 0 1,0 0-1,0 0 1,0 0-1,0 0 1,0 0-1,0 0 1,0-1-1,0 1 1,0 0-1,1 0 1,-1 0-1,0 0 1,0 0-1,0 0 1,0 0-1,0 0 0,0 0 1,1 0-1,-1 0 1,0 0-1,0 0 1,0 0-1,0 0 1,0 0-1,0 0 1,1 0-1,-1 0 1,0 0-1,0 0 1,0 0-1,0 0 1,0 0-1,0 0 0,1 0 1,-1 0-1,0 0 1,0 0-1,0 0 1,0 0-1,0 0 1,0 1-1,0-1 1,1 0-1,-1 0 1,0 0-1,0 0 1,0 0-1,0 0 1,0 0-1,0 1 1,0-1-1,0 0 0,0 0 1,0 0-1,0 0 1,0 0-1,0 0 1,0 1-1,0-1 1,0 0-1,0 14-814,1 4-3722,-5 35 0,-2-32-2999</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3.439"/>
    </inkml:context>
    <inkml:brush xml:id="br0">
      <inkml:brushProperty name="width" value="0.025" units="cm"/>
      <inkml:brushProperty name="height" value="0.025" units="cm"/>
      <inkml:brushProperty name="color" value="#E71224"/>
    </inkml:brush>
  </inkml:definitions>
  <inkml:trace contextRef="#ctx0" brushRef="#br0">284 0 11546,'0'0'10899,"-133"145"-10779,101-110-120,-13 12-160,5-7-2313,6-6-5448</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4.170"/>
    </inkml:context>
    <inkml:brush xml:id="br0">
      <inkml:brushProperty name="width" value="0.025" units="cm"/>
      <inkml:brushProperty name="height" value="0.025" units="cm"/>
      <inkml:brushProperty name="color" value="#E71224"/>
    </inkml:brush>
  </inkml:definitions>
  <inkml:trace contextRef="#ctx0" brushRef="#br0">0 283 8410,'0'0'11380,"6"-4"-10626,113-74 2000,20-13-1797,-135 87-945,19-14 30,1 2 0,0-1 1,1 2-1,1 2 1,31-14-1,-90 81 397,24-39-384,-1-1 1,2 0-1,0 2 1,1-1-1,1 1 1,0 0-1,1 1 1,1-1-1,1 1 0,0-1 1,1 2-1,0-1 1,2 24-1,0-38-49,1-1 0,-1 0-1,1 0 1,-1 1 0,1-1-1,0 0 1,0 1 0,0-1 0,0 0-1,0 0 1,1 0 0,-2-1-1,1 1 1,1 0 0,0 0 0,0 0-1,-1-1 1,1 1 0,0 0-1,0-1 1,0 0 0,1 1 0,-1-1-1,-1 0 1,1 0 0,1 0 0,-1-1-1,0 0 1,5 1 0,5 2-1014,1-2 0,1 1 0,-1-2 0,16-1-1,-9 1-3384,-2 0-2511</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4.422"/>
    </inkml:context>
    <inkml:brush xml:id="br0">
      <inkml:brushProperty name="width" value="0.025" units="cm"/>
      <inkml:brushProperty name="height" value="0.025" units="cm"/>
      <inkml:brushProperty name="color" value="#E71224"/>
    </inkml:brush>
  </inkml:definitions>
  <inkml:trace contextRef="#ctx0" brushRef="#br0">9 14 15835,'0'0'13659,"-8"-14"-13659,8 17-16,0 11-80,0 1-280,0 13-1072,0-6-2321,0-5-2112</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5.916"/>
    </inkml:context>
    <inkml:brush xml:id="br0">
      <inkml:brushProperty name="width" value="0.025" units="cm"/>
      <inkml:brushProperty name="height" value="0.025" units="cm"/>
      <inkml:brushProperty name="color" value="#E71224"/>
    </inkml:brush>
  </inkml:definitions>
  <inkml:trace contextRef="#ctx0" brushRef="#br0">642 0 1840,'0'0'21300,"-13"0"-20591,-12 2-425,-2 0 1,1 1-1,-46 13 0,-78 31-261,78-22 28,-121 39-27,133-38-13,60-26-13,0 0 0,0 0 1,-1 0-1,1 0 0,0 0 1,0 0-1,0 0 0,0 0 1,-1 0-1,1 0 0,0 1 1,0-1-1,0 0 0,0 0 0,0 0 1,-1 0-1,1 0 0,0 0 1,0 0-1,0 1 0,0-1 1,0 0-1,0 0 0,0 0 1,-1 0-1,1 1 0,0-1 1,0 0-1,0 0 0,0 0 1,0 0-1,0 1 0,0-1 1,0 0-1,0 0 0,0 0 1,0 0-1,0 1 0,0-1 1,0 0-1,0 0 0,0 0 0,0 0 1,0 1-1,0-1 0,1 0 1,-1 0-1,0 0 0,0 0 1,0 0-1,0 1 0,0-1 1,0 0-1,0 0 0,1 0 1,-1 0-1,0 0 0,0 0 1,0 1-1,0-1 0,0 0 1,1 0-1,-1 0 0,0 0 1,0 0-1,0 0 0,0 0 0,1 0 1,8 3 73,44 6 71,75 4 0,6 0-113,-75-5-17,65 12 11,-122-19 30,0 0 0,1 0-1,-1 0 1,-1 0 0,1 1-1,0-2 1,0 2 0,0 0 0,2 1-1,-3-1-10,0-1 1,0 0-1,0 0 0,1 1 0,-1-1 0,0 0 0,0-1 1,0 1-1,1 0 0,-1 0 0,1 0 0,0-1 0,2 1 1,28 16 3159,-18-14-3041,-12-3-148,0 0-1,0 0 0,0 0 1,0 1-1,0-1 1,0 0-1,0 0 1,0 1-1,0-1 1,0 1-1,0 0 1,-1 0-1,1 0 0,-1 0 1,1 0-1,2 3 1,-7-2-66,1 0 0,0 0-1,0 0 1,-1-1 0,0 0 0,0 1 0,0-1 0,-4 2 0,-14 5-3060,11-5-1397,0-2-3082</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7.645"/>
    </inkml:context>
    <inkml:brush xml:id="br0">
      <inkml:brushProperty name="width" value="0.025" units="cm"/>
      <inkml:brushProperty name="height" value="0.025" units="cm"/>
      <inkml:brushProperty name="color" value="#E71224"/>
    </inkml:brush>
  </inkml:definitions>
  <inkml:trace contextRef="#ctx0" brushRef="#br0">0 123 7098,'0'0'10255,"4"-6"-9261,-3 3-826,1 0 1,0-1 0,0 0 0,0 1-1,1-1 1,-1 2 0,1-1-1,0 0 1,0 0 0,1 0 0,-2 0-1,1 1 1,1-1 0,0 2 0,-1-1-1,1 0 1,-1 1 0,1-1-1,0 1 1,0 0 0,1 0 0,6-1-1,-9 2-126,0 0-1,1 0 0,-1 0 0,0 1 0,1-1 0,-2 1 0,1 0 0,0-1 0,0 1 0,1 0 1,-1 0-1,0 1 0,0-1 0,0 0 0,-1 0 0,1 1 0,-1-1 0,3 3 0,-1 0-7,0 0 0,-1 0-1,1 0 1,-1-1-1,0 2 1,-1-1 0,0 1-1,2 7 1,1 8 66,-1 0 0,-2 0 0,0 28 0,-1-35 69,-1-9-143,1 0 0,-1 1-1,0-1 1,0 0 0,0-1 0,0 1 0,-1 0 0,0 0 0,0 0 0,-2 3 0,-3 6-15,19-54 770,66-95-765,-67 121-9,1-2 0,-1 2 1,3 1-1,-1 0 0,0 0 1,19-12-1,-30 25 23,-1 0 0,1 0-1,-1 0 1,1-1 0,1 1 0,-1 0 0,0 0 0,0 0-1,0 1 1,1-1 0,-1 1 0,0-1 0,0 1-1,0 0 1,1-1 0,-1 1 0,0 0 0,1 1 0,-1-1-1,0 0 1,1 1 0,-2-1 0,1 1 0,1 0-1,-1 0 1,0 0 0,0 0 0,0 0 0,0 0 0,0 1-1,0-2 1,0 2 0,-1-1 0,1 1 0,-1 0-1,1-1 1,-1 1 0,2 2 0,8 18 221,1 1-1,-2 0 1,-2 1-1,0-1 1,-2 1-1,0 1 1,-1 0 0,-1 0-1,0 32 1,-4-57-138,3 1-535,0-1 1,1 0-1,-1-1 0,0 1 1,1 0-1,-2-1 0,2 0 0,-1 0 1,0 0-1,0 0 0,1-1 1,-1 1-1,-1 0 0,6-4 0,-3 2-701,17-10-5455</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8.264"/>
    </inkml:context>
    <inkml:brush xml:id="br0">
      <inkml:brushProperty name="width" value="0.025" units="cm"/>
      <inkml:brushProperty name="height" value="0.025" units="cm"/>
      <inkml:brushProperty name="color" value="#E71224"/>
    </inkml:brush>
  </inkml:definitions>
  <inkml:trace contextRef="#ctx0" brushRef="#br0">18 8 5721,'0'0'8338,"-3"0"-7280,-11 0 5934,22 0-6064,57 8-4,-4 0-682,-42-7-209,134 2 389,-125-4-180,0-1 0,1-2 1,36-9-1,-51 8 1028,-20 3 824,-11 2-1724,-2 0-4274,8 1-5359</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9.089"/>
    </inkml:context>
    <inkml:brush xml:id="br0">
      <inkml:brushProperty name="width" value="0.025" units="cm"/>
      <inkml:brushProperty name="height" value="0.025" units="cm"/>
      <inkml:brushProperty name="color" value="#E71224"/>
    </inkml:brush>
  </inkml:definitions>
  <inkml:trace contextRef="#ctx0" brushRef="#br0">20 33 3977,'0'0'5996,"-2"-4"-5479,-4-17 385,2 14 4063,0 10-1477,0 7-1852,4 509 7935,10-540-13061,1 3-2061,-6 11 1628,3-6-6491</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9.485"/>
    </inkml:context>
    <inkml:brush xml:id="br0">
      <inkml:brushProperty name="width" value="0.025" units="cm"/>
      <inkml:brushProperty name="height" value="0.025" units="cm"/>
      <inkml:brushProperty name="color" value="#E71224"/>
    </inkml:brush>
  </inkml:definitions>
  <inkml:trace contextRef="#ctx0" brushRef="#br0">1 1 11146,'0'0'17585,"0"13"-16929,0 22-7303,0-18 583</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29.723"/>
    </inkml:context>
    <inkml:brush xml:id="br0">
      <inkml:brushProperty name="width" value="0.025" units="cm"/>
      <inkml:brushProperty name="height" value="0.025" units="cm"/>
      <inkml:brushProperty name="color" value="#E71224"/>
    </inkml:brush>
  </inkml:definitions>
  <inkml:trace contextRef="#ctx0" brushRef="#br0">420 0 1272,'0'0'23045,"-170"161"-22893,134-123-152,2 2-48,-4 2-408,-15 21-1392,7-13-2737,4-7-3697</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0.926"/>
    </inkml:context>
    <inkml:brush xml:id="br0">
      <inkml:brushProperty name="width" value="0.025" units="cm"/>
      <inkml:brushProperty name="height" value="0.025" units="cm"/>
      <inkml:brushProperty name="color" value="#E71224"/>
    </inkml:brush>
  </inkml:definitions>
  <inkml:trace contextRef="#ctx0" brushRef="#br0">10 242 8210,'0'0'8899,"-10"-1"-1632,132-68-7122,-38 24-139,-49 26 15,136-88 120,-185 150 315,6-16-367,0 0 0,1 1-1,2 0 1,1 0-1,1 0 1,2 46 0,1-71-90,0-1 1,1 1 0,0 0 0,0 0 0,0 0 0,0 0 0,0 0-1,0-1 1,1 0 0,-1 1 0,0 0 0,1-1 0,0 1 0,0-1-1,0 0 1,0 0 0,0 0 0,1-1 0,-1 1 0,1 0 0,-2 0-1,2-1 1,0 1 0,0-1 0,0 0 0,5 2 0,-5-2-266,2 0 0,-1 0 0,0 0 0,0-1 1,-1 1-1,1-1 0,1 0 0,-1-1 1,3 0-1,-4 1-339,0-1 0,-1 1 0,1-1 0,0 0 0,-1 0 0,1 0 0,-1-1 1,0 1-1,0 0 0,0-1 0,1 0 0,-1 0 0,3-2 0,10-18-9717</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1.132"/>
    </inkml:context>
    <inkml:brush xml:id="br0">
      <inkml:brushProperty name="width" value="0.025" units="cm"/>
      <inkml:brushProperty name="height" value="0.025" units="cm"/>
      <inkml:brushProperty name="color" value="#E71224"/>
    </inkml:brush>
  </inkml:definitions>
  <inkml:trace contextRef="#ctx0" brushRef="#br0">37 1 12123,'0'0'13771,"-36"3"-13715,47 8-56,4 4 0,1-2-401,21 7-1367,-5-3-2865,1-5-3817</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1.496"/>
    </inkml:context>
    <inkml:brush xml:id="br0">
      <inkml:brushProperty name="width" value="0.025" units="cm"/>
      <inkml:brushProperty name="height" value="0.025" units="cm"/>
      <inkml:brushProperty name="color" value="#E71224"/>
    </inkml:brush>
  </inkml:definitions>
  <inkml:trace contextRef="#ctx0" brushRef="#br0">0 1 7434,'0'0'15180,"0"5"-14456,0 192 4137,0-130-7549,0 1-5807</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1.718"/>
    </inkml:context>
    <inkml:brush xml:id="br0">
      <inkml:brushProperty name="width" value="0.025" units="cm"/>
      <inkml:brushProperty name="height" value="0.025" units="cm"/>
      <inkml:brushProperty name="color" value="#E71224"/>
    </inkml:brush>
  </inkml:definitions>
  <inkml:trace contextRef="#ctx0" brushRef="#br0">0 54 1608,'0'0'21437,"131"-30"-21021,-95 30-248,-4 0-96,-1-3-72,-3 3-120,12-6-816,-6 1-3529,-6-4-3241</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2.018"/>
    </inkml:context>
    <inkml:brush xml:id="br0">
      <inkml:brushProperty name="width" value="0.025" units="cm"/>
      <inkml:brushProperty name="height" value="0.025" units="cm"/>
      <inkml:brushProperty name="color" value="#E71224"/>
    </inkml:brush>
  </inkml:definitions>
  <inkml:trace contextRef="#ctx0" brushRef="#br0">53 1 8162,'0'0'16158,"-7"13"-14919,4-5-1102,-5 7 116,2 1 0,-1 0 1,1 0-1,2 0 0,-5 25 0,7 98 385,2-108-3841,1 1-3805</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2.240"/>
    </inkml:context>
    <inkml:brush xml:id="br0">
      <inkml:brushProperty name="width" value="0.025" units="cm"/>
      <inkml:brushProperty name="height" value="0.025" units="cm"/>
      <inkml:brushProperty name="color" value="#E71224"/>
    </inkml:brush>
  </inkml:definitions>
  <inkml:trace contextRef="#ctx0" brushRef="#br0">0 4 6129,'0'0'21213,"111"-3"-20413,-80 6-472,3-3-232,-3 0-96,-2 0 0,-1 0-392,12 0-1320,-9 0-3249,-3 0-4673</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2.938"/>
    </inkml:context>
    <inkml:brush xml:id="br0">
      <inkml:brushProperty name="width" value="0.025" units="cm"/>
      <inkml:brushProperty name="height" value="0.025" units="cm"/>
      <inkml:brushProperty name="color" value="#E71224"/>
    </inkml:brush>
  </inkml:definitions>
  <inkml:trace contextRef="#ctx0" brushRef="#br0">14 5 5881,'0'0'11247,"-3"-1"-10198,-7-2-122,12 2 1124,21 12 278,3 7-1982,-2 1 1,0 1-1,-1 1 1,0 1-1,-2 1 1,-1 0-1,-1 1 1,20 36-1,-35-53-337,0 2 0,0-1 0,-1 0 0,0 1 0,-1 0 0,0 0 0,-1-1 0,0 2 0,0-1 1,-1 12-1,0-15 38,-1 1 0,0-1 0,0 0 1,0 1-1,-1-1 0,0 1 1,0-2-1,-1 1 0,0 0 0,0-1 1,0 1-1,0 0 0,-1-1 1,-9 10-1,-130 110 1368,143-125-1676,21-2-3182,7-8-2441,2-8-4888</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3.906"/>
    </inkml:context>
    <inkml:brush xml:id="br0">
      <inkml:brushProperty name="width" value="0.025" units="cm"/>
      <inkml:brushProperty name="height" value="0.025" units="cm"/>
      <inkml:brushProperty name="color" value="#E71224"/>
    </inkml:brush>
  </inkml:definitions>
  <inkml:trace contextRef="#ctx0" brushRef="#br0">703 94 8706,'0'0'14835,"-13"-16"-14189,-6-2-412,-26-23 1,42 39-205,-1-1-1,0 1 1,0 1 0,0-1-1,1 0 1,-1 1 0,0 0-1,0-1 1,-1 1 0,2 1 0,-2-1-1,1 1 1,0-1 0,-1 1-1,2 0 1,-8 2 0,-4-2 88,7 0-73,-7 0 112,1 0 1,-2 1-1,-17 4 1,27-3-117,0-1 0,1 1 0,0 0 0,0 0 0,-1 1 1,2 0-1,-1 0 0,0 0 0,0 0 0,1 1 0,0 0 0,-4 5 0,-1-2-4,2 2 0,0 0 0,-1 0 0,3 1 0,-2-1 0,1 2 0,2-2 0,-1 2 0,0 0 0,1 0 0,1 0 0,0 0 0,1 0 0,0 1 0,1-1-1,0 19 1,0-21-25,2 1 0,-1-1 0,1 1 0,1-2 0,0 2 0,-1 0 0,2-2 0,0 2 0,0-2 0,1 1 1,5 8-2,-3-5-4,-3-9 2,-1 1-1,1 1 1,-1-1 0,0 1-1,0-1 1,-2 0 0,2 1-1,-1 0 1,1 8 0,-2-13-4,-1 1-1,1 0 1,0 0 0,-1-1 0,1 1 0,-1 0 0,1-1-1,-1 1 1,0-1 0,1 1 0,0 0 0,-1-1 0,1 1-1,-1-1 1,0 0 0,1 1 0,-1-1 0,0 0-1,0 1 1,0-1 0,1 0 0,-3 1 0,-24 5 49,20-5-28,-300 74 528,319-74-547,1 0 0,0 1-1,16 5 1,-6-1-116,12 1-800,-1 1 1,1 2-1,47 20 1,-81-29 860,1 0 1,-1 0-1,1 0 1,-1 0 0,1 0-1,-1 1 1,0-1-1,-1 0 1,1 1-1,0-1 1,0 0 0,0 1-1,0-1 1,0 0-1,0 1 1,-1-1 0,1 1-1,-1 0 1,1-1-1,-1 1 1,0 0 0,1 0-1,-1-1 1,0 1-1,0 0 1,0-1 0,0 0-1,-1 1 1,1 0-1,0 0 1,-1-1 0,0 1-1,0 1 1,-1 4 37,-1 0 0,1-1 0,-2 1 1,0-1-1,0 0 0,-5 7 0,-9 9 89,1 2-1,2 0 1,-18 33-1,28-43 19,-1-1-1,1 2 1,0-1-1,2 0 1,0 0 0,1 2-1,0-2 1,0 20-1,2-27-67,0 0 1,0 0-1,1-1 0,0 1 1,0 0-1,1-1 1,0 1-1,0 0 0,-1-1 1,6 7-1,-5-8 0,2-2 0,-1 1 0,0 0 1,0 0-1,1-1 0,-1 0 0,2 0 0,-1 0 0,0 0 1,-1 0-1,2-1 0,0 0 0,-1 0 0,1 0 0,5 1 1,10 2 175,0-1 1,1-1-1,-1-1 1,1-1 0,0 0-1,21-4 1,-22 2 59,-11 1-33,0 0-1,-1-1 1,1-1-1,-1 0 1,1 0-1,-1-1 1,1 0 0,-1 1-1,-1-2 1,2 0-1,-1 0 1,-1-1-1,10-7 1,-17 11-125,-2 1-263,-58 6-2400,20 2-2749,1 1-5524</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6T16:24:36.271"/>
    </inkml:context>
    <inkml:brush xml:id="br0">
      <inkml:brushProperty name="width" value="0.025" units="cm"/>
      <inkml:brushProperty name="height" value="0.025" units="cm"/>
      <inkml:brushProperty name="color" value="#E71224"/>
    </inkml:brush>
  </inkml:definitions>
  <inkml:trace contextRef="#ctx0" brushRef="#br0">1 159 5313,'0'0'4420,"4"-6"-4267,13-18 107,-10 12 10116,-5 7-5706,-1 4-4633,-1 0-1,0 1 1,1-1-1,-1 1 1,0-1 0,0 0-1,0 1 1,1-1-1,-1 1 1,1-1-1,-1 1 1,1 0-1,-1-1 1,1 1-1,0-1 1,-1 1-1,1 0 1,-1-1-1,1 1 1,0 0-1,-1 0 1,1 0 0,0 0-1,1-1 1,76-26 62,2 1 1,91-15-1,-147 37-108,0 2 0,38 1-1,-38 1-119,-25 21-334,-1-16 421,-1-1 0,1 0-1,0 0 1,-1 0 0,0 0 0,0 0-1,-1-1 1,1 0 0,-8 7 0,-16 17-72,21-20 108,1 2 1,0-1-1,0 0 1,0 1-1,2 0 1,0 0-1,-1 0 0,2 1 1,-3 12-1,1 6-27,2 53 0,2-65 31,1-5-2,0 1-1,1 0 1,1 0 0,0-1 0,1 1-1,0-2 1,0 2 0,1-2-1,1 1 1,0-1 0,0 0 0,13 17-1,-8-15-8,-2-1 0,3 1-1,-2-2 1,3 1-1,-2-2 1,2 1 0,0-1-1,0-1 1,19 8 0,-26-14 18,0-1 1,0 1-1,0-1 1,1 0-1,-2-1 1,2 1-1,7-2 1,-3 1 50,-10 0-51,-1-1 0,1 1 0,0-1 0,-1 1 0,1-1 0,-1 1 0,1-1 0,-1 1 0,1-1 0,-1 0 0,0 1 0,0-1 0,1 0 0,-1 1 0,0-1 0,1 1 0,-1-1 0,0 0 0,0 1 0,0-1 0,1 0 0,-1 0 0,0 0 0,0 1 0,0-1 0,0 0 0,0 0 0,-1 0 0,1 1 1,0-1-1,0 0 0,0 0 0,-1 1 0,1-1 0,-1-1 0,1 0 2,0 0-1,0 0 1,-1 0 0,0 0 0,0 0 0,0 0 0,0 0 0,0 0 0,0 0-1,0 0 1,0 0 0,-1 1 0,1 0 0,-3-3 0,-3 2 2,-2-1 0,1 1 0,0 1 0,-1 0 1,2 0-1,-2 0 0,0 1 0,1 1 0,-1-1 1,2 1-1,-2 1 0,0 0 0,2 0 0,-1 1 1,-1-1-1,2 1 0,-9 5 0,11-4-8,0 0 0,-1 0 1,2 1-1,0-1 0,0 2 0,0-1 0,0-1 1,0 2-1,1 0 0,0 0 0,0-1 0,1 1 0,-1 0 1,-2 12-1,2 1-13,1 0 0,0 0 0,1 29 0,1-48 11,1 9 0,0-2 0,0 2 0,1-2 0,-2 1 0,3 1 0,0-2 0,0 1 0,7 12 0,38 58-4,-12-23 5,-33-50 5,0 1 0,0 0 0,0 0 0,0-1 1,-1 2-1,0-1 0,0 0 0,0 1 0,-1 0 0,-1-1 0,0 0 1,1 1-1,-1 0 0,-1 6 0,1-11 14,-1 1 1,-1-1-1,1 0 0,0 0 1,-1 0-1,0 0 0,1 0 0,-1 0 1,0 0-1,0-1 0,0 1 1,0 0-1,1-1 0,-2 1 0,1-1 1,0 0-1,-1 0 0,1-1 0,-1 1 1,1 0-1,-1-1 0,-2 2 1,-62 11 452,30-10 304,-54-3-1,36-1 9,52 1-733,-1 0 0,0 0 0,0-1 0,0 1 0,0-1 0,1 0-1,-1 0 1,0 0 0,0-1 0,0 1 0,1-1 0,0 0-1,-1 0 1,-4-3 0,5 3-94,1-1 1,1 1-1,-1-1 1,0 0-1,0 1 1,0-1-1,1 0 0,-1 1 1,1-1-1,0-1 1,0 1-1,0 0 0,0 0 1,1 0-1,-1 0 1,1 0-1,0 0 0,0-5 1,0 7-35,0 1 1,1-1 0,-1 0-1,0 1 1,1-1 0,-1 1-1,0 0 1,1-1 0,-1 1-1,1-1 1,-1 1 0,1-1-1,-1 1 1,1-1 0,-1 1-1,1 0 1,0-1 0,-1 1-1,1 0 1,0-1 0,-1 1-1,1 0 1,0 0 0,-1-1-1,1 1 1,0 0 0,0 0-1,-1 0 1,1 0 0,0 0-1,0 0 1,32 0-2884,-22 1 896,18-1-4035</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7.085"/>
    </inkml:context>
    <inkml:brush xml:id="br0">
      <inkml:brushProperty name="width" value="0.025" units="cm"/>
      <inkml:brushProperty name="height" value="0.025" units="cm"/>
      <inkml:brushProperty name="color" value="#E71224"/>
    </inkml:brush>
  </inkml:definitions>
  <inkml:trace contextRef="#ctx0" brushRef="#br0">639 0 744,'0'0'20234,"-25"0"-19545,-81 2-258,96-2-345,-1 1-1,0 0 1,0 0-1,0 2 1,1-1-1,-1 1 1,1 1 0,0 0-1,0 0 1,-10 7-1,-13 5 96,-31 13 8,1 3-1,-110 76 1,169-106-186,-32 30 20,35-31-24,0-1 1,0 1-1,0 0 0,1 0 0,-1 0 0,0 0 0,1 0 0,-1 0 0,1 0 0,-1 0 0,1 0 1,-1 0-1,1 0 0,0 1 0,0-1 0,-1 0 0,1 0 0,0 0 0,0 0 0,0 0 1,0 1-1,0-1 0,1 0 0,-1 0 0,0 0 0,0 0 0,1 0 0,-1 0 0,1 1 1,-1-1-1,1 0 0,-1 0 0,1 0 0,0 0 0,-1-1 0,1 1 0,1 1 0,8 4-11,-1-1 0,1-1-1,0 0 1,1 0-1,-1-1 1,1 0-1,0 0 1,21 1 0,4 2-47,14 6-156,-1 1 1,0 2 0,67 32-1,-113-46 214,0 0 1,0 1-1,0-1 0,0 1 0,0-1 0,0 1 1,-1 0-1,1 0 0,0 0 0,-1 1 0,0-1 1,0 1-1,1-1 0,-1 1 0,-1 0 0,1 0 1,0 0-1,-1 0 0,1 0 0,-1 0 0,0 0 1,0 0-1,0 0 0,-1 1 0,1-1 0,-1 0 1,0 1-1,0 5 0,-1-4 86,-1 1 0,0-1 0,0 0-1,-1 0 1,1 0 0,-1 0 0,0 0 0,0 0 0,-1-1 0,1 1 0,-1-1 0,0 0-1,0 0 1,-1-1 0,-7 6 0,-24 15 410,0-2 0,-2-1 0,0-2 0,-1-1 0,-1-2 0,-1-3 0,-68 16 0,93-28-483,16-2-45,-1 1 1,1 0 0,0-1-1,0 1 1,-1 0-1,1-1 1,0 1 0,0-1-1,0 1 1,-1-1-1,1 1 1,0-1 0,0 1-1,0 0 1,0-1 0,0 1-1,0-1 1,0 1-1,0-1 1,0 1 0,0-1-1,0 1 1,0-1-1,0 1 1,0-1 0,0 1-1,1 0 1,-1-1 0,0 1-1,0-1 1,1 1-1,-1 0 1,0-1 0,0 1-1,1-1 1,-1 1-1,0 0 1,1-1 0,8-4-397,-1 0 0,1 1 0,0 0 0,0 0 0,0 1 0,1 0 0,-1 1 0,14-2-1,11-4-1112,25-13-3216,-1 1-2560</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7.581"/>
    </inkml:context>
    <inkml:brush xml:id="br0">
      <inkml:brushProperty name="width" value="0.025" units="cm"/>
      <inkml:brushProperty name="height" value="0.025" units="cm"/>
      <inkml:brushProperty name="color" value="#E71224"/>
    </inkml:brush>
  </inkml:definitions>
  <inkml:trace contextRef="#ctx0" brushRef="#br0">1 293 7330,'0'0'12864,"20"4"-12011,-1-1-705,17 5 426,0-2-1,53 2 1,-66-8-487,-12 1-67,1 0-1,0-2 1,0 1 0,18-5 0,-28 5-19,0-1-1,0 1 1,0-1 0,0 1 0,0-1 0,0 0-1,-1 0 1,1 0 0,0 0 0,0-1 0,-1 1-1,1 0 1,-1-1 0,1 1 0,-1-1 0,1 1-1,-1-1 1,0 0 0,0 1 0,0-1 0,0 0-1,0 0 1,0 0 0,0 0 0,-1 0 0,1 0 0,-1 0-1,1 0 1,-1 0 0,0 0 0,0-3 0,-1 0 0,1 0 0,-1 1 1,-1-1-1,1 1 0,-1-1 1,0 1-1,0 0 0,0-1 1,0 1-1,-1 0 1,1 0-1,-1 1 0,0-1 1,0 1-1,-1-1 0,1 1 1,-1 0-1,0 0 0,0 0 1,0 1-1,0 0 0,0-1 1,0 1-1,0 1 1,-6-3-1,0 0 43,0 1 0,0 0 0,0 0 0,0 1 0,0 0 0,-1 1 0,1 0 0,-1 1 1,1 0-1,-21 3 0,26-1 15,1 0 1,-1 0 0,0 0 0,1 1-1,-1-1 1,1 1 0,0 0 0,0 1-1,0-1 1,0 1 0,0-1-1,1 1 1,0 0 0,0 1 0,0-1-1,0 0 1,1 1 0,-1 0 0,1-1-1,0 1 1,1 0 0,-3 8-1,0 7 78,-1-1-1,2 0 0,1 1 1,0 29-1,2-24-143,-1-16 16,1 0 0,0-1 0,0 1 0,1 0 0,0 0 0,1 0 0,3 11 0,-4-17-24,1-1 0,-1 0 1,1 1-1,0-1 1,0 0-1,0 0 0,0 0 1,0 0-1,0 0 0,1 0 1,-1 0-1,0-1 0,1 1 1,0-1-1,-1 0 0,1 0 1,0 0-1,-1 0 0,1 0 1,0-1-1,0 1 0,0-1 1,0 0-1,0 0 0,0 0 1,5 0-1,3-1-192,0 0-1,0-1 1,0 0-1,0 0 1,-1-1-1,1 0 1,-1-1-1,0 0 1,0-1-1,0 0 1,-1-1-1,10-7 1,12-10-1034,-2-2 0,29-31 0,-52 49 982,42-44-3446,74-104 0,-74 91 177,17-24-2683</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7.770"/>
    </inkml:context>
    <inkml:brush xml:id="br0">
      <inkml:brushProperty name="width" value="0.025" units="cm"/>
      <inkml:brushProperty name="height" value="0.025" units="cm"/>
      <inkml:brushProperty name="color" value="#E71224"/>
    </inkml:brush>
  </inkml:definitions>
  <inkml:trace contextRef="#ctx0" brushRef="#br0">226 1 3025,'0'0'16993,"-17"33"-15216,-8 13-1205,-68 145 1616,76-154-1828,2 0-1,2 1 1,1 1 0,3 0 0,0 0 0,3 1 0,-3 61 0,9-96-713,0-1 1,0 1-1,0 0 1,1 0-1,0-1 1,0 1-1,0-1 1,0 1-1,3 6 1,-2-9-91,0 0-1,-1 0 1,1 0-1,0 0 1,0 0-1,0 0 1,0-1 0,0 1-1,0-1 1,0 1-1,1-1 1,-1 0-1,1 0 1,-1 0 0,1 0-1,-1 0 1,4 0-1,14 1-5641</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8.574"/>
    </inkml:context>
    <inkml:brush xml:id="br0">
      <inkml:brushProperty name="width" value="0.025" units="cm"/>
      <inkml:brushProperty name="height" value="0.025" units="cm"/>
      <inkml:brushProperty name="color" value="#E71224"/>
    </inkml:brush>
  </inkml:definitions>
  <inkml:trace contextRef="#ctx0" brushRef="#br0">29 136 8586,'0'0'11501,"10"6"-10940,-2-2-485,0 0-1,0 0 1,0-1-1,1 0 0,0 0 1,-1-1-1,1 0 1,0 0-1,0-1 1,12 0-1,-2-1-11,-6 1-48,0-1-1,-1 0 1,1-1 0,-1-1 0,19-4 0,-29 5-32,1 0 0,0 0 0,-1 0 0,1 0 0,-1-1 0,1 1-1,-1-1 1,0 1 0,1-1 0,-1 0 0,0 0 0,0 0 0,0 0 0,-1-1 0,1 1 0,0 0 0,-1-1 0,0 1 0,1-1 0,-1 1 0,0-1 0,0 0 0,-1 0 0,1 1-1,0-1 1,-1 0 0,0 0 0,0 0 0,0-4 0,0 5 18,0 0-1,-1 1 1,1-1-1,-1 0 0,0 1 1,0-1-1,1 1 1,-1 0-1,0-1 1,0 1-1,0-1 1,0 1-1,0 0 1,-1 0-1,1 0 0,0 0 1,-1 0-1,1 0 1,0 0-1,-1 0 1,1 0-1,-1 1 1,0-1-1,1 0 1,-1 1-1,1 0 1,-1-1-1,0 1 0,1 0 1,-3 0-1,-60-4 115,57 4-99,-25-1 14,20 0 104,-1 1 0,1 0 0,-1 0 0,1 2 0,0-1 0,-17 6 0,26-6-82,-1 1 0,1-1 0,0 1 0,-1 0 0,1 0-1,0 0 1,0 1 0,0-1 0,1 1 0,-1 0 0,1 0 0,-1-1-1,1 2 1,0-1 0,0 0 0,0 0 0,1 1 0,-1-1 0,1 1 0,0-1-1,0 1 1,0 0 0,0-1 0,0 1 0,1 6 0,-3 9 78,2 0-1,0 1 1,1-1 0,4 26 0,-4-41-130,1 1 1,0-1 0,0 0-1,0 0 1,0 0 0,0 0-1,1 0 1,0-1-1,0 1 1,0 0 0,0-1-1,1 1 1,-1-1-1,1 0 1,0 0 0,0 0-1,0 0 1,0 0-1,0-1 1,1 1 0,-1-1-1,1 0 1,0 0-1,-1 0 1,1-1 0,6 2-1,6 0-178,-1-1-1,1-1 1,0 0-1,-1-1 1,1-1 0,-1-1-1,1 0 1,-1-1-1,1 0 1,-1-1-1,0-1 1,-1-1-1,24-11 1,13-12-901,-1-1 0,61-49 1,-79 55 704,6-5 173,8-6 765,97-56 0,-140 90 2744,-3 53-464,-1-51-2795,-1-1-1,1 1 1,0 0 0,0-1-1,0 1 1,0-1 0,0 1 0,-1-1-1,1 1 1,0-1 0,0 0 0,0 1-1,-1-1 1,1 0 0,0 0 0,-1 0-1,1 0 1,-2-1 0,-39 1-108,32 0 107,-1 0-48,1 0-1,0 1 1,0 1 0,0-1-1,0 2 1,0-1 0,-16 8-1,23-9 0,0 0 0,0 1 0,0 0 1,0-1-1,0 1 0,0 0 0,1 1 0,-1-1 0,1 0 0,-1 1 0,1 0 0,0-1 0,0 1 0,0 0 0,0 0 0,1 0 0,-1 0 0,1 0 0,-1 1 0,1-1 0,0 0 0,1 1 0,-1-1 1,0 0-1,1 6 0,0-4 4,0-1 1,0 1-1,1 0 1,0-1-1,0 1 1,0-1 0,0 1-1,1-1 1,0 0-1,0 1 1,0-1-1,0 0 1,0 0 0,1-1-1,0 1 1,0 0-1,0-1 1,0 0-1,1 1 1,-1-1 0,1-1-1,0 1 1,-1 0-1,1-1 1,1 0 0,-1 0-1,6 2 1,5 0-129,1 0 1,-1-1 0,1 0-1,0-2 1,0 0-1,0 0 1,0-2 0,0 0-1,0-1 1,0 0 0,16-5-1,-1-6-2081,-1-1-1,40-25 0,-12 4-4259</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8.865"/>
    </inkml:context>
    <inkml:brush xml:id="br0">
      <inkml:brushProperty name="width" value="0.025" units="cm"/>
      <inkml:brushProperty name="height" value="0.025" units="cm"/>
      <inkml:brushProperty name="color" value="#E71224"/>
    </inkml:brush>
  </inkml:definitions>
  <inkml:trace contextRef="#ctx0" brushRef="#br0">360 1 8730,'0'0'14091,"-12"27"-12225,-73 173 830,-49 118-1356,131-312-1603,0-1-1,0 1 0,0 0 0,-1-1 0,0 0 0,0 0 1,0 0-1,-1 0 0,0 0 0,1-1 0,-12 7 0,-10 2-4002,-5-5-4125,17-7-2597</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9.145"/>
    </inkml:context>
    <inkml:brush xml:id="br0">
      <inkml:brushProperty name="width" value="0.025" units="cm"/>
      <inkml:brushProperty name="height" value="0.025" units="cm"/>
      <inkml:brushProperty name="color" value="#E71224"/>
    </inkml:brush>
  </inkml:definitions>
  <inkml:trace contextRef="#ctx0" brushRef="#br0">1 6 2833,'0'0'17939,"33"-1"-15757,107-3-605,-98 4-543,0 1 0,51 10 1,-61-7-602,45 1 1,-76-5-431,0 1 0,0-1-1,0 0 1,-1 1 0,1-1 0,0 0 0,0 1 0,0-1 0,0 1 0,0-1 0,-1 1-1,1 0 1,0-1 0,0 1 0,-1 0 0,1 0 0,-1-1 0,1 1 0,0 0-1,-1 0 1,0 0 0,1 0 0,-1 0 0,1 0 0,-1 0 0,0-1 0,0 1 0,0 0-1,1 0 1,-1 0 0,0 0 0,0 0 0,0 0 0,0 0 0,-1 0 0,1 0 0,0 0-1,0 0 1,-1 0 0,1 0 0,0 0 0,-1 1 0,-14 41 33,-59 63-982,41-63-1293,31-41 1737,1 0-1,-1 0 1,0-1 0,0 1-1,0-1 1,1 1 0,-2-1-1,1 0 1,0 1 0,0-1-1,0 0 1,0-1 0,-1 1-1,1 0 1,0-1 0,-1 1-1,1-1 1,-1 0-1,1 0 1,0 0 0,-3 0-1,-4 0-7360</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9.365"/>
    </inkml:context>
    <inkml:brush xml:id="br0">
      <inkml:brushProperty name="width" value="0.025" units="cm"/>
      <inkml:brushProperty name="height" value="0.025" units="cm"/>
      <inkml:brushProperty name="color" value="#E71224"/>
    </inkml:brush>
  </inkml:definitions>
  <inkml:trace contextRef="#ctx0" brushRef="#br0">0 0 11963,'0'0'11538,"13"145"-12634,-13-97-841,0-13-2007,0-6-1970</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7:59.999"/>
    </inkml:context>
    <inkml:brush xml:id="br0">
      <inkml:brushProperty name="width" value="0.025" units="cm"/>
      <inkml:brushProperty name="height" value="0.025" units="cm"/>
      <inkml:brushProperty name="color" value="#E71224"/>
    </inkml:brush>
  </inkml:definitions>
  <inkml:trace contextRef="#ctx0" brushRef="#br0">194 43 10138,'0'0'16613,"-26"16"-15727,-81 53-254,102-65-586,0-1 0,-1 1 0,2 0 0,-1 1 0,0-1 0,1 1 0,0 0 0,0 0 0,0 0 0,-4 9 0,7-9-27,-1-1 0,1 1 0,0 0-1,0 0 1,1 0 0,-1-1 0,1 1 0,1 9 0,-1 4-30,1-17 11,-1 1 1,0-1-1,1 0 0,-1 0 0,1 1 1,0-1-1,-1 0 0,1 0 0,0 0 1,-1 0-1,1 0 0,0 0 0,0 0 1,0 0-1,0 0 0,0 0 0,0 0 1,0-1-1,1 1 0,-1 0 0,0-1 1,0 1-1,0-1 0,1 1 0,-1-1 1,0 0-1,1 1 0,-1-1 0,0 0 1,1 0-1,-1 0 0,3 0 0,51-1-48,-47 0 27,7-1-71,-1-2 0,1 1-1,-1-2 1,0 0 0,0 0 0,0-1 0,-1-1 0,0 0 0,0-1-1,12-10 1,-5 3-76,-1 0-1,-1-2 0,0 0 0,-1-2 1,19-24-1,-22 12 49,6-8 129,-19 38-8,-1 0 1,1 0 0,0 1 0,-1-1-1,1 0 1,0 0 0,0 0 0,0 1-1,0-1 1,0 0 0,0 1 0,0-1-1,0 1 1,0-1 0,0 1 0,0 0 0,0-1-1,0 1 1,0 0 0,0 0 0,1 0-1,-1 0 1,0 0 0,0 0 0,0 0-1,0 0 1,0 0 0,1 0 0,0 1-1,0 1 14,-1 0 0,0 1 0,1-1-1,-1 0 1,0 1 0,0-1 0,0 1-1,-1-1 1,1 1 0,-1-1 0,1 1 0,-1 0-1,0-1 1,0 4 0,3 12 63,5 11 112,-1 0-1,-1 1 1,-2-1-1,2 51 0,-21-73-112,15-6-87,-1-1 0,1 0 0,0 0 0,0 0 0,0 0 0,-1 0 0,1 0 0,0 1 0,-1-1 0,1 0 0,0 0 0,0 0 0,-1 0 0,1 0 0,0 0 0,-1 0 0,1 0 0,0 0 0,0 0 0,-1 0 0,1 0 0,0-1 0,0 1 0,-1 0 0,1 0 0,0 0 0,0 0 0,-1 0 0,1 0 0,0-1-1,0 1 1,0 0 0,-1 0 0,1 0 0,0-1 0,0 1 0,0 0 0,-1 0 0,1-1 0,0 1 0,0 0 0,0 0 0,0-1 0,0 1 0,0 0 0,0 0 0,0-1 0,0 1 0,0 0 0,0-1 0,0 1 0,0 0 0,0 0 0,0-1 0,0 1 0,0 0 0,0 0 0,0-1 0,0 1 0,0 0 0,0-1 0,0 1 0,1 0 0,-1 0 0,0 0 0,0-1 0,4-6-109,1 0 1,-1 0 0,1 0 0,0 0 0,1 1 0,0 0-1,10-9 1,55-38-284,-57 43 328,15-10 35,1 1 1,1 1-1,0 1 0,1 2 1,54-17-1,-86 32 87,1-1 0,0 1 0,-1 0 0,1 0 0,-1-1 0,1 1 0,0 0 0,0 0 0,-1 0 0,1 0 0,0 0 0,-1 0 0,1 0 0,0 0 0,-1 0 1,1 0-1,0 0 0,-1 0 0,1 1 0,0-1 0,-1 0 0,1 0 0,0 1 0,-1-1 0,1 0 0,-1 1 0,1-1 0,-1 1 0,2 0 0,-6 19 671,-26 23-254,28-40-404,-9 10-25,6-7-89,-1-1 0,1 1 1,1 0-1,-1 1 1,1-1-1,1 1 0,-1 0 1,1 0-1,0 0 1,-3 13-1,6-19-167,1-1 0,-1 1 0,0 0 0,1 0-1,-1 0 1,1-1 0,-1 1 0,1 0 0,0-1 0,-1 1 0,1 0 0,0-1 0,0 1 0,-1-1-1,1 1 1,0-1 0,0 1 0,0-1 0,-1 0 0,1 1 0,0-1 0,0 0 0,0 0 0,0 0-1,0 1 1,0-1 0,0 0 0,0 0 0,-1 0 0,1-1 0,0 1 0,0 0 0,0 0 0,2-1-1,1 1-784,22 0-5109</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00.450"/>
    </inkml:context>
    <inkml:brush xml:id="br0">
      <inkml:brushProperty name="width" value="0.025" units="cm"/>
      <inkml:brushProperty name="height" value="0.025" units="cm"/>
      <inkml:brushProperty name="color" value="#E71224"/>
    </inkml:brush>
  </inkml:definitions>
  <inkml:trace contextRef="#ctx0" brushRef="#br0">548 1 5937,'0'0'21043,"-38"4"-20225,-130 19-102,142-18-584,0 1 0,0 2-1,1 0 1,0 2 0,1 0 0,-42 26-1,43-23-78,11-7-36,1 1 0,0 1 0,0 0-1,0 0 1,-11 13 0,19-19-39,1 0 0,1 0 1,-1 0-1,0 0 0,0 0 0,1 1 0,0-1 0,-1 0 0,1 1 0,0-1 1,0 1-1,0 0 0,0-1 0,1 1 0,-1 0 0,1 0 0,-1-1 0,1 1 0,0 0 1,0 0-1,1-1 0,-1 1 0,0 0 0,1 0 0,0-1 0,-1 1 0,1 0 0,0-1 1,1 1-1,-1-1 0,0 1 0,1-1 0,2 3 0,7 6-156,0-2-1,1 1 1,0-2-1,0 1 0,1-2 1,1 0-1,26 11 1,-9-5-140,61 27-764,-62-29 711,-1 1 1,-1 1 0,0 2-1,0 1 1,35 27 0,-61-42 372,0 1 0,-1-1 0,1 0 1,-1 1-1,1-1 0,-1 1 0,1 0 1,-1-1-1,0 1 0,0 0 0,0 0 0,0 0 1,0 0-1,0 0 0,-1 0 0,1 0 1,-1 0-1,1 0 0,-1 4 0,0-4 40,0-1 0,-1 1-1,0 0 1,1-1 0,-1 1-1,0-1 1,0 1 0,0-1-1,0 1 1,0-1 0,0 0-1,0 1 1,-1-1 0,1 0-1,0 0 1,-1 0 0,1 0-1,-4 2 1,-9 3 365,0 1 0,0-2 0,-1 0 0,-22 4 0,11-3-75,-46 14 421,-142 20 0,192-40-1208,17-5-2653,32-17-3175,9 2 403</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00.841"/>
    </inkml:context>
    <inkml:brush xml:id="br0">
      <inkml:brushProperty name="width" value="0.025" units="cm"/>
      <inkml:brushProperty name="height" value="0.025" units="cm"/>
      <inkml:brushProperty name="color" value="#E71224"/>
    </inkml:brush>
  </inkml:definitions>
  <inkml:trace contextRef="#ctx0" brushRef="#br0">289 0 11450,'0'0'14662,"-32"10"-13283,-102 33-357,128-41-934,-1 0 0,1 0 0,0 1 0,0 0 0,0 0 0,1 1 0,-1-1 0,1 1 0,0 1 0,0-1 0,0 1 0,0-1 0,1 1 0,0 1 0,0-1 0,-4 7 0,-3 5 87,9-15-162,0 1 0,0 0 1,0 0-1,1 0 0,-1 0 0,1 0 1,-1 0-1,1 0 0,0 0 1,0 1-1,0-1 0,1 0 0,-1 1 1,1-1-1,0 0 0,0 1 1,0-1-1,1 1 0,-1-1 0,2 7 1,0-7-15,-1-1 0,1 1 1,0 0-1,0-1 0,0 1 1,0-1-1,1 0 0,-1 0 0,0 0 1,1 0-1,0 0 0,-1 0 1,1-1-1,0 1 0,0-1 0,0 0 1,0 0-1,0 0 0,0 0 1,0-1-1,0 1 0,4 0 1,11 1-76,0 0 0,1-1 1,-1-1-1,0 0 0,1-2 1,-1 0-1,0-1 1,21-6-1,-29 5 11,1 1-1,-1-1 1,0-1 0,-1 0-1,1 0 1,-1-1 0,0 0-1,0-1 1,0 0 0,-1 0-1,0-1 1,-1 0 0,0 0-1,0-1 1,6-9 0,-10 11 63,-1 1 1,1-1-1,-1 0 1,-1 0-1,1 0 1,-1 0-1,0 0 1,0 0-1,-1 0 1,-1-13-1,1 4 1,0 15 1,-1 0 0,1 0-1,0 0 1,0 1 0,0-1-1,-1 0 1,1 0 0,0 0-1,-1 0 1,1 1 0,-1-1-1,1 0 1,-1 0-1,1 1 1,-1-1 0,1 0-1,-1 1 1,0-1 0,1 1-1,-1-1 1,0 1 0,0-1-1,1 1 1,-1-1-1,-2 0 1,-30-5 26,24 6-182,-1 0 0,1 1-1,0 0 1,-1 0-1,-11 4 1,15-2-195,-1 0 0,1 0 0,0 0 0,0 1 0,0 0 0,0 0 0,-5 6 0,-10 16-3762,13 4-6035,8-16 339</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01.149"/>
    </inkml:context>
    <inkml:brush xml:id="br0">
      <inkml:brushProperty name="width" value="0.025" units="cm"/>
      <inkml:brushProperty name="height" value="0.025" units="cm"/>
      <inkml:brushProperty name="color" value="#E71224"/>
    </inkml:brush>
  </inkml:definitions>
  <inkml:trace contextRef="#ctx0" brushRef="#br0">0 174 8706,'0'3'5717,"4"60"3041,10 33-3928,-14-96-4818,0 0 0,0 0-1,0 1 1,0-1 0,0 0 0,0 0-1,0 0 1,-1 0 0,1 0-1,0 1 1,0-1 0,0 0 0,0 0-1,0 0 1,0 0 0,0 1-1,0-1 1,0 0 0,0 0-1,0 0 1,0 0 0,0 1 0,0-1-1,0 0 1,0 0 0,0 0-1,0 0 1,1 0 0,-1 1 0,0-1-1,0 0 1,0 0 0,0 0-1,0 0 1,0 0 0,0 0-1,0 1 1,1-1 0,-1 0 0,0 0-1,0 0 1,0 0 0,0 0-1,0 0 1,1 0 0,-1 0 0,0 0-1,0 0 1,0 0 0,0 0-1,0 0 1,1 0 0,-1 0-1,0 0 1,0 0 0,0 0 0,0 0-1,1 0 1,-1 0 0,0 0-1,0 0 1,0 0 0,1 0 0,3-16 245,5-43-366,-6 36 174,3-16-255,2-1 1,2 1-1,22-58 0,-29 87 28,-3 9 107,0 0 1,1 0-1,-1 0 0,0 0 0,0 0 0,0 0 0,1 0 0,-1 0 0,1 0 0,-1 0 0,1 0 0,-1 1 0,1-1 1,-1 0-1,1 0 0,0 0 0,-1 1 0,1-1 0,1-1 0,-1 2-706,13 17-3851,16 24-3886,-16-25 455</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01.490"/>
    </inkml:context>
    <inkml:brush xml:id="br0">
      <inkml:brushProperty name="width" value="0.025" units="cm"/>
      <inkml:brushProperty name="height" value="0.025" units="cm"/>
      <inkml:brushProperty name="color" value="#E71224"/>
    </inkml:brush>
  </inkml:definitions>
  <inkml:trace contextRef="#ctx0" brushRef="#br0">225 0 10474,'0'0'15826,"-8"35"-13831,-1 3-1463,-3 12 301,-1-1 0,-28 65-1,12-44-370,-76 205 518,98-233-980,9-28 0,4-13 0,-4-2 0,14 1-571,0-1 0,0 0 0,0-2 0,0 1 0,-1-2 0,23-8 0,-30 10 158,-1-1 0,-1-1 1,1 1-1,0-1 0,-1 0 0,0-1 1,0 0-1,0 1 0,-1-2 0,0 1 1,0-1-1,0 0 0,0 0 1,-1 0-1,6-12 0,5-20-6715,-2 0-5934</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08:01.706"/>
    </inkml:context>
    <inkml:brush xml:id="br0">
      <inkml:brushProperty name="width" value="0.025" units="cm"/>
      <inkml:brushProperty name="height" value="0.025" units="cm"/>
      <inkml:brushProperty name="color" value="#E71224"/>
    </inkml:brush>
  </inkml:definitions>
  <inkml:trace contextRef="#ctx0" brushRef="#br0">0 0 6729,'0'0'17412,"186"23"-15787,-121-17-425,12-6-472,-13 0-472,0 0-160,-13 0-96,-19 0-264,-12 0-960,-33 7-6138,-19 2 537</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24.585"/>
    </inkml:context>
    <inkml:brush xml:id="br0">
      <inkml:brushProperty name="width" value="0.025" units="cm"/>
      <inkml:brushProperty name="height" value="0.025" units="cm"/>
    </inkml:brush>
  </inkml:definitions>
  <inkml:trace contextRef="#ctx0" brushRef="#br0">1 1 1200,'0'0'1145,"109"154"-1145,-52-84-2305</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7:54.140"/>
    </inkml:context>
    <inkml:brush xml:id="br0">
      <inkml:brushProperty name="width" value="0.025" units="cm"/>
      <inkml:brushProperty name="height" value="0.025" units="cm"/>
      <inkml:brushProperty name="color" value="#004F8B"/>
    </inkml:brush>
  </inkml:definitions>
  <inkml:trace contextRef="#ctx0" brushRef="#br0">504 39 3593,'0'0'8992,"-13"7"-7777,3-1-1001,-48 28 1964,-105 79-1,137-87-1842,0 1 0,2 0-1,1 2 1,1 1 0,2 1 0,1 1-1,1 0 1,2 1 0,1 1 0,-17 59-1,25-64-199,2 1 1,2-1-1,0 1 0,2 0 0,1 0 0,5 32 0,-4-56-117,0-1 0,0 1 1,1 0-1,0-1 0,0 1 0,1-1 0,-1 0 1,1 0-1,0 1 0,1-2 0,-1 1 1,1 0-1,0-1 0,0 0 0,0 0 0,1 0 1,-1 0-1,1-1 0,0 1 0,0-1 1,10 4-1,-2-2 1,-1 1 1,2-2-1,-1 0 1,0-1-1,1 0 1,0-1-1,-1 0 1,17-1-1,-3-1 31,0-1-1,0-1 1,49-11-1,-64 9-44,1 0 0,-1 0 0,0-1 0,-1 0 0,1-1 0,-1-1 0,0 0 0,-1 0 0,1-1 0,11-12 0,8-11 19,-2-1 0,-1-2 0,-2 0 0,-1-2 0,-2-1 0,-1 0 0,27-72 0,-29 62 11,20-81 0,-34 106-26,-1-1 0,-2-1-1,0 1 1,-1 0 0,-4-45 0,0 57 17,-1 0-1,0 0 0,-1 0 1,0 1-1,-1 0 1,0 0-1,-1 1 1,1 0-1,-2 0 0,0 0 1,0 1-1,0 0 1,-1 1-1,0-1 0,-16-8 1,15 13 38,-1 1 0,0 0 0,1 0 0,-1 1 0,0 1 1,0 0-1,0 0 0,0 1 0,0 0 0,0 1 0,1 1 0,-13 3 0,12-1-34,0 0 1,1 0-1,-1 1 0,1 0 0,-17 14 0,-3 2 0,30-22-42,-1 0 0,1 0 1,-1 0-1,1 1 0,-1-1 0,1 0 0,-1 1 0,1-1 1,-1 1-1,1-1 0,-1 0 0,1 1 0,-1-1 0,1 1 1,0-1-1,-1 1 0,1-1 0,0 1 0,0-1 0,-1 1 1,1 0-1,0-1 0,0 1 0,0-1 0,0 1 0,0 0 1,0-1-1,0 1 0,0-1 0,0 2 0,15 8-1447,32 0-2511,-43-10 3399,28 4-3918,0-1-2541</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7:54.735"/>
    </inkml:context>
    <inkml:brush xml:id="br0">
      <inkml:brushProperty name="width" value="0.025" units="cm"/>
      <inkml:brushProperty name="height" value="0.025" units="cm"/>
      <inkml:brushProperty name="color" value="#004F8B"/>
    </inkml:brush>
  </inkml:definitions>
  <inkml:trace contextRef="#ctx0" brushRef="#br0">523 11 3241,'0'0'12913,"0"0"-12867,0 0-1,0-1 1,0 1-1,0 0 1,1-1-1,-1 1 1,0 0-1,0-1 1,0 1-1,0 0 1,0-1-1,0 1 1,0-1-1,0 1 1,-1 0-1,1-1 1,0 1-1,0 0 1,0-1-1,0 1 1,0 0-1,-1-1 1,1 1-1,0 0 1,0 0-1,0-1 1,-1 1-1,1 0 1,0 0-1,-1-1 1,1 1-1,-5 0 100,1 0 0,0 0 0,-1 0 0,1 1 0,0 0 0,-1 0 0,1 0 0,0 0 0,0 1 0,0-1 0,0 1 0,0 0 0,-6 5 0,-7 1 235,-17 7 42,1 2 0,1 0 0,0 3-1,1 1 1,1 1 0,1 1 0,-41 44 0,55-51-318,0 0 0,2 2 1,0 0-1,1 0 1,1 1-1,0 1 1,2 0-1,0 0 1,1 0-1,2 1 1,0 1-1,1-1 0,1 1 1,-2 24-1,5-25-29,-1 18 144,1 1 0,8 66 0,-6-95-155,1 1-1,1-1 1,0-1 0,0 1-1,1 0 1,1-1 0,-1 0 0,2 0-1,0 0 1,0 0 0,0-1-1,1 0 1,1-1 0,8 9-1,-9-10-35,1 1 0,1-1 0,-1-1 0,1 0 0,0 0 0,1-1 0,-1 0 0,1 0 0,0-1 0,0-1 0,1 0 0,-1 0 0,1-1 0,-1 0 0,21 1 0,-30-3-946,-1-7-8556,0-2 1604</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7:55.431"/>
    </inkml:context>
    <inkml:brush xml:id="br0">
      <inkml:brushProperty name="width" value="0.025" units="cm"/>
      <inkml:brushProperty name="height" value="0.025" units="cm"/>
      <inkml:brushProperty name="color" value="#004F8B"/>
    </inkml:brush>
  </inkml:definitions>
  <inkml:trace contextRef="#ctx0" brushRef="#br0">0 139 4825,'0'0'13029,"14"-9"-12124,44-23-120,-57 32-709,0-1 0,0 0 0,0 0 0,0 1 0,1-1-1,-1 1 1,0-1 0,0 1 0,0-1 0,1 1 0,-1 0 0,0 0-1,0-1 1,1 1 0,-1 0 0,0 0 0,0 0 0,1 1 0,-1-1 0,0 0-1,1 0 1,-1 1 0,0-1 0,0 0 0,0 1 0,1 0 0,-1-1 0,0 1-1,0-1 1,0 1 0,0 0 0,0 0 0,0 0 0,0 0 0,0 0-1,-1 0 1,2 1 0,0 3 73,0-1-1,0 1 1,-1 0-1,0 0 1,0 0-1,0 0 1,0 6-1,1 1 293,5 30 116,-1 0 0,0 68 0,-6-109-317,0-18 305,0 4-513,-1 1-31,1 0-1,0-1 1,1 1-1,0 0 1,1 0-1,0-1 1,1 1-1,1 1 1,0-1-1,7-14 1,-3 11-12,1 0 1,1 1 0,0 1 0,1 0 0,0 0 0,1 1-1,19-15 1,-23 20-4,1 1 0,0 0 1,0 0-1,0 1 0,1 0 0,0 1 0,0 0 0,0 1 0,0 0 0,1 0 0,-1 1 0,1 0 1,11 1-1,-21 1 16,0 0 0,0 1 1,-1-1-1,1 1 0,0 0 1,0-1-1,-1 1 1,1-1-1,-1 1 0,1 0 1,0 0-1,-1-1 0,1 1 1,-1 0-1,1 0 0,-1 0 1,0 0-1,1 0 1,-1-1-1,0 1 0,0 0 1,0 0-1,1 0 0,-1 0 1,0 0-1,0 0 0,0 0 1,-1 1-1,1 38 126,0-30-60,-1 18 124,-1 0 1,-7 30-1,7-47-63,0-2-56,-2 15 273,-2 47 0,6-70-344,1 0 0,-1 1 0,1-1 0,-1 0 0,1 0 1,-1 1-1,1-1 0,0 0 0,-1 0 0,1 0 0,0 0 1,0 0-1,0 0 0,0 0 0,0 0 0,0 0 0,0 0 1,0-1-1,0 1 0,1 0 0,-1-1 0,0 1 0,0-1 0,1 1 1,-1-1-1,0 1 0,1-1 0,-1 0 0,3 0 0,51 5-297,-42-4 38,73-1-2834,-29-7-1708,-17-5-2109</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7:56.165"/>
    </inkml:context>
    <inkml:brush xml:id="br0">
      <inkml:brushProperty name="width" value="0.025" units="cm"/>
      <inkml:brushProperty name="height" value="0.025" units="cm"/>
      <inkml:brushProperty name="color" value="#004F8B"/>
    </inkml:brush>
  </inkml:definitions>
  <inkml:trace contextRef="#ctx0" brushRef="#br0">1 32 3017,'0'0'12517,"7"-3"-11627,11-3 57,1 0 1,0 1-1,-1 1 1,1 1-1,33-2 1,-50 52-161,-3-43-772,1 0 0,-1 0 0,0 0 0,0 0 0,0-1 0,-1 1 0,1-1 0,-1 1 0,0-1 0,0 1 0,0-1 0,-1 0 0,1 0 0,-1 0 0,-3 3 0,-14 22 93,19-27-91,1-1 1,-1 1 0,1 0-1,0-1 1,-1 1 0,1 0-1,0 0 1,0-1 0,-1 1-1,1 0 1,0 0-1,0 0 1,0-1 0,0 1-1,0 0 1,0 0 0,0-1-1,1 1 1,-1 0 0,0 0-1,0 0 1,0-1 0,1 1-1,-1 0 1,0-1 0,1 1-1,-1 0 1,1-1 0,-1 1-1,1 0 1,-1-1 0,1 1-1,-1-1 1,1 1-1,0-1 1,-1 1 0,1-1-1,0 0 1,-1 1 0,1-1-1,0 0 1,0 1 0,-1-1-1,1 0 1,0 0 0,0 0-1,-1 0 1,1 1 0,0-1-1,0 0 1,1-1 0,52 1 268,-38-1-137,0 1-825,11-2 2320,-20-6-3976,-4-7-5450,-3 11 2021</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7:56.724"/>
    </inkml:context>
    <inkml:brush xml:id="br0">
      <inkml:brushProperty name="width" value="0.025" units="cm"/>
      <inkml:brushProperty name="height" value="0.025" units="cm"/>
      <inkml:brushProperty name="color" value="#004F8B"/>
    </inkml:brush>
  </inkml:definitions>
  <inkml:trace contextRef="#ctx0" brushRef="#br0">89 1 7042,'0'0'10535,"8"14"-8121,19 39-895,-3 2 0,-1 0 0,25 100 0,-33-102-1083,-4-10-235,-2 1 0,-2-1-1,-1 2 1,-3-1 0,-2 0 0,-4 49 0,1-80-127,0-1 0,-1 1 0,0 0 0,-1-1 0,0 0 0,-1 0 0,0 0 0,-1-1 1,0 0-1,-1 0 0,0 0 0,-12 13 0,-12 10 339,-1-2 1,-40 32-1,68-61-369,-52 39 696,69-60-10091,-8 12 4234</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5.632"/>
    </inkml:context>
    <inkml:brush xml:id="br0">
      <inkml:brushProperty name="width" value="0.025" units="cm"/>
      <inkml:brushProperty name="height" value="0.025" units="cm"/>
    </inkml:brush>
  </inkml:definitions>
  <inkml:trace contextRef="#ctx0" brushRef="#br0">148 95 856,'0'0'15697,"0"-18"-14928,0-47-215,0 53 3144,-4 75-3112,-3-1 0,-3 0 0,-20 71-1,17-77-525,-30 83 150,3-15-2592,39-102-1190</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5.993"/>
    </inkml:context>
    <inkml:brush xml:id="br0">
      <inkml:brushProperty name="width" value="0.025" units="cm"/>
      <inkml:brushProperty name="height" value="0.025" units="cm"/>
    </inkml:brush>
  </inkml:definitions>
  <inkml:trace contextRef="#ctx0" brushRef="#br0">0 51 1384,'0'0'13178,"6"-1"-12031,33-4-196,1 2 1,-1 1 0,46 4 0,16 0-60,320-25 444,-70 2-1302,-320 22 57,7-1-3580,-50 3 2046,0 0 1,1 2-1,-21 9 1,2 0-1231,-42 16-6040</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6.346"/>
    </inkml:context>
    <inkml:brush xml:id="br0">
      <inkml:brushProperty name="width" value="0.025" units="cm"/>
      <inkml:brushProperty name="height" value="0.025" units="cm"/>
    </inkml:brush>
  </inkml:definitions>
  <inkml:trace contextRef="#ctx0" brushRef="#br0">1 212 2681,'0'0'11053,"31"-12"-9032,101-40-138,-92 36-935,0 1 0,0 2-1,1 2 1,83-10 0,-51 16-300,82 5 1,-58 1-3363,-90-1 1994,1-1-1,-1 1 0,1-1 1,-1-1-1,0 0 0,0 0 1,13-5-1,28-21-7751,-16 4 3053</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6.799"/>
    </inkml:context>
    <inkml:brush xml:id="br0">
      <inkml:brushProperty name="width" value="0.025" units="cm"/>
      <inkml:brushProperty name="height" value="0.025" units="cm"/>
    </inkml:brush>
  </inkml:definitions>
  <inkml:trace contextRef="#ctx0" brushRef="#br0">18 0 600,'0'0'18661,"-11"8"-16753,9 0-1617,1-1 1,-1 1-1,1-1 1,1 1 0,0-1-1,0 1 1,0 0-1,2 8 1,0 11 37,-2-26-324,0-1-1,0 1 0,-1 0 0,1-1 0,0 1 0,1 0 0,-1-1 0,0 1 0,0 0 0,0-1 0,0 1 0,0 0 0,1-1 0,-1 1 0,0-1 0,0 1 0,1 0 0,-1-1 0,1 1 0,-1-1 0,0 1 0,1-1 0,-1 1 0,1-1 0,-1 1 0,1-1 0,-1 0 0,1 1 0,0-1 0,0 1 0,20-6 0,22-27-179,-40 29 148,14-12-118,-5 4 109,1 0 1,0 1 0,28-16-1,-40 25 246,0 1-195,1 0 0,-1 1 1,0-1-1,1 0 1,-1 1-1,0-1 0,1 1 1,-1-1-1,0 1 0,0 0 1,0-1-1,1 1 0,-1 0 1,0 0-1,0 0 0,0 0 1,1 1-1,-1-1-3,1 5-9,0 0 1,0 0-1,0 0 1,-1 1-1,0-1 1,0 12-1,4 16-1118,-4-32 838,0 0 0,0-1 0,0 1 0,1 0 0,-1-1 0,0 1 0,1 0 0,0-1 0,-1 0 0,1 1 0,0-1 0,0 0 1,-1 0-1,1 0 0,0 0 0,4 1 0,33 10-5115,-7-10-1060</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7.127"/>
    </inkml:context>
    <inkml:brush xml:id="br0">
      <inkml:brushProperty name="width" value="0.025" units="cm"/>
      <inkml:brushProperty name="height" value="0.025" units="cm"/>
    </inkml:brush>
  </inkml:definitions>
  <inkml:trace contextRef="#ctx0" brushRef="#br0">270 19 1432,'0'0'20203,"-14"-4"-18952,-46-8-435,57 11-766,0 1 0,0-1-1,1 1 1,-1 0 0,0-1-1,0 1 1,0 1 0,0-1-1,0 0 1,0 1-1,0-1 1,1 1 0,-1 0-1,0 0 1,0 0 0,1 0-1,-1 1 1,1-1 0,-1 1-1,1-1 1,-1 1 0,1 0-1,0 0 1,0 0-1,0 0 1,0 0 0,0 1-1,1-1 1,-1 0 0,1 1-1,-2 3 1,1-2-59,1 0 1,1 0-1,-1 0 0,0 0 1,1 0-1,0 0 1,0 0-1,0 0 0,0 0 1,1 0-1,0 0 1,-1 0-1,2-1 0,-1 1 1,0 0-1,1 0 1,-1-1-1,1 1 0,5 6 1,-4-6-54,1 1 0,-1-1 1,0 1-1,0 0 1,-1 0-1,1 0 0,-1 0 1,0 0-1,2 10 0,-4-14 33,0 1 0,0-1 0,0 0 0,-1 0 0,1 1 0,0-1 0,0 0 0,-1 0 0,1 1 0,-1-1 0,1 0 0,-1 0 0,1 0 0,-1 0 0,0 0 0,1 0 1,-1 0-1,-1 1 0,-1 0 13,1 0 1,-1 0 0,0 0-1,0 0 1,0-1 0,0 1-1,0-1 1,0 0 0,-5 1-1,-10 3-736,-1-1 0,1-1 0,-33 2 0,48-5 206,3 0 458,0 0 1,-1 0-1,1 0 1,0 0-1,0 0 0,0 0 1,0 0-1,-1 1 1,1-1-1,0 0 0,0 0 1,0 0-1,0 0 1,-1-1-1,1 1 1,0 0-1,0 0 0,0 0 1,0 0-1,0 0 1,-1 0-1,1 0 0,0 0 1,0 0-1,0 0 1,0 0-1,0 0 0,-1-1 1,1 1-1,0 0 1,0 0-1,0 0 0,0 0 1,0 0-1,0-1 1,0 1-1,0 0 0,-1 0 1,1 0-1,0 0 1,0 0-1,0-1 0,0 1 1,0 0-1,0 0 1,0 0-1,0 0 0,0-1 1,0 1-1,0 0 1,0-9-5176</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7.528"/>
    </inkml:context>
    <inkml:brush xml:id="br0">
      <inkml:brushProperty name="width" value="0.025" units="cm"/>
      <inkml:brushProperty name="height" value="0.025" units="cm"/>
    </inkml:brush>
  </inkml:definitions>
  <inkml:trace contextRef="#ctx0" brushRef="#br0">0 1 1192,'0'0'17095,"9"5"-16534,7 2-466,1 0 1,0-1-1,1-1 1,-1-1-1,1 0 1,0-1-1,0-1 0,25 0 1,-42-2-95,0 0-1,0 0 1,0 0 0,0 0 0,0 0-1,0 0 1,0 0 0,0 0 0,1 0-1,-1-1 1,0 1 0,0 0 0,0-1-1,0 1 1,0-1 0,0 1 0,0-1-1,-1 1 1,1-1 0,0 0 0,0 1-1,0-1 1,0 0 0,-1 0-1,1 1 1,0-1 0,0-2 0,-1 2 1,0 0 0,0 1 0,-1-1 0,1 0 1,0 0-1,0 0 0,-1 0 0,1 1 0,-1-1 1,1 0-1,-1 0 0,1 1 0,-1-1 0,1 0 0,-1 1 1,0-1-1,1 0 0,-1 1 0,0-1 0,1 1 1,-1-1-1,0 1 0,0-1 0,0 1 0,1 0 0,-1 0 1,0-1-1,0 1 0,0 0 0,0 0 0,-1 0 1,-12-3 130,-1 1 1,1 0 0,-1 2-1,1 0 1,-16 1 0,-8 0 860,36 0-947,-1-1 0,1 1 0,0-1 0,-1 1 0,1 0 0,0 0 0,-1 0 0,1 0 0,0 1 0,0-1 0,0 0 0,0 1 0,0 0 0,1-1 0,-1 1 0,0 0 0,1 0 0,-1 0 1,1 0-1,0 0 0,-1 0 0,1 0 0,0 1 0,0-1 0,1 0 0,-1 1 0,0-1 0,1 0 0,0 1 0,-1-1 0,1 1 0,0 4 0,0-1-54,-1 0 0,1 1-1,0-1 1,1 0 0,-1 0 0,1 1 0,0-1 0,1 0 0,0 0-1,0 0 1,0 0 0,6 10 0,-5-12-131,1 0 0,0 0 0,0 0 0,0 0 0,0-1 0,0 1 0,1-1 0,-1-1 0,1 1 0,0 0 0,0-1 0,0 0 1,8 2-1,5 0-1481,1 0 0,28 1 0,-42-5 1183,48 2-4631</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7.842"/>
    </inkml:context>
    <inkml:brush xml:id="br0">
      <inkml:brushProperty name="width" value="0.025" units="cm"/>
      <inkml:brushProperty name="height" value="0.025" units="cm"/>
    </inkml:brush>
  </inkml:definitions>
  <inkml:trace contextRef="#ctx0" brushRef="#br0">33 212 1304,'0'0'17927,"6"19"-13930,-6-19-3499,-8-5-346,5-1-142,-1 1 0,1-1 0,0 1 0,0-1 0,1 0-1,0 0 1,0 0 0,0 0 0,1-1 0,-1 1 0,1-8-1,-2-77-116,3 65-90,0 25 107,0 0 0,0 0 0,0-1 0,0 1 0,0 0 0,0 0 0,1 0 0,-1 0 0,0 0 0,0 0 0,1 0 0,-1 0 1,1 0-1,-1 0 0,1 0 0,-1 0 0,1 0 0,0 0 0,-1 0 0,1 0 0,0 1 0,0-1 0,-1 0 0,1 1 0,0-1 0,0 0 0,1 0 0,30-2-5034,-20 3 2541,7 0-4602</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8.106"/>
    </inkml:context>
    <inkml:brush xml:id="br0">
      <inkml:brushProperty name="width" value="0.025" units="cm"/>
      <inkml:brushProperty name="height" value="0.025" units="cm"/>
    </inkml:brush>
  </inkml:definitions>
  <inkml:trace contextRef="#ctx0" brushRef="#br0">219 1 5857,'0'0'15825,"-19"30"-13823,-3 3-1461,7-13-220,2 1 1,0 0 0,2 1-1,0 0 1,2 1 0,-14 46-1,8-16 214,-50 212 437,63-181-1777,4-84 473,0 0 1,0 0-1,1 0 0,-1 0 1,0 0-1,0 0 1,0-1-1,0 1 1,0-1-1,4-1 0,0-1-402,-1-1-1,1 0 0,-1 0 1,1-1-1,-1 0 0,8-10 0,-2 3-1273,20-18-3985</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8.312"/>
    </inkml:context>
    <inkml:brush xml:id="br0">
      <inkml:brushProperty name="width" value="0.025" units="cm"/>
      <inkml:brushProperty name="height" value="0.025" units="cm"/>
    </inkml:brush>
  </inkml:definitions>
  <inkml:trace contextRef="#ctx0" brushRef="#br0">0 13 1464,'0'0'20797,"199"-13"-20549,-161 13-152,7 0-96,0 0-728,7 0-1585,-8 0-2320,-18 0-3761</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8.480"/>
    </inkml:context>
    <inkml:brush xml:id="br0">
      <inkml:brushProperty name="width" value="0.025" units="cm"/>
      <inkml:brushProperty name="height" value="0.025" units="cm"/>
    </inkml:brush>
  </inkml:definitions>
  <inkml:trace contextRef="#ctx0" brushRef="#br0">52 1 2369,'0'0'18411,"-45"96"-18211,38-87-200,7-5 0,0 2-1424</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8.683"/>
    </inkml:context>
    <inkml:brush xml:id="br0">
      <inkml:brushProperty name="width" value="0.025" units="cm"/>
      <inkml:brushProperty name="height" value="0.025" units="cm"/>
    </inkml:brush>
  </inkml:definitions>
  <inkml:trace contextRef="#ctx0" brushRef="#br0">26 10 6753,'0'0'14836,"-26"-9"-15276,26 53-1833,0-2-2768,0-7-3665</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29.330"/>
    </inkml:context>
    <inkml:brush xml:id="br0">
      <inkml:brushProperty name="width" value="0.025" units="cm"/>
      <inkml:brushProperty name="height" value="0.025" units="cm"/>
    </inkml:brush>
  </inkml:definitions>
  <inkml:trace contextRef="#ctx0" brushRef="#br0">80 118 1744,'0'0'19897,"-13"20"-19640,-38 60-68,49-78-179,0 0-1,1 1 0,-1-1 0,1 0 1,0 1-1,-1 0 0,1-1 0,0 1 1,1 0-1,-1-1 0,0 1 0,1 0 1,0 0-1,-1-1 0,1 1 0,0 0 0,1 0 1,-1 3-1,2 8 11,-2-14-19,0 0 0,0 0 0,0 0-1,0 0 1,0 0 0,0 0 0,0 1-1,0-1 1,0 0 0,0 0-1,0 0 1,0 0 0,0 0 0,0 0-1,0 0 1,0 1 0,0-1 0,0 0-1,0 0 1,0 0 0,0 0 0,1 0-1,-1 0 1,0 0 0,0 0-1,0 0 1,0 0 0,0 1 0,0-1-1,0 0 1,0 0 0,0 0 0,1 0-1,-1 0 1,0 0 0,0 0 0,0 0-1,0 0 1,0 0 0,0 0-1,0 0 1,1 0 0,-1 0 0,0 0-1,0 0 1,0 0 0,0 0 0,0 0-1,0 0 1,1 0 0,-1 0 0,0 0-1,0 0 1,0 0 0,0 0-1,0-1 1,0 1 0,0 0 0,0 0-1,1 0 1,9-8 4,5-9-36,-8 1-42,-1 1 0,0-1 1,-1 0-1,0-1 0,-2 1 0,3-26 0,-3 19-40,1 1 0,11-34 0,-15 54 118,0 1 1,1 0 0,-1 0-1,1 0 1,-1 0 0,1 0 0,-1-1-1,1 1 1,0 0 0,0 0-1,-1 0 1,1 1 0,0-1-1,0 0 1,0 0 0,0 0 0,0 1-1,0-1 1,0 0 0,0 1-1,0-1 1,0 1 0,1-1-1,-1 1 1,2-1 0,-1 1 12,0 1 0,1-1 0,-1 0 0,0 1-1,0-1 1,0 1 0,0 0 0,1 0 0,-1 0 0,0 0 0,-1 0 0,1 0 0,2 2 0,8 6 174,-1 1-1,-1 0 1,14 17 0,-20-22-61,6 7 63,-4-7-82,-2 0 0,1 0 1,0 0-1,-1 1 0,0-1 0,-1 1 0,1 0 0,-1 0 0,0 0 1,0 1-1,-1-1 0,0 1 0,0 0 0,-1-1 0,1 1 0,-1 0 1,-1 8-1,0-15-107,0 1 0,0-1 1,0 0-1,0 1 0,0-1 1,0 1-1,0-1 0,0 1 0,1-1 1,-1 0-1,0 1 0,0-1 1,0 1-1,0-1 0,1 0 1,-1 1-1,0-1 0,0 0 1,0 1-1,1-1 0,-1 0 1,0 1-1,1-1 0,-1 0 1,0 1-1,1-1 0,-1 0 0,0 0 1,1 0-1,-1 1 0,1-1 1,0 0-1,16-3 27,26-22-124,-32 19 91,-7 3 2,26-16-46,1 2 0,1 0 0,1 2 0,51-16 0,-81 31 819,-4 16-974,-1 0 0,0 0 0,-6 24 0,1-11-3821,2 2-3712,4-3-4436</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0.324"/>
    </inkml:context>
    <inkml:brush xml:id="br0">
      <inkml:brushProperty name="width" value="0.025" units="cm"/>
      <inkml:brushProperty name="height" value="0.025" units="cm"/>
    </inkml:brush>
  </inkml:definitions>
  <inkml:trace contextRef="#ctx0" brushRef="#br0">674 35 880,'0'0'17789,"-21"-7"-16348,13 3-1319,-2 0-6,-1 0 1,0 0-1,0 1 1,0 1-1,0 0 1,0 0-1,0 1 1,-1 0-1,1 1 1,-1 0-1,1 1 1,-21 4-1,-20 10 642,-78 32 0,108-38-650,2 1 0,0 1 0,0 1 0,1 1 0,0 0 0,-22 22 0,37-31-112,1 0-1,0 1 0,0-1 0,1 1 1,-1 0-1,1-1 0,0 1 0,0 0 1,0 1-1,1-1 0,0 0 0,0 0 1,0 1-1,1-1 0,-1 0 0,1 1 1,0-1-1,1 0 0,0 1 0,0-1 1,0 0-1,0 0 0,1 0 0,0 1 1,0-2-1,0 1 0,0 0 0,1 0 1,3 4-1,12 8-212,0-1 0,38 24 0,21 19-514,-74-57 705,0 1 1,-1-1-1,0 1 0,0 0 0,0 0 1,0-1-1,0 1 0,0 1 0,-1-1 1,1 0-1,-1 0 0,0 0 0,0 1 1,0-1-1,-1 1 0,1-1 0,-1 6 0,0-7 27,0 1-1,0-1 1,-1 1-1,0-1 1,1 1-1,-1-1 0,0 0 1,0 1-1,0-1 1,0 0-1,-1 0 1,1 0-1,-1 0 0,1 0 1,-1 0-1,0 0 1,1 0-1,-1-1 1,0 1-1,0-1 0,0 1 1,-1-1-1,-2 2 1,-23 11 125,-1-2 0,0 0 0,-1-2 0,0-2 0,-1 0 0,1-2 0,-54 4 0,84-10-184,0 0 0,0 0 0,0 0 1,0-1-1,-1 1 0,1 0 0,0 0 0,0 0 0,0 0 1,0 0-1,0 0 0,0 0 0,0 0 0,0-1 0,0 1 1,0 0-1,-1 0 0,1 0 0,0 0 0,0 0 1,0 0-1,0-1 0,0 1 0,0 0 0,0 0 0,0 0 1,0 0-1,0 0 0,0 0 0,0-1 0,0 1 0,0 0 1,0 0-1,0 0 0,0 0 0,0 0 0,1-1 0,-1 1 1,0 0-1,0 0 0,0 0 0,0 0 0,0 0 0,0 0 1,0 0-1,0 0 0,0-1 0,1 1 0,-1 0 1,0 0-1,0 0 0,0 0 0,0 0 0,0 0 0,0 0 1,1 0-1,-1 0 0,0 0 0,0 0 0,0 0 0,0 0 1,0 0-1,0 0 0,1 0 0,-1 0 0,0 0 0,0 0 1,0 0-1,23-16-5339,8-1-3792</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0.715"/>
    </inkml:context>
    <inkml:brush xml:id="br0">
      <inkml:brushProperty name="width" value="0.025" units="cm"/>
      <inkml:brushProperty name="height" value="0.025" units="cm"/>
    </inkml:brush>
  </inkml:definitions>
  <inkml:trace contextRef="#ctx0" brushRef="#br0">130 90 1632,'0'0'21437,"-13"0"-21156,6-1-260,1 1 0,-1 0 0,0 1 0,1-1 0,-1 1 0,1 1 0,0-1-1,-10 4 1,13-3-12,0-1 0,0 1 0,0 0 0,0 0-1,0 1 1,1-1 0,-1 1 0,0-1 0,1 1-1,0 0 1,0-1 0,0 1 0,0 1 0,0-1 0,1 0-1,-1 0 1,1 0 0,0 1 0,0-1 0,0 1-1,0-1 1,0 6 0,1-6-9,-1 0 0,1 0 0,-1-1 0,1 1 0,0 0 0,0 0 0,0 0 0,1 0 0,-1-1 0,1 1 0,-1 0 1,1 0-1,0-1 0,0 1 0,0-1 0,1 1 0,-1-1 0,0 1 0,1-1 0,0 0 0,-1 1 0,1-1 0,3 2 0,-1-1 1,0-1 0,0 0 0,1 0 1,-1 0-1,1 0 0,-1-1 0,1 0 0,0 0 0,-1 0 1,1 0-1,0-1 0,9 0 0,-7 0-3,0 0-1,0 0 1,0-1-1,0 0 1,0 0 0,0 0-1,-1-1 1,1 0-1,9-4 1,-13 4 0,0 0 0,0 0 0,-1-1 0,1 1 1,-1-1-1,1 1 0,-1-1 0,0 0 0,0 0 0,0 0 0,-1 0 0,1 0 0,-1 0 0,1 0 0,-1-1 1,0 1-1,0 0 0,-1-1 0,1 1 0,0-7 0,0 0 38,0-1 0,0 1 0,-1-1-1,-1 1 1,0-1 0,-3-14 0,3 19-7,-1 0 0,0 1 0,-1 0 0,1-1 1,-1 1-1,0 0 0,0 0 0,-1 1 0,1-1 0,-1 1 0,0 0 0,-9-7 1,14 11-84,-1 0 0,0 0 0,0 0 1,1 0-1,-1 0 0,0-1 1,0 1-1,0 0 0,1 0 1,-1 0-1,0 0 0,0 0 0,0 0 1,1 0-1,-1-1 0,0 1 1,0 0-1,0 0 0,1 0 1,-1 0-1,0-1 0,0 1 0,0 0 1,0 0-1,0 0 0,0-1 1,0 1-1,1 0 0,-1 0 1,0 0-1,0-1 0,0 1 0,0 0 1,0 0-1,0-1 0,0 1 1,0 0-1,0 0 0,0-1 1,0 1-1,0 0 0,0 0 0,0 0 1,-1-1-1,1 1 0,0 0 1,0 0-1,0 0 0,0-1 1,0 1-1,0 0 0,-1 0 0,1 0 1,0-1-1,0 1 0,0 0 1,0 0-1,-1 0 0,1 0 1,0 0-1,0 0 0,0-1 0,-1 1 1,1 0-1,0 0 0,-1 0 1,25 0-3333,-17 0 1996,24 0-3941</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1.025"/>
    </inkml:context>
    <inkml:brush xml:id="br0">
      <inkml:brushProperty name="width" value="0.025" units="cm"/>
      <inkml:brushProperty name="height" value="0.025" units="cm"/>
    </inkml:brush>
  </inkml:definitions>
  <inkml:trace contextRef="#ctx0" brushRef="#br0">37 153 2593,'0'0'16986,"-2"13"-15287,0-1-1271,-1 8 679,0 0 0,0 26 0,-3-49 207,0-7-863,2-5-436,1 0-1,1 0 1,0 0-1,1 0 0,1 0 1,0 0-1,3-16 0,-1-17-53,11-13-586,-13 60 412,1 1 1,-1-1-1,1 1 1,-1 0-1,1-1 0,-1 1 1,1 0-1,-1-1 1,1 1-1,-1 0 0,1 0 1,-1-1-1,1 1 1,-1 0-1,1 0 0,0 0 1,-1 0-1,1 0 1,-1 0-1,1 0 1,-1 0-1,1 0 0,0 0 1,-1 0-1,1 0 1,-1 0-1,2 1 0,1-1-2655,4 0-2928</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1.326"/>
    </inkml:context>
    <inkml:brush xml:id="br0">
      <inkml:brushProperty name="width" value="0.025" units="cm"/>
      <inkml:brushProperty name="height" value="0.025" units="cm"/>
    </inkml:brush>
  </inkml:definitions>
  <inkml:trace contextRef="#ctx0" brushRef="#br0">354 1 5569,'0'0'15303,"-28"15"-12811,-90 57-185,109-65-2105,1 0-1,0 0 1,0 1 0,0 0-1,1 0 1,0 1 0,0 0-1,1 0 1,1 1 0,-7 14-1,0-2 92,-6 11-136,2 1-1,1 1 1,2 0-1,2 1 1,0 0-1,3 1 1,1 0 0,2 0-1,-1 56 1,6-92-273,0 0 1,0 0 0,0 0 0,0-1 0,0 1 0,0 0-1,0 0 1,1 0 0,-1 0 0,0-1 0,1 1-1,-1 0 1,0 0 0,1-1 0,-1 1 0,1 0-1,-1-1 1,1 1 0,-1 0 0,1-1 0,0 1-1,-1-1 1,1 1 0,0-1 0,0 1 0,-1-1-1,1 1 1,0-1 0,0 0 0,-1 0 0,1 1-1,0-1 1,0 0 0,0 0 0,0 0 0,-1 0-1,1 0 1,0 0 0,0 0 0,1 0 0,0 0-497,0 0 1,0-1 0,0 1-1,1-1 1,-1 1 0,0-1-1,0 0 1,-1 0 0,1 0-1,0 0 1,0 0 0,0 0-1,0 0 1,-1-1 0,2-1-1,6-15-9246</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1.464"/>
    </inkml:context>
    <inkml:brush xml:id="br0">
      <inkml:brushProperty name="width" value="0.025" units="cm"/>
      <inkml:brushProperty name="height" value="0.025" units="cm"/>
    </inkml:brush>
  </inkml:definitions>
  <inkml:trace contextRef="#ctx0" brushRef="#br0">1 1 1464,'0'0'21685,"231"26"-21685,-142-7-984,-12-19-4689</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2.172"/>
    </inkml:context>
    <inkml:brush xml:id="br0">
      <inkml:brushProperty name="width" value="0.025" units="cm"/>
      <inkml:brushProperty name="height" value="0.025" units="cm"/>
    </inkml:brush>
  </inkml:definitions>
  <inkml:trace contextRef="#ctx0" brushRef="#br0">625 29 1584,'0'0'19075,"8"-5"-17455,27-14-255,-35 19-1335,-1 0 1,1 0 0,0 0-1,0 0 1,0 0 0,0 0-1,0 0 1,0-1 0,0 1-1,0 0 1,0 0 0,0 0-1,0 0 1,0 0 0,-1 0 0,1 0-1,0 0 1,0 0 0,0 0-1,0-1 1,0 1 0,0 0-1,0 0 1,0 0 0,0 0-1,0 0 1,0 0 0,0 0-1,0 0 1,0-1 0,0 1-1,0 0 1,0 0 0,0 0-1,0 0 1,0 0 0,0 0-1,0 0 1,0 0 0,1-1-1,-1 1 1,0 0 0,0 0-1,0 0 1,0 0 0,0 0-1,0 0 1,0 0 0,0 0-1,0 0 1,0 0 0,0 0-1,1 0 1,-1 0 0,-13-1 135,11 1 22,-37 1-29,1 2 0,0 1 0,0 2 0,0 2 0,1 1 0,0 2-1,0 2 1,-52 26 0,81-35-159,1 0 0,-1 0 0,1 1 0,0 0-1,0 1 1,0-1 0,1 1 0,0 1 0,0-1 0,-7 10 0,12-13-24,-1 0 0,1 0 0,-1 0 0,1 1 1,0-1-1,0 0 0,0 0 0,0 1 0,1-1 0,-1 1 1,1-1-1,0 0 0,0 1 0,0-1 0,1 0 1,-1 1-1,1-1 0,0 1 0,0-1 0,0 0 0,0 0 1,0 0-1,1 0 0,-1 0 0,1 0 0,0 0 0,0 0 1,0 0-1,4 3 0,11 11-219,1-1-1,0 0 1,1-1 0,31 18-1,-31-22-189,-1 1 0,0 1 0,0 1 0,-2 1 0,31 33-1,-46-47 412,0 0 0,0 0 0,1 0 0,-1 1 0,0-1 0,0 1 0,0-1 0,0 1 0,-1-1 0,1 1 0,0-1 0,-1 1 0,1 0 0,-1-1 0,1 1 0,-1 0-1,0-1 1,1 1 0,-1 0 0,0 0 0,0-1 0,-1 1 0,1 0 0,0 0 0,0-1 0,-1 1 0,1 0 0,-1-1 0,0 1 0,1 0 0,-1-1 0,0 1 0,0-1-1,0 1 1,0-1 0,0 0 0,0 1 0,-1-1 0,1 0 0,0 0 0,-1 0 0,1 0 0,0 0 0,-1 0 0,1 0 0,-4 1 0,-9 3 196,0 0 1,0-1 0,0 0 0,-26 2 0,13-2 89,-49 11 408,-150 37 339,214-47-1185,16-4-693,23-5-1303,28-17-3798,8-8-5436</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2.405"/>
    </inkml:context>
    <inkml:brush xml:id="br0">
      <inkml:brushProperty name="width" value="0.025" units="cm"/>
      <inkml:brushProperty name="height" value="0.025" units="cm"/>
    </inkml:brush>
  </inkml:definitions>
  <inkml:trace contextRef="#ctx0" brushRef="#br0">379 1 3913,'0'0'21756,"-148"189"-20139,116-118-633,13-4-432,0-6-384,6-3-80,0-7-88,0-12-72,0-4-320,-6-9-1112,-13-1-1249,0-2-1928,6-10-2160</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2.783"/>
    </inkml:context>
    <inkml:brush xml:id="br0">
      <inkml:brushProperty name="width" value="0.025" units="cm"/>
      <inkml:brushProperty name="height" value="0.025" units="cm"/>
    </inkml:brush>
  </inkml:definitions>
  <inkml:trace contextRef="#ctx0" brushRef="#br0">0 192 3017,'0'0'18325,"31"-3"-16718,99-9-683,-123 11-857,-1 1 0,1 0 0,-1 0 1,1 1-1,0-1 0,-1 1 0,1 1 0,10 3 0,-14-4-43,0 1-1,-1-1 1,1 1 0,0-1-1,0 1 1,-1 0-1,1 0 1,-1 1 0,0-1-1,0 0 1,0 1-1,0-1 1,2 4-1,-1 2 25,0-1 0,0 1 0,-1-1 0,-1 1 0,1 0 0,-1 0 0,0 0 0,-1 0 0,0 13 0,-1-11 250,-1-12-4,-2-19-150,5 13-143,1 0 1,-1 0-1,1 0 1,1 0-1,-1 1 0,1-1 1,1 1-1,-1 0 1,1 0-1,8-11 1,54-66-46,-58 75 40,85-97-135,-91 111-6512,-2 0 4727,0 16-4663</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3.213"/>
    </inkml:context>
    <inkml:brush xml:id="br0">
      <inkml:brushProperty name="width" value="0.025" units="cm"/>
      <inkml:brushProperty name="height" value="0.025" units="cm"/>
    </inkml:brush>
  </inkml:definitions>
  <inkml:trace contextRef="#ctx0" brushRef="#br0">295 1 2497,'0'0'20444,"-26"0"-19599,-83 0-46,100 0-689,0 0-1,0 1 0,1 0 0,-1 1 1,0 0-1,0 0 0,1 0 0,-1 1 1,1 1-1,-13 6 0,17-7-101,0 0 0,0 0-1,0 1 1,0-1-1,0 1 1,1 0 0,0 0-1,0 0 1,0 1 0,0-1-1,0 1 1,1-1 0,0 1-1,0 0 1,-1 6 0,3-11-13,-1 1 0,1 0 0,0 0 0,0 0 0,0 0 0,0 0 0,0 0 0,0-1 0,1 1 0,-1 0 0,0 0 0,0 0 0,0 0 0,1-1 0,-1 1 0,0 0 0,1 0 0,-1 0 0,1-1 0,-1 1 0,1 0 0,0-1 0,-1 1 0,1 0 1,-1-1-1,1 1 0,0-1 0,0 1 0,-1-1 0,1 1 0,0-1 0,0 0 0,0 1 0,-1-1 0,1 0 0,0 0 0,0 1 0,0-1 0,0 0 0,0 0 0,-1 0 0,1 0 0,1 0 0,50 0 72,-37-1-85,13 2 19,-20 0-10,1-1-1,-1 1 0,0-1 0,1-1 1,-1 1-1,0-2 0,0 1 0,12-4 0,-19 4 903,-2 37-958,2-27-16,-1-7-36,0 0-1,0 0 0,0 0 1,0 0-1,1 0 1,-1 0-1,0 0 0,1 0 1,0 0-1,-1 0 1,1-1-1,0 1 0,0 0 1,0 0-1,0-1 0,0 1 1,0 0-1,1-1 1,-1 1-1,2 0 0,-1 0-434,1-1 0,-1 1 0,1-1 0,-1 0 0,1 0 1,-1 0-1,1 0 0,0-1 0,4 1 0,18 0-5088</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3.510"/>
    </inkml:context>
    <inkml:brush xml:id="br0">
      <inkml:brushProperty name="width" value="0.025" units="cm"/>
      <inkml:brushProperty name="height" value="0.025" units="cm"/>
    </inkml:brush>
  </inkml:definitions>
  <inkml:trace contextRef="#ctx0" brushRef="#br0">491 1 7210,'0'0'13478,"-32"20"-10869,-104 72-449,126-84-1951,-1 1 0,1 0 0,1 0 0,0 1-1,0 1 1,1 0 0,0 0 0,1 0-1,0 1 1,-6 15 0,1-3 68,-42 83 424,5 3 0,-54 181 0,99-263-957,4-28 203,1 1 1,-1 0-1,0 0 0,0-1 0,1 1 0,-1 0 1,0-1-1,0 1 0,1 0 0,-1-1 0,1 1 1,-1-1-1,1 1 0,-1 0 0,1-1 0,-1 1 1,1-1-1,-1 0 0,1 1 0,0-1 0,1 1 1,2 0-243,1 0 1,0-1 0,0 1 0,0-1 0,0 0 0,0-1-1,0 1 1,-1-1 0,10-2 0,64-21-4104,-24-1-1658,0-9-6576</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3.707"/>
    </inkml:context>
    <inkml:brush xml:id="br0">
      <inkml:brushProperty name="width" value="0.025" units="cm"/>
      <inkml:brushProperty name="height" value="0.025" units="cm"/>
    </inkml:brush>
  </inkml:definitions>
  <inkml:trace contextRef="#ctx0" brushRef="#br0">1 7 1488,'0'0'19597,"224"-7"-19181,-153 7-272,-7 0-144,32 0-833,-25 0-2991,-14 0-4842</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4.101"/>
    </inkml:context>
    <inkml:brush xml:id="br0">
      <inkml:brushProperty name="width" value="0.025" units="cm"/>
      <inkml:brushProperty name="height" value="0.025" units="cm"/>
    </inkml:brush>
  </inkml:definitions>
  <inkml:trace contextRef="#ctx0" brushRef="#br0">1 105 1032,'0'0'18328,"27"1"-17188,174 2 22,-199-4-1156,-1 0-1,0 1 1,0-1 0,0 0-1,0 1 1,0-1 0,0 0-1,0 0 1,0 0 0,-1 0-1,1 0 1,0 0 0,0 0-1,-1 0 1,1-1 0,-1 1-1,1 0 1,-1 0 0,1 0-1,-1-1 1,0 1 0,0 0-1,0 0 1,1-1 0,-1 1-1,0 0 1,-1-2 0,2 0-2,-1 1 0,0-1 0,0 0 0,0 0 0,0 1 0,0-1 0,-1 0 0,1 0 1,-1 1-1,0-1 0,1 0 0,-1 1 0,-2-3 0,-3 0 68,-1 1 0,1 0-1,-1 0 1,0 1 0,0-1 0,0 2 0,-1-1-1,1 1 1,0 0 0,-1 1 0,0-1 0,1 2-1,-1-1 1,0 1 0,0 0 0,1 1-1,-12 1 1,17-1-32,0 1-1,0-1 0,0 0 0,0 1 1,0-1-1,0 1 0,0 0 0,0-1 1,1 1-1,-1 0 0,1 0 1,0 0-1,-1 0 0,1 0 0,0 1 1,0-1-1,0 0 0,-1 4 0,0 1-15,0 0 0,1 0 0,-1 0 0,1 0 0,0 9 0,0 5-42,0 29-292,1-48 221,0 1-1,1 0 1,-1-1-1,1 1 1,0-1-1,-1 0 0,1 1 1,0-1-1,0 1 1,1-1-1,-1 0 1,0 0-1,1 0 1,0 0-1,-1 0 1,3 2-1,7 3-661,0 0 0,0-1-1,21 8 1,21 5-4400,5-5-4910</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4.662"/>
    </inkml:context>
    <inkml:brush xml:id="br0">
      <inkml:brushProperty name="width" value="0.025" units="cm"/>
      <inkml:brushProperty name="height" value="0.025" units="cm"/>
    </inkml:brush>
  </inkml:definitions>
  <inkml:trace contextRef="#ctx0" brushRef="#br0">535 1 9026,'0'0'13128,"-26"4"-12545,-83 14-248,107-18-327,0 0 1,0 0 0,0 0-1,1 0 1,-1 1 0,0-1-1,0 1 1,1-1-1,-1 1 1,0 0 0,1 0-1,-1 0 1,1-1 0,-1 1-1,1 1 1,-1-1 0,1 0-1,0 0 1,0 0 0,0 1-1,-1-1 1,1 1 0,0-1-1,0 1 1,1-1 0,-1 1-1,0 0 1,1-1-1,-1 1 1,1 0 0,-1-1-1,1 1 1,0 0 0,-1 0-1,1-1 1,0 1 0,1 2-1,-2 9 29,0-12-34,1 0 0,0 0 0,0 0 0,0 0 0,-1 0 0,1 0 0,0 0 1,1 1-1,-1-1 0,0 0 0,0 0 0,0 0 0,1 0 0,-1 0 0,0 0 0,1 0 0,-1 0 0,1 0 0,-1 0 0,1 0 0,0 0 0,-1 0 0,1 0 1,0 0-1,0 0 0,0-1 0,-1 1 0,1 0 0,0-1 0,2 2 0,1 0 5,0-1 1,0 0 0,0 0-1,0 0 1,0 0-1,0 0 1,0-1-1,0 0 1,5 0-1,4-1-52,1 0 1,-1-1-1,1 0 0,25-9 0,-31 8-68,1 0-1,0-1 0,-1-1 0,0 0 1,1 0-1,-2 0 0,1-1 0,-1 0 1,0 0-1,10-12 0,-55 53 328,16-3-131,1 2 1,1 0 0,2 1 0,1 1-1,2 1 1,2 0 0,1 1-1,2 0 1,2 1 0,1 0-1,-2 50 1,8-52-40,2-25-3,-1 0 0,-1 0 0,0 0 0,0-1 0,-2 1 0,-5 19 0,7-30 16,0 1-1,0-1 1,0 1 0,-1-1 0,1 0 0,0 0 0,-1 1-1,1-1 1,-1 0 0,0 0 0,1 0 0,-1 0 0,0-1-1,0 1 1,1 0 0,-1-1 0,0 1 0,0-1 0,0 0-1,0 0 1,0 0 0,-2 0 0,-49-2 1162,42 1-960,-4-1-62,1 0 0,0-1 0,0-1 0,0-1 0,0 0 1,1 0-1,-16-10 0,-86-57 500,110 68-681,2 2-95,1 1 0,-1-1 0,1 0-1,0 0 1,0-1 0,0 1 0,0 0-1,1-1 1,-1 1 0,1-1 0,-1 1 0,1-1-1,0 0 1,0 0 0,0 0 0,0 1-1,1-1 1,-1 0 0,1 0 0,-1 0 0,1 0-1,0 0 1,0 0 0,1 0 0,-1 0-1,1 0 1,-1 0 0,1 0 0,0 0 0,0 1-1,0-1 1,0 0 0,1 1 0,-1-1 0,1 1-1,0-1 1,-1 1 0,1-1 0,0 1-1,0 0 1,1 0 0,1-2 0,98-51-7832,-56 29 923</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5.022"/>
    </inkml:context>
    <inkml:brush xml:id="br0">
      <inkml:brushProperty name="width" value="0.025" units="cm"/>
      <inkml:brushProperty name="height" value="0.025" units="cm"/>
    </inkml:brush>
  </inkml:definitions>
  <inkml:trace contextRef="#ctx0" brushRef="#br0">33 11 1096,'0'0'17575,"-5"-2"-16110,-17-6-443,22 9-859,-1 1 0,0 0 0,0 0 0,0 0 0,1 0-1,-1-1 1,1 1 0,0 0 0,-1 0 0,1 0 0,0 0 0,0 0 0,0 0 0,1 4 0,-1-6-25,1 6-36,-1 0 1,1 0 0,1 0-1,-1-1 1,1 1 0,0-1-1,0 1 1,1-1 0,0 1-1,0-1 1,0 0 0,0 0-1,1-1 1,-1 1 0,1-1-1,1 0 1,-1 0 0,1 0-1,-1 0 1,1-1 0,8 5-1,-2-2-463,-1 0-1,1-1 1,0-1 0,13 4-1,-14-5-1150,0-1-1,0 0 1,0 0-1,14-1 1,3-1-4163</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35.488"/>
    </inkml:context>
    <inkml:brush xml:id="br0">
      <inkml:brushProperty name="width" value="0.025" units="cm"/>
      <inkml:brushProperty name="height" value="0.025" units="cm"/>
    </inkml:brush>
  </inkml:definitions>
  <inkml:trace contextRef="#ctx0" brushRef="#br0">642 35 1032,'0'0'16000,"-12"-6"-14325,-36-20-416,47 26-1190,1-1 0,-1 1 0,0 0 1,0-1-1,1 1 0,-1 0 0,0 0 0,0-1 1,1 1-1,-1 0 0,0 0 0,0 0 1,0 0-1,1 0 0,-1 0 0,0 0 1,0 0-1,0 1 0,1-1 0,-1 0 0,0 0 1,0 1-1,1-1 0,-1 0 0,0 1 1,1-1-1,-1 1 0,0-1 0,1 1 1,-1-1-1,1 1 0,-1-1 0,1 1 0,-1 0 1,1-1-1,-1 1 0,1 0 0,-1-1 1,1 1-1,-1 1 0,-7 30 372,8-27-149,-8 53 490,3 1-1,6 115 1,-1 17-418,-2-161-333,-2-1-1,0 0 1,-2 0-1,-12 38 1,13-53-5,0-1 0,-1 0 0,0 0 0,-1-1 0,0 0 0,-1 0 0,-1 0 0,0-1 0,0-1 0,-15 14 0,15-17-4,1-1 0,-1 0 1,0-1-1,0 0 0,-1 0 0,0-1 1,0 0-1,0-1 0,0 0 1,0-1-1,0 0 0,-1 0 1,1-1-1,-15-1 0,16 1 44,0-1 0,0-1 0,0 1 0,-1-1-1,1-1 1,0 0 0,1 0 0,-1-1 0,-11-5 0,16 6-46,0-1 0,0 0 1,0 0-1,1-1 1,-1 1-1,1-1 1,0 1-1,0-1 1,0 0-1,1 0 0,-1-1 1,1 1-1,0 0 1,0-1-1,0 0 1,1 1-1,0-1 1,-2-9-1,3 12-151,0 0 1,0 0-1,-1 0 1,1 0-1,-1 0 0,0 0 1,1 0-1,-1 1 1,0-1-1,0 0 0,0 0 1,-2-1-1,-22-1-4271,21 4 4081,-22 0-4626,0 0-2661</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68"/>
    </inkml:context>
    <inkml:brush xml:id="br0">
      <inkml:brushProperty name="width" value="0.025" units="cm"/>
      <inkml:brushProperty name="height" value="0.025" units="cm"/>
    </inkml:brush>
  </inkml:definitions>
  <inkml:trace contextRef="#ctx0" brushRef="#br0">37 42 1640,'0'0'12254,"0"-4"-11658,0-23 1682,0 26-1544,-7-9 3437,7 1415 1440,-8-1412-5315,-1-9-457,5-5-885,0-1 0,2 0-1,0 0 1,2 0 0,0 0-1,7-43 1,10 12-3670,8 5-2629</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69"/>
    </inkml:context>
    <inkml:brush xml:id="br0">
      <inkml:brushProperty name="width" value="0.025" units="cm"/>
      <inkml:brushProperty name="height" value="0.025" units="cm"/>
    </inkml:brush>
  </inkml:definitions>
  <inkml:trace contextRef="#ctx0" brushRef="#br0">19 97 1568,'0'0'7243,"-19"-6"-495,20 5-6621,-1 0 1,1 0-1,0-1 0,0 1 0,0 0 0,-1 0 0,1 0 0,0 0 0,0 0 0,0 0 0,1 1 1,-1-1-1,0 0 0,0 0 0,0 1 0,1-1 0,-1 1 0,0-1 0,0 1 0,1 0 1,-1-1-1,0 1 0,1 0 0,-1 0 0,1 0 0,-1 0 0,0 0 0,1 0 0,1 0 0,61 1-693,-41 0 853,666-14-217,-275 3-556,959-19-515,-1005 18 638,130 0 127,870 30 571,149-10-318,-892-11 108,249 18 14,-429-8-63,153 7 88,366 0 191,-915-15-343,11-3 169,1-3-1,83-19 1,-73 12-51,85-7-1,340 15 88,-296 7-311,564 10 349,-610-28 1604,-64 16 197,-89 0-1694,-1 4-235,0-1 0,1 0 0,-1 0 0,1 0 0,0 1 0,0-1 0,0 0 0,0 0 0,1 0 0,2 4 0,-2-4-111,0 0 0,-1 0 0,1 0 0,-1 1 0,0-1-1,0 0 1,0 1 0,0-1 0,-1 1 0,1 6 0,-1 27 159,1-3 24,-1 1 1,-2-1-1,-11 57 0,-62 262 485,61-260-413,-5 175 0,19-217-131,-4 184 471,1-184-417,-3 0 0,-19 77 1,20-110-133,-60 265 1325,65-248-1280,0-5 745,-5-23-4366,-5-7-4872,-8-7-2380</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0"/>
    </inkml:context>
    <inkml:brush xml:id="br0">
      <inkml:brushProperty name="width" value="0.025" units="cm"/>
      <inkml:brushProperty name="height" value="0.025" units="cm"/>
    </inkml:brush>
  </inkml:definitions>
  <inkml:trace contextRef="#ctx0" brushRef="#br0">19 1 1768,'0'0'7130,"12"19"-2433,-18 53-879,7 23-3070,-5-1 0,-18 109 1,22-151 1734,108-62-2541,-27 1-104,836-103-375,171-9 606,-457 98-96,610-35 56,249 27 87,-1073 33 75,638 24 244,91 76-270,-1-45 104,-1123-57-275,740 4-823,-581-4 750,-54-5 23,130-24 0,-132 13 39,129-1 0,-186 16 4,-20 0 34,1 1 0,70 11 0,-38-1 267,0-4 1,136-7-1,-128-2 490,152 14 0,-226-9-694,-9-1-37,0-1-1,-1 1 1,1 0-1,0 1 1,10 3-1,-15-4 168,-7 2 1751,-1-2-2661,-78 7-3898,35-7-673</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1"/>
    </inkml:context>
    <inkml:brush xml:id="br0">
      <inkml:brushProperty name="width" value="0.025" units="cm"/>
      <inkml:brushProperty name="height" value="0.025" units="cm"/>
    </inkml:brush>
  </inkml:definitions>
  <inkml:trace contextRef="#ctx0" brushRef="#br0">0 0 1320,'0'0'5333,"2"6"-4064,7 15-349,-7-16 3314,-2-8-3106,-1-10 5426,-3 10-6250,3 3 1423,1 3-4045,0 30-2622,0-14 187</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2"/>
    </inkml:context>
    <inkml:brush xml:id="br0">
      <inkml:brushProperty name="width" value="0.025" units="cm"/>
      <inkml:brushProperty name="height" value="0.025" units="cm"/>
    </inkml:brush>
  </inkml:definitions>
  <inkml:trace contextRef="#ctx0" brushRef="#br0">77 20 2336,'0'0'10472,"6"-19"-3069,-7 19-7328,-1 1 0,1 0 0,0-1 0,0 1 1,0 0-1,0-1 0,0 1 0,0 0 0,1 0 0,-1 0 0,0 0 0,0 0 1,1 0-1,-1 0 0,0 0 0,1 0 0,-1 1 0,1-1 0,0 0 0,-1 0 1,1 0-1,0 1 0,0-1 0,-1 0 0,1 0 0,0 1 0,0-1 0,1 2 1,-3 49 219,3-42 16,-20 404 2901,11-281-2796,2-42-124,-6 202 1109,12-16-897,-20-6 115,20-133 648,7-152-5746,-7-1-98,0 2-2751</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3"/>
    </inkml:context>
    <inkml:brush xml:id="br0">
      <inkml:brushProperty name="width" value="0.025" units="cm"/>
      <inkml:brushProperty name="height" value="0.025" units="cm"/>
    </inkml:brush>
  </inkml:definitions>
  <inkml:trace contextRef="#ctx0" brushRef="#br0">0 186 1608,'0'0'9456,"3"7"-6455,7 28-1507,-8 10-431,2 0-1,13 55 0,-7-42-661,-8-48-319,0 0 0,1 0 0,0 0-1,0-1 1,1 1 0,0-1 0,1 0 0,0 0 0,0 0 0,1-1 0,0 0 0,0 0 0,13 11 0,-8-9 23,0-2 0,1 0 0,0 0 0,1-1 1,0 0-1,0-1 0,0-1 0,25 7 0,5-3 38,1-2-1,1-2 0,-1-2 1,0-2-1,59-6 0,-62 0-135,0-3 1,-1-1-1,41-16 0,-34 11-7,74-26-9,-79 24 8,1 2 0,0 2 0,0 2 0,83-9 0,-79 17 1,-2-1 3,1 2 0,46 5 0,-88-4 9,-1 0-1,1 1 1,0-1 0,-1 1-1,1 0 1,-1 0-1,1 1 1,-1-1 0,0 1-1,1 0 1,-1 0-1,0 0 1,0 0 0,0 0-1,-1 0 1,1 1 0,0 0-1,-1-1 1,0 1-1,3 4 1,-2-1 161,-1 0 0,1 1 0,-1-1-1,-1 1 1,1-1 0,-1 1 0,0-1 0,-1 1 0,0 12-1,0-18 295,-1-1-481,0-1 0,1 1 0,-1-1-1,0 0 1,0 1 0,0-1 0,0 0 0,1 0-1,-1 1 1,0-1 0,1 0 0,-1 0 0,0 0-1,1 0 1,-1 0 0,1 0 0,0 0 0,-1 0 0,1 0-1,0 0 1,-1 0 0,1 0 0,0 0 0,0 0-1,0 0 1,0 0 0,0 0 0,1-2 0,-1-44-729,1 35 578,-2 6 127,1 1-1,0-1 1,1 1-1,-1-1 1,1 1-1,0-1 1,0 1-1,1 0 1,0-1-1,3-7 1,-2 10 17,0-1 1,0 1 0,0 0-1,0 0 1,1 0 0,-1 0 0,1 1-1,0-1 1,0 1 0,-1 0-1,1 0 1,1 1 0,-1-1-1,5 0 1,22-7-41,0 1 0,0 2 0,0 1 0,38 0-1,127 6 39,-137 4 28,58 12 1,-67-8 0,99 4 1,285-9 190,-420-35 577,132-265 167,-144 291-699,0-1 1,0 1-1,-1-1 0,0 1 0,0-1 1,0 1-1,-1-1 0,0 0 0,0 1 1,-1-9-1,0-7 675,-6-33 1582,7 53-2459,-7 36-170,-1-12 13,6-18 15,0 0 1,1-1-1,-1 1 1,1 0-1,0 0 0,0 8 1,1-11-165,-1 0 1,1 0 0,0 0 0,-1 0 0,1 0 0,-1 0-1,0-1 1,0 1 0,1 0 0,-1 0 0,0 0 0,-1-1-1,-1 4 1,-12 9-5350,-3-3-3879</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4"/>
    </inkml:context>
    <inkml:brush xml:id="br0">
      <inkml:brushProperty name="width" value="0.025" units="cm"/>
      <inkml:brushProperty name="height" value="0.025" units="cm"/>
    </inkml:brush>
  </inkml:definitions>
  <inkml:trace contextRef="#ctx0" brushRef="#br0">251 0 696,'0'0'16181,"-32"0"-15153,23 2-992,-1 1 0,1 0 0,-1 1 0,1-1 0,0 2 0,1-1 0,-1 1 0,1 1 0,-11 8 0,5-4-12,-11 5-16,16-10-7,0 1 1,0 0-1,0 0 0,1 1 0,0 0 0,0 1 0,-9 10 1,17-17-21,-1-1 1,1 1-1,0 0 1,-1-1-1,1 1 1,0 0-1,0 0 1,0 0-1,0-1 1,-1 1 0,1 0-1,0 0 1,0-1-1,1 1 1,-1 0-1,0 0 1,0 0-1,0-1 1,0 1-1,1 0 1,-1 0 0,0-1-1,1 1 1,-1 0-1,0-1 1,1 1-1,-1 0 1,1-1-1,-1 1 1,1-1-1,-1 1 1,1 0 0,0-1-1,-1 0 1,1 1-1,0-1 1,-1 1-1,1-1 1,0 0-1,-1 1 1,1-1-1,0 0 1,0 0-1,0 0 1,0 1 0,46 10 165,-34-8-60,-7 0-59,0-1 0,0 1 0,0 0 0,0 1 0,-1-1 1,1 1-1,7 8 0,-11-11 16,-1 0 1,1 0-1,-1 1 0,0-1 1,0 1-1,0-1 0,0 1 1,0-1-1,0 1 0,0 0 1,-1-1-1,1 1 0,0 0 1,-1 0-1,1-1 0,-1 1 1,0 0-1,0 0 0,0 0 1,0 0-1,0-1 0,0 1 1,0 0-1,0 0 0,-1 0 1,1 0-1,-1-1 0,1 1 1,-1 0-1,0-1 0,0 1 1,-1 2-1,-1-1 85,0-1 1,-1 1-1,1 0 0,-1-1 0,1 1 1,-1-1-1,0 0 0,0-1 0,0 1 1,-6 1-1,-47 13 305,53-15-417,-15 0-271,21 27-13904,10-26 10144,10-3 2280,-20 0 1507,24-4-639</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5"/>
    </inkml:context>
    <inkml:brush xml:id="br0">
      <inkml:brushProperty name="width" value="0.025" units="cm"/>
      <inkml:brushProperty name="height" value="0.025" units="cm"/>
    </inkml:brush>
  </inkml:definitions>
  <inkml:trace contextRef="#ctx0" brushRef="#br0">155 82 1256,'0'0'14277,"-7"-5"-12796,4 4-1399,1-1-1,-1 1 0,1-1 1,-1 1-1,1-1 0,-1 1 1,0 0-1,1 1 0,-1-1 1,0 0-1,0 1 1,0-1-1,0 1 0,0 0 1,0 0-1,1 0 0,-1 0 1,0 1-1,0-1 0,0 1 1,0 0-1,1-1 0,-1 1 1,0 1-1,0-1 0,1 0 1,-1 1-1,-2 1 0,0 0-7,1 0-1,-1 1 0,0-1 0,1 1 1,0 0-1,0 1 0,0-1 0,0 1 1,1-1-1,0 1 0,0 0 0,0 0 1,1 1-1,-1-1 0,1 0 0,0 1 1,1 0-1,0-1 0,-1 1 0,2 0 0,-1 0 1,1-1-1,0 12 0,0-16-79,1 0 0,-1 0-1,1 1 1,-1-1 0,1 0 0,-1 0-1,1 0 1,0 1 0,-1-1 0,1 0-1,0 0 1,0 0 0,0 0-1,0-1 1,0 1 0,0 0 0,0 0-1,0 0 1,0-1 0,0 1 0,0-1-1,1 1 1,-1-1 0,0 1 0,0-1-1,1 0 1,-1 1 0,0-1-1,1 0 1,1 0 0,48 2-165,-43-2 181,-1 1 0,0-1 0,1-1-1,-1 1 1,0-1 0,0 0-1,0-1 1,0 0 0,0 0-1,-1-1 1,1 1 0,0-1-1,-1-1 1,0 1 0,0-1-1,0 0 1,0-1 0,-1 1-1,1-1 1,-1 0 0,0-1-1,-1 1 1,1-1 0,-1 0-1,0 0 1,-1 0 0,0 0-1,4-9 1,-6 6 38,1 0 0,-2 0 0,1-1 0,-1 1 1,-1-10-1,0-4 71,1 22-113,0 0-1,0-1 1,0 1 0,0 0-1,-1-1 1,1 1-1,0 0 1,0 0 0,-1-1-1,1 1 1,-1 0-1,1 0 1,-1-1-1,0 1 1,1 0 0,-1 0-1,0 0 1,0 0-1,0 0 1,0 0 0,0 0-1,0 1 1,0-1-1,0 0 1,0 0-1,0 1 1,-2-2 0,0 1-292,0 1 1,0-1-1,0 0 0,-1 1 1,1 0-1,0 0 1,0 0-1,0 0 1,0 0-1,-4 1 1,6 0-52,0-1 1,0 1-1,0-1 1,0 1-1,1 0 1,-1 0-1,0-1 1,0 1 0,1 0-1,-1 0 1,0 0-1,1 0 1,-1 0-1,1 0 1,-1 0-1,1 0 1,-1 0 0,1 0-1,0 0 1,-1 0-1,1 0 1,0 2-1,0-2 32,-1-1-1,1 1 1,0 0-1,0 0 0,0-1 1,0 1-1,0 0 1,0-1-1,0 1 1,0 0-1,0 0 0,0-1 1,0 1-1,0 0 1,0 0-1,0-1 0,1 1 1,-1 0-1,0-1 1,1 1-1,-1 0 1,0-1-1,1 1 0,-1 0 1,1-1-1,-1 1 1,1-1-1,-1 1 0,1-1 1,0 1-1,-1-1 1,2 1-1,9-1-342</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6"/>
    </inkml:context>
    <inkml:brush xml:id="br0">
      <inkml:brushProperty name="width" value="0.025" units="cm"/>
      <inkml:brushProperty name="height" value="0.025" units="cm"/>
    </inkml:brush>
  </inkml:definitions>
  <inkml:trace contextRef="#ctx0" brushRef="#br0">37 206 1672,'0'0'15938,"0"12"-15305,0 51 1212,-2-114-1248,-19-95-1,13 102-295,6 31-842,-1-6 2161,6 13-4086,7 5-5137,45 3-1000,-17-1 5674,-11-1 1869</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7"/>
    </inkml:context>
    <inkml:brush xml:id="br0">
      <inkml:brushProperty name="width" value="0.025" units="cm"/>
      <inkml:brushProperty name="height" value="0.025" units="cm"/>
    </inkml:brush>
  </inkml:definitions>
  <inkml:trace contextRef="#ctx0" brushRef="#br0">129 1 432,'0'0'19656,"-16"25"-18206,-50 85-475,59-96-797,1 0 0,0 0 1,1 0-1,1 1 0,0 0 1,1 0-1,1 0 0,-1 17 1,-1-1 119,1 7 45,3 56 0,1-40-310,-1-51-161,1 0 1,-1-1-1,1 1 0,-1-1 1,1 1-1,0-1 1,0 1-1,0-1 1,0 1-1,1-1 0,-1 0 1,1 0-1,-1 0 1,1 0-1,0 0 1,0 0-1,0 0 0,0 0 1,0-1-1,0 1 1,0-1-1,1 1 1,-1-1-1,0 0 0,4 1 1,6 3-1601,0-1 1,1-1 0,23 5 0,-10-5-2908</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8"/>
    </inkml:context>
    <inkml:brush xml:id="br0">
      <inkml:brushProperty name="width" value="0.025" units="cm"/>
      <inkml:brushProperty name="height" value="0.025" units="cm"/>
    </inkml:brush>
  </inkml:definitions>
  <inkml:trace contextRef="#ctx0" brushRef="#br0">0 26 2633,'0'0'18628,"52"-26"-17852,-33 26-32,13 0-368,-6 0-248,6 0-128,6 0-504,7 0-1593,-13 16-2464,-6-9-3536</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79"/>
    </inkml:context>
    <inkml:brush xml:id="br0">
      <inkml:brushProperty name="width" value="0.025" units="cm"/>
      <inkml:brushProperty name="height" value="0.025" units="cm"/>
    </inkml:brush>
  </inkml:definitions>
  <inkml:trace contextRef="#ctx0" brushRef="#br0">39 114 2489,'0'0'14871,"9"1"-14071,6 0-573,11 1 294,0-1 0,39-3 1,-64 1-505,0 0-1,0-1 1,-1 1 0,1 0 0,0-1-1,0 1 1,-1 0 0,1-1 0,-1 1-1,1-1 1,-1 1 0,1-1 0,-1 1-1,0-1 1,0 1 0,0-1 0,0 1-1,0-1 1,0 1 0,-1-2 0,-1-36 175,1 36-173,0 1 0,0-1 0,0 0 0,0 1 0,-1 0 0,1-1 0,-1 1-1,1 0 1,-1 0 0,0-1 0,0 1 0,0 1 0,0-1 0,0 0 0,0 0 0,-1 1 0,1-1 0,-1 1 0,1 0 0,-1 0 0,1 0-1,-1 0 1,0 0 0,1 1 0,-1-1 0,0 1 0,0-1 0,1 1 0,-5 1 0,2-2 9,0 1-1,1 0 1,-1 1 0,1-1-1,-1 1 1,1 0 0,-1 0 0,1 0-1,-1 1 1,1-1 0,0 1-1,0 0 1,0 0 0,0 1 0,0-1-1,-7 7 1,7-4-13,0 0 0,0 1-1,0 0 1,1 0 0,0 0 0,0 0 0,0 0 0,1 1-1,0-1 1,0 1 0,0 0 0,1-1 0,0 1 0,1 0-1,-1 0 1,2 12 0,0-15-134,0 0 0,0 0 1,1-1-1,-1 1 0,1 0 0,0-1 0,0 1 1,0-1-1,1 0 0,-1 1 0,1-1 0,-1 0 0,1-1 1,0 1-1,0 0 0,1-1 0,-1 0 0,0 1 1,1-1-1,0-1 0,5 3 0,6 4-865,1-1-1,-1-1 1,2-1-1,18 5 1,-2-5-2870,0-2-1,44 0 1,-19-3 2167</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0"/>
    </inkml:context>
    <inkml:brush xml:id="br0">
      <inkml:brushProperty name="width" value="0.025" units="cm"/>
      <inkml:brushProperty name="height" value="0.025" units="cm"/>
    </inkml:brush>
  </inkml:definitions>
  <inkml:trace contextRef="#ctx0" brushRef="#br0">202 521 1800,'0'0'18735,"-15"-14"-18028,-49-41-215,62 53-458,0 0 0,-1 0 1,1 1-1,-1-1 0,0 1 0,1-1 0,-1 1 0,0 0 1,0 0-1,0 1 0,0-1 0,0 1 0,0-1 0,0 1 1,0 0-1,0 0 0,0 0 0,0 0 0,0 1 0,0-1 1,0 1-1,1 0 0,-1 0 0,0 0 0,0 0 1,0 0-1,1 1 0,-1-1 0,1 1 0,-1-1 0,1 1 1,-1 0-1,1 0 0,0 0 0,0 1 0,0-1 0,0 0 1,1 1-1,-3 4 0,-11 32 107,15-39-149,0 1-1,-1 0 1,1-1 0,0 1-1,0 0 1,-1 0-1,1-1 1,0 1-1,0 0 1,0 0-1,0-1 1,0 1-1,0 0 1,0 0-1,0-1 1,1 1-1,-1 0 1,0 0-1,0-1 1,1 1 0,-1 0-1,0-1 1,1 1-1,-1 0 1,1-1-1,-1 1 1,0-1-1,1 1 1,0 0-1,-1-1 1,1 1-1,-1-1 1,1 0-1,0 1 1,-1-1-1,1 1 1,0-1 0,-1 0-1,1 0 1,0 1-1,-1-1 1,2 0-1,7 0-34,-1-1 0,1 0-1,-1-1 1,0 1 0,1-2-1,-1 1 1,0-1 0,-1 0-1,1-1 1,9-5 0,7-7-16,36-31 1,-37 29-138,11-10-282,-1-2 1,-2 0 0,47-59 0,-67 76 519,-2-1-1,1 0 1,-2-1 0,0 1 0,-1-2-1,0 1 1,-1-1 0,-1 0 0,-1 0 0,0-1-1,-1 1 1,2-29 0,-5 44 24,-1 0 0,1-1 1,0 1-1,-1 0 0,1 0 0,-1 0 0,1 0 1,-1 0-1,1 0 0,-1 0 0,0 0 0,1 1 1,-1-1-1,0 0 0,0 0 0,0 0 0,0 1 0,1-1 1,-1 1-1,0-1 0,0 0 0,0 1 0,0 0 1,-1-1-1,1 1 0,0 0 0,0-1 0,0 1 1,0 0-1,0 0 0,0 0 0,0 0 0,-1 0 0,1 0 1,0 0-1,0 0 0,0 1 0,0-1 0,0 0 1,0 1-1,-2 0 0,-3 0 15,-1 0 1,1 1-1,0 0 0,0 0 0,0 1 1,-9 5-1,5 0 127,0 1 0,0 0 0,1 1 1,0 0-1,1 1 0,0 0 0,1 0 1,0 0-1,1 1 0,0 0 0,1 0 1,0 1-1,1-1 0,0 1 0,-2 16 0,0 9 99,1 0 0,2 0 0,1 0-1,5 40 1,-3-63-325,2-1 0,0 1 0,0-1 1,1 0-1,1 0 0,1 0 0,0 0 0,0-1 1,1 0-1,1 0 0,0 0 0,1-1 0,18 22 0,-24-32-342,0-1 0,1 1-1,-1-1 1,0 0-1,1 1 1,-1-1-1,1 0 1,-1 0-1,1-1 1,-1 1-1,1 0 1,0-1 0,-1 0-1,1 0 1,0 0-1,-1 0 1,4 0-1,-4 0-295,12 0-5380</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1"/>
    </inkml:context>
    <inkml:brush xml:id="br0">
      <inkml:brushProperty name="width" value="0.025" units="cm"/>
      <inkml:brushProperty name="height" value="0.025" units="cm"/>
    </inkml:brush>
  </inkml:definitions>
  <inkml:trace contextRef="#ctx0" brushRef="#br0">1 367 2473,'0'0'8348,"6"-1"-7284,20-1-209,-26 2-818,1 0 1,0 0-1,-1 0 0,1 1 0,0-1 0,-1 0 1,1 0-1,-1 1 0,1-1 0,0 0 1,-1 1-1,1-1 0,-1 1 0,1-1 0,-1 0 1,1 1-1,-1-1 0,0 1 0,1 0 1,-1-1-1,1 1 0,-1-1 0,0 1 1,0 0-1,1-1 0,-1 1 0,0-1 0,0 1 1,0 0-1,0-1 0,0 1 0,0 0 1,0-1-1,0 1 0,0 0 0,0 28 642,0-24-435,0 14-43,1 0 0,0 0 0,2 0 1,0-1-1,1 1 0,1-1 0,13 30 0,-14-38-176,1 0 0,0-1 0,1 0 0,0 0 0,1 0 0,0-1 0,0 0 0,1 0 0,0-1 0,0 0 0,0 0 0,1-1 1,0 0-1,19 9 0,2-3 160,0-1 1,1-2-1,0-1 0,0-2 1,59 6-1,165-10-41,-136-4-120,-36 0-21,151-26 0,82-37-31,-167 33 51,127-28 6,308-62-42,6 40 155,-196 68-24,-23 2 324,319-13 0,-682 24-401,-1 1-1,0 1 1,0 0-1,0 0 0,0 0 1,0 1-1,0 0 1,0 0-1,-1 0 0,1 1 1,-1 0-1,9 5 1,-11-4 79,1 0 1,-1 0-1,0 0 0,0 1 1,0-1-1,-1 1 1,0 0-1,1 0 1,-2 0-1,1 1 1,-1-1-1,0 1 1,0-1-1,0 1 1,1 8-1,0 8 505,-1 0-1,-1 34 1,-1-51-547,0-5-59,0 0 0,0 0 0,0 1 0,0-1-1,0 0 1,0 0 0,0 0 0,0 1 0,0-1-1,0 0 1,0 0 0,0 1 0,0-1 0,0 0-1,0 0 1,0 0 0,0 1 0,0-1 0,0 0-1,0 0 1,0 1 0,0-1 0,1 0 0,-1 0-1,0 0 1,0 0 0,0 1 0,0-1 0,0 0-1,1 0 1,-1 0 0,0 0 0,0 1 0,0-1-1,0 0 1,1 0 0,-1 0 0,0 0-1,0 0 1,1 0 0,-1 0 0,0 0 0,0 0-1,0 0 1,1 0 0,-1 0 0,0 0 0,0 0-1,1 0 1,-1 0 0,0 0 0,0 0 0,0 0-1,1 0 1,-1 0 0,0 0 0,0 0 0,1 0-1,-1 0 1,0 0 0,0-1 0,0 1 0,1 0-1,9-12 629,-6-5-645,1-1 1,1 2-1,16-32 0,-17 41-143,-1 1 0,1-1 1,0 1-1,0 0 0,1 1 0,0 0 1,0-1-1,0 2 0,1-1 0,-1 1 1,12-6-1,8-1-215,0 1 1,1 1-1,0 1 0,0 1 1,0 1-1,32-1 1,172-2 458,551-13-60,76 9-16,-527 16-22,-312-3-3,568-16 34,-482-2 19,-12 1 100,220 1 393,-143 12-616,-157 2 124,0 0 0,0-1-1,0 0 1,-1-1 0,1-1 0,-1 0 0,0 0 0,15-10 0,27-11 1852,-35 19-1774,-12 6-95,-1-1 0,0 0 0,0 0 0,-1 0 0,1-1-1,0 0 1,-1 0 0,10-7 0,-14 5 233,0 1-1,0-1 1,0 0 0,-1 0-1,0 1 1,0-1-1,0 0 1,-2-9 0,1-1-38,1 13-209,0 0 0,1 0-1,-1 0 1,0 1 0,-1-1-1,1 0 1,0 0 0,0 1-1,-1-1 1,1 0 0,-1 0-1,1 1 1,-1-1 0,0 0-1,0 1 1,-1-3 0,0 3-154,0 0 1,0 1 0,1-1-1,-1 0 1,0 1 0,0 0 0,0-1-1,1 1 1,-1 0 0,0 0 0,0 0-1,0 0 1,-1 1 0,-7-1-608,-25 0-4233,-8 0-5015</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2"/>
    </inkml:context>
    <inkml:brush xml:id="br0">
      <inkml:brushProperty name="width" value="0.025" units="cm"/>
      <inkml:brushProperty name="height" value="0.025" units="cm"/>
    </inkml:brush>
  </inkml:definitions>
  <inkml:trace contextRef="#ctx0" brushRef="#br0">65 23 744,'0'0'16694,"0"-5"-15409,-4-12-280,-5 17 113,7 2-1027,0 0 0,1 0 0,-1 0 0,0 1 0,1-1 1,-1 0-1,1 1 0,0-1 0,0 1 0,0 0 0,0-1 0,-1 5 0,-5 25 450,0-6-311,1 1 1,1 0-1,-2 49 1,7-74-251,0 0 1,-1 0-1,1 0 1,0 0-1,0 0 0,0 0 1,1 0-1,-1 0 0,0-1 1,1 1-1,-1 0 1,1 0-1,0 0 0,-1-1 1,1 1-1,0 0 1,0-1-1,0 1 0,0 0 1,1-1-1,-1 1 0,0-1 1,1 0-1,2 2 1,0-1-65,1-1 1,0 0 0,0-1 0,0 1 0,0-1 0,0 0-1,1 0 1,7-1 0,-8 0 80,1 0-1,-1-1 1,0 1-1,1-1 1,-1 0-1,0 0 1,0-1-1,0 1 1,-1-1-1,9-7 1,45-42-149,-39 34 133,37-49 311,-53 62 1520,-4 16-1182,1-5-631,-1 1 44,1 1 0,1-1 0,-1 1 0,1-1 0,4 15 0,-3-18-169,0 0 1,0 0 0,0 0-1,1 0 1,0 0 0,0-1-1,0 1 1,0-1 0,0 0-1,1 0 1,0 0 0,5 3-1,68 44-7405,-49-35 394</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3"/>
    </inkml:context>
    <inkml:brush xml:id="br0">
      <inkml:brushProperty name="width" value="0.025" units="cm"/>
      <inkml:brushProperty name="height" value="0.025" units="cm"/>
    </inkml:brush>
  </inkml:definitions>
  <inkml:trace contextRef="#ctx0" brushRef="#br0">0 75 2593,'0'0'16759,"0"-1"-16669,1 0 0,-1 1 0,0-1 0,0 1-1,1-1 1,-1 1 0,1-1 0,-1 1 0,0-1 0,1 1 0,-1-1-1,1 1 1,-1 0 0,1-1 0,-1 1 0,1 0 0,-1-1-1,1 1 1,-1 0 0,1 0 0,0-1 0,-1 1 0,2 0 0,18 50 1958,-14-33-1567,13 50 185,-19-67-665,0 0 0,1 1 1,-1-1-1,1 1 0,-1-1 0,0 0 1,1 1-1,-1-1 0,1 0 0,-1 1 0,1-1 1,-1 0-1,0 1 0,1-1 0,-1 0 1,1 0-1,0 0 0,-1 0 0,1 0 0,-1 1 1,1-1-1,-1 0 0,1 0 0,-1 0 1,1 0-1,-1 0 0,1-1 0,-1 1 0,1 0 1,-1 0-1,1 0 0,0 0 0,-1-1 1,0 1-1,1 0 0,-1 0 0,1-1 0,-1 1 1,1 0-1,-1-1 0,1 1 0,-1-1 1,0 1-1,1 0 0,-1-1 0,0 1 0,0-1 1,1 1-1,-1-1 0,17-23 37,-6 7-40,1 0 1,1 0 0,0 2 0,1-1 0,0 2-1,2 0 1,-1 1 0,2 0 0,24-14 0,-37 24 1,-3 2 1,0 0-1,0 1 1,0-1 0,0 1-1,1-1 1,-1 1 0,0-1 0,0 1-1,0-1 1,1 1 0,-1 0-1,0 0 1,0 0 0,0 0-1,1 0 1,1 0 0,-2 29 759,5 27 41,-6-54-845,1 0 0,-1-1 0,0 1 1,1 0-1,-1-1 0,1 1 0,0 0 1,-1-1-1,1 1 0,0-1 0,0 1 1,0-1-1,0 0 0,0 1 0,0-1 1,1 0-1,-1 0 0,0 1 0,1-1 1,-1 0-1,0-1 0,1 1 0,0 0 1,-1 0-1,1 0 0,-1-1 0,1 1 0,3 0 1,77 8-9921,-50-6 4163</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4"/>
    </inkml:context>
    <inkml:brush xml:id="br0">
      <inkml:brushProperty name="width" value="0.025" units="cm"/>
      <inkml:brushProperty name="height" value="0.025" units="cm"/>
    </inkml:brush>
  </inkml:definitions>
  <inkml:trace contextRef="#ctx0" brushRef="#br0">399 1 2473,'0'0'19696,"-27"0"-18691,-87 6-295,106-5-594,-1 0 1,0 1 0,1 0-1,0 1 1,-1 0-1,1 0 1,0 0 0,0 1-1,1 1 1,-1-1 0,1 1-1,0 1 1,-12 10-1,15-12-71,3-3-54,0-1-1,0 1 1,0 0-1,0 0 0,0 0 1,0 1-1,1-1 1,-1 0-1,0 0 0,1 0 1,-1 0-1,1 1 1,-1-1-1,1 0 0,-1 1 1,1-1-1,0 0 1,0 1-1,0-1 0,0 0 1,0 1-1,0-1 0,0 1 1,0-1-1,0 0 1,1 1-1,-1-1 0,0 0 1,1 1-1,-1-1 1,1 0-1,0 0 0,-1 0 1,1 1-1,0-1 1,0 0-1,0 0 0,0 0 1,0 0-1,0 0 0,2 1 1,5 5-116,1 0 1,-1-1-1,2 0 1,10 6-1,-9-6 33,7 5-199,-10-7 129,0 0 0,0 0-1,-1 1 1,0 0 0,0 1-1,0 0 1,-1 0 0,6 7 0,-11-12 159,0 0 1,-1 0 0,1 0 0,-1 0-1,1 0 1,-1 0 0,0 1 0,1-1 0,-1 0-1,0 0 1,0 0 0,0 1 0,0-1-1,0 0 1,0 0 0,0 0 0,0 0 0,0 1-1,-1-1 1,1 0 0,0 0 0,-1 0-1,1 0 1,-1 0 0,1 0 0,-1 0 0,0 0-1,1 0 1,-1 0 0,0 0 0,0 0 0,0 0-1,0 0 1,1-1 0,-1 1 0,-2 1-1,-43 18 317,33-16-257,-4 3-3,-8 3-148,-1 0-1,1-2 0,-2-1 1,1-1-1,-46 4 0,81-14-1955,105-47-7200,-45 23 2733</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5"/>
    </inkml:context>
    <inkml:brush xml:id="br0">
      <inkml:brushProperty name="width" value="0.025" units="cm"/>
      <inkml:brushProperty name="height" value="0.025" units="cm"/>
    </inkml:brush>
  </inkml:definitions>
  <inkml:trace contextRef="#ctx0" brushRef="#br0">283 111 2585,'0'0'18242,"-29"5"-16932,-93 22-198,115-25-1011,-1 1 0,1 0 1,0 0-1,0 0 0,0 1 0,0 0 1,1 1-1,0 0 0,0 0 0,0 0 1,0 0-1,1 1 0,0 0 0,0 0 0,0 1 1,1-1-1,0 1 0,0 0 0,1 0 1,0 0-1,-3 8 0,5-12-102,0-1 0,0 1-1,0 0 1,0-1 0,0 1 0,1 0-1,-1-1 1,1 1 0,0 0 0,0 0-1,0-1 1,1 6 0,-1-7-11,1 0-1,0 0 1,-1 0 0,1 0-1,0 0 1,0 0 0,0 0-1,0 0 1,0 0 0,0 0-1,0-1 1,0 1 0,0 0-1,1-1 1,-1 1 0,0-1-1,0 1 1,0-1 0,1 0 0,-1 1-1,0-1 1,1 0 0,-1 0-1,0 0 1,1 0 0,-1 0-1,0 0 1,2-1 0,7 1-23,1-1 0,-1-1 0,0 0 0,0 0 1,0-1-1,0 0 0,0-1 0,0 0 0,-1-1 1,0 0-1,0 0 0,0-1 0,-1 0 0,1 0 1,-2-1-1,1 0 0,-1-1 0,0 1 0,0-2 1,9-14-1,-13 18 37,0 0 0,0 0 1,0-1-1,-1 1 0,0-1 0,0 0 0,0 0 1,-1 0-1,0 0 0,0 0 0,0 0 1,-1 0-1,0 0 0,0 0 0,0 0 1,-1-1-1,0 1 0,0 0 0,-4-10 0,3 12 12,0-1-1,0 1 1,-1-1-1,1 1 1,-1 0-1,0 0 1,0 0-1,0 0 1,-1 1-1,0-1 1,1 1-1,-1 0 1,0 0-1,0 0 1,-1 1-1,1-1 1,-1 1-1,1 0 1,-1 0-1,0 1 1,1-1-1,-1 1 0,-10-1 1,10 1-77,0 0 0,-1 1 0,1-1 0,-1 1 0,1 0 0,0 1 0,-10 1 0,1 11-2227,9 15-3354,5-9-200</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6"/>
    </inkml:context>
    <inkml:brush xml:id="br0">
      <inkml:brushProperty name="width" value="0.025" units="cm"/>
      <inkml:brushProperty name="height" value="0.025" units="cm"/>
    </inkml:brush>
  </inkml:definitions>
  <inkml:trace contextRef="#ctx0" brushRef="#br0">83 158 8538,'0'0'14647,"-6"23"-14084,-1 5-397,2-6 54,-1 0 0,-14 33 1,20-55-210,0 1 1,0-1 0,0 0 0,0 1 0,0-1 0,-1 1 0,1-1 0,0 0 0,0 1-1,0-1 1,-1 0 0,1 1 0,0-1 0,-1 0 0,1 1 0,0-1 0,-1 0 0,1 0-1,0 0 1,-1 1 0,1-1 0,0 0 0,-1 0 0,1 0 0,-1 0 0,1 1-1,0-1 1,-1 0 0,1 0 0,-1 0 0,1 0 0,0 0 0,-1 0 0,1 0 0,-1 0-1,1 0 1,0 0 0,-1-1 0,1 1 0,-1 0 0,1 0 0,0 0 0,-1-1 0,0 1 6,0-1 1,0 0-1,0 1 1,1-1-1,-1 0 1,0 0 0,0 1-1,1-1 1,-1 0-1,1 0 1,-1 0 0,1 0-1,-1 0 1,1 0-1,-1 0 1,1 0 0,0-1-1,-13-111 198,13 103-226,0 0 1,0 0 0,1 0 0,0 1 0,0-1 0,1 0 0,1 1-1,0 0 1,5-14 0,1 6-113,-7 11-141,0 1 1,1 0 0,-1 0 0,1 1-1,0-1 1,0 0 0,1 1 0,0 0-1,-1 0 1,8-6 0,-9 10-42,-1 1 0,0-1-1,1 1 1,-1 0 0,0-1 0,1 1 0,-1 0 0,0 0 0,0 0-1,0 0 1,0 0 0,0 0 0,0 0 0,2 2 0,-2-2-157,17 25-4153,-4 0-1144</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7"/>
    </inkml:context>
    <inkml:brush xml:id="br0">
      <inkml:brushProperty name="width" value="0.025" units="cm"/>
      <inkml:brushProperty name="height" value="0.025" units="cm"/>
    </inkml:brush>
  </inkml:definitions>
  <inkml:trace contextRef="#ctx0" brushRef="#br0">264 0 2817,'0'0'19076,"-28"19"-16869,28-19-2207,-115 81 1621,110-76-1460,-1 0-1,0 0 0,1 1 0,0 0 0,1 0 0,-1 0 0,1 0 0,0 1 1,1 0-1,-1 0 0,1 0 0,-3 13 0,-2 2 331,-5 15-240,3 1 0,0 0 0,3 0 0,1 0 0,2 1 0,1 0 0,4 46 0,-1-83-312,0 0 0,0 0 0,1 0-1,-1 0 1,1 0 0,0 0-1,0-1 1,0 1 0,0 0-1,0 0 1,0 0 0,0-1-1,0 1 1,0-1 0,1 1-1,-1-1 1,1 1 0,-1-1-1,1 0 1,0 0 0,0 1 0,-1-1-1,1-1 1,0 1 0,0 0-1,0 0 1,0-1 0,0 1-1,0-1 1,0 1 0,0-1-1,0 0 1,0 0 0,3 0-1,3 0-806,-1 0-1,1 0 0,-1 0 0,0-1 1,1 0-1,-1-1 0,0 1 0,9-4 1,5-7-4139</inkml:trace>
</inkml:ink>
</file>

<file path=ppt/ink/ink1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8"/>
    </inkml:context>
    <inkml:brush xml:id="br0">
      <inkml:brushProperty name="width" value="0.025" units="cm"/>
      <inkml:brushProperty name="height" value="0.025" units="cm"/>
    </inkml:brush>
  </inkml:definitions>
  <inkml:trace contextRef="#ctx0" brushRef="#br0">1 87 3305,'0'0'19836,"173"-87"-19604,-128 87-224,-7 0-8,-6 0-416,7 7-1056,-7 12-1585,-13 3-3320,0-6-1385</inkml:trace>
</inkml:ink>
</file>

<file path=ppt/ink/ink1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89"/>
    </inkml:context>
    <inkml:brush xml:id="br0">
      <inkml:brushProperty name="width" value="0.025" units="cm"/>
      <inkml:brushProperty name="height" value="0.025" units="cm"/>
    </inkml:brush>
  </inkml:definitions>
  <inkml:trace contextRef="#ctx0" brushRef="#br0">0 123 1536,'0'0'17236,"11"2"-16025,6 1-801,15 4 395,1-1 0,40 1 0,-62-7-764,0-1 1,0 0-1,0-1 1,0 0 0,-1-1-1,19-7 1,-23 7-38,0 1 0,0-1 0,0 0 0,0-1 0,-1 1 0,0-1 0,1 0 0,-2-1 0,1 1 0,0-1 1,-1 0-1,5-7 0,-8 11 16,0 0 1,0-1-1,0 1 1,0-1-1,-1 0 1,1 1-1,0-1 1,-1 0-1,1 1 1,-1-1-1,0 0 1,1 1-1,-1-1 1,0 0-1,0 0 1,0 0-1,0 1 1,0-1-1,-1 0 1,1 0-1,0 1 1,-1-1 0,-1-2-1,1 2 14,-1 0 0,1 0 1,-1 0-1,0 1 0,0-1 0,0 1 0,0-1 1,0 1-1,0 0 0,0 0 0,0 0 1,-1 0-1,1 0 0,0 0 0,-3 0 0,-12-2 153,1 1 0,-1 0 0,-32 2-1,38 0-161,4 0 52,1 0 0,-1 0 1,1 1-1,-1-1 0,1 2 1,0-1-1,0 1 0,-1 0 0,1 0 1,0 0-1,1 1 0,-8 4 1,9-4-60,1 0 1,1 0-1,-1 0 1,0 0-1,1 0 1,-1 0-1,1 1 1,0-1-1,0 1 1,0-1-1,1 1 1,-1 0-1,1 0 1,0 0-1,0 0 1,0 0-1,1 0 1,0 0-1,-1 0 1,2 6-1,-2-3-101,1 1-1,0-1 1,1 0 0,-1 1-1,2-1 1,-1 0-1,1 0 1,4 12 0,-3-14-137,0-1 0,0 0 1,1 0-1,0 0 1,-1 0-1,1-1 0,1 1 1,-1-1-1,0 0 1,1 0-1,-1-1 0,1 1 1,0-1-1,7 2 0,30 13-4178,74 18 0,-39-21-3428</inkml:trace>
</inkml:ink>
</file>

<file path=ppt/ink/ink1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0:59.390"/>
    </inkml:context>
    <inkml:brush xml:id="br0">
      <inkml:brushProperty name="width" value="0.025" units="cm"/>
      <inkml:brushProperty name="height" value="0.025" units="cm"/>
    </inkml:brush>
  </inkml:definitions>
  <inkml:trace contextRef="#ctx0" brushRef="#br0">291 640 1640,'0'0'17339,"-29"-13"-15322,-91-41-779,115 52-1094,0-1 0,-1 1 0,1 0-1,-1 0 1,1 1 0,-1-1 0,0 1 0,1 0 0,-1 1-1,0 0 1,0 0 0,0 0 0,-10 2 0,5 0 112,10-2-224,-1 1 1,0 0-1,0 0 0,0 0 1,1 1-1,-1-1 0,1 0 1,-1 1-1,1-1 0,-1 1 1,1-1-1,0 1 0,0 0 1,0-1-1,0 1 0,0 0 1,0 0-1,0 0 0,1 0 1,-1 0-1,0 2 0,-10 44 138,10-46-177,1-1-1,-1 1 0,1 0 1,0-1-1,-1 1 0,1 0 1,0-1-1,0 1 0,0 0 1,0-1-1,1 1 0,-1 0 0,0-1 1,1 1-1,-1 0 0,1-1 1,-1 1-1,1 0 0,0-1 1,0 1-1,0-1 0,0 0 1,0 1-1,0-1 0,0 0 1,0 1-1,0-1 0,1 0 0,-1 0 1,3 1-1,1 0-34,-1-1 0,1-1 0,0 1 0,0-1 0,0 1 0,0-1 0,-1-1 0,1 1 0,0-1 0,7-1 0,7-4-2,1-1 0,-1-1-1,0 0 1,-1-2 0,0 0-1,31-24 1,0 3-271,-3 2-333,-1-2 0,-2-2 0,-1-2 0,65-69 0,-89 84 716,-1 0 1,-1-2-1,-1 0 0,-1 0 0,-1-1 0,-1-1 0,-1 0 0,-1-1 1,-1 0-1,-1-1 0,7-45 0,-14 68-207,-1-16 2612,-1 19-2376,1 0 0,-1 0 1,0 0-1,0 0 0,1 0 1,-1 1-1,0-1 0,1 0 1,-1 1-1,0-1 0,1 0 0,-1 1 1,0-1-1,1 1 0,-1-1 1,1 1-1,-1-1 0,1 1 1,-1-1-1,1 1 0,-1-1 0,1 1 1,0 0-1,-1-1 0,1 1 1,-1 1-1,-39 53 839,3 1 0,1 2 0,-39 91-1,63-124-832,1 1 0,2 0 0,0 0-1,2 1 1,1 0 0,1 0-1,1 0 1,1 1 0,2 0-1,1-1 1,4 38 0,-2-56-112,1-1 0,1 0 0,-1 1 0,1-1 0,1 0 0,-1-1 0,1 1-1,1-1 1,-1 0 0,1 0 0,0-1 0,1 1 0,0-1 0,0-1 0,0 1 0,0-1 0,1-1 0,0 1 0,0-1 0,0-1 0,16 5 0,-8-4 1013,-11-3-4269,-25-2-5924,-5 1 817</inkml:trace>
</inkml:ink>
</file>

<file path=ppt/ink/ink1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00.883"/>
    </inkml:context>
    <inkml:brush xml:id="br0">
      <inkml:brushProperty name="width" value="0.025" units="cm"/>
      <inkml:brushProperty name="height" value="0.025" units="cm"/>
    </inkml:brush>
  </inkml:definitions>
  <inkml:trace contextRef="#ctx0" brushRef="#br0">7 1 6025,'0'0'8594,"-6"0"-8154,6 6-1168,0 13-736,13-3-1137,0 0-3464</inkml:trace>
</inkml:ink>
</file>

<file path=ppt/ink/ink1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0"/>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1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1"/>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1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2"/>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1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3"/>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1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4"/>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1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5"/>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1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6"/>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1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7"/>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1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8"/>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1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59"/>
    </inkml:context>
    <inkml:brush xml:id="br0">
      <inkml:brushProperty name="width" value="0.025" units="cm"/>
      <inkml:brushProperty name="height" value="0.025" units="cm"/>
    </inkml:brush>
  </inkml:definitions>
  <inkml:trace contextRef="#ctx0" brushRef="#br0">1 28 8834,'0'0'13472,"3"-3"-13124,1 0-286,0 0 0,0 0 0,1 1 0,-1-1 0,1 1 0,0 0 0,0 1 0,-1-1 0,1 1 0,0 0 0,0 0 0,0 1 0,7-1 0,81 2 453,-52 0-153,-39 0-351,1-1 1,-1 0 0,1 1 0,-1-1 0,0 1-1,0 0 1,1 0 0,-1 0 0,0 0-1,0 0 1,0 0 0,0 0 0,0 1 0,0-1-1,0 1 1,-1 0 0,1-1 0,0 1 0,-1 0-1,1 0 1,-1 0 0,0 0 0,0 0 0,0 0-1,0 0 1,0 1 0,0-1 0,0 0 0,-1 1-1,1-1 1,-1 0 0,0 1 0,0-1 0,0 0-1,0 1 1,0-1 0,0 1 0,0-1-1,-1 0 1,1 1 0,-1-1 0,0 0 0,0 0-1,0 1 1,0-1 0,0 0 0,0 0 0,-1 0-1,1 0 1,-2 2 0,-14 10 48,0 0 0,0 0-1,-1-2 1,-33 17 0,54-29-105,0 0 0,1 0 1,-1 0-1,0 0 0,1 0 1,-1 1-1,0-1 0,0 1 1,1 0-1,-1 0 0,0 0 0,0 0 1,0 1-1,0-1 0,0 1 1,-1 0-1,1 0 0,0 0 1,-1 0-1,4 4 0,6 3 35,-1 2-1,-1-1 0,18 22 0,-26-29 11,1 0-1,-1 0 1,0 0-1,-1 0 1,1 1-1,0-1 0,-1 0 1,0 1-1,0-1 1,0 1-1,0-1 1,0 1-1,-1 0 1,0-1-1,1 1 1,-1 0-1,-1-1 0,0 7 1,0-7 34,0-1 0,0 1 0,-1 0 0,1-1-1,-1 1 1,0-1 0,0 1 0,0-1 0,0 0 0,0 0 0,0 0 0,-1 0 0,1 0-1,0 0 1,-1-1 0,0 1 0,1-1 0,-1 0 0,0 0 0,-5 2 0,-13 4 173,-1-2 0,0 0 1,0-1-1,0-1 0,0-1 0,-38-1 1,58-1-435,13-1-3304,66-9-5882,-37 1-1309</inkml:trace>
</inkml:ink>
</file>

<file path=ppt/ink/ink1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60"/>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1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61"/>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1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62"/>
    </inkml:context>
    <inkml:brush xml:id="br0">
      <inkml:brushProperty name="width" value="0.025" units="cm"/>
      <inkml:brushProperty name="height" value="0.025" units="cm"/>
    </inkml:brush>
  </inkml:definitions>
  <inkml:trace contextRef="#ctx0" brushRef="#br0">223 125 2985,'0'0'13725,"7"-13"-9896,-10 12-3659,0 0 0,-1 0-1,1 1 1,0-1 0,0 1 0,-1 0-1,1 0 1,0 0 0,-5 1 0,-2-1 111,1 1-109,0 0-1,1 1 1,-1 0-1,1 0 1,-1 1-1,1 0 1,0 1-1,0-1 1,0 2-1,1-1 1,-1 1-1,1 0 1,0 1-1,1-1 1,-1 1-1,-9 12 1,12-13-152,0-1 0,0 1 0,0 0 1,1 0-1,0 0 0,0 1 0,0-1 1,1 1-1,0 0 0,0-1 0,0 1 1,1 0-1,-1 0 0,1 0 0,1 0 1,-1 1-1,1-1 0,0 0 0,1 0 1,0 0-1,0 0 0,0 0 0,0 0 1,1 0-1,3 7 0,-4-11-19,1 1-1,0-1 1,0 0-1,0 0 0,0 1 1,0-2-1,1 1 1,-1 0-1,0 0 0,1-1 1,0 1-1,-1-1 1,1 0-1,0 0 1,-1 0-1,1 0 0,0 0 1,0-1-1,0 1 1,4-1-1,69 0 72,-48-1-37,1 1-17,1-2 1,-1-1-1,57-13 0,-73 12-13,-1 1 0,1-2 0,-1 0 0,0 0 0,0-1 0,-1-1 0,1 1 0,-1-2-1,-1 0 1,0 0 0,12-13 0,-18 16 2,0-1 0,0 0 0,-1 0 0,0 0 0,0-1 0,0 1 0,-1-1 0,0 1 0,0-1-1,-1 0 1,0 0 0,0 0 0,0 1 0,-1-1 0,0 0 0,-1 0 0,1 0 0,-1 0 0,-1 0 0,1 0 0,-1 1 0,0-1-1,-1 1 1,1-1 0,-2 1 0,1 0 0,0 0 0,-1 0 0,0 1 0,0-1 0,-1 1 0,0 0 0,0 0 0,0 0-1,0 1 1,-12-7 0,5 6 33,-1 0 0,0 0-1,0 2 1,0 0 0,-1 0-1,1 1 1,-1 1 0,1 0-1,-1 1 1,0 0 0,-24 5-1,37-5-41,0 1 0,-1-1-1,1 1 1,0-1-1,-1 1 1,1 0 0,0-1-1,0 1 1,0 0-1,0 0 1,0 0 0,0 0-1,0 0 1,0 0-1,0 0 1,0 0 0,0 0-1,0 0 1,1 1-1,-1-1 1,1 0 0,-1 1-1,1-1 1,-1 0-1,1 2 1,-2 39-2650,3-25-832,-1-7-1663</inkml:trace>
</inkml:ink>
</file>

<file path=ppt/ink/ink1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63"/>
    </inkml:context>
    <inkml:brush xml:id="br0">
      <inkml:brushProperty name="width" value="0.025" units="cm"/>
      <inkml:brushProperty name="height" value="0.025" units="cm"/>
    </inkml:brush>
  </inkml:definitions>
  <inkml:trace contextRef="#ctx0" brushRef="#br0">1 0 3937,'0'0'4390,"0"6"-3036,0 20 162,0-19 5675,20-7-4426,17 0-2531,11 1 308,-1-2 1,0-2-1,87-17 1,-77 10-427,-56 10 27,-15 3 708,3 3-745,0-1 0,1 2 0,0 0 1,0 0-1,0 1 0,1 0 1,0 0-1,0 1 0,1 1 1,1-1-1,-1 1 0,2 0 0,-1 1 1,1 0-1,1 0 0,-5 14 1,-34 83 422,37-86-283,7-18-3559,-1 1-3582,1-13 1104</inkml:trace>
</inkml:ink>
</file>

<file path=ppt/ink/ink1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1:44.864"/>
    </inkml:context>
    <inkml:brush xml:id="br0">
      <inkml:brushProperty name="width" value="0.025" units="cm"/>
      <inkml:brushProperty name="height" value="0.025" units="cm"/>
    </inkml:brush>
  </inkml:definitions>
  <inkml:trace contextRef="#ctx0" brushRef="#br0">4 1 3137,'-3'0'18569,"332"0"-13317,-328 0-5138,-28 6-5925,17 0 924,2-2-2717</inkml:trace>
</inkml:ink>
</file>

<file path=ppt/ink/ink1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3.072"/>
    </inkml:context>
    <inkml:brush xml:id="br0">
      <inkml:brushProperty name="width" value="0.025" units="cm"/>
      <inkml:brushProperty name="height" value="0.025" units="cm"/>
    </inkml:brush>
  </inkml:definitions>
  <inkml:trace contextRef="#ctx0" brushRef="#br0">1 385 3673,'0'0'4519,"18"3"-2361,-11-3 5414,-7 36-6205,-12 82 256,12-116-1614,0-1-1,0 0 0,0 0 0,1 0 1,-1 1-1,1-1 0,-1 0 0,1 0 1,-1 0-1,1 0 0,0 0 0,0 0 1,-1 0-1,1 0 0,0 0 0,0 0 0,0 0 1,0-1-1,0 1 0,0 0 0,2 0 1,30 15 141,-29-15-142,-1 0 1,1 1-1,-1-1 0,0 1 0,1 0 0,-1 0 1,0 0-1,5 5 0,-4-4-1,-1 1 1,1 0-1,0-1 0,0 0 1,0 0-1,1 0 1,-1 0-1,1-1 0,0 0 1,-1 1-1,1-2 1,0 1-1,0-1 0,0 0 1,1 0-1,8 1 1,17 1 62,52-3 0,-52 0-49,41-4-3,-1-3 1,116-27 0,58-8-13,378 2-25,-404 29 16,577-21 19,-733 31-22,470-1 20,-521 3 45,0 0 0,0 1 0,-1 0 0,1 1 0,-1 0 0,0 1 0,1 0 0,-2 0 0,1 2 1,0-1-1,-1 1 0,0 1 0,-1 0 0,1 0 0,12 14 0,-19-15 98,-1 0 0,-1 0 0,1 1 1,-1-1-1,0 0 0,0 1 0,-1-1 0,0 1 0,0-1 0,-1 0 0,-1 9 0,1 6 172,1-17 48,0-6-169,0-11-367,1 1-1,1 0 1,0 0-1,5-17 1,-3 22 39,0 1-1,0-1 1,1 1-1,0 0 1,0 1 0,1-1-1,0 1 1,0 0 0,0 0-1,0 1 1,1 0-1,0 0 1,0 1 0,0-1-1,0 1 1,0 1-1,1 0 1,-1 0 0,11-2-1,17-1 150,1 2 0,0 1 0,37 2 0,-31 1-127,614-21 195,-316 12-80,5 0 1,-170-9 19,127-4 254,339-3-186,-347 9-91,71-29-19,-83 6 2,40 30 26,-209 10-7,186-22 1,-197 10 252,0 4 0,126 9 0,-82 7-336,64 2-80,-106-10 268,112-5 531,-175-3-448,1-1 1,63-21-1,-57 14 94,61-10 0,-98 22-311,-10 3 63,0-1-1,1 0 0,-1 0 1,0 0-1,0 0 0,1 0 1,-1 0-1,0 0 0,0 0 1,1 0-1,-1-1 0,0 1 1,0 0-1,0-1 0,0 1 1,1-1-1,-1 0 0,0 1 0,0-1 1,0 0-1,0 1 0,0-1 1,0 0-1,-1 0 0,1 0 1,0 0-1,0 0 0,-1 0 1,1 0-1,0 0 0,-1 0 1,1-1-1,-1 1 0,1-2 1,0-1-26,1 1 0,0-1 0,-1 0 0,1 1 0,0-1-1,1 1 1,-1 0 0,0 0 0,1 0 0,0 0 0,5-5 0,7-8 154,-10 11-79,-1-1-1,1 1 1,-1-1 0,-1-1-1,1 1 1,-1 0-1,0-1 1,0 1 0,-1-1-1,0 0 1,0 0-1,-1 0 1,0 0 0,1-12-1,-28 20 0,15 14-342,-7 5-1329,0-10-3285,-5-6-4176</inkml:trace>
</inkml:ink>
</file>

<file path=ppt/ink/ink1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4.412"/>
    </inkml:context>
    <inkml:brush xml:id="br0">
      <inkml:brushProperty name="width" value="0.025" units="cm"/>
      <inkml:brushProperty name="height" value="0.025" units="cm"/>
    </inkml:brush>
  </inkml:definitions>
  <inkml:trace contextRef="#ctx0" brushRef="#br0">1 14 3697,'0'0'9403,"3"-2"-8080,10-7-103,-10 7 3385,-3 5-3478,-19 174 2854,18-162-3947,3 20 34,-2-34-68,1 0 0,-1 0 0,1 0 0,-1 0 0,1 0 0,-1 0-1,1 0 1,-1 0 0,1-1 0,0 1 0,0 0 0,-1-1 0,1 1 0,0 0 0,0-1-1,0 1 1,0-1 0,-1 1 0,1-1 0,0 1 0,0-1 0,0 0 0,0 1 0,0-1-1,0 0 1,0 0 0,0 0 0,0 0 0,1 0 0,0 0 0,14-1-43,0-1 0,1 0 1,-1-1-1,0-1 0,-1 0 1,1-1-1,-1-1 0,20-11 0,-6 2-9,-1-2 1,-1-1-1,32-26 0,-44 31-276,-2 2 1742,-19 29-349,4-12-1040,0 0 0,0 1 0,0-1 1,1 0-1,0 1 0,0-1 0,0 1 0,1-1 1,0 1-1,1 0 0,-1-1 0,1 1 1,1-1-1,-1 0 0,4 10 0,-3-10-433,1 0 1,0 0-1,0 0 0,0 0 0,1 0 1,0-1-1,0 0 0,0 0 0,6 5 1,22 25-8755,-20-22 785</inkml:trace>
</inkml:ink>
</file>

<file path=ppt/ink/ink1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4.911"/>
    </inkml:context>
    <inkml:brush xml:id="br0">
      <inkml:brushProperty name="width" value="0.025" units="cm"/>
      <inkml:brushProperty name="height" value="0.025" units="cm"/>
    </inkml:brush>
  </inkml:definitions>
  <inkml:trace contextRef="#ctx0" brushRef="#br0">0 36 9514,'0'0'12901,"13"10"-11522,42 32-304,-49-36-897,-1 1-1,1-1 0,-1 1 0,0 0 1,0 1-1,-1-1 0,4 9 0,0-1-69,-6-22-781,-1 2 613,1 1 1,-1-1 0,1 1-1,0-1 1,0 1 0,0 0-1,1 0 1,-1 0 0,1 0-1,0 0 1,0 0 0,0 1-1,8-6 1,52-42-140,-63 51 199,8-6 13,0 1 0,0 0-1,0 0 1,0 1 0,1 0-1,-1 0 1,1 1 0,0 0 0,0 1-1,15-2 1,-24 4 37,1 1 0,0-1 0,-1 0 1,1 1-1,-1-1 0,1 1 0,-1-1 0,1 1 0,-1 0 1,1-1-1,-1 1 0,0 0 0,1-1 0,-1 1 0,0 0 1,0-1-1,1 1 0,-1 0 0,0-1 0,0 1 0,0 0 1,0 0-1,0-1 0,0 1 0,0 0 0,0 0 0,0 0 1,0 30 539,-1-23-361,1 111 596,1-118-1016,0 0 0,0 0 1,0-1-1,0 1 0,0 0 1,0-1-1,0 1 0,1-1 1,-1 1-1,0-1 1,0 1-1,0-1 0,1 0 1,-1 0-1,0 0 0,0 0 1,1 0-1,-1 0 0,0 0 1,0 0-1,1 0 0,0-1 1,34-2-5001,-4-10-3384</inkml:trace>
</inkml:ink>
</file>

<file path=ppt/ink/ink1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5.347"/>
    </inkml:context>
    <inkml:brush xml:id="br0">
      <inkml:brushProperty name="width" value="0.025" units="cm"/>
      <inkml:brushProperty name="height" value="0.025" units="cm"/>
    </inkml:brush>
  </inkml:definitions>
  <inkml:trace contextRef="#ctx0" brushRef="#br0">224 0 10018,'0'0'15389,"-18"2"-14618,-6 0-574,-1 2 1,1 1 0,1 0-1,-41 16 1,27 1-779,36-21 569,1-1 0,-1 0 0,1 1 0,-1-1 1,1 0-1,-1 1 0,1-1 0,-1 0 0,1 1 1,0-1-1,-1 1 0,1-1 0,-1 1 0,1-1 1,0 1-1,0-1 0,-1 1 0,1-1 0,0 1 1,0 0-1,0-1 0,-1 1 0,1-1 0,0 1 1,0 0-1,0-1 0,0 1 0,0-1 0,0 1 1,0 0-1,0-1 0,1 1 0,-1-1 0,0 1 1,0-1-1,0 1 0,1 0 0,-1-1 0,0 1 1,1-1-1,-1 1 0,0-1 0,1 1 0,-1-1 1,0 0-1,1 1 0,-1-1 0,1 1 0,-1-1 1,1 0-1,-1 1 0,1-1 0,-1 0 0,1 0 1,0 1-1,-1-1 0,1 0 0,-1 0 0,1 0 1,0 0-1,-1 0 0,1 0 0,-1 0 0,2 0 1,191 50-2303,-191-49 2297,-1-1 1,0 0 0,1 1 0,-1-1 0,0 1-1,0-1 1,1 1 0,-1 0 0,0-1 0,0 1-1,0 0 1,0 0 0,1 0 0,-1 0 0,-1 0-1,3 2 1,-3-2 22,0-1 1,0 1-1,0-1 0,0 1 1,0-1-1,0 1 0,-1-1 1,1 1-1,0-1 0,0 1 1,0-1-1,-1 1 0,1-1 1,0 1-1,-1-1 0,1 0 1,0 1-1,-1-1 0,1 1 1,-1-1-1,1 0 0,0 1 1,-1-1-1,1 0 0,-1 0 1,1 1-1,-1-1 0,0 0 1,-47 17 678,40-15-641,-145 39 707,199-51-9205,-3-5 2778</inkml:trace>
</inkml:ink>
</file>

<file path=ppt/ink/ink1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5.484"/>
    </inkml:context>
    <inkml:brush xml:id="br0">
      <inkml:brushProperty name="width" value="0.025" units="cm"/>
      <inkml:brushProperty name="height" value="0.025" units="cm"/>
    </inkml:brush>
  </inkml:definitions>
  <inkml:trace contextRef="#ctx0" brushRef="#br0">0 0 8666</inkml:trace>
</inkml:ink>
</file>

<file path=ppt/ink/ink1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5.984"/>
    </inkml:context>
    <inkml:brush xml:id="br0">
      <inkml:brushProperty name="width" value="0.025" units="cm"/>
      <inkml:brushProperty name="height" value="0.025" units="cm"/>
    </inkml:brush>
  </inkml:definitions>
  <inkml:trace contextRef="#ctx0" brushRef="#br0">0 74 8666,'166'86'4263,"-133"-69"4430,-47-12-5586,12-5-3082,1 0 1,0 0 0,0 1-1,0-1 1,-1 0 0,1 1-1,0-1 1,0 1 0,0-1-1,0 1 1,0 0 0,0-1-1,0 1 1,0 0-1,0 0 1,0 0 0,1 0-1,-1 0 1,0 0 0,0 0-1,1 0 1,-1 1 0,-2 3-7,1 0 0,0 0 0,0 0 0,0 0 0,0 0 0,1 1 0,0-1 0,0 1 1,1-1-1,0 1 0,0-1 0,0 0 0,0 1 0,2 8 0,-1-11-13,0 0 0,0-1 1,0 1-1,0 0 0,0-1 0,1 1 0,-1-1 0,1 0 0,0 1 1,-1-1-1,1 0 0,0 0 0,0 0 0,0 0 0,1 0 0,-1-1 1,0 1-1,1-1 0,-1 1 0,1-1 0,0 0 0,-1 0 0,1 0 1,0 0-1,0 0 0,-1-1 0,1 0 0,0 1 0,3-1 1,6 1-50,-1 0 0,1-1 0,-1-1 0,1 0 0,22-5 0,-30 5 27,1-1 0,-1 0 0,0 0 0,0 0 0,-1 0 0,1 0 0,0-1 0,-1 0 0,0 0 0,1 0 0,-1 0 0,0 0 0,0-1 0,-1 1 0,1-1 0,-1 0 0,0 0 0,3-7 0,-2 3 10,0 0 0,0-1 0,-1 1 0,0-1 0,0 1 1,-1-1-1,-1 0 0,1-14 0,-2 18 12,1 0-1,-1-1 1,0 1 0,0 0 0,0-1 0,-1 1 0,0 0 0,0 0 0,0 0-1,0 0 1,-1 1 0,0-1 0,0 1 0,-6-7 0,9 11 4,0 0 1,0 0 0,-1 0-1,1 0 1,0-1 0,0 1-1,0 0 1,0 0 0,-1 0-1,1 0 1,0 0 0,0-1-1,0 1 1,0 0 0,0 0 0,-1 0-1,1 0 1,0-1 0,0 1-1,0 0 1,0 0 0,0 0-1,0-1 1,0 1 0,0 0-1,0 0 1,0 0 0,0-1-1,0 1 1,0 0 0,0 0-1,0 0 1,0-1 0,0 1-1,0 0 1,0 0 0,0 0-1,0-1 1,0 1 0,1 0-1,-1 0 1,0 0 0,0 0-1,0-1 1,0 1 0,0 0-1,0 0 1,1 0 0,-1 0-1,0 0 1,0-1 0,1 1-1,16-2 103,23 6-116,-35-3 18,1 0 0,0 0 0,-1 1 0,1-1 0,-1 1 0,0 1 1,0-1-1,0 1 0,0 0 0,0 0 0,0 0 0,-1 0 0,1 1 1,-1 0-1,0 0 0,0 0 0,-1 1 0,1-1 0,-1 1 0,0 0 1,0 0-1,-1 0 0,1 0 0,-1 0 0,0 1 0,-1-1 0,1 1 1,-1-1-1,0 1 0,0 7 0,-1-12 1077,1-21-176,4-5-852,2 0-1,0 0 0,1 1 0,13-26 0,-15 31-57,-4 9-1548,5-1-3287,0 5-677</inkml:trace>
</inkml:ink>
</file>

<file path=ppt/ink/ink1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6.394"/>
    </inkml:context>
    <inkml:brush xml:id="br0">
      <inkml:brushProperty name="width" value="0.025" units="cm"/>
      <inkml:brushProperty name="height" value="0.025" units="cm"/>
    </inkml:brush>
  </inkml:definitions>
  <inkml:trace contextRef="#ctx0" brushRef="#br0">161 1 5569,'0'0'17812,"-13"30"-16062,-41 102-307,39-87-845,1 1 1,2 0 0,-6 60-1,10-57-681,7-41-140,-1 8-798,2-15 891,0-1 0,0 0 1,0 0-1,0 1 0,-1-1 1,1 0-1,0 0 0,0 1 1,-1-1-1,1 0 0,0 0 1,-1 0-1,1 0 0,0 0 1,0 1-1,-1-1 1,1 0-1,0 0 0,-1 0 1,1 0-1,0 0 0,-1 0 1,1 0-1,0 0 0,-1 0 1,1 0-1,0 0 0,-1 0 1,1 0-1,0 0 0,0 0 1,-1-1-1,1 1 0,0 0 1,-1 0-1,1 0 0,0 0 1,0-1-1,-1 1 0,1 0 1,0 0-1,0 0 0,-1-1 1,1 1-1,-12-11-5505</inkml:trace>
</inkml:ink>
</file>

<file path=ppt/ink/ink1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6.763"/>
    </inkml:context>
    <inkml:brush xml:id="br0">
      <inkml:brushProperty name="width" value="0.025" units="cm"/>
      <inkml:brushProperty name="height" value="0.025" units="cm"/>
    </inkml:brush>
  </inkml:definitions>
  <inkml:trace contextRef="#ctx0" brushRef="#br0">0 61 12395,'0'0'9452,"32"8"-7797,107 26-726,-95-24-698,0-3 1,0-2 0,0-1 0,90-5-1,-129 1-224,0 0 0,0-1 0,-1 1-1,1-1 1,0-1 0,0 1 0,0-1-1,0 0 1,-1 0 0,1 0 0,5-4-1,-8 4 4,0 1-1,1-1 1,-1-1-1,0 1 1,0 0-1,-1 0 1,1-1-1,0 1 1,-1-1-1,0 1 1,1-1-1,-1 0 1,0 0-1,0 1 1,0-1-1,-1 0 1,1 0-1,-1 0 1,0 0-1,0-5 1,0 7-7,0-1 0,0 1 1,0-1-1,0 0 1,-1 1-1,1-1 0,-1 1 1,1-1-1,-1 1 1,0 0-1,1-1 0,-1 1 1,0-1-1,0 1 1,0 0-1,0 0 0,0 0 1,0 0-1,0-1 1,-3 0-1,0-1 28,0 1 0,0 0-1,0 0 1,-1 1 0,1-1 0,0 1-1,-7-2 1,-10 1 247,0 0 0,-32 1 0,39 1-69,10 0-183,0 1 1,0-1-1,0 1 0,0-1 1,0 1-1,0 0 0,0 0 1,0 1-1,1-1 1,-1 1-1,0 0 0,1 0 1,0 0-1,-1 0 0,1 1 1,0 0-1,0-1 1,0 1-1,1 0 0,-1 0 1,1 0-1,-1 1 1,1-1-1,0 0 0,0 1 1,1 0-1,-1-1 0,1 1 1,0 0-1,0 0 1,0 0-1,0 0 0,1 0 1,-1 0-1,1 0 0,0 0 1,0 0-1,1 0 1,-1 0-1,1 0 0,0 0 1,0-1-1,0 1 0,0 0 1,1 0-1,0-1 1,0 1-1,0-1 0,3 5 1,2 2-155,1-1-1,1 1 1,0-2 0,0 1-1,0-1 1,1-1 0,0 0 0,1 0-1,0-1 1,0 0 0,0-1 0,0 0-1,17 4 1,3-1-1801,0-1 0,1-2-1,61 3 1,-20-7-4776</inkml:trace>
</inkml:ink>
</file>

<file path=ppt/ink/ink1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17.259"/>
    </inkml:context>
    <inkml:brush xml:id="br0">
      <inkml:brushProperty name="width" value="0.025" units="cm"/>
      <inkml:brushProperty name="height" value="0.025" units="cm"/>
    </inkml:brush>
  </inkml:definitions>
  <inkml:trace contextRef="#ctx0" brushRef="#br0">125 602 10746,'0'0'14462,"-14"1"-13823,-44 6-154,56-7-433,-1 1 0,0 0-1,1 0 1,-1 0 0,1 0 0,0 0-1,-1 1 1,1-1 0,0 1 0,0-1-1,0 1 1,0 0 0,0 0-1,0 0 1,0 0 0,1 0 0,-1 1-1,1-1 1,-1 0 0,1 1-1,0-1 1,-2 6 0,2-4-18,0 0 1,0 0-1,0 0 0,1 0 1,-1 0-1,1 1 0,0-1 1,0 0-1,0 0 0,1 0 1,1 7-1,-1-10-29,0 1 1,0-1-1,1 0 0,-1 0 0,0 0 1,1 0-1,-1 0 0,1 0 1,-1 0-1,1 0 0,-1 0 1,1-1-1,-1 1 0,1-1 1,0 1-1,-1-1 0,1 0 0,0 0 1,0 1-1,-1-1 0,1 0 1,3-1-1,41-2 18,-36 1-22,0 0 0,0-2 0,0 1 0,0-1 0,-1 0-1,1-1 1,15-11 0,63-50-227,-53 38 20,10-8-171,-1-3 1,-1-1 0,57-72-1,-74 79 275,-2-2-1,-1-1 1,-2-1-1,-1-1 1,23-62-1,-41 93 162,1 3 19,-1-1 0,0 1 0,-1-1-1,1 0 1,-1 1 0,0-1-1,0 0 1,-1 0 0,1 0 0,-1 0-1,0 0 1,-1 0 0,0-7-1,-10 13 650,-2 6-544,-1 1 0,1 1 0,1 0 0,0 0 0,0 1 0,1 1 0,0 0 0,1 0 0,0 1 0,-8 14 0,-7 12 252,1 1 0,-22 51 0,32-58-306,1 0 0,1 1 0,2 1 0,2 0 0,0 0 0,3 1 0,1-1 0,1 1 0,3 50 0,0-80-112,1 0-1,0 0 1,0 0 0,0 1-1,0-1 1,1 0 0,0 0 0,0-1-1,0 1 1,1 0 0,-1-1-1,1 1 1,0-1 0,0 0 0,1 0-1,-1 0 1,1 0 0,0-1-1,0 1 1,8 4 0,-5-4-301,0-1 0,0 1 0,0-1 0,0-1 0,12 4 0,40 0-7165</inkml:trace>
</inkml:ink>
</file>

<file path=ppt/ink/ink1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6.830"/>
    </inkml:context>
    <inkml:brush xml:id="br0">
      <inkml:brushProperty name="width" value="0.025" units="cm"/>
      <inkml:brushProperty name="height" value="0.025" units="cm"/>
    </inkml:brush>
  </inkml:definitions>
  <inkml:trace contextRef="#ctx0" brushRef="#br0">411 173 5601,'0'0'8979,"-5"-20"-8240,-12-84 572,13 56 5424,2 65-6507,-1 0 1,-1-1-1,-1 1 1,0-1-1,-11 23 1,0 5 214,-12 55 176,24-75-581,-2 0 0,-1-1-1,0 0 1,-2 0 0,-1-1 0,0 0-1,-19 28 1,23-43-342,0 0-1,0-1 1,0 0 0,-1 0-1,0 0 1,0-1-1,0 0 1,-1 0-1,0-1 1,0 0-1,0 0 1,-13 4 0,8-5-1793,0 0-1,0-1 1,1 0 0,-24-1 0,4-1-6463</inkml:trace>
</inkml:ink>
</file>

<file path=ppt/ink/ink1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7.442"/>
    </inkml:context>
    <inkml:brush xml:id="br0">
      <inkml:brushProperty name="width" value="0.025" units="cm"/>
      <inkml:brushProperty name="height" value="0.025" units="cm"/>
    </inkml:brush>
  </inkml:definitions>
  <inkml:trace contextRef="#ctx0" brushRef="#br0">1 361 9738,'0'0'4193,"39"-9"-1786,442-65 3292,-280 59-4768,85-10-518,-216 16-398,-2-4 1,74-23 0,-125 32-34,-1-2 1,0 0-1,0-1 1,24-14 0,-36 18-34,0 0 1,-1 0 0,1 0 0,-1 0-1,1 0 1,-1 0 0,0-1 0,0 0-1,-1 0 1,1 0 0,-1 0 0,0 0 0,0 0-1,0 0 1,0-1 0,-1 1 0,0-1-1,0 1 1,0-1 0,0 0 0,-1-6-1,1 9 44,-1 0 0,0 1 0,0-1 0,0 1 0,0-1 0,0 0 0,-1 1 0,1-1 0,0 1 0,-1-1-1,1 1 1,-1-1 0,1 1 0,-1-1 0,0 1 0,0-1 0,0 1 0,0 0 0,0 0 0,0-1-1,0 1 1,0 0 0,0 0 0,-3-2 0,0 2 12,0 0-1,0 0 1,-1 0-1,1 0 1,0 1-1,0 0 1,-1 0-1,-4 0 1,-2 0-11,2 1 25,1 0 0,0 0 0,0 0 0,0 1 0,0 1 0,1-1 0,-1 1 0,0 0 0,1 1 0,0 0 0,0 0 0,0 0 0,0 1 0,1 0 0,0 1 0,0-1 0,0 1 0,-5 8 0,-10 13 123,1 1 1,1 1-1,-15 34 0,12-23 73,-57 98 269,-116 155-1,188-286-481,5-5-3,0 0 0,0 0-1,1 0 1,-1 1 0,0-1 0,1 0-1,-1 1 1,1-1 0,0 1-1,0-1 1,-2 5 0,44-8-285,-21-3 91,-1-2 0,0 0-1,0-2 1,0 0-1,-1-1 1,0 0-1,-1-2 1,0 0 0,0-1-1,15-14 1,-32 74 1613,1-22-2834,-1-25 1213,0 1-66,0-1 0,0 0 0,0 0 0,0 0-1,0 0 1,0 0 0,0 0 0,1 0 0,-1 0 0,0 0-1,1 0 1,-1 0 0,1 0 0,-1 0 0,1 0 0,-1 0-1,1 0 1,1 1 0,4 4-5091</inkml:trace>
</inkml:ink>
</file>

<file path=ppt/ink/ink1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7.848"/>
    </inkml:context>
    <inkml:brush xml:id="br0">
      <inkml:brushProperty name="width" value="0.025" units="cm"/>
      <inkml:brushProperty name="height" value="0.025" units="cm"/>
    </inkml:brush>
  </inkml:definitions>
  <inkml:trace contextRef="#ctx0" brushRef="#br0">0 38 8146,'0'0'9695,"25"5"-9439,117 24 164,-140-28-368,0-1-1,-1 0 0,1 0 0,0 1 0,0-1 1,0-1-1,0 1 0,0 0 0,0 0 1,0-1-1,0 1 0,-1-1 0,1 1 0,2-2 1,-3 2 15,-1-1 1,1 1 0,0-1-1,-1 1 1,1-1-1,-1 0 1,1 1 0,-1-1-1,1 1 1,-1-1 0,1 0-1,-1 1 1,0-1 0,1 0-1,-1 0 1,0 1-1,0-1 1,0 0 0,1 0-1,-1 0 1,0 1 0,0-1-1,0-1 1,-1-1 24,1 1-1,-1 0 1,0-1 0,0 1 0,0 0-1,0 0 1,0-1 0,0 1 0,-1 0-1,1 0 1,-1 0 0,1 0 0,-1 1-1,0-1 1,0 0 0,0 1 0,0-1-1,0 1 1,0 0 0,-3-2 0,3 2-49,-1-1 1,1 1-1,-1 0 1,1 0-1,-1 0 1,0 0 0,1 1-1,-1-1 1,0 1-1,0 0 1,1 0 0,-1 0-1,0 0 1,0 0-1,1 0 1,-1 1 0,0-1-1,0 1 1,1 0-1,-1 0 1,0 0-1,1 0 1,-1 0 0,1 0-1,0 1 1,-1 0-1,1-1 1,0 1 0,0 0-1,0 0 1,0 0-1,0 0 1,1 0-1,-1 0 1,0 1 0,1-1-1,0 1 1,-1-1-1,1 1 1,-1 4 0,1 1-30,-1 1 1,2 0 0,-1 1 0,1-1 0,2 10-1,-2-16-47,1 0-1,-1 0 0,1 0 0,0 0 0,0 0 0,0 0 0,0 0 0,1-1 0,-1 1 0,1 0 0,-1-1 0,1 1 1,0-1-1,0 0 0,0 0 0,1 0 0,-1 0 0,0 0 0,4 2 0,13 5-1266,0-2 0,0 0 0,40 9 0,-2-6-4058</inkml:trace>
</inkml:ink>
</file>

<file path=ppt/ink/ink1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8.266"/>
    </inkml:context>
    <inkml:brush xml:id="br0">
      <inkml:brushProperty name="width" value="0.025" units="cm"/>
      <inkml:brushProperty name="height" value="0.025" units="cm"/>
    </inkml:brush>
  </inkml:definitions>
  <inkml:trace contextRef="#ctx0" brushRef="#br0">276 0 10626,'0'0'12520,"-23"3"-11861,-75 9-201,93-12-427,0 1 1,1 0 0,-1 0 0,0 0 0,0 0 0,0 1 0,1 0 0,-1 0 0,1 0 0,-8 5 0,11-6-47,0 0 0,0 0 0,0 0 1,1 0-1,-1 0 0,0 0 1,0 1-1,1-1 0,-1 0 1,0 0-1,1 0 0,0 1 0,-1-1 1,1 0-1,0 1 0,-1-1 1,1 0-1,0 1 0,0-1 1,0 0-1,0 1 0,0-1 0,0 0 1,1 2-1,2 3-62,-1 0 0,1-1 0,0 1 0,1-1 0,-1 0 0,1 0 0,0 0 0,0-1 1,1 1-1,9 7 0,-12-11 51,1 1 0,-1 0 0,0-1 0,0 1 0,0 0 0,0 0 0,-1 0 0,1 1 1,0-1-1,-1 0 0,0 1 0,1-1 0,-1 1 0,0-1 0,0 1 0,0 4 0,-1-6 30,0 1-1,-1-1 0,0 1 1,1-1-1,-1 0 0,0 1 1,0-1-1,1 0 0,-1 1 1,0-1-1,0 0 0,0 0 0,-1 0 1,1 0-1,0 0 0,0 0 1,-1 0-1,1 0 0,0-1 1,-1 1-1,1 0 0,-1-1 1,1 1-1,-1-1 0,1 0 1,-1 1-1,1-1 0,-3 0 1,-123 22-1338,125-21-609,5-1-963,15 0-1540,6 0-1492</inkml:trace>
</inkml:ink>
</file>

<file path=ppt/ink/ink1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8.669"/>
    </inkml:context>
    <inkml:brush xml:id="br0">
      <inkml:brushProperty name="width" value="0.025" units="cm"/>
      <inkml:brushProperty name="height" value="0.025" units="cm"/>
    </inkml:brush>
  </inkml:definitions>
  <inkml:trace contextRef="#ctx0" brushRef="#br0">118 36 8066,'0'0'13761,"-7"-2"-13179,3 1-513,0 0-1,0 1 1,0 0 0,0 0-1,0 0 1,0 1 0,0-1 0,0 1-1,0 0 1,0 0 0,0 0-1,0 1 1,1-1 0,-1 1 0,1 0-1,-1 0 1,1 0 0,0 0-1,-1 1 1,1-1 0,0 1 0,1 0-1,-1 0 1,0 0 0,1 0 0,0 1-1,0-1 1,0 1 0,0-1-1,0 1 1,1-1 0,-1 1 0,0 5-1,1-7-63,1-1 0,-1 1 0,1 0 0,-1-1 0,1 1 0,0 0 0,0-1 1,0 1-1,0 0 0,0-1 0,0 1 0,0 0 0,0-1 0,1 1 0,-1 0 0,1-1 0,-1 1 0,1 0 0,0-1 0,-1 1 0,1-1 0,0 0 0,0 1 0,0-1 0,0 1 0,0-1 0,1 0 0,-1 0 0,0 0 0,0 0 0,1 0 0,1 1 0,4 0 12,-1 0 0,1-1 0,-1 0 0,1 0 0,0-1 0,-1 1-1,9-2 1,-4 1-12,-6 0-3,0 0 1,1-1 0,-1 1 0,1-1 0,-1 0-1,0-1 1,0 1 0,0-1 0,0 0-1,0 0 1,0-1 0,0 1 0,0-1 0,-1 0-1,0 0 1,1-1 0,-1 1 0,-1-1-1,1 0 1,0 0 0,-1 0 0,0-1 0,0 1-1,0-1 1,0 0 0,-1 0 0,0 0-1,0 0 1,0 0 0,-1 0 0,0 0 0,0-1-1,0 1 1,0 0 0,-1-1 0,0-6-1,-1 10 3,0 1-1,-1-1 0,1 0 1,0 0-1,-1 1 0,1-1 1,-1 1-1,1-1 0,-1 1 1,0 0-1,0-1 0,0 1 1,1 0-1,-1 0 0,0 0 1,0 1-1,-1-1 0,1 0 1,0 1-1,0-1 0,0 1 1,0 0-1,0 0 0,-4 0 1,4-1-111,0 1 1,1-1 0,-1 1-1,0 0 1,0-1-1,0 1 1,0 0 0,0 0-1,0 1 1,0-1 0,0 0-1,0 1 1,0-1 0,0 1-1,0-1 1,1 1-1,-1 0 1,0 0 0,0 0-1,1 0 1,-1 0 0,1 0-1,-1 0 1,1 1 0,-1-1-1,1 1 1,0-1-1,-1 1 1,-1 2 0,3 27-6975,6-17 981</inkml:trace>
</inkml:ink>
</file>

<file path=ppt/ink/ink1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8.809"/>
    </inkml:context>
    <inkml:brush xml:id="br0">
      <inkml:brushProperty name="width" value="0.025" units="cm"/>
      <inkml:brushProperty name="height" value="0.025" units="cm"/>
    </inkml:brush>
  </inkml:definitions>
  <inkml:trace contextRef="#ctx0" brushRef="#br0">0 1 11891</inkml:trace>
</inkml:ink>
</file>

<file path=ppt/ink/ink1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9.043"/>
    </inkml:context>
    <inkml:brush xml:id="br0">
      <inkml:brushProperty name="width" value="0.025" units="cm"/>
      <inkml:brushProperty name="height" value="0.025" units="cm"/>
    </inkml:brush>
  </inkml:definitions>
  <inkml:trace contextRef="#ctx0" brushRef="#br0">0 87 11891,'187'29'3776,"-147"-23"3685,-20-2-4028,-19-4-3424,-1 0 0,1 0-1,-1 0 1,1 0 0,-1 0-1,0 0 1,1 0 0,-1 1-1,1-1 1,-1 0 0,1 0-1,-1 0 1,0 1 0,1-1-1,-1 0 1,1 1 0,-1-1-1,0 0 1,0 1 0,1-1-1,-1 0 1,0 1 0,1-1-1,-1 1 1,0-1 0,0 0-1,0 1 1,0-1 0,1 1-1,-1 0 1,12 18 388,-12-19-393,0 0 1,1 1-1,-1-1 0,0 0 0,1 0 0,-1 0 0,0 0 1,1 1-1,-1-1 0,0 0 0,1 0 0,-1 1 1,0-1-1,0 0 0,1 1 0,-1-1 0,0 0 1,0 1-1,0-1 0,1 0 0,-1 1 0,0-1 1,0 0-1,0 1 0,0-1 0,0 0 0,0 1 0,0-1 1,0 1-1,0-1 0,0 0 0,0 1 0,0-1 1,0 0-1,0 1 0,0-1 0,0 1 0,0-1 1,-1 0-1,1 1 0,0-1 0,0 0 0,0 1 1,-1-1-1,1 0 0,0 1 0,0-1 0,-1 1 1,0-2 1,0 1 0,1-1 0,-1 1 0,0-1 0,1 1 0,-1-1 0,1 1 0,-1-1 1,1 0-1,-1 1 0,1-1 0,-1 0 0,1 0 0,-1 1 0,1-1 0,0 0 0,-1 0 0,1 1 1,0-1-1,0 0 0,0 0 0,-1 0 0,1 0 0,0 1 0,0-1 0,0 0 0,1 0 1,-1 0-1,0 1 0,0-2 0,0-4-10,0 0 1,1 0 0,0 0-1,0 1 1,0-1-1,0 0 1,1 1 0,0-1-1,0 1 1,1-1-1,3-5 1,2 0-21,0 0 1,1 1-1,15-14 1,-10 10-2,-13 11 57</inkml:trace>
</inkml:ink>
</file>

<file path=ppt/ink/ink1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9.354"/>
    </inkml:context>
    <inkml:brush xml:id="br0">
      <inkml:brushProperty name="width" value="0.025" units="cm"/>
      <inkml:brushProperty name="height" value="0.025" units="cm"/>
    </inkml:brush>
  </inkml:definitions>
  <inkml:trace contextRef="#ctx0" brushRef="#br0">282 1 11178,'0'0'14894,"-24"27"-13723,-73 94-193,89-110-822,0 0 1,0 1-1,1 0 0,1 0 1,0 1-1,1 0 1,0 0-1,-5 24 1,1-2 34,-5 18-285,-20 55 422,0-42-3596,28-62-3996</inkml:trace>
</inkml:ink>
</file>

<file path=ppt/ink/ink1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9.545"/>
    </inkml:context>
    <inkml:brush xml:id="br0">
      <inkml:brushProperty name="width" value="0.025" units="cm"/>
      <inkml:brushProperty name="height" value="0.025" units="cm"/>
    </inkml:brush>
  </inkml:definitions>
  <inkml:trace contextRef="#ctx0" brushRef="#br0">0 23 7538,'0'0'17115,"161"-23"-16155,-129 23-551,0 0-241,-6 0-104,-7 0-64,0 3-336,0 4-1233,7 6-1135,0-4-2137,-7-6-1993</inkml:trace>
</inkml:ink>
</file>

<file path=ppt/ink/ink1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29.929"/>
    </inkml:context>
    <inkml:brush xml:id="br0">
      <inkml:brushProperty name="width" value="0.025" units="cm"/>
      <inkml:brushProperty name="height" value="0.025" units="cm"/>
    </inkml:brush>
  </inkml:definitions>
  <inkml:trace contextRef="#ctx0" brushRef="#br0">26 60 5265,'0'0'14689,"4"4"-13402,3 0-1115,-1 0 0,1-1 1,0 0-1,0 0 0,0-1 1,0 0-1,1 0 0,-1 0 1,0-1-1,1 0 1,-1-1-1,1 1 0,-1-1 1,1-1-1,14-2 0,-21 3-166,0-1 0,0 1 0,0-1 0,0 1 0,0-1 0,0 0 0,-1 1 0,1-1 0,0 0 0,0 1 0,0-1 0,-1 0 0,1 0 0,0 0 0,-1 0 0,1 0 0,-1 0 0,1 0 0,-1 0 0,0 0 0,1 0 0,-1 0 0,0 0 0,0 0 0,1 0 0,-1 0 0,0 0 0,0 0 0,0 0 0,0 0-1,-1-1 1,1 1 0,0-1 0,-1-1 10,1 1-1,0 0 0,-1-1 0,1 1 0,-1 0 0,0-1 0,0 1 0,0 0 0,0 0 0,0 0 0,0 0 1,0 0-1,-1 0 0,-2-3 0,-2 1 12,0 2 0,0-1 0,0 1 1,0 0-1,0 0 0,-1 0 0,1 1 0,-1 0 1,1 0-1,-1 1 0,1 0 0,-13 1 0,5-1-15,12 0-9,1 0 1,-1 0-1,1 1 0,-1-1 0,1 1 0,-1-1 1,1 1-1,0-1 0,-1 1 0,1 0 0,0-1 1,-1 1-1,1 0 0,0 0 0,0 0 0,0 0 0,0 0 1,0 0-1,0 1 0,0-1 0,-1 2 0,-1 2 3,1 0 0,-1 0 0,1 1-1,0-1 1,0 0 0,0 7 0,-1 0-30,1 1 0,1-1 0,0 1 0,1-1 0,1 15 0,0-24-118,0 0-1,0-1 1,0 1 0,0 0 0,0 0 0,1 0-1,-1-1 1,1 1 0,-1-1 0,1 1-1,0-1 1,0 0 0,0 0 0,0 0-1,1 0 1,-1 0 0,1 0 0,-1 0-1,1-1 1,-1 1 0,1-1 0,0 0-1,0 0 1,0 0 0,0 0 0,0 0 0,3 0-1,10 1-1546,1 0-1,-1 0 0,29-2 0,-27 0-488,39 0-5989</inkml:trace>
</inkml:ink>
</file>

<file path=ppt/ink/ink1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0.457"/>
    </inkml:context>
    <inkml:brush xml:id="br0">
      <inkml:brushProperty name="width" value="0.025" units="cm"/>
      <inkml:brushProperty name="height" value="0.025" units="cm"/>
    </inkml:brush>
  </inkml:definitions>
  <inkml:trace contextRef="#ctx0" brushRef="#br0">162 639 6737,'0'0'16084,"-12"-5"-15365,-38-14-60,47 18-589,1 0 0,-1 1 0,0-1 0,1 1 0,-1 0 0,0 0 0,1 0 0,-1 0 1,0 0-1,1 1 0,-1-1 0,0 1 0,1 0 0,-1-1 0,1 1 0,-1 0 0,1 1 1,-1-1-1,1 0 0,0 1 0,0-1 0,-1 1 0,1 0 0,0 0 0,1 0 0,-1 0 1,0 0-1,0 0 0,1 0 0,0 0 0,-1 1 0,1-1 0,-2 5 0,-1 2-26,1-1 0,0 1 0,0 0-1,1 0 1,0 0 0,1 1 0,-1 13-1,1-22-45,1 0-1,0 0 0,0 0 0,0 0 0,0 0 0,0-1 0,0 1 0,0 0 0,0 0 1,0 0-1,0 0 0,0 0 0,1-1 0,-1 1 0,0 0 0,1 0 0,-1 0 1,0-1-1,1 1 0,-1 0 0,1-1 0,-1 1 0,1 0 0,-1-1 0,1 1 0,0 0 1,-1-1-1,1 1 0,0-1 0,0 1 0,-1-1 0,1 0 0,0 1 0,0-1 0,-1 0 1,1 1-1,0-1 0,0 0 0,0 0 0,0 0 0,0 0 0,-1 0 0,1 0 1,0 0-1,0 0 0,0 0 0,0 0 0,0 0 0,-1-1 0,1 1 0,1-1 0,10 1-27,-4-1-47,0 0-1,0-1 0,0 0 1,0 0-1,0-1 0,0 0 0,-1 0 1,0 0-1,1-1 0,6-6 1,70-51-1327,-81 58 1339,43-36-835,-1-2 0,-2-2 0,-2-1 0,-2-3 0,47-72 0,-59 74 992,-1-1 1,-3-2-1,30-81 1,-52 123 162,2 0 438,-1-1 0,0 0 0,0 0 0,-1 0-1,0 0 1,0-10 0,-6 19 474,-3 2-951,-1 0 0,1 1 0,0 0 0,1 1 0,-1 0 0,1 0 0,-11 13 0,-47 61 803,47-56-778,-7 9-83,2 0 0,1 1 0,2 1 0,1 1 0,2 0 0,2 2-1,1 0 1,2 0 0,1 1 0,2 1 0,2 0 0,2 0-1,0 43 1,5-81-196,0-1-1,-1 0 1,2 1-1,-1-1 0,0 0 1,0 0-1,0 1 1,0-1-1,1 0 0,-1 0 1,1 0-1,-1 1 1,1-1-1,-1 0 1,1 0-1,0 0 0,0 0 1,-1 0-1,1 0 1,0 0-1,0 0 1,0 0-1,0-1 0,0 1 1,0 0-1,0 0 1,0-1-1,2 2 1,39 2-4244,-37-4 3388,20 0-5149</inkml:trace>
</inkml:ink>
</file>

<file path=ppt/ink/ink1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1.130"/>
    </inkml:context>
    <inkml:brush xml:id="br0">
      <inkml:brushProperty name="width" value="0.025" units="cm"/>
      <inkml:brushProperty name="height" value="0.025" units="cm"/>
    </inkml:brush>
  </inkml:definitions>
  <inkml:trace contextRef="#ctx0" brushRef="#br0">271 2 3065,'0'0'18374,"-11"0"-15513,-20-1-2036,4 0-238,0 2-1,-38 4 1,58-4-570,1 0 1,-1 1 0,1-1 0,-1 1 0,1 1 0,0-1 0,0 1 0,0 0 0,0 0 0,1 1 0,-1 0-1,1 0 1,0 0 0,0 1 0,-7 7 0,12-12-45,-1 1 1,0 0-1,0 0 0,1 0 1,-1 0-1,0 0 0,1 0 1,-1 1-1,1-1 0,-1 0 1,1 0-1,0 0 0,-1 0 1,1 1-1,0-1 0,0 0 1,0 0-1,0 0 0,0 1 1,0-1-1,0 0 0,0 0 1,1 0-1,-1 1 0,0-1 1,1 0-1,-1 0 0,1 0 1,-1 0-1,1 0 0,0 0 1,-1 0-1,1 0 0,0 0 1,0 0-1,-1 0 0,1 0 1,0 0-1,0-1 0,0 1 1,2 1-1,4 2-181,1 0-1,0 0 1,0-1 0,16 5-1,-14-5 99,57 15-628,-38-11 240,-1 1 1,0 2 0,40 19-1,-73-29 672,0-1-1,-1 2 1,1-1-1,-1 0 1,1 1-1,0 0 1,-1 1-1,-5 1 1,-3 1 229,-98 19 1194,104-19-1395,8-4-238,0 0 1,0 0 0,0 0 0,1 0-1,-1 0 1,0 0 0,0 0 0,0 0 0,0 0-1,0-1 1,1 1 0,-1 0 0,0 0-1,0 0 1,0 0 0,0 0 0,0 0-1,1 0 1,-1 0 0,0 0 0,0 0 0,0 0-1,0 0 1,1 0 0,-1 0 0,0 1-1,0-1 1,0 0 0,0 0 0,0 0 0,0 0-1,1 0 1,-1 0 0,0 0 0,0 0-1,0 0 1,0 0 0,0 1 0,0-1 0,0 0-1,1 0 1,-1 0 0,0 0 0,0 0-1,0 0 1,0 1 0,0-1 0,0 0-1,0 0 1,0 0 0,0 0 0,0 1 0,0-1-1,0 0 1,0 0 0,0 0 0,0 0-1,0 0 1,0 1 0,0-1 0,0 0 0,0 0-1,0 0 1,0 0 0,0 0 0,0 1-1,8-2-791,1 1-1,-1-1 1,1-1-1,-1 0 1,0 0-1,0 0 1,9-5-1,22-12-5788</inkml:trace>
</inkml:ink>
</file>

<file path=ppt/ink/ink1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1.390"/>
    </inkml:context>
    <inkml:brush xml:id="br0">
      <inkml:brushProperty name="width" value="0.025" units="cm"/>
      <inkml:brushProperty name="height" value="0.025" units="cm"/>
    </inkml:brush>
  </inkml:definitions>
  <inkml:trace contextRef="#ctx0" brushRef="#br0">341 0 11202,'0'0'11676,"-18"28"-9083,-59 96-777,61-96-1329,2 1 0,1 0 0,1 0 0,2 2 0,1-1 0,-7 46 0,-4 14-402,19-88-222,0 1 1,1 0-1,-1 0 0,0-1 0,0 1 0,0 0 1,-1-1-1,1 1 0,-1-1 0,1 1 0,-1-1 1,0 0-1,0 0 0,0 0 0,0 0 0,0 0 1,-1 0-1,1-1 0,0 1 0,-4 1 0,0-1-883,-1-1-1,1 1 0,-1-1 0,1-1 0,0 1 1,-1-1-1,-7-1 0,-4 1-1324,-3 0-3930</inkml:trace>
</inkml:ink>
</file>

<file path=ppt/ink/ink1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1.872"/>
    </inkml:context>
    <inkml:brush xml:id="br0">
      <inkml:brushProperty name="width" value="0.025" units="cm"/>
      <inkml:brushProperty name="height" value="0.025" units="cm"/>
    </inkml:brush>
  </inkml:definitions>
  <inkml:trace contextRef="#ctx0" brushRef="#br0">1 19 9450,'0'0'9111,"34"-1"-7033,258-11 709,-213 9-2293,-50 1 274,-42 1 1718,2 2-2451,0 0 0,1 1 0,-1 0 0,0 0 0,1 1 1,-1 1-1,1 0 0,0 0 0,0 1 0,1 0 0,0 1 0,-1 0 0,2 0 0,-1 1 1,1 0-1,0 1 0,-8 9 0,15-16-36,1 0 1,-1 0-1,0 0 0,1 0 0,-1 1 1,0-1-1,1 0 0,-1 0 1,1 1-1,0-1 0,-1 0 0,1 0 1,0 1-1,0-1 0,0 3 1,0-4-2,0 1 1,1-1 0,-1 1-1,0 0 1,1-1 0,-1 1 0,0-1-1,1 1 1,-1-1 0,1 1-1,-1-1 1,0 0 0,1 1 0,-1-1-1,1 1 1,-1-1 0,1 0-1,0 1 1,-1-1 0,1 0 0,-1 0-1,1 0 1,0 1 0,46 0-98,-29-2 52,-9 1 16,-1-1 0,1 0 0,0-1 0,0 0 0,-1 0 0,1-1 0,-1 0 0,0 0 0,0-1 0,0 0 0,12-8 0,-24 81-5449</inkml:trace>
</inkml:ink>
</file>

<file path=ppt/ink/ink1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2.181"/>
    </inkml:context>
    <inkml:brush xml:id="br0">
      <inkml:brushProperty name="width" value="0.025" units="cm"/>
      <inkml:brushProperty name="height" value="0.025" units="cm"/>
    </inkml:brush>
  </inkml:definitions>
  <inkml:trace contextRef="#ctx0" brushRef="#br0">1 254 7314,'0'0'17033,"4"6"-15633,25 61 928,-24-147-1810,-5 59-656,1 0 0,1 1 0,0-1 0,9-28 0,-9 41-230,0 1 0,1 0-1,0 0 1,1 0 0,0 0 0,7-9-1,-8 12-207,0 0 0,0 1 1,1-1-1,0 1 0,-1 0 0,1 0 0,0 0 0,1 1 0,-1-1 0,0 1 0,7-2 1,21-5-5085,0 0-3470</inkml:trace>
</inkml:ink>
</file>

<file path=ppt/ink/ink1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2.456"/>
    </inkml:context>
    <inkml:brush xml:id="br0">
      <inkml:brushProperty name="width" value="0.025" units="cm"/>
      <inkml:brushProperty name="height" value="0.025" units="cm"/>
    </inkml:brush>
  </inkml:definitions>
  <inkml:trace contextRef="#ctx0" brushRef="#br0">283 1 144,'0'0'25443,"-26"30"-24135,-78 97-180,99-122-1042,1 0-1,0 0 1,0 1 0,1-1-1,0 1 1,0 0-1,0 0 1,0 0 0,1 0-1,0 0 1,0 1-1,1-1 1,-1 9-1,-1 7 183,-21 130 251,16-90-1014,8-60 328,-1 0 0,1 0-1,-1 0 1,1-1 0,-1 1 0,0 0-1,1 0 1,-1-1 0,0 1 0,0 0 0,0-1-1,0 1 1,-1-1 0,1 0 0,0 1-1,-1-1 1,1 0 0,-1 0 0,1 0 0,-1 0-1,1 0 1,-4 1 0,-25 5-6844,11-6-235</inkml:trace>
</inkml:ink>
</file>

<file path=ppt/ink/ink1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2.894"/>
    </inkml:context>
    <inkml:brush xml:id="br0">
      <inkml:brushProperty name="width" value="0.025" units="cm"/>
      <inkml:brushProperty name="height" value="0.025" units="cm"/>
    </inkml:brush>
  </inkml:definitions>
  <inkml:trace contextRef="#ctx0" brushRef="#br0">26 1 11963,'0'0'8919,"32"0"-7152,104 0-644,-105 0-819,-1 1 1,0 2-1,1 1 0,42 12 1,-13-3-251,-48-9 872,-37-7-643,-4 0-42,28 4-237,1-1 1,-1 0 0,0 1-1,1-1 1,-1 1 0,1 0-1,-1-1 1,1 1 0,-1-1-1,1 1 1,-1 0 0,1-1-1,0 1 1,-1 0 0,1 0-1,0-1 1,-1 1 0,1 0 0,0 0-1,0-1 1,0 1 0,0 0-1,0 0 1,0-1 0,0 1-1,0 1 1,0 27-9,0-25 16,0-2-14,0 4 14,-1 0 0,1 1 1,0-1-1,1 0 0,-1 0 0,1 0 0,0 0 0,1 0 0,-1 0 1,1 0-1,1 0 0,-1 0 0,1-1 0,0 1 0,5 6 0,30 44 225,-39-57-225,-1 1 0,0-1 0,0 1 0,0-1 0,0 1 1,0 0-1,0 0 0,0 0 0,0 0 0,0 0 1,0 1-1,-2 0 0,-8 0-20,-32 0-727,0 2 1,-54 12-1,-22 10-3769,88-18 2737,-53 12-4794</inkml:trace>
</inkml:ink>
</file>

<file path=ppt/ink/ink1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3.729"/>
    </inkml:context>
    <inkml:brush xml:id="br0">
      <inkml:brushProperty name="width" value="0.025" units="cm"/>
      <inkml:brushProperty name="height" value="0.025" units="cm"/>
    </inkml:brush>
  </inkml:definitions>
  <inkml:trace contextRef="#ctx0" brushRef="#br0">146 1 9554,'0'0'12111,"-17"9"-11583,-54 32-183,67-39-318,1 0 0,-1 1 0,1-1 0,0 1 0,-1 0 0,1 0 1,1 0-1,-1 0 0,0 1 0,1-1 0,0 1 0,-1-1 0,1 1 0,1 0 0,-1 0 0,-2 7 0,1 0 128,1-6-71,1 0-1,-1 0 1,2 0 0,-1 0 0,0 0-1,1 0 1,0 1 0,0-1-1,1 6 1,-1-9-60,0-1 1,1 1-1,-1 0 0,0-1 0,1 1 0,-1 0 1,1-1-1,-1 1 0,1-1 0,0 1 0,-1-1 1,1 1-1,0-1 0,0 1 0,0-1 0,0 0 0,0 1 1,1-1-1,-1 0 0,0 0 0,1 0 0,-1 0 1,0 0-1,1 0 0,-1-1 0,1 1 0,0 0 1,-1-1-1,3 1 0,3 0 86,1 0 0,-1-1 1,0 0-1,0 0 0,0-1 1,0 0-1,11-3 0,-15 3-85,-1 0-1,0 0 1,0 0 0,1-1 0,-1 1-1,0-1 1,0 1 0,0-1-1,-1 0 1,1 0 0,0 1-1,-1-1 1,1 0 0,-1-1 0,1 1-1,-1 0 1,0 0 0,0-1-1,0 1 1,0 0 0,-1-1-1,1 1 1,-1-1 0,1 1 0,-1-4-1,1 0-11,-1 0-1,0 0 0,0 0 1,0 0-1,-1 0 1,1 0-1,-2 0 0,1 0 1,-1 0-1,0 0 1,0 0-1,0 1 0,-1-1 1,0 1-1,0 0 1,0 0-1,-1 0 0,1 0 1,-1 0-1,-1 1 1,1-1-1,-1 1 0,-7-5 1,7 6-522,1 1 0,-1-1 1,0 1-1,0 0 0,0 1 1,0-1-1,0 1 0,0 0 1,0 0-1,0 1 0,-6-1 1,23 1-3697,6 0-878</inkml:trace>
</inkml:ink>
</file>

<file path=ppt/ink/ink1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4.053"/>
    </inkml:context>
    <inkml:brush xml:id="br0">
      <inkml:brushProperty name="width" value="0.025" units="cm"/>
      <inkml:brushProperty name="height" value="0.025" units="cm"/>
    </inkml:brush>
  </inkml:definitions>
  <inkml:trace contextRef="#ctx0" brushRef="#br0">443 18 10642,'0'0'14411,"-27"-5"-13792,-1 0-239,-57-3 0,81 8-330,0 1-1,0-1 0,0 1 0,0 0 1,0 0-1,0 0 0,0 1 0,1 0 1,-1-1-1,0 1 0,1 0 0,-1 1 1,1-1-1,0 1 0,0-1 0,0 1 1,0 0-1,0 0 0,1 0 1,-1 0-1,1 1 0,0-1 0,0 1 1,-2 4-1,-4 5 112,-17 27 273,1 2 1,3 1 0,-31 83-1,-24 143-151,72-249-857,0 1 0,1-1 0,0 32 0,3-64-14093</inkml:trace>
</inkml:ink>
</file>

<file path=ppt/ink/ink1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4.240"/>
    </inkml:context>
    <inkml:brush xml:id="br0">
      <inkml:brushProperty name="width" value="0.025" units="cm"/>
      <inkml:brushProperty name="height" value="0.025" units="cm"/>
    </inkml:brush>
  </inkml:definitions>
  <inkml:trace contextRef="#ctx0" brushRef="#br0">1 1 11562,'0'0'11179,"173"0"-11059,-147 3-120,25 0-904,-13-3-2801,1 0-2256</inkml:trace>
</inkml:ink>
</file>

<file path=ppt/ink/ink1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4.585"/>
    </inkml:context>
    <inkml:brush xml:id="br0">
      <inkml:brushProperty name="width" value="0.025" units="cm"/>
      <inkml:brushProperty name="height" value="0.025" units="cm"/>
    </inkml:brush>
  </inkml:definitions>
  <inkml:trace contextRef="#ctx0" brushRef="#br0">552 13 11562,'0'0'10445,"-28"-3"-9128,-91-6-229,113 8-970,0 1 1,0 1-1,0-1 0,-1 1 0,1 0 1,0 1-1,0-1 0,0 1 1,0 1-1,1-1 0,-1 1 1,1 0-1,-1 0 0,1 0 1,-8 7-1,-3 2 235,-2 0-151,1 2 0,1-1 0,0 2 1,1 0-1,1 1 0,0 0 0,1 1 0,1 1 1,0 0-1,1 1 0,2 0 0,0 0 0,0 1 1,2 0-1,1 1 0,0-1 0,2 1 0,0 0 1,1 1-1,1 37 0,2-32-158,1 1 1,9 45-1,-9-72-93,-1 0 0,0-1 0,0 1 0,1 0-1,-1 0 1,0 0 0,0 0 0,0 0 0,0 0 0,0 0 0,0-1-1,0 1 1,0 0 0,-1 0 0,1 0 0,0 0 0,-1 0-1,1 0 1,0-1 0,-1 1 0,0 1 0,-14-3-3436,-25-25-4997,15 5 1367</inkml:trace>
</inkml:ink>
</file>

<file path=ppt/ink/ink1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4.757"/>
    </inkml:context>
    <inkml:brush xml:id="br0">
      <inkml:brushProperty name="width" value="0.025" units="cm"/>
      <inkml:brushProperty name="height" value="0.025" units="cm"/>
    </inkml:brush>
  </inkml:definitions>
  <inkml:trace contextRef="#ctx0" brushRef="#br0">1 1 3817,'0'0'20772,"179"16"-20772,-147-10-64,32-2-1376,-12-1-3281,-7-3-3353</inkml:trace>
</inkml:ink>
</file>

<file path=ppt/ink/ink1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5.394"/>
    </inkml:context>
    <inkml:brush xml:id="br0">
      <inkml:brushProperty name="width" value="0.025" units="cm"/>
      <inkml:brushProperty name="height" value="0.025" units="cm"/>
    </inkml:brush>
  </inkml:definitions>
  <inkml:trace contextRef="#ctx0" brushRef="#br0">27 153 11843,'0'0'15584,"-1"8"-14624,-9 19-656,7-22-291,1-1 1,0 1-1,0-1 0,1 1 0,-1 0 1,1 0-1,0 0 0,0-1 0,1 1 1,0 0-1,-1 0 0,2 0 1,0 9-1,2-11-22,0-1 1,0 0-1,0 0 0,0-1 1,0 1-1,1-1 1,-1 1-1,0-1 0,1 0 1,-1 0-1,1-1 1,-1 1-1,1-1 1,6 0-1,-8 1-9,11 0-170,1 0-1,-1-1 0,0 0 1,1-1-1,-1-1 1,14-2-1,-22 2 148,0 1 1,0-1-1,0 1 1,0-1-1,0-1 1,0 1-1,-1-1 1,1 0-1,-1 0 1,0 0-1,0 0 1,0-1-1,0 1 1,0-1-1,-1 0 1,0-1-1,0 1 1,3-6-1,-6 10 60,1 0 1,-1-1-1,0 1 0,0-1 0,1 1 0,-1 0 0,0-1 0,1 1 0,-1 0 0,0 0 0,1-1 0,-1 1 0,1 0 0,-1 0 0,0 0 0,1-1 1,-1 1-1,1 0 0,-1 0 0,0 0 0,1 0 0,-1 0 0,1 0 0,-1 0 0,1 0 0,-1 0 0,1 0 0,-1 0 0,0 0 0,1 0 0,-1 0 1,1 0-1,-1 0 0,1 1 0,-1-1 0,1 0 0,19 13-81,-2-2 64,-13-10-65,0 1 0,1-1 0,-1 0 0,1 0 0,-1 0 0,1-1 0,-1 1 1,1-2-1,9 0 0,-13 1 46,1-1 1,-1 0-1,1 0 1,-1 0 0,0 0-1,1 0 1,-1 0-1,0 0 1,0-1-1,0 1 1,0-1 0,0 1-1,0-1 1,-1 0-1,1 0 1,0 0 0,-1 0-1,1 0 1,-1 0-1,0 0 1,0-1-1,2-3 1,4-13 18,-4 11 41,1-1 0,-2 1 0,1-1 0,-1 1 0,0-1 0,-1 0 1,0-14-1,0 10 146,-4-40 439,2 51-603,1 0 0,0 1 0,-1-1 1,0 0-1,1 0 0,-1 0 0,0 0 1,0 1-1,0-1 0,0 0 0,0 1 1,0-1-1,-1 1 0,1-1 0,0 1 1,-1 0-1,1 0 0,-1-1 0,1 1 1,-1 0-1,0 0 0,-3-1 0,5 2-60,-1 0 0,0 0 0,1 0 0,-1 0 0,0 0 0,1 1 0,-1-1 0,0 0 0,1 0 0,-1 0 0,1 1 0,-1-1-1,0 0 1,1 1 0,-1-1 0,1 0 0,-1 1 0,1-1 0,-1 1 0,1-1 0,0 1 0,-1-1 0,1 1 0,-1-1 0,1 1 0,0 0 0,-1-1 0,1 1-1,0-1 1,0 1 0,0 0 0,-1-1 0,1 1 0,0 0 0,0-1 0,0 1 0,0 0 0,0-1 0,0 1 0,0 0 0,0-1 0,1 1 0,-1 0 0,0-1-1,0 1 1,6 31-3695,15-16-485,5-6-1295</inkml:trace>
</inkml:ink>
</file>

<file path=ppt/ink/ink1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5.630"/>
    </inkml:context>
    <inkml:brush xml:id="br0">
      <inkml:brushProperty name="width" value="0.025" units="cm"/>
      <inkml:brushProperty name="height" value="0.025" units="cm"/>
    </inkml:brush>
  </inkml:definitions>
  <inkml:trace contextRef="#ctx0" brushRef="#br0">71 1 13779,'0'0'14499,"-38"83"-14195,38-70-208,-7-7-88,7 4-8,-6-4-344,0-6-2737,-1 0 137,1 0-2721,6-19-3785</inkml:trace>
</inkml:ink>
</file>

<file path=ppt/ink/ink1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5.801"/>
    </inkml:context>
    <inkml:brush xml:id="br0">
      <inkml:brushProperty name="width" value="0.025" units="cm"/>
      <inkml:brushProperty name="height" value="0.025" units="cm"/>
    </inkml:brush>
  </inkml:definitions>
  <inkml:trace contextRef="#ctx0" brushRef="#br0">1 1 13947,'0'0'7786,"25"48"-9795,-12-42-1031,13-3-2858</inkml:trace>
</inkml:ink>
</file>

<file path=ppt/ink/ink1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6.021"/>
    </inkml:context>
    <inkml:brush xml:id="br0">
      <inkml:brushProperty name="width" value="0.025" units="cm"/>
      <inkml:brushProperty name="height" value="0.025" units="cm"/>
    </inkml:brush>
  </inkml:definitions>
  <inkml:trace contextRef="#ctx0" brushRef="#br0">302 1 10082,'0'0'16884,"-96"189"-15380,83-144-424,0 0-496,0-10-304,0-3-207,7-3-73,-7-6-73,-6-1-383,6-9-400,0 0-568,-19-7-1081,0-2-1728,6-4-3064</inkml:trace>
</inkml:ink>
</file>

<file path=ppt/ink/ink1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6.579"/>
    </inkml:context>
    <inkml:brush xml:id="br0">
      <inkml:brushProperty name="width" value="0.025" units="cm"/>
      <inkml:brushProperty name="height" value="0.025" units="cm"/>
    </inkml:brush>
  </inkml:definitions>
  <inkml:trace contextRef="#ctx0" brushRef="#br0">0 265 2617,'0'0'12988,"28"-9"-10274,170-53 1214,-105 37-2595,-54 17-1189,-1-2 1,0-2-1,0-1 0,-1-2 0,36-21 0,-70 35-61,0-1 1,-1 1-1,1-1 0,-1 0 0,1 0 1,-1-1-1,0 1 0,1 0 0,-1-1 0,0 1 1,-1-1-1,1 0 0,0 0 0,-1 0 1,1 0-1,-1 0 0,0 0 0,0 0 0,0 0 1,-1 0-1,1 0 0,-1 0 0,0-1 0,0-4 1,-4 7 0,0 0 0,0 0 0,0 0 0,-1 1 0,1 0 0,0-1 0,-1 1 0,-7 1 0,6 0-22,-4-1-32,1 1-1,-1 0 0,0 1 0,1 0 0,-1 1 0,1 0 0,0 0 0,0 1 0,0 0 0,0 1 0,1 0 0,-1 0 0,1 1 0,1 0 0,-1 0 0,1 1 0,0 0 0,0 0 1,1 1-1,-7 9 0,4-3 24,1-1 0,1 1 0,-1 0-1,2 1 1,0 0 0,1 0 0,1 0 0,0 0 0,1 1 0,0 0 0,0 27 0,3-42-45,6-2-7,0 1-1,0-1 0,-1 0 1,1-1-1,0 1 1,-1-1-1,1 0 0,-1 0 1,1-1-1,-1 0 1,8-5-1,-6 3 0,0 1-1,0 0 0,1 1 1,-1 0-1,10-3 0,-16 6 3,-1 0 0,0 0 0,1-1 0,-1 1 0,1 0-1,-1 0 1,0 0 0,1 0 0,-1 0 0,1 0 0,-1 1-1,0-1 1,1 0 0,-1 0 0,0 0 0,1 0 0,-1 0-1,0 1 1,1-1 0,-1 0 0,0 0 0,1 0 0,-1 1-1,0-1 1,1 0 0,-1 0 0,0 1 0,0-1 0,1 0-1,-1 1 1,0-1 0,0 0 0,0 1 0,1-1 0,-1 1-1,0-1 1,0 0 0,0 1 0,0-1 0,0 0 0,0 2-1,1 25 192,-2-25-244,1 0 1,-1 1-1,1-1 0,0 1 1,0-1-1,0 0 0,0 1 1,0-1-1,0 0 0,1 1 1,-1-1-1,1 0 0,0 1 0,0-1 1,-1 0-1,1 0 0,1 0 1,-1 0-1,0 0 0,0 0 1,4 4-1,7-3-1439,0 1 0,1-1 0,0-1 0,15 1 0,16-2-7043</inkml:trace>
</inkml:ink>
</file>

<file path=ppt/ink/ink1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7.085"/>
    </inkml:context>
    <inkml:brush xml:id="br0">
      <inkml:brushProperty name="width" value="0.025" units="cm"/>
      <inkml:brushProperty name="height" value="0.025" units="cm"/>
    </inkml:brush>
  </inkml:definitions>
  <inkml:trace contextRef="#ctx0" brushRef="#br0">181 18 5553,'0'0'14051,"6"-17"-7907,-7 23-5659,-1 1 0,0 0 0,0-1-1,-1 1 1,0-1 0,0 0 0,-5 7-1,-7 17 391,-2 17-308,2 2-1,2-1 1,-11 80-1,23-70-566,0-52 0,-3-3-93,-1-1-875,1 0 0,-1 0 0,0 0 0,1-1 0,-1 0 1,0 0-1,0 0 0,-9 0 0,13-1 753,-18 1-6177</inkml:trace>
</inkml:ink>
</file>

<file path=ppt/ink/ink1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8.482"/>
    </inkml:context>
    <inkml:brush xml:id="br0">
      <inkml:brushProperty name="width" value="0.025" units="cm"/>
      <inkml:brushProperty name="height" value="0.025" units="cm"/>
    </inkml:brush>
  </inkml:definitions>
  <inkml:trace contextRef="#ctx0" brushRef="#br0">0 503 7906,'0'0'10533,"8"6"-9533,0 0-724,0 0-1,1-1 1,0 0 0,0 0 0,0-1-1,1 0 1,-1-1 0,1 0 0,0-1-1,0 0 1,0 0 0,19 0 0,-24-2-252,1 0 1,-1 0 0,1 0 0,-1-1 0,1 0-1,-1 0 1,0 0 0,1-1 0,4-2 0,-8 3-43,0 0 1,0-1-1,-1 1 0,1-1 1,0 1-1,-1-1 0,1 0 1,-1 0-1,0 0 1,0 0-1,1 0 0,-1 0 1,-1 0-1,1 0 1,0 0-1,0 0 0,-1 0 1,1-1-1,-1 1 1,0 0-1,1 0 0,-1-1 1,0 1-1,-1-3 1,1 4 12,0 0 1,0 0-1,0 0 1,-1-1-1,1 1 1,0 0-1,-1 0 1,1 0-1,-1 0 1,1 0-1,-1 0 1,0 0-1,1 0 1,-1 0 0,0 1-1,0-1 1,0 0-1,1 0 1,-1 1-1,0-1 1,0 0-1,0 1 1,0-1-1,-2 0 1,-1-1 4,0 1 0,0 0 0,0-1 1,0 1-1,-1 1 0,1-1 0,-6 0 0,6 1 13,0 0-1,1 0 1,-1 0-1,0 0 0,1 0 1,-1 1-1,0 0 1,1-1-1,-1 2 0,0-1 1,1 0-1,-1 1 1,1-1-1,0 1 0,0 0 1,0 0-1,-1 0 0,-3 4 1,3 4 61,0-1 0,1 1 0,0-1 1,1 1-1,0 0 0,0 0 0,1 0 0,1 0 1,0 0-1,1 13 0,-1-10 19,0-11-86,0 0-1,0 0 0,0 0 0,1 0 0,-1 0 0,1 0 0,-1 0 0,1 0 0,0 0 0,0 0 0,0 0 0,0-1 0,0 1 1,0 0-1,0-1 0,1 1 0,-1-1 0,1 1 0,-1-1 0,4 3 0,-1-2 2,0 1 0,0-1 0,0 0 0,1-1 0,-1 1 0,1-1 0,-1 1 0,1-2 0,5 2 0,-2-1-65,0-1 0,-1 1 0,1-2 1,0 1-1,-1-1 0,1 0 0,0 0 0,-1-1 0,1 0 0,-1-1 1,13-5-1,11-14-1016,-1-2 0,0 0 0,-2-2 1,48-58-1,-22 15-3305,48-81-1,-73 101 3194,26-56 0,-45 82 3389,-1 0 0,10-40-1,-24 73 4148,-11 15-4182,-7 11-1411,-6 22 397,4 2-1,1 0 1,4 1 0,-17 80-1,28-102-1055,-2 0 0,-19 47 0,28-83-145,1 1 1,0 0-1,0 0 1,0 0-1,0 0 1,1 0-1,-1 0 1,1 6-1,0-9-590,4 0-1413,0-2 1163,0 1-1,-1 0 1,1-1 0,0 1 0,-1-1-1,1 0 1,-1 0 0,1-1 0,-1 1-1,1-1 1,4-2 0,17-15-10619</inkml:trace>
</inkml:ink>
</file>

<file path=ppt/ink/ink1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8.843"/>
    </inkml:context>
    <inkml:brush xml:id="br0">
      <inkml:brushProperty name="width" value="0.025" units="cm"/>
      <inkml:brushProperty name="height" value="0.025" units="cm"/>
    </inkml:brush>
  </inkml:definitions>
  <inkml:trace contextRef="#ctx0" brushRef="#br0">1 45 10818,'0'0'10731,"22"8"-10422,71 24-105,-90-30-168,1-1 0,-1 1 0,1-1 0,-1 0 0,1 0 0,-1-1 0,1 1 0,0-1 0,-1 0 0,1 0 0,0 0 0,-1 0 0,1-1 0,5 0 0,-8 0-28,-1 0 0,1 0-1,0-1 1,0 1 0,-1 0 0,1 0 0,-1 0-1,1-1 1,-1 1 0,1 0 0,-1 0 0,0-1-1,0 1 1,0 0 0,0-1 0,0 1 0,0 0-1,0-1 1,0 1 0,0 0 0,0-1 0,-1 1-1,1 0 1,-1 0 0,0-2 0,0-1-11,-1 1 1,0 0-1,1 0 1,-1 1-1,-1-1 1,1 0-1,0 1 1,0-1-1,-1 1 1,0 0-1,1-1 1,-1 1-1,0 1 1,0-1-1,0 0 0,0 1 1,0-1-1,-1 1 1,1 0-1,0 0 1,-1 1-1,-4-2 1,-8-1 152,0 0 0,-1 1 0,-22 0 1,39 3-134,-1-1 0,0 0 0,1 0 0,-1 1 0,0-1 0,1 0 0,-1 1 0,1-1 0,-1 1 0,1-1 0,-1 0 0,1 1 0,-1-1 0,1 1 0,-1 0 0,1-1 0,0 1 0,-1-1 0,1 1 0,0 0 0,-1-1 0,1 1 0,0 0 0,0-1 0,0 1 1,0 0-1,0-1 0,-1 2 0,-1 33 485,2-25-376,1 0-1,0 0 0,0 0 0,6 18 1,-4-20-197,1-1 1,1 0 0,-1 0 0,1 0-1,0 0 1,1-1 0,-1 1-1,1-2 1,1 1 0,-1-1 0,1 1-1,0-2 1,10 7 0,-8-7-1001,0 0 0,1 0 0,-1-1 1,1 0-1,0-1 0,16 3 1,1-4-5596</inkml:trace>
</inkml:ink>
</file>

<file path=ppt/ink/ink2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9.478"/>
    </inkml:context>
    <inkml:brush xml:id="br0">
      <inkml:brushProperty name="width" value="0.025" units="cm"/>
      <inkml:brushProperty name="height" value="0.025" units="cm"/>
    </inkml:brush>
  </inkml:definitions>
  <inkml:trace contextRef="#ctx0" brushRef="#br0">1 49 5601,'0'0'16985,"9"12"-15805,-6-7-1114,3 1 196,0 1-1,-1 1 0,0-1 0,-1 1 0,1 0 0,-1 0 0,-1 0 0,0 0 1,0 1-1,0-1 0,-1 1 0,1 15 0,-3-24-194,2 0-110,1-1 1,-1 0-1,0 0 0,0 0 1,0 0-1,0-1 0,0 1 1,0 0-1,0-1 1,0 1-1,0-1 0,-1 0 1,1 0-1,0 1 1,-1-1-1,2-4 0,10-9-254,16-10 45,0 2 1,1 1-1,2 2 0,49-25 0,-57 39 372,-24 6-80,1 0 0,0 0-1,-1 1 1,1-1-1,-1 0 1,1 0-1,-1 1 1,1-1-1,-1 1 1,1-1-1,-1 0 1,1 1-1,-1-1 1,1 1-1,-1-1 1,0 1-1,1-1 1,-1 1 0,0-1-1,1 1 1,-1-1-1,1 2 1,0 3 248,-1 0 1,1 0 0,-1 0-1,0 0 1,0-1 0,-1 10-1,-1 7-228,2-20-53,0 0-1,0 1 0,0-1 0,0 1 1,0-1-1,0 0 0,0 1 0,0-1 1,0 1-1,0-1 0,1 0 0,-1 1 1,1-1-1,-1 0 0,1 0 0,0 1 1,-1-1-1,1 0 0,0 0 1,0 0-1,0 0 0,-1 0 0,1 0 1,0 0-1,1 0 0,-1 0 0,1 1 1,1-2-42,0 0 0,0 0 0,0 0 0,0 0 0,1 0 0,-1-1 0,0 1 0,0-1 0,0 0 0,-1 0 0,1 0 0,0 0 0,3-3 0,20-8-510,0-1 0,-1-1 0,-1-2 0,26-21 0,-50 37 584,1 0 1,-1 0-1,0 0 1,0 0-1,0 0 0,1 0 1,-1-1-1,0 1 0,0 0 1,0 0-1,1 0 1,-1 0-1,0 0 0,0 0 1,1 0-1,-1 0 1,0 0-1,0 0 0,0 0 1,1 0-1,-1 0 0,0 1 1,0-1-1,1 0 1,-1 0-1,0 0 0,0 0 1,0 0-1,1 0 1,-1 0-1,0 1 0,0-1 1,0 0-1,0 0 0,0 0 1,1 0-1,-1 1 1,0-1-1,0 0 0,0 0 1,0 0-1,0 1 1,0-1-1,0 0 0,0 0 1,0 1-1,0-1 0,1 0 1,-1 0-1,0 0 1,0 1-1,0-1 0,-1 0 1,1 0-1,0 1 1,0-1-1,0 0 0,0 0 1,0 0-1,0 1 0,0-1 1,0 0-1,-1 1 1,1 30 560,-1-25-960,1 0 0,-1 0 0,2 0 0,-1 0 0,0 0 0,3 8 1,8-10-8186,-4-4 534</inkml:trace>
</inkml:ink>
</file>

<file path=ppt/ink/ink2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39.897"/>
    </inkml:context>
    <inkml:brush xml:id="br0">
      <inkml:brushProperty name="width" value="0.025" units="cm"/>
      <inkml:brushProperty name="height" value="0.025" units="cm"/>
    </inkml:brush>
  </inkml:definitions>
  <inkml:trace contextRef="#ctx0" brushRef="#br0">0 102 8706,'0'0'11697,"17"5"-10925,12 2-349,0-1 0,0-1 0,46 1 1,-74-6-419,1 0 0,-1 0 1,1-1-1,-1 1 1,0-1-1,1 1 0,-1-1 1,0 0-1,1 1 1,-1-1-1,0 0 1,0 0-1,0 0 0,0 0 1,1 0-1,-1 0 1,-1 0-1,1 0 0,0-1 1,0 1-1,0 0 1,-1-1-1,1 1 1,0 0-1,-1-1 0,0 1 1,1-1-1,-1 1 1,0 0-1,1-1 1,-1-1-1,3-52-111,-3 47 72,0 7 35,0 0-1,0-1 1,0 1 0,-1 0 0,1 0 0,0-1-1,-1 1 1,1 0 0,-1 0 0,1 0 0,-1-1-1,1 1 1,-1 0 0,0 0 0,1 0-1,-1 0 1,0 0 0,0 0 0,0 1 0,0-1-1,0 0 1,0 0 0,0 1 0,0-1 0,-2 0-1,0-1 9,-1 1 1,1 0-1,-1 0 0,0 0 0,1 1 0,-1-1 0,0 1 0,-7 0 0,5 0 48,0 0-1,0 1 0,0 0 0,1 0 1,-1 0-1,0 1 0,0 0 0,1 0 1,-1 0-1,1 1 0,-8 4 0,9-2 97,-1 0 1,1 0-1,0 0 0,1 1 0,-1 0 0,1-1 0,0 1 0,1 1 0,-1-1 0,1 0 0,-2 13 0,2-7-70,0 0 0,1 0 0,0 1 0,1-1-1,2 17 1,-1-26-152,-1-1-1,0 1 1,1-1-1,0 1 1,-1-1 0,1 1-1,0-1 1,0 0-1,1 1 1,-1-1-1,0 0 1,1 0-1,-1 0 1,1 0 0,0 0-1,-1 0 1,1-1-1,0 1 1,0-1-1,0 1 1,1-1-1,-1 0 1,0 1 0,0-1-1,1 0 1,2 0-1,4 1-1114,1 0-1,0 0 0,-1-1 0,1-1 1,12 0-1,-14 0-330,24 0-6517</inkml:trace>
</inkml:ink>
</file>

<file path=ppt/ink/ink2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40.318"/>
    </inkml:context>
    <inkml:brush xml:id="br0">
      <inkml:brushProperty name="width" value="0.025" units="cm"/>
      <inkml:brushProperty name="height" value="0.025" units="cm"/>
    </inkml:brush>
  </inkml:definitions>
  <inkml:trace contextRef="#ctx0" brushRef="#br0">0 25 12203,'0'0'13436,"1"10"-12688,3 32-247,-4-41-495,0 1 0,1-1-1,-1 0 1,0 0 0,0 0-1,0 1 1,1-1-1,-1 0 1,0 0 0,1 0-1,-1 0 1,1 0-1,0 0 1,-1 0 0,1 0-1,0 0 1,0 0 0,-1 0-1,1 0 1,0 0-1,0 0 1,0-1 0,0 1-1,0 0 1,0-1 0,0 1-1,0-1 1,1 1-1,-1-1 1,0 1 0,0-1-1,0 0 1,0 0 0,1 1-1,-1-1 1,0 0-1,0 0 1,1 0 0,-1-1-1,0 1 1,0 0-1,0 0 1,1-1 0,-1 1-1,0 0 1,0-1 0,0 1-1,0-1 1,0 0-1,2 0 1,5-3-259,1-1 0,-1 0 0,1 0 0,8-7 0,71-58-2080,-87 82 5563,-1-6-3133,0 1-1,0-1 1,1 0-1,0 0 1,0 0 0,4 9-1,15 3-671,-7-14-2760,-1-10-5259,-6-7-3600</inkml:trace>
</inkml:ink>
</file>

<file path=ppt/ink/ink2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40.627"/>
    </inkml:context>
    <inkml:brush xml:id="br0">
      <inkml:brushProperty name="width" value="0.025" units="cm"/>
      <inkml:brushProperty name="height" value="0.025" units="cm"/>
    </inkml:brush>
  </inkml:definitions>
  <inkml:trace contextRef="#ctx0" brushRef="#br0">126 1 12187,'0'0'10485,"-1"28"-8997,1 4-1099,-1 19 956,-12 82 0,9-116-1177,-1 0 1,-1 0-1,0 0 0,-1-1 1,-1 0-1,-1 0 0,0-1 0,-1 0 1,-1-1-1,-14 17 0,24-30-173,0-1 0,0 2-1,0-1 1,0 0 0,0 0-1,1 0 1,-1 0 0,0 0-1,1 1 1,-1-1 0,1 0-1,-1 0 1,1 1 0,-1-1-1,1 2 1,0-3-10,0 1 0,0-1 0,1 1 0,-1-1 0,0 1 0,0-1 0,0 1 0,1-1 0,-1 1 0,0-1 0,1 0 0,-1 1 0,0-1 0,1 1 0,-1-1 0,1 0 0,-1 1 0,0-1 0,1 0 0,-1 0 0,1 1 0,-1-1 0,1 0 0,-1 0 0,1 0 0,0 0 0,47 2-904,-31-3 812,1 1-480,-1-1 0,1 0 1,0-1-1,-1-1 0,21-6 1,-25 4-838,0 0 0,1-1 0,21-14 1,-5-5-3957</inkml:trace>
</inkml:ink>
</file>

<file path=ppt/ink/ink2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40.893"/>
    </inkml:context>
    <inkml:brush xml:id="br0">
      <inkml:brushProperty name="width" value="0.025" units="cm"/>
      <inkml:brushProperty name="height" value="0.025" units="cm"/>
    </inkml:brush>
  </inkml:definitions>
  <inkml:trace contextRef="#ctx0" brushRef="#br0">1 1 12219,'0'0'12082,"179"0"-11858,-140 0-152,-1 0-72,-12 0-704,19 0-1872,-20 0-3250,1 0-7385</inkml:trace>
</inkml:ink>
</file>

<file path=ppt/ink/ink2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41.242"/>
    </inkml:context>
    <inkml:brush xml:id="br0">
      <inkml:brushProperty name="width" value="0.025" units="cm"/>
      <inkml:brushProperty name="height" value="0.025" units="cm"/>
    </inkml:brush>
  </inkml:definitions>
  <inkml:trace contextRef="#ctx0" brushRef="#br0">0 0 8058,'0'0'18592,"3"9"-13983,1-5-4493,1-4-3145</inkml:trace>
</inkml:ink>
</file>

<file path=ppt/ink/ink2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49.569"/>
    </inkml:context>
    <inkml:brush xml:id="br0">
      <inkml:brushProperty name="width" value="0.025" units="cm"/>
      <inkml:brushProperty name="height" value="0.025" units="cm"/>
    </inkml:brush>
  </inkml:definitions>
  <inkml:trace contextRef="#ctx0" brushRef="#br0">200 0 4761,'0'0'12384,"-9"31"-8674,-12 3-2526,-21 31 100,4 2 1,-44 104-1,75-137-1157,7-27-3506,0 1-3624</inkml:trace>
</inkml:ink>
</file>

<file path=ppt/ink/ink2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49.928"/>
    </inkml:context>
    <inkml:brush xml:id="br0">
      <inkml:brushProperty name="width" value="0.025" units="cm"/>
      <inkml:brushProperty name="height" value="0.025" units="cm"/>
    </inkml:brush>
  </inkml:definitions>
  <inkml:trace contextRef="#ctx0" brushRef="#br0">0 91 2513,'0'0'12938,"28"-9"-11260,93-31-242,-66 27-733,1 2 1,0 3-1,0 2 0,1 3 0,80 5 0,-36 0-335,-46-5-275,-28 2-306,-1 0-1,46 6 1,-92 12-3853,-6 3-578,-5-3-2514</inkml:trace>
</inkml:ink>
</file>

<file path=ppt/ink/ink2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0.459"/>
    </inkml:context>
    <inkml:brush xml:id="br0">
      <inkml:brushProperty name="width" value="0.025" units="cm"/>
      <inkml:brushProperty name="height" value="0.025" units="cm"/>
    </inkml:brush>
  </inkml:definitions>
  <inkml:trace contextRef="#ctx0" brushRef="#br0">112 21 2809,'0'0'15799,"-8"-16"-13604,6 15-2129,-1 0 1,1 0-1,0 1 0,0-1 1,0 1-1,-1 0 0,1 0 0,0 0 1,0 0-1,-1 0 0,1 0 1,0 0-1,0 1 0,-1-1 0,1 1 1,0 0-1,0-1 0,0 1 1,0 0-1,0 0 0,0 0 0,0 1 1,0-1-1,1 0 0,-4 4 1,0-2 37,1 0 0,0 1 0,0 0 0,0 0 0,0 0 0,1 0 0,0 0 0,-1 1 1,-3 8-1,7-13-106,-1 1 0,1 0 1,-1 0-1,1 0 0,-1 0 0,1 0 1,0 0-1,0 0 0,-1 0 0,1 0 1,0 0-1,0 0 0,0 0 1,0 0-1,0 0 0,0 0 0,0 0 1,1 0-1,-1 0 0,0 0 0,1-1 1,-1 1-1,0 0 0,1 0 0,-1 0 1,1 0-1,-1 0 0,1 0 1,-1-1-1,1 1 0,0 0 0,0-1 1,-1 1-1,1 0 0,0-1 0,0 1 1,0-1-1,-1 1 0,1-1 1,0 1-1,0-1 0,0 0 0,0 1 1,0-1-1,0 0 0,0 0 0,0 0 1,0 0-1,0 0 0,0 0 1,0 0-1,0 0 0,1 0 0,3-1-46,-1 1 0,1-1 0,-1 0 0,0 0 0,1 0 0,-1-1-1,0 1 1,0-1 0,0 0 0,6-4 0,12-11-172,-11 10 207,-2 0 1,1-1-1,-1 0 0,-1-1 1,11-12-1,-20 26-14,1-1 1,0 1-1,0-1 1,0 1-1,0-1 1,1 1-1,-1-1 1,1 1-1,0-1 0,1 1 1,-1-1-1,1 0 1,0 0-1,0 0 1,0 0-1,1 0 1,-1 0-1,1-1 1,6 7-1,-1-5-934,0 0-1,1-1 1,0 0-1,15 4 1,-22-8 667,24 8-5545</inkml:trace>
</inkml:ink>
</file>

<file path=ppt/ink/ink2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1.249"/>
    </inkml:context>
    <inkml:brush xml:id="br0">
      <inkml:brushProperty name="width" value="0.025" units="cm"/>
      <inkml:brushProperty name="height" value="0.025" units="cm"/>
    </inkml:brush>
  </inkml:definitions>
  <inkml:trace contextRef="#ctx0" brushRef="#br0">193 1 4113,'0'0'14758,"-8"25"-12415,-9 28-1077,2 0 1,-9 66-1,13-60-646,-3-1 0,-2-1 0,-43 101 0,53-144-585,1-1 0,0 1 0,2 0 0,-1 0 0,-1 21 0,5-35 69,1-24-12,1 13-112,1 0 0,0 0-1,0 1 1,1-1 0,1 1 0,-1 0-1,9-11 1,49-68-292,-33 51 93,66-83-771,-94 119 988,0 1-1,-1 0 0,1 0 1,0-1-1,0 1 1,-1 0-1,1 0 0,0 0 1,0 0-1,1 0 0,-1 0 1,0 0-1,0 0 1,0 0-1,0 0 0,1 1 1,-1-1-1,0 1 1,1-1-1,-1 1 0,1-1 1,-1 1-1,0 0 0,1 0 1,-1-1-1,1 1 1,-1 0-1,1 0 0,-1 0 1,1 1-1,-1-1 0,0 0 1,1 1-1,2 0 1,-2 1 15,-1-1 1,1 1-1,0 0 1,-1 0-1,1 0 1,-1 0-1,0 0 1,0 0-1,0 0 1,0 0-1,0 0 1,0 0-1,0 1 1,-1-1-1,1 0 1,-1 1-1,1-1 1,-1 1-1,0 4 1,0-6 7,0 1 0,0 0 0,0 0 0,0-1 0,0 1 0,0 0 0,0-1 1,-1 1-1,1 0 0,-1 0 0,1-1 0,-1 1 0,0-1 0,1 1 0,-3 2 0,1-3-8,1 0 1,-1 0-1,1-1 0,-1 1 0,1-1 0,-1 1 1,1-1-1,-1 0 0,0 0 0,1 0 1,-1 0-1,0 0 0,-1 0 0,-18 1-7,15-1 42,0 1 0,0 0 0,0 1 0,0-1 0,0 1 0,1 0 1,-1 1-1,0-1 0,1 1 0,0 0 0,-1 1 0,1-1 0,1 1 0,-1 0 0,0 0 0,1 0 0,0 1 0,-6 8 0,5-6 2,1 1 0,0 0 0,0 0 0,0 0 1,1 1-1,0 0 0,1-1 0,0 1 0,1 0 0,-1 0 0,1 16 0,2-23-49,-1 0 1,1-1-1,0 1 1,-1-1-1,1 1 0,0-1 1,0 1-1,0-1 1,0 1-1,0-1 1,0 0-1,1 0 1,-1 1-1,0-1 1,1 0-1,1 1 0,32 20 4,-25-16-28,-5-4-161,-1 1-1,1-1 1,0 0-1,0-1 1,0 1-1,0-1 1,0 0-1,8 1 0,44-2-4991,-32-1 1350,8 1-3304</inkml:trace>
</inkml:ink>
</file>

<file path=ppt/ink/ink2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1.682"/>
    </inkml:context>
    <inkml:brush xml:id="br0">
      <inkml:brushProperty name="width" value="0.025" units="cm"/>
      <inkml:brushProperty name="height" value="0.025" units="cm"/>
    </inkml:brush>
  </inkml:definitions>
  <inkml:trace contextRef="#ctx0" brushRef="#br0">62 75 9186,'0'0'10844,"1"5"-10300,-1-3-505,1 0-1,-1-1 1,0 1 0,1 0 0,0-1-1,-1 1 1,1-1 0,0 1 0,0-1-1,0 1 1,0-1 0,0 0 0,0 1 0,0-1-1,1 0 1,-1 0 0,0 0 0,1 0-1,-1 0 1,1 0 0,1 1 0,2-1 44,0 1 0,0-1 0,0 0 0,0 0 0,1-1 0,-1 0 0,6 0 0,-9 0-81,0 0-1,-1 0 1,1 0-1,-1 0 1,1 0-1,0-1 1,-1 1-1,1-1 1,-1 1-1,1-1 1,-1 1-1,0-1 1,1 0-1,-1 0 0,0 0 1,1 0-1,-1 0 1,0 0-1,0 0 1,0 0-1,0 0 1,0 0-1,0-1 1,0 1-1,0 0 1,0-1-1,0-1 1,1-3 20,0 1 0,-1-1 0,0 0 0,0 1 0,-1-1 0,0-11 0,0 16-7,0 0 0,0-1-1,0 1 1,-1-1 0,1 1-1,0 0 1,-1-1 0,1 1-1,-1 0 1,1 0 0,-1-1-1,0 1 1,0 0 0,1 0-1,-1 0 1,0 0 0,0 0-1,0 0 1,0 0 0,0 0-1,-1 0 1,1 1 0,-1-2-1,-2 0 62,-1 0-1,1 0 0,-1 1 0,1-1 0,-1 1 1,-9-1-1,-3 0 402,0 2 1,-30 1 0,45 0-403,0 0 1,0 0 0,0 0 0,0 0 0,0 0 0,0 0-1,1 1 1,-1-1 0,0 0 0,1 1 0,-1 0 0,1-1-1,-1 1 1,1 0 0,0 0 0,0 0 0,0 0 0,0 0-1,0 0 1,0 0 0,0 0 0,1 0 0,-1 0 0,1 0-1,-1 1 1,1-1 0,0 3 0,-1 1 15,0 0 0,1 0-1,0 0 1,0 0 0,0 0 0,1 0 0,0 0-1,0 0 1,2 8 0,0-10-73,0 1 0,1-1 0,-1 0 1,1 0-1,0 0 0,0 0 0,0 0 0,0-1 0,1 0 0,-1 0 1,1 0-1,0-1 0,0 1 0,0-1 0,0 0 0,0-1 0,1 1 1,5 0-1,11 2-489,-1 0 1,1-2 0,30 0 0,17-2-3149,-23 0-1547,-4 0-4077</inkml:trace>
</inkml:ink>
</file>

<file path=ppt/ink/ink2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2.008"/>
    </inkml:context>
    <inkml:brush xml:id="br0">
      <inkml:brushProperty name="width" value="0.025" units="cm"/>
      <inkml:brushProperty name="height" value="0.025" units="cm"/>
    </inkml:brush>
  </inkml:definitions>
  <inkml:trace contextRef="#ctx0" brushRef="#br0">353 0 9066,'0'0'16318,"-24"33"-15020,-76 107-230,94-131-948,0 1 0,1 0 0,0 0 0,1 0 0,0 0 0,1 1 0,0 0 0,-3 15 0,0 5 130,-1-6-135,-6 27-171,-3-1 0,-37 80 1,51-126-310,0-1 1,0 1-1,0-1 0,-1 0 1,0 0-1,0 0 1,0 0-1,0-1 1,-1 1-1,-3 3 1,-31 8-8723,18-9 790</inkml:trace>
</inkml:ink>
</file>

<file path=ppt/ink/ink2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2.630"/>
    </inkml:context>
    <inkml:brush xml:id="br0">
      <inkml:brushProperty name="width" value="0.025" units="cm"/>
      <inkml:brushProperty name="height" value="0.025" units="cm"/>
    </inkml:brush>
  </inkml:definitions>
  <inkml:trace contextRef="#ctx0" brushRef="#br0">1 409 2929,'0'0'8303,"33"-14"-3530,8-4-3658,-12 5-228,1 1 0,0 1-1,0 2 1,54-10 0,91-6 2098,-107 18-2647,-1-3-1,-1-3 0,99-33 0,-153 42-337,-1-1 0,1-1 0,-1 0 0,0 0 0,-1-1 0,0 0 0,0-1 0,0 0 0,10-12 0,-15 14-22,0-1 1,0 0-1,-1 1 0,0-1 1,0-1-1,-1 1 0,1-1 0,-2 1 1,1-1-1,-1 0 0,0 0 1,-1 0-1,0 0 0,1-14 1,-3 21 19,1 0 0,-1 1 0,1-1-1,-1 0 1,0 1 0,1-1 0,-1 1 0,1-1 0,-1 1 0,0-1 0,0 1 0,1-1 0,-1 1 0,0 0 0,0-1 0,1 1-1,-1 0 1,0 0 0,0-1 0,0 1 0,0 0 0,1 0 0,-1 0 0,0 0 0,0 0 0,-1 1 0,-34-1 61,27 0-30,-2 1 25,-1 1 1,0 0-1,1 0 1,0 1 0,-1 1-1,1 0 1,0 0-1,1 1 1,-1 1-1,-9 6 1,-12 9 251,-52 45 0,58-42-181,0 2 0,2 1 0,1 1 0,2 0-1,0 2 1,2 1 0,1 0 0,2 1 0,1 1 0,-21 67 0,30-84-127,-1 11-150,22-30 98,8-8 17,-1-1-1,-1-2 1,0 0 0,-1-1 0,32-31 0,-52 46 36,0 0 0,0 0 1,0 0-1,1-1 0,-1 1 0,0 0 1,0 0-1,0 0 0,1 0 0,-1 0 1,0-1-1,0 1 0,0 0 1,1 0-1,-1 0 0,0 0 0,0 0 1,1 0-1,-1 0 0,0 0 0,0 0 1,1 0-1,-1 0 0,0 0 0,0 0 1,1 0-1,-1 0 0,0 0 0,0 0 1,1 0-1,-1 0 0,0 0 0,0 1 1,1-1-1,-1 0 0,0 0 0,0 0 1,0 0-1,1 1 0,-1-1 0,0 0 1,0 0-1,0 0 0,0 0 0,0 1 1,1-1-1,-1 0 0,0 0 0,0 1 1,0-1-1,0 0 0,0 0 0,0 1 1,0-1-1,0 0 0,0 0 1,0 1-1,0-1 0,0 0 0,0 0 1,0 1-1,4 28 6,3 6-75,-4-30-148,0-1 0,0 0 0,1 0 0,0 0 0,-1 0 0,1 0 0,0-1 0,1 0 0,-1 0 0,5 3 0,33 8-5021,-17-10-544</inkml:trace>
</inkml:ink>
</file>

<file path=ppt/ink/ink2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3.076"/>
    </inkml:context>
    <inkml:brush xml:id="br0">
      <inkml:brushProperty name="width" value="0.025" units="cm"/>
      <inkml:brushProperty name="height" value="0.025" units="cm"/>
    </inkml:brush>
  </inkml:definitions>
  <inkml:trace contextRef="#ctx0" brushRef="#br0">1 72 3065,'0'0'15180,"4"1"-13886,3 0-941,-1 1 0,0 0 1,0 1-1,0-1 0,0 1 0,8 5 1,8 4 205,-20-11-547,1 0 0,0 0 0,-1 0 0,1 0 0,0-1 0,-1 0 0,1 1 0,0-1-1,0 0 1,-1 0 0,1 0 0,0-1 0,0 1 0,-1-1 0,1 1 0,0-1 0,-1 0-1,1 0 1,-1 0 0,1-1 0,-1 1 0,0 0 0,1-1 0,-1 1 0,0-1-1,0 0 1,0 0 0,0 0 0,0 0 0,-1 0 0,1 0 0,0-1 0,0-2 0,-1 3 31,0 0 1,-1 0 0,1 0 0,-1-1-1,0 1 1,0 0 0,1 0 0,-1-1-1,-1 1 1,1 0 0,0-1 0,-1 1-1,1 0 1,-1 0 0,1 0 0,-1 0-1,0-1 1,0 1 0,0 0 0,0 0-1,-1 1 1,1-1 0,0 0 0,-1 0-1,1 1 1,-1-1 0,0 0 0,0 1 0,1 0-1,-1-1 1,0 1 0,-2-1 0,-2 0 113,0-1 1,0 2-1,-1-1 1,1 1 0,0 0-1,-1 0 1,1 0 0,0 1-1,-1 0 1,-12 2 0,17-1-93,1 0 0,-1 1 1,0-1-1,0 1 1,1-1-1,-1 1 1,1 0-1,-1-1 1,1 1-1,0 0 0,0 0 1,0 0-1,0 0 1,0 0-1,0 0 1,0 0-1,1 0 1,-1 0-1,1 1 0,-1-1 1,1 0-1,0 0 1,0 1-1,0 1 1,-1 6 17,1 0 0,0 0 0,0 0 0,3 16 0,-2-21-125,0-1 0,1 0 0,0 0 0,0 0 0,0 0 0,0 0 0,1 0 0,-1 0 0,1-1 0,0 1 0,0-1 0,1 0 0,-1 0 0,1 0 0,-1-1 0,1 1 0,0-1 0,0 1 0,0-1 0,0-1 0,0 1 0,0-1 0,9 3 0,5-1-713,0 0 1,1 0-1,-1-2 0,22 0 1,32-1-5124,-7 0-4130</inkml:trace>
</inkml:ink>
</file>

<file path=ppt/ink/ink2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3.637"/>
    </inkml:context>
    <inkml:brush xml:id="br0">
      <inkml:brushProperty name="width" value="0.025" units="cm"/>
      <inkml:brushProperty name="height" value="0.025" units="cm"/>
    </inkml:brush>
  </inkml:definitions>
  <inkml:trace contextRef="#ctx0" brushRef="#br0">355 456 1464,'0'0'12635,"22"-14"-11244,71-45-421,-86 55-805,-1-1 0,0 0 0,0 0 0,-1 0 0,0-1 0,1 0 0,-2 0 0,1 0 0,-1-1 0,0 1 0,0-1 0,-1 0 0,0 0 0,3-10 0,-3 2 265,0-1 0,-1 1-1,-1-1 1,0-26 0,-1 27-176,0 9-170,0-1-1,-1 0 1,0 0 0,0 0-1,0 1 1,-1-1 0,1 1-1,-2-1 1,1 1 0,-1 0-1,0 0 1,0 0 0,-1 0-1,0 0 1,0 1 0,0-1-1,0 1 1,-1 0 0,0 1-1,0-1 1,0 1-1,-1 0 1,0 0 0,1 1-1,-1-1 1,-12-4 0,10 6-63,0-1 0,-1 1 1,1 1-1,0 0 0,-1 0 0,1 0 0,-1 1 1,1 0-1,-1 1 0,1 0 0,0 0 1,-1 1-1,1 0 0,0 0 0,0 1 0,0 0 1,0 1-1,1-1 0,-1 1 0,1 1 1,-9 6-1,-2 5 183,1 0 0,1 1 1,0 0-1,2 2 0,0-1 1,0 2-1,2 0 0,1 0 1,0 1-1,2 1 0,-9 25 1,-2 23 230,2 1 1,-10 89-1,16-20-382,10-89-242,-10 53 0,10-82-596,1-18-2890</inkml:trace>
</inkml:ink>
</file>

<file path=ppt/ink/ink2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4.004"/>
    </inkml:context>
    <inkml:brush xml:id="br0">
      <inkml:brushProperty name="width" value="0.025" units="cm"/>
      <inkml:brushProperty name="height" value="0.025" units="cm"/>
    </inkml:brush>
  </inkml:definitions>
  <inkml:trace contextRef="#ctx0" brushRef="#br0">0 0 904,'0'0'22176,"12"6"-21023,-5-3-1082,10 5 245,1 0 1,0-1 0,0 0 0,1-2 0,0 0 0,0-1 0,20 1 0,6-6-199,45 2 568,-107 31-539,13-19-368,1 0 0,0 0-1,1 0 1,0 1 0,1-1 0,1 23 0,0-35 29,1 0 1,-1 0-1,1 0 1,-1 0-1,1 0 1,-1 0-1,1 0 1,0 0-1,-1 0 1,1 0-1,0 0 1,0 0-1,0-1 1,0 1 0,0 0-1,0-1 1,0 1-1,0-1 1,0 1-1,0-1 1,0 1-1,0-1 1,0 0-1,0 1 1,0-1-1,0 0 1,1 0-1,-1 0 1,0 0-1,0 0 1,0 0-1,0 0 1,1 0 0,-1-1-1,0 1 1,0 0-1,1-1 1,6 1-1165,19 0-5108</inkml:trace>
</inkml:ink>
</file>

<file path=ppt/ink/ink2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4.208"/>
    </inkml:context>
    <inkml:brush xml:id="br0">
      <inkml:brushProperty name="width" value="0.025" units="cm"/>
      <inkml:brushProperty name="height" value="0.025" units="cm"/>
    </inkml:brush>
  </inkml:definitions>
  <inkml:trace contextRef="#ctx0" brushRef="#br0">26 33 312,'0'0'21581,"-13"-32"-21245,7 32-176,6 13-160,0 12-1248,0 1-1489,-7-10-3256</inkml:trace>
</inkml:ink>
</file>

<file path=ppt/ink/ink2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4.427"/>
    </inkml:context>
    <inkml:brush xml:id="br0">
      <inkml:brushProperty name="width" value="0.025" units="cm"/>
      <inkml:brushProperty name="height" value="0.025" units="cm"/>
    </inkml:brush>
  </inkml:definitions>
  <inkml:trace contextRef="#ctx0" brushRef="#br0">0 1 832</inkml:trace>
</inkml:ink>
</file>

<file path=ppt/ink/ink2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4.707"/>
    </inkml:context>
    <inkml:brush xml:id="br0">
      <inkml:brushProperty name="width" value="0.025" units="cm"/>
      <inkml:brushProperty name="height" value="0.025" units="cm"/>
    </inkml:brush>
  </inkml:definitions>
  <inkml:trace contextRef="#ctx0" brushRef="#br0">0 1 832,'178'139'2050,"-157"-123"-2786,-2-7 22084,-12 2-18639,-3-2-2329,1 1 0,-2 0 0,1 0-1,-1 1 1,-1-1 0,2 14 0,-4-23-346,0-34-92,0 8-61,-1 10 85,1-1 0,1 1 0,0 0 0,4-18 0,-4 29 8,0 1-1,0-1 0,0 0 1,1 1-1,-1 0 0,1-1 1,0 1-1,0 0 0,0 0 0,0 0 1,1 0-1,-1 0 0,1 1 1,0-1-1,-1 1 0,1-1 1,0 1-1,1 0 0,-1 0 0,0 0 1,1 1-1,3-2 0,-5 2-264,0 1 0,0-1-1,0 1 1,0 0-1,0 0 1,0-1 0,0 2-1,0-1 1,0 0-1,0 0 1,0 0 0,-1 1-1,1-1 1,0 1-1,0 0 1,2 0 0,15 12-5750,-1 0-922</inkml:trace>
</inkml:ink>
</file>

<file path=ppt/ink/ink2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5.038"/>
    </inkml:context>
    <inkml:brush xml:id="br0">
      <inkml:brushProperty name="width" value="0.025" units="cm"/>
      <inkml:brushProperty name="height" value="0.025" units="cm"/>
    </inkml:brush>
  </inkml:definitions>
  <inkml:trace contextRef="#ctx0" brushRef="#br0">137 13 3161,'0'0'21264,"-21"-3"-20437,-61-6-233,54 12-149,28-3-443,0 0-1,-1 1 1,1-1 0,0 0-1,-1 1 1,1-1 0,0 0-1,-1 0 1,1 1 0,0-1-1,-1 1 1,1-1 0,0 0-1,0 1 1,0-1 0,-1 1-1,1-1 1,0 0 0,0 1 0,0-1-1,0 1 1,0-1 0,0 1-1,0-1 1,0 0 0,0 1-1,0-1 1,0 1 0,0 1-24,1 0 0,0-1 1,-1 1-1,1-1 0,0 0 1,0 1-1,0-1 0,0 0 1,0 1-1,0-1 0,0 0 1,0 0-1,0 0 1,3 2-1,29 11-184,26 12-777,-56-24 872,0 0 0,1 0 0,-1 0 0,0 1 0,0-1 0,-1 1 0,1 0 0,0-1 1,-1 1-1,1 0 0,-1 1 0,3 5 0,-5-8 111,1-1 0,-1 1 1,0-1-1,0 1 1,0-1-1,0 1 0,0-1 1,0 1-1,0-1 1,0 1-1,0-1 0,0 1 1,0-1-1,0 1 0,-1-1 1,1 1-1,0-1 1,0 1-1,0-1 0,-1 1 1,1-1-1,0 1 1,0-1-1,-1 0 0,1 1 1,0-1-1,-1 0 0,1 1 1,-1-1-1,1 0 1,-1 1-1,-22 8 58,-28-2 81,48-7-130,-17 3 102,14-1-8074,6-7 1639</inkml:trace>
</inkml:ink>
</file>

<file path=ppt/ink/ink2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5.350"/>
    </inkml:context>
    <inkml:brush xml:id="br0">
      <inkml:brushProperty name="width" value="0.025" units="cm"/>
      <inkml:brushProperty name="height" value="0.025" units="cm"/>
    </inkml:brush>
  </inkml:definitions>
  <inkml:trace contextRef="#ctx0" brushRef="#br0">182 1 2417,'0'0'22319,"-24"22"-20676,-72 75-372,91-92-1148,0 0 1,1 1-1,-1-1 0,1 1 1,0 0-1,1 0 1,-1 1-1,1-1 0,0 1 1,1 0-1,0-1 1,0 1-1,0 0 0,1 1 1,-1 7-1,0 7 41,-1-7-108,1 0 1,0-1 0,1 1 0,1 0-1,2 24 1,-1-34-78,0 0 0,0 0 0,1-1 0,-1 1 0,1-1 0,0 1 0,1-1 0,-1 0 0,1 1 0,-1-1 0,1-1 0,1 1 0,-1 0 0,0-1-1,1 1 1,0-1 0,0 0 0,0 0 0,0-1 0,7 5 0,-2-4-280,-1 1 0,1-1 0,-1 0 0,1-1 0,0 0-1,14 1 1,29 0-7193,-32-3 605</inkml:trace>
</inkml:ink>
</file>

<file path=ppt/ink/ink2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5.537"/>
    </inkml:context>
    <inkml:brush xml:id="br0">
      <inkml:brushProperty name="width" value="0.025" units="cm"/>
      <inkml:brushProperty name="height" value="0.025" units="cm"/>
    </inkml:brush>
  </inkml:definitions>
  <inkml:trace contextRef="#ctx0" brushRef="#br0">0 1 1408,'0'0'21789,"212"13"-20461,-135-4-800,-13 1-528,0 6-16,-19 0-1800,-19-9-4353</inkml:trace>
</inkml:ink>
</file>

<file path=ppt/ink/ink2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6.686"/>
    </inkml:context>
    <inkml:brush xml:id="br0">
      <inkml:brushProperty name="width" value="0.025" units="cm"/>
      <inkml:brushProperty name="height" value="0.025" units="cm"/>
    </inkml:brush>
  </inkml:definitions>
  <inkml:trace contextRef="#ctx0" brushRef="#br0">20 530 3505,'0'0'17346,"3"0"-16564,17-2-78,0 1 0,1 1 1,32 5-1,21 0-306,-73-5-396,0-1 1,-1 1-1,1 0 0,-1 0 1,1-1-1,-1 1 0,1 0 1,-1-1-1,1 1 0,-1-1 1,0 1-1,1 0 0,-1-1 1,0 1-1,1-1 0,-1 1 0,0-1 1,1 1-1,-1-1 0,0 0 1,0 1-1,0-1 0,1 1 1,-1-1-1,0 1 0,0-1 1,0 0-1,0 1 0,0-1 1,0 1-1,0-1 0,0 1 1,0-1-1,-1 0 0,1 1 1,0-1-1,-1 0 0,-8-26-110,5 22 31,-2-1 1,1 1 0,0 0-1,-1 0 1,0 0-1,0 1 1,-1 0-1,1 0 1,-13-5-1,15 7 66,-1 0 0,0 0 0,0 1 0,0 0 0,-1-1 0,1 2 0,0-1 0,0 1 0,0-1 0,-1 1 0,1 1 0,0-1 0,0 1 0,-1 0-1,-6 2 1,9-1 52,-1 0-1,1 1 0,0-1 1,0 1-1,1-1 0,-1 1 1,0 0-1,1 0 0,0 0 1,-1 1-1,1-1 0,1 0 1,-1 1-1,0-1 0,1 1 1,0 0-1,0 0 0,0-1 1,0 1-1,0 6 0,-2 13 282,1-1 0,1 28 0,1-43-261,-1-4-51,1-1 1,0 1-1,0-1 0,0 1 1,1-1-1,-1 1 0,0-1 1,1 1-1,0-1 0,-1 0 1,1 1-1,0-1 0,0 0 0,1 0 1,-1 1-1,0-1 0,1 0 1,-1 0-1,1-1 0,0 1 1,-1 0-1,1 0 0,0-1 0,4 3 1,0-1-10,0-1 0,1-1 0,-1 1 0,1-1 1,0 0-1,-1 0 0,1-1 0,10 0 0,-7-1-21,-1 0 0,0 0 0,1-1 0,-1 0 0,0-1 0,0 0 0,0-1 0,0 1 0,-1-2 0,1 1 1,-1-1-1,13-10 0,8-9-740,50-53 1,-34 30-281,15-9-147,-4-3 0,-2-2 0,-2-2 0,77-128-1,-127 188 1345,0-1 0,0 0 0,0 1 0,-1-1 0,1 0 0,-1 0 0,0 0 0,0 0 0,0-6 0,-1 7 1249,-2 18 1230,-6 7-1913,0 0 1,-1 0-1,-18 29 0,-15 32 410,26-46-616,2 1-1,-15 65 0,20-60-337,4-24-173,1 1 0,1 0-1,-1 29 1,4-47-226,0 1 0,0 0 0,0-1 0,0 1 0,0 0 0,1-1-1,-1 1 1,1-1 0,0 1 0,0-1 0,-1 1 0,2-1-1,-1 1 1,2 3 0,-1-5-348,0 1-1,0-1 1,0 0-1,0 0 1,0 0 0,1 0-1,-1 0 1,0-1-1,0 1 1,0-1 0,1 1-1,-1-1 1,0 0-1,1 0 1,-1 0-1,4 0 1,8 0-6296</inkml:trace>
</inkml:ink>
</file>

<file path=ppt/ink/ink2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7.081"/>
    </inkml:context>
    <inkml:brush xml:id="br0">
      <inkml:brushProperty name="width" value="0.025" units="cm"/>
      <inkml:brushProperty name="height" value="0.025" units="cm"/>
    </inkml:brush>
  </inkml:definitions>
  <inkml:trace contextRef="#ctx0" brushRef="#br0">1 89 2857,'0'0'12934,"12"-6"-11059,37-20-369,-44 24-1254,0 0 0,0 1-1,1-1 1,-1 1 0,1 0 0,-1 0 0,1 1-1,-1-1 1,1 1 0,-1 1 0,12 1-1,7 0 350,38-2-173,-61 0-426,-1 0-1,1 0 0,-1 0 0,0 0 1,1 0-1,-1 0 0,0 0 0,1 0 1,-1-1-1,1 1 0,-1 0 1,0 0-1,1 0 0,-1 0 0,0-1 1,1 1-1,-1 0 0,0 0 0,0-1 1,1 1-1,-1 0 0,0 0 1,1-1-1,-1 1 0,0 0 0,0-1 1,0 1-1,0 0 0,1-1 0,-1 1 1,0 0-1,0-1 0,0 1 1,0-1-1,0 1 0,0 0 0,0-1 1,0 1-1,0 0 0,0-1 0,0 1 1,0-1-1,0 1 0,0 0 1,0-1-1,0 1 0,0 0 0,-1-1 1,1 1-1,0 0 0,0-1 0,0 1 1,-1 0-1,1-1 0,0 1 0,0 0 1,-1 0-1,1-1 0,-1-1-10,0 1-1,0-1 1,-1 0-1,1 1 0,0-1 1,-1 1-1,1-1 1,-1 1-1,1 0 0,-1 0 1,-2-2-1,-15-2 105,1 1 0,-1 1 0,1 1 0,-1 1 0,0 0 0,-24 3 1,1-1 883,41 0-942,0 0 1,0 0-1,0 0 1,0 0-1,1 0 1,-1 0-1,0 1 1,1-1 0,-1 0-1,1 1 1,-1-1-1,1 0 1,0 1-1,0-1 1,-1 1-1,1-1 1,0 0-1,0 1 1,0-1-1,1 1 1,-1 1 0,3 37 352,-1-34-384,0 0-1,0 0 1,1-1 0,0 1-1,0-1 1,0 1 0,0-1 0,1 0-1,0 0 1,0-1 0,0 1-1,1-1 1,-1 0 0,1 0 0,0 0-1,0-1 1,1 0 0,5 3 0,-2-1-622,1-1 1,-1-1 0,21 6 0,29-3-6020,-31-6-67</inkml:trace>
</inkml:ink>
</file>

<file path=ppt/ink/ink2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7.692"/>
    </inkml:context>
    <inkml:brush xml:id="br0">
      <inkml:brushProperty name="width" value="0.025" units="cm"/>
      <inkml:brushProperty name="height" value="0.025" units="cm"/>
    </inkml:brush>
  </inkml:definitions>
  <inkml:trace contextRef="#ctx0" brushRef="#br0">1 128 824,'0'0'22258,"7"11"-19893,1 2-1619,-6-9-558,0-1 0,0 1 0,0-1-1,0 1 1,1-1 0,-1 0 0,1 0 0,3 3-1,-4-6-187,-1 0 0,1 1 0,-1-1 0,1-1 0,-1 1 0,0 0 0,1 0 0,-1-1 0,1 1 0,-1 0-1,1-1 1,-1 0 0,0 1 0,1-1 0,-1 0 0,0 0 0,0 1 0,0-1 0,0 0 0,1 0 0,-1 0 0,0-1-1,-1 1 1,1 0 0,0 0 0,1-3 0,1 1-30,24-22-574,59-40 0,-79 59 556,11-10 19,-16 14 37,-1 0 0,1 1 0,0-1 0,-1 0-1,1 1 1,0-1 0,0 1 0,0-1 0,0 1 0,1 0 0,-1 0 0,0 0 0,0 0 0,1 1 0,-1-1 0,1 1 0,-1-1-1,3 1 1,-1 5 199,-1 0-1,0 0 1,0 1-1,0-1 0,-1 1 1,3 10-1,4 6-21,-7-20-184,0-1-1,-1 0 1,1 1-1,0-1 1,0 0-1,0 0 1,0 0 0,0-1-1,0 1 1,0 0-1,0-1 1,0 1-1,0-1 1,1 1 0,-1-1-1,0 0 1,0 0-1,0 0 1,0-1-1,1 1 1,3-1 0,47-11-81,-25-2-67,-1-2-1,28-19 0,-13 8 71,-36 21 1058,-16 18-493,8-7-486,0 0 1,0 0 0,1 1 0,0-1 0,0 0 0,0 0 0,1 1 0,0-1 0,0 1 0,1 7 0,-1-11-124,1 1 0,-1 0 0,1-1 1,0 1-1,0 0 0,0-1 1,0 1-1,0-1 0,0 0 0,0 1 1,1-1-1,0 0 0,-1 0 0,1 0 1,0 0-1,0 0 0,0 0 1,0 0-1,0-1 0,0 1 0,1-1 1,3 3-1,4-1-1425,0 0 0,0-1 0,0 0 0,18 1 0,4-3-5428</inkml:trace>
</inkml:ink>
</file>

<file path=ppt/ink/ink2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8.417"/>
    </inkml:context>
    <inkml:brush xml:id="br0">
      <inkml:brushProperty name="width" value="0.025" units="cm"/>
      <inkml:brushProperty name="height" value="0.025" units="cm"/>
    </inkml:brush>
  </inkml:definitions>
  <inkml:trace contextRef="#ctx0" brushRef="#br0">104 109 8266,'0'0'12001,"16"-4"-11692,6 0-249,-9 2-42,0-1 1,-1 0 0,1 0 0,13-7 0,-25 10-20,0 0 0,0-1-1,0 1 1,-1 0 0,1 0 0,0-1 0,0 1 0,0-1 0,0 1 0,0-1-1,0 1 1,0-1 0,-1 1 0,1-1 0,0 0 0,-1 1 0,1-1 0,0 0 0,-1 0-1,1 0 1,-1 0 0,1 1 0,-1-1 0,1 0 0,-1 0 0,0 0 0,1 0-1,-1 0 1,0 0 0,0 0 0,0 0 0,0 0 0,1 0 0,-2 0 0,1 0-1,0 0 1,0 0 0,0 0 0,0 0 0,-1 0 0,1 0 0,0 0 0,-1 0 0,0-1-1,-1-1-16,0 1-1,0-1 1,0 1-1,0 0 0,-1 0 1,1 0-1,-1 0 1,1 0-1,-1 0 0,0 1 1,0-1-1,-5-1 1,-7-1 341,0 0 0,0 1 0,-1 1 0,1 0 0,-1 1 0,1 1 0,-30 3 0,43-2-265,0 0-1,-1 0 1,1 0-1,0 1 1,-1-1 0,1 1-1,0-1 1,0 1-1,0 0 1,0 0-1,1 0 1,-1 0-1,0 0 1,1 0 0,0 0-1,-1 0 1,1 1-1,0-1 1,0 1-1,0-1 1,0 1-1,1-1 1,-1 1-1,1-1 1,-1 6 0,-5 70 469,6-76-509,0 15 52,1 21-46,0-37-35,-1 1 1,1-1-1,-1 0 1,1 0-1,-1 0 1,1 0-1,0 0 1,-1 0-1,1 0 0,0 0 1,0 0-1,0 0 1,0 0-1,0 0 1,0 0-1,0-1 1,0 1-1,0-1 1,0 1-1,0 0 0,0-1 1,0 0-1,1 1 1,-1-1-1,0 0 1,0 1-1,2-1 1,11 2-393,-1-1-1,1 0 1,-1-1 0,1-1 0,0 0 0,-1-1 0,0 0 0,1-1 0,-1 0-1,0-1 1,0-1 0,-1 0 0,1-1 0,-1 0 0,-1-1 0,1 0 0,16-14-1,59-49 732,-91 76 7127,2-3-7307,0 0 0,1 0 0,-1 0 0,1 0 0,0 0 0,0 1 0,0-1 0,0 0 1,1 1-1,-1 5 0,1-7-134,0 0 1,0 0 0,0 0 0,1 0-1,-1 0 1,0 0 0,1 0-1,0 0 1,-1-1 0,1 1-1,0 0 1,0 0 0,0-1-1,0 1 1,0 0 0,0-1-1,1 1 1,-1-1 0,1 1-1,-1-1 1,3 2 0,0-1-13,0 0 0,0 0 1,-1-1-1,1 1 0,0-1 1,0 0-1,0 0 0,1 0 1,-1-1-1,5 1 0,2-1-120,-1-1-1,0 0 0,1 0 0,-1-1 1,0 0-1,1-1 0,-1 0 0,12-6 1,-6 1-8,0 0 1,-1-2 0,0 0-1,23-20 1,-35 26 260,-2 4 499,-2 15 292,2-11-1168,1-1 0,-1 1 0,1-1 0,0 1 0,0-1 0,0 1 0,0-1 0,1 0 0,-1 0 0,1 0 0,0 0 0,0-1 0,0 1-1,0-1 1,0 0 0,0 0 0,1 0 0,-1 0 0,1 0 0,0-1 0,-1 1 0,1-1 0,0 0 0,6 0 0,9 1-5766</inkml:trace>
</inkml:ink>
</file>

<file path=ppt/ink/ink2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8.687"/>
    </inkml:context>
    <inkml:brush xml:id="br0">
      <inkml:brushProperty name="width" value="0.025" units="cm"/>
      <inkml:brushProperty name="height" value="0.025" units="cm"/>
    </inkml:brush>
  </inkml:definitions>
  <inkml:trace contextRef="#ctx0" brushRef="#br0">58 1 15883,'0'0'10451,"-58"164"-8451,58-100-752,0 0-359,0-10-201,19-5-400,1-8-160,-1-15-128,-13-10-32,1-6-32,-1-10-464,-6-42-5762,0 7 561,0-4-4313</inkml:trace>
</inkml:ink>
</file>

<file path=ppt/ink/ink2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8.840"/>
    </inkml:context>
    <inkml:brush xml:id="br0">
      <inkml:brushProperty name="width" value="0.025" units="cm"/>
      <inkml:brushProperty name="height" value="0.025" units="cm"/>
    </inkml:brush>
  </inkml:definitions>
  <inkml:trace contextRef="#ctx0" brushRef="#br0">1 1 2617,'0'0'18796,"192"0"-17412,-128 6-872,13 10-512,-13-3-824,-19-10-4785</inkml:trace>
</inkml:ink>
</file>

<file path=ppt/ink/ink2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9.073"/>
    </inkml:context>
    <inkml:brush xml:id="br0">
      <inkml:brushProperty name="width" value="0.025" units="cm"/>
      <inkml:brushProperty name="height" value="0.025" units="cm"/>
    </inkml:brush>
  </inkml:definitions>
  <inkml:trace contextRef="#ctx0" brushRef="#br0">1 1 3305,'0'0'26037,"0"90"-25941,0-81-24,0-5-72,0-1-336</inkml:trace>
</inkml:ink>
</file>

<file path=ppt/ink/ink2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9.259"/>
    </inkml:context>
    <inkml:brush xml:id="br0">
      <inkml:brushProperty name="width" value="0.025" units="cm"/>
      <inkml:brushProperty name="height" value="0.025" units="cm"/>
    </inkml:brush>
  </inkml:definitions>
  <inkml:trace contextRef="#ctx0" brushRef="#br0">27 0 2513,'0'0'22124,"-7"77"-23108,1-41-1368,-1-7-3362,1-7-8465</inkml:trace>
</inkml:ink>
</file>

<file path=ppt/ink/ink2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9.601"/>
    </inkml:context>
    <inkml:brush xml:id="br0">
      <inkml:brushProperty name="width" value="0.025" units="cm"/>
      <inkml:brushProperty name="height" value="0.025" units="cm"/>
    </inkml:brush>
  </inkml:definitions>
  <inkml:trace contextRef="#ctx0" brushRef="#br0">42 1 640,'0'0'25671,"-7"6"-24120,-16 22-563,12-5-389,11-23-589,0 1 0,0 0 0,0-1 1,0 1-1,0-1 0,0 1 0,0-1 0,0 1 1,0-1-1,0 1 0,0 0 0,0-1 0,1 1 0,-1-1 1,0 1-1,0-1 0,1 1 0,-1-1 0,0 1 0,1-1 1,-1 0-1,0 1 0,1-1 0,-1 1 0,1-1 0,-1 0 1,1 1-1,-1-1 0,1 0 0,-1 0 0,1 1 1,-1-1-1,1 0 0,0 0 0,6 2-271,0-1 0,1 0 0,-1-1 0,1 0 0,12-1 0,6-1-1003,-12 2 1312,-10 0-124,1-1 0,-1 1 0,0 0 1,1 1-1,-1-1 0,1 1 1,-1 0-1,0 0 0,8 3 1,49 17-5868,-34-20-289</inkml:trace>
</inkml:ink>
</file>

<file path=ppt/ink/ink2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3:59.880"/>
    </inkml:context>
    <inkml:brush xml:id="br0">
      <inkml:brushProperty name="width" value="0.025" units="cm"/>
      <inkml:brushProperty name="height" value="0.025" units="cm"/>
    </inkml:brush>
  </inkml:definitions>
  <inkml:trace contextRef="#ctx0" brushRef="#br0">180 1 6385,'0'0'23293,"-71"167"-22380,58-126-353,7-2-200,6-1-264,0-2-96,-6-8-192,6 1-448,0-6-489,-13-7-719,-6 0-1217,-1-10-2720,-12 4-6258</inkml:trace>
</inkml:ink>
</file>

<file path=ppt/ink/ink2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0.439"/>
    </inkml:context>
    <inkml:brush xml:id="br0">
      <inkml:brushProperty name="width" value="0.025" units="cm"/>
      <inkml:brushProperty name="height" value="0.025" units="cm"/>
    </inkml:brush>
  </inkml:definitions>
  <inkml:trace contextRef="#ctx0" brushRef="#br0">1 431 5097,'0'0'1768,"27"-9"4063,307-81 2075,-290 81-7276,257-58 1309,-258 54-1891,-1-1 0,0-2-1,-1-2 1,70-43 0,-99 53-50,0 0-1,-1-1 0,17-16 0,-25 22 31,0-1-1,0 1 1,-1-1-1,1 1 1,-1-1-1,0 0 0,0 0 1,0 0-1,0 0 1,-1 0-1,0 0 1,0 0-1,0-1 1,0 1-1,0-6 0,-2 9 10,1 0 0,-1 0 1,1 0-1,-1 0 0,0 0 0,0 0 0,1 0 0,-1 1 0,0-1 0,0 0 0,0 1 0,0-1 0,0 0 0,0 1 0,0-1 0,0 1 0,0-1 0,0 1 0,0 0 0,0 0 0,0-1 0,0 1 0,0 0 0,0 0 0,0 0 0,0 0 0,-1 0 0,0 0 0,-44 0 367,36 0-219,-5 1-54,1 1 0,-1 0-1,0 1 1,1 0 0,-1 1-1,1 1 1,0 1 0,1-1-1,-1 2 1,1 0-1,0 1 1,1 0 0,0 1-1,0 0 1,1 1 0,-20 22-1,-7 12 8,2 3 0,-58 98-1,92-142-127,-24 40 39,3 1 1,-22 53 0,45-96-54,-1-1 0,1 1 0,0-1-1,-1 1 1,1 0 0,0-1 0,0 1 0,0 0-1,-1-1 1,1 1 0,0 0 0,0 0 0,0-1 0,0 1-1,0 0 1,0-1 0,0 1 0,0 0 0,1-1-1,-1 1 1,0 0 0,0-1 0,1 1 0,-1 0 0,0-1-1,1 1 1,-1 0 0,0-1 0,1 1 0,-1-1 0,1 1-1,-1-1 1,1 1 0,-1-1 0,1 1 0,-1-1-1,1 0 1,0 1 0,-1-1 0,1 0 0,0 1 0,-1-1-1,1 0 1,1 0 0,35 0 154,-21-1-135,-1 0 8,0-1-1,-1-1 1,1 0 0,-1 0-1,0-2 1,0 0-1,-1 0 1,1-2-1,-1 1 1,0-2 0,15-11-1,-26 95 954,-2-75-1081,0 0-1,1 0 1,-1 0-1,0 0 1,0 0-1,1 0 1,-1 0 0,0 0-1,1-1 1,-1 1-1,1 0 1,-1 0-1,1 0 1,0-1-1,-1 1 1,1 0-1,0 0 1,-1-1-1,1 1 1,0-1-1,0 1 1,0-1-1,-1 1 1,1-1-1,0 1 1,0-1-1,0 0 1,0 1 0,2-1-1,32 4-4984,-27-3 2906,13-1-5294</inkml:trace>
</inkml:ink>
</file>

<file path=ppt/ink/ink2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0.841"/>
    </inkml:context>
    <inkml:brush xml:id="br0">
      <inkml:brushProperty name="width" value="0.025" units="cm"/>
      <inkml:brushProperty name="height" value="0.025" units="cm"/>
    </inkml:brush>
  </inkml:definitions>
  <inkml:trace contextRef="#ctx0" brushRef="#br0">0 93 1296,'0'0'17945,"16"0"-17150,77 0-264,-89-1-524,-1 0 0,1 0 1,-1 0-1,0 0 0,1-1 0,-1 1 0,0-1 0,0 0 0,0 0 1,0 0-1,-1 0 0,1-1 0,-1 1 0,1-1 0,2-3 1,-4 5 17,1 0 0,-1-1 0,0 0 0,1 1 0,-1-1 0,0 0 1,0 1-1,0-1 0,0 0 0,0 0 0,0 0 0,-1 0 0,1 0 1,-1 0-1,1 0 0,-1 0 0,0 0 0,0 0 0,0-1 1,0 1-1,0 0 0,0 0 0,-1 0 0,1 0 0,-1 0 0,0-3 1,-3 3 156,0 1 1,0 0 0,0 0 0,0 1 0,0-1 0,0 1 0,0-1-1,0 1 1,0 1 0,0-1 0,-5 1 0,0 0 259,2-1-163,1-1-1,0 2 1,0-1 0,0 1-1,0 0 1,0 0-1,0 0 1,0 1 0,-5 2-1,9-2-173,0-1 0,0 1 0,0 0 0,0-1 0,0 1 0,1 0 0,-1 0 0,1 1 0,-1-1 0,1 0 0,0 0 0,0 1 0,0-1 0,0 0 0,0 1 0,0-1 0,1 1-1,0-1 1,-1 1 0,1 0 0,0-1 0,0 1 0,1 4 0,-2 20 357,0-16-335,1 0 1,0 1-1,3 19 1,-2-28-170,0 1 1,0 0 0,0 0-1,1-1 1,-1 1-1,1-1 1,0 1 0,0-1-1,0 0 1,1 0 0,-1 0-1,1 0 1,-1 0-1,1 0 1,4 2 0,65 38-5364,-46-32-1230</inkml:trace>
</inkml:ink>
</file>

<file path=ppt/ink/ink2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1.824"/>
    </inkml:context>
    <inkml:brush xml:id="br0">
      <inkml:brushProperty name="width" value="0.025" units="cm"/>
      <inkml:brushProperty name="height" value="0.025" units="cm"/>
    </inkml:brush>
  </inkml:definitions>
  <inkml:trace contextRef="#ctx0" brushRef="#br0">35 49 1608,'0'0'20653,"-3"-6"-19533,0-1-1024,-6-9 899,4 16-249,-1 11 56,3 1-410,1 1 0,1 0-1,-1 0 1,2 0 0,1 20-1,0-5-240,-1-26-150,0-1 1,0 0-1,0 1 0,0-1 1,0 0-1,1 0 1,-1 0-1,0 1 1,1-1-1,-1 0 0,1 0 1,-1 0-1,1 0 1,0 0-1,0 0 1,-1 0-1,1 0 0,0 0 1,0 0-1,0 0 1,0 0-1,0 0 1,0-1-1,0 1 0,2 1 1,0-1-23,1 0 1,-1 0 0,1 0-1,-1-1 1,1 1 0,-1-1-1,1 0 1,-1 0 0,6 0-1,0-1-117,-1 0-1,1-1 1,-1 0 0,0 0-1,1-1 1,-1 0 0,13-7-1,-6 0-90,5-2 19,-1 0 0,-1-1 0,0-2 0,-1 1 0,20-23 0,-21 20 212,-14 16 23,0 0-1,0-1 0,0 0 0,-1 1 1,1-1-1,0 0 0,-1 0 0,0 0 1,1 0-1,-1 0 0,0 0 0,0 0 1,0-1-1,0 1 0,1-5 0,-2 7 806,7 13 35,1-1-690,0-1 1,1 0-1,1-1 0,14 14 0,14 1-2127,4-13-6067,-28-11 585</inkml:trace>
</inkml:ink>
</file>

<file path=ppt/ink/ink2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2.260"/>
    </inkml:context>
    <inkml:brush xml:id="br0">
      <inkml:brushProperty name="width" value="0.025" units="cm"/>
      <inkml:brushProperty name="height" value="0.025" units="cm"/>
    </inkml:brush>
  </inkml:definitions>
  <inkml:trace contextRef="#ctx0" brushRef="#br0">0 0 3321,'0'0'21418,"4"7"-20098,1 0-1056,-2 1 0,1-1 0,-1 1 0,0-1 0,-1 1 0,1 0-1,-2 0 1,1 0 0,-1 0 0,0 14 0,-1-20-254,0 0-1,0 0 1,0-1-1,0 1 1,0 0-1,0 0 1,0 0-1,1-1 1,-1 1-1,1 0 1,-1 0-1,1-1 1,0 1-1,-1 0 0,1-1 1,0 1-1,0-1 1,2 3-1,-1-3-22,-1-1-1,1 0 1,-1 0-1,1 1 1,-1-1-1,1 0 0,0 0 1,-1-1-1,1 1 1,-1 0-1,1 0 1,-1-1-1,0 1 0,1-1 1,-1 1-1,1-1 1,-1 0-1,0 0 1,1 1-1,-1-1 1,0 0-1,0 0 0,2-2 1,57-44-507,-38 28 416,1 1-1,50-28 0,-73 46 121,1 0 1,-1 0-1,0 0 0,1 0 0,-1 1 0,0-1 0,1 0 0,-1 0 0,0 0 1,1 1-1,-1-1 0,0 0 0,1 0 0,-1 1 0,0-1 0,0 0 1,1 1-1,-1-1 0,0 0 0,0 1 0,1-1 0,-1 1 0,0-1 0,0 0 1,0 1-1,0-1 0,0 1 0,0-1 0,0 0 0,0 1 0,0-1 0,0 1 1,0-1-1,0 0 0,0 1 0,0-1 0,0 1 0,1 24 232,-1-18-176,1 2-60,1 0 1,0 1 0,0-1 0,0 0-1,1 0 1,8 15 0,-9-21-208,-1 0 1,1 0 0,0-1-1,1 1 1,-1-1 0,0 0-1,1 1 1,-1-1 0,1 0-1,-1 0 1,1-1-1,0 1 1,0 0 0,0-1-1,0 0 1,0 0 0,0 0-1,1 0 1,-1 0 0,0-1-1,0 1 1,5-1 0,22 1-5316,-9-1-2521</inkml:trace>
</inkml:ink>
</file>

<file path=ppt/ink/ink2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2.665"/>
    </inkml:context>
    <inkml:brush xml:id="br0">
      <inkml:brushProperty name="width" value="0.025" units="cm"/>
      <inkml:brushProperty name="height" value="0.025" units="cm"/>
    </inkml:brush>
  </inkml:definitions>
  <inkml:trace contextRef="#ctx0" brushRef="#br0">302 1 7994,'0'0'17856,"-31"1"-16708,-97 8-411,119-8-627,0 0 0,0 0 0,0 1 0,1 0 0,-12 5-1,18-6-90,0 0-1,0 0 0,0 0 0,0 1 1,0-1-1,1 1 0,-1-1 1,0 1-1,1-1 0,-1 1 0,1 0 1,0 0-1,-2 2 0,2-3-32,1 0-1,-1 0 0,1 0 1,-1 0-1,1 0 0,-1 0 1,1 0-1,-1 1 1,1-1-1,0 0 0,0 0 1,0 0-1,0 0 1,0 0-1,0 1 0,0-1 1,0 0-1,0 0 1,0 0-1,0 0 0,1 0 1,-1 0-1,0 1 0,1-1 1,-1 0-1,1 0 1,0 0-1,-1 0 0,1 0 1,0-1-1,-1 1 1,1 0-1,0 0 0,0 0 1,0 0-1,1 0 1,4 3-105,0-1 1,1 0 0,-1 0 0,1-1 0,7 2 0,9 4-488,-16-4 356,0 0 1,-1 0-1,1 0 1,-1 1-1,0 0 0,0 1 1,9 10-1,-14-15 230,1 1 0,-1-1 0,0 0 0,0 0 0,0 1 0,0-1 0,-1 0 0,1 1-1,0-1 1,0 1 0,-1-1 0,1 1 0,-1-1 0,0 1 0,1-1 0,-1 1 0,0-1 0,0 1 0,0 0 0,0-1-1,0 1 1,0-1 0,0 1 0,-1 0 0,1-1 0,-1 1 0,1-1 0,-1 1 0,1-1 0,-1 1 0,0-1 0,0 0 0,0 1-1,0-1 1,0 0 0,0 1 0,0-1 0,0 0 0,0 0 0,0 0 0,-1 0 0,1 0 0,0-1 0,-1 1 0,1 0-1,-3 0 1,-17 8 208,0-2-1,0 0 1,-41 7-1,12-3-224,48-11-616,7 0-160,0-1 0,-1 0 0,1 0 0,0-1 0,0 0 0,-1 1 0,1-2 0,-1 1 0,5-4 0,5-1-1898,30-15-7313</inkml:trace>
</inkml:ink>
</file>

<file path=ppt/ink/ink2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3.036"/>
    </inkml:context>
    <inkml:brush xml:id="br0">
      <inkml:brushProperty name="width" value="0.025" units="cm"/>
      <inkml:brushProperty name="height" value="0.025" units="cm"/>
    </inkml:brush>
  </inkml:definitions>
  <inkml:trace contextRef="#ctx0" brushRef="#br0">125 93 1712,'0'0'23772,"-20"11"-22472,-61 36-407,79-46-870,0 0 1,0 0 0,1 1-1,-1-1 1,1 1 0,-1-1-1,1 1 1,0 0 0,-1-1-1,1 1 1,0 0 0,0 0-1,0 0 1,0 0 0,1 0-1,-1 0 1,0 0 0,1 0-1,0 0 1,-1 0 0,1 0 0,0 1-1,0-1 1,0 0 0,0 0-1,1 0 1,-1 0 0,0 0-1,1 0 1,0 1 0,-1-1-1,1 0 1,0-1 0,0 1-1,0 0 1,0 0 0,1 0-1,-1-1 1,0 1 0,1 0-1,-1-1 1,1 1 0,-1-1-1,4 2 1,-1-1-30,1 0 1,-1 0-1,1 0 0,0 0 0,-1-1 0,1 0 0,0 0 1,0-1-1,0 1 0,0-1 0,0 0 0,0 0 1,0-1-1,0 1 0,0-1 0,0 0 0,0-1 1,-1 1-1,1-1 0,0 0 0,-1 0 0,0 0 1,1-1-1,-1 0 0,6-4 0,-4 2-25,-1 1 0,0 0 0,0-1 0,-1 0 0,1 0 0,-1-1 0,0 1 0,-1-1-1,1 0 1,-1 0 0,0 0 0,0 0 0,-1 0 0,0-1 0,0 1 0,-1-1 0,0 0 0,1-9 0,-2 10 31,0 1 0,0 0 0,-1 0 0,1 0 0,-1 0 0,0 0 0,-1 0 0,1 0 0,-1 0 1,0 1-1,0-1 0,-6-8 0,6 11-6,-1-1-1,1 0 1,-1 1 0,0 0 0,0 0 0,0 0 0,0 0-1,0 0 1,0 0 0,0 1 0,-1-1 0,1 1-1,-1 0 1,1 0 0,-1 1 0,1-1 0,-1 1-1,1-1 1,-8 1 0,4 0 56,-18 3-1236,25-2 1054,-1-1-1,0 1 1,1 0 0,-1-1-1,1 1 1,-1 0 0,1 0-1,-1-1 1,1 1 0,0 0-1,-1 0 1,1 0 0,0-1-1,0 1 1,0 0 0,-1 0-1,1 0 1,0 0 0,0 0-1,0 0 1,0-1 0,1 1-1,-1 0 1,0 0 0,0 0-1,1 1 1,0 0-248,-1 0 0,1 0 1,0 0-1,0 0 0,0 0 0,0-1 0,0 1 1,0 0-1,1-1 0,-1 1 0,1-1 0,-1 1 1,1-1-1,-1 1 0,1-1 0,0 0 0,0 0 1,-1 0-1,1 0 0,0 0 0,0-1 1,3 2-1,-3-1-176,30 12-8105</inkml:trace>
</inkml:ink>
</file>

<file path=ppt/ink/ink2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3.345"/>
    </inkml:context>
    <inkml:brush xml:id="br0">
      <inkml:brushProperty name="width" value="0.025" units="cm"/>
      <inkml:brushProperty name="height" value="0.025" units="cm"/>
    </inkml:brush>
  </inkml:definitions>
  <inkml:trace contextRef="#ctx0" brushRef="#br0">1 65 568,'0'0'20288,"4"10"-18099,25 72 1870,-24-71-2742,-2-23-820,0-42-751,-1 14 245,-2 38-20,0-1 0,0 1 0,1-1 0,0 1 1,-1 0-1,1-1 0,0 1 0,0 0 0,0-1 0,0 1 0,1 0 0,-1 0 0,1 0 0,-1 0 0,1 0 0,0 0 0,0 1 0,-1-1 0,1 1 0,0-1 0,4-1 0,0 1-1030,1 0 1,-1 0-1,1 0 1,-1 1-1,1 0 0,9 0 1,-6 0-1193,9-1-4464</inkml:trace>
</inkml:ink>
</file>

<file path=ppt/ink/ink2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3.658"/>
    </inkml:context>
    <inkml:brush xml:id="br0">
      <inkml:brushProperty name="width" value="0.025" units="cm"/>
      <inkml:brushProperty name="height" value="0.025" units="cm"/>
    </inkml:brush>
  </inkml:definitions>
  <inkml:trace contextRef="#ctx0" brushRef="#br0">112 1 3473,'0'0'21051,"-18"32"-18501,-55 108-712,70-133-1702,0 0 0,0 0 1,0 1-1,1-1 0,0 1 1,1 0-1,-1-1 1,2 1-1,-1 0 0,1 0 1,1 14-1,0 2 175,0-12-318,1 0 0,-1 0 0,2-1 1,0 1-1,0 0 0,1-1 0,0 0 1,1 0-1,1 0 0,0 0 0,0-1 1,1 0-1,0 0 0,0-1 1,1 0-1,1 0 0,0-1 0,15 12 1,-22-19-470,0 0 1,1 1-1,-1-1 1,1-1-1,-1 1 1,1 0-1,-1 0 1,1-1-1,5 1 1,0 0-3006,0-1-3283</inkml:trace>
</inkml:ink>
</file>

<file path=ppt/ink/ink2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3.833"/>
    </inkml:context>
    <inkml:brush xml:id="br0">
      <inkml:brushProperty name="width" value="0.025" units="cm"/>
      <inkml:brushProperty name="height" value="0.025" units="cm"/>
    </inkml:brush>
  </inkml:definitions>
  <inkml:trace contextRef="#ctx0" brushRef="#br0">1 36 1568,'0'0'22173,"167"-35"-21205,-116 35-712,-6 6-256,19 10-480,-12-3-1848,-14-7-3970</inkml:trace>
</inkml:ink>
</file>

<file path=ppt/ink/ink2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4.206"/>
    </inkml:context>
    <inkml:brush xml:id="br0">
      <inkml:brushProperty name="width" value="0.025" units="cm"/>
      <inkml:brushProperty name="height" value="0.025" units="cm"/>
    </inkml:brush>
  </inkml:definitions>
  <inkml:trace contextRef="#ctx0" brushRef="#br0">1 57 2865,'0'0'16587,"19"0"-15035,3 1-1264,135 0 1388,-156-1-1674,1 0 1,0 0 0,-1 0 0,1 0-1,0-1 1,-1 1 0,1-1 0,0 1 0,-1-1-1,1 0 1,-1 1 0,1-1 0,-1 0-1,1 0 1,-1 0 0,0 0 0,0 0-1,1-1 1,-1 1 0,0 0 0,0-1 0,0 1-1,0 0 1,0-1 0,0 1 0,-1-1-1,1 0 1,-1 1 0,1-1 0,-1 1 0,1-1-1,-1 0 1,0 1 0,0-1 0,1 0-1,-1 0 1,-1-2 0,1 3-2,0 0 1,-1 1-1,1-1 0,-1 0 1,1 0-1,0 1 1,-1-1-1,1 0 0,-1 1 1,0-1-1,1 1 1,-1-1-1,0 1 0,1-1 1,-1 1-1,0-1 1,1 1-1,-1-1 0,0 1 1,0 0-1,0 0 0,1-1 1,-1 1-1,0 0 1,0 0-1,0 0 0,1 0 1,-1 0-1,0 0 1,-1 0-1,-36 0 449,27 0-128,-7-1 78,12 1-194,1 0-1,0 0 1,-1 0-1,1 0 1,0 1-1,-8 1 1,12-1-181,-1-1-1,1 1 1,0-1-1,0 1 0,0 0 1,0 0-1,-1 0 1,1-1-1,0 1 1,0 0-1,1 0 1,-1 1-1,0-1 1,0 0-1,0 0 1,1 0-1,-1 0 1,0 1-1,1-1 1,-1 0-1,1 1 1,0-1-1,-1 0 1,1 1-1,0-1 1,0 0-1,0 1 1,0-1-1,0 2 1,0 7 55,0-8-166,-1 1 0,1-1 0,-1 1 0,1 0 0,0-1 0,0 1 0,0-1 0,1 1 0,-1 0 0,1-1 0,-1 1 0,1-1 0,0 1 0,0-1 0,0 1 0,0-1 0,0 0 0,1 1 0,-1-1 0,1 0 0,-1 0 0,1 0 0,0 0 0,0 0 0,0-1 0,0 1 0,0-1 0,0 1 0,1-1 0,-1 0 0,0 1 0,1-1 0,-1 0 0,4 0 0,54 16-3599,-24-8-1277,4 3-4586</inkml:trace>
</inkml:ink>
</file>

<file path=ppt/ink/ink2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4.686"/>
    </inkml:context>
    <inkml:brush xml:id="br0">
      <inkml:brushProperty name="width" value="0.025" units="cm"/>
      <inkml:brushProperty name="height" value="0.025" units="cm"/>
    </inkml:brush>
  </inkml:definitions>
  <inkml:trace contextRef="#ctx0" brushRef="#br0">168 464 1424,'0'0'21254,"-25"-6"-19898,-74-15-281,62 15 393,32 6-1118,4 0-165,1 1-157,0 0 0,0 0 0,-1 0 0,1 0-1,0 0 1,0 0 0,0 0 0,0 0 0,1 0-1,-1 0 1,0 0 0,0 0 0,1 0 0,-1 0-1,0 0 1,1 0 0,-1-1 0,1 2 0,2 1-30,0-1 0,0 0 1,0 0-1,1 0 1,-1 0-1,0-1 1,1 1-1,-1-1 1,1 0-1,0 0 1,-1 0-1,1-1 0,0 1 1,6-1-1,62-1-569,-57 0 393,-6 0 32,-1-1-1,1 0 1,0 0-1,-1-1 1,1-1-1,-1 1 1,0-1-1,0-1 1,0 1-1,-1-1 1,0-1-1,0 1 1,0-1-1,-1 0 1,7-8-1,8-10-403,-2 0 0,33-54 0,-40 60 682,-1 0 1,-1-1-1,-1-1 0,-1 1 0,0-2 1,-2 1-1,0-1 0,-1 1 0,-1-2 1,-2 1-1,2-25 0,-4 46-71,-1-1-1,1 1 1,0 0-1,0-1 1,0 1-1,0 0 0,-1 0 1,1-1-1,0 1 1,0 0-1,0 0 1,-1 0-1,1-1 1,0 1-1,0 0 1,-1 0-1,1 0 0,0 0 1,-1-1-1,1 1 1,0 0-1,-1 0 1,1 0-1,0 0 1,0 0-1,-1 0 1,1 0-1,0 0 0,-1 0 1,1 0-1,0 0 1,-1 0-1,1 0 1,0 0-1,-1 0 1,1 0-1,0 1 1,0-1-1,-1 0 1,1 0-1,-15 6 546,11-2-437,-1 0 0,1 1 1,0-1-1,1 1 0,-1 0 0,1 0 1,0 1-1,0-1 0,0 0 0,1 1 1,0 0-1,0 0 0,-1 8 0,-15 86 832,17-90-866,-4 50 244,3 68 1,2-81-445,0-43-38,0-1-1,0 1 0,0 0 1,1 0-1,-1-1 1,1 1-1,0 0 0,0-1 1,0 1-1,1-1 0,-1 1 1,1-1-1,-1 0 0,1 0 1,0 0-1,1 0 0,-1 0 1,0 0-1,1 0 0,0-1 1,3 4-1,2-2-1116,0 0 1,0 0-1,0-1 1,0 0-1,1 0 0,-1-1 1,16 2-1,9 1-8502</inkml:trace>
</inkml:ink>
</file>

<file path=ppt/ink/ink2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4.997"/>
    </inkml:context>
    <inkml:brush xml:id="br0">
      <inkml:brushProperty name="width" value="0.025" units="cm"/>
      <inkml:brushProperty name="height" value="0.025" units="cm"/>
    </inkml:brush>
  </inkml:definitions>
  <inkml:trace contextRef="#ctx0" brushRef="#br0">45 1 2865,'0'0'26591,"-2"25"-25608,-9 191 63,15-106-1164,-1-1-4099,-3-108 3971,-1-1-1,1 1 1,-1 0 0,1-1-1,-1 1 1,1-1 0,-1 1 0,1-1-1,-1 1 1,1-1 0,-1 1 0,0-1-1,1 1 1,-1-1 0,0 0 0,1 1-1,-1-1 1,0 0 0,0 0 0,1 0-1,-1 1 1,0-1 0,0 0 0,1 0-1,-1 0 1,0 0 0,0 0-1,0 0 1,1 0 0,-1-1 0,0 1-1,0 0 1,1 0 0,-1-1 0,0 1-1,1 0 1,-2-1 0,-11-5-6264</inkml:trace>
</inkml:ink>
</file>

<file path=ppt/ink/ink2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5.308"/>
    </inkml:context>
    <inkml:brush xml:id="br0">
      <inkml:brushProperty name="width" value="0.025" units="cm"/>
      <inkml:brushProperty name="height" value="0.025" units="cm"/>
    </inkml:brush>
  </inkml:definitions>
  <inkml:trace contextRef="#ctx0" brushRef="#br0">0 62 2961,'0'0'20653,"25"-10"-19064,78-33-582,-99 41-938,-1 1 0,1 0 0,-1 0 0,1 0 0,-1 0 0,1 0 0,-1 1 0,1-1 0,0 1 0,-1 0 0,1 0 0,-1 1-1,1-1 1,0 1 0,-1-1 0,1 1 0,-1 0 0,1 1 0,-1-1 0,0 0 0,1 1 0,-1 0 0,0 0 0,0 0 0,0 0 0,0 0 0,-1 1 0,1-1 0,3 6 0,-3-4-11,-1 0-1,1 0 0,-1 0 1,0 1-1,0-1 0,-1 1 1,0-1-1,1 1 0,-1 0 1,-1-1-1,1 1 1,-1 0-1,0 0 0,0-1 1,0 1-1,-1 0 0,-1 7 1,2-11-47,-1 0 0,0 0 0,1 0 1,-1 0-1,0 0 0,0 0 1,0 0-1,0 0 0,0 0 0,0 0 1,0-1-1,0 1 0,0 0 0,0-1 1,0 1-1,0-1 0,-1 1 1,1-1-1,0 0 0,0 1 0,0-1 1,-1 0-1,-1 0 0,-33 2 76,30-3-59,-64 1-986,70 0 722,0-1-1,0 0 0,0 1 0,0-1 0,-1 0 0,1 1 0,0-1 0,0 0 0,0 1 0,1-1 0,-1 0 0,0 0 0,0 1 0,0-1 0,0 0 0,1 1 0,-1-1 0,0 0 0,1 1 0,-1-1 0,0 1 0,1-1 1,-1 1-1,1-1 0,-1 0 0,1 1 0,-1 0 0,1-1 0,-1 1 0,2-1 0,21-11-5200,8 5-1742</inkml:trace>
</inkml:ink>
</file>

<file path=ppt/ink/ink2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5.743"/>
    </inkml:context>
    <inkml:brush xml:id="br0">
      <inkml:brushProperty name="width" value="0.025" units="cm"/>
      <inkml:brushProperty name="height" value="0.025" units="cm"/>
    </inkml:brush>
  </inkml:definitions>
  <inkml:trace contextRef="#ctx0" brushRef="#br0">213 53 2473,'0'0'15610,"0"-9"-13151,0 7-2370,0 1 0,0-1 0,0 1 0,0-1 1,0 1-1,0-1 0,0 1 0,0-1 0,-1 1 0,1-1 1,-1 1-1,1-1 0,-1 1 0,0-1 0,1 1 0,-1 0 0,0 0 1,0-1-1,0 1 0,0 0 0,0 0 0,0 0 0,0 0 1,-1 0-1,1 0 0,0 0 0,0 0 0,-1 0 0,1 1 1,-1-1-1,-1 0 0,-6-1 394,-1 1 0,0 0 0,1 1 0,-1 0 1,-11 2-1,19-2-421,-5 0 130,0 1-1,0 0 1,0 0-1,0 0 1,0 1-1,1 0 1,-1 1-1,0-1 1,-10 8-1,14-9-165,0 1-1,1 0 1,-1 1 0,1-1-1,-1 0 1,1 1-1,0-1 1,0 1 0,0-1-1,0 1 1,1 0-1,-1 0 1,1 0-1,-1 0 1,1 0 0,0 1-1,0-1 1,1 0-1,-1 0 1,1 1 0,-1 5-1,1-7-39,0 0 0,0 0 0,0 0-1,0 0 1,0 0 0,0 0 0,1 0 0,-1 0-1,0 0 1,1 0 0,0 0 0,0 0 0,-1 0-1,1 0 1,0-1 0,0 1 0,1 0 0,-1-1-1,0 1 1,1-1 0,-1 1 0,0-1 0,1 1 0,2 0-1,1 0-59,0 0-1,0-1 0,0 1 0,1-2 0,-1 1 0,0 0 1,1-1-1,8 0 0,-11 0 55,6 0-200,0 0-1,1-1 0,-1 0 0,16-3 1,-22 3 192,0 0 1,-1 0-1,1 0 1,-1 0-1,0-1 1,1 1 0,-1-1-1,0 1 1,0-1-1,0 0 1,0 0-1,0 0 1,0 0-1,-1 0 1,1 0 0,-1 0-1,1-1 1,-1 1-1,0 0 1,0-1-1,1-3 1,4-8 766,-2 20 286,8 19-1545,-10-22 210,0 0 1,1-1-1,-1 1 0,1-1 0,0 0 1,0 0-1,0 0 0,0 0 0,4 2 1,18 7-5094,-5-6-1970</inkml:trace>
</inkml:ink>
</file>

<file path=ppt/ink/ink2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6.099"/>
    </inkml:context>
    <inkml:brush xml:id="br0">
      <inkml:brushProperty name="width" value="0.025" units="cm"/>
      <inkml:brushProperty name="height" value="0.025" units="cm"/>
    </inkml:brush>
  </inkml:definitions>
  <inkml:trace contextRef="#ctx0" brushRef="#br0">16 186 2801,'0'0'23079,"-3"15"-22152,-8 44-329,11-58-584,0 0 1,0-1 0,-1 1-1,1 0 1,0 0 0,0 0 0,0-1-1,0 1 1,0 0 0,0 0 0,0 0-1,0-1 1,0 1 0,0 0 0,1 0-1,-1 0 1,0-1 0,1 1-1,-1 0 1,0 0 0,1-1 0,-1 1-1,1 0 1,-1-1 0,1 1 0,-1-1-1,1 1 1,0-1 0,-1 1-1,1-1 1,-1 1 0,3 0 0,-3-1-10,1 0-1,-1 0 1,1-1 0,-1 1 0,1 0 0,0 0 0,-1-1 0,1 1 0,-1 0-1,1-1 1,-1 1 0,0 0 0,1-1 0,-1 1 0,1-1 0,-1 1 0,0-1 0,1 1-1,-1-1 1,0 1 0,1-1 0,-1 1 0,0-1 0,0 1 0,0-1 0,0 1-1,1-1 1,-1 0 0,0 1 0,0-1 0,0 1 0,0-1 0,0 0 0,0-215-1898,0 214 1738,0 0 0,0 0-1,0 1 1,0-1 0,0 0 0,1 0-1,-1 1 1,1-1 0,-1 0 0,1 1-1,0-1 1,0 0 0,-1 1-1,1-1 1,0 1 0,0 0 0,1-1-1,-1 1 1,0 0 0,0-1 0,1 1-1,-1 0 1,1 0 0,1-1 0,27-9-6374,-17 8 2089</inkml:trace>
</inkml:ink>
</file>

<file path=ppt/ink/ink2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6.452"/>
    </inkml:context>
    <inkml:brush xml:id="br0">
      <inkml:brushProperty name="width" value="0.025" units="cm"/>
      <inkml:brushProperty name="height" value="0.025" units="cm"/>
    </inkml:brush>
  </inkml:definitions>
  <inkml:trace contextRef="#ctx0" brushRef="#br0">108 0 1320,'0'0'26902,"-17"26"-25683,-52 85-538,66-105-648,0-1 0,0 1 0,1 0-1,0 0 1,0-1 0,0 1 0,1 1-1,-1-1 1,1 0 0,1 0 0,0 0-1,-1 1 1,2-1 0,1 12 0,0 9 20,-2 85-1362,1-111 1155,-1 0 0,1 0 0,-1 0-1,1-1 1,0 1 0,0 0 0,-1 0 0,1-1-1,0 1 1,0-1 0,0 1 0,0 0-1,0-1 1,0 0 0,0 1 0,0-1 0,0 0-1,0 1 1,0-1 0,0 0 0,0 0-1,0 0 1,0 0 0,0 0 0,0 0 0,0 0-1,0 0 1,2-1 0,31-1-4124,-34 2 4210,21-5-5813</inkml:trace>
</inkml:ink>
</file>

<file path=ppt/ink/ink2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6.643"/>
    </inkml:context>
    <inkml:brush xml:id="br0">
      <inkml:brushProperty name="width" value="0.025" units="cm"/>
      <inkml:brushProperty name="height" value="0.025" units="cm"/>
    </inkml:brush>
  </inkml:definitions>
  <inkml:trace contextRef="#ctx0" brushRef="#br0">1 1 1840,'0'0'22373,"205"9"-21357,-147 1-616,-7-1-400,-6-5-64,-6 5-1576,-20 1-3353,-6-7-6970</inkml:trace>
</inkml:ink>
</file>

<file path=ppt/ink/ink2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7.001"/>
    </inkml:context>
    <inkml:brush xml:id="br0">
      <inkml:brushProperty name="width" value="0.025" units="cm"/>
      <inkml:brushProperty name="height" value="0.025" units="cm"/>
    </inkml:brush>
  </inkml:definitions>
  <inkml:trace contextRef="#ctx0" brushRef="#br0">341 0 16684,'0'0'11506,"-225"203"-12690,174-152-2817,-13-13-4633</inkml:trace>
</inkml:ink>
</file>

<file path=ppt/ink/ink2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8.042"/>
    </inkml:context>
    <inkml:brush xml:id="br0">
      <inkml:brushProperty name="width" value="0.025" units="cm"/>
      <inkml:brushProperty name="height" value="0.025" units="cm"/>
    </inkml:brush>
  </inkml:definitions>
  <inkml:trace contextRef="#ctx0" brushRef="#br0">410 38 1176,'0'0'20447,"-18"-7"-19404,8 4-888,-2-3 80,-1 2 1,0-1-1,0 2 1,0 0 0,0 0-1,0 1 1,-1 1-1,1 0 1,0 1 0,-15 2-1,14 1-18,0 2-1,0-1 1,0 2 0,1 0-1,0 0 1,0 1 0,0 1-1,1 0 1,0 1-1,-15 14 1,21-18-194,0 1 1,1 0-1,-1 0 0,1 0 0,1 1 0,-1 0 1,1 0-1,0 0 0,1 0 0,-1 1 0,2 0 1,-1-1-1,1 1 0,0 0 0,0 0 1,1 0-1,1 0 0,-1 0 0,2 15 0,-1-22-50,0 1 0,1 0 0,-1 0 0,0-1 0,1 1 0,0-1 0,-1 1 0,1 0 0,0-1 0,0 1 0,0-1-1,0 1 1,0-1 0,0 0 0,0 0 0,1 1 0,-1-1 0,0 0 0,1 0 0,-1 0 0,1 0 0,1 0 0,0 1-27,1-1 0,0 0 1,0 0-1,-1 0 0,1-1 1,0 1-1,0-1 0,0 0 1,7-1-1,-3 1-44,0-2-1,1 1 0,-1-1 1,0-1-1,0 1 0,0-2 1,0 1-1,13-8 0,9-13-138,0-1-1,-2-2 0,-1 0 1,35-47-1,-52 66 1528,-8 18 629,0 6-1789,0-6-20,1-1-1,0 1 1,1-1 0,0 0-1,0 0 1,1-1-1,0 1 1,7 8-1,-9-14-402,0 0 0,1 1 0,-1-1 0,1 0 0,0-1 0,-1 1 0,9 3 0,-7-4-779,0 0 1,0 0-1,0-1 0,0 0 0,0 0 1,0 0-1,0 0 0,5-1 1,3 0-8671</inkml:trace>
</inkml:ink>
</file>

<file path=ppt/ink/ink2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8.171"/>
    </inkml:context>
    <inkml:brush xml:id="br0">
      <inkml:brushProperty name="width" value="0.025" units="cm"/>
      <inkml:brushProperty name="height" value="0.025" units="cm"/>
    </inkml:brush>
  </inkml:definitions>
  <inkml:trace contextRef="#ctx0" brushRef="#br0">0 1 2801</inkml:trace>
</inkml:ink>
</file>

<file path=ppt/ink/ink2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8.430"/>
    </inkml:context>
    <inkml:brush xml:id="br0">
      <inkml:brushProperty name="width" value="0.025" units="cm"/>
      <inkml:brushProperty name="height" value="0.025" units="cm"/>
    </inkml:brush>
  </inkml:definitions>
  <inkml:trace contextRef="#ctx0" brushRef="#br0">0 1 2801,'166'29'2664,"-133"-23"9971,-33-3-9855,0 41 2265,0 27-2589,1-70-2451,-1 0 1,1 0 0,-1 0-1,1 0 1,0 0 0,-1 0-1,1 0 1,0 0 0,0 0-1,-1-1 1,1 1-1,0 0 1,0 0 0,0-1-1,0 1 1,0-1 0,0 1-1,0-1 1,0 1 0,0-1-1,0 0 1,1 1 0,-1-1-1,0 0 1,0 0-1,0 0 1,0 0 0,0 0-1,1 0 1,-1 0 0,0 0-1,0-1 1,0 1 0,0 0-1,2-1 1,46-12-64,-22-1-212,0-1-1,-1-1 1,-1-1-1,33-30 1,-56 45 275,5-5 199,-9 9 193,-13 20 509,13-17-922,1 0 1,0 0-1,0 0 0,1 0 0,-1 0 0,1 0 0,0 0 1,2 7-1,-2-9-74,0-1 0,1 0 1,-1 1-1,1-1 0,0 1 0,0-1 0,0 0 1,0 1-1,0-1 0,0 0 0,1 0 1,-1 0-1,1 0 0,-1 0 0,1 0 0,0 0 1,0-1-1,0 1 0,2 1 0,15 5-2315,1 0 0,31 7 1,-11-4-5335</inkml:trace>
</inkml:ink>
</file>

<file path=ppt/ink/ink2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8.914"/>
    </inkml:context>
    <inkml:brush xml:id="br0">
      <inkml:brushProperty name="width" value="0.025" units="cm"/>
      <inkml:brushProperty name="height" value="0.025" units="cm"/>
    </inkml:brush>
  </inkml:definitions>
  <inkml:trace contextRef="#ctx0" brushRef="#br0">279 594 8490,'0'0'15862,"-31"-4"-14521,-98-8-283,125 11-995,0 1-1,-1 0 1,1 0-1,0 0 1,0 1-1,0-1 1,0 1-1,0 0 1,0 0-1,0 1 1,0-1-1,0 1 1,0-1-1,1 1 1,-1 1-1,1-1 1,-1 0-1,1 1 1,0 0-1,0-1 1,0 1-1,0 1 1,1-1-1,-3 4 1,-2 1 40,-8 29 166,15-37-271,-1 1-1,1 0 1,0 0 0,-1 0 0,1 0 0,0-1-1,-1 1 1,1 0 0,0 0 0,0 0 0,0 0-1,0 0 1,0 0 0,0 0 0,0 0 0,0 0 0,0 0-1,1-1 1,-1 1 0,0 0 0,1 0 0,-1 0-1,0 0 1,1 0 0,-1-1 0,1 1 0,-1 0-1,1 0 1,0-1 0,-1 1 0,1 0 0,0-1 0,-1 1-1,1-1 1,0 1 0,1 0 0,19 0-145,0-1 1,0-1-1,0-1 0,0-1 1,-1-1-1,1 0 0,-1-2 1,0 0-1,29-14 1,18-12-1082,83-55 1,-121 69 686,-1-1 1,0-2 0,-2 0-1,0-2 1,-2-1-1,37-45 1,-49 53 474,-1 0 1,-1-1-1,-1 0 0,0-1 1,-1 0-1,-1 0 1,-1-1-1,0 0 1,-2 0-1,0 0 0,-1-1 1,1-36-1,-4 53 179,0 1 0,0-1 0,0 1-1,0-1 1,-1 1 0,1-1-1,-1 1 1,1-1 0,-1 1 0,0-1-1,0 1 1,0 0 0,0 0 0,0-1-1,0 1 1,-1 0 0,1 0 0,-1 0-1,0 0 1,1 1 0,-1-1 0,0 0-1,0 1 1,0-1 0,-4-1 0,1 1 90,1 1 1,-1 0-1,1 0 1,-1 1-1,1-1 1,-1 1-1,1 0 1,-1 0-1,0 0 1,1 1-1,-1 0 1,1 0-1,-1 0 1,-5 2-1,0 2-1,1-1 0,-1 1 0,1 1 0,1-1 0,-1 1 0,1 1 0,0 0 0,0 0 0,1 1 0,0-1 0,0 2 0,1-1 0,0 1 0,0 0 0,-4 10 0,-8 17 241,2 0 0,-19 65 0,27-71-413,1 1-1,1 0 0,2 0 1,1 0-1,2 0 0,0 1 1,9 57-1,-7-81-168,1-1 1,0 0-1,0 0 0,0 0 1,1 0-1,0-1 0,1 1 1,0-1-1,0 0 0,0 0 1,0 0-1,1 0 0,0-1 1,1 0-1,9 8 1,-4-5-825,1 0 0,0-1 1,0-1-1,1 0 0,0 0 1,0-1-1,16 3 0,30 4-7870</inkml:trace>
</inkml:ink>
</file>

<file path=ppt/ink/ink2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9.287"/>
    </inkml:context>
    <inkml:brush xml:id="br0">
      <inkml:brushProperty name="width" value="0.025" units="cm"/>
      <inkml:brushProperty name="height" value="0.025" units="cm"/>
    </inkml:brush>
  </inkml:definitions>
  <inkml:trace contextRef="#ctx0" brushRef="#br0">1 180 1120,'0'0'17601,"22"-26"-16712,72-81-544,-91 104-334,0-1 0,-1 1 0,1 0 0,0 0 0,1 0 0,-1 0 0,0 0 0,1 1 0,0 0 0,-1-1 0,1 1 0,0 1 0,0-1 0,7-2 0,6-1 429,-16 4 315,-15 4 1510,10 0-2089,1-1 0,-1 1 0,0 0 0,1 0 0,-1 1 0,1-1 0,0 1-1,0 0 1,1-1 0,-1 1 0,1 0 0,0 1 0,0-1 0,0 0 0,0 1 0,1-1 0,-2 7 0,2-8-170,1 0 1,-1 0-1,0 0 0,1 0 0,0 1 0,0-1 0,0 0 1,0 0-1,0 0 0,1 0 0,-1 0 0,1 0 0,0 0 1,0 0-1,0 0 0,0 0 0,1 0 0,-1-1 0,1 1 1,0 0-1,-1-1 0,1 1 0,0-1 0,1 0 0,-1 0 1,4 3-1,0-1-275,0-1 0,1 0 0,-1 0 1,1-1-1,-1 0 0,1 0 0,0 0 0,13 0 1,30 0-8298,-25-2-2162</inkml:trace>
</inkml:ink>
</file>

<file path=ppt/ink/ink2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9.470"/>
    </inkml:context>
    <inkml:brush xml:id="br0">
      <inkml:brushProperty name="width" value="0.025" units="cm"/>
      <inkml:brushProperty name="height" value="0.025" units="cm"/>
    </inkml:brush>
  </inkml:definitions>
  <inkml:trace contextRef="#ctx0" brushRef="#br0">65 1 5353,'0'0'16860,"-64"125"-18405,64-87-2792,0-2-6441</inkml:trace>
</inkml:ink>
</file>

<file path=ppt/ink/ink2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09.918"/>
    </inkml:context>
    <inkml:brush xml:id="br0">
      <inkml:brushProperty name="width" value="0.025" units="cm"/>
      <inkml:brushProperty name="height" value="0.025" units="cm"/>
    </inkml:brush>
  </inkml:definitions>
  <inkml:trace contextRef="#ctx0" brushRef="#br0">1 38 960,'0'0'21245,"4"-1"-19686,-3 0-1458,1 1 0,0 0 1,-1-1-1,1 1 0,-1 0 0,1 0 1,0 1-1,-1-1 0,1 0 0,-1 0 1,1 1-1,-1-1 0,1 1 0,-1-1 1,1 1-1,-1 0 0,1-1 1,-1 1-1,0 0 0,2 2 0,24 27 1424,-25-26-1466,0 0 1,1 0 0,0-1 0,0 0 0,0 1 0,0-1 0,1 0 0,-1 0 0,1-1 0,-1 1 0,8 3 0,-9-6-72,0 1 0,1-1 0,-1 0 0,1 1 0,-1-1 0,1 0 0,-1 0-1,1-1 1,-1 1 0,0-1 0,1 1 0,-1-1 0,0 0 0,1 1 0,-1-1 0,0 0 0,0-1 0,3-1 0,37-31-1020,-27 20 717,62-43-80,-76 57 457,-1 0 1,0 0-1,0-1 1,1 1-1,-1 0 1,0 0-1,1 0 0,-1-1 1,0 1-1,1 0 1,-1 0-1,0 0 1,1 0-1,-1 0 1,0 0-1,1 0 0,-1-1 1,0 1-1,1 0 1,-1 0-1,0 0 1,1 1-1,-1-1 0,1 0 1,-1 0-1,0 0 1,1 0-1,-1 0 1,0 0-1,1 0 1,-1 1-1,0-1 0,1 0 1,-1 0-1,0 0 1,0 1-1,1-1 1,-1 0-1,0 0 1,0 1-1,1-1 0,-1 0 1,0 1-1,0-1 1,0 0-1,0 1 1,1-1-1,-1 0 0,0 1 1,0-1-1,0 0 1,0 1-1,8 26 228,-6-18 20,0-4-419,-1-1-1,1 1 1,1 0 0,-1-1 0,1 0 0,-1 1-1,1-1 1,1 0 0,-1-1 0,0 1 0,1-1-1,0 1 1,0-1 0,0 0 0,0 0 0,7 3-1,-5-4-1192,1 1-1,-1-2 1,1 1 0,0-1-1,0 0 1,-1 0-1,12-1 1,13 0-9196</inkml:trace>
</inkml:ink>
</file>

<file path=ppt/ink/ink2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0.294"/>
    </inkml:context>
    <inkml:brush xml:id="br0">
      <inkml:brushProperty name="width" value="0.025" units="cm"/>
      <inkml:brushProperty name="height" value="0.025" units="cm"/>
    </inkml:brush>
  </inkml:definitions>
  <inkml:trace contextRef="#ctx0" brushRef="#br0">263 5 5033,'0'0'17513,"-28"-1"-14858,-88-2-826,108 2-1633,-1 1 1,1 1-1,0-1 0,0 2 1,0-1-1,0 1 1,0 0-1,-14 6 0,20-7-186,0-1 0,1 1 1,-1 0-1,1 0 0,-1 0 0,1 0 0,0 0 0,-1 1 0,1-1 0,0 0 0,0 1 0,0-1 0,0 0 1,0 1-1,0 0 0,0-1 0,0 1 0,0-1 0,1 1 0,-1 0 0,1 0 0,-1-1 0,1 1 0,0 0 1,0 0-1,0-1 0,0 1 0,0 0 0,0 0 0,0 0 0,0-1 0,2 4 0,-1-3-42,0 0-1,0 0 1,1 0-1,-1 0 1,1 0-1,-1 0 1,1 0-1,0 0 1,0-1-1,0 1 1,0-1 0,0 1-1,0-1 1,0 0-1,0 0 1,3 1-1,46 16-516,-34-12 215,1 0-73,35 14-433,-50-18 760,1-1 0,-1 1 0,0 0 0,0 0 0,0 0 0,-1 0-1,1 0 1,0 1 0,-1-1 0,1 1 0,-1-1 0,2 5 0,-3-7 82,-1 1 1,0-1-1,0 1 1,0-1-1,1 1 1,-1-1-1,0 1 1,0-1-1,0 1 1,0 0-1,0-1 1,0 1 0,0-1-1,0 1 1,0 0-1,0-1 1,0 1-1,-1-1 1,1 1-1,0-1 1,0 1-1,0-1 1,-1 1-1,1-1 1,0 1-1,-1-1 1,1 1-1,0-1 1,-1 1-1,1-1 1,-1 0-1,1 1 1,-1-1-1,1 0 1,0 1-1,-1-1 1,0 0 0,0 1-1,-23 6 357,22-7-325,-61 8 738,48-7-673,-1 0 0,0 1 1,1 1-1,-1 1 1,-26 9-1,41-13-543,9 0-947,80-2-5853,-36-12 347</inkml:trace>
</inkml:ink>
</file>

<file path=ppt/ink/ink2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0.453"/>
    </inkml:context>
    <inkml:brush xml:id="br0">
      <inkml:brushProperty name="width" value="0.025" units="cm"/>
      <inkml:brushProperty name="height" value="0.025" units="cm"/>
    </inkml:brush>
  </inkml:definitions>
  <inkml:trace contextRef="#ctx0" brushRef="#br0">0 0 2681</inkml:trace>
</inkml:ink>
</file>

<file path=ppt/ink/ink2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0.652"/>
    </inkml:context>
    <inkml:brush xml:id="br0">
      <inkml:brushProperty name="width" value="0.025" units="cm"/>
      <inkml:brushProperty name="height" value="0.025" units="cm"/>
    </inkml:brush>
  </inkml:definitions>
  <inkml:trace contextRef="#ctx0" brushRef="#br0">0 16 2681,'123'90'1190,"-102"-77"1537,-14-14 2045,-10-8 5328,6 9-8310,45 1 160,67-2-1388,-115 1-571,1 0 1,0 0-1,0 0 0,0 0 0,-1 0 0,1 0 0,0 0 1,0 0-1,0 0 0,-1-1 0,1 1 0,0 0 1,0 0-1,-1-1 0,1 1 0,0-1 0,-1 1 1,1-1-1,0 1 0,-1-1 0,1 1 0,-1-1 0,1 1 1,-1-1-1,1 0 0,-1 1 0,1-1 0,-1 0 1,1 1-1,-1-1 0,0 0 0,0 0 0,1 1 0,-1-1 1,0 0-1,0 0 0,0 0 0,0 1 0,0-1 1,0 0-1,0 0 0,0 0 0,0 1 0,0-1 1,0 0-1,-1 0 0,1 0 0,-1 0 0,0-2-2,0 1 0,0 0-1,0-1 1,-1 1 0,1 0 0,-1 0-1,0 0 1,0 0 0,0 0 0,0 0-1,0 0 1,0 1 0,-4-3 0,-17-9 12,14 7 88,-1 1 0,1 0 0,-1 1 0,0 0-1,0 0 1,0 1 0,0 0 0,-15-2 0,24 6-55,0 0 0,1 0 0,-1 0 0,0 0 0,1 0 0,-1 0 0,1 0 0,-1 0 0,1 0-1,0 0 1,-1 0 0,1 0 0,0 0 0,0 0 0,-1 0 0,1 0 0,0 0 0,0 1 0,0-1 0,1 2 0,-1 37 368,0-29-275,1-6-169,-1 0 1,1 0-1,0 0 0,0 0 1,0 0-1,0 0 1,1 0-1,0 0 1,0 0-1,1-1 0,-1 1 1,1-1-1,0 0 1,0 0-1,0 0 0,1 0 1,-1 0-1,1-1 1,0 1-1,8 4 0,-3-2-828,0-1-1,1 0 0,0 0 0,0-1 0,1 0 0,-1-1 0,1 0 0,20 3 1,8-5-4778</inkml:trace>
</inkml:ink>
</file>

<file path=ppt/ink/ink2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1.029"/>
    </inkml:context>
    <inkml:brush xml:id="br0">
      <inkml:brushProperty name="width" value="0.025" units="cm"/>
      <inkml:brushProperty name="height" value="0.025" units="cm"/>
    </inkml:brush>
  </inkml:definitions>
  <inkml:trace contextRef="#ctx0" brushRef="#br0">0 78 2721,'0'0'25224,"12"22"-24424,3 7-607,-4-6-39,1-1 1,15 22-1,-45-142 251,17 91-409,0 0 1,1 0-1,-1 0 0,1 0 0,1 0 0,-1 0 0,1 0 0,1 0 1,-1 0-1,4-7 0,-4 11-111,1 1 0,-1-1 0,1 1 0,0 0 0,0 0 0,0-1 0,0 1 0,1 1 0,-1-1 0,0 0 0,1 0 0,0 1 0,-1 0 0,1-1 1,0 1-1,-1 0 0,1 0 0,0 0 0,0 1 0,0-1 0,0 1 0,0 0 0,0 0 0,0 0 0,5 0 0,15 0-4888,-8 0-2815</inkml:trace>
</inkml:ink>
</file>

<file path=ppt/ink/ink2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1.308"/>
    </inkml:context>
    <inkml:brush xml:id="br0">
      <inkml:brushProperty name="width" value="0.025" units="cm"/>
      <inkml:brushProperty name="height" value="0.025" units="cm"/>
    </inkml:brush>
  </inkml:definitions>
  <inkml:trace contextRef="#ctx0" brushRef="#br0">69 1 1464,'0'0'24982,"-10"29"-22939,-33 95-582,39-109-1206,0 0 0,2 0 0,-1 0 0,2 0 0,0 0 0,1 0-1,3 29 1,-1-16-60,1-9-326,0 1-1,1-1 0,1 1 1,0-1-1,2-1 0,9 20 1,-15-37-107,-1-1 0,0 1 0,1-1 1,-1 0-1,1 1 0,-1-1 0,1 1 1,0-1-1,-1 0 0,1 0 0,-1 1 1,1-1-1,-1 0 0,1 0 0,0 0 1,-1 0-1,1 0 0,0 0 0,-1 1 0,1-1 1,-1-1-1,1 1 0,0 0 0,-1 0 1,2 0-1,2 0-3721,3 0-3856</inkml:trace>
</inkml:ink>
</file>

<file path=ppt/ink/ink2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1.493"/>
    </inkml:context>
    <inkml:brush xml:id="br0">
      <inkml:brushProperty name="width" value="0.025" units="cm"/>
      <inkml:brushProperty name="height" value="0.025" units="cm"/>
    </inkml:brush>
  </inkml:definitions>
  <inkml:trace contextRef="#ctx0" brushRef="#br0">1 1 2457,'0'0'16339,"186"0"-13858,-135 0-761,-6 0-1112,0 0-608,-26 0-312,7 10-2169</inkml:trace>
</inkml:ink>
</file>

<file path=ppt/ink/ink2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2.434"/>
    </inkml:context>
    <inkml:brush xml:id="br0">
      <inkml:brushProperty name="width" value="0.025" units="cm"/>
      <inkml:brushProperty name="height" value="0.025" units="cm"/>
    </inkml:brush>
  </inkml:definitions>
  <inkml:trace contextRef="#ctx0" brushRef="#br0">33 174 3521,'0'0'18452,"-5"-3"-16656,-16-7-488,20 10-1273,1 0-1,0 0 0,-1 0 0,1 0 1,0-1-1,0 1 0,-1 0 0,1 0 1,0 0-1,0 0 0,0 0 0,-1 0 1,1-1-1,0 1 0,0 0 0,-1 0 1,1 0-1,0-1 0,0 1 0,0 0 1,0 0-1,-1 0 0,1-1 0,0 1 1,0 0-1,0 0 0,0-1 0,0 1 1,0 0-1,0 0 0,0-1 1,0 1-1,0 0 0,0-1 0,0 1 1,0 0-1,0 0 0,0-1 0,0 1 1,0 0-1,0 0 0,0-1 0,0 1 1,0 0-1,0 0 0,1-1 0,-1 1 1,0 0-1,0 0 0,0-1 0,0 1 1,1 0-1,-1 0 0,0 0 0,0 0 1,0-1-1,1 1 0,-1 0 0,0 0 1,1 0-1,14-8-84,-13 8 197,48-21 167,-9 5-277,-1-2 0,-1-1 0,59-40 0,-86 52-37,-17 7 81,4 0-80,1 0 1,-1 0-1,0-1 1,1 1-1,-1 0 1,1 0-1,-1 0 1,0 0-1,1 0 1,-1 0-1,0 1 0,1-1 1,-1 0-1,0 0 1,1 0-1,-1 0 1,1 1-1,-1-1 1,0 0-1,1 1 1,-1-1-1,1 0 1,-1 1-1,1-1 1,-1 1-1,1-1 1,0 1-1,-1-1 0,1 1 1,-1-1-1,1 1 1,0-1-1,-1 1 1,1 0-1,0-1 1,0 1-1,0-1 1,-1 1-1,1 0 1,0-1-1,0 2 1,-2 2 19,1 0 1,-1 0-1,1 1 1,0-1-1,0 0 1,1 1-1,-1-1 1,1 0 0,0 1-1,0-1 1,1 1-1,-1-1 1,1 1-1,0-1 1,0 0-1,0 0 1,1 1 0,-1-1-1,1 0 1,0 0-1,0 0 1,1-1-1,-1 1 1,1 0-1,0-1 1,0 0 0,0 0-1,0 0 1,0 0-1,5 3 1,1-1-291,0 0 1,1 0 0,0-1 0,0 0-1,0-1 1,0 0 0,0-1 0,1 0-1,-1 0 1,1-1 0,15-1-1,18-1-3726,-10-4-1940</inkml:trace>
</inkml:ink>
</file>

<file path=ppt/ink/ink2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2.621"/>
    </inkml:context>
    <inkml:brush xml:id="br0">
      <inkml:brushProperty name="width" value="0.025" units="cm"/>
      <inkml:brushProperty name="height" value="0.025" units="cm"/>
    </inkml:brush>
  </inkml:definitions>
  <inkml:trace contextRef="#ctx0" brushRef="#br0">1 0 13675,'0'0'8930,"45"109"-16596,-32-89-6513</inkml:trace>
</inkml:ink>
</file>

<file path=ppt/ink/ink2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3.059"/>
    </inkml:context>
    <inkml:brush xml:id="br0">
      <inkml:brushProperty name="width" value="0.025" units="cm"/>
      <inkml:brushProperty name="height" value="0.025" units="cm"/>
    </inkml:brush>
  </inkml:definitions>
  <inkml:trace contextRef="#ctx0" brushRef="#br0">1 7 3217,'0'0'21702,"5"9"-20222,41 68 490,-45-76-1962,-1 0 0,1 1 0,0-1 0,-1 0 0,1 0-1,0 1 1,0-1 0,0 0 0,0 0 0,0 0 0,0 0 0,0 0 0,0-1 0,1 1 0,-1 0 0,0 0 0,0-1 0,1 1 0,-1-1 0,0 1 0,1-1 0,-1 0 0,1 1 0,-1-1 0,1 0 0,-1 0 0,0 0 0,1 0 0,-1 0 0,1 0 0,-1 0-1,1-1 1,-1 1 0,0-1 0,1 1 0,-1-1 0,0 1 0,1-1 0,-1 1 0,2-2 0,8-5-116,0 0 0,0 0 0,17-17 0,-5 6-206,59-26-18,-81 43 589,-2 18 548,-4 1-466,-3 26-53,8-43-300,0 0 0,0 0 0,0 0 0,0 0 0,0 0 0,0 0 0,0 0 0,1 0 0,-1 0 0,0 0 0,1 0 0,-1 0 0,1 0 0,-1 0 0,1 0 0,0 0 0,-1 0 0,1-1 0,0 1 0,-1 0 0,1 0 0,0-1 0,0 1 0,0-1 0,0 1 0,0-1 0,-1 1 0,1-1 0,0 1 0,0-1 0,0 0 0,0 1 0,0-1 0,1 0-1,0 0 1,73 4-3010,-25-9-3001,-10-9-3051</inkml:trace>
</inkml:ink>
</file>

<file path=ppt/ink/ink2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3.337"/>
    </inkml:context>
    <inkml:brush xml:id="br0">
      <inkml:brushProperty name="width" value="0.025" units="cm"/>
      <inkml:brushProperty name="height" value="0.025" units="cm"/>
    </inkml:brush>
  </inkml:definitions>
  <inkml:trace contextRef="#ctx0" brushRef="#br0">77 1 2665,'0'0'23461,"-77"183"-21389,77-132-824,0-3-528,0 0-480,13-6-159,6-4-81,1-9-113,-7-6-351,-1-7-472,1-10-720,-32-6-18372</inkml:trace>
</inkml:ink>
</file>

<file path=ppt/ink/ink2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3.864"/>
    </inkml:context>
    <inkml:brush xml:id="br0">
      <inkml:brushProperty name="width" value="0.025" units="cm"/>
      <inkml:brushProperty name="height" value="0.025" units="cm"/>
    </inkml:brush>
  </inkml:definitions>
  <inkml:trace contextRef="#ctx0" brushRef="#br0">1 44 2577,'0'0'20441,"26"-2"-19267,-10 2-1042,31-2 215,1 2-1,51 6 1,-22-2-202,-76-4-98,-7 30 20,3-23-72,0 0 0,1 0 0,0 0 0,0 0 0,1 0 0,0 0 0,0 1 0,1-1 0,0 0 1,0 1-1,1-1 0,1 8 0,-1-13 2,0 0 0,0 0 0,0-1 0,0 1 0,1 0-1,-1-1 1,0 1 0,1-1 0,-1 1 0,1-1 0,0 0 0,0 1 0,-1-1 0,1 0 0,0 0 0,0 0 0,0-1 0,0 1 0,0 0 0,0-1 0,0 1 0,4-1-1,51 7 1,-49-7 1,-1 1-2,0 0 1,0-1 0,0 0-1,0-1 1,1 1-1,-1-1 1,0-1 0,10-2-1,-14 2 2,-1 1 0,0 0-1,0-1 1,0 1 0,0-1-1,0 0 1,-1 0 0,1 0-1,0 0 1,-1 0 0,0 0-1,1 0 1,-1 0 0,0-1-1,0 1 1,0-1 0,0 1-1,-1 0 1,1-1 0,0 1-1,-1-1 1,0 1 0,0-1-1,0 0 1,0 1 0,0-4-1,0-2 2,0-2 1,0 0-1,-1 0 0,1 0 1,-2 0-1,-2-13 1,2 20 21,1-1 0,-1 0 1,0 1-1,0 0 1,0-1-1,0 1 1,-1 0-1,1 0 1,-1 0-1,0 0 1,0 1-1,0-1 1,0 1-1,0 0 0,0 0 1,-1 0-1,-3-2 1,-9-6-61,21 5-1433,33 6-3682,-21 0 2474,15-1-5960</inkml:trace>
</inkml:ink>
</file>

<file path=ppt/ink/ink2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4.145"/>
    </inkml:context>
    <inkml:brush xml:id="br0">
      <inkml:brushProperty name="width" value="0.025" units="cm"/>
      <inkml:brushProperty name="height" value="0.025" units="cm"/>
    </inkml:brush>
  </inkml:definitions>
  <inkml:trace contextRef="#ctx0" brushRef="#br0">116 0 16107,'0'0'12963,"-102"180"-11803,89-129-511,13-9-313,0-7-288,0-3-48,0-9-376,0-7-569,0-4-447</inkml:trace>
</inkml:ink>
</file>

<file path=ppt/ink/ink2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4.734"/>
    </inkml:context>
    <inkml:brush xml:id="br0">
      <inkml:brushProperty name="width" value="0.025" units="cm"/>
      <inkml:brushProperty name="height" value="0.025" units="cm"/>
    </inkml:brush>
  </inkml:definitions>
  <inkml:trace contextRef="#ctx0" brushRef="#br0">0 385 7946,'0'0'6401,"35"-7"-2811,1-1-2792,198-35 3321,-193 37-3531,275-49 1348,-252 40-1961,-1-2 0,113-47 0,-160 56-128,1 0 1,-2-1 0,1 0-1,17-16 1,-29 22 124,0 0 0,0-1 0,0 0 0,-1 0 1,1 0-1,-1 0 0,0 0 0,0-1 0,-1 1 0,1-1 1,-1 0-1,0 0 0,0 0 0,-1 0 0,0 0 0,0 0 1,0-1-1,0-5 0,-1 10 46,-1-1 0,0 1 0,0 0 1,1 0-1,-1 0 0,0-1 0,0 1 0,0 0 1,-1 0-1,1 0 0,0 1 0,0-1 0,0 0 0,-1 0 1,1 1-1,0-1 0,-1 1 0,1-1 0,0 1 1,-1-1-1,1 1 0,-1 0 0,1 0 0,-1 0 1,1 0-1,-1 0 0,1 0 0,-1 0 0,-1 1 1,-55 0 631,53 0-555,-5 0 53,0 1 0,1 1 0,-1 0 0,1 0 0,0 0 0,0 1 0,0 1 0,0 0 0,1 0 0,0 0 0,0 1 1,0 0-1,0 1 0,-10 12 0,-2 4 170,0 1 0,2 1 1,-21 37-1,5 0-233,3 1 0,2 2 0,-36 121 0,65-185-101,0-1 0,0 0-1,0 1 1,0-1 0,0 0 0,0 1 0,0-1-1,0 0 1,0 1 0,0-1 0,0 0 0,0 1-1,0-1 1,0 0 0,1 1 0,-1-1 0,0 0-1,0 1 1,0-1 0,0 0 0,1 0 0,-1 1 0,0-1-1,0 0 1,1 0 0,-1 1 0,0-1 0,0 0-1,1 0 1,-1 0 0,0 0 0,1 1 0,-1-1-1,0 0 1,1 0 0,-1 0 0,1 0 0,20 2-113,21-8 126,-25 0-69,1-2-1,-1 0 1,-1-2 0,1 1-1,-1-2 1,-1 0 0,27-26-1,-37 32 100,0 2 321,-5 5 117,-1 19-429,2-18-237,0 0 0,0 0-1,0 0 1,0 0-1,0 0 1,0 0 0,1 0-1,0 0 1,-1-1-1,1 1 1,0 0-1,0-1 1,1 0 0,-1 1-1,0-1 1,1 0-1,4 3 1,0-1-1328,0-1 0,0 0-1,1-1 1,-1 1 0,1-1 0,9 1 0,8 1-6988</inkml:trace>
</inkml:ink>
</file>

<file path=ppt/ink/ink2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5.107"/>
    </inkml:context>
    <inkml:brush xml:id="br0">
      <inkml:brushProperty name="width" value="0.025" units="cm"/>
      <inkml:brushProperty name="height" value="0.025" units="cm"/>
    </inkml:brush>
  </inkml:definitions>
  <inkml:trace contextRef="#ctx0" brushRef="#br0">42 74 4457,'0'0'18058,"10"3"-17368,5 2-737,0 0 0,0-1 0,1-1 0,-1-1 0,1 0 0,-1-1 0,28-1 0,-42-1 4,-1 0 0,1 1 0,0-1 0,0 0 0,-1 0 0,1 0 0,0 0 0,-1 0 0,1 0 0,-1 0 0,1 0 1,-1 0-1,1 0 0,-1 0 0,0 0 0,0 0 0,0 0 0,1 0 0,-1 0 0,0-1 0,0 1 0,0 0 0,-1 0 0,1 0 0,0 0 0,-1-2 0,1 0 28,0-1 0,-1 1 0,1 0 0,-1 0 0,0 0 0,0 0-1,0 0 1,0 0 0,-2-3 0,-1 2 62,0 1 0,0 0-1,0 0 1,0 1 0,-1-1 0,1 1 0,-1 0-1,1 0 1,-1 0 0,0 1 0,0-1 0,0 1-1,-6-1 1,-69-2 2128,77 4-2039,1 0-52,-1 0 0,1 1 0,0-1 0,0 1 0,0 0 1,-1-1-1,1 1 0,0 0 0,0 0 0,0 0 0,1 0 0,-1 1 0,0-1 0,0 0 1,0 1-1,1-1 0,-1 1 0,1 0 0,0 0 0,-1-1 0,1 1 0,0 0 0,0 0 0,0 0 1,0 0-1,0 0 0,1 1 0,-1-1 0,0 0 0,1 0 0,0 0 0,0 1 0,-1-1 1,1 0-1,1 3 0,-2 1-31,1 0 0,1-1 0,-1 1 0,1-1 0,0 1 0,0-1 0,0 1 0,1-1 0,0 0 0,0 0 0,0 0 0,1 0 0,5 9 0,-1-7-199,0 0 0,0-1 0,0 0 0,1 0 0,0-1 0,0 0 0,0 0 0,17 6 0,3-1-1812,44 9 1,-60-17 1218,47 12-4999</inkml:trace>
</inkml:ink>
</file>

<file path=ppt/ink/ink2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5.499"/>
    </inkml:context>
    <inkml:brush xml:id="br0">
      <inkml:brushProperty name="width" value="0.025" units="cm"/>
      <inkml:brushProperty name="height" value="0.025" units="cm"/>
    </inkml:brush>
  </inkml:definitions>
  <inkml:trace contextRef="#ctx0" brushRef="#br0">243 30 3201,'0'0'19032,"-29"-5"-16244,-91-16-599,114 20-1977,-1 0 1,0 0-1,0 1 1,1 0-1,-1 0 1,-12 2-1,17-1-185,0-1 0,0 1 0,1-1-1,-1 1 1,0-1 0,1 1 0,-1 0 0,1 0-1,-1 0 1,1 0 0,-1 0 0,1 0 0,0 0-1,-1 1 1,1-1 0,0 0 0,-1 3 0,1-2-56,0 0 0,1 1 0,0-1 0,-1 0 0,1 1 0,0-1 0,0 0 0,0 1 1,0-1-1,1 0 0,-1 1 0,1-1 0,-1 0 0,1 0 0,0 1 0,0-1 0,0 0 0,0 0 1,0 0-1,0 0 0,1 0 0,-1 0 0,1-1 0,-1 1 0,1 0 0,3 2 0,34 27-709,16 14 227,-53-43 461,1 0 0,-1 1-1,0-1 1,1 1-1,-1 0 1,-1 0-1,1 0 1,0 0-1,-1 0 1,0 0-1,1 0 1,-1 1-1,0-1 1,-1 0-1,2 6 1,-3-7 54,1-1 0,0 1 0,-1 0 0,1-1 0,-1 1 0,1 0 0,-1-1 0,0 1 0,0-1 0,0 1 0,0-1 0,0 0 0,0 1 0,0-1 0,0 0 0,0 0 1,-1 0-1,1 0 0,0 0 0,-1 0 0,1 0 0,-1 0 0,1 0 0,-1-1 0,0 1 0,-1 0 0,-54 13 401,35-10-223,21-4-196,-27 8 440,19-3-1465,23-3-3938,12-2-499,10-3-2353</inkml:trace>
</inkml:ink>
</file>

<file path=ppt/ink/ink2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5.858"/>
    </inkml:context>
    <inkml:brush xml:id="br0">
      <inkml:brushProperty name="width" value="0.025" units="cm"/>
      <inkml:brushProperty name="height" value="0.025" units="cm"/>
    </inkml:brush>
  </inkml:definitions>
  <inkml:trace contextRef="#ctx0" brushRef="#br0">139 29 1424,'0'0'24272,"-23"8"-22857,-67 31-569,89-38-820,-1 0 0,0 1 1,0-1-1,0 0 0,1 1 1,-1-1-1,1 1 0,-1 0 1,1 0-1,0-1 0,-1 1 1,1 0-1,0 0 0,0 0 1,0 0-1,1 1 1,-1-1-1,0 0 0,1 0 1,0 0-1,-1 1 0,1-1 1,0 0-1,0 0 0,1 5 1,-1-4-13,0 0 1,1 1 0,0-1-1,0 1 1,0-1 0,0 0 0,1 0-1,-1 0 1,1 1 0,0-1-1,3 4 1,-2-4-39,0 0-1,0-1 0,0 1 1,1-1-1,-1 0 1,1 0-1,-1 0 0,1 0 1,0-1-1,0 0 0,0 1 1,-1-1-1,1-1 1,0 1-1,1 0 0,-1-1 1,0 0-1,0 0 1,0 0-1,0-1 0,0 1 1,0-1-1,7-2 1,-5 1-71,0-1 1,0 1 0,0-1 0,-1 0-1,1-1 1,-1 1 0,0-1 0,0 0-1,0 0 1,-1-1 0,1 1 0,-1-1-1,0 0 1,4-8 0,-3 7 27,-1-1 0,0 1 0,-1-1 0,0 0 0,0 0 0,0 0 0,-1 0 0,0-1 0,-1 1 0,0-1 0,0 1 0,0-1 0,-1 1 0,0-12 1,-2 18 78,0-1 0,0 1 0,0 0 1,0 0-1,0 0 0,0 0 1,0 0-1,0 0 0,-1 1 1,1-1-1,0 1 0,0-1 1,-1 1-1,1 0 0,0 0 0,-5 0 1,-39 3-940,44 14-6049,2-9-178</inkml:trace>
</inkml:ink>
</file>

<file path=ppt/ink/ink2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6.199"/>
    </inkml:context>
    <inkml:brush xml:id="br0">
      <inkml:brushProperty name="width" value="0.025" units="cm"/>
      <inkml:brushProperty name="height" value="0.025" units="cm"/>
    </inkml:brush>
  </inkml:definitions>
  <inkml:trace contextRef="#ctx0" brushRef="#br0">21 167 1856,'0'0'24384,"-2"14"-23965,-3 65-263,-2-151-528,4 55 328,1 0 0,1 0 1,0 0-1,3-28 0,-1 42-5,0 0-1,-1 0 1,1 1-1,0-1 1,0 0-1,1 0 1,-1 1-1,1-1 1,-1 1-1,1-1 0,0 1 1,0 0-1,0 0 1,0 0-1,0 0 1,0 0-1,0 0 1,1 0-1,-1 1 1,1-1-1,5-1 1,3-1-991,1 0 0,-1 1 0,1 0 1,12-1-1,-16 3-247,11-2-3535</inkml:trace>
</inkml:ink>
</file>

<file path=ppt/ink/ink2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6.524"/>
    </inkml:context>
    <inkml:brush xml:id="br0">
      <inkml:brushProperty name="width" value="0.025" units="cm"/>
      <inkml:brushProperty name="height" value="0.025" units="cm"/>
    </inkml:brush>
  </inkml:definitions>
  <inkml:trace contextRef="#ctx0" brushRef="#br0">81 1 16540,'0'0'8140,"-11"24"-5566,-32 83-760,36-88-1615,2 1 0,0 0 0,2 0 1,0 0-1,1 0 0,1 0 1,3 37-1,-1-8-134,-1-44-96,-1 0 1,1-1-1,1 1 1,-1-1-1,0 1 1,1-1-1,0 1 1,0-1-1,1 0 1,-1 1-1,1-1 1,0 0-1,0 0 1,0 0-1,1 0 1,-1 0-1,5 4 1,-2-4-169,-1-2 1,1 1-1,0-1 1,0 1 0,0-1-1,0-1 1,0 1-1,0-1 1,0 0 0,0 0-1,1 0 1,-1-1 0,0 0-1,9 0 1,-3 0-823,0-1 0,0 1 0,0-2 0,16-3 0,-22 3 48,0 0 0,-1 1 0,1-2 0,0 1 0,-1 0 0,1-1-1,4-4 1,12-15-10306</inkml:trace>
</inkml:ink>
</file>

<file path=ppt/ink/ink2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6.727"/>
    </inkml:context>
    <inkml:brush xml:id="br0">
      <inkml:brushProperty name="width" value="0.025" units="cm"/>
      <inkml:brushProperty name="height" value="0.025" units="cm"/>
    </inkml:brush>
  </inkml:definitions>
  <inkml:trace contextRef="#ctx0" brushRef="#br0">1 1 2785,'0'0'12938,"192"9"-11313,-127-5-377,-1-1-952,-13 3-296,0-6-1320,-12 0-3217,-7 0-6322,-13-6 9339</inkml:trace>
</inkml:ink>
</file>

<file path=ppt/ink/ink2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7.206"/>
    </inkml:context>
    <inkml:brush xml:id="br0">
      <inkml:brushProperty name="width" value="0.025" units="cm"/>
      <inkml:brushProperty name="height" value="0.025" units="cm"/>
    </inkml:brush>
  </inkml:definitions>
  <inkml:trace contextRef="#ctx0" brushRef="#br0">1 92 2369,'0'0'15826,"18"-13"-10573,47 13-938,30 0-4179,-93-3-310,-1 0 0,0 0 0,0 0 0,0-1 0,0 1 0,0 0 0,-1-1 0,1 1 0,-1 0 0,0-1 0,0 1-1,0 0 1,0-1 0,-1 1 0,1 0 0,-1-1 0,0 1 0,0 0 0,0 0 0,-3-4 0,2 6 210,-1 0 0,0 0 0,0 0-1,1 0 1,-1 1 0,0-1 0,0 1 0,0 0 0,0 0 0,0 0 0,1 0 0,-1 0-1,0 1 1,0-1 0,0 1 0,0 0 0,1 0 0,-1 0 0,0 0 0,1 0 0,-1 0 0,1 1-1,-1-1 1,1 1 0,0 0 0,0 0 0,0 0 0,0 0 0,0 0 0,0 0 0,0 1-1,1-1 1,-1 1 0,-2 4 0,3-2-70,-1 0 1,1 0-1,-1 0 0,2 0 0,-1 0 1,0 0-1,1 0 0,0 0 0,0 0 1,0 0-1,1 0 0,0 1 1,0-1-1,0 0 0,3 6 0,-3-8-383,1 1-1,0-1 0,0 0 0,0 1 1,1-1-1,-1 0 0,1-1 0,0 1 1,0 0-1,0-1 0,0 1 1,0-1-1,4 2 0,19 8-5051</inkml:trace>
</inkml:ink>
</file>

<file path=ppt/ink/ink2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7.817"/>
    </inkml:context>
    <inkml:brush xml:id="br0">
      <inkml:brushProperty name="width" value="0.025" units="cm"/>
      <inkml:brushProperty name="height" value="0.025" units="cm"/>
    </inkml:brush>
  </inkml:definitions>
  <inkml:trace contextRef="#ctx0" brushRef="#br0">212 552 1672,'0'0'15957,"-2"-14"-13106,-7-45-617,8 57-2128,1 1-1,0 0 1,-1-1-1,1 1 1,-1 0-1,1-1 1,-1 1-1,0 0 1,1 0-1,-1 0 1,0-1-1,0 1 0,0 0 1,0 0-1,0 0 1,0 0-1,0 1 1,0-1-1,0 0 1,-1 0-1,1 1 1,0-1-1,0 1 1,-1-1-1,1 1 1,-2-1-1,-33 1 922,25 1-628,-13-2 55,15 0-299,1 0 0,-1 1-1,0 1 1,0 0 0,-16 3 0,23-4-151,0 1 0,0 0 1,0 0-1,0 0 0,1 0 1,-1 0-1,0 0 0,0 0 1,1 1-1,-1-1 0,1 1 1,-1-1-1,1 1 0,0 0 1,-1-1-1,1 1 0,0 0 1,0 0-1,0 0 0,1 0 1,-1 0-1,0 0 0,1 0 1,-1 0-1,1 0 0,0 0 0,-1 0 1,1 0-1,0 0 0,1 3 1,-1-4-13,1 1 1,-1 0-1,1 0 1,-1-1-1,1 1 1,0-1-1,0 1 1,0 0-1,0-1 1,0 0-1,0 1 1,0-1-1,1 0 1,-1 1-1,0-1 0,1 0 1,-1 0-1,1 0 1,-1 0-1,1 0 1,0-1-1,-1 1 1,1 0-1,0-1 1,0 1-1,-1-1 1,1 0-1,0 1 1,0-1-1,-1 0 1,3 0-1,71 2-484,-60-3 323,3 0-21,0 0 0,0-2-1,0 0 1,0-1 0,-1-1-1,32-13 1,-13 2-730,69-43 0,-75 37 534,-1 0 1,-1-2-1,-2-1 1,0-1-1,-1-1 1,-2-1 0,0-1-1,-2-2 1,-2 0-1,30-63 1,-45 87 733,-1 0 0,0 0 0,0-1 0,-1 1 0,0-1-1,0 1 1,0-13 0,-22 18 2409,13 3-2536,1 0 0,-1 0 0,0 1 1,1 0-1,-1 0 0,1 0 0,0 1 0,-1 0 0,1 0 1,1 1-1,-1 0 0,0 0 0,1 0 0,0 0 1,0 1-1,0 0 0,1 0 0,-7 9 0,-4 7 198,1 1 0,0 0 0,-15 37 0,17-30-183,1 1 0,1 0 0,2 0 0,1 1 0,-4 47-1,3 157-2566,8-182 288</inkml:trace>
</inkml:ink>
</file>

<file path=ppt/ink/ink2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8.894"/>
    </inkml:context>
    <inkml:brush xml:id="br0">
      <inkml:brushProperty name="width" value="0.025" units="cm"/>
      <inkml:brushProperty name="height" value="0.025" units="cm"/>
    </inkml:brush>
  </inkml:definitions>
  <inkml:trace contextRef="#ctx0" brushRef="#br0">0 57 3233,'0'0'1653,"8"-30"4630,-7 29-6010,1 0-1,-1 0 1,1-1-1,0 1 1,0 0 0,0 0-1,0 1 1,0-1 0,0 0-1,0 1 1,0-1-1,0 1 1,0-1 0,0 1-1,0 0 1,4 0-1,-5-4 6680,-1-4-3580,0 6-2054,0 12-529,2 58-500,4 0 1,2-1-1,4 0 1,30 101-1,-30-116-2308,-11-31-5899</inkml:trace>
</inkml:ink>
</file>

<file path=ppt/ink/ink2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9.247"/>
    </inkml:context>
    <inkml:brush xml:id="br0">
      <inkml:brushProperty name="width" value="0.025" units="cm"/>
      <inkml:brushProperty name="height" value="0.025" units="cm"/>
    </inkml:brush>
  </inkml:definitions>
  <inkml:trace contextRef="#ctx0" brushRef="#br0">0 164 3345,'0'0'16217,"30"-24"-14376,96-74-488,-121 94-1257,-1 1 0,1-1 0,0 1 0,0-1 0,0 2 1,0-1-1,1 0 0,-1 1 0,1 0 0,-1 0 1,1 1-1,0 0 0,0 0 0,9-1 0,1 1 131,57-2 1008,-76 20-892,-2-10-243,0 0 1,0 0-1,-1 0 0,1-1 0,-1 0 1,-1 0-1,1 0 0,-1-1 1,0 0-1,-15 8 0,11-8-43,0 1 1,0-1-1,0-1 0,-1 0 0,0 0 0,0-1 0,-14 1 0,-4-3 434,22-1-1247,20 0-3930,12 0 290,1 0-1673</inkml:trace>
</inkml:ink>
</file>

<file path=ppt/ink/ink2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9.713"/>
    </inkml:context>
    <inkml:brush xml:id="br0">
      <inkml:brushProperty name="width" value="0.025" units="cm"/>
      <inkml:brushProperty name="height" value="0.025" units="cm"/>
    </inkml:brush>
  </inkml:definitions>
  <inkml:trace contextRef="#ctx0" brushRef="#br0">316 36 936,'0'0'18232,"-28"-6"-15789,-89-18-560,105 22-1253,-1 0-1,0 1 1,0 1-1,-16 0 1,24 1-452,1-1 1,-1 1-1,1 0 1,-1 0-1,1 0 1,0 1-1,-1 0 1,1 0-1,0 0 0,-5 3 1,6-1-126,-1-1 0,1 1 0,0 0 0,0 0-1,0 0 1,0 0 0,1 1 0,0-1 0,-1 1 0,2 0 0,-1-1 0,1 1 0,-1 0-1,1 0 1,1 0 0,-1 0 0,1 0 0,-1 0 0,2 0 0,-1 5 0,0-9-60,0 0 0,0 1 1,1-1-1,-1 0 1,0 0-1,0 0 0,1 0 1,-1 1-1,0-1 1,1 0-1,-1 0 0,1 0 1,0 0-1,-1 0 0,1 0 1,0 0-1,0 0 1,-1-1-1,1 1 0,0 0 1,0 0-1,0-1 1,0 1-1,2 1 0,0-1-24,0 0 0,0 0 0,0 0-1,0 0 1,0-1 0,1 1 0,-1-1-1,0 0 1,5 0 0,-3 0-21,1-1 0,-1 1 0,1-1 0,-1 0-1,0-1 1,1 1 0,-1-1 0,0 0 0,0-1 0,0 1 0,6-5 0,35-49 741,-46 63-709,0-1-1,0 1 1,1 0-1,0 0 1,0 0-1,1 0 1,0 0 0,0-1-1,0 1 1,5 8-1,-4-11-211,0 0 1,0 0-1,0-1 0,1 1 0,-1-1 1,1 0-1,0 0 0,0 0 0,0 0 1,0-1-1,1 1 0,-1-1 0,1 0 1,-1-1-1,1 1 0,7 1 0,35 3-3770,-15-5-1476,-4-1-3746</inkml:trace>
</inkml:ink>
</file>

<file path=ppt/ink/ink2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19.850"/>
    </inkml:context>
    <inkml:brush xml:id="br0">
      <inkml:brushProperty name="width" value="0.025" units="cm"/>
      <inkml:brushProperty name="height" value="0.025" units="cm"/>
    </inkml:brush>
  </inkml:definitions>
  <inkml:trace contextRef="#ctx0" brushRef="#br0">1 1 1400</inkml:trace>
</inkml:ink>
</file>

<file path=ppt/ink/ink2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0.036"/>
    </inkml:context>
    <inkml:brush xml:id="br0">
      <inkml:brushProperty name="width" value="0.025" units="cm"/>
      <inkml:brushProperty name="height" value="0.025" units="cm"/>
    </inkml:brush>
  </inkml:definitions>
  <inkml:trace contextRef="#ctx0" brushRef="#br0">1 97 1400,'171'45'2374,"-145"-36"6045,-21-5-5980,-14-3-929,8 1-1049,-1 0 0,1 0 0,-1 0 0,1 0 1,0 0-1,-1 0 0,1 0 0,0 1 0,1-1 0,-1 0 0,0 1 0,1-1 0,-1 0 0,1 1 1,-1 3-1,2 43 2374,0-28-1784,1-13-716,0-10-28,0-16-190,-16-34-121,10 41-9,0 0 1,2 1 0,-1-1 0,1 0 0,0-17-1,1 21-46,2 0 0,-1 0 0,1 0 0,0 0 1,0 0-1,1 0 0,-1 0 0,2 0 0,5-12 0,-6 16-112,0 0 0,0 1 0,0-1 0,0 1 0,1-1 0,-1 1 0,1 0 0,-1 0 0,1 0 0,0 0 0,0 0 0,0 1 0,0-1 0,0 1 0,0 0 0,1 0 0,-1 0 0,0 1 0,1-1 0,-1 1 0,0-1 0,1 1 0,4 0 0,-7 0-57,0 0 0,0 1-1,0-1 1,1 0 0,-1 0 0,0 0-1,0 1 1,0-1 0,0 1-1,1-1 1,-1 1 0,0-1 0,0 1-1,0 0 1,0-1 0,0 1-1,0 0 1,-1 0 0,1 0-1,0-1 1,1 3 0,6 10-4829</inkml:trace>
</inkml:ink>
</file>

<file path=ppt/ink/ink2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0.411"/>
    </inkml:context>
    <inkml:brush xml:id="br0">
      <inkml:brushProperty name="width" value="0.025" units="cm"/>
      <inkml:brushProperty name="height" value="0.025" units="cm"/>
    </inkml:brush>
  </inkml:definitions>
  <inkml:trace contextRef="#ctx0" brushRef="#br0">120 1 13451,'0'0'14016,"-19"28"-12825,-58 90-595,74-114-571,0 0 0,1-1-1,0 1 1,-1 0 0,1 0-1,1 0 1,-1 1-1,1-1 1,-1 0 0,1 1-1,1-1 1,-1 1 0,0-1-1,1 1 1,0-1 0,0 1-1,1-1 1,-1 1 0,2 4-1,1 5 3,-3-8-72,1 0-1,1 0 0,-1 0 1,1 0-1,0 0 0,0-1 1,0 1-1,1-1 0,0 1 1,0-1-1,1 0 0,-1 0 1,1 0-1,0-1 0,1 1 0,-1-1 1,1 0-1,-1 0 0,1-1 1,0 0-1,8 4 0,-1-2-869,1 0-1,-1-1 0,1 0 0,0-2 0,0 1 0,1-1 1,-1-1-1,21-1 0,-7 0-5712,-6 0-4334</inkml:trace>
</inkml:ink>
</file>

<file path=ppt/ink/ink2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0.602"/>
    </inkml:context>
    <inkml:brush xml:id="br0">
      <inkml:brushProperty name="width" value="0.025" units="cm"/>
      <inkml:brushProperty name="height" value="0.025" units="cm"/>
    </inkml:brush>
  </inkml:definitions>
  <inkml:trace contextRef="#ctx0" brushRef="#br0">1 1 992,'0'0'23541,"186"3"-23117,-141 3-392,-7-2-32,7 5-1192,0 1-1737,-13-1-3384</inkml:trace>
</inkml:ink>
</file>

<file path=ppt/ink/ink2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0.913"/>
    </inkml:context>
    <inkml:brush xml:id="br0">
      <inkml:brushProperty name="width" value="0.025" units="cm"/>
      <inkml:brushProperty name="height" value="0.025" units="cm"/>
    </inkml:brush>
  </inkml:definitions>
  <inkml:trace contextRef="#ctx0" brushRef="#br0">20 1 11274,'0'0'21493,"-19"6"-21493,19-3 0,6-3-1264,7 4-1209,-7 2-3304</inkml:trace>
</inkml:ink>
</file>

<file path=ppt/ink/ink2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25"/>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26"/>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26"/>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27"/>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28"/>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29"/>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0"/>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1"/>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2"/>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4"/>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5"/>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6"/>
    </inkml:context>
    <inkml:brush xml:id="br0">
      <inkml:brushProperty name="width" value="0.025" units="cm"/>
      <inkml:brushProperty name="height" value="0.025" units="cm"/>
    </inkml:brush>
  </inkml:definitions>
  <inkml:trace contextRef="#ctx0" brushRef="#br0">223 125 2985,'0'0'13725,"7"-13"-9896,-10 12-3659,0 0 0,-1 0-1,1 1 1,0-1 0,0 1 0,-1 0-1,1 0 1,0 0 0,-5 1 0,-2-1 111,1 1-109,0 0-1,1 1 1,-1 0-1,1 0 1,-1 1-1,1 0 1,0 1-1,0-1 1,0 2-1,1-1 1,-1 1-1,1 0 1,0 1-1,1-1 1,-1 1-1,-9 12 1,12-13-152,0-1 0,0 1 0,0 0 1,1 0-1,0 0 0,0 1 0,0-1 1,1 1-1,0 0 0,0-1 0,0 1 1,1 0-1,-1 0 0,1 0 0,1 0 1,-1 1-1,1-1 0,0 0 0,1 0 1,0 0-1,0 0 0,0 0 0,0 0 1,1 0-1,3 7 0,-4-11-19,1 1-1,0-1 1,0 0-1,0 0 0,0 1 1,0-2-1,1 1 1,-1 0-1,0 0 0,1-1 1,0 1-1,-1-1 1,1 0-1,0 0 1,-1 0-1,1 0 0,0 0 1,0-1-1,0 1 1,4-1-1,69 0 72,-48-1-37,1 1-17,1-2 1,-1-1-1,57-13 0,-73 12-13,-1 1 0,1-2 0,-1 0 0,0 0 0,0-1 0,-1-1 0,1 1 0,-1-2-1,-1 0 1,0 0 0,12-13 0,-18 16 2,0-1 0,0 0 0,-1 0 0,0 0 0,0-1 0,0 1 0,-1-1 0,0 1 0,0-1-1,-1 0 1,0 0 0,0 0 0,0 1 0,-1-1 0,0 0 0,-1 0 0,1 0 0,-1 0 0,-1 0 0,1 0 0,-1 1 0,0-1-1,-1 1 1,1-1 0,-2 1 0,1 0 0,0 0 0,-1 0 0,0 1 0,0-1 0,-1 1 0,0 0 0,0 0 0,0 0-1,0 1 1,-12-7 0,5 6 33,-1 0 0,0 0-1,0 2 1,0 0 0,-1 0-1,1 1 1,-1 1 0,1 0-1,-1 1 1,0 0 0,-24 5-1,37-5-41,0 1 0,-1-1-1,1 1 1,0-1-1,-1 1 1,1 0 0,0-1-1,0 1 1,0 0-1,0 0 1,0 0 0,0 0-1,0 0 1,0 0-1,0 0 1,0 0 0,0 0-1,0 0 1,1 1-1,-1-1 1,1 0 0,-1 1-1,1-1 1,-1 0-1,1 2 1,-2 39-2650,3-25-832,-1-7-1663</inkml:trace>
</inkml:ink>
</file>

<file path=ppt/ink/ink2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7"/>
    </inkml:context>
    <inkml:brush xml:id="br0">
      <inkml:brushProperty name="width" value="0.025" units="cm"/>
      <inkml:brushProperty name="height" value="0.025" units="cm"/>
    </inkml:brush>
  </inkml:definitions>
  <inkml:trace contextRef="#ctx0" brushRef="#br0">1 0 3937,'0'0'4390,"0"6"-3036,0 20 162,0-19 5675,20-7-4426,17 0-2531,11 1 308,-1-2 1,0-2-1,87-17 1,-77 10-427,-56 10 27,-15 3 708,3 3-745,0-1 0,1 2 0,0 0 1,0 0-1,0 1 0,1 0 1,0 0-1,0 1 0,1 1 1,1-1-1,-1 1 0,2 0 0,-1 1 1,1 0-1,1 0 0,-5 14 1,-34 83 422,37-86-283,7-18-3559,-1 1-3582,1-13 1104</inkml:trace>
</inkml:ink>
</file>

<file path=ppt/ink/ink2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48.438"/>
    </inkml:context>
    <inkml:brush xml:id="br0">
      <inkml:brushProperty name="width" value="0.025" units="cm"/>
      <inkml:brushProperty name="height" value="0.025" units="cm"/>
    </inkml:brush>
  </inkml:definitions>
  <inkml:trace contextRef="#ctx0" brushRef="#br0">4 1 3137,'-3'0'18569,"332"0"-13317,-328 0-5138,-28 6-5925,17 0 924,2-2-2717</inkml:trace>
</inkml:ink>
</file>

<file path=ppt/ink/ink2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52.769"/>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08.088"/>
    </inkml:context>
    <inkml:brush xml:id="br0">
      <inkml:brushProperty name="width" value="0.025" units="cm"/>
      <inkml:brushProperty name="height" value="0.025" units="cm"/>
    </inkml:brush>
  </inkml:definitions>
  <inkml:trace contextRef="#ctx0" brushRef="#br0">1 54 3513,'0'0'7173,"0"6"-3487,6-48-2170,-1 25-528,-3 21 1739,4 452-440,-6-455-2471,0-14-4841,0-29-1782,0 23 1374</inkml:trace>
</inkml:ink>
</file>

<file path=ppt/ink/ink2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09.207"/>
    </inkml:context>
    <inkml:brush xml:id="br0">
      <inkml:brushProperty name="width" value="0.025" units="cm"/>
      <inkml:brushProperty name="height" value="0.025" units="cm"/>
    </inkml:brush>
  </inkml:definitions>
  <inkml:trace contextRef="#ctx0" brushRef="#br0">77 24 904,'0'0'10696,"32"0"-7716,302 13-1630,-243-12-1310,-43 2-22,0-3 1,0-2-1,0-1 1,54-13-1,-86 10 0,14-6 165,-30 12-134,1 0 1,-1 0-1,1-1 1,0 1-1,-1 0 0,1 0 1,-1 0-1,1 0 1,0 0-1,-1 0 1,1 0-1,-1 0 1,1 0-1,0 0 1,-1 0-1,1 0 1,-1 1-1,1-1 1,0 0-1,-1 0 1,1 1-1,-1-1 1,1 0-1,-1 0 1,1 1-1,-1-1 1,1 1-1,-1-1 0,0 1 1,1-1-1,-1 0 1,1 1-1,-1-1 1,0 1-1,1 1 1,42 109 887,-36-73-543,-1 0-1,-3 1 0,0-1 0,-6 71 0,1-19 363,1-64-498,0-16-133,0-1 0,1 1 1,1-1-1,-1 0 0,2 1 1,3 16-1,-5-26-105,0 1 1,1-1-1,-1 1 0,0-1 0,0 1 0,0-1 0,0 1 0,0-1 1,0 1-1,0 0 0,0-1 0,0 1 0,0-1 0,0 1 1,0-1-1,0 1 0,-1-1 0,1 1 0,0-1 0,0 1 0,-1-1 1,1 1-1,0-1 0,0 1 0,-1-1 0,1 0 0,-1 1 1,1-1-1,0 1 0,-1-1 0,1 0 0,-1 0 0,1 1 0,-1-1 1,1 0-1,-1 0 0,1 1 0,-1-1 0,1 0 0,-1 0 1,1 0-1,-1 0 0,1 0 0,-1 0 0,1 0 0,-1 0 0,0 0 1,-37 0-170,24-1 224,-794 4 242,797-2-61,0 0-1,-1 1 1,1 0 0,0 1-1,-14 5 1,24-31-8358,1 4 2295</inkml:trace>
</inkml:ink>
</file>

<file path=ppt/ink/ink2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09.704"/>
    </inkml:context>
    <inkml:brush xml:id="br0">
      <inkml:brushProperty name="width" value="0.025" units="cm"/>
      <inkml:brushProperty name="height" value="0.025" units="cm"/>
    </inkml:brush>
  </inkml:definitions>
  <inkml:trace contextRef="#ctx0" brushRef="#br0">0 3 3137,'0'0'9019,"5"0"-7809,2-1-1156,-6 1 87,1 0 0,-1-1-1,0 1 1,0 0-1,1 0 1,-1 0 0,0 0-1,0 0 1,1 0 0,-1 0-1,0 0 1,0 1 0,1-1-1,-1 0 1,0 1 0,0-1-1,0 1 1,1-1-1,-1 1 1,0 0 0,0-1-1,0 1 1,0 0 0,0 0-1,0 0 1,0 0 0,-1 0-1,1 0 1,0 0 0,0 0-1,-1 0 1,1 0 0,-1 0-1,1 0 1,-1 1-1,1-1 1,-1 0 0,1 3-1,2 36 811,-1 0 0,-4 55 0,0-13-558,7-12 26,4-38-1442,-8-30 667,-1 0 0,1-1 0,0 1 0,0-1 0,0 0-1,0 1 1,0-1 0,0 0 0,0 1 0,1-1 0,-1 0 0,0 0 0,3 1 0</inkml:trace>
</inkml:ink>
</file>

<file path=ppt/ink/ink2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09.995"/>
    </inkml:context>
    <inkml:brush xml:id="br0">
      <inkml:brushProperty name="width" value="0.025" units="cm"/>
      <inkml:brushProperty name="height" value="0.025" units="cm"/>
    </inkml:brush>
  </inkml:definitions>
  <inkml:trace contextRef="#ctx0" brushRef="#br0">1 45 1664,'0'0'15189,"19"-4"-14077,54-11-409,1 3 1,87-2-1,-155 14-88,5 1-2793,-10-1 1926,-1 0 0,1 0 0,-1 0 0,1 0 0,-1 0 0,0 1 0,1-1 0,-1 0 0,1 0 0,-1 1 0,0-1 0,1 0 0,-1 1 0,0-1 0,1 0 0,-1 1 0,0-1 0,0 1 0,1-1 0,-1 0 0,0 1 0,0-1 0,0 1 0,0-1 0,1 1 1,-1-1-1,0 1 0,0-1 0,0 0 0,0 1 0,0-1 0,0 1 0,0 0 0,0 12-7076</inkml:trace>
</inkml:ink>
</file>

<file path=ppt/ink/ink2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10.462"/>
    </inkml:context>
    <inkml:brush xml:id="br0">
      <inkml:brushProperty name="width" value="0.025" units="cm"/>
      <inkml:brushProperty name="height" value="0.025" units="cm"/>
    </inkml:brush>
  </inkml:definitions>
  <inkml:trace contextRef="#ctx0" brushRef="#br0">1 100 5113,'0'0'11308,"16"0"-10947,147 0 982,-161 0-1327,0-1-1,0 0 1,-1 0-1,1 0 1,0 0-1,-1 0 1,1 0-1,-1-1 1,1 1 0,-1-1-1,0 1 1,1-1-1,-1 1 1,0-1-1,0 1 1,0-1-1,0 0 1,-1 0-1,1 1 1,1-4-1,-1 3 3,-1 1-1,1-1 1,0 0-1,-1 1 1,1-1-1,-1 0 0,1 1 1,-1-1-1,0 0 1,1 0-1,-1 1 0,0-1 1,0 0-1,-1 0 1,1 1-1,0-1 1,0 0-1,-1 0 0,1 1 1,-1-1-1,0 0 1,-1-2-1,-44-17 361,45 20-328,0 0 1,0 1-1,0-1 0,0 1 0,-1-1 0,1 1 0,0-1 0,0 1 0,-1 0 1,1 0-1,0 0 0,-1 0 0,1 0 0,0 0 0,-1 0 0,1 0 0,0 0 0,0 0 1,-1 1-1,1-1 0,0 1 0,0-1 0,0 1 0,-1-1 0,1 1 0,0 0 1,0-1-1,0 1 0,0 0 0,0 0 0,0 0 0,0 0 0,0 0 0,-1 2 0,-1 9 284,0 1-1,1 0 0,1-1 0,-1 23 0,2-29-297,1-1 1,0 1 0,0-1 0,0 0 0,0 1-1,1-1 1,0 0 0,0 0 0,0 0 0,1 0 0,0-1-1,0 1 1,7 8 0,0-1 135,14 11-1619,-21-22 957,0 0-1,0 0 1,0 0 0,0 0 0,0 0-1,0-1 1,0 1 0,0-1-1,0 0 1,4 0 0,12 0-7824,-13 0 3172</inkml:trace>
</inkml:ink>
</file>

<file path=ppt/ink/ink2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11.064"/>
    </inkml:context>
    <inkml:brush xml:id="br0">
      <inkml:brushProperty name="width" value="0.025" units="cm"/>
      <inkml:brushProperty name="height" value="0.025" units="cm"/>
    </inkml:brush>
  </inkml:definitions>
  <inkml:trace contextRef="#ctx0" brushRef="#br0">0 97 224,'0'0'15059,"8"-9"-13573,29-36 1005,-23 70 1175,-12-21-3548,1 0 0,0-1 0,0 1 0,0 0 0,0-1 0,0 0 0,1 0 0,-1 0 0,1 0 1,0 0-1,5 2 0,-6-4-114,-1 0 0,0-1 0,0 0 0,1 1 0,-1-1 0,0 0 0,1 0 0,-1 0 0,0-1 0,1 1 0,-1 0 0,0-1 0,0 0 0,1 1 0,-1-1 0,0 0 0,0 0 0,0 0 0,0 0 0,0-1 0,0 1 0,0 0 0,-1-1 0,1 0 0,2-2 0,8-7-119,2-3-138,0 2-1,1 0 1,1 0 0,0 1 0,17-9 0,-32 20 280,0 0 1,0 0-1,-1 1 0,1-1 1,0 0-1,-1 0 0,1 0 1,0 0-1,-1 0 1,1 1-1,0-1 0,-1 0 1,1 1-1,-1-1 0,1 0 1,-1 1-1,1-1 0,0 1 1,-1-1-1,1 1 1,-1-1-1,0 1 0,1-1 1,-1 1-1,1 0 0,-1-1 1,0 1-1,1 0 0,-1 1-21,1-1 0,0 0 0,0 0 0,0 1 0,0-1 0,0 0 0,0 0 0,0 0-1,0 0 1,0-1 0,0 1 0,1 0 0,-1 0 0,0-1 0,0 1 0,1-1 0,-1 1-1,3 0 1,0-1-24,1 0 0,-1 0 0,0-1 0,0 1-1,1-1 1,-1 0 0,0 0 0,0 0-1,0-1 1,0 1 0,0-1 0,0 0-1,-1 0 1,1-1 0,-1 1 0,1-1 0,4-4-1,-7 8 63,0 0 0,1 0 0,-1 0-1,0 0 1,0 0 0,0 0-1,0 0 1,0 0 0,0 1 0,-1-1-1,1 0 1,0 1 0,-1-1-1,1 1 1,-1-1 0,1 0 0,0 4-1,18 30-3640,-16-33 3027,0 0-1,1-1 1,-1 0 0,0 1-1,1-1 1,-1-1-1,1 1 1,-1 0-1,1-1 1,-1 0-1,1 0 1,-1 0-1,6 0 1,-1 0-1578,13 0-5217</inkml:trace>
</inkml:ink>
</file>

<file path=ppt/ink/ink2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11.590"/>
    </inkml:context>
    <inkml:brush xml:id="br0">
      <inkml:brushProperty name="width" value="0.025" units="cm"/>
      <inkml:brushProperty name="height" value="0.025" units="cm"/>
    </inkml:brush>
  </inkml:definitions>
  <inkml:trace contextRef="#ctx0" brushRef="#br0">63 100 7602,'0'0'12056,"-10"26"-10344,-28 87-507,34-97-939,0 0 0,1 1 0,1-1-1,1 1 1,0 0 0,1-1 0,3 20-1,-1 13-42,18-125-4585,-2-152-5455,-17 129 11704,-1 98-1746,0-1 1,0 1-1,0 0 1,0 0-1,0-1 1,0 1-1,0 0 1,1-1-1,-1 1 1,0 0-1,1 0 1,-1 0-1,1 0 0,0-1 1,-1 1-1,1 0 1,0 0-1,0 0 1,0 0-1,-1 0 1,1 0-1,0 1 1,0-1-1,0 0 1,0 0-1,1 1 0,-1-1 1,2 0-1,36-3 2602,-34 4-2433,-3 0-209,-1 1 0,1 0-1,-1 0 1,1 0 0,-1 0 0,1 0 0,-1 0-1,0 1 1,1-1 0,-1 0 0,0 1 0,0-1-1,0 1 1,0-1 0,0 1 0,0 0 0,0-1-1,-1 1 1,1 0 0,-1-1 0,1 1 0,-1 0-1,0 0 1,1 0 0,-1 2 0,1 0 23,0 0 0,-1 0-1,1 0 1,-1 0 0,0 0 0,0 0 0,0 0 0,-1 0 0,1 1 0,-1-1 0,-2 4-1,1-4-63,-1-1-1,-1 0 0,1 0 0,0 0 0,-1-1 0,1 1 0,-1-1 0,0 0 0,0 0 1,0 0-1,0 0 0,-5 1 0,-21 2-3684</inkml:trace>
</inkml:ink>
</file>

<file path=ppt/ink/ink2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14.707"/>
    </inkml:context>
    <inkml:brush xml:id="br0">
      <inkml:brushProperty name="width" value="0.025" units="cm"/>
      <inkml:brushProperty name="height" value="0.025" units="cm"/>
    </inkml:brush>
  </inkml:definitions>
  <inkml:trace contextRef="#ctx0" brushRef="#br0">1 11 3289,'0'0'6816,"38"2"968,-25-1-7028,217-11 1583,-229 10-2098,6-4 1711,-6 33-1686,0-20-178,0 1-1,-1 0 1,0-1 0,-1 1-1,-3 16 1,3-23-59,-1-1-1,0 1 1,1 0-1,-2-1 1,1 1 0,0-1-1,0 1 1,-1-1-1,1 0 1,-4 2 0,4-3 30,0 0 1,0 0 0,1 0 0,-1 1 0,1-1 0,-1 1 0,1-1 0,-1 1-1,1-1 1,0 1 0,0 0 0,-1 0 0,1-1 0,1 1 0,-1 0 0,-1 3-1,2-4 113,167 2 414,-167 30-663,0-28 83,0-1 1,0 1 0,0 0 0,-1-1-1,1 1 1,-1-1 0,0 1 0,-1-1 0,1 1-1,-4 6 1,3-8 0,-1 0-1,1 0 1,-1 0-1,0-1 1,0 1-1,0-1 1,0 0-1,0 0 1,0 0-1,-1 0 0,1-1 1,0 1-1,-6 0 1,-15 9 9,18-8 2,-1-1-1,1 1 1,0-1 0,-1 0-1,1 0 1,-1-1 0,-12 2-1,-42 0 329,41-2-103,0 0 1,-1-1-1,-24-3 0,28 0 93,12 1 54,12 1 1131,-6 1-1535,4 0-923</inkml:trace>
</inkml:ink>
</file>

<file path=ppt/ink/ink2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2.844"/>
    </inkml:context>
    <inkml:brush xml:id="br0">
      <inkml:brushProperty name="width" value="0.025" units="cm"/>
      <inkml:brushProperty name="height" value="0.025" units="cm"/>
    </inkml:brush>
  </inkml:definitions>
  <inkml:trace contextRef="#ctx0" brushRef="#br0">0 270 1064,'0'0'2994,"15"-1"-2791,15 3 7708,-26 1-7778,-1 0 1,1 0-1,-1 0 1,0 0-1,0 0 1,0 1-1,0-1 0,-1 1 1,1 0-1,-1 0 1,0 0-1,0 0 1,-1 0-1,1 0 0,-1 1 1,0-1-1,0 1 1,1 7-1,17 89 30,-12-48-42,-6-45-119,1-1 0,0 1-1,1-1 1,0 1 0,0-1-1,5 7 1,-6-9-3,3 5 1,-2-7 1,-1 1 0,0 0 0,-1 0 0,1 0 0,-1 0 0,1 1 0,-1-1 0,0 5 0,1-7-1,-1 1 0,1-1 0,-1 1 0,1-1 0,0 0 0,0 0 0,0 0 0,0 0 0,0 0 0,1 0 0,-1-1 0,1 1 0,-1-1 0,1 1 0,3 1 0,-5-3 0,122 70 783,-107-64-725,0-1 0,0 0-1,0-2 1,1 1 0,-1-2 0,1 0 0,0-1-1,0-1 1,17-2 0,2 2-37,-32-1-18,0 0 1,0-1 0,-1 1-1,1-1 1,0 1-1,-1-1 1,1 0-1,4-4 1,18-9 13,-18 11-8,0 0 0,0-1 0,-1 1-1,0-2 1,0 1 0,0-1 0,-1 0 0,8-8-1,-6 5-29,1 0-1,0 1 1,15-10 0,-19 13 28,0 1 1,0-1 0,-1 0 0,0 0 0,1 0-1,-2 0 1,1-1 0,-1 0 0,0 0 0,0 0-1,0 0 1,-1 0 0,3-11 0,-3 9-6,0 0 0,1 1 0,0 0 1,0-1-1,1 1 0,0 0 0,0 1 1,0-1-1,1 1 0,0 0 0,11-11 1,-8 11 34,0-1 0,-1 0 1,0 0-1,0-1 1,-1 0-1,0 0 1,-1 0-1,1-1 1,-2 0-1,1 0 1,-1-1-1,-1 1 1,1-1-1,-2 1 1,1-1-1,-1 0 1,-1 0-1,0 0 1,0-12-1,0 17-29,0 0 1,0-1-1,1 1 0,0 0 1,0 0-1,0 0 0,0 0 0,1 1 1,0-1-1,0 0 0,0 1 1,1 0-1,-1 0 0,8-6 1,-8 7 30,1-1 1,0 0-1,-1 0 1,0 0-1,0 0 1,0 0-1,0-1 1,0 1-1,-1-1 1,0 0-1,0 0 1,-1 0-1,1 0 1,0-7 0,11-56 301,-8 55-248,-1-2 1248,-4 14-1321,-1 1-1,0-1 1,1 1 0,-1 0-1,0 0 1,1-1 0,-1 1 0,0 0-1,0 0 1,1 0 0,-1 0-1,0 0 1,0-1 0,1 2 0,-1-1-1,0 0 1,0 0 0,1 0-1,-1 0 1,0 0 0,0 1-1,1-1 1,-1 0 0,0 0 0,1 1-1,-1-1 1,-1 1 0,-10 5-9,0 0 1,1 0-1,-1 1 1,-11 9-1,-4 3-28,-34 23 13,37-24 6,-45 24 0,64-41 12,4-1 24,40-1-178,-15-6 156,-1-1 1,0-1 0,-1-1-1,0-1 1,-1-1 0,36-26-1,-52 34-4,6-6 5,-10 8-17,0 0 1,0 1 0,0-1 0,1 1 0,-1 0 0,1-1 0,-1 1 0,1 0 0,-1 0 0,1 0 0,0 0 0,2-1 0,-3 2-8,25 3 131,-26 4 37,0 0 0,1 0 0,0-1-1,0 1 1,1 0 0,0-1 0,0 1-1,0-1 1,1 0 0,0 0 0,0 0-1,8 11 1,4-6-53,-14-10-111,2 2 39,-1-1 1,1 1-1,-1-1 1,1 0-1,0 0 1,0 0 0,0 0-1,6 2 1,2 4 93,-10-7 357,-1 15-5803,0-7-2</inkml:trace>
</inkml:ink>
</file>

<file path=ppt/ink/ink2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6.519"/>
    </inkml:context>
    <inkml:brush xml:id="br0">
      <inkml:brushProperty name="width" value="0.025" units="cm"/>
      <inkml:brushProperty name="height" value="0.025" units="cm"/>
    </inkml:brush>
  </inkml:definitions>
  <inkml:trace contextRef="#ctx0" brushRef="#br0">0 118 2697,'0'0'5583,"6"12"-4446,-3-7-921,2 5 215,-1-1-1,0 1 1,0 0-1,0 0 1,-2 1-1,1-1 1,1 15-1,-4-24 113,6-14 1646,-5 6-2159,0 0-1,1-1 1,0 1 0,0 0 0,0 0 0,1 0 0,0 0-1,1 0 1,-1 1 0,1-1 0,0 1 0,1 0 0,0 1-1,0-1 1,0 1 0,0 0 0,1 0 0,0 0 0,0 1-1,0 0 1,1 0 0,-1 0 0,1 1 0,0 0 0,0 0-1,14-2 1,-19 4 43,-1 1 0,1 0 0,-1 1 1,1-1-1,-1 0 0,1 0 0,-1 1 0,1-1 0,-1 1 0,1-1 0,-1 1 0,1 0 0,-1-1 0,0 1 0,1 0 0,-1 0 1,0 0-1,0 0 0,0 0 0,1 0 0,-1 0 0,0 1 0,-1-1 0,1 0 0,0 1 0,0-1 0,0 0 0,-1 1 0,1-1 0,-1 1 1,1-1-1,-1 1 0,0-1 0,1 1 0,-1-1 0,0 1 0,0-1 0,0 4 0,0-4 313,12-14-378,4 1-31,0 1 1,0 0 0,1 2-1,0-1 1,26-8 0,11-7 126,-53 26 27,-1-1 0,1 0 0,-1 1 0,1 0 0,-1-1-1,1 1 1,-1-1 0,1 1 0,-1-1 0,1 1 0,-1 0 0,0-1-1,1 1 1,-1 0 0,0 0 0,0-1 0,1 1 0,-1 0 0,0-1-1,0 1 1,0 0 0,0 0 0,0-1 0,0 1 0,0 0 0,0 0 0,0-1-1,-1 2 1,2 34-1294,-2-31 985,1-4-92,0 1-1,0-1 0,0 1 1,0-1-1,0 1 1,0-1-1,0 1 1,1-1-1,-1 1 1,0-1-1,1 0 1,-1 1-1,1-1 0,-1 1 1,1-1-1,0 0 1,0 0-1,1 2 1,24 1-4405,-15-4 4629,21 0-2878,1 0-1876</inkml:trace>
</inkml:ink>
</file>

<file path=ppt/ink/ink2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6.891"/>
    </inkml:context>
    <inkml:brush xml:id="br0">
      <inkml:brushProperty name="width" value="0.025" units="cm"/>
      <inkml:brushProperty name="height" value="0.025" units="cm"/>
    </inkml:brush>
  </inkml:definitions>
  <inkml:trace contextRef="#ctx0" brushRef="#br0">40 9 5753,'0'0'14334,"-20"-8"-12294,19 9-1990,-1 0-1,1 0 0,0 0 0,-1 0 0,1 1 0,0-1 0,0 0 0,0 1 0,0-1 1,0 1-1,0-1 0,0 1 0,1 0 0,-1-1 0,1 1 0,-1 0 0,1-1 1,-1 1-1,1 3 0,-1 38 281,1-30-277,0-12-54,1-1 1,-1 1-1,1 0 0,0-1 1,-1 1-1,1-1 1,-1 1-1,1-1 0,0 1 1,0-1-1,-1 0 0,1 1 1,0-1-1,-1 0 1,1 0-1,0 1 0,0-1 1,0 0-1,-1 0 0,1 0 1,0 0-1,0 0 0,0 0 1,-1 0-1,2 0 1,30-1 91,-25 1-95,-5 0 6,0 0 1,0 0-1,0 0 1,0-1-1,1 1 1,-1-1-1,0 1 1,0-1-1,0 0 1,0 0-1,0 0 1,0 0-1,-1 0 1,1 0-1,0-1 1,-1 1-1,1 0 1,0-1-1,-1 0 1,0 1-1,1-1 1,-1 0-1,0 0 1,1-1-1,1-2-3,-2 0-1,1 0 1,0 0-1,-1 1 0,0-2 1,0 1-1,0 0 1,-1 0-1,1-6 0,-3 10-125,0 1 0,0-1 0,1 0 0,-1 1 0,0-1 0,0 1-1,0 0 1,0-1 0,0 1 0,1 0 0,-1 0 0,0 0 0,-3 1 0,-12 4-6018,11 3 845</inkml:trace>
</inkml:ink>
</file>

<file path=ppt/ink/ink2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7.434"/>
    </inkml:context>
    <inkml:brush xml:id="br0">
      <inkml:brushProperty name="width" value="0.025" units="cm"/>
      <inkml:brushProperty name="height" value="0.025" units="cm"/>
    </inkml:brush>
  </inkml:definitions>
  <inkml:trace contextRef="#ctx0" brushRef="#br0">6 45 5145,'0'0'14966,"0"0"-14907,0 0 0,0 0 0,0 0 0,-1 0 0,1-1-1,0 1 1,0 0 0,0 0 0,0 0 0,0 0 0,0 0 0,0 0 0,0-1 0,0 1 0,0 0 0,0 0 0,0 0-1,0 0 1,-1 0 0,1 0 0,0 0 0,0 0 0,0 0 0,0 0 0,0 0 0,0-1 0,0 1 0,-1 0 0,1 0 0,0 0-1,0 0 1,0 0 0,0 0 0,0 0 0,0 0 0,-1 0 0,1 0 0,0 0 0,0 0 0,0 0 0,0 0 0,0 0-1,0 1 1,-1-1 0,1 0 0,0 0 0,0 0 0,0 0 0,0 0 0,0 0 0,0 0 0,0 0 0,0 0 0,-1 0-1,1 1 1,27 76 1746,-17-44-1589,22 46 0,-32-78-211,0-1 0,0 1 0,1-1 0,-1 0 1,0 1-1,1-1 0,-1 0 0,0 1 0,1-1 0,-1 0 0,0 1 1,1-1-1,-1 0 0,1 0 0,-1 0 0,0 1 0,1-1 1,-1 0-1,1 0 0,-1 0 0,1 0 0,-1 0 0,1 0 0,-1 0 1,1 0-1,-1 0 0,1 0 0,-1 0 0,0 0 0,1 0 1,-1 0-1,1 0 0,-1 0 0,1-1 0,-1 1 0,1 0 0,-1 0 1,0 0-1,1-1 0,-1 1 0,0 0 0,1-1 0,-1 1 1,1-1-1,15-18 144,-6 0-116,0-1 1,-1-1-1,-2 0 0,0 0 0,-1 0 0,-1-1 0,4-35 1,-8 44-277,1 20-382,1 26-1152,-2-32 1534,-1 0-1,1 1 0,0-1 1,-1 0-1,1 0 1,0 0-1,0 0 1,0 0-1,-1 0 1,1 0-1,0 0 1,0 0-1,1 0 0,-1-1 1,0 1-1,0 0 1,0-1-1,0 1 1,1-1-1,-1 1 1,0-1-1,1 1 1,1-1-1,34 8-2599,-35-7 2521,35 4-4768,-4 0-3931</inkml:trace>
</inkml:ink>
</file>

<file path=ppt/ink/ink2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7.860"/>
    </inkml:context>
    <inkml:brush xml:id="br0">
      <inkml:brushProperty name="width" value="0.025" units="cm"/>
      <inkml:brushProperty name="height" value="0.025" units="cm"/>
    </inkml:brush>
  </inkml:definitions>
  <inkml:trace contextRef="#ctx0" brushRef="#br0">27 75 2905,'0'0'15304,"0"1"-15217,-1-1-1,1 1 0,0-1 1,0 0-1,0 1 0,-1-1 1,1 1-1,0-1 1,0 1-1,0-1 0,0 1 1,0-1-1,0 1 0,0-1 1,0 0-1,0 1 1,0-1-1,0 1 0,0-1 1,0 1-1,1-1 0,-1 1 1,0-1-1,0 0 1,0 1-1,1-1 0,-1 1 1,0-1-1,1 1 0,4 1-34,0 0-1,1-1 1,-1 0 0,1 1-1,-1-2 1,1 1-1,-1-1 1,1 0-1,5 0 1,-3 0 10,-7-33 238,0 30-285,-1 0 0,0 0 0,-1-1 0,1 1 0,-1 0 0,1 0 0,-1 0 0,0 0 0,0 1 0,0-1 0,0 0 0,-1 0 0,1 0 0,-1 1 0,1-1 1,-5-3-1,4 4 57,0 1 0,0 0 0,0 0 1,0 0-1,0 0 0,0 0 0,-1 0 1,1 0-1,0 1 0,-1-1 0,1 1 1,-1 0-1,1-1 0,0 1 0,-1 0 1,1 1-1,-1-1 0,1 0 0,0 1 1,-1-1-1,1 1 0,0 0 0,-4 1 1,5-1-13,-1 0 1,1 0 0,-1 1-1,1-1 1,-1 0 0,1 1-1,0-1 1,0 1 0,0 0-1,0-1 1,0 1 0,0 0-1,0 0 1,0-1 0,1 1 0,-1 0-1,1 0 1,-1 0 0,1 0-1,0 0 1,-1 0 0,2 4-1,0 44 405,1-44-504,-1-1 1,1 0-1,0 1 0,0-1 0,1 0 0,0-1 1,0 1-1,0 0 0,0-1 0,1 1 0,-1-1 1,1 0-1,0 0 0,1-1 0,-1 1 0,0-1 1,10 5-1,-5-3-488,1 0-1,-1 0 1,1-1-1,0 0 1,1-1 0,-1 0-1,19 2 1,18 0-4355,-2-4-3109</inkml:trace>
</inkml:ink>
</file>

<file path=ppt/ink/ink2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8.603"/>
    </inkml:context>
    <inkml:brush xml:id="br0">
      <inkml:brushProperty name="width" value="0.025" units="cm"/>
      <inkml:brushProperty name="height" value="0.025" units="cm"/>
    </inkml:brush>
  </inkml:definitions>
  <inkml:trace contextRef="#ctx0" brushRef="#br0">1 17 3241,'0'0'14155,"8"-1"-13272,156-10 2756,-80 7-2852,-85 43 380,-3-17-810,-2 0 1,0 0 0,-18 38-1,16-44-277,1 1 0,1 0-1,1 0 1,0 1 0,1 0-1,-3 34 1,4 1 272,0 3-4011,5-56 3121,0 0 0,0-1 0,0 1 0,0-1 0,1 1 1,-1-1-1,0 0 0,0 0 0,-1 0 0,1 0 0,3-3 0,-2 3-816,5-12-4380</inkml:trace>
</inkml:ink>
</file>

<file path=ppt/ink/ink2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9.055"/>
    </inkml:context>
    <inkml:brush xml:id="br0">
      <inkml:brushProperty name="width" value="0.025" units="cm"/>
      <inkml:brushProperty name="height" value="0.025" units="cm"/>
    </inkml:brush>
  </inkml:definitions>
  <inkml:trace contextRef="#ctx0" brushRef="#br0">0 20 6121,'0'0'11572,"11"-3"-10788,26-2 903,1 0 0,50 2 0,-45 0 550,-42 3-1249,3 0-3685,31 0-2665,-16 0-451</inkml:trace>
</inkml:ink>
</file>

<file path=ppt/ink/ink2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39.638"/>
    </inkml:context>
    <inkml:brush xml:id="br0">
      <inkml:brushProperty name="width" value="0.025" units="cm"/>
      <inkml:brushProperty name="height" value="0.025" units="cm"/>
    </inkml:brush>
  </inkml:definitions>
  <inkml:trace contextRef="#ctx0" brushRef="#br0">507 171 3713,'0'0'13841,"8"-22"-12467,19-71-330,-27 92-1008,0-1-1,1 0 1,-1 1-1,0-1 1,0 1-1,0-1 1,0 0-1,0 1 1,0-1-1,-1 0 1,1 1-1,0-1 1,-1 1-1,0-1 1,1 1-1,-1-1 1,0 1-1,0-1 1,1 1-1,-1 0 1,0-1-1,0 1 1,-1 0-1,1 0 1,0 0-1,0 0 1,0 0-1,-1 0 1,1 0-1,-2-1 1,-2 0 33,0 0 0,0 1 1,0 0-1,1 0 0,-1 0 1,-9 0-1,9 0-30,-8 0 0,0 1 0,0 0 0,0 0 1,0 1-1,1 1 0,-1 0 1,0 1-1,1 0 0,-1 1 0,1 0 1,0 1-1,-17 10 0,15-6 32,1 1-1,-1 0 0,2 1 0,-1 0 1,2 1-1,-1 1 0,2 0 1,0 0-1,-12 21 0,10-14-13,2 2 0,0 0 0,1 0 0,2 0-1,0 1 1,1 0 0,-5 46 0,5 7 27,5 86 0,2-85-121,-1-74-17,1-1 1,-1 1 0,0-1-1,0 0 1,0 1-1,-1-1 1,1 1 0,0-1-1,-1 0 1,0 1 0,1-1-1,-1 0 1,0 0-1,0 0 1,0 0 0,-1 1-1,1-1 1,-3 2 0,1-2-448,0-1 1,0 0 0,0 0 0,-1 0 0,1 0 0,-1 0-1,1-1 1,0 0 0,-1 1 0,1-1 0,-7-1-1,-15 1-5436</inkml:trace>
</inkml:ink>
</file>

<file path=ppt/ink/ink2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0.106"/>
    </inkml:context>
    <inkml:brush xml:id="br0">
      <inkml:brushProperty name="width" value="0.025" units="cm"/>
      <inkml:brushProperty name="height" value="0.025" units="cm"/>
    </inkml:brush>
  </inkml:definitions>
  <inkml:trace contextRef="#ctx0" brushRef="#br0">0 113 7962,'0'0'11457,"28"-4"-9996,205-15 757,-223 19-2136,0 0 0,-1 0 0,1 1 0,0 1 0,-1 0 0,17 5 0,-23-6-42,-1 0 1,1 0 0,-1 1 0,1-1 0,-1 1 0,0-1-1,0 1 1,0 0 0,0 0 0,0 0 0,0 0-1,-1 1 1,1-1 0,0 0 0,-1 1 0,0-1 0,0 1-1,0-1 1,0 1 0,0 0 0,0-1 0,0 1 0,-1 0-1,0-1 1,1 1 0,-1 0 0,-1 4 0,1-6 13,0 1 1,0-1 0,0 1 0,0-1 0,0 1-1,0 0 1,0-1 0,0 1 0,1-1-1,-1 1 1,1-1 0,-1 1 0,1-1-1,-1 1 1,2 1 0,-1-4-26,-1 1 0,1 0 0,0 0 1,-1 0-1,1-1 0,-1 1 0,1 0 0,-1-1 0,1 1 0,-1-1 0,1 1 1,-1-1-1,1 1 0,-1-1 0,1 1 0,-1-1 0,0 1 0,1-1 1,-1 1-1,0-1 0,0 0 0,1 1 0,-1-1 0,0 0 0,25-61 529,-22 51-713,6-14 153,-6 15-5,1 0 1,0 0-1,0 0 1,1 0-1,0 0 0,7-8 1,-6 14 4,-5 3-38,1 2-40,-1 0 0,1-1 0,0 1 0,0 0 0,-1 0 0,1 1 0,-1-1 0,1 0 0,-1 0 0,1 1 0,-1-1 0,0 1 0,3 2 0,-3-2-184,1 1 1,0-1 0,1 0 0,-1 1 0,0-1 0,1 0-1,-1-1 1,1 1 0,-1 0 0,5 1 0,59-1-7408,-38-2-253</inkml:trace>
</inkml:ink>
</file>

<file path=ppt/ink/ink2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0.450"/>
    </inkml:context>
    <inkml:brush xml:id="br0">
      <inkml:brushProperty name="width" value="0.025" units="cm"/>
      <inkml:brushProperty name="height" value="0.025" units="cm"/>
    </inkml:brush>
  </inkml:definitions>
  <inkml:trace contextRef="#ctx0" brushRef="#br0">120 39 6769,'0'0'18203,"-20"15"-17503,-57 50-217,75-64-467,1 1 1,-1-1-1,0 1 0,1-1 1,-1 1-1,1-1 0,-1 1 1,1 0-1,0 0 0,0 0 1,0 0-1,0 0 0,0 0 1,0 0-1,0 0 0,1 0 1,-1 0-1,1 0 0,-1 1 1,1-1-1,0 0 0,0 0 1,0 0-1,0 1 0,1-1 0,-1 0 1,0 0-1,1 0 0,0 1 1,-1-1-1,2 2 0,-1-2-2,1 1-11,0-1 0,0-1 0,-1 1 0,1 0 0,1 0 0,-1-1 0,0 1 1,0-1-1,1 0 0,-1 0 0,0 0 0,1 0 0,-1 0 0,1 0 0,0 0 0,-1-1 0,1 0 0,-1 1 0,1-1 0,5 0 0,57-2 14,-62 2-26,0-1 0,0 1 0,0-1 0,0 0 0,0 0 0,-1 0-1,1 0 1,0 0 0,0-1 0,-1 1 0,1-1 0,-1 0 0,1 0-1,-1 0 1,0 0 0,0 0 0,0 0 0,0 0 0,0-1 0,0 1-1,-1-1 1,1 0 0,1-3 0,0-1 4,-1-1-1,0 0 1,0 1-1,-1-1 1,0 0 0,0 0-1,0-12 1,-2 16 1,0 1 1,0-1-1,0 0 0,0 1 1,-1 0-1,1-1 1,-1 1-1,0 0 1,0 0-1,0 0 0,0 0 1,-1 0-1,1 0 1,-1 1-1,0-1 1,0 1-1,0 0 0,0 0 1,0 0-1,0 0 1,0 0-1,-1 1 1,-4-2-1,-2-2-162,0 1 0,0 1 0,0 0 0,0 0 0,-1 1 0,1 0 0,-13 0 0,22 2 106,1 0-1,0 0 1,-1 0 0,1 0-1,0 0 1,0 0 0,-1 1-1,1-1 1,0 0-1,-1 0 1,1 0 0,0 0-1,0 0 1,-1 0 0,1 0-1,0 1 1,0-1 0,-1 0-1,1 0 1,0 0 0,0 1-1,-1-1 1,1 0 0,0 0-1,0 1 1,0-1-1,0 0 1,0 0 0,-1 1-1,1-1 1,0 0 0,0 0-1,0 1 1,0-1 0,0 0-1,0 1 1,0-1 0,0 0-1,0 1 1,0-1 0,0 0-1,0 0 1,0 1-1,0-1 1,0 0 0,0 1-1,0-1 1,1 1 0,9 14-2742,18-3-1090,4-1-1039</inkml:trace>
</inkml:ink>
</file>

<file path=ppt/ink/ink2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0.611"/>
    </inkml:context>
    <inkml:brush xml:id="br0">
      <inkml:brushProperty name="width" value="0.025" units="cm"/>
      <inkml:brushProperty name="height" value="0.025" units="cm"/>
    </inkml:brush>
  </inkml:definitions>
  <inkml:trace contextRef="#ctx0" brushRef="#br0">1 1 7138</inkml:trace>
</inkml:ink>
</file>

<file path=ppt/ink/ink2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1.032"/>
    </inkml:context>
    <inkml:brush xml:id="br0">
      <inkml:brushProperty name="width" value="0.025" units="cm"/>
      <inkml:brushProperty name="height" value="0.025" units="cm"/>
    </inkml:brush>
  </inkml:definitions>
  <inkml:trace contextRef="#ctx0" brushRef="#br0">1 1 7138,'155'19'5707,"-153"-19"-5333,1 0 0,0 1-1,0-1 1,0 1 0,0 0-1,-1-1 1,1 1 0,0 0-1,-1 1 1,5 1 0,-9 5 660,1-7-257,2 50 6381,0-43-6852,-1 0-1,2 0 1,-1 0 0,1 0 0,0 0 0,7 14 0,-9-21-316,0-1 1,1 1-1,-1-1 1,0 0-1,1 1 1,-1-1-1,0 1 1,1-1-1,-1 0 1,1 1-1,-1-1 1,0 0-1,1 0 0,-1 1 1,1-1-1,-1 0 1,1 0-1,-1 0 1,1 1-1,-1-1 1,1 0-1,-1 0 1,1 0-1,-1 0 0,1 0 1,-1 0-1,1 0 1,-1 0-1,1 0 1,-1-1-1,1 1 1,-1 0-1,1 0 1,-1 0-1,1 0 1,-1-1-1,1 1 0,-1 0 1,1-1-1,0 1 1,14-12-439,-15 11 424,10-7-233,4-6 79,0 2 0,1 0-1,1 0 1,17-8 0,-28 18 170,-4 2-17,13 7 725,-12-4-667,1 0 0,-1 0 0,1 0 0,0 0 0,0-1 0,0 1 0,0-1 0,0 0 0,1 0 0,-1 0 0,1 0 0,-1-1 0,1 1 0,0-1 0,-1 0 0,1 0 0,0 0 0,0 0 0,0-1 0,0 0 0,0 0 0,0 0 0,-1 0 0,1 0 0,4-2 0,4 1-65,0-1-1,0 0 0,0-1 0,-1 0 1,1-1-1,21-10 0,50-33-162,-86 49 272,0 1-1,0 0 0,0 0 1,0 0-1,1 0 0,-1 1 0,1-1 1,0 0-1,0 1 0,0 0 1,0 0-1,1-1 0,-1 1 0,1 0 1,0 0-1,0 0 0,1 0 1,-1 0-1,1 5 0,0-8-128,0 0 1,1 0-1,-1 0 1,1 0-1,-1 0 0,1 0 1,0-1-1,-1 1 0,1 0 1,0 0-1,-1-1 0,1 1 1,0 0-1,0-1 0,0 1 1,-1-1-1,1 1 0,0-1 1,0 1-1,0-1 1,0 0-1,0 0 0,0 1 1,0-1-1,2 0 0,29 6-1955,-28-6 1486,35 3-4834,-1-2-3867</inkml:trace>
</inkml:ink>
</file>

<file path=ppt/ink/ink2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1.562"/>
    </inkml:context>
    <inkml:brush xml:id="br0">
      <inkml:brushProperty name="width" value="0.025" units="cm"/>
      <inkml:brushProperty name="height" value="0.025" units="cm"/>
    </inkml:brush>
  </inkml:definitions>
  <inkml:trace contextRef="#ctx0" brushRef="#br0">130 80 6161,'0'0'18891,"-2"-3"-17753,1 2-1072,0-1 1,0 1-1,0-1 1,0 1-1,0 0 0,-1 0 1,1 0-1,0-1 1,-1 1-1,1 0 1,0 1-1,-1-1 1,1 0-1,-1 0 1,0 1-1,1-1 1,-1 1-1,1-1 1,-1 1-1,0 0 1,1-1-1,-1 1 1,-3 0-1,2 1-15,0 0 0,-1-1 0,1 1 0,0 0 1,0 1-1,0-1 0,0 1 0,0-1 0,0 1 0,0 0 0,-4 4 0,2-2-39,1 0 1,0 0-1,0 0 0,0 0 0,1 1 0,0 0 0,0-1 0,0 1 0,0 0 0,1 1 0,0-1 0,0 0 0,0 1 0,0-1 0,0 10 0,1-13-14,1 0 0,0 1 0,0-1 0,0 0 0,0 0 0,0 0 0,1 0 0,-1 1-1,0-1 1,1 0 0,0 0 0,-1 0 0,1 0 0,0 0 0,0 0 0,0 0 0,1 0-1,-1-1 1,0 1 0,1 0 0,-1-1 0,1 1 0,-1-1 0,1 1 0,0-1 0,0 0 0,0 0-1,-1 0 1,1 0 0,0 0 0,0 0 0,1 0 0,-1-1 0,0 1 0,0-1 0,0 1-1,0-1 1,0 0 0,1 0 0,-1 0 0,0 0 0,3-1 0,16 2-33,-16-1 30,0 1 0,1-1 0,-1-1-1,0 1 1,1-1 0,-1 1 0,11-4-1,-14 2 7,0 1-1,-1 0 0,1-1 1,0 1-1,0-1 0,-1 1 0,1-1 1,-1 0-1,1 0 0,-1 0 1,0 0-1,1 0 0,-1 0 1,0 0-1,-1 0 0,1 0 1,0 0-1,0-1 0,-1 1 0,0 0 1,1 0-1,-1-5 0,0 5 2,3-15 17,-2-1 1,0 1-1,-3-35 0,2 50-13,0-1 1,0 0-1,0 1 0,-1-1 1,1 0-1,-1 1 1,0-1-1,0 1 0,0-1 1,0 1-1,0-1 0,0 1 1,-1 0-1,1 0 0,-1-1 1,1 1-1,-1 0 1,0 0-1,0 1 0,0-1 1,0 0-1,0 1 0,-1-1 1,1 1-1,0 0 1,-1-1-1,1 1 0,-1 0 1,1 1-1,-1-1 0,0 0 1,1 1-1,-1-1 0,-3 1 1,4 0-38,-1 0 1,1 0-1,-1 1 0,0-1 1,1 1-1,-1 0 0,1-1 1,0 1-1,-1 0 1,1 0-1,0 1 0,-1-1 1,1 0-1,0 1 0,-3 2 1,4-3-87,1 0 1,-1 0 0,0 0-1,1 0 1,-1 0-1,1 0 1,-1 0 0,1 0-1,0 0 1,-1 0 0,1 0-1,0 0 1,0 1-1,0-1 1,0 0 0,0 0-1,0 0 1,0 0-1,0 0 1,0 1 0,0-1-1,1 0 1,-1 0-1,0 0 1,1 0 0,-1 0-1,1 0 1,-1 0 0,1 0-1,0 0 1,-1 0-1,1 0 1,0-1 0,0 1-1,0 0 1,-1 0-1,1-1 1,2 2 0,25 12-4388,4-4-1933</inkml:trace>
</inkml:ink>
</file>

<file path=ppt/ink/ink2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1.842"/>
    </inkml:context>
    <inkml:brush xml:id="br0">
      <inkml:brushProperty name="width" value="0.025" units="cm"/>
      <inkml:brushProperty name="height" value="0.025" units="cm"/>
    </inkml:brush>
  </inkml:definitions>
  <inkml:trace contextRef="#ctx0" brushRef="#br0">90 1 5009,'0'0'20755,"3"4"-19220,0 8-1203,1 1 0,-1 0-1,-1-1 1,0 1 0,-1 0 0,-1 0 0,0 1-1,0-1 1,-3 13 0,1 20-120,1-30-277,-1-1-1,0 0 1,-1 0-1,-1-1 1,0 1-1,-1-1 0,-1 0 1,-9 18-1,6-12-640,8-19 447,1 0 1,-1 1-1,0-1 1,1 0-1,-1 0 0,0 0 1,0 0-1,0 0 0,0 0 1,0 0-1,0 0 1,0-1-1,0 1 0,-3 1 1,3-2-138,0 1 0,0-1 0,0 0 0,0 0 0,0 1 0,0-1 0,0 0 1,0 0-1,0 0 0,0 0 0,0 0 0,0 0 0,0-1 0,0 1 0,0 0 0,0 0 0,0-1 0,0 1 1,0-1-1,-2 0 0,-9-13-6494</inkml:trace>
</inkml:ink>
</file>

<file path=ppt/ink/ink2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2.384"/>
    </inkml:context>
    <inkml:brush xml:id="br0">
      <inkml:brushProperty name="width" value="0.025" units="cm"/>
      <inkml:brushProperty name="height" value="0.025" units="cm"/>
    </inkml:brush>
  </inkml:definitions>
  <inkml:trace contextRef="#ctx0" brushRef="#br0">1 61 10234,'0'0'11579,"28"0"-10394,200 0 214,-193 2-1248,-23-1-95,0-1 0,0 0 0,0 0 0,21-4 0,-31 3-32,5 0 408,-9 3 310,-18 19 566,19-20-1311,0 1 0,0-1 0,0 1 0,0-1 0,1 1 0,-1-1 0,0 1 0,1 0 1,-1-1-1,1 1 0,0 0 0,0 0 0,-1-1 0,1 1 0,0 0 0,0 0 0,1-1 0,-1 1 0,0 0 0,1 2 0,0-3 2,0 1-1,0-1 0,0 0 0,1 0 0,-1 0 0,0 0 0,0-1 0,1 1 0,-1 0 0,0 0 0,1-1 0,-1 1 0,0-1 0,1 1 0,-1-1 0,1 0 0,-1 1 0,1-1 0,-1 0 0,1 0 0,-1 0 0,4 0 0,-1 0 10,-1 0 0,1 0 0,0 0-1,0 0 1,0-1 0,0 1 0,0-1 0,0 0 0,-1 0-1,1-1 1,7-2 0,-9 2 4,-1 0-1,1 0 1,-1-1-1,1 1 1,-1 0-1,0 0 1,1-1-1,-1 1 1,0-1-1,-1 1 1,1-1-1,0 1 1,-1-1-1,1 0 1,-1 1-1,0-1 1,0 1-1,0-1 1,-1-3-1,1 1-3,0 3-1,1-1-1,-1 0 1,0 1-1,0-1 0,0 0 1,-1 1-1,1-1 1,-1 0-1,1 1 0,-1-1 1,0 1-1,0-1 1,0 1-1,0-1 0,0 1 1,-1 0-1,1 0 1,-1-1-1,0 1 1,-3-3-1,5 4-40,-1 1 0,1-1 0,0 1 0,0-1 0,-1 0 0,1 1 0,0 0 0,-1-1 0,1 1 0,-1-1 0,1 1 0,-1-1 0,1 1 0,-1 0 0,1-1 0,-1 1 0,1 0 0,-1 0 0,1-1 0,-1 1 0,1 0 0,-1 0 0,0 0 0,1 0 0,-1 0 0,1 0 0,-1-1 0,0 1 0,1 1 0,-1-1 0,1 0 0,-1 0 0,0 0 0,1 0 0,-1 0 0,1 0 0,-1 1 0,1-1 0,-1 0 0,1 1 0,-1-1 0,1 0 0,-1 1 0,1-1 0,-1 0 0,1 1 0,-1-1 0,1 1 0,0-1 0,-1 1 0,1-1 0,0 1 0,-1-1 0,1 1 0,0-1 0,0 1 0,0 0 0,-1-1 0,1 1 0,0-1 0,0 1 0,0 0 0,0-1 0,0 2 0,0-1-345,0 1 0,0 0 1,-1-1-1,2 1 0,-1 0 1,0 0-1,0-1 0,0 1 1,1 0-1,-1-1 0,1 1 1,-1-1-1,1 1 0,0 0 1,0-1-1,0 1 0,0-1 1,0 0-1,0 1 0,0-1 1,0 0-1,0 0 0,3 3 1,20 5-5704</inkml:trace>
</inkml:ink>
</file>

<file path=ppt/ink/ink2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42.845"/>
    </inkml:context>
    <inkml:brush xml:id="br0">
      <inkml:brushProperty name="width" value="0.025" units="cm"/>
      <inkml:brushProperty name="height" value="0.025" units="cm"/>
    </inkml:brush>
  </inkml:definitions>
  <inkml:trace contextRef="#ctx0" brushRef="#br0">79 2 13051,'0'0'13689,"0"0"-13579,-1 0-1,0 0 1,1-1-1,-1 1 1,1 0-1,-1 0 1,0 0 0,1 0-1,-1 0 1,1 0-1,-1 0 1,0 0-1,1 0 1,-1 0-1,1 0 1,-1 0-1,1 1 1,-1-1-1,0 0 1,1 0-1,-1 0 1,1 1-1,-1-1 1,1 0-1,-1 1 1,1-1-1,-1 1 1,1-1-1,0 0 1,-1 1-1,1-1 1,-1 2-1,-20 90 593,10-48-274,1 0-1,3 1 1,-3 68 0,9-108-428,1-4 0,0 1 0,0-1 0,0 0 0,-1 0 0,1 0 0,0 1 0,0-1 0,1 0 0,-1 0 0,0 1 0,0-1 0,0 0 0,1 0 0,-1 0 0,1 0 0,-1 0 0,1 1 0,-1-1 0,1 0 0,0 0 0,0 1 0,0 0-21,-1 15-2466,0-7-1024,0-4-2761</inkml:trace>
</inkml:ink>
</file>

<file path=ppt/ink/ink2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77"/>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78"/>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79"/>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0"/>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0"/>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1"/>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2"/>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3"/>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4"/>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5"/>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6"/>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5:58.187"/>
    </inkml:context>
    <inkml:brush xml:id="br0">
      <inkml:brushProperty name="width" value="0.025" units="cm"/>
      <inkml:brushProperty name="height" value="0.025" units="cm"/>
    </inkml:brush>
  </inkml:definitions>
  <inkml:trace contextRef="#ctx0" brushRef="#br0">223 125 2985,'0'0'13725,"7"-13"-9896,-10 12-3659,0 0 0,-1 0-1,1 1 1,0-1 0,0 1 0,-1 0-1,1 0 1,0 0 0,-5 1 0,-2-1 111,1 1-109,0 0-1,1 1 1,-1 0-1,1 0 1,-1 1-1,1 0 1,0 1-1,0-1 1,0 2-1,1-1 1,-1 1-1,1 0 1,0 1-1,1-1 1,-1 1-1,-9 12 1,12-13-152,0-1 0,0 1 0,0 0 1,1 0-1,0 0 0,0 1 0,0-1 1,1 1-1,0 0 0,0-1 0,0 1 1,1 0-1,-1 0 0,1 0 0,1 0 1,-1 1-1,1-1 0,0 0 0,1 0 1,0 0-1,0 0 0,0 0 0,0 0 1,1 0-1,3 7 0,-4-11-19,1 1-1,0-1 1,0 0-1,0 0 0,0 1 1,0-2-1,1 1 1,-1 0-1,0 0 0,1-1 1,0 1-1,-1-1 1,1 0-1,0 0 1,-1 0-1,1 0 0,0 0 1,0-1-1,0 1 1,4-1-1,69 0 72,-48-1-37,1 1-17,1-2 1,-1-1-1,57-13 0,-73 12-13,-1 1 0,1-2 0,-1 0 0,0 0 0,0-1 0,-1-1 0,1 1 0,-1-2-1,-1 0 1,0 0 0,12-13 0,-18 16 2,0-1 0,0 0 0,-1 0 0,0 0 0,0-1 0,0 1 0,-1-1 0,0 1 0,0-1-1,-1 0 1,0 0 0,0 0 0,0 1 0,-1-1 0,0 0 0,-1 0 0,1 0 0,-1 0 0,-1 0 0,1 0 0,-1 1 0,0-1-1,-1 1 1,1-1 0,-2 1 0,1 0 0,0 0 0,-1 0 0,0 1 0,0-1 0,-1 1 0,0 0 0,0 0 0,0 0-1,0 1 1,-12-7 0,5 6 33,-1 0 0,0 0-1,0 2 1,0 0 0,-1 0-1,1 1 1,-1 1 0,1 0-1,-1 1 1,0 0 0,-24 5-1,37-5-41,0 1 0,-1-1-1,1 1 1,0-1-1,-1 1 1,1 0 0,0-1-1,0 1 1,0 0-1,0 0 1,0 0 0,0 0-1,0 0 1,0 0-1,0 0 1,0 0 0,0 0-1,0 0 1,1 1-1,-1-1 1,1 0 0,-1 1-1,1-1 1,-1 0-1,1 2 1,-2 39-2650,3-25-832,-1-7-1663</inkml:trace>
</inkml:ink>
</file>

<file path=ppt/ink/ink2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06.854"/>
    </inkml:context>
    <inkml:brush xml:id="br0">
      <inkml:brushProperty name="width" value="0.025" units="cm"/>
      <inkml:brushProperty name="height" value="0.025" units="cm"/>
    </inkml:brush>
  </inkml:definitions>
  <inkml:trace contextRef="#ctx0" brushRef="#br0">0 24 224,'0'0'5552,"31"-7"-1358,-28 2-3594,-3 4-427,0 1 1,0-1 0,1 1 0,-1-1 0,0 1 0,0-1-1,1 1 1,-1-1 0,0 1 0,1-1 0,-1 1 0,1-1 0,-1 1-1,0-1 1,1 1 0,-1 0 0,1-1 0,-1 1 0,1 0-1,-1-1 1,1 1 0,0 0 0,-1 0 0,1-1 0,-1 1 0,1 0-1,0 0 1,-1 0 0,1 0 0,-1 0 0,5 0 7143,-3 0-7264,1 0 1,0 0 0,0 0-1,-1 0 1,1 0 0,0 0 0,0 1-1,-1-1 1,1 1 0,-1 0-1,6 2 1,-5-2 23,20 3-27,0-2 0,-1 0 0,1-1 0,23-3-1,0 1-34,96-12 385,-148 42-117,-21 24 194,-49 72 0,-7 16 177,65-86-228,16-47-345,0 1 1,0-1 0,-1 1 0,-1-1-1,1 0 1,-8 12 0,0 6 401,10-21-5287</inkml:trace>
</inkml:ink>
</file>

<file path=ppt/ink/ink2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07.898"/>
    </inkml:context>
    <inkml:brush xml:id="br0">
      <inkml:brushProperty name="width" value="0.025" units="cm"/>
      <inkml:brushProperty name="height" value="0.025" units="cm"/>
    </inkml:brush>
  </inkml:definitions>
  <inkml:trace contextRef="#ctx0" brushRef="#br0">1 36 384,'0'0'21211,"0"0"-21203,0 0 0,0-1 0,0 1-1,0 0 1,0-1 0,1 1 0,-1 0-1,0 0 1,0-1 0,0 1 0,0 0-1,0 0 1,1-1 0,-1 1 0,0 0-1,0 0 1,1-1 0,-1 1 0,0 0-1,0 0 1,1 0 0,-1 0 0,0-1-1,0 1 1,1 0 0,-1 0 0,0 0-1,1 0 1,-1 0 0,0 0 0,0 0-1,1 0 1,-1 0 0,0 0 0,1 0-1,0 0 1,34 0 182,-3 2-116,-1-2 0,0-2 0,0 0 0,0-2 0,58-15-1,-89 18-109,0 1 0,0 0-1,1 0 1,-1-1-1,0 1 1,1 0-1,-1-1 1,0 1-1,1 0 1,-1 0 0,0 0-1,1-1 1,-1 1-1,0 0 1,1 0-1,-1 0 1,1 0 0,-1 0-1,0 0 1,1 0-1,-1 0 1,0 0-1,1 0 1,-1 0-1,1 0 1,-1 0 0,0 0-1,1 0 1,-1 0-1,1 0 1,-1 0-1,0 1 1,1-1-1,-1 0 1,0 0 0,1 0-1,-1 1 1,0-1-1,1 0 1,-1 0-1,0 1 1,0-1-1,1 0 1,-1 1 0,0-1-1,0 0 1,0 1-1,1-1 1,-1 1-1,-10 18-6109,-3-5-2792</inkml:trace>
</inkml:ink>
</file>

<file path=ppt/ink/ink2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16.884"/>
    </inkml:context>
    <inkml:brush xml:id="br0">
      <inkml:brushProperty name="width" value="0.025" units="cm"/>
      <inkml:brushProperty name="height" value="0.025" units="cm"/>
    </inkml:brush>
  </inkml:definitions>
  <inkml:trace contextRef="#ctx0" brushRef="#br0">1 0 256,'0'0'528</inkml:trace>
</inkml:ink>
</file>

<file path=ppt/ink/ink2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19.183"/>
    </inkml:context>
    <inkml:brush xml:id="br0">
      <inkml:brushProperty name="width" value="0.025" units="cm"/>
      <inkml:brushProperty name="height" value="0.025" units="cm"/>
    </inkml:brush>
  </inkml:definitions>
  <inkml:trace contextRef="#ctx0" brushRef="#br0">66 164 1632,'-12'-29'2009,"6"23"-1366,2 3-510,0 0 1,1-1 0,0 1-1,0-1 1,0 0-1,0 0 1,1 0 0,-1 0-1,1 0 1,0 0 0,-2-7-1,1 5-59,-5-21 7662,8 26-7535,0 1 0,0-1 0,0 0 0,0 1-1,1-1 1,-1 0 0,0 0 0,0 1 0,1-1 0,-1 1 0,1-1 0,-1 0 0,0 1 0,1-1 0,-1 1 0,1-1-1,-1 1 1,1-1 0,0 1 0,-1-1 0,1 1 0,-1 0 0,1-1 0,0 1 0,-1 0 0,1 0 0,0-1 0,0 1-1,-1 0 1,1 0 0,0 0 0,-1 0 0,1 0 0,0 0 0,0 0 0,-1 0 0,1 0 0,1 0 0,79-1 563,99-15 0,-103 5-539,-76 11-190,31 0-6,5 0-5,-36 0 164,-6 7-89,0-1 0,-1 1 0,0-1 0,-1 0-1,-7 6 1,10-9-35,-49 47 44,-39 32 77,61-57 64,30-24 166,-11 2 727,20 1-1141,0 0 0,0 0 0,1-1 0,-1 0 0,1 0 0,11 1 0,-14-2 0,-3-2-2,-1 1-1,1 0 1,-1 0 0,1 0 0,-1 0 0,1 1 0,-1-1 0,0 1-1,0-1 1,1 1 0,-1 0 0,0 0 0,-1 0 0,1 0 0,0 0-1,-1 0 1,1 0 0,-1 1 0,1-1 0,-1 1 0,0-1 0,0 1-1,0-1 1,0 4 0,1 4-64,0 1 0,-1 0 0,-1 0-1,0 18 1,-1-10-143,1-16 207,-1-1 0,0 0 0,1 0 0,-1 1 0,0-1 0,0 0 0,-1 0 0,1 0 0,0 0 0,-1 0 0,1-1 0,-1 1 0,0 0 0,1-1 0,-1 1 0,0-1 0,0 1 1,-3 0-1,-40 24-51,41-24 31,-10 2 45,0-1-1,-1 0 1,1-1 0,-1 0-1,0-2 1,0 0-1,-27-3 1,0 2 226,-9 1 2301,65 6-16503,-2 0 6179</inkml:trace>
</inkml:ink>
</file>

<file path=ppt/ink/ink2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23.424"/>
    </inkml:context>
    <inkml:brush xml:id="br0">
      <inkml:brushProperty name="width" value="0.025" units="cm"/>
      <inkml:brushProperty name="height" value="0.025" units="cm"/>
    </inkml:brush>
  </inkml:definitions>
  <inkml:trace contextRef="#ctx0" brushRef="#br0">7 283 3105,'0'2'16859,"-1"4"-13633,-4 27-2860,5 50 477,0-80-829,1 0 1,0 0 0,0 0 0,0 1-1,0-1 1,1 0 0,-1-1 0,1 1 0,0 0-1,3 4 1,4 8 248,-6-10-237,1 0 0,-1 0-1,1 0 1,-1-1 0,1 1 0,0-1 0,1 0-1,-1 0 1,1-1 0,0 1 0,0-1 0,0 0-1,0-1 1,0 1 0,1-1 0,-1 0 0,1 0-1,0-1 1,8 2 0,15 1 94,0-1 1,57-2-1,-50-1 2,-18-1-116,0-2 0,0 0-1,-1-1 1,1-1 0,-1-1 0,0 0 0,0-1 0,16-9-1,25-10 4,1 1-6,-18 7 0,71-20 1,-87 30 16,-19 6-6,0 0 0,0 0 0,-1 1 0,1 0 0,0 0 0,0 0 0,12 1 0,-14 5 37,1 1 0,-1 0 0,-1 0 0,1 1 0,-1-1 0,0 1 0,-1 0 1,3 7-1,-3-7-30,-1-1 0,0 1 1,0-1-1,0 1 1,-1-1-1,0 10 0,-1 9 110,8-41 412,-7 8-558,0 0 1,0 0-1,1 0 1,0 0 0,1 1-1,0-1 1,0 0-1,1 1 1,6-14 0,-7 17 7,1 0 1,-1 1 0,1-1-1,0 1 1,0 0 0,0 0-1,1 0 1,-1 0 0,1 0-1,0 1 1,-1-1 0,1 1-1,0 0 1,0 1 0,1-1-1,-1 1 1,0-1-1,1 1 1,4 0 0,49-11-22,-33 7 7,0 0 0,0 2 0,30-1 0,41 2 19,113 5-4,-146 4 6,73 4 0,-6-1 9,-88-7-29,-32-1 31,0-1 1,-1 0 0,1-1-1,0 0 1,0-1 0,10-1-1,-14-1 1,0 0-1,-1 0 0,1 0 1,-1 0-1,1-1 0,-1 0 0,-1 0 1,1-1-1,-1 1 0,1-1 1,-1 0-1,0 0 0,5-10 0,5-4 9,-13 16-17,0-1 0,0 0 0,0 0 0,0 1 0,-1-1 0,1 0 0,-1 0 0,0 0 0,-1-4 0,3-21 15,0 15 4,0 1 1,-1 0-1,-1 0 1,-2-25-1,0 0 11,9-26 1089,-7 62-988,1 4-162,0-1-1,0 1 1,-1 0-1,1-1 0,0 1 1,-1 0-1,1-1 0,-1 1 1,1 0-1,-1-1 0,0 1 1,0 0-1,0 0 1,0-1-1,0 1 0,0 2 1,0 21-3934,-2-11-3625,-3-3-1303</inkml:trace>
</inkml:ink>
</file>

<file path=ppt/ink/ink2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24.404"/>
    </inkml:context>
    <inkml:brush xml:id="br0">
      <inkml:brushProperty name="width" value="0.025" units="cm"/>
      <inkml:brushProperty name="height" value="0.025" units="cm"/>
    </inkml:brush>
  </inkml:definitions>
  <inkml:trace contextRef="#ctx0" brushRef="#br0">152 16 5657,'0'0'9998,"2"-4"-8980,2-6 341,-10 8-409,-24 18 70,-35 35-102,57-44-833,5-5-74,0 0 1,0 1-1,0-1 1,0 1-1,0 0 1,1 0-1,0 0 0,-1 0 1,1 0-1,0 0 1,0 1-1,1-1 1,-1 1-1,1-1 0,0 1 1,-1 4-1,2-7-108,6-1 92,0 0 0,1 1 0,-1-1 0,0 1 0,0 0 0,0 1 0,0 0-1,0-1 1,0 2 0,11 5 0,-5-4-5,-10-3-6,0 0 0,0 0-1,0 1 1,0-1-1,0 0 1,0 1-1,0-1 1,0 1-1,0 0 1,0-1-1,-1 1 1,1 0 0,-1 0-1,0 0 1,1 0-1,1 4 1,-3-4 19,1-1-1,-1 0 1,0 1 0,0-1 0,1 0 0,-1 1 0,0-1-1,0 1 1,0-1 0,0 0 0,0 1 0,-1-1 0,1 0-1,0 1 1,-1-1 0,1 1 0,-1-1 0,1 0-1,-1 0 1,0 1 0,1-1 0,-1 0 0,0 0 0,0 0-1,0 0 1,0 0 0,0 0 0,0 0 0,0 0 0,-2 1-1,-8 6 85,2-2 16,0 1 0,0-1 0,-1-1 1,1 0-1,-1 0 0,0-1 0,-13 4 1,5 4-489,18-8-743,11-6 45,115-54-9264,-93 37 4510</inkml:trace>
</inkml:ink>
</file>

<file path=ppt/ink/ink2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25.241"/>
    </inkml:context>
    <inkml:brush xml:id="br0">
      <inkml:brushProperty name="width" value="0.025" units="cm"/>
      <inkml:brushProperty name="height" value="0.025" units="cm"/>
    </inkml:brush>
  </inkml:definitions>
  <inkml:trace contextRef="#ctx0" brushRef="#br0">23 113 5033,'0'0'12860,"-7"11"-11245,5-5-1488,-1 0 1,1 0-1,0 1 0,0-1 1,1 0-1,0 1 0,0 0 1,0-1-1,1 1 0,0-1 1,0 1-1,1 0 0,2 12 1,-2-16-126,1 0-1,-1 0 1,1 0 0,-1 0 0,1 0 0,0 0 0,0-1-1,0 1 1,0-1 0,0 1 0,1-1 0,-1 0 0,1 0-1,0 0 1,0 0 0,-1 0 0,1-1 0,0 1 0,0-1 0,1 0-1,-1 1 1,0-2 0,0 1 0,0 0 0,1-1 0,-1 1-1,0-1 1,1 0 0,4-1 0,-5 1 2,1 0 0,-1 0 0,1 0 0,-1-1 0,1 0 0,-1 0 0,0 0 0,1 0 0,-1 0 0,0-1 0,0 1 0,0-1 0,0 0 0,0 0 0,0 0 0,0 0 0,-1-1 0,1 1 0,-1-1 0,0 1 0,0-1 0,0 0 0,0 0 0,0 0 0,0 0 0,-1 0 0,1 0 0,-1-1 0,0 1 0,0 0 0,0-1 0,-1 1 0,1-1 0,-1-6 0,1-87-141,-1 96 137,0 0 0,0 0 0,0 0 0,0-1 0,0 1 0,-1 0 0,1 0 0,0 0 0,-1 0 0,1 0 0,-1-1 0,1 1 0,-1 0 0,0 0 0,1 0 0,-1 1 0,0-1 0,0 0 0,0 0 0,1 0 0,-1 0 0,0 1 0,0-1 0,0 0 0,0 1 0,-1-1 0,1 1 0,0-1 0,0 1 0,0 0 0,-2-1 0,-39-1-31,31 2-24,10 0 5,28 0-247,-10 0 271,1-1 25,0 1 0,-1 1 0,1 0 0,-1 2 0,25 5 0,-32-3 123,0 1 0,0-1 0,0 2 0,0-1 0,14 15 0,16 10 507,-38-30-512,0 1 1,-1 0-1,1 0 1,-1 0 0,1-1-1,-1 1 1,1 1-1,-1-1 1,0 0 0,0 0-1,0 0 1,0 1-1,-1-1 1,1 0-1,-1 1 1,1-1 0,-1 4-1,0-5 661,0-31-305,0 12-425,0-3-38,0 0 0,1 0 0,1 0 0,7-30 0,-8 43-12,-1 6-23,13-5-10741,-7 1 4035</inkml:trace>
</inkml:ink>
</file>

<file path=ppt/ink/ink2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25.519"/>
    </inkml:context>
    <inkml:brush xml:id="br0">
      <inkml:brushProperty name="width" value="0.025" units="cm"/>
      <inkml:brushProperty name="height" value="0.025" units="cm"/>
    </inkml:brush>
  </inkml:definitions>
  <inkml:trace contextRef="#ctx0" brushRef="#br0">71 0 11082,'0'0'8489,"-7"27"-6482,5-21-1894,-12 44 935,2 1-1,-9 81 0,13 66-45,8-196-1482,0-7-2255,-1-54-4763,-4 29 634</inkml:trace>
</inkml:ink>
</file>

<file path=ppt/ink/ink2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25.882"/>
    </inkml:context>
    <inkml:brush xml:id="br0">
      <inkml:brushProperty name="width" value="0.025" units="cm"/>
      <inkml:brushProperty name="height" value="0.025" units="cm"/>
    </inkml:brush>
  </inkml:definitions>
  <inkml:trace contextRef="#ctx0" brushRef="#br0">0 32 8194,'0'0'11558,"31"5"-10394,7 2-909,6 1 116,0-1 1,69 1-1,13-8 216,-124-41-201,-2 40-383,0 0 0,0 0-1,0 0 1,0 0-1,-1 1 1,1-1 0,0 0-1,-1 0 1,1 0-1,-1 1 1,1-1 0,0 0-1,-1 1 1,0-1-1,1 0 1,-1 1 0,1-1-1,-1 1 1,0-1-1,1 1 1,-1-1 0,0 1-1,0-1 1,1 1-1,-2-1 1,-30-6 111,23 7-2,-1 0 1,0 0 0,1 1 0,-18 3 0,22-2-85,0 0 1,0 0-1,1 1 1,-1 0-1,1 0 1,-1 0-1,1 0 1,0 1-1,0 0 1,1-1 0,-1 2-1,1-1 1,-1 0-1,1 1 1,-3 5-1,5-7-29,-1 0 0,1-1 0,-1 1 0,1 0 0,0 0-1,0 0 1,1 0 0,-1 0 0,0 0 0,1 0 0,0 0 0,0 0 0,0 0 0,0 0-1,0 0 1,1 0 0,-1 0 0,1 0 0,0 0 0,0 0 0,0 0 0,0 0 0,0 0-1,1 0 1,-1-1 0,1 1 0,0-1 0,2 4 0,3 0-254,0 0 1,1 0 0,-1-1-1,1 0 1,0 0 0,0-1-1,1 0 1,-1 0-1,1-1 1,0 0 0,16 3-1,4-2-3097,-1-1 0,43-2-1,-25-1-5781</inkml:trace>
</inkml:ink>
</file>

<file path=ppt/ink/ink2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26.473"/>
    </inkml:context>
    <inkml:brush xml:id="br0">
      <inkml:brushProperty name="width" value="0.025" units="cm"/>
      <inkml:brushProperty name="height" value="0.025" units="cm"/>
    </inkml:brush>
  </inkml:definitions>
  <inkml:trace contextRef="#ctx0" brushRef="#br0">181 395 7418,'0'0'13817,"-14"-6"-13102,3 0-587,0 0 154,-1 0 0,0 1 0,-1 0 1,1 1-1,-1 0 0,1 1 1,-25-3-1,35 6-258,1 0-1,0 0 1,0 0 0,-1 0-1,1 0 1,0 1 0,0-1 0,-1 0-1,1 1 1,0-1 0,0 1-1,0-1 1,0 1 0,-1 0 0,1-1-1,0 1 1,0 0 0,0 0 0,0 0-1,1 0 1,-1-1 0,0 1-1,0 1 1,0-1 0,1 0 0,-1 0-1,1 0 1,-1 0 0,1 0-1,-1 1 1,0 1 0,0 46 125,2-29-125,-1-19-24,0 0 0,0 0 0,0 0 0,0 0 0,1 0 0,-1 0 0,0 0 0,1 0 0,-1 0 0,1 0 0,-1 0 0,1 0 0,-1 0 0,1-1 0,0 1 0,0 0 0,-1 0 0,1-1 0,0 1 0,0 0 0,0-1 0,-1 1 0,1-1 0,2 1 0,32 8 23,-22-8-6,1-1 1,-1 0-1,19-3 0,-28 2-20,-1-1 1,1 1-1,0-1 0,0 0 0,-1 0 1,1 0-1,-1 0 0,1-1 0,-1 0 1,0 1-1,0-1 0,0 0 0,0 0 1,-1-1-1,1 1 0,-1-1 0,0 1 1,2-5-1,6-12-155,-1-1 1,8-25-1,-5 15-32,4-10 21,-2-1-1,-1-1 0,-3 0 1,6-45-1,-15 53 792,-1 34-117,-6 13 276,-1 8-462,0 0 0,2 1 0,1-1 0,0 1 0,1 0 0,1 37 0,1-18-9,-1-27-260,2 0 1,-1 0-1,2 0 0,-1 0 0,2 0 1,0 0-1,1 0 0,0 0 0,0-1 1,7 14-1,-7-19-210,1-1 0,0-1 1,0 1-1,1 0 0,-1-1 1,1 0-1,0 0 0,1 0 1,-1-1-1,1 0 0,0 0 0,0 0 1,0-1-1,1 0 0,6 3 1,30 9-5107,-28-9-103</inkml:trace>
</inkml:ink>
</file>

<file path=ppt/ink/ink2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0.585"/>
    </inkml:context>
    <inkml:brush xml:id="br0">
      <inkml:brushProperty name="width" value="0.025" units="cm"/>
      <inkml:brushProperty name="height" value="0.025" units="cm"/>
    </inkml:brush>
  </inkml:definitions>
  <inkml:trace contextRef="#ctx0" brushRef="#br0">3 1 4297,'0'0'15036,"0"4"-15149,0 25 762,-2-18-539,2 0 0,-1 0 0,2 1 0,-1-1 0,2 0 0,-1 1 0,2-1 0,-1 0 0,1 0 0,1 0 0,0-1 0,11 20 0,4 0 22,-15-22-85,1 0 0,0-1 1,0 0-1,0 0 0,10 9 0,7 4 303,-8-7-202,0-1 0,1 0 0,1-1 1,25 14-1,-26-18-93,1-1 0,-1 0 0,2-2 0,-1 0 0,0 0 0,29 1 0,106-4 461,-75-2-417,-46-1-96,1 0 1,0-2-1,51-13 0,91-37 21,-22 6-13,77-1 1,-32 8-1,-39 8 109,1 6 1,272-10-1,-423 37-122,23-2 85,57 6 0,-77-3-11,0 1-1,0 0 1,0 1-1,0 0 1,-1 1-1,0 0 1,0 0-1,0 1 1,13 9-1,131 98 500,-153-112-560,1 1-2,0 0-1,0-1 0,0 1 1,0 0-1,0 0 0,-1-1 0,1 1 1,0 0-1,-1 0 0,1 0 0,0 0 1,-1 0-1,1 0 0,-1 0 1,0 0-1,1 1 0,-1-1 0,0 0 1,0 0-1,1 2 0,2 2 392,0-17 379,-3-1-881,0 0 0,0 0 1,2 0-1,0 0 0,0 1 0,7-21 0,-8 30 67,1-1-1,-1 1 0,1 0 1,0-1-1,0 1 1,1 0-1,-1 0 0,1 1 1,-1-1-1,1 0 1,0 1-1,0 0 0,0-1 1,0 1-1,0 0 1,1 1-1,-1-1 0,0 1 1,1-1-1,0 1 1,-1 0-1,1 0 0,0 1 1,-1-1-1,1 1 1,0-1-1,6 2 0,876-1-2,-544-2 60,367 4 9,-522 9-29,50 0-4,1098-8-21,281 1 102,-1552-15-115,-26 3 17,-36 8 27,0 1-1,0-2 1,0 1-1,0 0 1,0 0-1,0-1 1,0 1-1,0-1 1,0 1-1,0-1 1,-1 0-1,1 0 1,0 0-1,0 0 1,-1 0-1,1 0 1,-1-1-1,1 1 1,-1 0-1,1-1 1,-1 1-1,0-1 1,2-3-1,-3 3 2,0-1 0,0 1 0,0 0 0,-1-1 0,1 1 0,-1 0 0,0 0 0,0-1 0,0 1 0,0 0 0,0 0 0,0 0 0,0 0 0,-1 0 0,1 0 0,-1 1 0,1-1 0,-1 0 0,-4-2 0,-19-28 1350,25 48-1411,-2 34-690,1-48 465,1 0-1,-1 0 0,1-1 0,-1 1 0,0-1 0,0 1 0,0 0 1,0-1-1,0 0 0,0 1 0,0-1 0,0 0 0,-1 1 0,1-1 1,-3 1-1,-8 5-6044</inkml:trace>
</inkml:ink>
</file>

<file path=ppt/ink/ink2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1.577"/>
    </inkml:context>
    <inkml:brush xml:id="br0">
      <inkml:brushProperty name="width" value="0.025" units="cm"/>
      <inkml:brushProperty name="height" value="0.025" units="cm"/>
    </inkml:brush>
  </inkml:definitions>
  <inkml:trace contextRef="#ctx0" brushRef="#br0">17 1 7394,'0'0'9570,"0"5"-8505,-11 165 2901,10-160-3898,-1 1-31,1-1 1,0 0 0,1 1-1,0-1 1,1 1-1,3 17 1,-3-26-33,0-1 0,0 0-1,1 0 1,-1 0 0,1 0-1,-1-1 1,1 1 0,-1 0 0,1-1-1,-1 1 1,1-1 0,0 1 0,-1-1-1,1 0 1,0 1 0,-1-1-1,1 0 1,0 0 0,-1 0 0,3-1-1,36-4 84,-30 0-96,-1 0 0,0 0 0,0-1 0,-1 0 0,0 0 0,0-1 0,13-14 0,46-62-395,-60 74 335,-3 4 68,1-1-1,-1 0 1,0 0-1,0-1 1,-1 1 0,0-1-1,0 0 1,0 1-1,2-13 1,-5 19 35,0 0 0,0 0-1,0 0 1,0 0 0,0-1 0,0 1-1,0 0 1,0 0 0,0 0 0,1-1 0,-1 1-1,0 0 1,0 0 0,0 0 0,0 0-1,0-1 1,0 1 0,0 0 0,1 0 0,-1 0-1,0 0 1,0 0 0,0 0 0,0 0-1,1-1 1,-1 1 0,0 0 0,0 0 0,0 0-1,1 0 1,-1 0 0,0 0 0,0 0-1,0 0 1,0 0 0,1 0 0,-1 0 0,0 0-1,0 0 1,0 0 0,1 0 0,-1 0-1,0 0 1,0 0 0,0 0 0,1 1 0,-1-1-1,0 0 1,0 0 0,0 0 0,0 0-1,0 0 1,1 0 0,-1 0 0,0 1 0,0-1-1,0 0 1,0 0 0,0 0 0,0 0-1,0 1 1,1-1 0,9 13 1215,-6-4-1121,0 0 1,1 0 0,0 0-1,1 0 1,-1-1-1,2 0 1,-1 0 0,8 6-1,37 33-2149,-36-34 429,-4-2-2378,-9-3-2109</inkml:trace>
</inkml:ink>
</file>

<file path=ppt/ink/ink2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2.044"/>
    </inkml:context>
    <inkml:brush xml:id="br0">
      <inkml:brushProperty name="width" value="0.025" units="cm"/>
      <inkml:brushProperty name="height" value="0.025" units="cm"/>
    </inkml:brush>
  </inkml:definitions>
  <inkml:trace contextRef="#ctx0" brushRef="#br0">1 29 9154,'0'0'12869,"15"6"-11684,46 20-387,-59-25-767,0 0-1,-1 0 0,1 0 0,0 0 1,0 0-1,-1 0 0,1 0 0,-1 1 0,1-1 1,-1 1-1,1-1 0,-1 1 0,0-1 1,0 1-1,0 0 0,0 0 0,0 0 1,0-1-1,0 1 0,-1 0 0,1 0 0,-1 0 1,1 0-1,-1 0 0,0 3 0,0-3-24,0 0 0,1-1 0,-1 1-1,0-1 1,0 1 0,1-1-1,-1 0 1,1 1 0,-1-1 0,1 1-1,0-1 1,0 0 0,-1 1 0,1-1-1,1 2 1,0-4-56,0 1-1,-1-1 1,1 0-1,-1 1 1,0-1-1,1 0 1,-1 0-1,1 0 1,-1 0-1,0 0 1,0 0-1,0 0 1,1-1-1,-1 1 1,0 0-1,-1-1 1,1 1-1,1-2 1,0 0-49,9-10-58,1 0 0,0 1-1,0 0 1,15-10-1,-21 18 155,0 0-1,1 0 1,-1 1-1,1 0 0,-1 0 1,1 0-1,0 1 1,0 0-1,1 0 1,-1 1-1,0 0 0,10 0 1,-16 2 48,0-1-1,0 0 1,0 1 0,0-1 0,0 1-1,0 0 1,-1-1 0,1 1 0,0 0-1,0-1 1,-1 1 0,1 0 0,0 0-1,-1-1 1,1 1 0,-1 0 0,1 0 0,-1 0-1,1 0 1,-1 0 0,0 0 0,1 0-1,-1 0 1,0 0 0,0 0 0,0 1-1,7 38 442,-5-22-456,0 8-592,-3-23 251,1 0-1,0 1 1,1-1 0,-1 0 0,1 0-1,-1 0 1,1 1 0,0-1 0,0 0-1,1 3 1,18 36-6293,-9-29 239</inkml:trace>
</inkml:ink>
</file>

<file path=ppt/ink/ink2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2.448"/>
    </inkml:context>
    <inkml:brush xml:id="br0">
      <inkml:brushProperty name="width" value="0.025" units="cm"/>
      <inkml:brushProperty name="height" value="0.025" units="cm"/>
    </inkml:brush>
  </inkml:definitions>
  <inkml:trace contextRef="#ctx0" brushRef="#br0">227 1 6001,'0'0'16775,"-21"0"-16185,-70-1-100,84 2-409,-1 0 0,1 0 0,0 0 0,-1 1 0,1 0 0,0 1 0,0-1 0,0 1-1,1 1 1,-10 5 0,14-8-86,1 0 0,-1 0 1,0 0-1,0 1 0,1-1 0,-1 0 0,0 1 0,1-1 0,0 1 0,-1 0 0,1-1 0,0 1 0,0 0 0,0 0 0,0 0 0,0 0 0,0 0 0,1 0 0,-1 0 0,0 0 0,1 0 0,0 0 0,0 0 0,-1 0 0,1 0 0,0 1 0,1-1 0,-1 0 0,0 0 0,1 0 1,-1 0-1,2 3 0,3-2-76,-1 0 0,1-1 0,0 0 0,0 0 0,1 0 0,-1 0 0,0-1 0,1 0 0,-1 0 0,10 0 0,0 2-111,18 2-296,-26-5 342,1 1 0,-1 0 0,0 1 0,0 0 0,10 3-1,-15-4 128,-1 0 0,1 0 0,-1 0 0,1 0 0,-1 0 0,1 0 0,-1 0 0,0 1 0,0-1 0,1 0 0,-1 1 0,0-1 0,0 1 0,0 0-1,-1-1 1,1 1 0,0 0 0,-1-1 0,1 1 0,-1 0 0,1 0 0,-1-1 0,0 1 0,0 0 0,0 0 0,0 1 0,0-1 26,-1-1 1,1 0-1,-1 0 0,1 0 1,-1 0-1,0 1 1,1-1-1,-1 0 1,0 0-1,0-1 1,0 1-1,0 0 0,0 0 1,0 0-1,0 0 1,0-1-1,0 1 1,0-1-1,-2 2 1,-32 14 196,19-9-129,-50 24-519,57-28-2080,39-22-1652,7-3-1007</inkml:trace>
</inkml:ink>
</file>

<file path=ppt/ink/ink2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3.126"/>
    </inkml:context>
    <inkml:brush xml:id="br0">
      <inkml:brushProperty name="width" value="0.025" units="cm"/>
      <inkml:brushProperty name="height" value="0.025" units="cm"/>
    </inkml:brush>
  </inkml:definitions>
  <inkml:trace contextRef="#ctx0" brushRef="#br0">131 52 9010,'0'0'14590,"-15"14"-13761,-47 46-241,57-54-529,-1 1 1,1-1-1,0 1 0,1-1 0,-1 1 0,1 1 0,1-1 0,-5 12 0,4-9-43,0 12-57,15-25-152,18-29-194,-24 23 256,-2-1 1,1 1-1,-1-1 0,-1 0 0,0 1 1,0-1-1,-1 0 0,0 0 0,-1-1 1,0 1-1,-2-13 0,1-11 40,1 33 69,14 1-154,-8 0 169,5-1 50,0 0-1,0 1 1,0 1 0,0 0-1,0 0 1,0 1-1,0 1 1,0 0 0,-1 0-1,1 1 1,15 8-1,171 103 494,-195-114-433,-1 0 0,0 0 0,1 0 0,-1 1 0,0-1 0,0 0-1,0 0 1,0 0 0,0 1 0,0-1 0,-1 1 0,1-1-1,1 2 1058,-3-20-760,1 4-366,1 0 1,0 0-1,0 0 0,1 0 1,7-22-1,-7 30-136,0 0-1,0 0 0,1 0 1,0 0-1,0 0 1,0 1-1,0-1 1,0 1-1,1 0 0,0 0 1,0 0-1,0 1 1,0-1-1,1 1 1,0 0-1,4-2 0,14 3-4811,-14 3-3084</inkml:trace>
</inkml:ink>
</file>

<file path=ppt/ink/ink2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3.428"/>
    </inkml:context>
    <inkml:brush xml:id="br0">
      <inkml:brushProperty name="width" value="0.025" units="cm"/>
      <inkml:brushProperty name="height" value="0.025" units="cm"/>
    </inkml:brush>
  </inkml:definitions>
  <inkml:trace contextRef="#ctx0" brushRef="#br0">103 0 8066,'0'0'15879,"-7"21"-14593,-24 67-167,26-68-903,0 0 0,2 0 0,0 0 1,1 0-1,2 1 0,0-1 1,3 21-1,-1 16-257,-2-50-181,-4 27-963,-6-25-2037,-10-6-3973,3-3 638</inkml:trace>
</inkml:ink>
</file>

<file path=ppt/ink/ink2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3.855"/>
    </inkml:context>
    <inkml:brush xml:id="br0">
      <inkml:brushProperty name="width" value="0.025" units="cm"/>
      <inkml:brushProperty name="height" value="0.025" units="cm"/>
    </inkml:brush>
  </inkml:definitions>
  <inkml:trace contextRef="#ctx0" brushRef="#br0">0 53 3369,'0'0'19737,"27"1"-18922,-7 0-658,28 0 353,0 2-1,67 14 1,-58-7-361,-1-3-1,2-2 1,-1-2 0,104-10 0,-157 7-145,-1 0 1,1-1-1,0 1 0,-1-1 1,1 0-1,-1 1 0,1-2 1,-1 1-1,0 0 0,1-1 1,-1 1-1,0-1 0,0 0 1,0 0-1,0 0 0,0-1 0,-1 1 1,1-1-1,-1 1 0,1-1 1,-1 0-1,0 0 0,0 0 1,0 0-1,-1 0 0,1-1 1,-1 1-1,1-1 0,-1 1 1,0 0-1,-1-1 0,2-6 1,-3 9-4,1 0 0,0 0 0,-1 0 0,1 1 0,-1-1 0,0 0 0,1 0 0,-1 0 0,0 0 0,1 1 0,-1-1 0,0 0 0,0 1 0,1-1 0,-1 0 0,0 1 1,0-1-1,0 1 0,0-1 0,0 1 0,0 0 0,0-1 0,0 1 0,0 0 0,0 0 0,0 0 0,0 0 0,0 0 0,0 0 0,0 0 0,-1 0 0,-49 0 40,32 1 31,10-1 5,0 0-1,0 1 0,0 1 1,0-1-1,0 1 0,0 1 0,0 0 1,-10 5-1,16-7-53,-1 1 0,1-1 0,0 1 0,0 0 0,1 0 0,-1 0 0,0 1 0,1-1 0,-1 1 1,1-1-1,0 1 0,0 0 0,0 0 0,0 0 0,0 0 0,1 0 0,-1 0 0,1 1 0,0-1 0,0 0 0,0 1 0,0-1 0,1 1 0,-1 5 0,1-6-18,0 0-1,0 0 1,0-1-1,1 1 1,-1 0-1,1-1 1,-1 1-1,1 0 1,0-1-1,0 1 0,0-1 1,0 1-1,0-1 1,1 0-1,-1 1 1,1-1-1,3 3 1,0-1-50,1 1 1,0-1-1,0-1 1,1 1 0,10 3-1,-9-3-43,10 1-901,0 0 1,1 0 0,-1-2 0,1 0-1,0-1 1,0-1 0,27-2 0,-26 1-943,32 0-5387</inkml:trace>
</inkml:ink>
</file>

<file path=ppt/ink/ink2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6:34.406"/>
    </inkml:context>
    <inkml:brush xml:id="br0">
      <inkml:brushProperty name="width" value="0.025" units="cm"/>
      <inkml:brushProperty name="height" value="0.025" units="cm"/>
    </inkml:brush>
  </inkml:definitions>
  <inkml:trace contextRef="#ctx0" brushRef="#br0">193 443 9354,'0'0'13176,"-13"-5"-11003,-7 2-1551,1 2 1,0 0 0,-22 3-1,2-1-204,37-1-408,1 0 0,-1 0 0,1 0-1,-1 0 1,0 0 0,1 0 0,-1 1 0,1-1-1,0 0 1,-1 1 0,1-1 0,-1 1 0,1 0-1,0-1 1,-1 1 0,1 0 0,0 0 0,-1 0-1,1 0 1,0 0 0,0 0 0,0 0 0,0 0-1,0 0 1,0 1 0,-1 1 0,1 1 5,0 1 0,0-1-1,0 0 1,1 1 0,-1-1 0,1 0 0,1 7 0,-1 0 13,1-10-27,-1 1 0,1 0 0,0 0-1,0 0 1,0-1 0,0 1 0,0-1 0,0 1-1,0 0 1,1-1 0,-1 0 0,1 1 0,-1-1-1,1 0 1,-1 0 0,1 0 0,0 0 0,-1 0-1,1 0 1,0 0 0,0-1 0,0 1 0,0-1-1,0 1 1,0-1 0,0 0 0,-1 0-1,1 1 1,3-2 0,69 5 2,-67-4 0,3 0-14,0-1 1,-1-1-1,1 1 1,-1-2-1,1 1 1,-1-1-1,0-1 1,0 0-1,0 0 1,0-1-1,10-7 1,10-9-290,47-44 1,-27 21-99,-21 21 105,-2-1 0,0-1-1,-2-2 1,26-35 0,-41 48 271,0 1 1,-1-1-1,-1 0 0,0-1 0,-1 0 0,0 0 1,-2 0-1,1-1 0,-2 1 0,0-1 1,1-32-1,-30 60 1315,14 2-985,0 1-1,1 0 0,0 1 0,1 0 1,1 1-1,1-1 0,0 2 0,1-1 1,-7 29-1,9-21-130,0 1 0,2-1 0,0 1 0,2 0 0,1-1 0,6 48 0,-5-63-196,1-1 0,0-1 0,1 1 0,0 0 0,0-1 0,1 1 0,0-1 0,0 0 0,1 0 0,0 0 0,1-1 1,0 0-1,0 0 0,0 0 0,1-1 0,0 0 0,0 0 0,0-1 0,1 0 0,0 0 0,0-1 0,0 0 0,10 4 0,-7-4-795,0-1-1,1 0 1,-1-1-1,1 0 1,-1 0-1,17-1 1,-8-1-5034</inkml:trace>
</inkml:ink>
</file>

<file path=ppt/ink/ink2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13.456"/>
    </inkml:context>
    <inkml:brush xml:id="br0">
      <inkml:brushProperty name="width" value="0.025" units="cm"/>
      <inkml:brushProperty name="height" value="0.025" units="cm"/>
    </inkml:brush>
  </inkml:definitions>
  <inkml:trace contextRef="#ctx0" brushRef="#br0">0 238 5801,'0'0'840,"39"-163"-840,-39 89-3208</inkml:trace>
</inkml:ink>
</file>

<file path=ppt/ink/ink2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0.221"/>
    </inkml:context>
    <inkml:brush xml:id="br0">
      <inkml:brushProperty name="width" value="0.025" units="cm"/>
      <inkml:brushProperty name="height" value="0.025" units="cm"/>
      <inkml:brushProperty name="color" value="#E71224"/>
    </inkml:brush>
  </inkml:definitions>
  <inkml:trace contextRef="#ctx0" brushRef="#br0">135 17 1192,'0'0'6915,"12"-16"233,-17 16-6905,0 0-1,1 0 0,-1 0 1,0 1-1,0 0 0,0 0 1,1 0-1,-1 1 0,0-1 1,1 1-1,-9 5 1,6-1 108,0 0 0,0 0 0,1 0 0,0 1 0,-9 13 0,11-14-233,0-1 1,0 1 0,1 0-1,0 1 1,0-1 0,0 1 0,1-1-1,0 1 1,0-1 0,1 1-1,0 0 1,0 0 0,1 0-1,0 9 1,2-13-97,0-1-1,1 0 1,-1 1-1,1-1 1,-1 0 0,1 0-1,0-1 1,0 1 0,0 0-1,0-1 1,0 0-1,0 0 1,0 0 0,1 0-1,2 0 1,9 5 19,-12-5-33,0 1 0,0-1 1,0 0-1,1 0 0,-1 0 0,0 0 1,1-1-1,-1 1 0,1-1 0,-1 0 1,0 0-1,1 0 0,-1 0 0,1-1 1,-1 1-1,0-1 0,1 0 0,-1 0 1,0 0-1,0-1 0,1 1 0,-1-1 1,0 1-1,-1-1 0,1 0 0,0 0 1,0-1-1,-1 1 0,1 0 0,-1-1 1,0 0-1,0 1 0,0-1 0,0 0 1,0 0-1,-1 0 0,1 0 0,-1 0 1,0-1-1,0 1 0,0 0 0,0-4 1,1-3 70,-1-1 1,0 1 0,0 0 0,-1-1 0,-2-14 0,0-8 71,2 32-105,0-1 0,0 1 0,-1 0 0,1-1 0,0 1-1,-1 0 1,0-1 0,1 1 0,-1 0 0,0 0 0,1-1-1,-1 1 1,0 0 0,0 0 0,0 0 0,0 0 0,0 0-1,0 0 1,0 1 0,-1-1 0,1 0 0,0 0 0,0 1 0,-1-1-1,1 1 1,0-1 0,-1 1 0,1-1 0,0 1 0,-1 0-1,-1 0 1,-51-3 1428,44 3-1435,9 0 281,-11 4-967,15-2 174,0-1 0,0 1 0,0-1-1,0 1 1,0-1 0,0 0 0,0 0 0,1-1 0,-1 1 0,0 0 0,6-1-1,4 2-2643,7 2-3585</inkml:trace>
</inkml:ink>
</file>

<file path=ppt/ink/ink2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7.756"/>
    </inkml:context>
    <inkml:brush xml:id="br0">
      <inkml:brushProperty name="width" value="0.025" units="cm"/>
      <inkml:brushProperty name="height" value="0.025" units="cm"/>
      <inkml:brushProperty name="color" value="#E71224"/>
    </inkml:brush>
  </inkml:definitions>
  <inkml:trace contextRef="#ctx0" brushRef="#br0">165 14 3817,'0'0'2800,"-7"12"3776,0-25-6264,1 0 1694,5 13-1976,1 0-1,0 0 1,0 0-1,-1 0 1,1 0-1,0 0 1,0 0-1,-1 0 1,1 0-1,0 0 1,0 1-1,-1-1 1,1 0-1,0 0 1,0 0-1,0 0 1,-1 0-1,1 0 1,0 0 0,0 1-1,0-1 1,-1 0-1,1 0 1,0 0-1,0 1 1,0-1-1,0 0 1,-1 0-1,1 0 1,0 1-1,0-1 1,0 0-1,0 0 1,0 0-1,0 1 1,0-1-1,0 0 1,0 0-1,0 1 1,0-1 0,0 0-1,0 0 1,0 1-1,0-1 1,0 0-1,0 0 1,0 1-1,0-1 1,0 0-1,0 0 1,0 1-1,-4 26 609,1 0 0,1 46-1,-1 17 67,-4-30-289,-2 0 0,-31 104 0,13-35-158,18-90-169,9-33-70,-1 1 0,-1 0 0,1-1 0,-1 1 0,-1-1 0,1 0 0,-1 0 0,-6 11 0,4-5 335,0-2-1096</inkml:trace>
</inkml:ink>
</file>

<file path=ppt/ink/ink2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8.504"/>
    </inkml:context>
    <inkml:brush xml:id="br0">
      <inkml:brushProperty name="width" value="0.025" units="cm"/>
      <inkml:brushProperty name="height" value="0.025" units="cm"/>
      <inkml:brushProperty name="color" value="#E71224"/>
    </inkml:brush>
  </inkml:definitions>
  <inkml:trace contextRef="#ctx0" brushRef="#br0">1 13 1880,'0'0'7078,"5"-2"-5909,17-6-154,-17 5 2893,-3 4-3652,-1-1 0,1 1 0,-1-1-1,0 1 1,1-1 0,-1 1 0,1 0 0,-1 0 0,0-1 0,0 1 0,1 0 0,-1 0 0,0 1-1,0-1 1,0 0 0,0 0 0,0 0 0,0 1 0,0-1 0,0 3 0,18 35 260,-13-23 122,45 113 872,-43-72-187,-4-45-1413,2 4 218</inkml:trace>
</inkml:ink>
</file>

<file path=ppt/ink/ink2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4:29.611"/>
    </inkml:context>
    <inkml:brush xml:id="br0">
      <inkml:brushProperty name="width" value="0.025" units="cm"/>
      <inkml:brushProperty name="height" value="0.025" units="cm"/>
      <inkml:brushProperty name="color" value="#E71224"/>
    </inkml:brush>
  </inkml:definitions>
  <inkml:trace contextRef="#ctx0" brushRef="#br0">180 7 1136,'0'0'2585,"6"-2"-1449,13-3 10833,-27 7-11655,0-1 0,1 1 0,-1 0 0,1 1 0,0 0 0,-1 0 0,1 1 0,1 0 0,-1 0 0,-7 6 0,1-2 57,-48 46 716,30-19 200,19-25-2823,12 18-4859,0-18 903</inkml:trace>
</inkml:ink>
</file>

<file path=ppt/ink/ink2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1.429"/>
    </inkml:context>
    <inkml:brush xml:id="br0">
      <inkml:brushProperty name="width" value="0.025" units="cm"/>
      <inkml:brushProperty name="height" value="0.025" units="cm"/>
      <inkml:brushProperty name="color" value="#E71224"/>
    </inkml:brush>
  </inkml:definitions>
  <inkml:trace contextRef="#ctx0" brushRef="#br0">13 0 2401,'0'0'12438,"-5"3"-7060,-3 8-3329,8 156 116,6-139-2984,-1-29-3491,-3-2-950,-2-3-5013</inkml:trace>
</inkml:ink>
</file>

<file path=ppt/ink/ink2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2.412"/>
    </inkml:context>
    <inkml:brush xml:id="br0">
      <inkml:brushProperty name="width" value="0.025" units="cm"/>
      <inkml:brushProperty name="height" value="0.025" units="cm"/>
      <inkml:brushProperty name="color" value="#E71224"/>
    </inkml:brush>
  </inkml:definitions>
  <inkml:trace contextRef="#ctx0" brushRef="#br0">0 43 1512,'0'0'12024,"4"-2"-10933,19-7-288,-9 3-676,-1 1 1,1 0 0,0 1-1,0 0 1,0 1 0,25-1-1,-38 7-97,0 0 0,0 0-1,0 1 1,0-1-1,0 0 1,-1 1-1,1-1 1,-1 1-1,0-1 1,0 1-1,0-1 1,-2 6-1,2-1 26,0 2-14,-1-1 0,0 1 0,-1 0-1,0-1 1,0 1 0,-1-1 0,0 0-1,-1 0 1,0 0 0,-1-1 0,1 1 0,-2-1-1,1 0 1,-1 0 0,0-1 0,-1 1 0,1-2-1,-10 9 1,4-1 458,13-8 693,26-9 1422,2-2-2451,20-2 667,-24 1-1983,4 3-5761,-4 3 2091,1 0 1239</inkml:trace>
</inkml:ink>
</file>

<file path=ppt/ink/ink2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3.333"/>
    </inkml:context>
    <inkml:brush xml:id="br0">
      <inkml:brushProperty name="width" value="0.025" units="cm"/>
      <inkml:brushProperty name="height" value="0.025" units="cm"/>
      <inkml:brushProperty name="color" value="#E71224"/>
    </inkml:brush>
  </inkml:definitions>
  <inkml:trace contextRef="#ctx0" brushRef="#br0">27 1 1568,'0'0'9465,"-5"2"-7513,2 0-1523,-8 4 645,10-6-978,1 0-1,0 0 1,0 1-1,-1-1 1,1 0-1,0 0 1,0 0 0,0 0-1,-1 0 1,1 0-1,0-1 1,0 1 0,-1 0-1,1 0 1,0 0-1,0 0 1,0 0-1,-1 0 1,1 0 0,0 0-1,0 0 1,0-1-1,-1 1 1,1 0 0,0 0-1,0 0 1,0 0-1,0-1 1,-1 1 0,1 0-1,0 0 1,0 0-1,0-1 1,0 1-1,0 0 1,0 0 0,0 0-1,0-1 1,0 1-1,0 0 1,0 0 0,0-1-1,0 1 1,0 0-1,0 0 1,0 0-1,0-1 1,0 1 0,0 0-1,0-1 1,45-2 853,-44 3-936,7-1 56,-1 1-1,1 0 1,0 1 0,-1 0 0,1 0 0,12 4 0,-18-4-61,0 0-1,0 1 1,-1-1 0,1 0 0,0 0 0,0 1 0,-1-1 0,1 1 0,-1 0-1,1-1 1,-1 1 0,0 0 0,1 0 0,-1 0 0,0 0 0,0 0 0,-1 0-1,1 0 1,0 0 0,-1 1 0,1-1 0,-1 0 0,0 0 0,1 0 0,-1 1-1,0-1 1,-1 3 0,1-4 13,1 1-1,-1-1 0,0 0 1,0 1-1,0-1 1,0 0-1,-1 1 1,1-1-1,0 0 0,0 1 1,-1-1-1,1 0 1,-1 0-1,1 1 1,-1-1-1,0 0 1,1 0-1,-1 0 0,0 0 1,0 0-1,0 0 1,0 0-1,1 0 1,-1 0-1,-1 0 0,1-1 1,0 1-1,0 0 1,0-1-1,-2 2 1,-15 11-4,17-10-12,1 0-19,0-3-77,2 3-501,0 0 482,0 0 0,1 0-1,-1-1 1,1 1 0,0-1-1,0 1 1,4 2 0,11 10 246,-15-10-60,1 0 1,-1 1-1,0 0 0,0-1 0,-1 1 0,1 0 0,-1 0 0,1 10 1,-2-14-21,0 0 0,-1 0 0,0 0 0,1 0 0,-1 1 0,0-1 0,0 0 0,0 0 0,-1 0 0,1 0 0,0 0 0,-1 0 0,1 0 0,-1 0 0,0 0 0,0 0 0,0 0 0,0 0 0,0 0 0,0 0 0,0 0 0,-1-1 0,1 1 0,0-1 0,-1 1 0,0-1 0,1 1 0,-4 1 0,-28 7 2185,12-4-2962</inkml:trace>
</inkml:ink>
</file>

<file path=ppt/ink/ink2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5.211"/>
    </inkml:context>
    <inkml:brush xml:id="br0">
      <inkml:brushProperty name="width" value="0.025" units="cm"/>
      <inkml:brushProperty name="height" value="0.025" units="cm"/>
      <inkml:brushProperty name="color" value="#E71224"/>
    </inkml:brush>
  </inkml:definitions>
  <inkml:trace contextRef="#ctx0" brushRef="#br0">0 68 2361,'0'0'8761,"7"-4"-7372,21-15 144,-8 14 608,-19 5-2062,-1 0 0,1 0 0,-1 1 0,1-1 0,-1 0 0,1 1 0,-1-1 0,1 0-1,-1 1 1,1-1 0,-1 0 0,0 1 0,1-1 0,-1 1 0,1-1 0,-1 1 0,0-1 0,0 1 0,1-1 0,-1 1 0,0-1 0,0 1 0,0-1 0,0 1 0,1 0 0,-1-1 0,0 1 0,0-1 0,0 1 0,0-1 0,0 1 0,-1 1 0,8 193 4082,-8-224-3894,0 19-261,0 1 1,1-1 0,0 0-1,1 1 1,0-1 0,0 0-1,1 1 1,1-1-1,-1 1 1,1 0 0,5-10-1,-1 8-18,0 0-1,1 0 1,0 0 0,14-13-1,-18 21-2,0 0 0,0 0-1,0 0 1,0 1 0,0-1-1,1 1 1,-1 0 0,1 1 0,-1-1-1,1 1 1,0-1 0,0 2-1,0-1 1,-1 0 0,8 1 0,-11 0 16,1 1 1,-1-1 0,0 1 0,-1-1 0,1 1-1,0 0 1,0-1 0,0 1 0,0 0 0,0 0 0,-1-1-1,1 1 1,0 0 0,-1 0 0,1 0 0,0 0-1,-1 0 1,1 0 0,-1 0 0,0 0 0,1 0-1,-1 0 1,0 0 0,0 1 0,1-1 0,-1 1-1,7 46 476,-2-14-90,-3-29-246,-1 1 0,-1 0 0,1 0 0,-1-1 0,0 1 0,-1 10 1,-1 10-167,2-25-189,8 4-8134,-3-4 1485</inkml:trace>
</inkml:ink>
</file>

<file path=ppt/ink/ink2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5.836"/>
    </inkml:context>
    <inkml:brush xml:id="br0">
      <inkml:brushProperty name="width" value="0.025" units="cm"/>
      <inkml:brushProperty name="height" value="0.025" units="cm"/>
      <inkml:brushProperty name="color" value="#E71224"/>
    </inkml:brush>
  </inkml:definitions>
  <inkml:trace contextRef="#ctx0" brushRef="#br0">4 0 1632,'0'0'11412,"-3"2"-9942,3 2 2735,9-1-1592,31 0-820,62-2-2544,-88-1 1330,157-13 376,-170 13-511,26 0-23461,-9 0 21690</inkml:trace>
</inkml:ink>
</file>

<file path=ppt/ink/ink2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6.351"/>
    </inkml:context>
    <inkml:brush xml:id="br0">
      <inkml:brushProperty name="width" value="0.025" units="cm"/>
      <inkml:brushProperty name="height" value="0.025" units="cm"/>
      <inkml:brushProperty name="color" value="#E71224"/>
    </inkml:brush>
  </inkml:definitions>
  <inkml:trace contextRef="#ctx0" brushRef="#br0">46 52 1320,'0'0'10344,"1"-6"-9029,0 0-493,3-16-617,-3 5 7816,-2 17-7946,0 0 0,1 0 0,-1 0 0,1 0 0,-1 0-1,1 0 1,-1 0 0,0 1 0,1-1 0,-1 0 0,1 1 0,-1-1-1,1 0 1,-1 1 0,1-1 0,0 0 0,-1 1 0,1-1 0,-1 1-1,1-1 1,0 1 0,-1-1 0,1 2 0,-6 24 691,1 1 1,-1 34 0,4-37-525,-1 0 1,-1 0-1,-8 27 1,10-9 70,2-28-10,0-14 217</inkml:trace>
</inkml:ink>
</file>

<file path=ppt/ink/ink2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8.981"/>
    </inkml:context>
    <inkml:brush xml:id="br0">
      <inkml:brushProperty name="width" value="0.025" units="cm"/>
      <inkml:brushProperty name="height" value="0.025" units="cm"/>
      <inkml:brushProperty name="color" value="#E71224"/>
    </inkml:brush>
  </inkml:definitions>
  <inkml:trace contextRef="#ctx0" brushRef="#br0">1 106 2641,'0'0'7859,"4"-4"-6408,2-1-1001,30-26 2780,-35 30-3142,-1 1-1,1-1 0,0 1 0,0-1 1,0 1-1,0-1 0,0 1 1,0-1-1,0 1 0,0 0 0,0 0 1,0-1-1,0 1 0,0 0 1,0 0-1,0 0 0,0 0 0,0 0 1,0 0-1,0 1 0,0-1 1,0 0-1,0 0 0,0 1 1,0-1-1,0 1 0,0-1 0,0 1 1,0-1-1,0 1 0,-1 0 1,1-1-1,0 1 0,0 0 0,-1-1 1,1 1-1,0 0 0,-1 0 1,1 0-1,-1 0 0,1 1 0,6 10 227,-1 1-1,-1 0 0,0 0 0,-1 0 1,0 1-1,-1 0 0,2 21 1122,-5-77-996,0 35-453,1 1 1,0 0 0,1 0-1,-1-1 1,1 1 0,1 1-1,-1-1 1,1 0 0,0 0 0,0 1-1,0 0 1,1-1 0,0 1-1,0 1 1,0-1 0,0 1-1,1-1 1,0 1 0,0 0-1,7-4 1,-3 2-17,1 1 0,-1 0 0,1 0 1,0 0-1,0 2 0,1-1 0,-1 1 0,1 1 0,0 0 0,21-2 1,-30 5 39,0 0 1,0 0 0,0 0 0,-1 0 0,1 0-1,0 1 1,-1-1 0,1 1 0,-1-1 0,1 1 0,-1-1-1,0 1 1,1 0 0,-1 0 0,0 0 0,0 0 0,0-1-1,-1 1 1,1 0 0,0 0 0,-1 1 0,1-1-1,-1 3 1,10 52 422,-10-51-366,1 0 0,-1 1 1,0-1-1,0 0 0,-1 0 1,0 1-1,0-1 0,0 0 1,-1 0-1,0 0 1,0 0-1,0-1 0,-1 1 1,0-1-1,0 1 0,-1-1 1,-3 5-1,-4 5 186,12-10-1201,19-15-2382,-6 5-1270</inkml:trace>
</inkml:ink>
</file>

<file path=ppt/ink/ink2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29.492"/>
    </inkml:context>
    <inkml:brush xml:id="br0">
      <inkml:brushProperty name="width" value="0.025" units="cm"/>
      <inkml:brushProperty name="height" value="0.025" units="cm"/>
      <inkml:brushProperty name="color" value="#E71224"/>
    </inkml:brush>
  </inkml:definitions>
  <inkml:trace contextRef="#ctx0" brushRef="#br0">18 21 1608,'0'0'3272,"-18"4"7985,19-7-8194,9 1-2230,9 0-447,11 2 275,0-1 0,0-1 0,54-11 1,-82 12-1849,-13 1-2587,1 1-4394,4-1-1223</inkml:trace>
</inkml:ink>
</file>

<file path=ppt/ink/ink2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30.160"/>
    </inkml:context>
    <inkml:brush xml:id="br0">
      <inkml:brushProperty name="width" value="0.025" units="cm"/>
      <inkml:brushProperty name="height" value="0.025" units="cm"/>
      <inkml:brushProperty name="color" value="#E71224"/>
    </inkml:brush>
  </inkml:definitions>
  <inkml:trace contextRef="#ctx0" brushRef="#br0">0 24 2288,'0'0'9669,"14"-13"-5291,-8 11-4039,1 0 0,-1 0 0,1 0 0,0 1 0,-1 0 0,1 1 0,0-1 0,0 1 0,8 2 0,5-2 38,-19 0-359,0 1 1,0 0-1,0-1 0,0 1 1,0 0-1,0-1 1,0 1-1,-1 0 1,1 0-1,0 0 1,0 0-1,-1 0 0,1 0 1,-1 0-1,1 0 1,-1 0-1,1 0 1,-1 0-1,0 0 1,1 0-1,-1 1 0,0-1 1,0 0-1,0 0 1,0 0-1,0 0 1,0 0-1,0 1 1,-1 0-1,-2 39 436,-1-34-349,0-1 1,0 1-1,-1 0 1,1-1-1,-1 0 1,-1 0-1,1 0 1,-1-1-1,-13 9 1,10-7-36,1 1 1,-1 0 0,1 0-1,-8 12 1,16-19-14,1-1 0,0 1-1,0 0 1,0-1 0,-1 1 0,1-1 0,0 1 0,0-1-1,0 1 1,0-1 0,0 0 0,0 0 0,0 1 0,0-1 0,0 0-1,0 0 1,0 0 0,0 0 0,0 0 0,0 0 0,0 0-1,2-1 1,34 2 39,-34-1-16,124-7 1060,-126 7-1003,-33 19-8600,13-5 3299</inkml:trace>
</inkml:ink>
</file>

<file path=ppt/ink/ink2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31.061"/>
    </inkml:context>
    <inkml:brush xml:id="br0">
      <inkml:brushProperty name="width" value="0.025" units="cm"/>
      <inkml:brushProperty name="height" value="0.025" units="cm"/>
      <inkml:brushProperty name="color" value="#E71224"/>
    </inkml:brush>
  </inkml:definitions>
  <inkml:trace contextRef="#ctx0" brushRef="#br0">0 17 24,'0'0'25555,"32"-3"-25283,-4-8-2187,2 8-5829,-18 4 4467,2-1-9046</inkml:trace>
</inkml:ink>
</file>

<file path=ppt/ink/ink2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31.432"/>
    </inkml:context>
    <inkml:brush xml:id="br0">
      <inkml:brushProperty name="width" value="0.025" units="cm"/>
      <inkml:brushProperty name="height" value="0.025" units="cm"/>
      <inkml:brushProperty name="color" value="#E71224"/>
    </inkml:brush>
  </inkml:definitions>
  <inkml:trace contextRef="#ctx0" brushRef="#br0">26 1 1792,'0'0'21829,"-4"0"-20203,-13 0-455,13 0 670,24 2-11076,-10 5 3793,-8 0-2523</inkml:trace>
</inkml:ink>
</file>

<file path=ppt/ink/ink2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31.754"/>
    </inkml:context>
    <inkml:brush xml:id="br0">
      <inkml:brushProperty name="width" value="0.025" units="cm"/>
      <inkml:brushProperty name="height" value="0.025" units="cm"/>
      <inkml:brushProperty name="color" value="#E71224"/>
    </inkml:brush>
  </inkml:definitions>
  <inkml:trace contextRef="#ctx0" brushRef="#br0">13 4 1536,'0'0'22999,"-9"-2"-19843,6 1-5363,7 1-1744</inkml:trace>
</inkml:ink>
</file>

<file path=ppt/ink/ink2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53.724"/>
    </inkml:context>
    <inkml:brush xml:id="br0">
      <inkml:brushProperty name="width" value="0.025" units="cm"/>
      <inkml:brushProperty name="height" value="0.025" units="cm"/>
      <inkml:brushProperty name="color" value="#E71224"/>
    </inkml:brush>
  </inkml:definitions>
  <inkml:trace contextRef="#ctx0" brushRef="#br0">0 161 3089,'0'0'1723,"7"13"9955,-4-18-11602,0 1 0,0 0 0,1 0 0,0 0-1,0 0 1,0 1 0,0-1 0,0 1 0,1 0 0,-1 0 0,7-2 0,6-6-17,162-105 750,-179 124 1569,-13 23-1589,6-16-782,0 2 0,1-1-1,0 1 1,-5 32 0,11-35 47,-1-10 13,1 1 1,0-1-1,0 1 1,0-1-1,1 1 1,0-1-1,0 1 1,2 7-1,-1-10-40,-1-1 1,0 1-1,0-1 0,1 0 1,-1 1-1,1-1 0,0 0 1,-1 0-1,1 0 0,0 0 1,-1 0-1,1 0 0,0 0 1,0-1-1,0 1 0,0-1 1,0 1-1,0-1 0,0 0 1,0 0-1,0 1 0,0-2 1,0 1-1,2 0 0,2-1-102,1 1-1,-1-1 1,0 0-1,1 0 1,-1-1 0,0 0-1,0 0 1,0-1-1,0 1 1,-1-1-1,1-1 1,-1 1-1,1-1 1,-1 0 0,0 0-1,-1 0 1,1-1-1,-1 1 1,0-1-1,7-10 1,-1 5-1352</inkml:trace>
</inkml:ink>
</file>

<file path=ppt/ink/ink2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3:54.693"/>
    </inkml:context>
    <inkml:brush xml:id="br0">
      <inkml:brushProperty name="width" value="0.025" units="cm"/>
      <inkml:brushProperty name="height" value="0.025" units="cm"/>
      <inkml:brushProperty name="color" value="#E71224"/>
    </inkml:brush>
  </inkml:definitions>
  <inkml:trace contextRef="#ctx0" brushRef="#br0">123 23 1696,'0'0'11504,"-32"4"-6964,28-2-4330,1 1 0,0-1 0,-1 0 0,1 0 1,-1 0-1,0 0 0,0-1 0,1 0 0,-1 0 0,0 0 1,0 0-1,0 0 0,0-1 0,0 1 0,-1-1 0,-4-1 1,8 0-184,1-1 1,-1 0 0,1 1-1,0-1 1,0 1 0,-1-1 0,1 0-1,0 1 1,0-1 0,0 0-1,1 1 1,-1-1 0,0 0 0,1 1-1,-1-1 1,1 1 0,-1-1-1,1 1 1,0-1 0,-1 1 0,1-1-1,1-1 1,0 3-23,0 0 0,-1 0 0,1 0-1,-1 0 1,1 0 0,-1 0 0,1 0 0,-1 0 0,1 1 0,-1-1-1,1 1 1,-1-1 0,1 1 0,-1-1 0,1 1 0,-1 0-1,0 0 1,1 0 0,-1 0 0,0 0 0,0 0 0,2 1 0,-2 1 15,0 0 1,0 0 0,-1 1-1,1-1 1,-1 0 0,1 0 0,-1 0-1,0 0 1,-1 5 0,1 5 8,0-11-7,0 1 0,1-1 1,-1 0-1,-1 0 0,1 1 0,0-1 0,0 0 1,-1 0-1,0 1 0,1-1 0,-1 0 0,0 0 0,0 0 1,0 0-1,0 0 0,0 0 0,-1 0 0,1 0 1,-3 2-1,1-2 13,-1-1 0,1 1 1,0-1-1,-1 0 1,1 0-1,-1 0 0,1-1 1,-1 1-1,1-1 1,-1 0-1,-6 0 0,9-34 125,0 20-159,3-30 8,-2 42-11,1 0 0,-1 0 0,1 1 0,0-1 0,-1 0 0,1 0 0,0 0 0,0 1 0,0-1 0,0 1 0,0-1 1,0 0-1,1 1 0,-1 0 0,0-1 0,1 1 0,-1 0 0,1 0 0,2-2 0,-2 3-61,-1 0 65,0 0 0,0 0 0,-1 1-1,1-1 1,0 0 0,-1 1 0,1-1-1,0 1 1,-1-1 0,1 1 0,-1-1-1,1 1 1,0 0 0,-1-1 0,0 1 0,1 0-1,-1-1 1,1 1 0,-1 0 0,0-1-1,1 1 1,-1 0 0,0 0 0,0-1-1,0 1 1,0 0 0,0 0 0,1-1 0,-1 1-1,-1 0 1,1 1 0,0 32 485,-1-25-30,1-8 456,-18-8 591,19 6-1539,-1 0 0,1 1 0,-1-1 0,1 0 0,0 1 0,-1-1 0,1 1 0,0-1 0,0 1 0,0-1 0,-1 1-1,1 0 1,0-1 0,0 1 0,0 0 0,0 0 0,0 0 0,1-1 0,11 1-5036,-11 0 3762,4 0-5318</inkml:trace>
</inkml:ink>
</file>

<file path=ppt/ink/ink2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3.176"/>
    </inkml:context>
    <inkml:brush xml:id="br0">
      <inkml:brushProperty name="width" value="0.025" units="cm"/>
      <inkml:brushProperty name="height" value="0.025" units="cm"/>
    </inkml:brush>
  </inkml:definitions>
  <inkml:trace contextRef="#ctx0" brushRef="#br0">1 138 1304,'0'0'2781,"3"8"-1006,1 0 7342,2-8-6379,-5-1-2678,0 1 0,-1 0 1,1-1-1,0 1 1,0 0-1,0 0 0,-1 0 1,1 0-1,0 0 0,0 0 1,-1 0-1,1 0 1,0 0-1,0 0 0,0 0 1,-1 1-1,1-1 0,0 0 1,0 0-1,-1 1 1,1-1-1,0 1 0,-1-1 1,1 1-1,0-1 0,-1 1 1,1-1-1,-1 1 1,1-1-1,-1 1 0,1 0 1,-1-1-1,1 1 0,-1 0 1,1 0-1,2 8 223,7 33 719,-10 49-249,1-88-741,0 1 0,0-1 0,1 0 0,0 1-1,-1-1 1,1 0 0,0 0 0,1 0 0,-1 0 0,0 0 0,1-1 0,0 1 0,4 2-1,-2 1 10,-2-3-11,0 0-1,0-1 1,1 1 0,-1-1 0,0 1 0,1-1 0,0 0 0,-1-1 0,1 1-1,8 2 1,54 1 167,-58-5-171,1 0 1,-1 0-1,1-1 0,0 0 0,-1 0 0,0-1 1,1-1-1,-1 1 0,0-1 0,0 0 0,0-1 1,0 0-1,-1 0 0,0-1 0,0 0 0,0 0 1,6-7-1,-10 10-6,3-1 2,0 0 0,-1 0-1,1 1 1,0 0 0,0 0 0,0 0-1,0 1 1,1 0 0,-1 0 0,0 0-1,1 1 1,-1 0 0,0 0-1,1 1 1,5 1 0,19-1 292,-30 0-271,0-1 1,0 0-1,0 1 1,0-1 0,0 0-1,0 1 1,0 0-1,0-1 1,0 1 0,0-1-1,-1 1 1,1 0-1,0 0 1,0-1 0,-1 1-1,1 0 1,-1 0-1,1 0 1,0 0 0,-1 0-1,0 0 1,1 0-1,-1 0 1,0 0 0,1 0-1,-1 0 1,0 0-1,0 0 1,0 0 0,0 0-1,0 2 1,1 48 271,-2-33-83,1-17 194,0-40-333,0 36-78,0 1-1,0-1 0,0 1 1,1-1-1,-1 1 1,0-1-1,1 1 1,0 0-1,-1-1 0,1 1 1,0 0-1,0-1 1,0 1-1,1 0 0,1-3 1,-1 2 0,0 0 0,-1 1 0,1-1 0,0 0 0,1 1 0,-1 0 0,0-1 0,1 1 0,-1 0 0,1 0 0,0 1 0,0-1 0,0 0 0,0 1 0,0 0 0,0 0 0,0 0 0,0 0 0,0 0 0,4 0 0,-5 0-6,3-1 15,8 0-10,-1 0 1,1 0-1,-1 1 0,1 1 1,21 2-1,5-1-48,12 6 94,-50-6-31,1 0 1,1 0-1,-1 0 0,0-1 1,0 1-1,0-1 1,0 0-1,0 1 1,0-1-1,1 0 0,-1 0 1,0-1-1,0 1 1,0 0-1,0-1 0,0 1 1,1-1-1,-1 0 1,0 1-1,0-1 0,0 0 1,-1 0-1,1-1 1,0 1-1,0 0 0,-1 0 1,3-3-1,13-9 0,-15 11-6,0 0 1,0 0-1,0 0 1,0 0-1,-1 0 1,1-1-1,-1 1 1,0 0-1,0-1 1,0 1-1,0-1 1,0 0-1,0 1 1,0-1-1,0-4 1,4-47 53,2-4 87,-14-50 174,7 107-225,-1-1-153,0-1-1952,-2 12 181,2 3-2356,1-2-1833</inkml:trace>
</inkml:ink>
</file>

<file path=ppt/ink/ink2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4.702"/>
    </inkml:context>
    <inkml:brush xml:id="br0">
      <inkml:brushProperty name="width" value="0.025" units="cm"/>
      <inkml:brushProperty name="height" value="0.025" units="cm"/>
    </inkml:brush>
  </inkml:definitions>
  <inkml:trace contextRef="#ctx0" brushRef="#br0">280 1 3289,'0'0'7021,"0"5"-6474,0 22 361,-2 0-1,-1 0 1,-11 45-1,-25 58 1203,-62 140 1,86-232-2143,3-12 156,-2-1 1,-16 25-1,9-16 122,-2-1 426,18-29-908,15-23-1649,2-6-3862,-5 13 633</inkml:trace>
</inkml:ink>
</file>

<file path=ppt/ink/ink2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6.395"/>
    </inkml:context>
    <inkml:brush xml:id="br0">
      <inkml:brushProperty name="width" value="0.025" units="cm"/>
      <inkml:brushProperty name="height" value="0.025" units="cm"/>
    </inkml:brush>
  </inkml:definitions>
  <inkml:trace contextRef="#ctx0" brushRef="#br0">141 22 2801,'0'0'2392,"6"0"-1536,-2 0-34,25 2 8490,-42 10-9014,1 0-1,0 0 0,0 1 1,-14 23-1,-15 16-19,-9 4 411,49-55 574,3-7-1250,-1 0 0,2-1-1,-1 1 1,0 0 0,1 1 0,0-1-1,1 0 1,-1 1 0,1 0-1,0-1 1,7-6 0,17-25-14,-13 6 1,-10 20-3,1 0-1,0 0 1,0 0-1,13-16 1,-18 25-1,-1 1 9,43 5 47,-40 0 1,0 0-1,0 0 1,-1 0 0,1 0-1,-1 1 1,0-1-1,0 1 1,-1-1 0,0 1-1,1 0 1,-1 0-1,-1-1 1,1 1 0,-1 0-1,0 6 1,7 33 116,3-12 3,-9-26-106,0 0 0,1 0 0,-1-1-1,1 1 1,1-1 0,3 8-1,-3-9-11,-1 0 0,1 1 0,-1-1 0,0 1 0,0 0 0,0 0 0,-1 0 0,0-1 0,1 9 0,-2-12 536,-31-17-479,-28-13-15,21 13 112,34 14-27,0 1 0,0 0-1,0 0 1,-1 0 0,1 0 0,0 1 0,-1 0 0,1 0 0,0 0 0,0 0 0,-5 1 0,6 0-410,-1-1 0,1 1 0,0 0 0,-1 0 0,1 0 0,0 0 0,0 0 1,0 1-1,0-1 0,0 1 0,0 0 0,1 0 0,-6 4 0,-6 10-3016,-4 0-2589</inkml:trace>
</inkml:ink>
</file>

<file path=ppt/ink/ink2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7.257"/>
    </inkml:context>
    <inkml:brush xml:id="br0">
      <inkml:brushProperty name="width" value="0.025" units="cm"/>
      <inkml:brushProperty name="height" value="0.025" units="cm"/>
    </inkml:brush>
  </inkml:definitions>
  <inkml:trace contextRef="#ctx0" brushRef="#br0">306 12 3793,'0'0'12017,"4"-2"-10381,9-7-189,-34 12-596,-40 15-99,-24 25-100,76-39-637,1 2 0,0-1 0,0 1 0,0 1 0,1-1 0,0 1 0,-10 14 1,16-21-25,1 0 1,0 1 0,0-1 0,0 1 0,-1-1 0,1 1 0,0-1 0,0 0 0,0 1-1,0-1 1,0 1 0,0-1 0,0 1 0,0-1 0,0 1 0,0-1 0,0 1 0,0-1-1,0 0 1,0 1 0,1-1 0,-1 1 0,0-1 0,0 1 0,0-1 0,1 0-1,-1 1 1,0-1 0,1 0 0,-1 1 0,0-1 0,1 0 0,-1 1 0,0-1 0,1 0-1,-1 0 1,0 1 0,1-1 0,-1 0 0,1 0 0,-1 0 0,1 1 0,-1-1 0,0 0-1,1 0 1,-1 0 0,1 0 0,-1 0 0,1 0 0,-1 0 0,1 0 0,-1 0 0,1 0-1,32 1-6,-28-1-2,25 0-6,-22-1 15,-1 0-1,1 1 1,-1 0 0,1 0-1,-1 1 1,1 0 0,-1 0-1,1 1 1,-1 0 0,0 0-1,8 4 1,-14-5 12,0 0-1,0 0 0,0 1 1,0-1-1,0 0 1,-1 0-1,1 1 0,0-1 1,-1 0-1,1 1 1,-1-1-1,1 1 0,-1-1 1,0 1-1,1-1 1,-1 1-1,0-1 1,0 1-1,0-1 0,0 1 1,-1-1-1,1 1 1,0-1-1,-1 1 0,1-1 1,-1 0-1,1 1 1,-1-1-1,1 0 1,-1 1-1,0-1 0,-1 2 1,-1 2 81,-1 0 0,1-1 0,-1 1 0,0-1-1,0 0 1,0 0 0,-6 4 0,-16 8 329,0-1 0,-1-1-1,0-2 1,-1-1-1,-48 13 1,59-19-1051,19-6-2904,26-10-4888,-9-3 656</inkml:trace>
</inkml:ink>
</file>

<file path=ppt/ink/ink2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7.931"/>
    </inkml:context>
    <inkml:brush xml:id="br0">
      <inkml:brushProperty name="width" value="0.025" units="cm"/>
      <inkml:brushProperty name="height" value="0.025" units="cm"/>
    </inkml:brush>
  </inkml:definitions>
  <inkml:trace contextRef="#ctx0" brushRef="#br0">59 167 5265,'0'0'16185,"-8"8"-15565,3-4-561,1-1-13,1 0 1,-1 1 0,1-1-1,-1 1 1,1-1 0,0 1-1,1 0 1,-1 0 0,1 0-1,0 0 1,0 1 0,0-1 0,0 0-1,1 1 1,-1 0 0,1-1-1,1 1 1,-1 5 0,1-7-45,-1 2 13,1 0 0,0 1 0,0-1 0,1 0 0,0 1 0,0-1 1,0 0-1,3 8 0,-3-11-12,1 0 0,-1 0 0,1-1 0,-1 1 0,1-1 0,0 1 0,0-1 0,0 0 0,0 0 0,0 0 0,0 0 0,0 0 0,0 0 0,0 0 0,0-1 0,0 1 0,0-1 0,1 1 0,-1-1 0,0 0 0,0 0 0,1 0 0,3-1 0,2 1-13,0 0 0,-1 0 1,1-1-1,0 0 0,-1-1 0,1 1 0,-1-2 0,0 1 0,0-1 0,0 0 0,0 0 0,0-1 0,-1 0 0,1 0 1,-1-1-1,0 0 0,0 0 0,-1 0 0,1 0 0,-1-1 0,-1 0 0,9-12 0,-9 11 6,0 0 0,0 0 0,0-1 0,-1 1 0,0-1-1,0 0 1,-1 0 0,0 0 0,0 0 0,-1 0 0,0 0 0,-1 0 0,0 0-1,-1-15 1,1 14 18,-5 0-48,3 4-49,16 11 102,-6-1 7,0 0 0,0 1 1,-1 1-1,0-1 1,0 1-1,0 0 0,5 9 1,39 59 155,-43-61 465,-15-29-324,-19-51-21,12-106-262,14 171-548</inkml:trace>
</inkml:ink>
</file>

<file path=ppt/ink/ink2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8.192"/>
    </inkml:context>
    <inkml:brush xml:id="br0">
      <inkml:brushProperty name="width" value="0.025" units="cm"/>
      <inkml:brushProperty name="height" value="0.025" units="cm"/>
    </inkml:brush>
  </inkml:definitions>
  <inkml:trace contextRef="#ctx0" brushRef="#br0">39 0 8162,'0'0'10346,"0"28"-8194,0 206 1268,0-90-3053,0-142-946,-12-5-5659,-1-8 564,0-8-2985</inkml:trace>
</inkml:ink>
</file>

<file path=ppt/ink/ink2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8.431"/>
    </inkml:context>
    <inkml:brush xml:id="br0">
      <inkml:brushProperty name="width" value="0.025" units="cm"/>
      <inkml:brushProperty name="height" value="0.025" units="cm"/>
    </inkml:brush>
  </inkml:definitions>
  <inkml:trace contextRef="#ctx0" brushRef="#br0">1 6 5777,'0'0'17428,"160"-6"-17116,-128 6-232,-6 0 8,-7 0-88,-6 0-56,0 3-88,-13 4-696,0-1-1177,0 0-1975</inkml:trace>
</inkml:ink>
</file>

<file path=ppt/ink/ink2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8.863"/>
    </inkml:context>
    <inkml:brush xml:id="br0">
      <inkml:brushProperty name="width" value="0.025" units="cm"/>
      <inkml:brushProperty name="height" value="0.025" units="cm"/>
    </inkml:brush>
  </inkml:definitions>
  <inkml:trace contextRef="#ctx0" brushRef="#br0">72 46 960,'0'0'18141,"4"6"-17634,-3-4-468,1 1 1,-1-1-1,1 0 0,0 0 0,0 0 0,0 0 1,0-1-1,0 1 0,0-1 0,0 1 0,1-1 1,-1 1-1,0-1 0,1 0 0,-1 0 1,1-1-1,0 1 0,-1 0 0,1-1 0,-1 1 1,1-1-1,0 0 0,-1 0 0,6 0 0,-5 0-22,0-1 0,0 1-1,0 0 1,-1-1 0,1 1-1,0-1 1,0 0 0,0 0-1,-1 0 1,1 0 0,0 0-1,-1-1 1,1 1 0,-1-1-1,1 0 1,-1 1 0,0-1-1,0 0 1,0 0 0,0-1-1,0 1 1,0 0 0,-1-1-1,1 1 1,-1-1 0,0 0-1,0 1 1,1-1 0,-2 0-1,1 0 1,0 1 0,-1-1-1,1 0 1,-1 0 0,0-6 0,0 9 4,0-1 1,0 1 0,0-1-1,-1 1 1,1-1-1,0 1 1,0-1 0,-1 1-1,1-1 1,-1 1 0,1-1-1,0 1 1,-1-1 0,1 1-1,-1-1 1,1 1 0,-1 0-1,1-1 1,-1 1 0,1 0-1,-1 0 1,1-1 0,-1 1-1,0 0 1,1 0 0,-1 0-1,1 0 1,-1 0 0,0 0-1,1 0 1,-1 0 0,0 0-1,-27 0 119,19 0-101,-6 0-62,3 0 117,0 0 1,0 0-1,1 1 0,-1 0 0,-21 6 0,30-6-71,0 1-1,1-1 0,-1 0 0,0 1 1,1-1-1,0 1 0,-1 0 1,1 0-1,0 0 0,0 0 0,0 0 1,0 0-1,0 0 0,0 1 0,1-1 1,-1 1-1,1-1 0,0 1 1,-1 0-1,1 0 0,0-1 0,1 1 1,-1 0-1,1 0 0,-1 0 0,1 0 1,0 0-1,0 6 0,0 1 13,0-2-32,0 0 0,0 0 0,1-1 0,3 16 0,-3-20-54,0-1 0,0 1 0,0 0 0,1-1 0,-1 1 0,1-1 0,0 1 0,0-1 0,-1 0 0,2 0 0,-1 1 0,0-2 0,0 1 0,1 0 0,-1 0 0,5 1 0,2 2-493,1-1 0,0 0 0,0 0 0,0-1 0,0 0 0,1-1 0,19 1 0,39-1-5620,-68-2 6026,39 0-7460</inkml:trace>
</inkml:ink>
</file>

<file path=ppt/ink/ink2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2:09.311"/>
    </inkml:context>
    <inkml:brush xml:id="br0">
      <inkml:brushProperty name="width" value="0.025" units="cm"/>
      <inkml:brushProperty name="height" value="0.025" units="cm"/>
    </inkml:brush>
  </inkml:definitions>
  <inkml:trace contextRef="#ctx0" brushRef="#br0">126 410 8146,'0'0'14152,"-19"8"-13405,-59 27-71,76-34-650,0 1-1,0-1 1,0 0-1,0 0 1,1 1 0,-1-1-1,1 1 1,-1-1-1,1 1 1,-1 0 0,1-1-1,0 1 1,0 0-1,0 0 1,0 0-1,0 0 1,0 0 0,0 0-1,1 1 1,-1-1-1,1 0 1,-1 0 0,1 0-1,0 0 1,0 1-1,0-1 1,0 0-1,1 0 1,-1 0 0,0 1-1,2 1 1,-1 10 102,0-13-119,-1 0-1,0 0 1,1 1-1,-1-1 1,1 0-1,0 0 1,-1 0-1,1 0 1,0 0 0,0 0-1,0 0 1,0 0-1,0 0 1,0 0-1,0-1 1,0 1-1,0 0 1,0-1 0,0 1-1,0 0 1,0-1-1,1 0 1,-1 1-1,0-1 1,0 0-1,1 1 1,-1-1 0,0 0-1,0 0 1,1 0-1,-1 0 1,0 0-1,1-1 1,-1 1-1,2-1 1,2 1 10,0 0 1,0-1-1,0 0 1,0 0-1,0 0 0,0-1 1,0 0-1,7-3 1,1-5-17,0-1 0,-1 0 0,-1-1 0,0 0 0,16-23 0,42-74-550,-59 93 398,11-19-44,-2-1-1,-1 0 0,-2-1 1,-2-1-1,12-48 1,-24 34 1102,-27 71 142,12-3-789,1-1 1,1 2-1,0-1 1,1 1-1,1 1 0,0 0 1,-6 23-1,6-13-26,1 0-1,1 0 1,1 1-1,-2 39 1,7-44-235,-1-2 49,1 0-1,3 35 1,-1-52-176,-1 0-1,1 0 0,0 0 1,1 0-1,-1 0 1,1 0-1,0 0 0,0-1 1,0 1-1,1-1 1,0 0-1,0 1 0,0-1 1,0 0-1,0-1 1,8 7-1,38 15-3345,-13-15-1649,-2-5-4567</inkml:trace>
</inkml:ink>
</file>

<file path=ppt/ink/ink2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30.091"/>
    </inkml:context>
    <inkml:brush xml:id="br0">
      <inkml:brushProperty name="width" value="0.025" units="cm"/>
      <inkml:brushProperty name="height" value="0.025" units="cm"/>
    </inkml:brush>
  </inkml:definitions>
  <inkml:trace contextRef="#ctx0" brushRef="#br0">123 45 2681,'0'0'6400,"2"-7"-5671,1-2-250,1-5-123,-3 8 3727,2-3 3579,-30 16-6614,18-2-1031,0 0 0,0 0 0,0 0 0,1 1-1,0 0 1,0 1 0,-10 11 0,15-14-13,-1 1 0,1 0 1,0 0-1,0 1 0,1-1 0,-1 0 1,1 1-1,0 0 0,1-1 1,0 1-1,-1 0 0,2 0 0,-1 0 1,1 8-1,0-8-4,-1 6 4,2-1-1,-1 0 1,2 0-1,1 11 1,-2-19-5,0 0 0,0 0 1,0 1-1,1-1 0,-1 0 0,1-1 1,0 1-1,0 0 0,0 0 1,0-1-1,0 1 0,0-1 0,1 0 1,-1 0-1,1 0 0,-1 0 1,1 0-1,4 2 0,-5-3-5,1-1-1,0 1 1,0-1 0,-1 1-1,1-1 1,0 0-1,0 0 1,0 0 0,-1 0-1,1-1 1,0 1 0,0-1-1,-1 0 1,1 1 0,-1-1-1,1-1 1,0 1-1,-1 0 1,0 0 0,1-1-1,-1 0 1,0 1 0,0-1-1,0 0 1,0 0-1,0 0 1,3-4 0,7-8 18,0-1 1,18-30-1,-25 36-20,3-1 58,-2-2 0,1 1 1,-1-1-1,-1 0 0,0 0 0,-1-1 1,0 1-1,-1-1 0,2-17 0,-5 29 249,0 41 87,-1-27-331,1 0 0,1 0 0,0 0 0,1 0 0,0 0 0,1 0 0,0 0 1,1-1-1,1 1 0,0-1 0,7 13 0,-8-18-58,0 1 0,1-1 1,-1 0-1,2-1 0,-1 1 0,1-1 0,-1 0 1,2 0-1,7 5 0,24 6-1471,11-12-3508,-28-5-1455</inkml:trace>
</inkml:ink>
</file>

<file path=ppt/ink/ink2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30.513"/>
    </inkml:context>
    <inkml:brush xml:id="br0">
      <inkml:brushProperty name="width" value="0.025" units="cm"/>
      <inkml:brushProperty name="height" value="0.025" units="cm"/>
    </inkml:brush>
  </inkml:definitions>
  <inkml:trace contextRef="#ctx0" brushRef="#br0">0 0 6129,'0'0'12960,"1"4"-11973,5 34 266,-1 1-1,-3-1 1,-2 62 0,-1-40-671,1 19-310,0 89-2815</inkml:trace>
</inkml:ink>
</file>

<file path=ppt/ink/ink2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31.302"/>
    </inkml:context>
    <inkml:brush xml:id="br0">
      <inkml:brushProperty name="width" value="0.025" units="cm"/>
      <inkml:brushProperty name="height" value="0.025" units="cm"/>
    </inkml:brush>
  </inkml:definitions>
  <inkml:trace contextRef="#ctx0" brushRef="#br0">0 31 6849,'0'0'8446,"5"0"-7907,134 0 1310,626-29 586,-764 28-2362,0 1 0,0 0-1,0 0 1,1-1 0,-1 1 0,0 0 0,0 0 0,0 0 0,0 0 0,0 1 0,1-1 0,-1 0 0,0 0 0,0 1 0,0-1 0,0 0 0,0 1 0,0-1 0,0 1 0,0-1 0,1 2 0,1 21 1866,-3-10-2139,-1 90 1361,6 0 1,23 144-1,-14-196-1030,-10-39-104,0 1 0,-1-1 0,0 0 0,1 20 0,-1-25-15,-2-4 131,-8-5-79,3 1-63,-31-10-9,-1 1-1,0 2 1,-50-4 0,-240 7-212,199 6 175,67 1 47,1 3 1,-78 16 0,133-20 72,-16 3-393,25-7-1256,25-9-1018,2-6-2056,0 2-2915</inkml:trace>
</inkml:ink>
</file>

<file path=ppt/ink/ink2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32.564"/>
    </inkml:context>
    <inkml:brush xml:id="br0">
      <inkml:brushProperty name="width" value="0.025" units="cm"/>
      <inkml:brushProperty name="height" value="0.025" units="cm"/>
    </inkml:brush>
  </inkml:definitions>
  <inkml:trace contextRef="#ctx0" brushRef="#br0">0 970 5753,'0'0'8262,"9"-1"-7926,421-21 4342,-407 24-4435,-1 1-1,1 0 0,-1 2 1,38 13-1,-42-12-154,0 0-1,1-1 0,0 0 1,0-2-1,1 0 0,-1-2 0,1 0 1,21-2-1,-31-2-75,0-1 0,0 0 0,0 0-1,-1-1 1,0 0 0,0-1 0,0 0 0,-1-1 0,0 1-1,0-2 1,0 1 0,8-12 0,9-5 4,-13 12-20,0-1 1,-1 0-1,-1-1 1,0 0-1,0 0 1,-2-1-1,0 0 1,0 0-1,-1-1 1,8-30 0,-8 12-6,0-1 1,-2 0-1,-2 0 1,-1-44 0,-3 66 15,0-1 0,-1 1 1,-1-1-1,0 1 1,0 0-1,-2 0 1,1 0-1,-2 1 0,-6-13 1,-2 1 11,-1 0 0,-1 1 0,-28-31 0,12 26-17,-5-8-10,37 35 9,0 1 0,0 0 0,0 0 1,0-1-1,0 1 0,0 0 0,0-1 1,0 1-1,0 0 0,0-1 0,0 1 1,0 0-1,0 0 0,1-1 0,-1 1 1,0 0-1,0 0 0,0-1 0,1 1 1,-1 0-1,0 0 0,0-1 0,0 1 1,1 0-1,-1 0 0,0 0 0,1 0 1,-1-1-1,0 1 0,0 0 1,1 0-1,-1 0 0,0 0 0,1 0 1,-1 0-1,0 0 0,0 0 0,1 0 1,-1 0-1,0 0 0,1 0 0,-1 0 1,0 0-1,1 0 0,-1 0 0,0 0 1,0 0-1,1 1 0,-1-1 0,0 0 1,1 0-1,-1 0 0,26 3 76,-24-3-67,92 7 164,133-7 1,-170-1-160,103-11-35,301-61-1,-174 21 87,-234 43-65,-20 2 27,60-3 1,-91 10 1220,-12 2-1644</inkml:trace>
</inkml:ink>
</file>

<file path=ppt/ink/ink2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33.399"/>
    </inkml:context>
    <inkml:brush xml:id="br0">
      <inkml:brushProperty name="width" value="0.025" units="cm"/>
      <inkml:brushProperty name="height" value="0.025" units="cm"/>
    </inkml:brush>
  </inkml:definitions>
  <inkml:trace contextRef="#ctx0" brushRef="#br0">0 1 5937,'0'0'13709,"0"18"-12837,0-14-848,0 32 807,2 0 0,9 56-1,-5-51-355,-2 0-1,-1 55 0,-3-414-500,1 320 36,0 0 1,0 0 0,0 0 0,0 0 0,0 0 0,1 0 0,-1 0 0,1-1 0,-1 1 0,1 0-1,-1-1 1,1 1 0,0-1 0,3 2 0,30 18 251,-12-12-43,1-1 0,0 0-1,0-2 1,1-1 0,27 2 0,127-1 487,-179-5-677,-1 0 0,1 0 1,0-1-1,0 1 0,0 0 0,-1-1 0,1 1 0,0 0 0,-1 0 1,1-1-1,0 1 0,-1-1 0,1 1 0,-1 0 0,1-1 0,-1 1 1,1-1-1,-1 1 0,0-1 0,1 0 0,-1 1 0,0-1 1,1 1-1,-1-1 0,0 0 0,1 0 0,-2 1 0,-25 5 150,0 2 0,1 1 0,0 1 0,0 1 0,1 1 0,-46 31 0,66-37-169,4-5-9,1 0 0,-1 0 0,0 0 0,0 0 0,1 0 0,-1 0 0,0 0 0,0-1 0,0 1 0,0 0 0,0-1 0,0 1 0,0 0 0,0-1 0,0 0 0,0 1 0,0-1 0,-1 1 0,-1-1 0,2 0 13,1 1-277,0-1 73,0 1-1,0 0 0,0 0 1,0-1-1,0 1 1,0 0-1,0-1 1,0 1-1,0 0 1,-1-1-1,1 1 1,0 0-1,0-1 1,-1 1-1,1-1 1,-1 1-1,1 0 1,0-1-1,-1 1 1,1-1-1,-1 1 1,0-1-1,1 1 1,-1-1-1,1 0 1,-1 1-1,1-1 1,-1 0-1,0 1 1,1-1-1,-1 0 1,0 0-1,1 0 1,-1 0-1,0 1 1,1-1-1,-1 0 1,0 0-1,-1 0 1,1 0-203,-18 4-5668</inkml:trace>
</inkml:ink>
</file>

<file path=ppt/ink/ink2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88"/>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89"/>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0"/>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1"/>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2"/>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3"/>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4"/>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5"/>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6"/>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7"/>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8"/>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399"/>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0"/>
    </inkml:context>
    <inkml:brush xml:id="br0">
      <inkml:brushProperty name="width" value="0.025" units="cm"/>
      <inkml:brushProperty name="height" value="0.025" units="cm"/>
    </inkml:brush>
  </inkml:definitions>
  <inkml:trace contextRef="#ctx0" brushRef="#br0">223 125 2985,'0'0'13725,"7"-13"-9896,-10 12-3659,0 0 0,-1 0-1,1 1 1,0-1 0,0 1 0,-1 0-1,1 0 1,0 0 0,-5 1 0,-2-1 111,1 1-109,0 0-1,1 1 1,-1 0-1,1 0 1,-1 1-1,1 0 1,0 1-1,0-1 1,0 2-1,1-1 1,-1 1-1,1 0 1,0 1-1,1-1 1,-1 1-1,-9 12 1,12-13-152,0-1 0,0 1 0,0 0 1,1 0-1,0 0 0,0 1 0,0-1 1,1 1-1,0 0 0,0-1 0,0 1 1,1 0-1,-1 0 0,1 0 0,1 0 1,-1 1-1,1-1 0,0 0 0,1 0 1,0 0-1,0 0 0,0 0 0,0 0 1,1 0-1,3 7 0,-4-11-19,1 1-1,0-1 1,0 0-1,0 0 0,0 1 1,0-2-1,1 1 1,-1 0-1,0 0 0,1-1 1,0 1-1,-1-1 1,1 0-1,0 0 1,-1 0-1,1 0 0,0 0 1,0-1-1,0 1 1,4-1-1,69 0 72,-48-1-37,1 1-17,1-2 1,-1-1-1,57-13 0,-73 12-13,-1 1 0,1-2 0,-1 0 0,0 0 0,0-1 0,-1-1 0,1 1 0,-1-2-1,-1 0 1,0 0 0,12-13 0,-18 16 2,0-1 0,0 0 0,-1 0 0,0 0 0,0-1 0,0 1 0,-1-1 0,0 1 0,0-1-1,-1 0 1,0 0 0,0 0 0,0 1 0,-1-1 0,0 0 0,-1 0 0,1 0 0,-1 0 0,-1 0 0,1 0 0,-1 1 0,0-1-1,-1 1 1,1-1 0,-2 1 0,1 0 0,0 0 0,-1 0 0,0 1 0,0-1 0,-1 1 0,0 0 0,0 0 0,0 0-1,0 1 1,-12-7 0,5 6 33,-1 0 0,0 0-1,0 2 1,0 0 0,-1 0-1,1 1 1,-1 1 0,1 0-1,-1 1 1,0 0 0,-24 5-1,37-5-41,0 1 0,-1-1-1,1 1 1,0-1-1,-1 1 1,1 0 0,0-1-1,0 1 1,0 0-1,0 0 1,0 0 0,0 0-1,0 0 1,0 0-1,0 0 1,0 0 0,0 0-1,0 0 1,1 1-1,-1-1 1,1 0 0,-1 1-1,1-1 1,-1 0-1,1 2 1,-2 39-2650,3-25-832,-1-7-1663</inkml:trace>
</inkml:ink>
</file>

<file path=ppt/ink/ink2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1"/>
    </inkml:context>
    <inkml:brush xml:id="br0">
      <inkml:brushProperty name="width" value="0.025" units="cm"/>
      <inkml:brushProperty name="height" value="0.025" units="cm"/>
    </inkml:brush>
  </inkml:definitions>
  <inkml:trace contextRef="#ctx0" brushRef="#br0">0 24 224,'0'0'5552,"31"-7"-1358,-28 2-3594,-3 4-427,0 1 1,0-1 0,1 1 0,-1-1 0,0 1 0,0-1-1,1 1 1,-1-1 0,0 1 0,1-1 0,-1 1 0,1-1 0,-1 1-1,0-1 1,1 1 0,-1 0 0,1-1 0,-1 1 0,1 0-1,-1-1 1,1 1 0,0 0 0,-1 0 0,1-1 0,-1 1 0,1 0-1,0 0 1,-1 0 0,1 0 0,-1 0 0,5 0 7143,-3 0-7264,1 0 1,0 0 0,0 0-1,-1 0 1,1 0 0,0 0 0,0 1-1,-1-1 1,1 1 0,-1 0-1,6 2 1,-5-2 23,20 3-27,0-2 0,-1 0 0,1-1 0,23-3-1,0 1-34,96-12 385,-148 42-117,-21 24 194,-49 72 0,-7 16 177,65-86-228,16-47-345,0 1 1,0-1 0,-1 1 0,-1-1-1,1 0 1,-8 12 0,0 6 401,10-21-5287</inkml:trace>
</inkml:ink>
</file>

<file path=ppt/ink/ink2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2"/>
    </inkml:context>
    <inkml:brush xml:id="br0">
      <inkml:brushProperty name="width" value="0.025" units="cm"/>
      <inkml:brushProperty name="height" value="0.025" units="cm"/>
    </inkml:brush>
  </inkml:definitions>
  <inkml:trace contextRef="#ctx0" brushRef="#br0">1 36 384,'0'0'21211,"0"0"-21203,0 0 0,0-1 0,0 1-1,0 0 1,0-1 0,1 1 0,-1 0-1,0 0 1,0-1 0,0 1 0,0 0-1,0 0 1,1-1 0,-1 1 0,0 0-1,0 0 1,1-1 0,-1 1 0,0 0-1,0 0 1,1 0 0,-1 0 0,0-1-1,0 1 1,1 0 0,-1 0 0,0 0-1,1 0 1,-1 0 0,0 0 0,0 0-1,1 0 1,-1 0 0,0 0 0,1 0-1,0 0 1,34 0 182,-3 2-116,-1-2 0,0-2 0,0 0 0,0-2 0,58-15-1,-89 18-109,0 1 0,0 0-1,1 0 1,-1-1-1,0 1 1,1 0-1,-1-1 1,0 1-1,1 0 1,-1 0 0,0 0-1,1-1 1,-1 1-1,0 0 1,1 0-1,-1 0 1,1 0 0,-1 0-1,0 0 1,1 0-1,-1 0 1,0 0-1,1 0 1,-1 0-1,1 0 1,-1 0 0,0 0-1,1 0 1,-1 0-1,1 0 1,-1 0-1,0 1 1,1-1-1,-1 0 1,0 0 0,1 0-1,-1 1 1,0-1-1,1 0 1,-1 0-1,0 1 1,0-1-1,1 0 1,-1 1 0,0-1-1,0 0 1,0 1-1,1-1 1,-1 1-1,-10 18-6109,-3-5-2792</inkml:trace>
</inkml:ink>
</file>

<file path=ppt/ink/ink2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3"/>
    </inkml:context>
    <inkml:brush xml:id="br0">
      <inkml:brushProperty name="width" value="0.025" units="cm"/>
      <inkml:brushProperty name="height" value="0.025" units="cm"/>
    </inkml:brush>
  </inkml:definitions>
  <inkml:trace contextRef="#ctx0" brushRef="#br0">1 0 256,'0'0'528</inkml:trace>
</inkml:ink>
</file>

<file path=ppt/ink/ink2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4"/>
    </inkml:context>
    <inkml:brush xml:id="br0">
      <inkml:brushProperty name="width" value="0.025" units="cm"/>
      <inkml:brushProperty name="height" value="0.025" units="cm"/>
    </inkml:brush>
  </inkml:definitions>
  <inkml:trace contextRef="#ctx0" brushRef="#br0">66 164 1632,'-12'-29'2009,"6"23"-1366,2 3-510,0 0 1,1-1 0,0 1-1,0-1 1,0 0-1,0 0 1,1 0 0,-1 0-1,1 0 1,0 0 0,-2-7-1,1 5-59,-5-21 7662,8 26-7535,0 1 0,0-1 0,0 0 0,0 1-1,1-1 1,-1 0 0,0 0 0,0 1 0,1-1 0,-1 1 0,1-1 0,-1 0 0,0 1 0,1-1 0,-1 1 0,1-1-1,-1 1 1,1-1 0,0 1 0,-1-1 0,1 1 0,-1 0 0,1-1 0,0 1 0,-1 0 0,1 0 0,0-1 0,0 1-1,-1 0 1,1 0 0,0 0 0,-1 0 0,1 0 0,0 0 0,0 0 0,-1 0 0,1 0 0,1 0 0,79-1 563,99-15 0,-103 5-539,-76 11-190,31 0-6,5 0-5,-36 0 164,-6 7-89,0-1 0,-1 1 0,0-1 0,-1 0-1,-7 6 1,10-9-35,-49 47 44,-39 32 77,61-57 64,30-24 166,-11 2 727,20 1-1141,0 0 0,0 0 0,1-1 0,-1 0 0,1 0 0,11 1 0,-14-2 0,-3-2-2,-1 1-1,1 0 1,-1 0 0,1 0 0,-1 0 0,1 1 0,-1-1 0,0 1-1,0-1 1,1 1 0,-1 0 0,0 0 0,-1 0 0,1 0 0,0 0-1,-1 0 1,1 0 0,-1 1 0,1-1 0,-1 1 0,0-1 0,0 1-1,0-1 1,0 4 0,1 4-64,0 1 0,-1 0 0,-1 0-1,0 18 1,-1-10-143,1-16 207,-1-1 0,0 0 0,1 0 0,-1 1 0,0-1 0,0 0 0,-1 0 0,1 0 0,0 0 0,-1 0 0,1-1 0,-1 1 0,0 0 0,1-1 0,-1 1 0,0-1 0,0 1 1,-3 0-1,-40 24-51,41-24 31,-10 2 45,0-1-1,-1 0 1,1-1 0,-1 0-1,0-2 1,0 0-1,-27-3 1,0 2 226,-9 1 2301,65 6-16503,-2 0 6179</inkml:trace>
</inkml:ink>
</file>

<file path=ppt/ink/ink2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5"/>
    </inkml:context>
    <inkml:brush xml:id="br0">
      <inkml:brushProperty name="width" value="0.025" units="cm"/>
      <inkml:brushProperty name="height" value="0.025" units="cm"/>
    </inkml:brush>
  </inkml:definitions>
  <inkml:trace contextRef="#ctx0" brushRef="#br0">7 283 3105,'0'2'16859,"-1"4"-13633,-4 27-2860,5 50 477,0-80-829,1 0 1,0 0 0,0 0 0,0 1-1,0-1 1,1 0 0,-1-1 0,1 1 0,0 0-1,3 4 1,4 8 248,-6-10-237,1 0 0,-1 0-1,1 0 1,-1-1 0,1 1 0,0-1 0,1 0-1,-1 0 1,1-1 0,0 1 0,0-1 0,0 0-1,0-1 1,0 1 0,1-1 0,-1 0 0,1 0-1,0-1 1,8 2 0,15 1 94,0-1 1,57-2-1,-50-1 2,-18-1-116,0-2 0,0 0-1,-1-1 1,1-1 0,-1-1 0,0 0 0,0-1 0,16-9-1,25-10 4,1 1-6,-18 7 0,71-20 1,-87 30 16,-19 6-6,0 0 0,0 0 0,-1 1 0,1 0 0,0 0 0,0 0 0,12 1 0,-14 5 37,1 1 0,-1 0 0,-1 0 0,1 1 0,-1-1 0,0 1 0,-1 0 1,3 7-1,-3-7-30,-1-1 0,0 1 1,0-1-1,0 1 1,-1-1-1,0 10 0,-1 9 110,8-41 412,-7 8-558,0 0 1,0 0-1,1 0 1,0 0 0,1 1-1,0-1 1,0 0-1,1 1 1,6-14 0,-7 17 7,1 0 1,-1 1 0,1-1-1,0 1 1,0 0 0,0 0-1,1 0 1,-1 0 0,1 0-1,0 1 1,-1-1 0,1 1-1,0 0 1,0 1 0,1-1-1,-1 1 1,0-1-1,1 1 1,4 0 0,49-11-22,-33 7 7,0 0 0,0 2 0,30-1 0,41 2 19,113 5-4,-146 4 6,73 4 0,-6-1 9,-88-7-29,-32-1 31,0-1 1,-1 0 0,1-1-1,0 0 1,0-1 0,10-1-1,-14-1 1,0 0-1,-1 0 0,1 0 1,-1 0-1,1-1 0,-1 0 0,-1 0 1,1-1-1,-1 1 0,1-1 1,-1 0-1,0 0 0,5-10 0,5-4 9,-13 16-17,0-1 0,0 0 0,0 0 0,0 1 0,-1-1 0,1 0 0,-1 0 0,0 0 0,-1-4 0,3-21 15,0 15 4,0 1 1,-1 0-1,-1 0 1,-2-25-1,0 0 11,9-26 1089,-7 62-988,1 4-162,0-1-1,0 1 1,-1 0-1,1-1 0,0 1 1,-1 0-1,1-1 0,-1 1 1,1 0-1,-1-1 0,0 1 1,0 0-1,0 0 1,0-1-1,0 1 0,0 2 1,0 21-3934,-2-11-3625,-3-3-1303</inkml:trace>
</inkml:ink>
</file>

<file path=ppt/ink/ink2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6"/>
    </inkml:context>
    <inkml:brush xml:id="br0">
      <inkml:brushProperty name="width" value="0.025" units="cm"/>
      <inkml:brushProperty name="height" value="0.025" units="cm"/>
    </inkml:brush>
  </inkml:definitions>
  <inkml:trace contextRef="#ctx0" brushRef="#br0">152 16 5657,'0'0'9998,"2"-4"-8980,2-6 341,-10 8-409,-24 18 70,-35 35-102,57-44-833,5-5-74,0 0 1,0 1-1,0-1 1,0 1-1,0 0 1,1 0-1,0 0 0,-1 0 1,1 0-1,0 0 1,0 1-1,1-1 1,-1 1-1,1-1 0,0 1 1,-1 4-1,2-7-108,6-1 92,0 0 0,1 1 0,-1-1 0,0 1 0,0 0 0,0 1 0,0 0-1,0-1 1,0 2 0,11 5 0,-5-4-5,-10-3-6,0 0 0,0 0-1,0 1 1,0-1-1,0 0 1,0 1-1,0-1 1,0 1-1,0 0 1,0-1-1,-1 1 1,1 0 0,-1 0-1,0 0 1,1 0-1,1 4 1,-3-4 19,1-1-1,-1 0 1,0 1 0,0-1 0,1 0 0,-1 1 0,0-1-1,0 1 1,0-1 0,0 0 0,0 1 0,-1-1 0,1 0-1,0 1 1,-1-1 0,1 1 0,-1-1 0,1 0-1,-1 0 1,0 1 0,1-1 0,-1 0 0,0 0 0,0 0-1,0 0 1,0 0 0,0 0 0,0 0 0,0 0 0,-2 1-1,-8 6 85,2-2 16,0 1 0,0-1 0,-1-1 1,1 0-1,-1 0 0,0-1 0,-13 4 1,5 4-489,18-8-743,11-6 45,115-54-9264,-93 37 4510</inkml:trace>
</inkml:ink>
</file>

<file path=ppt/ink/ink2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7"/>
    </inkml:context>
    <inkml:brush xml:id="br0">
      <inkml:brushProperty name="width" value="0.025" units="cm"/>
      <inkml:brushProperty name="height" value="0.025" units="cm"/>
    </inkml:brush>
  </inkml:definitions>
  <inkml:trace contextRef="#ctx0" brushRef="#br0">23 113 5033,'0'0'12860,"-7"11"-11245,5-5-1488,-1 0 1,1 0-1,0 1 0,0-1 1,1 0-1,0 1 0,0 0 1,0-1-1,1 1 0,0-1 1,0 1-1,1 0 0,2 12 1,-2-16-126,1 0-1,-1 0 1,1 0 0,-1 0 0,1 0 0,0 0 0,0-1-1,0 1 1,0-1 0,0 1 0,1-1 0,-1 0 0,1 0-1,0 0 1,0 0 0,-1 0 0,1-1 0,0 1 0,0-1 0,1 0-1,-1 1 1,0-2 0,0 1 0,0 0 0,1-1 0,-1 1-1,0-1 1,1 0 0,4-1 0,-5 1 2,1 0 0,-1 0 0,1 0 0,-1-1 0,1 0 0,-1 0 0,0 0 0,1 0 0,-1 0 0,0-1 0,0 1 0,0-1 0,0 0 0,0 0 0,0 0 0,0 0 0,-1-1 0,1 1 0,-1-1 0,0 1 0,0-1 0,0 0 0,0 0 0,0 0 0,0 0 0,-1 0 0,1 0 0,-1-1 0,0 1 0,0 0 0,0-1 0,-1 1 0,1-1 0,-1-6 0,1-87-141,-1 96 137,0 0 0,0 0 0,0 0 0,0-1 0,0 1 0,-1 0 0,1 0 0,0 0 0,-1 0 0,1 0 0,-1-1 0,1 1 0,-1 0 0,0 0 0,1 0 0,-1 1 0,0-1 0,0 0 0,0 0 0,1 0 0,-1 0 0,0 1 0,0-1 0,0 0 0,0 1 0,-1-1 0,1 1 0,0-1 0,0 1 0,0 0 0,-2-1 0,-39-1-31,31 2-24,10 0 5,28 0-247,-10 0 271,1-1 25,0 1 0,-1 1 0,1 0 0,-1 2 0,25 5 0,-32-3 123,0 1 0,0-1 0,0 2 0,0-1 0,14 15 0,16 10 507,-38-30-512,0 1 1,-1 0-1,1 0 1,-1 0 0,1-1-1,-1 1 1,1 1-1,-1-1 1,0 0 0,0 0-1,0 0 1,0 1-1,-1-1 1,1 0-1,-1 1 1,1-1 0,-1 4-1,0-5 661,0-31-305,0 12-425,0-3-38,0 0 0,1 0 0,1 0 0,7-30 0,-8 43-12,-1 6-23,13-5-10741,-7 1 4035</inkml:trace>
</inkml:ink>
</file>

<file path=ppt/ink/ink2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8"/>
    </inkml:context>
    <inkml:brush xml:id="br0">
      <inkml:brushProperty name="width" value="0.025" units="cm"/>
      <inkml:brushProperty name="height" value="0.025" units="cm"/>
    </inkml:brush>
  </inkml:definitions>
  <inkml:trace contextRef="#ctx0" brushRef="#br0">71 0 11082,'0'0'8489,"-7"27"-6482,5-21-1894,-12 44 935,2 1-1,-9 81 0,13 66-45,8-196-1482,0-7-2255,-1-54-4763,-4 29 634</inkml:trace>
</inkml:ink>
</file>

<file path=ppt/ink/ink2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09"/>
    </inkml:context>
    <inkml:brush xml:id="br0">
      <inkml:brushProperty name="width" value="0.025" units="cm"/>
      <inkml:brushProperty name="height" value="0.025" units="cm"/>
    </inkml:brush>
  </inkml:definitions>
  <inkml:trace contextRef="#ctx0" brushRef="#br0">0 32 8194,'0'0'11558,"31"5"-10394,7 2-909,6 1 116,0-1 1,69 1-1,13-8 216,-124-41-201,-2 40-383,0 0 0,0 0-1,0 0 1,0 0-1,-1 1 1,1-1 0,0 0-1,-1 0 1,1 0-1,-1 1 1,1-1 0,0 0-1,-1 1 1,0-1-1,1 0 1,-1 1 0,1-1-1,-1 1 1,0-1-1,1 1 1,-1-1 0,0 1-1,0-1 1,1 1-1,-2-1 1,-30-6 111,23 7-2,-1 0 1,0 0 0,1 1 0,-18 3 0,22-2-85,0 0 1,0 0-1,1 1 1,-1 0-1,1 0 1,-1 0-1,1 0 1,0 1-1,0 0 1,1-1 0,-1 2-1,1-1 1,-1 0-1,1 1 1,-3 5-1,5-7-29,-1 0 0,1-1 0,-1 1 0,1 0 0,0 0-1,0 0 1,1 0 0,-1 0 0,0 0 0,1 0 0,0 0 0,0 0 0,0 0 0,0 0-1,0 0 1,1 0 0,-1 0 0,1 0 0,0 0 0,0 0 0,0 0 0,0 0 0,0 0-1,1 0 1,-1-1 0,1 1 0,0-1 0,2 4 0,3 0-254,0 0 1,1 0 0,-1-1-1,1 0 1,0 0 0,0-1-1,1 0 1,-1 0-1,1-1 1,0 0 0,16 3-1,4-2-3097,-1-1 0,43-2-1,-25-1-5781</inkml:trace>
</inkml:ink>
</file>

<file path=ppt/ink/ink2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0"/>
    </inkml:context>
    <inkml:brush xml:id="br0">
      <inkml:brushProperty name="width" value="0.025" units="cm"/>
      <inkml:brushProperty name="height" value="0.025" units="cm"/>
    </inkml:brush>
  </inkml:definitions>
  <inkml:trace contextRef="#ctx0" brushRef="#br0">181 395 7418,'0'0'13817,"-14"-6"-13102,3 0-587,0 0 154,-1 0 0,0 1 0,-1 0 1,1 1-1,-1 0 0,1 1 1,-25-3-1,35 6-258,1 0-1,0 0 1,0 0 0,-1 0-1,1 0 1,0 1 0,0-1 0,-1 0-1,1 1 1,0-1 0,0 1-1,0-1 1,0 1 0,-1 0 0,1-1-1,0 1 1,0 0 0,0 0 0,0 0-1,1 0 1,-1-1 0,0 1-1,0 1 1,0-1 0,1 0 0,-1 0-1,1 0 1,-1 0 0,1 0-1,-1 1 1,0 1 0,0 46 125,2-29-125,-1-19-24,0 0 0,0 0 0,0 0 0,0 0 0,1 0 0,-1 0 0,0 0 0,1 0 0,-1 0 0,1 0 0,-1 0 0,1 0 0,-1 0 0,1-1 0,0 1 0,0 0 0,-1 0 0,1-1 0,0 1 0,0 0 0,0-1 0,-1 1 0,1-1 0,2 1 0,32 8 23,-22-8-6,1-1 1,-1 0-1,19-3 0,-28 2-20,-1-1 1,1 1-1,0-1 0,0 0 0,-1 0 1,1 0-1,-1 0 0,1-1 0,-1 0 1,0 1-1,0-1 0,0 0 0,0 0 1,-1-1-1,1 1 0,-1-1 0,0 1 1,2-5-1,6-12-155,-1-1 1,8-25-1,-5 15-32,4-10 21,-2-1-1,-1-1 0,-3 0 1,6-45-1,-15 53 792,-1 34-117,-6 13 276,-1 8-462,0 0 0,2 1 0,1-1 0,0 1 0,1 0 0,1 37 0,1-18-9,-1-27-260,2 0 1,-1 0-1,2 0 0,-1 0 0,2 0 1,0 0-1,1 0 0,0 0 0,0-1 1,7 14-1,-7-19-210,1-1 0,0-1 1,0 1-1,1 0 0,-1-1 1,1 0-1,0 0 0,1 0 1,-1-1-1,1 0 0,0 0 0,0 0 1,0-1-1,1 0 0,6 3 1,30 9-5107,-28-9-103</inkml:trace>
</inkml:ink>
</file>

<file path=ppt/ink/ink2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1"/>
    </inkml:context>
    <inkml:brush xml:id="br0">
      <inkml:brushProperty name="width" value="0.025" units="cm"/>
      <inkml:brushProperty name="height" value="0.025" units="cm"/>
    </inkml:brush>
  </inkml:definitions>
  <inkml:trace contextRef="#ctx0" brushRef="#br0">3 1 4297,'0'0'15036,"0"4"-15149,0 25 762,-2-18-539,2 0 0,-1 0 0,2 1 0,-1-1 0,2 0 0,-1 1 0,2-1 0,-1 0 0,1 0 0,1 0 0,0-1 0,11 20 0,4 0 22,-15-22-85,1 0 0,0-1 1,0 0-1,0 0 0,10 9 0,7 4 303,-8-7-202,0-1 0,1 0 0,1-1 1,25 14-1,-26-18-93,1-1 0,-1 0 0,2-2 0,-1 0 0,0 0 0,29 1 0,106-4 461,-75-2-417,-46-1-96,1 0 1,0-2-1,51-13 0,91-37 21,-22 6-13,77-1 1,-32 8-1,-39 8 109,1 6 1,272-10-1,-423 37-122,23-2 85,57 6 0,-77-3-11,0 1-1,0 0 1,0 1-1,0 0 1,-1 1-1,0 0 1,0 0-1,0 1 1,13 9-1,131 98 500,-153-112-560,1 1-2,0 0-1,0-1 0,0 1 1,0 0-1,0 0 0,-1-1 0,1 1 1,0 0-1,-1 0 0,1 0 0,0 0 1,-1 0-1,1 0 0,-1 0 1,0 0-1,1 1 0,-1-1 0,0 0 1,0 0-1,1 2 0,2 2 392,0-17 379,-3-1-881,0 0 0,0 0 1,2 0-1,0 0 0,0 1 0,7-21 0,-8 30 67,1-1-1,-1 1 0,1 0 1,0-1-1,0 1 1,1 0-1,-1 0 0,1 1 1,-1-1-1,1 0 1,0 1-1,0 0 0,0-1 1,0 1-1,0 0 1,1 1-1,-1-1 0,0 1 1,1-1-1,0 1 1,-1 0-1,1 0 0,0 1 1,-1-1-1,1 1 1,0-1-1,6 2 0,876-1-2,-544-2 60,367 4 9,-522 9-29,50 0-4,1098-8-21,281 1 102,-1552-15-115,-26 3 17,-36 8 27,0 1-1,0-2 1,0 1-1,0 0 1,0 0-1,0-1 1,0 1-1,0-1 1,0 1-1,0-1 1,-1 0-1,1 0 1,0 0-1,0 0 1,-1 0-1,1 0 1,-1-1-1,1 1 1,-1 0-1,1-1 1,-1 1-1,0-1 1,2-3-1,-3 3 2,0-1 0,0 1 0,0 0 0,-1-1 0,1 1 0,-1 0 0,0 0 0,0-1 0,0 1 0,0 0 0,0 0 0,0 0 0,0 0 0,-1 0 0,1 0 0,-1 1 0,1-1 0,-1 0 0,-4-2 0,-19-28 1350,25 48-1411,-2 34-690,1-48 465,1 0-1,-1 0 0,1-1 0,-1 1 0,0-1 0,0 1 0,0 0 1,0-1-1,0 0 0,0 1 0,0-1 0,0 0 0,-1 1 0,1-1 1,-3 1-1,-8 5-6044</inkml:trace>
</inkml:ink>
</file>

<file path=ppt/ink/ink2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2"/>
    </inkml:context>
    <inkml:brush xml:id="br0">
      <inkml:brushProperty name="width" value="0.025" units="cm"/>
      <inkml:brushProperty name="height" value="0.025" units="cm"/>
    </inkml:brush>
  </inkml:definitions>
  <inkml:trace contextRef="#ctx0" brushRef="#br0">17 1 7394,'0'0'9570,"0"5"-8505,-11 165 2901,10-160-3898,-1 1-31,1-1 1,0 0 0,1 1-1,0-1 1,1 1-1,3 17 1,-3-26-33,0-1 0,0 0-1,1 0 1,-1 0 0,1 0-1,-1-1 1,1 1 0,-1 0 0,1-1-1,-1 1 1,1-1 0,0 1 0,-1-1-1,1 0 1,0 1 0,-1-1-1,1 0 1,0 0 0,-1 0 0,3-1-1,36-4 84,-30 0-96,-1 0 0,0 0 0,0-1 0,-1 0 0,0 0 0,0-1 0,13-14 0,46-62-395,-60 74 335,-3 4 68,1-1-1,-1 0 1,0 0-1,0-1 1,-1 1 0,0-1-1,0 0 1,0 1-1,2-13 1,-5 19 35,0 0 0,0 0-1,0 0 1,0 0 0,0-1 0,0 1-1,0 0 1,0 0 0,0 0 0,1-1 0,-1 1-1,0 0 1,0 0 0,0 0 0,0 0-1,0-1 1,0 1 0,0 0 0,1 0 0,-1 0-1,0 0 1,0 0 0,0 0 0,0 0-1,1-1 1,-1 1 0,0 0 0,0 0 0,0 0-1,1 0 1,-1 0 0,0 0 0,0 0-1,0 0 1,0 0 0,1 0 0,-1 0 0,0 0-1,0 0 1,0 0 0,1 0 0,-1 0-1,0 0 1,0 0 0,0 0 0,1 1 0,-1-1-1,0 0 1,0 0 0,0 0 0,0 0-1,0 0 1,1 0 0,-1 0 0,0 1 0,0-1-1,0 0 1,0 0 0,0 0 0,0 0-1,0 1 1,1-1 0,9 13 1215,-6-4-1121,0 0 1,1 0 0,0 0-1,1 0 1,-1-1-1,2 0 1,-1 0 0,8 6-1,37 33-2149,-36-34 429,-4-2-2378,-9-3-2109</inkml:trace>
</inkml:ink>
</file>

<file path=ppt/ink/ink2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3"/>
    </inkml:context>
    <inkml:brush xml:id="br0">
      <inkml:brushProperty name="width" value="0.025" units="cm"/>
      <inkml:brushProperty name="height" value="0.025" units="cm"/>
    </inkml:brush>
  </inkml:definitions>
  <inkml:trace contextRef="#ctx0" brushRef="#br0">1 29 9154,'0'0'12869,"15"6"-11684,46 20-387,-59-25-767,0 0-1,-1 0 0,1 0 0,0 0 1,0 0-1,-1 0 0,1 0 0,-1 1 0,1-1 1,-1 1-1,1-1 0,-1 1 0,0-1 1,0 1-1,0 0 0,0 0 0,0 0 1,0-1-1,0 1 0,-1 0 0,1 0 0,-1 0 1,1 0-1,-1 0 0,0 3 0,0-3-24,0 0 0,1-1 0,-1 1-1,0-1 1,0 1 0,1-1-1,-1 0 1,1 1 0,-1-1 0,1 1-1,0-1 1,0 0 0,-1 1 0,1-1-1,1 2 1,0-4-56,0 1-1,-1-1 1,1 0-1,-1 1 1,0-1-1,1 0 1,-1 0-1,1 0 1,-1 0-1,0 0 1,0 0-1,0 0 1,1-1-1,-1 1 1,0 0-1,-1-1 1,1 1-1,1-2 1,0 0-49,9-10-58,1 0 0,0 1-1,0 0 1,15-10-1,-21 18 155,0 0-1,1 0 1,-1 1-1,1 0 0,-1 0 1,1 0-1,0 1 1,0 0-1,1 0 1,-1 1-1,0 0 0,10 0 1,-16 2 48,0-1-1,0 0 1,0 1 0,0-1 0,0 1-1,0 0 1,-1-1 0,1 1 0,0 0-1,0-1 1,-1 1 0,1 0 0,0 0-1,-1-1 1,1 1 0,-1 0 0,1 0 0,-1 0-1,1 0 1,-1 0 0,0 0 0,1 0-1,-1 0 1,0 0 0,0 0 0,0 1-1,7 38 442,-5-22-456,0 8-592,-3-23 251,1 0-1,0 1 1,1-1 0,-1 0 0,1 0-1,-1 0 1,1 1 0,0-1 0,0 0-1,1 3 1,18 36-6293,-9-29 239</inkml:trace>
</inkml:ink>
</file>

<file path=ppt/ink/ink2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4"/>
    </inkml:context>
    <inkml:brush xml:id="br0">
      <inkml:brushProperty name="width" value="0.025" units="cm"/>
      <inkml:brushProperty name="height" value="0.025" units="cm"/>
    </inkml:brush>
  </inkml:definitions>
  <inkml:trace contextRef="#ctx0" brushRef="#br0">227 1 6001,'0'0'16775,"-21"0"-16185,-70-1-100,84 2-409,-1 0 0,1 0 0,0 0 0,-1 1 0,1 0 0,0 1 0,0-1 0,0 1-1,1 1 1,-10 5 0,14-8-86,1 0 0,-1 0 1,0 0-1,0 1 0,1-1 0,-1 0 0,0 1 0,1-1 0,0 1 0,-1 0 0,1-1 0,0 1 0,0 0 0,0 0 0,0 0 0,0 0 0,0 0 0,1 0 0,-1 0 0,0 0 0,1 0 0,0 0 0,0 0 0,-1 0 0,1 0 0,0 1 0,1-1 0,-1 0 0,0 0 0,1 0 1,-1 0-1,2 3 0,3-2-76,-1 0 0,1-1 0,0 0 0,0 0 0,1 0 0,-1 0 0,0-1 0,1 0 0,-1 0 0,10 0 0,0 2-111,18 2-296,-26-5 342,1 1 0,-1 0 0,0 1 0,0 0 0,10 3-1,-15-4 128,-1 0 0,1 0 0,-1 0 0,1 0 0,-1 0 0,1 0 0,-1 0 0,0 1 0,0-1 0,1 0 0,-1 1 0,0-1 0,0 1 0,0 0-1,-1-1 1,1 1 0,0 0 0,-1-1 0,1 1 0,-1 0 0,1 0 0,-1-1 0,0 1 0,0 0 0,0 0 0,0 1 0,0-1 26,-1-1 1,1 0-1,-1 0 0,1 0 1,-1 0-1,0 1 1,1-1-1,-1 0 1,0 0-1,0-1 1,0 1-1,0 0 0,0 0 1,0 0-1,0 0 1,0-1-1,0 1 1,0-1-1,-2 2 1,-32 14 196,19-9-129,-50 24-519,57-28-2080,39-22-1652,7-3-1007</inkml:trace>
</inkml:ink>
</file>

<file path=ppt/ink/ink2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5"/>
    </inkml:context>
    <inkml:brush xml:id="br0">
      <inkml:brushProperty name="width" value="0.025" units="cm"/>
      <inkml:brushProperty name="height" value="0.025" units="cm"/>
    </inkml:brush>
  </inkml:definitions>
  <inkml:trace contextRef="#ctx0" brushRef="#br0">131 52 9010,'0'0'14590,"-15"14"-13761,-47 46-241,57-54-529,-1 1 1,1-1-1,0 1 0,1-1 0,-1 1 0,1 1 0,1-1 0,-5 12 0,4-9-43,0 12-57,15-25-152,18-29-194,-24 23 256,-2-1 1,1 1-1,-1-1 0,-1 0 0,0 1 1,0-1-1,-1 0 0,0 0 0,-1-1 1,0 1-1,-2-13 0,1-11 40,1 33 69,14 1-154,-8 0 169,5-1 50,0 0-1,0 1 1,0 1 0,0 0-1,0 0 1,0 1-1,0 1 1,0 0 0,-1 0-1,1 1 1,15 8-1,171 103 494,-195-114-433,-1 0 0,0 0 0,1 0 0,-1 1 0,0-1 0,0 0-1,0 0 1,0 0 0,0 1 0,0-1 0,-1 1 0,1-1-1,1 2 1058,-3-20-760,1 4-366,1 0 1,0 0-1,0 0 0,1 0 1,7-22-1,-7 30-136,0 0-1,0 0 0,1 0 1,0 0-1,0 0 1,0 1-1,0-1 1,0 1-1,1 0 0,0 0 1,0 0-1,0 1 1,0-1-1,1 1 1,0 0-1,4-2 0,14 3-4811,-14 3-3084</inkml:trace>
</inkml:ink>
</file>

<file path=ppt/ink/ink2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6"/>
    </inkml:context>
    <inkml:brush xml:id="br0">
      <inkml:brushProperty name="width" value="0.025" units="cm"/>
      <inkml:brushProperty name="height" value="0.025" units="cm"/>
    </inkml:brush>
  </inkml:definitions>
  <inkml:trace contextRef="#ctx0" brushRef="#br0">103 0 8066,'0'0'15879,"-7"21"-14593,-24 67-167,26-68-903,0 0 0,2 0 0,0 0 1,1 0-1,2 1 0,0-1 1,3 21-1,-1 16-257,-2-50-181,-4 27-963,-6-25-2037,-10-6-3973,3-3 638</inkml:trace>
</inkml:ink>
</file>

<file path=ppt/ink/ink2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7"/>
    </inkml:context>
    <inkml:brush xml:id="br0">
      <inkml:brushProperty name="width" value="0.025" units="cm"/>
      <inkml:brushProperty name="height" value="0.025" units="cm"/>
    </inkml:brush>
  </inkml:definitions>
  <inkml:trace contextRef="#ctx0" brushRef="#br0">0 53 3369,'0'0'19737,"27"1"-18922,-7 0-658,28 0 353,0 2-1,67 14 1,-58-7-361,-1-3-1,2-2 1,-1-2 0,104-10 0,-157 7-145,-1 0 1,1-1-1,0 1 0,-1-1 1,1 0-1,-1 1 0,1-2 1,-1 1-1,0 0 0,1-1 1,-1 1-1,0-1 0,0 0 1,0 0-1,0 0 0,0-1 0,-1 1 1,1-1-1,-1 1 0,1-1 1,-1 0-1,0 0 0,0 0 1,0 0-1,-1 0 0,1-1 1,-1 1-1,1-1 0,-1 1 1,0 0-1,-1-1 0,2-6 1,-3 9-4,1 0 0,0 0 0,-1 0 0,1 1 0,-1-1 0,0 0 0,1 0 0,-1 0 0,0 0 0,1 1 0,-1-1 0,0 0 0,0 1 0,1-1 0,-1 0 0,0 1 1,0-1-1,0 1 0,0-1 0,0 1 0,0 0 0,0-1 0,0 1 0,0 0 0,0 0 0,0 0 0,0 0 0,0 0 0,0 0 0,0 0 0,-1 0 0,-49 0 40,32 1 31,10-1 5,0 0-1,0 1 0,0 1 1,0-1-1,0 1 0,0 1 0,0 0 1,-10 5-1,16-7-53,-1 1 0,1-1 0,0 1 0,0 0 0,1 0 0,-1 0 0,0 1 0,1-1 0,-1 1 1,1-1-1,0 1 0,0 0 0,0 0 0,0 0 0,0 0 0,1 0 0,-1 0 0,1 1 0,0-1 0,0 0 0,0 1 0,0-1 0,1 1 0,-1 5 0,1-6-18,0 0-1,0 0 1,0-1-1,1 1 1,-1 0-1,1-1 1,-1 1-1,1 0 1,0-1-1,0 1 0,0-1 1,0 1-1,0-1 1,1 0-1,-1 1 1,1-1-1,3 3 1,0-1-50,1 1 1,0-1-1,0-1 1,1 1 0,10 3-1,-9-3-43,10 1-901,0 0 1,1 0 0,-1-2 0,1 0-1,0-1 1,0-1 0,27-2 0,-26 1-943,32 0-5387</inkml:trace>
</inkml:ink>
</file>

<file path=ppt/ink/ink2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24.418"/>
    </inkml:context>
    <inkml:brush xml:id="br0">
      <inkml:brushProperty name="width" value="0.025" units="cm"/>
      <inkml:brushProperty name="height" value="0.025" units="cm"/>
    </inkml:brush>
  </inkml:definitions>
  <inkml:trace contextRef="#ctx0" brushRef="#br0">193 443 9354,'0'0'13176,"-13"-5"-11003,-7 2-1551,1 2 1,0 0 0,-22 3-1,2-1-204,37-1-408,1 0 0,-1 0 0,1 0-1,-1 0 1,0 0 0,1 0 0,-1 1 0,1-1-1,0 0 1,-1 1 0,1-1 0,-1 1 0,1 0-1,0-1 1,-1 1 0,1 0 0,0 0 0,-1 0-1,1 0 1,0 0 0,0 0 0,0 0 0,0 0-1,0 0 1,0 1 0,-1 1 0,1 1 5,0 1 0,0-1-1,0 0 1,1 1 0,-1-1 0,1 0 0,1 7 0,-1 0 13,1-10-27,-1 1 0,1 0 0,0 0-1,0 0 1,0-1 0,0 1 0,0-1 0,0 1-1,0 0 1,1-1 0,-1 0 0,1 1 0,-1-1-1,1 0 1,-1 0 0,1 0 0,0 0 0,-1 0-1,1 0 1,0 0 0,0-1 0,0 1 0,0-1-1,0 1 1,0-1 0,0 0 0,-1 0-1,1 1 1,3-2 0,69 5 2,-67-4 0,3 0-14,0-1 1,-1-1-1,1 1 1,-1-2-1,1 1 1,-1-1-1,0-1 1,0 0-1,0 0 1,0-1-1,10-7 1,10-9-290,47-44 1,-27 21-99,-21 21 105,-2-1 0,0-1-1,-2-2 1,26-35 0,-41 48 271,0 1 1,-1-1-1,-1 0 0,0-1 0,-1 0 0,0 0 1,-2 0-1,1-1 0,-2 1 0,0-1 1,1-32-1,-30 60 1315,14 2-985,0 1-1,1 0 0,0 1 0,1 0 1,1 1-1,1-1 0,0 2 0,1-1 1,-7 29-1,9-21-130,0 1 0,2-1 0,0 1 0,2 0 0,1-1 0,6 48 0,-5-63-196,1-1 0,0-1 0,1 1 0,0 0 0,0-1 0,1 1 0,0-1 0,0 0 0,1 0 0,0 0 0,1-1 1,0 0-1,0 0 0,0 0 0,1-1 0,0 0 0,0 0 0,0-1 0,1 0 0,0 0 0,0-1 0,0 0 0,10 4 0,-7-4-795,0-1-1,1 0 1,-1-1-1,1 0 1,-1 0-1,17-1 1,-8-1-5034</inkml:trace>
</inkml:ink>
</file>

<file path=ppt/ink/ink2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59"/>
    </inkml:context>
    <inkml:brush xml:id="br0">
      <inkml:brushProperty name="width" value="0.025" units="cm"/>
      <inkml:brushProperty name="height" value="0.025" units="cm"/>
    </inkml:brush>
  </inkml:definitions>
  <inkml:trace contextRef="#ctx0" brushRef="#br0">200 0 4761,'0'0'12384,"-9"31"-8674,-12 3-2526,-21 31 100,4 2 1,-44 104-1,75-137-1157,7-27-3506,0 1-3624</inkml:trace>
</inkml:ink>
</file>

<file path=ppt/ink/ink2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0"/>
    </inkml:context>
    <inkml:brush xml:id="br0">
      <inkml:brushProperty name="width" value="0.025" units="cm"/>
      <inkml:brushProperty name="height" value="0.025" units="cm"/>
    </inkml:brush>
  </inkml:definitions>
  <inkml:trace contextRef="#ctx0" brushRef="#br0">0 91 2513,'0'0'12938,"28"-9"-11260,93-31-242,-66 27-733,1 2 1,0 3-1,0 2 0,1 3 0,80 5 0,-36 0-335,-46-5-275,-28 2-306,-1 0-1,46 6 1,-92 12-3853,-6 3-578,-5-3-2514</inkml:trace>
</inkml:ink>
</file>

<file path=ppt/ink/ink2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1"/>
    </inkml:context>
    <inkml:brush xml:id="br0">
      <inkml:brushProperty name="width" value="0.025" units="cm"/>
      <inkml:brushProperty name="height" value="0.025" units="cm"/>
    </inkml:brush>
  </inkml:definitions>
  <inkml:trace contextRef="#ctx0" brushRef="#br0">112 21 2809,'0'0'15799,"-8"-16"-13604,6 15-2129,-1 0 1,1 0-1,0 1 0,0-1 1,0 1-1,-1 0 0,1 0 0,0 0 1,0 0-1,-1 0 0,1 0 1,0 0-1,0 1 0,-1-1 0,1 1 1,0 0-1,0-1 0,0 1 1,0 0-1,0 0 0,0 0 0,0 1 1,0-1-1,1 0 0,-4 4 1,0-2 37,1 0 0,0 1 0,0 0 0,0 0 0,0 0 0,1 0 0,0 0 0,-1 1 1,-3 8-1,7-13-106,-1 1 0,1 0 1,-1 0-1,1 0 0,-1 0 0,1 0 1,0 0-1,0 0 0,-1 0 0,1 0 1,0 0-1,0 0 0,0 0 1,0 0-1,0 0 0,0 0 0,0 0 1,1 0-1,-1 0 0,0 0 0,1-1 1,-1 1-1,0 0 0,1 0 0,-1 0 1,1 0-1,-1 0 0,1 0 1,-1-1-1,1 1 0,0 0 0,0-1 1,-1 1-1,1 0 0,0-1 0,0 1 1,0-1-1,-1 1 0,1-1 1,0 1-1,0-1 0,0 0 0,0 1 1,0-1-1,0 0 0,0 0 0,0 0 1,0 0-1,0 0 0,0 0 1,0 0-1,0 0 0,1 0 0,3-1-46,-1 1 0,1-1 0,-1 0 0,0 0 0,1 0 0,-1-1-1,0 1 1,0-1 0,0 0 0,6-4 0,12-11-172,-11 10 207,-2 0 1,1-1-1,-1 0 0,-1-1 1,11-12-1,-20 26-14,1-1 1,0 1-1,0-1 1,0 1-1,0-1 1,1 1-1,-1-1 1,1 1-1,0-1 0,1 1 1,-1-1-1,1 0 1,0 0-1,0 0 1,0 0-1,1 0 1,-1 0-1,1-1 1,6 7-1,-1-5-934,0 0-1,1-1 1,0 0-1,15 4 1,-22-8 667,24 8-5545</inkml:trace>
</inkml:ink>
</file>

<file path=ppt/ink/ink2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2"/>
    </inkml:context>
    <inkml:brush xml:id="br0">
      <inkml:brushProperty name="width" value="0.025" units="cm"/>
      <inkml:brushProperty name="height" value="0.025" units="cm"/>
    </inkml:brush>
  </inkml:definitions>
  <inkml:trace contextRef="#ctx0" brushRef="#br0">193 1 4113,'0'0'14758,"-8"25"-12415,-9 28-1077,2 0 1,-9 66-1,13-60-646,-3-1 0,-2-1 0,-43 101 0,53-144-585,1-1 0,0 1 0,2 0 0,-1 0 0,-1 21 0,5-35 69,1-24-12,1 13-112,1 0 0,0 0-1,0 1 1,1-1 0,1 1 0,-1 0-1,9-11 1,49-68-292,-33 51 93,66-83-771,-94 119 988,0 1-1,-1 0 0,1 0 1,0-1-1,0 1 1,-1 0-1,1 0 0,0 0 1,0 0-1,1 0 0,-1 0 1,0 0-1,0 0 1,0 0-1,0 0 0,1 1 1,-1-1-1,0 1 1,1-1-1,-1 1 0,1-1 1,-1 1-1,0 0 0,1 0 1,-1-1-1,1 1 1,-1 0-1,1 0 0,-1 0 1,1 1-1,-1-1 0,0 0 1,1 1-1,2 0 1,-2 1 15,-1-1 1,1 1-1,0 0 1,-1 0-1,1 0 1,-1 0-1,0 0 1,0 0-1,0 0 1,0 0-1,0 0 1,0 0-1,0 1 1,-1-1-1,1 0 1,-1 1-1,1-1 1,-1 1-1,0 4 1,0-6 7,0 1 0,0 0 0,0 0 0,0-1 0,0 1 0,0 0 0,0-1 1,-1 1-1,1 0 0,-1 0 0,1-1 0,-1 1 0,0-1 0,1 1 0,-3 2 0,1-3-8,1 0 1,-1 0-1,1-1 0,-1 1 0,1-1 0,-1 1 1,1-1-1,-1 0 0,0 0 0,1 0 1,-1 0-1,0 0 0,-1 0 0,-18 1-7,15-1 42,0 1 0,0 0 0,0 1 0,0-1 0,0 1 0,1 0 1,-1 1-1,0-1 0,1 1 0,0 0 0,-1 1 0,1-1 0,1 1 0,-1 0 0,0 0 0,1 0 0,0 1 0,-6 8 0,5-6 2,1 1 0,0 0 0,0 0 0,0 0 1,1 1-1,0 0 0,1-1 0,0 1 0,1 0 0,-1 0 0,1 16 0,2-23-49,-1 0 1,1-1-1,0 1 1,-1-1-1,1 1 0,0-1 1,0 1-1,0-1 1,0 1-1,0-1 1,0 0-1,1 0 1,-1 1-1,0-1 1,1 0-1,1 1 0,32 20 4,-25-16-28,-5-4-161,-1 1-1,1-1 1,0 0-1,0-1 1,0 1-1,0-1 1,0 0-1,8 1 0,44-2-4991,-32-1 1350,8 1-3304</inkml:trace>
</inkml:ink>
</file>

<file path=ppt/ink/ink2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3"/>
    </inkml:context>
    <inkml:brush xml:id="br0">
      <inkml:brushProperty name="width" value="0.025" units="cm"/>
      <inkml:brushProperty name="height" value="0.025" units="cm"/>
    </inkml:brush>
  </inkml:definitions>
  <inkml:trace contextRef="#ctx0" brushRef="#br0">62 75 9186,'0'0'10844,"1"5"-10300,-1-3-505,1 0-1,-1-1 1,0 1 0,1 0 0,0-1-1,-1 1 1,1-1 0,0 1 0,0-1-1,0 1 1,0-1 0,0 0 0,0 1 0,0-1-1,1 0 1,-1 0 0,0 0 0,1 0-1,-1 0 1,1 0 0,1 1 0,2-1 44,0 1 0,0-1 0,0 0 0,0 0 0,1-1 0,-1 0 0,6 0 0,-9 0-81,0 0-1,-1 0 1,1 0-1,-1 0 1,1 0-1,0-1 1,-1 1-1,1-1 1,-1 1-1,1-1 1,-1 1-1,0-1 1,1 0-1,-1 0 0,0 0 1,1 0-1,-1 0 1,0 0-1,0 0 1,0 0-1,0 0 1,0 0-1,0-1 1,0 1-1,0 0 1,0-1-1,0-1 1,1-3 20,0 1 0,-1-1 0,0 0 0,0 1 0,-1-1 0,0-11 0,0 16-7,0 0 0,0-1-1,0 1 1,-1-1 0,1 1-1,0 0 1,-1-1 0,1 1-1,-1 0 1,1 0 0,-1-1-1,0 1 1,0 0 0,1 0-1,-1 0 1,0 0 0,0 0-1,0 0 1,0 0 0,0 0-1,-1 0 1,1 1 0,-1-2-1,-2 0 62,-1 0-1,1 0 0,-1 1 0,1-1 0,-1 1 1,-9-1-1,-3 0 402,0 2 1,-30 1 0,45 0-403,0 0 1,0 0 0,0 0 0,0 0 0,0 0 0,0 0-1,1 1 1,-1-1 0,0 0 0,1 1 0,-1 0 0,1-1-1,-1 1 1,1 0 0,0 0 0,0 0 0,0 0 0,0 0-1,0 0 1,0 0 0,0 0 0,1 0 0,-1 0 0,1 0-1,-1 1 1,1-1 0,0 3 0,-1 1 15,0 0 0,1 0-1,0 0 1,0 0 0,0 0 0,1 0 0,0 0-1,0 0 1,2 8 0,0-10-73,0 1 0,1-1 0,-1 0 1,1 0-1,0 0 0,0 0 0,0 0 0,0-1 0,1 0 0,-1 0 1,1 0-1,0-1 0,0 1 0,0-1 0,0 0 0,0-1 0,1 1 1,5 0-1,11 2-489,-1 0 1,1-2 0,30 0 0,17-2-3149,-23 0-1547,-4 0-4077</inkml:trace>
</inkml:ink>
</file>

<file path=ppt/ink/ink2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4"/>
    </inkml:context>
    <inkml:brush xml:id="br0">
      <inkml:brushProperty name="width" value="0.025" units="cm"/>
      <inkml:brushProperty name="height" value="0.025" units="cm"/>
    </inkml:brush>
  </inkml:definitions>
  <inkml:trace contextRef="#ctx0" brushRef="#br0">353 0 9066,'0'0'16318,"-24"33"-15020,-76 107-230,94-131-948,0 1 0,1 0 0,0 0 0,1 0 0,0 0 0,1 1 0,0 0 0,-3 15 0,0 5 130,-1-6-135,-6 27-171,-3-1 0,-37 80 1,51-126-310,0-1 1,0 1-1,0-1 0,-1 0 1,0 0-1,0 0 1,0 0-1,0-1 1,-1 1-1,-3 3 1,-31 8-8723,18-9 790</inkml:trace>
</inkml:ink>
</file>

<file path=ppt/ink/ink2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5"/>
    </inkml:context>
    <inkml:brush xml:id="br0">
      <inkml:brushProperty name="width" value="0.025" units="cm"/>
      <inkml:brushProperty name="height" value="0.025" units="cm"/>
    </inkml:brush>
  </inkml:definitions>
  <inkml:trace contextRef="#ctx0" brushRef="#br0">1 409 2929,'0'0'8303,"33"-14"-3530,8-4-3658,-12 5-228,1 1 0,0 1-1,0 2 1,54-10 0,91-6 2098,-107 18-2647,-1-3-1,-1-3 0,99-33 0,-153 42-337,-1-1 0,1-1 0,-1 0 0,0 0 0,-1-1 0,0 0 0,0-1 0,0 0 0,10-12 0,-15 14-22,0-1 1,0 0-1,-1 1 0,0-1 1,0-1-1,-1 1 0,1-1 0,-2 1 1,1-1-1,-1 0 0,0 0 1,-1 0-1,0 0 0,1-14 1,-3 21 19,1 0 0,-1 1 0,1-1-1,-1 0 1,0 1 0,1-1 0,-1 1 0,1-1 0,-1 1 0,0-1 0,0 1 0,1-1 0,-1 1 0,0 0 0,0-1 0,1 1-1,-1 0 1,0 0 0,0-1 0,0 1 0,0 0 0,1 0 0,-1 0 0,0 0 0,0 0 0,-1 1 0,-34-1 61,27 0-30,-2 1 25,-1 1 1,0 0-1,1 0 1,0 1 0,-1 1-1,1 0 1,0 0-1,1 1 1,-1 1-1,-9 6 1,-12 9 251,-52 45 0,58-42-181,0 2 0,2 1 0,1 1 0,2 0-1,0 2 1,2 1 0,1 0 0,2 1 0,1 1 0,-21 67 0,30-84-127,-1 11-150,22-30 98,8-8 17,-1-1-1,-1-2 1,0 0 0,-1-1 0,32-31 0,-52 46 36,0 0 0,0 0 1,0 0-1,1-1 0,-1 1 0,0 0 1,0 0-1,0 0 0,1 0 0,-1 0 1,0-1-1,0 1 0,0 0 1,1 0-1,-1 0 0,0 0 0,0 0 1,1 0-1,-1 0 0,0 0 0,0 0 1,1 0-1,-1 0 0,0 0 0,0 0 1,1 0-1,-1 0 0,0 0 0,0 0 1,1 0-1,-1 0 0,0 0 0,0 1 1,1-1-1,-1 0 0,0 0 0,0 0 1,0 0-1,1 1 0,-1-1 0,0 0 1,0 0-1,0 0 0,0 0 0,0 1 1,1-1-1,-1 0 0,0 0 0,0 1 1,0-1-1,0 0 0,0 0 0,0 1 1,0-1-1,0 0 0,0 0 1,0 1-1,0-1 0,0 0 0,0 0 1,0 1-1,4 28 6,3 6-75,-4-30-148,0-1 0,0 0 0,1 0 0,0 0 0,-1 0 0,1 0 0,0-1 0,1 0 0,-1 0 0,5 3 0,33 8-5021,-17-10-544</inkml:trace>
</inkml:ink>
</file>

<file path=ppt/ink/ink2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6"/>
    </inkml:context>
    <inkml:brush xml:id="br0">
      <inkml:brushProperty name="width" value="0.025" units="cm"/>
      <inkml:brushProperty name="height" value="0.025" units="cm"/>
    </inkml:brush>
  </inkml:definitions>
  <inkml:trace contextRef="#ctx0" brushRef="#br0">1 72 3065,'0'0'15180,"4"1"-13886,3 0-941,-1 1 0,0 0 1,0 1-1,0-1 0,0 1 0,8 5 1,8 4 205,-20-11-547,1 0 0,0 0 0,-1 0 0,1 0 0,0-1 0,-1 0 0,1 1 0,0-1-1,0 0 1,-1 0 0,1 0 0,0-1 0,0 1 0,-1-1 0,1 1 0,0-1 0,-1 0-1,1 0 1,-1 0 0,1-1 0,-1 1 0,0 0 0,1-1 0,-1 1 0,0-1-1,0 0 1,0 0 0,0 0 0,0 0 0,-1 0 0,1 0 0,0-1 0,0-2 0,-1 3 31,0 0 1,-1 0 0,1 0 0,-1-1-1,0 1 1,0 0 0,1 0 0,-1-1-1,-1 1 1,1 0 0,0-1 0,-1 1-1,1 0 1,-1 0 0,1 0 0,-1 0-1,0-1 1,0 1 0,0 0 0,0 0-1,-1 1 1,1-1 0,0 0 0,-1 0-1,1 1 1,-1-1 0,0 0 0,0 1 0,1 0-1,-1-1 1,0 1 0,-2-1 0,-2 0 113,0-1 1,0 2-1,-1-1 1,1 1 0,0 0-1,-1 0 1,1 0 0,0 1-1,-1 0 1,-12 2 0,17-1-93,1 0 0,-1 1 1,0-1-1,0 1 1,1-1-1,-1 1 1,1 0-1,-1-1 1,1 1-1,0 0 0,0 0 1,0 0-1,0 0 1,0 0-1,0 0 1,0 0-1,1 0 1,-1 0-1,1 1 0,-1-1 1,1 0-1,0 0 1,0 1-1,0 1 1,-1 6 17,1 0 0,0 0 0,0 0 0,3 16 0,-2-21-125,0-1 0,1 0 0,0 0 0,0 0 0,0 0 0,0 0 0,1 0 0,-1 0 0,1-1 0,0 1 0,0-1 0,1 0 0,-1 0 0,1 0 0,-1-1 0,1 1 0,0-1 0,0 1 0,0-1 0,0-1 0,0 1 0,0-1 0,9 3 0,5-1-713,0 0 1,1 0-1,-1-2 0,22 0 1,32-1-5124,-7 0-4130</inkml:trace>
</inkml:ink>
</file>

<file path=ppt/ink/ink2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7"/>
    </inkml:context>
    <inkml:brush xml:id="br0">
      <inkml:brushProperty name="width" value="0.025" units="cm"/>
      <inkml:brushProperty name="height" value="0.025" units="cm"/>
    </inkml:brush>
  </inkml:definitions>
  <inkml:trace contextRef="#ctx0" brushRef="#br0">355 456 1464,'0'0'12635,"22"-14"-11244,71-45-421,-86 55-805,-1-1 0,0 0 0,0 0 0,-1 0 0,0-1 0,1 0 0,-2 0 0,1 0 0,-1-1 0,0 1 0,0-1 0,-1 0 0,0 0 0,3-10 0,-3 2 265,0-1 0,-1 1-1,-1-1 1,0-26 0,-1 27-176,0 9-170,0-1-1,-1 0 1,0 0 0,0 0-1,0 1 1,-1-1 0,1 1-1,-2-1 1,1 1 0,-1 0-1,0 0 1,0 0 0,-1 0-1,0 0 1,0 1 0,0-1-1,0 1 1,-1 0 0,0 1-1,0-1 1,0 1-1,-1 0 1,0 0 0,1 1-1,-1-1 1,-12-4 0,10 6-63,0-1 0,-1 1 1,1 1-1,0 0 0,-1 0 0,1 0 0,-1 1 1,1 0-1,-1 1 0,1 0 0,0 0 1,-1 1-1,1 0 0,0 0 0,0 1 0,0 0 1,0 1-1,1-1 0,-1 1 0,1 1 1,-9 6-1,-2 5 183,1 0 0,1 1 1,0 0-1,2 2 0,0-1 1,0 2-1,2 0 0,1 0 1,0 1-1,2 1 0,-9 25 1,-2 23 230,2 1 1,-10 89-1,16-20-382,10-89-242,-10 53 0,10-82-596,1-18-2890</inkml:trace>
</inkml:ink>
</file>

<file path=ppt/ink/ink2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8"/>
    </inkml:context>
    <inkml:brush xml:id="br0">
      <inkml:brushProperty name="width" value="0.025" units="cm"/>
      <inkml:brushProperty name="height" value="0.025" units="cm"/>
    </inkml:brush>
  </inkml:definitions>
  <inkml:trace contextRef="#ctx0" brushRef="#br0">0 0 904,'0'0'22176,"12"6"-21023,-5-3-1082,10 5 245,1 0 1,0-1 0,0 0 0,1-2 0,0 0 0,0-1 0,20 1 0,6-6-199,45 2 568,-107 31-539,13-19-368,1 0 0,0 0-1,1 0 1,0 1 0,1-1 0,1 23 0,0-35 29,1 0 1,-1 0-1,1 0 1,-1 0-1,1 0 1,-1 0-1,1 0 1,0 0-1,-1 0 1,1 0-1,0 0 1,0 0-1,0-1 1,0 1 0,0 0-1,0-1 1,0 1-1,0-1 1,0 1-1,0-1 1,0 1-1,0-1 1,0 0-1,0 1 1,0-1-1,0 0 1,1 0-1,-1 0 1,0 0-1,0 0 1,0 0-1,0 0 1,1 0 0,-1-1-1,0 1 1,0 0-1,1-1 1,6 1-1165,19 0-5108</inkml:trace>
</inkml:ink>
</file>

<file path=ppt/ink/ink2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69"/>
    </inkml:context>
    <inkml:brush xml:id="br0">
      <inkml:brushProperty name="width" value="0.025" units="cm"/>
      <inkml:brushProperty name="height" value="0.025" units="cm"/>
    </inkml:brush>
  </inkml:definitions>
  <inkml:trace contextRef="#ctx0" brushRef="#br0">26 33 312,'0'0'21581,"-13"-32"-21245,7 32-176,6 13-160,0 12-1248,0 1-1489,-7-10-3256</inkml:trace>
</inkml:ink>
</file>

<file path=ppt/ink/ink2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0"/>
    </inkml:context>
    <inkml:brush xml:id="br0">
      <inkml:brushProperty name="width" value="0.025" units="cm"/>
      <inkml:brushProperty name="height" value="0.025" units="cm"/>
    </inkml:brush>
  </inkml:definitions>
  <inkml:trace contextRef="#ctx0" brushRef="#br0">0 1 832</inkml:trace>
</inkml:ink>
</file>

<file path=ppt/ink/ink2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1"/>
    </inkml:context>
    <inkml:brush xml:id="br0">
      <inkml:brushProperty name="width" value="0.025" units="cm"/>
      <inkml:brushProperty name="height" value="0.025" units="cm"/>
    </inkml:brush>
  </inkml:definitions>
  <inkml:trace contextRef="#ctx0" brushRef="#br0">0 1 832,'178'139'2050,"-157"-123"-2786,-2-7 22084,-12 2-18639,-3-2-2329,1 1 0,-2 0 0,1 0-1,-1 1 1,-1-1 0,2 14 0,-4-23-346,0-34-92,0 8-61,-1 10 85,1-1 0,1 1 0,0 0 0,4-18 0,-4 29 8,0 1-1,0-1 0,0 0 1,1 1-1,-1 0 0,1-1 1,0 1-1,0 0 0,0 0 0,0 0 1,1 0-1,-1 0 0,1 1 1,0-1-1,-1 1 0,1-1 1,0 1-1,1 0 0,-1 0 0,0 0 1,1 1-1,3-2 0,-5 2-264,0 1 0,0-1-1,0 1 1,0 0-1,0 0 1,0-1 0,0 2-1,0-1 1,0 0-1,0 0 1,0 0 0,-1 1-1,1-1 1,0 1-1,0 0 1,2 0 0,15 12-5750,-1 0-922</inkml:trace>
</inkml:ink>
</file>

<file path=ppt/ink/ink2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2"/>
    </inkml:context>
    <inkml:brush xml:id="br0">
      <inkml:brushProperty name="width" value="0.025" units="cm"/>
      <inkml:brushProperty name="height" value="0.025" units="cm"/>
    </inkml:brush>
  </inkml:definitions>
  <inkml:trace contextRef="#ctx0" brushRef="#br0">137 13 3161,'0'0'21264,"-21"-3"-20437,-61-6-233,54 12-149,28-3-443,0 0-1,-1 1 1,1-1 0,0 0-1,-1 1 1,1-1 0,0 0-1,-1 0 1,1 1 0,0-1-1,-1 1 1,1-1 0,0 0-1,0 1 1,0-1 0,-1 1-1,1-1 1,0 0 0,0 1 0,0-1-1,0 1 1,0-1 0,0 1-1,0-1 1,0 0 0,0 1-1,0-1 1,0 1 0,0 1-24,1 0 0,0-1 1,-1 1-1,1-1 0,0 0 1,0 1-1,0-1 0,0 0 1,0 1-1,0-1 0,0 0 1,0 0-1,0 0 1,3 2-1,29 11-184,26 12-777,-56-24 872,0 0 0,1 0 0,-1 0 0,0 1 0,0-1 0,-1 1 0,1 0 0,0-1 1,-1 1-1,1 0 0,-1 1 0,3 5 0,-5-8 111,1-1 0,-1 1 1,0-1-1,0 1 1,0-1-1,0 1 0,0-1 1,0 1-1,0-1 1,0 1-1,0-1 0,0 1 1,0-1-1,0 1 0,-1-1 1,1 1-1,0-1 1,0 1-1,0-1 0,-1 1 1,1-1-1,0 1 1,0-1-1,-1 0 0,1 1 1,0-1-1,-1 0 0,1 1 1,-1-1-1,1 0 1,-1 1-1,-22 8 58,-28-2 81,48-7-130,-17 3 102,14-1-8074,6-7 1639</inkml:trace>
</inkml:ink>
</file>

<file path=ppt/ink/ink2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3"/>
    </inkml:context>
    <inkml:brush xml:id="br0">
      <inkml:brushProperty name="width" value="0.025" units="cm"/>
      <inkml:brushProperty name="height" value="0.025" units="cm"/>
    </inkml:brush>
  </inkml:definitions>
  <inkml:trace contextRef="#ctx0" brushRef="#br0">182 1 2417,'0'0'22319,"-24"22"-20676,-72 75-372,91-92-1148,0 0 1,1 1-1,-1-1 0,1 1 1,0 0-1,1 0 1,-1 1-1,1-1 0,0 1 1,1 0-1,0-1 1,0 1-1,0 0 0,1 1 1,-1 7-1,0 7 41,-1-7-108,1 0 1,0-1 0,1 1 0,1 0-1,2 24 1,-1-34-78,0 0 0,0 0 0,1-1 0,-1 1 0,1-1 0,0 1 0,1-1 0,-1 0 0,1 1 0,-1-1 0,1-1 0,1 1 0,-1 0 0,0-1-1,1 1 1,0-1 0,0 0 0,0 0 0,0-1 0,7 5 0,-2-4-280,-1 1 0,1-1 0,-1 0 0,1-1 0,0 0-1,14 1 1,29 0-7193,-32-3 605</inkml:trace>
</inkml:ink>
</file>

<file path=ppt/ink/ink2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4"/>
    </inkml:context>
    <inkml:brush xml:id="br0">
      <inkml:brushProperty name="width" value="0.025" units="cm"/>
      <inkml:brushProperty name="height" value="0.025" units="cm"/>
    </inkml:brush>
  </inkml:definitions>
  <inkml:trace contextRef="#ctx0" brushRef="#br0">0 1 1408,'0'0'21789,"212"13"-20461,-135-4-800,-13 1-528,0 6-16,-19 0-1800,-19-9-4353</inkml:trace>
</inkml:ink>
</file>

<file path=ppt/ink/ink2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5"/>
    </inkml:context>
    <inkml:brush xml:id="br0">
      <inkml:brushProperty name="width" value="0.025" units="cm"/>
      <inkml:brushProperty name="height" value="0.025" units="cm"/>
    </inkml:brush>
  </inkml:definitions>
  <inkml:trace contextRef="#ctx0" brushRef="#br0">20 530 3505,'0'0'17346,"3"0"-16564,17-2-78,0 1 0,1 1 1,32 5-1,21 0-306,-73-5-396,0-1 1,-1 1-1,1 0 0,-1 0 1,1-1-1,-1 1 0,1 0 1,-1-1-1,1 1 0,-1-1 1,0 1-1,1 0 0,-1-1 1,0 1-1,1-1 0,-1 1 0,0-1 1,1 1-1,-1-1 0,0 0 1,0 1-1,0-1 0,1 1 1,-1-1-1,0 1 0,0-1 1,0 0-1,0 1 0,0-1 1,0 1-1,0-1 0,0 1 1,0-1-1,-1 0 0,1 1 1,0-1-1,-1 0 0,-8-26-110,5 22 31,-2-1 1,1 1 0,0 0-1,-1 0 1,0 0-1,0 1 1,-1 0-1,1 0 1,-13-5-1,15 7 66,-1 0 0,0 0 0,0 1 0,0 0 0,-1-1 0,1 2 0,0-1 0,0 1 0,0-1 0,-1 1 0,1 1 0,0-1 0,0 1 0,-1 0-1,-6 2 1,9-1 52,-1 0-1,1 1 0,0-1 1,0 1-1,1-1 0,-1 1 1,0 0-1,1 0 0,0 0 1,-1 1-1,1-1 0,1 0 1,-1 1-1,0-1 0,1 1 1,0 0-1,0 0 0,0-1 1,0 1-1,0 6 0,-2 13 282,1-1 0,1 28 0,1-43-261,-1-4-51,1-1 1,0 1-1,0-1 0,0 1 1,1-1-1,-1 1 0,0-1 1,1 1-1,0-1 0,-1 0 1,1 1-1,0-1 0,0 0 0,1 0 1,-1 1-1,0-1 0,1 0 1,-1 0-1,1-1 0,0 1 1,-1 0-1,1 0 0,0-1 0,4 3 1,0-1-10,0-1 0,1-1 0,-1 1 0,1-1 1,0 0-1,-1 0 0,1-1 0,10 0 0,-7-1-21,-1 0 0,0 0 0,1-1 0,-1 0 0,0-1 0,0 0 0,0-1 0,0 1 0,-1-2 0,1 1 1,-1-1-1,13-10 0,8-9-740,50-53 1,-34 30-281,15-9-147,-4-3 0,-2-2 0,-2-2 0,77-128-1,-127 188 1345,0-1 0,0 0 0,0 1 0,-1-1 0,1 0 0,-1 0 0,0 0 0,0 0 0,0-6 0,-1 7 1249,-2 18 1230,-6 7-1913,0 0 1,-1 0-1,-18 29 0,-15 32 410,26-46-616,2 1-1,-15 65 0,20-60-337,4-24-173,1 1 0,1 0-1,-1 29 1,4-47-226,0 1 0,0 0 0,0-1 0,0 1 0,0 0 0,1-1-1,-1 1 1,1-1 0,0 1 0,0-1 0,-1 1 0,2-1-1,-1 1 1,2 3 0,-1-5-348,0 1-1,0-1 1,0 0-1,0 0 1,0 0 0,1 0-1,-1 0 1,0-1-1,0 1 1,0-1 0,1 1-1,-1-1 1,0 0-1,1 0 1,-1 0-1,4 0 1,8 0-6296</inkml:trace>
</inkml:ink>
</file>

<file path=ppt/ink/ink2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6"/>
    </inkml:context>
    <inkml:brush xml:id="br0">
      <inkml:brushProperty name="width" value="0.025" units="cm"/>
      <inkml:brushProperty name="height" value="0.025" units="cm"/>
    </inkml:brush>
  </inkml:definitions>
  <inkml:trace contextRef="#ctx0" brushRef="#br0">1 89 2857,'0'0'12934,"12"-6"-11059,37-20-369,-44 24-1254,0 0 0,0 1-1,1-1 1,-1 1 0,1 0 0,-1 0 0,1 1-1,-1-1 1,1 1 0,-1 1 0,12 1-1,7 0 350,38-2-173,-61 0-426,-1 0-1,1 0 0,-1 0 0,0 0 1,1 0-1,-1 0 0,0 0 0,1 0 1,-1-1-1,1 1 0,-1 0 1,0 0-1,1 0 0,-1 0 0,0-1 1,1 1-1,-1 0 0,0 0 0,0-1 1,1 1-1,-1 0 0,0 0 1,1-1-1,-1 1 0,0 0 0,0-1 1,0 1-1,0 0 0,1-1 0,-1 1 1,0 0-1,0-1 0,0 1 1,0-1-1,0 1 0,0 0 0,0-1 1,0 1-1,0 0 0,0-1 0,0 1 1,0-1-1,0 1 0,0 0 1,0-1-1,0 1 0,0 0 0,-1-1 1,1 1-1,0 0 0,0-1 0,0 1 1,-1 0-1,1-1 0,0 1 0,0 0 1,-1 0-1,1-1 0,-1-1-10,0 1-1,0-1 1,-1 0-1,1 1 0,0-1 1,-1 1-1,1-1 1,-1 1-1,1 0 0,-1 0 1,-2-2-1,-15-2 105,1 1 0,-1 1 0,1 1 0,-1 1 0,0 0 0,-24 3 1,1-1 883,41 0-942,0 0 1,0 0-1,0 0 1,0 0-1,1 0 1,-1 0-1,0 1 1,1-1 0,-1 0-1,1 1 1,-1-1-1,1 0 1,0 1-1,0-1 1,-1 1-1,1-1 1,0 0-1,0 1 1,0-1-1,1 1 1,-1 1 0,3 37 352,-1-34-384,0 0-1,0 0 1,1-1 0,0 1-1,0-1 1,0 1 0,0-1 0,1 0-1,0 0 1,0-1 0,0 1-1,1-1 1,-1 0 0,1 0 0,0 0-1,0-1 1,1 0 0,5 3 0,-2-1-622,1-1 1,-1-1 0,21 6 0,29-3-6020,-31-6-67</inkml:trace>
</inkml:ink>
</file>

<file path=ppt/ink/ink2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7"/>
    </inkml:context>
    <inkml:brush xml:id="br0">
      <inkml:brushProperty name="width" value="0.025" units="cm"/>
      <inkml:brushProperty name="height" value="0.025" units="cm"/>
    </inkml:brush>
  </inkml:definitions>
  <inkml:trace contextRef="#ctx0" brushRef="#br0">1 128 824,'0'0'22258,"7"11"-19893,1 2-1619,-6-9-558,0-1 0,0 1 0,0-1-1,0 1 1,1-1 0,-1 0 0,1 0 0,3 3-1,-4-6-187,-1 0 0,1 1 0,-1-1 0,1-1 0,-1 1 0,0 0 0,1 0 0,-1-1 0,1 1 0,-1 0-1,1-1 1,-1 0 0,0 1 0,1-1 0,-1 0 0,0 0 0,0 1 0,0-1 0,0 0 0,1 0 0,-1 0 0,0-1-1,-1 1 1,1 0 0,0 0 0,1-3 0,1 1-30,24-22-574,59-40 0,-79 59 556,11-10 19,-16 14 37,-1 0 0,1 1 0,0-1 0,-1 0-1,1 1 1,0-1 0,0 1 0,0-1 0,0 1 0,1 0 0,-1 0 0,0 0 0,0 0 0,1 1 0,-1-1 0,1 1 0,-1-1-1,3 1 1,-1 5 199,-1 0-1,0 0 1,0 1-1,0-1 0,-1 1 1,3 10-1,4 6-21,-7-20-184,0-1-1,-1 0 1,1 1-1,0-1 1,0 0-1,0 0 1,0 0 0,0-1-1,0 1 1,0 0-1,0-1 1,0 1-1,0-1 1,1 1 0,-1-1-1,0 0 1,0 0-1,0 0 1,0-1-1,1 1 1,3-1 0,47-11-81,-25-2-67,-1-2-1,28-19 0,-13 8 71,-36 21 1058,-16 18-493,8-7-486,0 0 1,0 0 0,1 1 0,0-1 0,0 0 0,0 0 0,1 1 0,0-1 0,0 1 0,1 7 0,-1-11-124,1 1 0,-1 0 0,1-1 1,0 1-1,0 0 0,0-1 1,0 1-1,0-1 0,0 0 0,0 1 1,1-1-1,0 0 0,-1 0 0,1 0 1,0 0-1,0 0 0,0 0 1,0 0-1,0-1 0,0 1 0,1-1 1,3 3-1,4-1-1425,0 0 0,0-1 0,0 0 0,18 1 0,4-3-5428</inkml:trace>
</inkml:ink>
</file>

<file path=ppt/ink/ink2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8"/>
    </inkml:context>
    <inkml:brush xml:id="br0">
      <inkml:brushProperty name="width" value="0.025" units="cm"/>
      <inkml:brushProperty name="height" value="0.025" units="cm"/>
    </inkml:brush>
  </inkml:definitions>
  <inkml:trace contextRef="#ctx0" brushRef="#br0">104 109 8266,'0'0'12001,"16"-4"-11692,6 0-249,-9 2-42,0-1 1,-1 0 0,1 0 0,13-7 0,-25 10-20,0 0 0,0-1-1,0 1 1,-1 0 0,1 0 0,0-1 0,0 1 0,0-1 0,0 1 0,0-1-1,0 1 1,0-1 0,-1 1 0,1-1 0,0 0 0,-1 1 0,1-1 0,0 0 0,-1 0-1,1 0 1,-1 0 0,1 1 0,-1-1 0,1 0 0,-1 0 0,0 0 0,1 0-1,-1 0 1,0 0 0,0 0 0,0 0 0,0 0 0,1 0 0,-2 0 0,1 0-1,0 0 1,0 0 0,0 0 0,0 0 0,-1 0 0,1 0 0,0 0 0,-1 0 0,0-1-1,-1-1-16,0 1-1,0-1 1,0 1-1,0 0 0,-1 0 1,1 0-1,-1 0 1,1 0-1,-1 0 0,0 1 1,0-1-1,-5-1 1,-7-1 341,0 0 0,0 1 0,-1 1 0,1 0 0,-1 1 0,1 1 0,-30 3 0,43-2-265,0 0-1,-1 0 1,1 0-1,0 1 1,-1-1 0,1 1-1,0-1 1,0 1-1,0 0 1,0 0-1,1 0 1,-1 0-1,0 0 1,1 0 0,0 0-1,-1 0 1,1 1-1,0-1 1,0 1-1,0-1 1,0 1-1,1-1 1,-1 1-1,1-1 1,-1 6 0,-5 70 469,6-76-509,0 15 52,1 21-46,0-37-35,-1 1 1,1-1-1,-1 0 1,1 0-1,-1 0 1,1 0-1,0 0 1,-1 0-1,1 0 0,0 0 1,0 0-1,0 0 1,0 0-1,0 0 1,0 0-1,0-1 1,0 1-1,0-1 1,0 1-1,0 0 0,0-1 1,0 0-1,1 1 1,-1-1-1,0 0 1,0 1-1,2-1 1,11 2-393,-1-1-1,1 0 1,-1-1 0,1-1 0,0 0 0,-1-1 0,0 0 0,1-1 0,-1 0-1,0-1 1,0-1 0,-1 0 0,1-1 0,-1 0 0,-1-1 0,1 0 0,16-14-1,59-49 732,-91 76 7127,2-3-7307,0 0 0,1 0 0,-1 0 0,1 0 0,0 0 0,0 1 0,0-1 0,0 0 1,1 1-1,-1 5 0,1-7-134,0 0 1,0 0 0,0 0 0,1 0-1,-1 0 1,0 0 0,1 0-1,0 0 1,-1-1 0,1 1-1,0 0 1,0 0 0,0-1-1,0 1 1,0 0 0,0-1-1,1 1 1,-1-1 0,1 1-1,-1-1 1,3 2 0,0-1-13,0 0 0,0 0 1,-1-1-1,1 1 0,0-1 1,0 0-1,0 0 0,1 0 1,-1-1-1,5 1 0,2-1-120,-1-1-1,0 0 0,1 0 0,-1-1 1,0 0-1,1-1 0,-1 0 0,12-6 1,-6 1-8,0 0 1,-1-2 0,0 0-1,23-20 1,-35 26 260,-2 4 499,-2 15 292,2-11-1168,1-1 0,-1 1 0,1-1 0,0 1 0,0-1 0,0 1 0,0-1 0,1 0 0,-1 0 0,1 0 0,0 0 0,0-1 0,0 1-1,0-1 1,0 0 0,0 0 0,1 0 0,-1 0 0,1 0 0,0-1 0,-1 1 0,1-1 0,0 0 0,6 0 0,9 1-5766</inkml:trace>
</inkml:ink>
</file>

<file path=ppt/ink/ink2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79"/>
    </inkml:context>
    <inkml:brush xml:id="br0">
      <inkml:brushProperty name="width" value="0.025" units="cm"/>
      <inkml:brushProperty name="height" value="0.025" units="cm"/>
    </inkml:brush>
  </inkml:definitions>
  <inkml:trace contextRef="#ctx0" brushRef="#br0">58 1 15883,'0'0'10451,"-58"164"-8451,58-100-752,0 0-359,0-10-201,19-5-400,1-8-160,-1-15-128,-13-10-32,1-6-32,-1-10-464,-6-42-5762,0 7 561,0-4-4313</inkml:trace>
</inkml:ink>
</file>

<file path=ppt/ink/ink2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0"/>
    </inkml:context>
    <inkml:brush xml:id="br0">
      <inkml:brushProperty name="width" value="0.025" units="cm"/>
      <inkml:brushProperty name="height" value="0.025" units="cm"/>
    </inkml:brush>
  </inkml:definitions>
  <inkml:trace contextRef="#ctx0" brushRef="#br0">1 1 2617,'0'0'18796,"192"0"-17412,-128 6-872,13 10-512,-13-3-824,-19-10-4785</inkml:trace>
</inkml:ink>
</file>

<file path=ppt/ink/ink2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1"/>
    </inkml:context>
    <inkml:brush xml:id="br0">
      <inkml:brushProperty name="width" value="0.025" units="cm"/>
      <inkml:brushProperty name="height" value="0.025" units="cm"/>
    </inkml:brush>
  </inkml:definitions>
  <inkml:trace contextRef="#ctx0" brushRef="#br0">1 1 3305,'0'0'26037,"0"90"-25941,0-81-24,0-5-72,0-1-336</inkml:trace>
</inkml:ink>
</file>

<file path=ppt/ink/ink2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2"/>
    </inkml:context>
    <inkml:brush xml:id="br0">
      <inkml:brushProperty name="width" value="0.025" units="cm"/>
      <inkml:brushProperty name="height" value="0.025" units="cm"/>
    </inkml:brush>
  </inkml:definitions>
  <inkml:trace contextRef="#ctx0" brushRef="#br0">27 0 2513,'0'0'22124,"-7"77"-23108,1-41-1368,-1-7-3362,1-7-8465</inkml:trace>
</inkml:ink>
</file>

<file path=ppt/ink/ink2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3"/>
    </inkml:context>
    <inkml:brush xml:id="br0">
      <inkml:brushProperty name="width" value="0.025" units="cm"/>
      <inkml:brushProperty name="height" value="0.025" units="cm"/>
    </inkml:brush>
  </inkml:definitions>
  <inkml:trace contextRef="#ctx0" brushRef="#br0">42 1 640,'0'0'25671,"-7"6"-24120,-16 22-563,12-5-389,11-23-589,0 1 0,0 0 0,0-1 1,0 1-1,0-1 0,0 1 0,0-1 0,0 1 1,0-1-1,0 1 0,0 0 0,0-1 0,1 1 0,-1-1 1,0 1-1,0-1 0,1 1 0,-1-1 0,0 1 0,1-1 1,-1 0-1,0 1 0,1-1 0,-1 1 0,1-1 0,-1 0 1,1 1-1,-1-1 0,1 0 0,-1 0 0,1 1 1,-1-1-1,1 0 0,0 0 0,6 2-271,0-1 0,1 0 0,-1-1 0,1 0 0,12-1 0,6-1-1003,-12 2 1312,-10 0-124,1-1 0,-1 1 0,0 0 1,1 1-1,-1-1 0,1 1 1,-1 0-1,0 0 0,8 3 1,49 17-5868,-34-20-289</inkml:trace>
</inkml:ink>
</file>

<file path=ppt/ink/ink2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4"/>
    </inkml:context>
    <inkml:brush xml:id="br0">
      <inkml:brushProperty name="width" value="0.025" units="cm"/>
      <inkml:brushProperty name="height" value="0.025" units="cm"/>
    </inkml:brush>
  </inkml:definitions>
  <inkml:trace contextRef="#ctx0" brushRef="#br0">180 1 6385,'0'0'23293,"-71"167"-22380,58-126-353,7-2-200,6-1-264,0-2-96,-6-8-192,6 1-448,0-6-489,-13-7-719,-6 0-1217,-1-10-2720,-12 4-6258</inkml:trace>
</inkml:ink>
</file>

<file path=ppt/ink/ink2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5"/>
    </inkml:context>
    <inkml:brush xml:id="br0">
      <inkml:brushProperty name="width" value="0.025" units="cm"/>
      <inkml:brushProperty name="height" value="0.025" units="cm"/>
    </inkml:brush>
  </inkml:definitions>
  <inkml:trace contextRef="#ctx0" brushRef="#br0">1 431 5097,'0'0'1768,"27"-9"4063,307-81 2075,-290 81-7276,257-58 1309,-258 54-1891,-1-1 0,0-2-1,-1-2 1,70-43 0,-99 53-50,0 0-1,-1-1 0,17-16 0,-25 22 31,0-1-1,0 1 1,-1-1-1,1 1 1,-1-1-1,0 0 0,0 0 1,0 0-1,0 0 1,-1 0-1,0 0 1,0 0-1,0-1 1,0 1-1,0-6 0,-2 9 10,1 0 0,-1 0 1,1 0-1,-1 0 0,0 0 0,0 0 0,1 0 0,-1 1 0,0-1 0,0 0 0,0 1 0,0-1 0,0 0 0,0 1 0,0-1 0,0 1 0,0-1 0,0 1 0,0 0 0,0 0 0,0-1 0,0 1 0,0 0 0,0 0 0,0 0 0,0 0 0,-1 0 0,0 0 0,-44 0 367,36 0-219,-5 1-54,1 1 0,-1 0-1,0 1 1,1 0 0,-1 1-1,1 1 1,0 1 0,1-1-1,-1 2 1,1 0-1,0 1 1,1 0 0,0 1-1,0 0 1,1 1 0,-20 22-1,-7 12 8,2 3 0,-58 98-1,92-142-127,-24 40 39,3 1 1,-22 53 0,45-96-54,-1-1 0,1 1 0,0-1-1,-1 1 1,1 0 0,0-1 0,0 1 0,0 0-1,-1-1 1,1 1 0,0 0 0,0 0 0,0-1 0,0 1-1,0 0 1,0-1 0,0 1 0,0 0 0,1-1-1,-1 1 1,0 0 0,0-1 0,1 1 0,-1 0 0,0-1-1,1 1 1,-1 0 0,0-1 0,1 1 0,-1-1 0,1 1-1,-1-1 1,1 1 0,-1-1 0,1 1 0,-1-1-1,1 0 1,0 1 0,-1-1 0,1 0 0,0 1 0,-1-1-1,1 0 1,1 0 0,35 0 154,-21-1-135,-1 0 8,0-1-1,-1-1 1,1 0 0,-1 0-1,0-2 1,0 0-1,-1 0 1,1-2-1,-1 1 1,0-2 0,15-11-1,-26 95 954,-2-75-1081,0 0-1,1 0 1,-1 0-1,0 0 1,0 0-1,1 0 1,-1 0 0,0 0-1,1-1 1,-1 1-1,1 0 1,-1 0-1,1 0 1,0-1-1,-1 1 1,1 0-1,0 0 1,-1-1-1,1 1 1,0-1-1,0 1 1,0-1-1,-1 1 1,1-1-1,0 1 1,0-1-1,0 0 1,0 1 0,2-1-1,32 4-4984,-27-3 2906,13-1-5294</inkml:trace>
</inkml:ink>
</file>

<file path=ppt/ink/ink2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6"/>
    </inkml:context>
    <inkml:brush xml:id="br0">
      <inkml:brushProperty name="width" value="0.025" units="cm"/>
      <inkml:brushProperty name="height" value="0.025" units="cm"/>
    </inkml:brush>
  </inkml:definitions>
  <inkml:trace contextRef="#ctx0" brushRef="#br0">0 93 1296,'0'0'17945,"16"0"-17150,77 0-264,-89-1-524,-1 0 0,1 0 1,-1 0-1,0 0 0,1-1 0,-1 1 0,0-1 0,0 0 0,0 0 1,0 0-1,-1 0 0,1-1 0,-1 1 0,1-1 0,2-3 1,-4 5 17,1 0 0,-1-1 0,0 0 0,1 1 0,-1-1 0,0 0 1,0 1-1,0-1 0,0 0 0,0 0 0,0 0 0,-1 0 0,1 0 1,-1 0-1,1 0 0,-1 0 0,0 0 0,0 0 0,0-1 1,0 1-1,0 0 0,0 0 0,-1 0 0,1 0 0,-1 0 0,0-3 1,-3 3 156,0 1 1,0 0 0,0 0 0,0 1 0,0-1 0,0 1 0,0-1-1,0 1 1,0 1 0,0-1 0,-5 1 0,0 0 259,2-1-163,1-1-1,0 2 1,0-1 0,0 1-1,0 0 1,0 0-1,0 0 1,0 1 0,-5 2-1,9-2-173,0-1 0,0 1 0,0 0 0,0-1 0,0 1 0,1 0 0,-1 0 0,1 1 0,-1-1 0,1 0 0,0 0 0,0 1 0,0-1 0,0 0 0,0 1 0,0-1 0,1 1-1,0-1 1,-1 1 0,1 0 0,0-1 0,0 1 0,1 4 0,-2 20 357,0-16-335,1 0 1,0 1-1,3 19 1,-2-28-170,0 1 1,0 0 0,0 0-1,1-1 1,-1 1-1,1-1 1,0 1 0,0-1-1,0 0 1,1 0 0,-1 0-1,1 0 1,-1 0-1,1 0 1,4 2 0,65 38-5364,-46-32-1230</inkml:trace>
</inkml:ink>
</file>

<file path=ppt/ink/ink2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7"/>
    </inkml:context>
    <inkml:brush xml:id="br0">
      <inkml:brushProperty name="width" value="0.025" units="cm"/>
      <inkml:brushProperty name="height" value="0.025" units="cm"/>
    </inkml:brush>
  </inkml:definitions>
  <inkml:trace contextRef="#ctx0" brushRef="#br0">35 49 1608,'0'0'20653,"-3"-6"-19533,0-1-1024,-6-9 899,4 16-249,-1 11 56,3 1-410,1 1 0,1 0-1,-1 0 1,2 0 0,1 20-1,0-5-240,-1-26-150,0-1 1,0 0-1,0 1 0,0-1 1,0 0-1,1 0 1,-1 0-1,0 1 1,1-1-1,-1 0 0,1 0 1,-1 0-1,1 0 1,0 0-1,0 0 1,-1 0-1,1 0 0,0 0 1,0 0-1,0 0 1,0 0-1,0 0 1,0-1-1,0 1 0,2 1 1,0-1-23,1 0 1,-1 0 0,1 0-1,-1-1 1,1 1 0,-1-1-1,1 0 1,-1 0 0,6 0-1,0-1-117,-1 0-1,1-1 1,-1 0 0,0 0-1,1-1 1,-1 0 0,13-7-1,-6 0-90,5-2 19,-1 0 0,-1-1 0,0-2 0,-1 1 0,20-23 0,-21 20 212,-14 16 23,0 0-1,0-1 0,0 0 0,-1 1 1,1-1-1,0 0 0,-1 0 0,0 0 1,1 0-1,-1 0 0,0 0 0,0 0 1,0-1-1,0 1 0,1-5 0,-2 7 806,7 13 35,1-1-690,0-1 1,1 0-1,1-1 0,14 14 0,14 1-2127,4-13-6067,-28-11 585</inkml:trace>
</inkml:ink>
</file>

<file path=ppt/ink/ink2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8"/>
    </inkml:context>
    <inkml:brush xml:id="br0">
      <inkml:brushProperty name="width" value="0.025" units="cm"/>
      <inkml:brushProperty name="height" value="0.025" units="cm"/>
    </inkml:brush>
  </inkml:definitions>
  <inkml:trace contextRef="#ctx0" brushRef="#br0">0 0 3321,'0'0'21418,"4"7"-20098,1 0-1056,-2 1 0,1-1 0,-1 1 0,0-1 0,-1 1 0,1 0-1,-2 0 1,1 0 0,-1 0 0,0 14 0,-1-20-254,0 0-1,0 0 1,0-1-1,0 1 1,0 0-1,0 0 1,0 0-1,1-1 1,-1 1-1,1 0 1,-1 0-1,1-1 1,0 1-1,-1 0 0,1-1 1,0 1-1,0-1 1,2 3-1,-1-3-22,-1-1-1,1 0 1,-1 0-1,1 1 1,-1-1-1,1 0 0,0 0 1,-1-1-1,1 1 1,-1 0-1,1 0 1,-1-1-1,0 1 0,1-1 1,-1 1-1,1-1 1,-1 0-1,0 0 1,1 1-1,-1-1 1,0 0-1,0 0 0,2-2 1,57-44-507,-38 28 416,1 1-1,50-28 0,-73 46 121,1 0 1,-1 0-1,0 0 0,1 0 0,-1 1 0,0-1 0,1 0 0,-1 0 0,0 0 1,1 1-1,-1-1 0,0 0 0,1 0 0,-1 1 0,0-1 0,0 0 1,1 1-1,-1-1 0,0 0 0,0 1 0,1-1 0,-1 1 0,0-1 0,0 0 1,0 1-1,0-1 0,0 1 0,0-1 0,0 0 0,0 1 0,0-1 0,0 1 1,0-1-1,0 0 0,0 1 0,0-1 0,0 1 0,1 24 232,-1-18-176,1 2-60,1 0 1,0 1 0,0-1 0,0 0-1,1 0 1,8 15 0,-9-21-208,-1 0 1,1 0 0,0-1-1,1 1 1,-1-1 0,0 0-1,1 1 1,-1-1 0,1 0-1,-1 0 1,1-1-1,0 1 1,0 0 0,0-1-1,0 0 1,0 0 0,0 0-1,1 0 1,-1 0 0,0-1-1,0 1 1,5-1 0,22 1-5316,-9-1-2521</inkml:trace>
</inkml:ink>
</file>

<file path=ppt/ink/ink2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89"/>
    </inkml:context>
    <inkml:brush xml:id="br0">
      <inkml:brushProperty name="width" value="0.025" units="cm"/>
      <inkml:brushProperty name="height" value="0.025" units="cm"/>
    </inkml:brush>
  </inkml:definitions>
  <inkml:trace contextRef="#ctx0" brushRef="#br0">302 1 7994,'0'0'17856,"-31"1"-16708,-97 8-411,119-8-627,0 0 0,0 0 0,0 1 0,1 0 0,-12 5-1,18-6-90,0 0-1,0 0 0,0 0 0,0 1 1,0-1-1,1 1 0,-1-1 1,0 1-1,1-1 0,-1 1 0,1 0 1,0 0-1,-2 2 0,2-3-32,1 0-1,-1 0 0,1 0 1,-1 0-1,1 0 0,-1 0 1,1 0-1,-1 1 1,1-1-1,0 0 0,0 0 1,0 0-1,0 0 1,0 0-1,0 1 0,0-1 1,0 0-1,0 0 1,0 0-1,0 0 0,1 0 1,-1 0-1,0 1 0,1-1 1,-1 0-1,1 0 1,0 0-1,-1 0 0,1 0 1,0-1-1,-1 1 1,1 0-1,0 0 0,0 0 1,0 0-1,1 0 1,4 3-105,0-1 1,1 0 0,-1 0 0,1-1 0,7 2 0,9 4-488,-16-4 356,0 0 1,-1 0-1,1 0 1,-1 1-1,0 0 0,0 1 1,9 10-1,-14-15 230,1 1 0,-1-1 0,0 0 0,0 0 0,0 1 0,0-1 0,-1 0 0,1 1-1,0-1 1,0 1 0,-1-1 0,1 1 0,-1-1 0,0 1 0,1-1 0,-1 1 0,0-1 0,0 1 0,0 0 0,0-1-1,0 1 1,0-1 0,0 1 0,-1 0 0,1-1 0,-1 1 0,1-1 0,-1 1 0,1-1 0,-1 1 0,0-1 0,0 0 0,0 1-1,0-1 1,0 0 0,0 1 0,0-1 0,0 0 0,0 0 0,0 0 0,-1 0 0,1 0 0,0-1 0,-1 1 0,1 0-1,-3 0 1,-17 8 208,0-2-1,0 0 1,-41 7-1,12-3-224,48-11-616,7 0-160,0-1 0,-1 0 0,1 0 0,0-1 0,0 0 0,-1 1 0,1-2 0,-1 1 0,5-4 0,5-1-1898,30-15-7313</inkml:trace>
</inkml:ink>
</file>

<file path=ppt/ink/ink2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0"/>
    </inkml:context>
    <inkml:brush xml:id="br0">
      <inkml:brushProperty name="width" value="0.025" units="cm"/>
      <inkml:brushProperty name="height" value="0.025" units="cm"/>
    </inkml:brush>
  </inkml:definitions>
  <inkml:trace contextRef="#ctx0" brushRef="#br0">125 93 1712,'0'0'23772,"-20"11"-22472,-61 36-407,79-46-870,0 0 1,0 0 0,1 1-1,-1-1 1,1 1 0,-1-1-1,1 1 1,0 0 0,-1-1-1,1 1 1,0 0 0,0 0-1,0 0 1,0 0 0,1 0-1,-1 0 1,0 0 0,1 0-1,0 0 1,-1 0 0,1 0 0,0 1-1,0-1 1,0 0 0,0 0-1,1 0 1,-1 0 0,0 0-1,1 0 1,0 1 0,-1-1-1,1 0 1,0-1 0,0 1-1,0 0 1,0 0 0,1 0-1,-1-1 1,0 1 0,1 0-1,-1-1 1,1 1 0,-1-1-1,4 2 1,-1-1-30,1 0 1,-1 0-1,1 0 0,0 0 0,-1-1 0,1 0 0,0 0 1,0-1-1,0 1 0,0-1 0,0 0 0,0 0 1,0-1-1,0 1 0,0-1 0,0 0 0,0-1 1,-1 1-1,1-1 0,0 0 0,-1 0 0,0 0 1,1-1-1,-1 0 0,6-4 0,-4 2-25,-1 1 0,0 0 0,0-1 0,-1 0 0,1 0 0,-1-1 0,0 1 0,-1-1-1,1 0 1,-1 0 0,0 0 0,0 0 0,-1 0 0,0-1 0,0 1 0,-1-1 0,0 0 0,1-9 0,-2 10 31,0 1 0,0 0 0,-1 0 0,1 0 0,-1 0 0,0 0 0,-1 0 0,1 0 0,-1 0 1,0 1-1,0-1 0,-6-8 0,6 11-6,-1-1-1,1 0 1,-1 1 0,0 0 0,0 0 0,0 0 0,0 0-1,0 0 1,0 0 0,0 1 0,-1-1 0,1 1-1,-1 0 1,1 0 0,-1 1 0,1-1 0,-1 1-1,1-1 1,-8 1 0,4 0 56,-18 3-1236,25-2 1054,-1-1-1,0 1 1,1 0 0,-1-1-1,1 1 1,-1 0 0,1 0-1,-1-1 1,1 1 0,0 0-1,-1 0 1,1 0 0,0-1-1,0 1 1,0 0 0,-1 0-1,1 0 1,0 0 0,0 0-1,0 0 1,0-1 0,1 1-1,-1 0 1,0 0 0,0 0-1,1 1 1,0 0-248,-1 0 0,1 0 1,0 0-1,0 0 0,0 0 0,0-1 0,0 1 1,0 0-1,1-1 0,-1 1 0,1-1 0,-1 1 1,1-1-1,-1 1 0,1-1 0,0 0 0,0 0 1,-1 0-1,1 0 0,0 0 0,0-1 1,3 2-1,-3-1-176,30 12-8105</inkml:trace>
</inkml:ink>
</file>

<file path=ppt/ink/ink2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1"/>
    </inkml:context>
    <inkml:brush xml:id="br0">
      <inkml:brushProperty name="width" value="0.025" units="cm"/>
      <inkml:brushProperty name="height" value="0.025" units="cm"/>
    </inkml:brush>
  </inkml:definitions>
  <inkml:trace contextRef="#ctx0" brushRef="#br0">1 65 568,'0'0'20288,"4"10"-18099,25 72 1870,-24-71-2742,-2-23-820,0-42-751,-1 14 245,-2 38-20,0-1 0,0 1 0,1-1 0,0 1 1,-1 0-1,1-1 0,0 1 0,0 0 0,0-1 0,0 1 0,1 0 0,-1 0 0,1 0 0,-1 0 0,1 0 0,0 0 0,0 1 0,-1-1 0,1 1 0,0-1 0,4-1 0,0 1-1030,1 0 1,-1 0-1,1 0 1,-1 1-1,1 0 0,9 0 1,-6 0-1193,9-1-4464</inkml:trace>
</inkml:ink>
</file>

<file path=ppt/ink/ink2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2"/>
    </inkml:context>
    <inkml:brush xml:id="br0">
      <inkml:brushProperty name="width" value="0.025" units="cm"/>
      <inkml:brushProperty name="height" value="0.025" units="cm"/>
    </inkml:brush>
  </inkml:definitions>
  <inkml:trace contextRef="#ctx0" brushRef="#br0">112 1 3473,'0'0'21051,"-18"32"-18501,-55 108-712,70-133-1702,0 0 0,0 0 1,0 1-1,1-1 0,0 1 1,1 0-1,-1-1 1,2 1-1,-1 0 0,1 0 1,1 14-1,0 2 175,0-12-318,1 0 0,-1 0 0,2-1 1,0 1-1,0 0 0,1-1 0,0 0 1,1 0-1,1 0 0,0 0 0,0-1 1,1 0-1,0 0 0,0-1 1,1 0-1,1 0 0,0-1 0,15 12 1,-22-19-470,0 0 1,1 1-1,-1-1 1,1-1-1,-1 1 1,1 0-1,-1 0 1,1-1-1,5 1 1,0 0-3006,0-1-3283</inkml:trace>
</inkml:ink>
</file>

<file path=ppt/ink/ink2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3"/>
    </inkml:context>
    <inkml:brush xml:id="br0">
      <inkml:brushProperty name="width" value="0.025" units="cm"/>
      <inkml:brushProperty name="height" value="0.025" units="cm"/>
    </inkml:brush>
  </inkml:definitions>
  <inkml:trace contextRef="#ctx0" brushRef="#br0">1 36 1568,'0'0'22173,"167"-35"-21205,-116 35-712,-6 6-256,19 10-480,-12-3-1848,-14-7-3970</inkml:trace>
</inkml:ink>
</file>

<file path=ppt/ink/ink2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4"/>
    </inkml:context>
    <inkml:brush xml:id="br0">
      <inkml:brushProperty name="width" value="0.025" units="cm"/>
      <inkml:brushProperty name="height" value="0.025" units="cm"/>
    </inkml:brush>
  </inkml:definitions>
  <inkml:trace contextRef="#ctx0" brushRef="#br0">1 57 2865,'0'0'16587,"19"0"-15035,3 1-1264,135 0 1388,-156-1-1674,1 0 1,0 0 0,-1 0 0,1 0-1,0-1 1,-1 1 0,1-1 0,0 1 0,-1-1-1,1 0 1,-1 1 0,1-1 0,-1 0-1,1 0 1,-1 0 0,0 0 0,0 0-1,1-1 1,-1 1 0,0 0 0,0-1 0,0 1-1,0 0 1,0-1 0,0 1 0,-1-1-1,1 0 1,-1 1 0,1-1 0,-1 1 0,1-1-1,-1 0 1,0 1 0,0-1 0,1 0-1,-1 0 1,-1-2 0,1 3-2,0 0 1,-1 1-1,1-1 0,-1 0 1,1 0-1,0 1 1,-1-1-1,1 0 0,-1 1 1,0-1-1,1 1 1,-1-1-1,0 1 0,1-1 1,-1 1-1,0-1 1,1 1-1,-1-1 0,0 1 1,0 0-1,0 0 0,1-1 1,-1 1-1,0 0 1,0 0-1,0 0 0,1 0 1,-1 0-1,0 0 1,-1 0-1,-36 0 449,27 0-128,-7-1 78,12 1-194,1 0-1,0 0 1,-1 0-1,1 0 1,0 1-1,-8 1 1,12-1-181,-1-1-1,1 1 1,0-1-1,0 1 0,0 0 1,0 0-1,-1 0 1,1-1-1,0 1 1,0 0-1,1 0 1,-1 1-1,0-1 1,0 0-1,0 0 1,1 0-1,-1 0 1,0 1-1,1-1 1,-1 0-1,1 1 1,0-1-1,-1 0 1,1 1-1,0-1 1,0 0-1,0 1 1,0-1-1,0 2 1,0 7 55,0-8-166,-1 1 0,1-1 0,-1 1 0,1 0 0,0-1 0,0 1 0,0-1 0,1 1 0,-1 0 0,1-1 0,-1 1 0,1-1 0,0 1 0,0-1 0,0 1 0,0-1 0,0 0 0,1 1 0,-1-1 0,1 0 0,-1 0 0,1 0 0,0 0 0,0 0 0,0-1 0,0 1 0,0-1 0,0 1 0,1-1 0,-1 0 0,0 1 0,1-1 0,-1 0 0,4 0 0,54 16-3599,-24-8-1277,4 3-4586</inkml:trace>
</inkml:ink>
</file>

<file path=ppt/ink/ink2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5"/>
    </inkml:context>
    <inkml:brush xml:id="br0">
      <inkml:brushProperty name="width" value="0.025" units="cm"/>
      <inkml:brushProperty name="height" value="0.025" units="cm"/>
    </inkml:brush>
  </inkml:definitions>
  <inkml:trace contextRef="#ctx0" brushRef="#br0">168 464 1424,'0'0'21254,"-25"-6"-19898,-74-15-281,62 15 393,32 6-1118,4 0-165,1 1-157,0 0 0,0 0 0,-1 0 0,1 0-1,0 0 1,0 0 0,0 0 0,0 0 0,1 0-1,-1 0 1,0 0 0,0 0 0,1 0 0,-1 0-1,0 0 1,1 0 0,-1-1 0,1 2 0,2 1-30,0-1 0,0 0 1,0 0-1,1 0 1,-1 0-1,0-1 1,1 1-1,-1-1 1,1 0-1,0 0 1,-1 0-1,1-1 0,0 1 1,6-1-1,62-1-569,-57 0 393,-6 0 32,-1-1-1,1 0 1,0 0-1,-1-1 1,1-1-1,-1 1 1,0-1-1,0-1 1,0 1-1,-1-1 1,0-1-1,0 1 1,0-1-1,-1 0 1,7-8-1,8-10-403,-2 0 0,33-54 0,-40 60 682,-1 0 1,-1-1-1,-1-1 0,-1 1 0,0-2 1,-2 1-1,0-1 0,-1 1 0,-1-2 1,-2 1-1,2-25 0,-4 46-71,-1-1-1,1 1 1,0 0-1,0-1 1,0 1-1,0 0 0,-1 0 1,1-1-1,0 1 1,0 0-1,0 0 1,-1 0-1,1-1 1,0 1-1,0 0 1,-1 0-1,1 0 0,0 0 1,-1-1-1,1 1 1,0 0-1,-1 0 1,1 0-1,0 0 1,0 0-1,-1 0 1,1 0-1,0 0 0,-1 0 1,1 0-1,0 0 1,-1 0-1,1 0 1,0 0-1,-1 0 1,1 0-1,0 1 1,0-1-1,-1 0 1,1 0-1,-15 6 546,11-2-437,-1 0 0,1 1 1,0-1-1,1 1 0,-1 0 0,1 0 1,0 1-1,0-1 0,0 0 0,1 1 1,0 0-1,0 0 0,-1 8 0,-15 86 832,17-90-866,-4 50 244,3 68 1,2-81-445,0-43-38,0-1-1,0 1 0,0 0 1,1 0-1,-1-1 1,1 1-1,0 0 0,0-1 1,0 1-1,1-1 0,-1 1 1,1-1-1,-1 0 0,1 0 1,0 0-1,1 0 0,-1 0 1,0 0-1,1 0 0,0-1 1,3 4-1,2-2-1116,0 0 1,0 0-1,0-1 1,0 0-1,1 0 0,-1-1 1,16 2-1,9 1-8502</inkml:trace>
</inkml:ink>
</file>

<file path=ppt/ink/ink2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6"/>
    </inkml:context>
    <inkml:brush xml:id="br0">
      <inkml:brushProperty name="width" value="0.025" units="cm"/>
      <inkml:brushProperty name="height" value="0.025" units="cm"/>
    </inkml:brush>
  </inkml:definitions>
  <inkml:trace contextRef="#ctx0" brushRef="#br0">45 1 2865,'0'0'26591,"-2"25"-25608,-9 191 63,15-106-1164,-1-1-4099,-3-108 3971,-1-1-1,1 1 1,-1 0 0,1-1-1,-1 1 1,1-1 0,-1 1 0,1-1-1,-1 1 1,1-1 0,-1 1 0,0-1-1,1 1 1,-1-1 0,0 0 0,1 1-1,-1-1 1,0 0 0,0 0 0,1 0-1,-1 1 1,0-1 0,0 0 0,1 0-1,-1 0 1,0 0 0,0 0-1,0 0 1,1 0 0,-1-1 0,0 1-1,0 0 1,1 0 0,-1-1 0,0 1-1,1 0 1,-2-1 0,-11-5-6264</inkml:trace>
</inkml:ink>
</file>

<file path=ppt/ink/ink2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7"/>
    </inkml:context>
    <inkml:brush xml:id="br0">
      <inkml:brushProperty name="width" value="0.025" units="cm"/>
      <inkml:brushProperty name="height" value="0.025" units="cm"/>
    </inkml:brush>
  </inkml:definitions>
  <inkml:trace contextRef="#ctx0" brushRef="#br0">0 62 2961,'0'0'20653,"25"-10"-19064,78-33-582,-99 41-938,-1 1 0,1 0 0,-1 0 0,1 0 0,-1 0 0,1 0 0,-1 1 0,1-1 0,0 1 0,-1 0 0,1 0 0,-1 1-1,1-1 1,0 1 0,-1-1 0,1 1 0,-1 0 0,1 1 0,-1-1 0,0 0 0,1 1 0,-1 0 0,0 0 0,0 0 0,0 0 0,0 0 0,-1 1 0,1-1 0,3 6 0,-3-4-11,-1 0-1,1 0 0,-1 0 1,0 1-1,0-1 0,-1 1 1,0-1-1,1 1 0,-1 0 1,-1-1-1,1 1 1,-1 0-1,0 0 0,0-1 1,0 1-1,-1 0 0,-1 7 1,2-11-47,-1 0 0,0 0 0,1 0 1,-1 0-1,0 0 0,0 0 1,0 0-1,0 0 0,0 0 0,0 0 1,0-1-1,0 1 0,0 0 0,0-1 1,0 1-1,0-1 0,-1 1 1,1-1-1,0 0 0,0 1 0,0-1 1,-1 0-1,-1 0 0,-33 2 76,30-3-59,-64 1-986,70 0 722,0-1-1,0 0 0,0 1 0,0-1 0,-1 0 0,1 1 0,0-1 0,0 0 0,0 1 0,1-1 0,-1 0 0,0 0 0,0 1 0,0-1 0,0 0 0,1 1 0,-1-1 0,0 0 0,1 1 0,-1-1 0,0 1 0,1-1 1,-1 1-1,1-1 0,-1 0 0,1 1 0,-1 0 0,1-1 0,-1 1 0,2-1 0,21-11-5200,8 5-1742</inkml:trace>
</inkml:ink>
</file>

<file path=ppt/ink/ink2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8"/>
    </inkml:context>
    <inkml:brush xml:id="br0">
      <inkml:brushProperty name="width" value="0.025" units="cm"/>
      <inkml:brushProperty name="height" value="0.025" units="cm"/>
    </inkml:brush>
  </inkml:definitions>
  <inkml:trace contextRef="#ctx0" brushRef="#br0">213 53 2473,'0'0'15610,"0"-9"-13151,0 7-2370,0 1 0,0-1 0,0 1 0,0-1 1,0 1-1,0-1 0,0 1 0,0-1 0,-1 1 0,1-1 1,-1 1-1,1-1 0,-1 1 0,0-1 0,1 1 0,-1 0 0,0 0 1,0-1-1,0 1 0,0 0 0,0 0 0,0 0 0,0 0 1,-1 0-1,1 0 0,0 0 0,0 0 0,-1 0 0,1 1 1,-1-1-1,-1 0 0,-6-1 394,-1 1 0,0 0 0,1 1 0,-1 0 1,-11 2-1,19-2-421,-5 0 130,0 1-1,0 0 1,0 0-1,0 0 1,0 1-1,1 0 1,-1 1-1,0-1 1,-10 8-1,14-9-165,0 1-1,1 0 1,-1 1 0,1-1-1,-1 0 1,1 1-1,0-1 1,0 1 0,0-1-1,0 1 1,1 0-1,-1 0 1,1 0-1,-1 0 1,1 0 0,0 1-1,0-1 1,1 0-1,-1 0 1,1 1 0,-1 5-1,1-7-39,0 0 0,0 0 0,0 0-1,0 0 1,0 0 0,0 0 0,1 0 0,-1 0-1,0 0 1,1 0 0,0 0 0,0 0 0,-1 0-1,1 0 1,0-1 0,0 1 0,1 0 0,-1-1-1,0 1 1,1-1 0,-1 1 0,0-1 0,1 1 0,2 0-1,1 0-59,0 0-1,0-1 0,0 1 0,1-2 0,-1 1 0,0 0 1,1-1-1,8 0 0,-11 0 55,6 0-200,0 0-1,1-1 0,-1 0 0,16-3 1,-22 3 192,0 0 1,-1 0-1,1 0 1,-1 0-1,0-1 1,1 1 0,-1-1-1,0 1 1,0-1-1,0 0 1,0 0-1,0 0 1,0 0-1,-1 0 1,1 0 0,-1 0-1,1-1 1,-1 1-1,0 0 1,0-1-1,1-3 1,4-8 766,-2 20 286,8 19-1545,-10-22 210,0 0 1,1-1-1,-1 1 0,1-1 0,0 0 1,0 0-1,0 0 0,0 0 0,4 2 1,18 7-5094,-5-6-1970</inkml:trace>
</inkml:ink>
</file>

<file path=ppt/ink/ink2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099"/>
    </inkml:context>
    <inkml:brush xml:id="br0">
      <inkml:brushProperty name="width" value="0.025" units="cm"/>
      <inkml:brushProperty name="height" value="0.025" units="cm"/>
    </inkml:brush>
  </inkml:definitions>
  <inkml:trace contextRef="#ctx0" brushRef="#br0">16 186 2801,'0'0'23079,"-3"15"-22152,-8 44-329,11-58-584,0 0 1,0-1 0,-1 1-1,1 0 1,0 0 0,0 0 0,0-1-1,0 1 1,0 0 0,0 0 0,0 0-1,0-1 1,0 1 0,0 0 0,1 0-1,-1 0 1,0-1 0,1 1-1,-1 0 1,0 0 0,1-1 0,-1 1-1,1 0 1,-1-1 0,1 1 0,-1-1-1,1 1 1,0-1 0,-1 1-1,1-1 1,-1 1 0,3 0 0,-3-1-10,1 0-1,-1 0 1,1-1 0,-1 1 0,1 0 0,0 0 0,-1-1 0,1 1 0,-1 0-1,1-1 1,-1 1 0,0 0 0,1-1 0,-1 1 0,1-1 0,-1 1 0,0-1 0,1 1-1,-1-1 1,0 1 0,1-1 0,-1 1 0,0-1 0,0 1 0,0-1 0,0 1-1,1-1 1,-1 0 0,0 1 0,0-1 0,0 1 0,0-1 0,0 0 0,0-215-1898,0 214 1738,0 0 0,0 0-1,0 1 1,0-1 0,0 0 0,1 0-1,-1 1 1,1-1 0,-1 0 0,1 1-1,0-1 1,0 0 0,-1 1-1,1-1 1,0 1 0,0 0 0,1-1-1,-1 1 1,0 0 0,0-1 0,1 1-1,-1 0 1,1 0 0,1-1 0,27-9-6374,-17 8 2089</inkml:trace>
</inkml:ink>
</file>

<file path=ppt/ink/ink2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0"/>
    </inkml:context>
    <inkml:brush xml:id="br0">
      <inkml:brushProperty name="width" value="0.025" units="cm"/>
      <inkml:brushProperty name="height" value="0.025" units="cm"/>
    </inkml:brush>
  </inkml:definitions>
  <inkml:trace contextRef="#ctx0" brushRef="#br0">108 0 1320,'0'0'26902,"-17"26"-25683,-52 85-538,66-105-648,0-1 0,0 1 0,1 0-1,0 0 1,0-1 0,0 1 0,1 1-1,-1-1 1,1 0 0,1 0 0,0 0-1,-1 1 1,2-1 0,1 12 0,0 9 20,-2 85-1362,1-111 1155,-1 0 0,1 0 0,-1 0-1,1-1 1,0 1 0,0 0 0,-1 0 0,1-1-1,0 1 1,0-1 0,0 1 0,0 0-1,0-1 1,0 0 0,0 1 0,0-1 0,0 0-1,0 1 1,0-1 0,0 0 0,0 0-1,0 0 1,0 0 0,0 0 0,0 0 0,0 0-1,0 0 1,2-1 0,31-1-4124,-34 2 4210,21-5-5813</inkml:trace>
</inkml:ink>
</file>

<file path=ppt/ink/ink2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1"/>
    </inkml:context>
    <inkml:brush xml:id="br0">
      <inkml:brushProperty name="width" value="0.025" units="cm"/>
      <inkml:brushProperty name="height" value="0.025" units="cm"/>
    </inkml:brush>
  </inkml:definitions>
  <inkml:trace contextRef="#ctx0" brushRef="#br0">1 1 1840,'0'0'22373,"205"9"-21357,-147 1-616,-7-1-400,-6-5-64,-6 5-1576,-20 1-3353,-6-7-6970</inkml:trace>
</inkml:ink>
</file>

<file path=ppt/ink/ink2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2"/>
    </inkml:context>
    <inkml:brush xml:id="br0">
      <inkml:brushProperty name="width" value="0.025" units="cm"/>
      <inkml:brushProperty name="height" value="0.025" units="cm"/>
    </inkml:brush>
  </inkml:definitions>
  <inkml:trace contextRef="#ctx0" brushRef="#br0">341 0 16684,'0'0'11506,"-225"203"-12690,174-152-2817,-13-13-4633</inkml:trace>
</inkml:ink>
</file>

<file path=ppt/ink/ink2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3"/>
    </inkml:context>
    <inkml:brush xml:id="br0">
      <inkml:brushProperty name="width" value="0.025" units="cm"/>
      <inkml:brushProperty name="height" value="0.025" units="cm"/>
    </inkml:brush>
  </inkml:definitions>
  <inkml:trace contextRef="#ctx0" brushRef="#br0">410 38 1176,'0'0'20447,"-18"-7"-19404,8 4-888,-2-3 80,-1 2 1,0-1-1,0 2 1,0 0 0,0 0-1,0 1 1,-1 1-1,1 0 1,0 1 0,-15 2-1,14 1-18,0 2-1,0-1 1,0 2 0,1 0-1,0 0 1,0 1 0,0 1-1,1 0 1,0 1-1,-15 14 1,21-18-194,0 1 1,1 0-1,-1 0 0,1 0 0,1 1 0,-1 0 1,1 0-1,0 0 0,1 0 0,-1 1 0,2 0 1,-1-1-1,1 1 0,0 0 0,0 0 1,1 0-1,1 0 0,-1 0 0,2 15 0,-1-22-50,0 1 0,1 0 0,-1 0 0,0-1 0,1 1 0,0-1 0,-1 1 0,1 0 0,0-1 0,0 1 0,0-1-1,0 1 1,0-1 0,0 0 0,0 0 0,1 1 0,-1-1 0,0 0 0,1 0 0,-1 0 0,1 0 0,1 0 0,0 1-27,1-1 0,0 0 1,0 0-1,-1 0 0,1-1 1,0 1-1,0-1 0,0 0 1,7-1-1,-3 1-44,0-2-1,1 1 0,-1-1 1,0-1-1,0 1 0,0-2 1,0 1-1,13-8 0,9-13-138,0-1-1,-2-2 0,-1 0 1,35-47-1,-52 66 1528,-8 18 629,0 6-1789,0-6-20,1-1-1,0 1 1,1-1 0,0 0-1,0 0 1,1-1-1,0 1 1,7 8-1,-9-14-402,0 0 0,1 1 0,-1-1 0,1 0 0,0-1 0,-1 1 0,9 3 0,-7-4-779,0 0 1,0 0-1,0-1 0,0 0 0,0 0 1,0 0-1,0 0 0,5-1 1,3 0-8671</inkml:trace>
</inkml:ink>
</file>

<file path=ppt/ink/ink2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4"/>
    </inkml:context>
    <inkml:brush xml:id="br0">
      <inkml:brushProperty name="width" value="0.025" units="cm"/>
      <inkml:brushProperty name="height" value="0.025" units="cm"/>
    </inkml:brush>
  </inkml:definitions>
  <inkml:trace contextRef="#ctx0" brushRef="#br0">0 1 2801</inkml:trace>
</inkml:ink>
</file>

<file path=ppt/ink/ink2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5"/>
    </inkml:context>
    <inkml:brush xml:id="br0">
      <inkml:brushProperty name="width" value="0.025" units="cm"/>
      <inkml:brushProperty name="height" value="0.025" units="cm"/>
    </inkml:brush>
  </inkml:definitions>
  <inkml:trace contextRef="#ctx0" brushRef="#br0">0 1 2801,'166'29'2664,"-133"-23"9971,-33-3-9855,0 41 2265,0 27-2589,1-70-2451,-1 0 1,1 0 0,-1 0-1,1 0 1,0 0 0,-1 0-1,1 0 1,0 0 0,0 0-1,-1-1 1,1 1-1,0 0 1,0 0 0,0-1-1,0 1 1,0-1 0,0 1-1,0-1 1,0 1 0,0-1-1,0 0 1,1 1 0,-1-1-1,0 0 1,0 0-1,0 0 1,0 0 0,0 0-1,1 0 1,-1 0 0,0 0-1,0-1 1,0 1 0,0 0-1,2-1 1,46-12-64,-22-1-212,0-1-1,-1-1 1,-1-1-1,33-30 1,-56 45 275,5-5 199,-9 9 193,-13 20 509,13-17-922,1 0 1,0 0-1,0 0 0,1 0 0,-1 0 0,1 0 0,0 0 1,2 7-1,-2-9-74,0-1 0,1 0 1,-1 1-1,1-1 0,0 1 0,0-1 0,0 0 1,0 1-1,0-1 0,0 0 0,1 0 1,-1 0-1,1 0 0,-1 0 0,1 0 0,0 0 1,0-1-1,0 1 0,2 1 0,15 5-2315,1 0 0,31 7 1,-11-4-5335</inkml:trace>
</inkml:ink>
</file>

<file path=ppt/ink/ink2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6"/>
    </inkml:context>
    <inkml:brush xml:id="br0">
      <inkml:brushProperty name="width" value="0.025" units="cm"/>
      <inkml:brushProperty name="height" value="0.025" units="cm"/>
    </inkml:brush>
  </inkml:definitions>
  <inkml:trace contextRef="#ctx0" brushRef="#br0">279 594 8490,'0'0'15862,"-31"-4"-14521,-98-8-283,125 11-995,0 1-1,-1 0 1,1 0-1,0 0 1,0 1-1,0-1 1,0 1-1,0 0 1,0 0-1,0 1 1,0-1-1,0 1 1,0-1-1,1 1 1,-1 1-1,1-1 1,-1 0-1,1 1 1,0 0-1,0-1 1,0 1-1,0 1 1,1-1-1,-3 4 1,-2 1 40,-8 29 166,15-37-271,-1 1-1,1 0 1,0 0 0,-1 0 0,1 0 0,0-1-1,-1 1 1,1 0 0,0 0 0,0 0 0,0 0-1,0 0 1,0 0 0,0 0 0,0 0 0,0 0 0,0 0-1,1-1 1,-1 1 0,0 0 0,1 0 0,-1 0-1,0 0 1,1 0 0,-1-1 0,1 1 0,-1 0-1,1 0 1,0-1 0,-1 1 0,1 0 0,0-1 0,-1 1-1,1-1 1,0 1 0,1 0 0,19 0-145,0-1 1,0-1-1,0-1 0,0-1 1,-1-1-1,1 0 0,-1-2 1,0 0-1,29-14 1,18-12-1082,83-55 1,-121 69 686,-1-1 1,0-2 0,-2 0-1,0-2 1,-2-1-1,37-45 1,-49 53 474,-1 0 1,-1-1-1,-1 0 0,0-1 1,-1 0-1,-1 0 1,-1-1-1,0 0 1,-2 0-1,0 0 0,-1-1 1,1-36-1,-4 53 179,0 1 0,0-1 0,0 1-1,0-1 1,-1 1 0,1-1-1,-1 1 1,1-1 0,-1 1 0,0-1-1,0 1 1,0 0 0,0 0 0,0-1-1,0 1 1,-1 0 0,1 0 0,-1 0-1,0 0 1,1 1 0,-1-1 0,0 0-1,0 1 1,0-1 0,-4-1 0,1 1 90,1 1 1,-1 0-1,1 0 1,-1 1-1,1-1 1,-1 1-1,1 0 1,-1 0-1,0 0 1,1 1-1,-1 0 1,1 0-1,-1 0 1,-5 2-1,0 2-1,1-1 0,-1 1 0,1 1 0,1-1 0,-1 1 0,1 1 0,0 0 0,0 0 0,1 1 0,0-1 0,0 2 0,1-1 0,0 1 0,0 0 0,-4 10 0,-8 17 241,2 0 0,-19 65 0,27-71-413,1 1-1,1 0 0,2 0 1,1 0-1,2 0 0,0 1 1,9 57-1,-7-81-168,1-1 1,0 0-1,0 0 0,0 0 1,1 0-1,0-1 0,1 1 1,0-1-1,0 0 0,0 0 1,0 0-1,1 0 0,0-1 1,1 0-1,9 8 1,-4-5-825,1 0 0,0-1 1,0-1-1,1 0 0,0 0 1,0-1-1,16 3 0,30 4-7870</inkml:trace>
</inkml:ink>
</file>

<file path=ppt/ink/ink2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7"/>
    </inkml:context>
    <inkml:brush xml:id="br0">
      <inkml:brushProperty name="width" value="0.025" units="cm"/>
      <inkml:brushProperty name="height" value="0.025" units="cm"/>
    </inkml:brush>
  </inkml:definitions>
  <inkml:trace contextRef="#ctx0" brushRef="#br0">1 180 1120,'0'0'17601,"22"-26"-16712,72-81-544,-91 104-334,0-1 0,-1 1 0,1 0 0,0 0 0,1 0 0,-1 0 0,0 0 0,1 1 0,0 0 0,-1-1 0,1 1 0,0 1 0,0-1 0,7-2 0,6-1 429,-16 4 315,-15 4 1510,10 0-2089,1-1 0,-1 1 0,0 0 0,1 0 0,-1 1 0,1-1 0,0 1-1,0 0 1,1-1 0,-1 1 0,1 0 0,0 1 0,0-1 0,0 0 0,0 1 0,1-1 0,-2 7 0,2-8-170,1 0 1,-1 0-1,0 0 0,1 0 0,0 1 0,0-1 0,0 0 1,0 0-1,0 0 0,1 0 0,-1 0 0,1 0 0,0 0 1,0 0-1,0 0 0,0 0 0,1 0 0,-1-1 0,1 1 1,0 0-1,-1-1 0,1 1 0,0-1 0,1 0 0,-1 0 1,4 3-1,0-1-275,0-1 0,1 0 0,-1 0 1,1-1-1,-1 0 0,1 0 0,0 0 0,13 0 1,30 0-8298,-25-2-2162</inkml:trace>
</inkml:ink>
</file>

<file path=ppt/ink/ink2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8"/>
    </inkml:context>
    <inkml:brush xml:id="br0">
      <inkml:brushProperty name="width" value="0.025" units="cm"/>
      <inkml:brushProperty name="height" value="0.025" units="cm"/>
    </inkml:brush>
  </inkml:definitions>
  <inkml:trace contextRef="#ctx0" brushRef="#br0">65 1 5353,'0'0'16860,"-64"125"-18405,64-87-2792,0-2-6441</inkml:trace>
</inkml:ink>
</file>

<file path=ppt/ink/ink2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09"/>
    </inkml:context>
    <inkml:brush xml:id="br0">
      <inkml:brushProperty name="width" value="0.025" units="cm"/>
      <inkml:brushProperty name="height" value="0.025" units="cm"/>
    </inkml:brush>
  </inkml:definitions>
  <inkml:trace contextRef="#ctx0" brushRef="#br0">1 38 960,'0'0'21245,"4"-1"-19686,-3 0-1458,1 1 0,0 0 1,-1-1-1,1 1 0,-1 0 0,1 0 1,0 1-1,-1-1 0,1 0 0,-1 0 1,1 1-1,-1-1 0,1 1 0,-1-1 1,1 1-1,-1 0 0,1-1 1,-1 1-1,0 0 0,2 2 0,24 27 1424,-25-26-1466,0 0 1,1 0 0,0-1 0,0 0 0,0 1 0,0-1 0,1 0 0,-1 0 0,1-1 0,-1 1 0,8 3 0,-9-6-72,0 1 0,1-1 0,-1 0 0,1 1 0,-1-1 0,1 0 0,-1 0-1,1-1 1,-1 1 0,0-1 0,1 1 0,-1-1 0,0 0 0,1 1 0,-1-1 0,0 0 0,0-1 0,3-1 0,37-31-1020,-27 20 717,62-43-80,-76 57 457,-1 0 1,0 0-1,0-1 1,1 1-1,-1 0 1,0 0-1,1 0 0,-1-1 1,0 1-1,1 0 1,-1 0-1,0 0 1,1 0-1,-1 0 1,0 0-1,1 0 0,-1-1 1,0 1-1,1 0 1,-1 0-1,0 0 1,1 1-1,-1-1 0,1 0 1,-1 0-1,0 0 1,1 0-1,-1 0 1,0 0-1,1 0 1,-1 1-1,0-1 0,1 0 1,-1 0-1,0 0 1,0 1-1,1-1 1,-1 0-1,0 0 1,0 1-1,1-1 0,-1 0 1,0 1-1,0-1 1,0 0-1,0 1 1,1-1-1,-1 0 0,0 1 1,0-1-1,0 0 1,0 1-1,8 26 228,-6-18 20,0-4-419,-1-1-1,1 1 1,1 0 0,-1-1 0,1 0 0,-1 1-1,1-1 1,1 0 0,-1-1 0,0 1 0,1-1-1,0 1 1,0-1 0,0 0 0,0 0 0,7 3-1,-5-4-1192,1 1-1,-1-2 1,1 1 0,0-1-1,0 0 1,-1 0-1,12-1 1,13 0-9196</inkml:trace>
</inkml:ink>
</file>

<file path=ppt/ink/ink2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0"/>
    </inkml:context>
    <inkml:brush xml:id="br0">
      <inkml:brushProperty name="width" value="0.025" units="cm"/>
      <inkml:brushProperty name="height" value="0.025" units="cm"/>
    </inkml:brush>
  </inkml:definitions>
  <inkml:trace contextRef="#ctx0" brushRef="#br0">263 5 5033,'0'0'17513,"-28"-1"-14858,-88-2-826,108 2-1633,-1 1 1,1 1-1,0-1 0,0 2 1,0-1-1,0 1 1,0 0-1,-14 6 0,20-7-186,0-1 0,1 1 1,-1 0-1,1 0 0,-1 0 0,1 0 0,0 0 0,-1 1 0,1-1 0,0 0 0,0 1 0,0-1 0,0 0 1,0 1-1,0 0 0,0-1 0,0 1 0,0-1 0,1 1 0,-1 0 0,1 0 0,-1-1 0,1 1 0,0 0 1,0 0-1,0-1 0,0 1 0,0 0 0,0 0 0,0 0 0,0-1 0,2 4 0,-1-3-42,0 0-1,0 0 1,1 0-1,-1 0 1,1 0-1,-1 0 1,1 0-1,0 0 1,0-1-1,0 1 1,0-1 0,0 1-1,0-1 1,0 0-1,0 0 1,3 1-1,46 16-516,-34-12 215,1 0-73,35 14-433,-50-18 760,1-1 0,-1 1 0,0 0 0,0 0 0,0 0 0,-1 0-1,1 0 1,0 1 0,-1-1 0,1 1 0,-1-1 0,2 5 0,-3-7 82,-1 1 1,0-1-1,0 1 1,0-1-1,1 1 1,-1-1-1,0 1 1,0-1-1,0 1 1,0 0-1,0-1 1,0 1 0,0-1-1,0 1 1,0 0-1,0-1 1,0 1-1,-1-1 1,1 1-1,0-1 1,0 1-1,0-1 1,-1 1-1,1-1 1,0 1-1,-1-1 1,1 1-1,0-1 1,-1 1-1,1-1 1,-1 0-1,1 1 1,-1-1-1,1 0 1,0 1-1,-1-1 1,0 0 0,0 1-1,-23 6 357,22-7-325,-61 8 738,48-7-673,-1 0 0,0 1 1,1 1-1,-1 1 1,-26 9-1,41-13-543,9 0-947,80-2-5853,-36-12 347</inkml:trace>
</inkml:ink>
</file>

<file path=ppt/ink/ink2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1"/>
    </inkml:context>
    <inkml:brush xml:id="br0">
      <inkml:brushProperty name="width" value="0.025" units="cm"/>
      <inkml:brushProperty name="height" value="0.025" units="cm"/>
    </inkml:brush>
  </inkml:definitions>
  <inkml:trace contextRef="#ctx0" brushRef="#br0">0 0 2681</inkml:trace>
</inkml:ink>
</file>

<file path=ppt/ink/ink2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2"/>
    </inkml:context>
    <inkml:brush xml:id="br0">
      <inkml:brushProperty name="width" value="0.025" units="cm"/>
      <inkml:brushProperty name="height" value="0.025" units="cm"/>
    </inkml:brush>
  </inkml:definitions>
  <inkml:trace contextRef="#ctx0" brushRef="#br0">0 16 2681,'123'90'1190,"-102"-77"1537,-14-14 2045,-10-8 5328,6 9-8310,45 1 160,67-2-1388,-115 1-571,1 0 1,0 0-1,0 0 0,0 0 0,-1 0 0,1 0 0,0 0 1,0 0-1,0 0 0,-1-1 0,1 1 0,0 0 1,0 0-1,-1-1 0,1 1 0,0-1 0,-1 1 1,1-1-1,0 1 0,-1-1 0,1 1 0,-1-1 0,1 1 1,-1-1-1,1 0 0,-1 1 0,1-1 0,-1 0 1,1 1-1,-1-1 0,0 0 0,0 0 0,1 1 0,-1-1 1,0 0-1,0 0 0,0 0 0,0 1 0,0-1 1,0 0-1,0 0 0,0 0 0,0 1 0,0-1 1,0 0-1,-1 0 0,1 0 0,-1 0 0,0-2-2,0 1 0,0 0-1,0-1 1,-1 1 0,1 0 0,-1 0-1,0 0 1,0 0 0,0 0 0,0 0-1,0 0 1,0 1 0,-4-3 0,-17-9 12,14 7 88,-1 1 0,1 0 0,-1 1 0,0 0-1,0 0 1,0 1 0,0 0 0,-15-2 0,24 6-55,0 0 0,1 0 0,-1 0 0,0 0 0,1 0 0,-1 0 0,1 0 0,-1 0 0,1 0-1,0 0 1,-1 0 0,1 0 0,0 0 0,0 0 0,-1 0 0,1 0 0,0 0 0,0 1 0,0-1 0,1 2 0,-1 37 368,0-29-275,1-6-169,-1 0 1,1 0-1,0 0 0,0 0 1,0 0-1,0 0 1,1 0-1,0 0 1,0 0-1,1-1 0,-1 1 1,1-1-1,0 0 1,0 0-1,0 0 0,1 0 1,-1 0-1,1-1 1,0 1-1,8 4 0,-3-2-828,0-1-1,1 0 0,0 0 0,0-1 0,1 0 0,-1-1 0,1 0 0,20 3 1,8-5-4778</inkml:trace>
</inkml:ink>
</file>

<file path=ppt/ink/ink2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3"/>
    </inkml:context>
    <inkml:brush xml:id="br0">
      <inkml:brushProperty name="width" value="0.025" units="cm"/>
      <inkml:brushProperty name="height" value="0.025" units="cm"/>
    </inkml:brush>
  </inkml:definitions>
  <inkml:trace contextRef="#ctx0" brushRef="#br0">0 78 2721,'0'0'25224,"12"22"-24424,3 7-607,-4-6-39,1-1 1,15 22-1,-45-142 251,17 91-409,0 0 1,1 0-1,-1 0 0,1 0 0,1 0 0,-1 0 0,1 0 0,1 0 1,-1 0-1,4-7 0,-4 11-111,1 1 0,-1-1 0,1 1 0,0 0 0,0 0 0,0-1 0,0 1 0,1 1 0,-1-1 0,0 0 0,1 0 0,0 1 0,-1 0 0,1-1 1,0 1-1,-1 0 0,1 0 0,0 0 0,0 1 0,0-1 0,0 1 0,0 0 0,0 0 0,0 0 0,5 0 0,15 0-4888,-8 0-2815</inkml:trace>
</inkml:ink>
</file>

<file path=ppt/ink/ink2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4"/>
    </inkml:context>
    <inkml:brush xml:id="br0">
      <inkml:brushProperty name="width" value="0.025" units="cm"/>
      <inkml:brushProperty name="height" value="0.025" units="cm"/>
    </inkml:brush>
  </inkml:definitions>
  <inkml:trace contextRef="#ctx0" brushRef="#br0">69 1 1464,'0'0'24982,"-10"29"-22939,-33 95-582,39-109-1206,0 0 0,2 0 0,-1 0 0,2 0 0,0 0 0,1 0-1,3 29 1,-1-16-60,1-9-326,0 1-1,1-1 0,1 1 1,0-1-1,2-1 0,9 20 1,-15-37-107,-1-1 0,0 1 0,1-1 1,-1 0-1,1 1 0,-1-1 0,1 1 1,0-1-1,-1 0 0,1 0 0,-1 1 1,1-1-1,-1 0 0,1 0 0,0 0 1,-1 0-1,1 0 0,0 0 0,-1 1 0,1-1 1,-1-1-1,1 1 0,0 0 0,-1 0 1,2 0-1,2 0-3721,3 0-3856</inkml:trace>
</inkml:ink>
</file>

<file path=ppt/ink/ink2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5"/>
    </inkml:context>
    <inkml:brush xml:id="br0">
      <inkml:brushProperty name="width" value="0.025" units="cm"/>
      <inkml:brushProperty name="height" value="0.025" units="cm"/>
    </inkml:brush>
  </inkml:definitions>
  <inkml:trace contextRef="#ctx0" brushRef="#br0">1 1 2457,'0'0'16339,"186"0"-13858,-135 0-761,-6 0-1112,0 0-608,-26 0-312,7 10-2169</inkml:trace>
</inkml:ink>
</file>

<file path=ppt/ink/ink2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6"/>
    </inkml:context>
    <inkml:brush xml:id="br0">
      <inkml:brushProperty name="width" value="0.025" units="cm"/>
      <inkml:brushProperty name="height" value="0.025" units="cm"/>
    </inkml:brush>
  </inkml:definitions>
  <inkml:trace contextRef="#ctx0" brushRef="#br0">33 174 3521,'0'0'18452,"-5"-3"-16656,-16-7-488,20 10-1273,1 0-1,0 0 0,-1 0 0,1 0 1,0-1-1,0 1 0,-1 0 0,1 0 1,0 0-1,0 0 0,0 0 0,-1 0 1,1-1-1,0 1 0,0 0 0,-1 0 1,1 0-1,0-1 0,0 1 0,0 0 1,0 0-1,-1 0 0,1-1 0,0 1 1,0 0-1,0 0 0,0-1 0,0 1 1,0 0-1,0 0 0,0-1 1,0 1-1,0 0 0,0-1 0,0 1 1,0 0-1,0 0 0,0-1 0,0 1 1,0 0-1,0 0 0,0-1 0,0 1 1,0 0-1,0 0 0,1-1 0,-1 1 1,0 0-1,0 0 0,0-1 0,0 1 1,1 0-1,-1 0 0,0 0 0,0 0 1,0-1-1,1 1 0,-1 0 0,0 0 1,1 0-1,14-8-84,-13 8 197,48-21 167,-9 5-277,-1-2 0,-1-1 0,59-40 0,-86 52-37,-17 7 81,4 0-80,1 0 1,-1 0-1,0-1 1,1 1-1,-1 0 1,1 0-1,-1 0 1,0 0-1,1 0 1,-1 0-1,0 1 0,1-1 1,-1 0-1,0 0 1,1 0-1,-1 0 1,1 1-1,-1-1 1,0 0-1,1 1 1,-1-1-1,1 0 1,-1 1-1,1-1 1,-1 1-1,1-1 1,0 1-1,-1-1 0,1 1 1,-1-1-1,1 1 1,0-1-1,-1 1 1,1 0-1,0-1 1,0 1-1,0-1 1,-1 1-1,1 0 1,0-1-1,0 2 1,-2 2 19,1 0 1,-1 0-1,1 1 1,0-1-1,0 0 1,1 1-1,-1-1 1,1 0 0,0 1-1,0-1 1,1 1-1,-1-1 1,1 1-1,0-1 1,0 0-1,0 0 1,1 1 0,-1-1-1,1 0 1,0 0-1,0 0 1,1-1-1,-1 1 1,1 0-1,0-1 1,0 0 0,0 0-1,0 0 1,0 0-1,5 3 1,1-1-291,0 0 1,1 0 0,0-1 0,0 0-1,0-1 1,0 0 0,0-1 0,1 0-1,-1 0 1,1-1 0,15-1-1,18-1-3726,-10-4-1940</inkml:trace>
</inkml:ink>
</file>

<file path=ppt/ink/ink2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7"/>
    </inkml:context>
    <inkml:brush xml:id="br0">
      <inkml:brushProperty name="width" value="0.025" units="cm"/>
      <inkml:brushProperty name="height" value="0.025" units="cm"/>
    </inkml:brush>
  </inkml:definitions>
  <inkml:trace contextRef="#ctx0" brushRef="#br0">1 0 13675,'0'0'8930,"45"109"-16596,-32-89-6513</inkml:trace>
</inkml:ink>
</file>

<file path=ppt/ink/ink2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8"/>
    </inkml:context>
    <inkml:brush xml:id="br0">
      <inkml:brushProperty name="width" value="0.025" units="cm"/>
      <inkml:brushProperty name="height" value="0.025" units="cm"/>
    </inkml:brush>
  </inkml:definitions>
  <inkml:trace contextRef="#ctx0" brushRef="#br0">1 7 3217,'0'0'21702,"5"9"-20222,41 68 490,-45-76-1962,-1 0 0,1 1 0,0-1 0,-1 0 0,1 0-1,0 1 1,0-1 0,0 0 0,0 0 0,0 0 0,0 0 0,0 0 0,0-1 0,1 1 0,-1 0 0,0 0 0,0-1 0,1 1 0,-1-1 0,0 1 0,1-1 0,-1 0 0,1 1 0,-1-1 0,1 0 0,-1 0 0,0 0 0,1 0 0,-1 0 0,1 0 0,-1 0-1,1-1 1,-1 1 0,0-1 0,1 1 0,-1-1 0,0 1 0,1-1 0,-1 1 0,2-2 0,8-5-116,0 0 0,0 0 0,17-17 0,-5 6-206,59-26-18,-81 43 589,-2 18 548,-4 1-466,-3 26-53,8-43-300,0 0 0,0 0 0,0 0 0,0 0 0,0 0 0,0 0 0,0 0 0,1 0 0,-1 0 0,0 0 0,1 0 0,-1 0 0,1 0 0,-1 0 0,1 0 0,0 0 0,-1 0 0,1-1 0,0 1 0,-1 0 0,1 0 0,0-1 0,0 1 0,0-1 0,0 1 0,0-1 0,-1 1 0,1-1 0,0 1 0,0-1 0,0 0 0,0 1 0,0-1 0,1 0-1,0 0 1,73 4-3010,-25-9-3001,-10-9-3051</inkml:trace>
</inkml:ink>
</file>

<file path=ppt/ink/ink2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19"/>
    </inkml:context>
    <inkml:brush xml:id="br0">
      <inkml:brushProperty name="width" value="0.025" units="cm"/>
      <inkml:brushProperty name="height" value="0.025" units="cm"/>
    </inkml:brush>
  </inkml:definitions>
  <inkml:trace contextRef="#ctx0" brushRef="#br0">77 1 2665,'0'0'23461,"-77"183"-21389,77-132-824,0-3-528,0 0-480,13-6-159,6-4-81,1-9-113,-7-6-351,-1-7-472,1-10-720,-32-6-18372</inkml:trace>
</inkml:ink>
</file>

<file path=ppt/ink/ink2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0"/>
    </inkml:context>
    <inkml:brush xml:id="br0">
      <inkml:brushProperty name="width" value="0.025" units="cm"/>
      <inkml:brushProperty name="height" value="0.025" units="cm"/>
    </inkml:brush>
  </inkml:definitions>
  <inkml:trace contextRef="#ctx0" brushRef="#br0">1 44 2577,'0'0'20441,"26"-2"-19267,-10 2-1042,31-2 215,1 2-1,51 6 1,-22-2-202,-76-4-98,-7 30 20,3-23-72,0 0 0,1 0 0,0 0 0,0 0 0,1 0 0,0 0 0,0 1 0,1-1 0,0 0 1,0 1-1,1-1 0,1 8 0,-1-13 2,0 0 0,0 0 0,0-1 0,0 1 0,1 0-1,-1-1 1,0 1 0,1-1 0,-1 1 0,1-1 0,0 0 0,0 1 0,-1-1 0,1 0 0,0 0 0,0 0 0,0-1 0,0 1 0,0 0 0,0-1 0,0 1 0,4-1-1,51 7 1,-49-7 1,-1 1-2,0 0 1,0-1 0,0 0-1,0-1 1,1 1-1,-1-1 1,0-1 0,10-2-1,-14 2 2,-1 1 0,0 0-1,0-1 1,0 1 0,0-1-1,0 0 1,-1 0 0,1 0-1,0 0 1,-1 0 0,0 0-1,1 0 1,-1 0 0,0-1-1,0 1 1,0-1 0,0 1-1,-1 0 1,1-1 0,0 1-1,-1-1 1,0 1 0,0-1-1,0 0 1,0 1 0,0-4-1,0-2 2,0-2 1,0 0-1,-1 0 0,1 0 1,-2 0-1,-2-13 1,2 20 21,1-1 0,-1 0 1,0 1-1,0 0 1,0-1-1,0 1 1,-1 0-1,1 0 1,-1 0-1,0 0 1,0 1-1,0-1 1,0 1-1,0 0 0,0 0 1,-1 0-1,-3-2 1,-9-6-61,21 5-1433,33 6-3682,-21 0 2474,15-1-5960</inkml:trace>
</inkml:ink>
</file>

<file path=ppt/ink/ink2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1"/>
    </inkml:context>
    <inkml:brush xml:id="br0">
      <inkml:brushProperty name="width" value="0.025" units="cm"/>
      <inkml:brushProperty name="height" value="0.025" units="cm"/>
    </inkml:brush>
  </inkml:definitions>
  <inkml:trace contextRef="#ctx0" brushRef="#br0">116 0 16107,'0'0'12963,"-102"180"-11803,89-129-511,13-9-313,0-7-288,0-3-48,0-9-376,0-7-569,0-4-447</inkml:trace>
</inkml:ink>
</file>

<file path=ppt/ink/ink2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2"/>
    </inkml:context>
    <inkml:brush xml:id="br0">
      <inkml:brushProperty name="width" value="0.025" units="cm"/>
      <inkml:brushProperty name="height" value="0.025" units="cm"/>
    </inkml:brush>
  </inkml:definitions>
  <inkml:trace contextRef="#ctx0" brushRef="#br0">0 385 7946,'0'0'6401,"35"-7"-2811,1-1-2792,198-35 3321,-193 37-3531,275-49 1348,-252 40-1961,-1-2 0,113-47 0,-160 56-128,1 0 1,-2-1 0,1 0-1,17-16 1,-29 22 124,0 0 0,0-1 0,0 0 0,-1 0 1,1 0-1,-1 0 0,0 0 0,0-1 0,-1 1 0,1-1 1,-1 0-1,0 0 0,0 0 0,-1 0 0,0 0 0,0 0 1,0-1-1,0-5 0,-1 10 46,-1-1 0,0 1 0,0 0 1,1 0-1,-1 0 0,0-1 0,0 1 0,0 0 1,-1 0-1,1 0 0,0 1 0,0-1 0,0 0 0,-1 0 1,1 1-1,0-1 0,-1 1 0,1-1 0,0 1 1,-1-1-1,1 1 0,-1 0 0,1 0 0,-1 0 1,1 0-1,-1 0 0,1 0 0,-1 0 0,-1 1 1,-55 0 631,53 0-555,-5 0 53,0 1 0,1 1 0,-1 0 0,1 0 0,0 0 0,0 1 0,0 1 0,0 0 0,1 0 0,0 0 0,0 1 1,0 0-1,0 1 0,-10 12 0,-2 4 170,0 1 0,2 1 1,-21 37-1,5 0-233,3 1 0,2 2 0,-36 121 0,65-185-101,0-1 0,0 0-1,0 1 1,0-1 0,0 0 0,0 1 0,0-1-1,0 0 1,0 1 0,0-1 0,0 0 0,0 1-1,0-1 1,0 0 0,1 1 0,-1-1 0,0 0-1,0 1 1,0-1 0,0 0 0,1 0 0,-1 1 0,0-1-1,0 0 1,1 0 0,-1 1 0,0-1 0,0 0-1,1 0 1,-1 0 0,0 0 0,1 1 0,-1-1-1,0 0 1,1 0 0,-1 0 0,1 0 0,20 2-113,21-8 126,-25 0-69,1-2-1,-1 0 1,-1-2 0,1 1-1,-1-2 1,-1 0 0,27-26-1,-37 32 100,0 2 321,-5 5 117,-1 19-429,2-18-237,0 0 0,0 0-1,0 0 1,0 0-1,0 0 1,0 0 0,1 0-1,0 0 1,-1-1-1,1 1 1,0 0-1,0-1 1,1 0 0,-1 1-1,0-1 1,1 0-1,4 3 1,0-1-1328,0-1 0,0 0-1,1-1 1,-1 1 0,1-1 0,9 1 0,8 1-6988</inkml:trace>
</inkml:ink>
</file>

<file path=ppt/ink/ink2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3"/>
    </inkml:context>
    <inkml:brush xml:id="br0">
      <inkml:brushProperty name="width" value="0.025" units="cm"/>
      <inkml:brushProperty name="height" value="0.025" units="cm"/>
    </inkml:brush>
  </inkml:definitions>
  <inkml:trace contextRef="#ctx0" brushRef="#br0">42 74 4457,'0'0'18058,"10"3"-17368,5 2-737,0 0 0,0-1 0,1-1 0,-1-1 0,1 0 0,-1-1 0,28-1 0,-42-1 4,-1 0 0,1 1 0,0-1 0,0 0 0,-1 0 0,1 0 0,0 0 0,-1 0 0,1 0 0,-1 0 0,1 0 1,-1 0-1,1 0 0,-1 0 0,0 0 0,0 0 0,0 0 0,1 0 0,-1 0 0,0-1 0,0 1 0,0 0 0,-1 0 0,1 0 0,0 0 0,-1-2 0,1 0 28,0-1 0,-1 1 0,1 0 0,-1 0 0,0 0 0,0 0-1,0 0 1,0 0 0,-2-3 0,-1 2 62,0 1 0,0 0-1,0 0 1,0 1 0,-1-1 0,1 1 0,-1 0-1,1 0 1,-1 0 0,0 1 0,0-1 0,0 1-1,-6-1 1,-69-2 2128,77 4-2039,1 0-52,-1 0 0,1 1 0,0-1 0,0 1 0,0 0 1,-1-1-1,1 1 0,0 0 0,0 0 0,0 0 0,1 0 0,-1 1 0,0-1 0,0 0 1,0 1-1,1-1 0,-1 1 0,1 0 0,0 0 0,-1-1 0,1 1 0,0 0 0,0 0 0,0 0 1,0 0-1,0 0 0,1 1 0,-1-1 0,0 0 0,1 0 0,0 0 0,0 1 0,-1-1 1,1 0-1,1 3 0,-2 1-31,1 0 0,1-1 0,-1 1 0,1-1 0,0 1 0,0-1 0,0 1 0,1-1 0,0 0 0,0 0 0,0 0 0,1 0 0,5 9 0,-1-7-199,0 0 0,0-1 0,0 0 0,1 0 0,0-1 0,0 0 0,0 0 0,17 6 0,3-1-1812,44 9 1,-60-17 1218,47 12-4999</inkml:trace>
</inkml:ink>
</file>

<file path=ppt/ink/ink2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4"/>
    </inkml:context>
    <inkml:brush xml:id="br0">
      <inkml:brushProperty name="width" value="0.025" units="cm"/>
      <inkml:brushProperty name="height" value="0.025" units="cm"/>
    </inkml:brush>
  </inkml:definitions>
  <inkml:trace contextRef="#ctx0" brushRef="#br0">243 30 3201,'0'0'19032,"-29"-5"-16244,-91-16-599,114 20-1977,-1 0 1,0 0-1,0 1 1,1 0-1,-1 0 1,-12 2-1,17-1-185,0-1 0,0 1 0,1-1-1,-1 1 1,0-1 0,1 1 0,-1 0 0,1 0-1,-1 0 1,1 0 0,-1 0 0,1 0 0,0 0-1,-1 1 1,1-1 0,0 0 0,-1 3 0,1-2-56,0 0 0,1 1 0,0-1 0,-1 0 0,1 1 0,0-1 0,0 0 0,0 1 1,0-1-1,1 0 0,-1 1 0,1-1 0,-1 0 0,1 0 0,0 1 0,0-1 0,0 0 0,0 0 1,0 0-1,0 0 0,1 0 0,-1 0 0,1-1 0,-1 1 0,1 0 0,3 2 0,34 27-709,16 14 227,-53-43 461,1 0 0,-1 1-1,0-1 1,1 1-1,-1 0 1,-1 0-1,1 0 1,0 0-1,-1 0 1,0 0-1,1 0 1,-1 1-1,0-1 1,-1 0-1,2 6 1,-3-7 54,1-1 0,0 1 0,-1 0 0,1-1 0,-1 1 0,1 0 0,-1-1 0,0 1 0,0-1 0,0 1 0,0-1 0,0 0 0,0 1 0,0-1 0,0 0 0,0 0 1,-1 0-1,1 0 0,0 0 0,-1 0 0,1 0 0,-1 0 0,1 0 0,-1-1 0,0 1 0,-1 0 0,-54 13 401,35-10-223,21-4-196,-27 8 440,19-3-1465,23-3-3938,12-2-499,10-3-2353</inkml:trace>
</inkml:ink>
</file>

<file path=ppt/ink/ink2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5"/>
    </inkml:context>
    <inkml:brush xml:id="br0">
      <inkml:brushProperty name="width" value="0.025" units="cm"/>
      <inkml:brushProperty name="height" value="0.025" units="cm"/>
    </inkml:brush>
  </inkml:definitions>
  <inkml:trace contextRef="#ctx0" brushRef="#br0">139 29 1424,'0'0'24272,"-23"8"-22857,-67 31-569,89-38-820,-1 0 0,0 1 1,0-1-1,0 0 0,1 1 1,-1-1-1,1 1 0,-1 0 1,1 0-1,0-1 0,-1 1 1,1 0-1,0 0 0,0 0 1,0 0-1,1 1 1,-1-1-1,0 0 0,1 0 1,0 0-1,-1 1 0,1-1 1,0 0-1,0 0 0,1 5 1,-1-4-13,0 0 1,1 1 0,0-1-1,0 1 1,0-1 0,0 0 0,1 0-1,-1 0 1,1 1 0,0-1-1,3 4 1,-2-4-39,0 0-1,0-1 0,0 1 1,1-1-1,-1 0 1,1 0-1,-1 0 0,1 0 1,0-1-1,0 0 0,0 1 1,-1-1-1,1-1 1,0 1-1,1 0 0,-1-1 1,0 0-1,0 0 1,0 0-1,0-1 0,0 1 1,0-1-1,7-2 1,-5 1-71,0-1 1,0 1 0,0-1 0,-1 0-1,1-1 1,-1 1 0,0-1 0,0 0-1,0 0 1,-1-1 0,1 1 0,-1-1-1,0 0 1,4-8 0,-3 7 27,-1-1 0,0 1 0,-1-1 0,0 0 0,0 0 0,0 0 0,-1 0 0,0-1 0,-1 1 0,0-1 0,0 1 0,0-1 0,-1 1 0,0-12 1,-2 18 78,0-1 0,0 1 0,0 0 1,0 0-1,0 0 0,0 0 1,0 0-1,0 0 0,-1 1 1,1-1-1,0 1 0,0-1 1,-1 1-1,1 0 0,0 0 0,-5 0 1,-39 3-940,44 14-6049,2-9-178</inkml:trace>
</inkml:ink>
</file>

<file path=ppt/ink/ink2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6"/>
    </inkml:context>
    <inkml:brush xml:id="br0">
      <inkml:brushProperty name="width" value="0.025" units="cm"/>
      <inkml:brushProperty name="height" value="0.025" units="cm"/>
    </inkml:brush>
  </inkml:definitions>
  <inkml:trace contextRef="#ctx0" brushRef="#br0">21 167 1856,'0'0'24384,"-2"14"-23965,-3 65-263,-2-151-528,4 55 328,1 0 0,1 0 1,0 0-1,3-28 0,-1 42-5,0 0-1,-1 0 1,1 1-1,0-1 1,0 0-1,1 0 1,-1 1-1,1-1 1,-1 1-1,1-1 0,0 1 1,0 0-1,0 0 1,0 0-1,0 0 1,0 0-1,0 0 1,1 0-1,-1 1 1,1-1-1,5-1 1,3-1-991,1 0 0,-1 1 0,1 0 1,12-1-1,-16 3-247,11-2-3535</inkml:trace>
</inkml:ink>
</file>

<file path=ppt/ink/ink2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7"/>
    </inkml:context>
    <inkml:brush xml:id="br0">
      <inkml:brushProperty name="width" value="0.025" units="cm"/>
      <inkml:brushProperty name="height" value="0.025" units="cm"/>
    </inkml:brush>
  </inkml:definitions>
  <inkml:trace contextRef="#ctx0" brushRef="#br0">81 1 16540,'0'0'8140,"-11"24"-5566,-32 83-760,36-88-1615,2 1 0,0 0 0,2 0 1,0 0-1,1 0 0,1 0 1,3 37-1,-1-8-134,-1-44-96,-1 0 1,1-1-1,1 1 1,-1-1-1,0 1 1,1-1-1,0 1 1,0-1-1,1 0 1,-1 1-1,1-1 1,0 0-1,0 0 1,0 0-1,1 0 1,-1 0-1,5 4 1,-2-4-169,-1-2 1,1 1-1,0-1 1,0 1 0,0-1-1,0-1 1,0 1-1,0-1 1,0 0 0,0 0-1,1 0 1,-1-1 0,0 0-1,9 0 1,-3 0-823,0-1 0,0 1 0,0-2 0,16-3 0,-22 3 48,0 0 0,-1 1 0,1-2 0,0 1 0,-1 0 0,1-1-1,4-4 1,12-15-10306</inkml:trace>
</inkml:ink>
</file>

<file path=ppt/ink/ink2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8"/>
    </inkml:context>
    <inkml:brush xml:id="br0">
      <inkml:brushProperty name="width" value="0.025" units="cm"/>
      <inkml:brushProperty name="height" value="0.025" units="cm"/>
    </inkml:brush>
  </inkml:definitions>
  <inkml:trace contextRef="#ctx0" brushRef="#br0">1 1 2785,'0'0'12938,"192"9"-11313,-127-5-377,-1-1-952,-13 3-296,0-6-1320,-12 0-3217,-7 0-6322,-13-6 9339</inkml:trace>
</inkml:ink>
</file>

<file path=ppt/ink/ink2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29"/>
    </inkml:context>
    <inkml:brush xml:id="br0">
      <inkml:brushProperty name="width" value="0.025" units="cm"/>
      <inkml:brushProperty name="height" value="0.025" units="cm"/>
    </inkml:brush>
  </inkml:definitions>
  <inkml:trace contextRef="#ctx0" brushRef="#br0">1 92 2369,'0'0'15826,"18"-13"-10573,47 13-938,30 0-4179,-93-3-310,-1 0 0,0 0 0,0 0 0,0-1 0,0 1 0,0 0 0,-1-1 0,1 1 0,-1 0 0,0-1 0,0 1-1,0 0 1,0-1 0,-1 1 0,1 0 0,-1-1 0,0 1 0,0 0 0,0 0 0,-3-4 0,2 6 210,-1 0 0,0 0 0,0 0-1,1 0 1,-1 1 0,0-1 0,0 1 0,0 0 0,0 0 0,0 0 0,1 0 0,-1 0-1,0 1 1,0-1 0,0 1 0,0 0 0,1 0 0,-1 0 0,0 0 0,1 0 0,-1 0 0,1 1-1,-1-1 1,1 1 0,0 0 0,0 0 0,0 0 0,0 0 0,0 0 0,0 0 0,0 1-1,1-1 1,-1 1 0,-2 4 0,3-2-70,-1 0 1,1 0-1,-1 0 0,2 0 0,-1 0 1,0 0-1,1 0 0,0 0 0,0 0 1,0 0-1,1 0 0,0 1 1,0-1-1,0 0 0,3 6 0,-3-8-383,1 1-1,0-1 0,0 0 0,0 1 1,1-1-1,-1 0 0,1-1 0,0 1 1,0 0-1,0-1 0,0 1 1,0-1-1,4 2 0,19 8-5051</inkml:trace>
</inkml:ink>
</file>

<file path=ppt/ink/ink2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0"/>
    </inkml:context>
    <inkml:brush xml:id="br0">
      <inkml:brushProperty name="width" value="0.025" units="cm"/>
      <inkml:brushProperty name="height" value="0.025" units="cm"/>
    </inkml:brush>
  </inkml:definitions>
  <inkml:trace contextRef="#ctx0" brushRef="#br0">212 552 1672,'0'0'15957,"-2"-14"-13106,-7-45-617,8 57-2128,1 1-1,0 0 1,-1-1-1,1 1 1,-1 0-1,1-1 1,-1 1-1,0 0 1,1 0-1,-1 0 1,0-1-1,0 1 0,0 0 1,0 0-1,0 0 1,0 0-1,0 1 1,0-1-1,0 0 1,-1 0-1,1 1 1,0-1-1,0 1 1,-1-1-1,1 1 1,-2-1-1,-33 1 922,25 1-628,-13-2 55,15 0-299,1 0 0,-1 1-1,0 1 1,0 0 0,-16 3 0,23-4-151,0 1 0,0 0 1,0 0-1,0 0 0,1 0 1,-1 0-1,0 0 0,0 0 1,1 1-1,-1-1 0,1 1 1,-1-1-1,1 1 0,0 0 1,-1-1-1,1 1 0,0 0 1,0 0-1,0 0 0,1 0 1,-1 0-1,0 0 0,1 0 1,-1 0-1,1 0 0,0 0 0,-1 0 1,1 0-1,0 0 0,1 3 1,-1-4-13,1 1 1,-1 0-1,1 0 1,-1-1-1,1 1 1,0-1-1,0 1 1,0 0-1,0-1 1,0 0-1,0 1 1,0-1-1,1 0 1,-1 1-1,0-1 0,1 0 1,-1 0-1,1 0 1,-1 0-1,1 0 1,0-1-1,-1 1 1,1 0-1,0-1 1,0 1-1,-1-1 1,1 0-1,0 1 1,0-1-1,-1 0 1,3 0-1,71 2-484,-60-3 323,3 0-21,0 0 0,0-2-1,0 0 1,0-1 0,-1-1-1,32-13 1,-13 2-730,69-43 0,-75 37 534,-1 0 1,-1-2-1,-2-1 1,0-1-1,-1-1 1,-2-1 0,0-1-1,-2-2 1,-2 0-1,30-63 1,-45 87 733,-1 0 0,0 0 0,0-1 0,-1 1 0,0-1-1,0 1 1,0-13 0,-22 18 2409,13 3-2536,1 0 0,-1 0 0,0 1 1,1 0-1,-1 0 0,1 0 0,0 1 0,-1 0 0,1 0 1,1 1-1,-1 0 0,0 0 0,1 0 0,0 0 1,0 1-1,0 0 0,1 0 0,-7 9 0,-4 7 198,1 1 0,0 0 0,-15 37 0,17-30-183,1 1 0,1 0 0,2 0 0,1 1 0,-4 47-1,3 157-2566,8-182 288</inkml:trace>
</inkml:ink>
</file>

<file path=ppt/ink/ink2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1"/>
    </inkml:context>
    <inkml:brush xml:id="br0">
      <inkml:brushProperty name="width" value="0.025" units="cm"/>
      <inkml:brushProperty name="height" value="0.025" units="cm"/>
    </inkml:brush>
  </inkml:definitions>
  <inkml:trace contextRef="#ctx0" brushRef="#br0">0 57 3233,'0'0'1653,"8"-30"4630,-7 29-6010,1 0-1,-1 0 1,1-1-1,0 1 1,0 0 0,0 0-1,0 1 1,0-1 0,0 0-1,0 1 1,0-1-1,0 1 1,0-1 0,0 1-1,0 0 1,4 0-1,-5-4 6680,-1-4-3580,0 6-2054,0 12-529,2 58-500,4 0 1,2-1-1,4 0 1,30 101-1,-30-116-2308,-11-31-5899</inkml:trace>
</inkml:ink>
</file>

<file path=ppt/ink/ink2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2"/>
    </inkml:context>
    <inkml:brush xml:id="br0">
      <inkml:brushProperty name="width" value="0.025" units="cm"/>
      <inkml:brushProperty name="height" value="0.025" units="cm"/>
    </inkml:brush>
  </inkml:definitions>
  <inkml:trace contextRef="#ctx0" brushRef="#br0">0 164 3345,'0'0'16217,"30"-24"-14376,96-74-488,-121 94-1257,-1 1 0,1-1 0,0 1 0,0-1 0,0 2 1,0-1-1,1 0 0,-1 1 0,1 0 0,-1 0 1,1 1-1,0 0 0,0 0 0,9-1 0,1 1 131,57-2 1008,-76 20-892,-2-10-243,0 0 1,0 0-1,-1 0 0,1-1 0,-1 0 1,-1 0-1,1 0 0,-1-1 1,0 0-1,-15 8 0,11-8-43,0 1 1,0-1-1,0-1 0,-1 0 0,0 0 0,0-1 0,-14 1 0,-4-3 434,22-1-1247,20 0-3930,12 0 290,1 0-1673</inkml:trace>
</inkml:ink>
</file>

<file path=ppt/ink/ink2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3"/>
    </inkml:context>
    <inkml:brush xml:id="br0">
      <inkml:brushProperty name="width" value="0.025" units="cm"/>
      <inkml:brushProperty name="height" value="0.025" units="cm"/>
    </inkml:brush>
  </inkml:definitions>
  <inkml:trace contextRef="#ctx0" brushRef="#br0">316 36 936,'0'0'18232,"-28"-6"-15789,-89-18-560,105 22-1253,-1 0-1,0 1 1,0 1-1,-16 0 1,24 1-452,1-1 1,-1 1-1,1 0 1,-1 0-1,1 0 1,0 1-1,-1 0 1,1 0-1,0 0 0,-5 3 1,6-1-126,-1-1 0,1 1 0,0 0 0,0 0-1,0 0 1,0 0 0,1 1 0,0-1 0,-1 1 0,2 0 0,-1-1 0,1 1 0,-1 0-1,1 0 1,1 0 0,-1 0 0,1 0 0,-1 0 0,2 0 0,-1 5 0,0-9-60,0 0 0,0 1 1,1-1-1,-1 0 1,0 0-1,0 0 0,1 0 1,-1 1-1,0-1 1,1 0-1,-1 0 0,1 0 1,0 0-1,-1 0 0,1 0 1,0 0-1,0 0 1,-1-1-1,1 1 0,0 0 1,0 0-1,0-1 1,0 1-1,2 1 0,0-1-24,0 0 0,0 0 0,0 0-1,0 0 1,0-1 0,1 1 0,-1-1-1,0 0 1,5 0 0,-3 0-21,1-1 0,-1 1 0,1-1 0,-1 0-1,0-1 1,1 1 0,-1-1 0,0 0 0,0-1 0,0 1 0,6-5 0,35-49 741,-46 63-709,0-1-1,0 1 1,1 0-1,0 0 1,0 0-1,1 0 1,0 0 0,0-1-1,0 1 1,5 8-1,-4-11-211,0 0 1,0 0-1,0-1 0,1 1 0,-1-1 1,1 0-1,0 0 0,0 0 0,0 0 1,0-1-1,1 1 0,-1-1 0,1 0 1,-1-1-1,1 1 0,7 1 0,35 3-3770,-15-5-1476,-4-1-3746</inkml:trace>
</inkml:ink>
</file>

<file path=ppt/ink/ink2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4"/>
    </inkml:context>
    <inkml:brush xml:id="br0">
      <inkml:brushProperty name="width" value="0.025" units="cm"/>
      <inkml:brushProperty name="height" value="0.025" units="cm"/>
    </inkml:brush>
  </inkml:definitions>
  <inkml:trace contextRef="#ctx0" brushRef="#br0">1 1 1400</inkml:trace>
</inkml:ink>
</file>

<file path=ppt/ink/ink2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5"/>
    </inkml:context>
    <inkml:brush xml:id="br0">
      <inkml:brushProperty name="width" value="0.025" units="cm"/>
      <inkml:brushProperty name="height" value="0.025" units="cm"/>
    </inkml:brush>
  </inkml:definitions>
  <inkml:trace contextRef="#ctx0" brushRef="#br0">1 97 1400,'171'45'2374,"-145"-36"6045,-21-5-5980,-14-3-929,8 1-1049,-1 0 0,1 0 0,-1 0 0,1 0 1,0 0-1,-1 0 0,1 0 0,0 1 0,1-1 0,-1 0 0,0 1 0,1-1 0,-1 0 0,1 1 1,-1 3-1,2 43 2374,0-28-1784,1-13-716,0-10-28,0-16-190,-16-34-121,10 41-9,0 0 1,2 1 0,-1-1 0,1 0 0,0-17-1,1 21-46,2 0 0,-1 0 0,1 0 0,0 0 1,0 0-1,1 0 0,-1 0 0,2 0 0,5-12 0,-6 16-112,0 0 0,0 1 0,0-1 0,0 1 0,1-1 0,-1 1 0,1 0 0,-1 0 0,1 0 0,0 0 0,0 0 0,0 1 0,0-1 0,0 1 0,0 0 0,1 0 0,-1 0 0,0 1 0,1-1 0,-1 1 0,0-1 0,1 1 0,4 0 0,-7 0-57,0 0 0,0 1-1,0-1 1,1 0 0,-1 0 0,0 0-1,0 1 1,0-1 0,0 1-1,1-1 1,-1 1 0,0-1 0,0 1-1,0 0 1,0-1 0,0 1-1,0 0 1,-1 0 0,1 0-1,0-1 1,1 3 0,6 10-4829</inkml:trace>
</inkml:ink>
</file>

<file path=ppt/ink/ink2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6"/>
    </inkml:context>
    <inkml:brush xml:id="br0">
      <inkml:brushProperty name="width" value="0.025" units="cm"/>
      <inkml:brushProperty name="height" value="0.025" units="cm"/>
    </inkml:brush>
  </inkml:definitions>
  <inkml:trace contextRef="#ctx0" brushRef="#br0">120 1 13451,'0'0'14016,"-19"28"-12825,-58 90-595,74-114-571,0 0 0,1-1-1,0 1 1,-1 0 0,1 0-1,1 0 1,-1 1-1,1-1 1,-1 0 0,1 1-1,1-1 1,-1 1 0,0-1-1,1 1 1,0-1 0,0 1-1,1-1 1,-1 1 0,2 4-1,1 5 3,-3-8-72,1 0-1,1 0 0,-1 0 1,1 0-1,0 0 0,0-1 1,0 1-1,1-1 0,0 1 1,0-1-1,1 0 0,-1 0 1,1 0-1,0-1 0,1 1 0,-1-1 1,1 0-1,-1 0 0,1-1 1,0 0-1,8 4 0,-1-2-869,1 0-1,-1-1 0,1 0 0,0-2 0,0 1 0,1-1 1,-1-1-1,21-1 0,-7 0-5712,-6 0-4334</inkml:trace>
</inkml:ink>
</file>

<file path=ppt/ink/ink2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7"/>
    </inkml:context>
    <inkml:brush xml:id="br0">
      <inkml:brushProperty name="width" value="0.025" units="cm"/>
      <inkml:brushProperty name="height" value="0.025" units="cm"/>
    </inkml:brush>
  </inkml:definitions>
  <inkml:trace contextRef="#ctx0" brushRef="#br0">1 1 992,'0'0'23541,"186"3"-23117,-141 3-392,-7-2-32,7 5-1192,0 1-1737,-13-1-3384</inkml:trace>
</inkml:ink>
</file>

<file path=ppt/ink/ink2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6.138"/>
    </inkml:context>
    <inkml:brush xml:id="br0">
      <inkml:brushProperty name="width" value="0.025" units="cm"/>
      <inkml:brushProperty name="height" value="0.025" units="cm"/>
    </inkml:brush>
  </inkml:definitions>
  <inkml:trace contextRef="#ctx0" brushRef="#br0">20 1 11274,'0'0'21493,"-19"6"-21493,19-3 0,6-3-1264,7 4-1209,-7 2-3304</inkml:trace>
</inkml:ink>
</file>

<file path=ppt/ink/ink2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47.242"/>
    </inkml:context>
    <inkml:brush xml:id="br0">
      <inkml:brushProperty name="width" value="0.025" units="cm"/>
      <inkml:brushProperty name="height" value="0.025" units="cm"/>
    </inkml:brush>
  </inkml:definitions>
  <inkml:trace contextRef="#ctx0" brushRef="#br0">0 52 11923,'0'0'9097,"97"-52"-8136,-110 56-2330,-6 12-631,6 0-2049,0-4-2392</inkml:trace>
</inkml:ink>
</file>

<file path=ppt/ink/ink2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54.141"/>
    </inkml:context>
    <inkml:brush xml:id="br0">
      <inkml:brushProperty name="width" value="0.025" units="cm"/>
      <inkml:brushProperty name="height" value="0.025" units="cm"/>
      <inkml:brushProperty name="color" value="#E71224"/>
    </inkml:brush>
  </inkml:definitions>
  <inkml:trace contextRef="#ctx0" brushRef="#br0">0 2069 18861,'212'-2069'0</inkml:trace>
</inkml:ink>
</file>

<file path=ppt/ink/ink2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56.993"/>
    </inkml:context>
    <inkml:brush xml:id="br0">
      <inkml:brushProperty name="width" value="0.025" units="cm"/>
      <inkml:brushProperty name="height" value="0.025" units="cm"/>
      <inkml:brushProperty name="color" value="#E71224"/>
    </inkml:brush>
  </inkml:definitions>
  <inkml:trace contextRef="#ctx0" brushRef="#br0">175 0 3833,'0'0'14403,"-2"11"-13910,-12 22 206,-9 19-86,-40 67 0,47-93-599,1-4 40,2 1-1,-13 27 0,24-43-1502,3-16-3475,-1 2-33</inkml:trace>
</inkml:ink>
</file>

<file path=ppt/ink/ink2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57.939"/>
    </inkml:context>
    <inkml:brush xml:id="br0">
      <inkml:brushProperty name="width" value="0.025" units="cm"/>
      <inkml:brushProperty name="height" value="0.025" units="cm"/>
      <inkml:brushProperty name="color" value="#E71224"/>
    </inkml:brush>
  </inkml:definitions>
  <inkml:trace contextRef="#ctx0" brushRef="#br0">21 51 904,'0'0'11435,"-7"-13"-7667,6 12-3754,0 1 0,0-1 0,1 1 0,-1-1 0,0 0 0,0 0 0,0 0 0,0 1 0,1-1 0,-1 0 0,0 0 0,1 0 0,-1 0 0,1 0 0,-1 0 0,1-1 0,-1 1 0,1 0 0,0 0 0,0 0 0,-1 0 0,1 0 0,0 0 0,0-1-1,0 1 1,0 0 0,1 0 0,-1 0 0,1-3 0,-1-1 130,0 4 1359,12 43 604,-11-33-1953,0 1 0,0-1 0,1 0 0,0 1 0,1-1 0,5 14 0,5 19 217,2 2-28,-11-34-319,-1-1 1,0 1 0,0 0-1,-1 0 1,2 19-1,-5-28 10,1 0-1,0 1 0,0-1 0,1 1 0,-1-1 1,0 0-1,0 1 0,1-1 0,-1 1 0,1-1 1,-1 0-1,1 1 0,-1-1 0,1 0 0,0 0 0,0 0 1,-1 1-1,1-1 0,0 0 0,0 0 0,0 0 1,0 0-1,0-1 0,1 1 0,-1 0 0,2 1 1,-2-2 95,-1 22-7427,0-12 1777</inkml:trace>
</inkml:ink>
</file>

<file path=ppt/ink/ink2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7:58.814"/>
    </inkml:context>
    <inkml:brush xml:id="br0">
      <inkml:brushProperty name="width" value="0.025" units="cm"/>
      <inkml:brushProperty name="height" value="0.025" units="cm"/>
      <inkml:brushProperty name="color" value="#E71224"/>
    </inkml:brush>
  </inkml:definitions>
  <inkml:trace contextRef="#ctx0" brushRef="#br0">71 71 4185,'0'0'4449,"-70"-48"-4449,70 41-56,0 1 48,0-1-56,0 4-184</inkml:trace>
</inkml:ink>
</file>

<file path=ppt/ink/ink2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4.680"/>
    </inkml:context>
    <inkml:brush xml:id="br0">
      <inkml:brushProperty name="width" value="0.025" units="cm"/>
      <inkml:brushProperty name="height" value="0.025" units="cm"/>
    </inkml:brush>
  </inkml:definitions>
  <inkml:trace contextRef="#ctx0" brushRef="#br0">19 44 720,'0'0'9066,"2"-7"-7950,4-18 568,-4 13 1646,-5 30-2213,-8 59-763,3 0-1,4 1 1,6 83-1,-1-45-356,-7-19-1804,6-104-7407,0-8 2495</inkml:trace>
</inkml:ink>
</file>

<file path=ppt/ink/ink2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5.581"/>
    </inkml:context>
    <inkml:brush xml:id="br0">
      <inkml:brushProperty name="width" value="0.025" units="cm"/>
      <inkml:brushProperty name="height" value="0.025" units="cm"/>
    </inkml:brush>
  </inkml:definitions>
  <inkml:trace contextRef="#ctx0" brushRef="#br0">39 67 4905,'0'0'7600,"13"-3"-6825,37-4-84,0 1 1,57 3-1,476 2 237,-503-5-901,152-32-1,-220 36-18,-12 2 53,1 0 0,0 1 0,-1-1 0,1 1 0,-1-1 0,1 1 0,0-1 0,-1 1 0,1-1 0,-1 1 0,1-1 0,-1 1 0,1-1 0,-1 1 0,0 0 0,1-1 0,-1 1 0,0 0 0,1 0 0,-1-1 0,0 1 0,0 0 0,0-1 0,0 1 0,0 0 0,0 0 0,0 0 0,0-1 0,0 1 0,0 0 0,0 1 0,-1 35 36,1-29 63,16 323 594,0-2-329,-15-316-370,-1 0 1,-1 0-1,0 0 0,-1 0 1,0 0-1,-1-1 0,-6 19 1,1-6 73,-4 8 47,12-32-153,-1 0 1,0 0 0,1 0 0,-1 0 0,0 0-1,0 0 1,0-1 0,0 1 0,0 0 0,0 0-1,0-1 1,0 1 0,0 0 0,0-1 0,-1 1-1,1-1 1,0 0 0,0 1 0,0-1 0,-1 0-1,1 0 1,0 0 0,-2 0 0,1-1 31,1 0 0,-1 0 0,0 0 0,0 0 0,1-1 0,-1 1 0,1 0 0,0-1 0,-1 0 0,1 1 0,0-1 0,0 0 0,0 1 0,0-1 0,0 0 0,-1-4 0,-8-10 70,-2 4-113,-1 1 0,-1 0-1,1 1 1,-1 1 0,-1 0 0,0 1-1,0 0 1,-1 1 0,0 1 0,0 1-1,-27-6 1,-12 0-30,-1 3 0,-68-2 0,-237 7-16,199 5 94,146-4-50,0 0 0,0-1 0,-30-9 0,17 4 2,27 7-201,1 0 0,0 0 0,-1 0-1,1 0 1,0-1 0,0 1-1,0 0 1,0-1 0,0 1 0,0-1-1,0 1 1,1-1 0,-1 1-1,0-1 1,1 0 0,-1 1 0,1-1-1,0 0 1,0 0 0,-1 1-1,1-1 1,0 0 0,0 1-1,1-3 1,-4-15-4249,-3-2-2114</inkml:trace>
</inkml:ink>
</file>

<file path=ppt/ink/ink2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6.154"/>
    </inkml:context>
    <inkml:brush xml:id="br0">
      <inkml:brushProperty name="width" value="0.025" units="cm"/>
      <inkml:brushProperty name="height" value="0.025" units="cm"/>
    </inkml:brush>
  </inkml:definitions>
  <inkml:trace contextRef="#ctx0" brushRef="#br0">1 55 5601,'0'0'7612,"2"-9"-6987,1 0-407,-1 5-92,-1 1 1,0-1-1,0 1 1,0-1-1,0 0 0,-1 1 1,1-8-1,4 14 2247,1 8-1441,-1 22 587,-1 67-1,-4-69-1351,1 0 0,10 57 0,-8-69-323,-1 0 1,0 0-1,-3 28 1,1-19-3280,-13-28-9353</inkml:trace>
</inkml:ink>
</file>

<file path=ppt/ink/ink2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6.611"/>
    </inkml:context>
    <inkml:brush xml:id="br0">
      <inkml:brushProperty name="width" value="0.025" units="cm"/>
      <inkml:brushProperty name="height" value="0.025" units="cm"/>
    </inkml:brush>
  </inkml:definitions>
  <inkml:trace contextRef="#ctx0" brushRef="#br0">0 97 4201,'0'0'11116,"9"-2"-10419,20-2-357,0 1 0,0 2 1,1 1-1,-1 1 0,0 2 0,44 9 0,-73-12-340,86 4 122,-64-4-52,-21-1-67,0 1 0,0 0 0,1 0 0,-1-1 0,0 1 0,0-1 0,0 1 0,0-1 0,0 0 0,1 1 1,-1-1-1,-1 0 0,1 0 0,0 0 0,0 0 0,0 0 0,0 0 0,0 0 0,-1 0 0,1 0 0,-1 0 0,1 0 1,0 0-1,-1 0 0,0-1 0,1 1 0,-1 0 0,0 0 0,0 0 0,1-1 0,-1-1 0,2-45 15,-3 40-6,1 7-9,0 0 0,-1 0 0,1 0 0,-1 0 0,1 0 0,-1 1 0,1-1 0,-1 0 0,0 0 0,1 0 0,-1 1 0,0-1 0,0 0 0,0 1 0,0-1 0,1 0 0,-1 1 0,0-1 0,0 1 0,0 0 0,0-1 0,0 1 0,0 0 0,0 0 0,0-1 0,0 1 0,0 0 0,0 0 0,-1 0 0,0 0 0,-40 0 190,35 0-149,-8-1 10,14 1-49,0-1 1,0 1-1,1 0 1,-1-1-1,0 1 1,0 0-1,0 0 1,0 0 0,0 0-1,0 0 1,0 0-1,0 0 1,0 0-1,0 0 1,1 0-1,-1 0 1,0 0-1,0 1 1,0-1-1,0 0 1,0 1-1,0-1 1,1 1-1,-1-1 1,0 1-1,0-1 1,1 1-1,-1 0 1,0-1 0,1 1-1,-1 0 1,0-1-1,1 1 1,-1 0-1,1 0 1,0 0-1,-1-1 1,1 1-1,-1 0 1,1 0-1,0 0 1,0 0-1,0 0 1,-1 0-1,1 0 1,0-1-1,0 1 1,1 2-1,-1 8-15,2 1 0,0-1 0,0 0-1,1 0 1,0 0 0,1 0 0,0-1 0,1 1-1,0-1 1,0 0 0,1 0 0,1-1-1,7 10 1,1 2-1115,-10-13-1638,-4-3-2213</inkml:trace>
</inkml:ink>
</file>

<file path=ppt/ink/ink2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7.277"/>
    </inkml:context>
    <inkml:brush xml:id="br0">
      <inkml:brushProperty name="width" value="0.025" units="cm"/>
      <inkml:brushProperty name="height" value="0.025" units="cm"/>
    </inkml:brush>
  </inkml:definitions>
  <inkml:trace contextRef="#ctx0" brushRef="#br0">0 0 6673,'0'0'11391,"0"6"-10504,0 2-712,1 0 0,-1 0 0,1 0 0,0 0 0,1 0 0,0 0 0,0-1 1,1 1-1,4 9 0,-6-16-182,1 0 0,-1 0 0,1 0 0,0 0 0,0 0 0,-1 0 0,1 0 1,0-1-1,0 1 0,0-1 0,0 1 0,0-1 0,0 0 0,0 0 0,0 0 0,0 0 0,0 0 1,0 0-1,-1 0 0,1 0 0,0-1 0,0 1 0,0-1 0,0 0 0,0 0 0,0 1 0,1-2 1,40-28-391,3-14 91,-40 42 744,-6 12-212,0-9-218,0-1 0,0 1 0,-1 0 0,1-1 0,0 1 1,0 0-1,0-1 0,0 1 0,0 0 0,0-1 0,0 1 1,0 0-1,0-1 0,0 1 0,1 0 0,-1-1 0,0 1 1,0 0-1,1-1 0,-1 1 0,0-1 0,1 1 1,-1 0-1,0-1 0,1 1 0,-1-1 0,1 1 0,-1-1 1,1 0-1,-1 1 0,2 0 0,3-1-26,0 0-1,1 0 1,-1-1-1,0 1 0,0-1 1,0-1-1,1 1 1,-1-1-1,0 1 1,-1-1-1,1-1 1,0 1-1,-1-1 1,1 0-1,-1 0 1,0 0-1,0 0 1,5-6-1,-8 8 18,0 0 0,0 0-1,1 0 1,-1 1 0,0-1 0,1 0 0,-1 0-1,0 1 1,1-1 0,-1 1 0,1-1 0,-1 1-1,1 0 1,-1-1 0,1 1 0,-1 0 0,1 0-1,-1 0 1,4 1 0,-4 0-4,0 0 0,0 1 0,0-1-1,0 1 1,-1 0 0,1-1 0,0 1 0,-1-1 0,0 1 0,1 0 0,-1-1-1,0 1 1,1 0 0,-1 0 0,0-1 0,0 1 0,-1 3 0,2 5-6,-1-6-117,2-1 0,-1 1 0,0 0 1,1-1-1,0 0 0,0 1 0,0-1 0,0 0 0,0 0 0,1 0 0,-1 0 0,1 0 0,0 0 0,0-1 0,0 0 0,6 5 0,-4-5-793,0 0-1,-1 1 0,1-1 0,0-1 1,0 1-1,0-1 0,7 1 1,14-1-8151</inkml:trace>
</inkml:ink>
</file>

<file path=ppt/ink/ink2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7.617"/>
    </inkml:context>
    <inkml:brush xml:id="br0">
      <inkml:brushProperty name="width" value="0.025" units="cm"/>
      <inkml:brushProperty name="height" value="0.025" units="cm"/>
    </inkml:brush>
  </inkml:definitions>
  <inkml:trace contextRef="#ctx0" brushRef="#br0">7 1 7042,'0'0'11055,"-1"25"-10213,-5 168 853,6-27-2053,0-165-777,0-12-5727,0-49 211,0 25 2559</inkml:trace>
</inkml:ink>
</file>

<file path=ppt/ink/ink2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07.943"/>
    </inkml:context>
    <inkml:brush xml:id="br0">
      <inkml:brushProperty name="width" value="0.025" units="cm"/>
      <inkml:brushProperty name="height" value="0.025" units="cm"/>
    </inkml:brush>
  </inkml:definitions>
  <inkml:trace contextRef="#ctx0" brushRef="#br0">90 131 3441,'0'0'9535,"10"-21"-8672,32-65-184,-23 64-245,-5 21 479,-13 2-826,0-1 0,0 1 0,0 0 0,0 0 1,-1 0-1,1 0 0,0 0 0,-1 0 0,1 0 0,0 0 0,-1 0 1,1 0-1,-1 1 0,1-1 0,-1 0 0,0 0 0,0 0 0,1 1 1,-1 1-1,0 12 250,0 1 1,-1 0-1,-1-1 0,0 1 1,-1-1-1,-1 0 1,-7 18-1,10-29-315,-2 1-1,1-1 0,0 1 1,-1-1-1,0 0 1,0 0-1,0 0 1,-1-1-1,1 1 0,-1-1 1,0 0-1,0 0 1,0 0-1,0 0 1,-1-1-1,1 1 0,-1-1 1,1 0-1,-1-1 1,0 1-1,0-1 1,1 0-1,-1 0 1,0 0-1,0-1 0,-9 0 1,11-1-20,0 1 0,0-1 0,0 0 0,0 0 0,1 0 0,-1 0 0,0-1 0,1 1 0,-1-1 0,1 1 0,-1-1 0,1 0 0,0 0 0,-4-4 0,-1-12-6166</inkml:trace>
</inkml:ink>
</file>

<file path=ppt/ink/ink2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10.023"/>
    </inkml:context>
    <inkml:brush xml:id="br0">
      <inkml:brushProperty name="width" value="0.025" units="cm"/>
      <inkml:brushProperty name="height" value="0.025" units="cm"/>
    </inkml:brush>
  </inkml:definitions>
  <inkml:trace contextRef="#ctx0" brushRef="#br0">93 130 4945,'0'0'9034,"4"-5"-8906,68-57 1684,-74 58 2204,-10 2-3290,-11 3-953,18 1 247,1 1 0,0 0 0,0 0 0,0 0 1,0 1-1,0-1 0,1 1 0,0 0 0,0 0 0,0 0 1,0 0-1,0 1 0,1-1 0,0 1 0,-2 5 0,-25 77 416,29-86-429,-44 161 512,44-161-508,-1 1 0,0 0-1,1-1 1,0 1 0,-1 0 0,1 0-1,0 0 1,0-1 0,0 1 0,0 0 0,0 0-1,0-1 1,1 1 0,-1 0 0,0 0 0,1-1-1,0 1 1,-1 0 0,1-1 0,0 1-1,0-1 1,0 1 0,0-1 0,0 1 0,0-1-1,0 0 1,0 1 0,1-1 0,-1 0-1,1 0 1,-1 0 0,3 1 0,2 0 27,1 0 1,-1-1-1,1 0 0,0 0 1,-1-1-1,1 1 0,8-2 1,2 1-45,-10-1 15,1 0 0,-1 0-1,1-1 1,-1 0-1,1 0 1,-1-1-1,0 0 1,0 0-1,0-1 1,0 0-1,-1 0 1,0 0 0,1-1-1,-2 0 1,12-11-1,-1-2 2,-1 0 0,-1-1 0,24-40-1,-33 48 3,-1-1 0,-1 0 0,1-1 0,-2 1 0,0 0 0,0-1 0,-1 1 0,-1-1 0,0 0 0,-3-20 0,2-13 35,1 44-17,0-1 0,-1 1 0,1-1 0,-1 1 0,0 0-1,0-1 1,0 1 0,0 0 0,0-1 0,0 1 0,0 0 0,-1 0 0,1 0-1,-1 0 1,0 0 0,1 1 0,-1-1 0,0 0 0,0 1 0,0-1 0,0 1-1,0 0 1,-1 0 0,1 0 0,0 0 0,0 0 0,-1 0 0,1 0 0,-1 1 0,1-1-1,-5 1 1,0-1 66,1 0 0,-1 0 0,1 1 0,-1 0 0,1 1 0,0-1 0,-1 1 1,1 0-1,-1 1 0,1 0 0,-7 2 0,12-3-150,1-1 0,-1 0 0,1 1 0,0-1 1,-1 0-1,1 1 0,-1-1 0,1 1 0,0-1 1,-1 1-1,1-1 0,0 1 0,-1-1 0,1 1 1,0-1-1,0 1 0,-1 0 0,1-1 0,0 1 1,0-1-1,0 1 0,0 0 0,0-1 0,0 1 1,0-1-1,0 1 0,0 0 0,0-1 0,0 1 1,0-1-1,1 1 0,-1 0 0,0-1 0,0 1 1,1-1-1,-1 1 0,0-1 0,1 1 0,-1-1 1,0 1-1,1-1 0,-1 1 0,1-1 0,-1 0 1,1 1-1,-1-1 0,1 0 0,-1 1 0,1-1 0,-1 0 1,1 1-1,8 9-4145,-3 2-2433</inkml:trace>
</inkml:ink>
</file>

<file path=ppt/ink/ink2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194"/>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195"/>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196"/>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197"/>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198"/>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199"/>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0"/>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1"/>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2"/>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3"/>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4"/>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5"/>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7"/>
    </inkml:context>
    <inkml:brush xml:id="br0">
      <inkml:brushProperty name="width" value="0.025" units="cm"/>
      <inkml:brushProperty name="height" value="0.025" units="cm"/>
    </inkml:brush>
  </inkml:definitions>
  <inkml:trace contextRef="#ctx0" brushRef="#br0">0 24 224,'0'0'5552,"31"-7"-1358,-28 2-3594,-3 4-427,0 1 1,0-1 0,1 1 0,-1-1 0,0 1 0,0-1-1,1 1 1,-1-1 0,0 1 0,1-1 0,-1 1 0,1-1 0,-1 1-1,0-1 1,1 1 0,-1 0 0,1-1 0,-1 1 0,1 0-1,-1-1 1,1 1 0,0 0 0,-1 0 0,1-1 0,-1 1 0,1 0-1,0 0 1,-1 0 0,1 0 0,-1 0 0,5 0 7143,-3 0-7264,1 0 1,0 0 0,0 0-1,-1 0 1,1 0 0,0 0 0,0 1-1,-1-1 1,1 1 0,-1 0-1,6 2 1,-5-2 23,20 3-27,0-2 0,-1 0 0,1-1 0,23-3-1,0 1-34,96-12 385,-148 42-117,-21 24 194,-49 72 0,-7 16 177,65-86-228,16-47-345,0 1 1,0-1 0,-1 1 0,-1-1-1,1 0 1,-8 12 0,0 6 401,10-21-5287</inkml:trace>
</inkml:ink>
</file>

<file path=ppt/ink/ink2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8"/>
    </inkml:context>
    <inkml:brush xml:id="br0">
      <inkml:brushProperty name="width" value="0.025" units="cm"/>
      <inkml:brushProperty name="height" value="0.025" units="cm"/>
    </inkml:brush>
  </inkml:definitions>
  <inkml:trace contextRef="#ctx0" brushRef="#br0">1 36 384,'0'0'21211,"0"0"-21203,0 0 0,0-1 0,0 1-1,0 0 1,0-1 0,1 1 0,-1 0-1,0 0 1,0-1 0,0 1 0,0 0-1,0 0 1,1-1 0,-1 1 0,0 0-1,0 0 1,1-1 0,-1 1 0,0 0-1,0 0 1,1 0 0,-1 0 0,0-1-1,0 1 1,1 0 0,-1 0 0,0 0-1,1 0 1,-1 0 0,0 0 0,0 0-1,1 0 1,-1 0 0,0 0 0,1 0-1,0 0 1,34 0 182,-3 2-116,-1-2 0,0-2 0,0 0 0,0-2 0,58-15-1,-89 18-109,0 1 0,0 0-1,1 0 1,-1-1-1,0 1 1,1 0-1,-1-1 1,0 1-1,1 0 1,-1 0 0,0 0-1,1-1 1,-1 1-1,0 0 1,1 0-1,-1 0 1,1 0 0,-1 0-1,0 0 1,1 0-1,-1 0 1,0 0-1,1 0 1,-1 0-1,1 0 1,-1 0 0,0 0-1,1 0 1,-1 0-1,1 0 1,-1 0-1,0 1 1,1-1-1,-1 0 1,0 0 0,1 0-1,-1 1 1,0-1-1,1 0 1,-1 0-1,0 1 1,0-1-1,1 0 1,-1 1 0,0-1-1,0 0 1,0 1-1,1-1 1,-1 1-1,-10 18-6109,-3-5-2792</inkml:trace>
</inkml:ink>
</file>

<file path=ppt/ink/ink2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09"/>
    </inkml:context>
    <inkml:brush xml:id="br0">
      <inkml:brushProperty name="width" value="0.025" units="cm"/>
      <inkml:brushProperty name="height" value="0.025" units="cm"/>
    </inkml:brush>
  </inkml:definitions>
  <inkml:trace contextRef="#ctx0" brushRef="#br0">1 0 256,'0'0'528</inkml:trace>
</inkml:ink>
</file>

<file path=ppt/ink/ink2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22.210"/>
    </inkml:context>
    <inkml:brush xml:id="br0">
      <inkml:brushProperty name="width" value="0.025" units="cm"/>
      <inkml:brushProperty name="height" value="0.025" units="cm"/>
    </inkml:brush>
  </inkml:definitions>
  <inkml:trace contextRef="#ctx0" brushRef="#br0">66 164 1632,'-12'-29'2009,"6"23"-1366,2 3-510,0 0 1,1-1 0,0 1-1,0-1 1,0 0-1,0 0 1,1 0 0,-1 0-1,1 0 1,0 0 0,-2-7-1,1 5-59,-5-21 7662,8 26-7535,0 1 0,0-1 0,0 0 0,0 1-1,1-1 1,-1 0 0,0 0 0,0 1 0,1-1 0,-1 1 0,1-1 0,-1 0 0,0 1 0,1-1 0,-1 1 0,1-1-1,-1 1 1,1-1 0,0 1 0,-1-1 0,1 1 0,-1 0 0,1-1 0,0 1 0,-1 0 0,1 0 0,0-1 0,0 1-1,-1 0 1,1 0 0,0 0 0,-1 0 0,1 0 0,0 0 0,0 0 0,-1 0 0,1 0 0,1 0 0,79-1 563,99-15 0,-103 5-539,-76 11-190,31 0-6,5 0-5,-36 0 164,-6 7-89,0-1 0,-1 1 0,0-1 0,-1 0-1,-7 6 1,10-9-35,-49 47 44,-39 32 77,61-57 64,30-24 166,-11 2 727,20 1-1141,0 0 0,0 0 0,1-1 0,-1 0 0,1 0 0,11 1 0,-14-2 0,-3-2-2,-1 1-1,1 0 1,-1 0 0,1 0 0,-1 0 0,1 1 0,-1-1 0,0 1-1,0-1 1,1 1 0,-1 0 0,0 0 0,-1 0 0,1 0 0,0 0-1,-1 0 1,1 0 0,-1 1 0,1-1 0,-1 1 0,0-1 0,0 1-1,0-1 1,0 4 0,1 4-64,0 1 0,-1 0 0,-1 0-1,0 18 1,-1-10-143,1-16 207,-1-1 0,0 0 0,1 0 0,-1 1 0,0-1 0,0 0 0,-1 0 0,1 0 0,0 0 0,-1 0 0,1-1 0,-1 1 0,0 0 0,1-1 0,-1 1 0,0-1 0,0 1 1,-3 0-1,-40 24-51,41-24 31,-10 2 45,0-1-1,-1 0 1,1-1 0,-1 0-1,0-2 1,0 0-1,-27-3 1,0 2 226,-9 1 2301,65 6-16503,-2 0 6179</inkml:trace>
</inkml:ink>
</file>

<file path=ppt/ink/ink2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47.858"/>
    </inkml:context>
    <inkml:brush xml:id="br0">
      <inkml:brushProperty name="width" value="0.025" units="cm"/>
      <inkml:brushProperty name="height" value="0.025" units="cm"/>
    </inkml:brush>
  </inkml:definitions>
  <inkml:trace contextRef="#ctx0" brushRef="#br0">0 116 720,'0'0'5840,"5"1"-1233,16 7-4465,-15 1-90,0 2-1,-1-1 1,0 0-1,0 1 1,-1 0 0,0 0-1,-1 0 1,0 1-1,-1-1 1,1 17 0,9 39 27,-5-49-28,0 0 1,15 27 0,-13-29 23,-1 2 1,10 28-1,-15-39-44,0-1-1,0 1 0,0-1 1,1 0-1,0 0 0,0-1 1,1 1-1,0-1 0,0 0 1,0 0-1,0 0 0,1-1 1,0 0-1,0 0 0,0 0 1,0-1-1,0 0 0,1 0 0,0-1 1,-1 0-1,1 0 0,8 1 1,20 9-4,-28-9-22,1 0 1,-1 0 0,1-1-1,-1-1 1,1 1 0,0-1-1,8 0 1,208 6 821,-220-8-824,0-1 0,1 1 0,-1-1 0,0 0 0,0 0 0,1 0 0,-1 0 0,-1-1 0,1 1 1,0-1-1,-1 0 0,5-5 0,25-17 34,15 0 27,-2-3-1,-1-1 1,72-62 0,-98 74-85,23-20 280,-1-1 0,52-66 0,-79 86-200,-9 13-21,0-1-1,-1 1 1,0-1 0,-1 0 0,7-12-1,-1-4 751,25-38 0,-17 30-673,-16 29-168,7-18 835,-27 16 822,12 4-1605,0 0-1,0 1 1,0 0 0,0 0 0,1 1-1,-1-1 1,1 2 0,0-1 0,0 0-1,0 1 1,-8 7 0,-35 18 1,42-26 0,-14 5-2,-1 2 0,1 0 0,-23 17 0,42-26 2,-14 1 1,14-2 45,47 0 74,-37-2-118,0-1 0,0 0 0,0 0 1,0 0-1,-1-1 0,0 0 0,12-9 1,17-9-4,55-36 2,-87 58 4,-2 0-11,-1 0-74,0 1 81,0-1 0,0 1 0,0 0 0,-1-1 0,1 1-1,0 0 1,0 0 0,0 0 0,0 0 0,-1 0 0,1 0 0,-1 0 0,1 0-1,-1 0 1,1 0 0,-1 0 0,1 0 0,-1 1 0,0-1 0,0 0 0,1 1-1,3 9 13,0-5 48,0-1 1,-1 1-1,0 0 1,1 0-1,-2 0 0,1 1 1,-1-1-1,0 1 0,0-1 1,-1 1-1,0 0 0,0-1 1,-1 1-1,0 13 0,17-13 736,-16-7-817,-1 0 1,1 0-1,0 0 0,0 0 1,-1 0-1,1 0 1,0 0-1,0 0 1,-1 0-1,1 1 1,0-1-1,0 0 0,-1 0 1,1 1-1,0-1 1,-1 0-1,1 1 1,0-1-1,-1 1 1,1-1-1,0 1 1,-1-1-1,1 1 0,-1-1 1,1 1-1,-1 0 1,0-1-1,1 1 1,-1 0-1,1-1 1,-1 2-1,-17 2-4941,10-1-1259</inkml:trace>
</inkml:ink>
</file>

<file path=ppt/ink/ink2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1"/>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2"/>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3"/>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4"/>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5"/>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6"/>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7"/>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8"/>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79"/>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80"/>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81"/>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82"/>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85"/>
    </inkml:context>
    <inkml:brush xml:id="br0">
      <inkml:brushProperty name="width" value="0.025" units="cm"/>
      <inkml:brushProperty name="height" value="0.025" units="cm"/>
    </inkml:brush>
  </inkml:definitions>
  <inkml:trace contextRef="#ctx0" brushRef="#br0">1 0 256,'0'0'528</inkml:trace>
</inkml:ink>
</file>

<file path=ppt/ink/ink2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8:57.686"/>
    </inkml:context>
    <inkml:brush xml:id="br0">
      <inkml:brushProperty name="width" value="0.025" units="cm"/>
      <inkml:brushProperty name="height" value="0.025" units="cm"/>
    </inkml:brush>
  </inkml:definitions>
  <inkml:trace contextRef="#ctx0" brushRef="#br0">66 164 1632,'-12'-29'2009,"6"23"-1366,2 3-510,0 0 1,1-1 0,0 1-1,0-1 1,0 0-1,0 0 1,1 0 0,-1 0-1,1 0 1,0 0 0,-2-7-1,1 5-59,-5-21 7662,8 26-7535,0 1 0,0-1 0,0 0 0,0 1-1,1-1 1,-1 0 0,0 0 0,0 1 0,1-1 0,-1 1 0,1-1 0,-1 0 0,0 1 0,1-1 0,-1 1 0,1-1-1,-1 1 1,1-1 0,0 1 0,-1-1 0,1 1 0,-1 0 0,1-1 0,0 1 0,-1 0 0,1 0 0,0-1 0,0 1-1,-1 0 1,1 0 0,0 0 0,-1 0 0,1 0 0,0 0 0,0 0 0,-1 0 0,1 0 0,1 0 0,79-1 563,99-15 0,-103 5-539,-76 11-190,31 0-6,5 0-5,-36 0 164,-6 7-89,0-1 0,-1 1 0,0-1 0,-1 0-1,-7 6 1,10-9-35,-49 47 44,-39 32 77,61-57 64,30-24 166,-11 2 727,20 1-1141,0 0 0,0 0 0,1-1 0,-1 0 0,1 0 0,11 1 0,-14-2 0,-3-2-2,-1 1-1,1 0 1,-1 0 0,1 0 0,-1 0 0,1 1 0,-1-1 0,0 1-1,0-1 1,1 1 0,-1 0 0,0 0 0,-1 0 0,1 0 0,0 0-1,-1 0 1,1 0 0,-1 1 0,1-1 0,-1 1 0,0-1 0,0 1-1,0-1 1,0 4 0,1 4-64,0 1 0,-1 0 0,-1 0-1,0 18 1,-1-10-143,1-16 207,-1-1 0,0 0 0,1 0 0,-1 1 0,0-1 0,0 0 0,-1 0 0,1 0 0,0 0 0,-1 0 0,1-1 0,-1 1 0,0 0 0,1-1 0,-1 1 0,0-1 0,0 1 1,-3 0-1,-40 24-51,41-24 31,-10 2 45,0-1-1,-1 0 1,1-1 0,-1 0-1,0-2 1,0 0-1,-27-3 1,0 2 226,-9 1 2301,65 6-16503,-2 0 6179</inkml:trace>
</inkml:ink>
</file>

<file path=ppt/ink/ink2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05.315"/>
    </inkml:context>
    <inkml:brush xml:id="br0">
      <inkml:brushProperty name="width" value="0.025" units="cm"/>
      <inkml:brushProperty name="height" value="0.025" units="cm"/>
    </inkml:brush>
  </inkml:definitions>
  <inkml:trace contextRef="#ctx0" brushRef="#br0">0 1 2801,'0'0'6076,"34"0"550,-22 0-6811,48 7 484,0-2 0,94-6 0,-31-1 110,-128 5-371,-1 1 0,1-1-1,0 1 1,1 0 0,-1 0 0,1 0 0,-1 1 0,-3 5 0,5-6 1,-19 22 49,0 2 1,3 0-1,0 2 1,2 0 0,1 0-1,-18 49 1,19-41 263,-2-1 1,-33 55-1,30-42 247,20-49 204,0-15-9632,0 5 2568</inkml:trace>
</inkml:ink>
</file>

<file path=ppt/ink/ink2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05.953"/>
    </inkml:context>
    <inkml:brush xml:id="br0">
      <inkml:brushProperty name="width" value="0.025" units="cm"/>
      <inkml:brushProperty name="height" value="0.025" units="cm"/>
    </inkml:brush>
  </inkml:definitions>
  <inkml:trace contextRef="#ctx0" brushRef="#br0">35 1 1280,'0'0'9336,"-6"0"-8554,6 0-1181,-22-1 3038,16 3 261,15 2-1873,24 3-595,0-2 0,0-1 0,0-2 0,0-1 0,39-4 1,2 1 209,-36 1-215,0-2 0,41-9 0,-68 10 639,-29 3 241,0 0-2512,-45 8-8396,37-5 1138</inkml:trace>
</inkml:ink>
</file>

<file path=ppt/ink/ink2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25"/>
    </inkml:context>
    <inkml:brush xml:id="br0">
      <inkml:brushProperty name="width" value="0.025" units="cm"/>
      <inkml:brushProperty name="height" value="0.025" units="cm"/>
    </inkml:brush>
  </inkml:definitions>
  <inkml:trace contextRef="#ctx0" brushRef="#br0">0 1 2801,'0'0'6076,"34"0"550,-22 0-6811,48 7 484,0-2 0,94-6 0,-31-1 110,-128 5-371,-1 1 0,1-1-1,0 1 1,1 0 0,-1 0 0,1 0 0,-1 1 0,-3 5 0,5-6 1,-19 22 49,0 2 1,3 0-1,0 2 1,2 0 0,1 0-1,-18 49 1,19-41 263,-2-1 1,-33 55-1,30-42 247,20-49 204,0-15-9632,0 5 2568</inkml:trace>
</inkml:ink>
</file>

<file path=ppt/ink/ink2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26"/>
    </inkml:context>
    <inkml:brush xml:id="br0">
      <inkml:brushProperty name="width" value="0.025" units="cm"/>
      <inkml:brushProperty name="height" value="0.025" units="cm"/>
    </inkml:brush>
  </inkml:definitions>
  <inkml:trace contextRef="#ctx0" brushRef="#br0">35 1 1280,'0'0'9336,"-6"0"-8554,6 0-1181,-22-1 3038,16 3 261,15 2-1873,24 3-595,0-2 0,0-1 0,0-2 0,0-1 0,39-4 1,2 1 209,-36 1-215,0-2 0,41-9 0,-68 10 639,-29 3 241,0 0-2512,-45 8-8396,37-5 1138</inkml:trace>
</inkml:ink>
</file>

<file path=ppt/ink/ink2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17.927"/>
    </inkml:context>
    <inkml:brush xml:id="br0">
      <inkml:brushProperty name="width" value="0.025" units="cm"/>
      <inkml:brushProperty name="height" value="0.025" units="cm"/>
    </inkml:brush>
  </inkml:definitions>
  <inkml:trace contextRef="#ctx0" brushRef="#br0">0 360 3673,'0'0'10931,"0"32"-10321,1-19-440,1 1 1,1-1-1,0 0 0,0-1 1,2 1-1,-1-1 0,11 19 1,-10-20-83,45 65 129,-12-12-97,-26-47-33,0-3-27,1-1 0,1 0 1,0-1-1,0 0 0,28 16 0,-29-20-28,0-1-1,0 0 0,1-1 0,0-1 0,0 0 0,0-1 1,0-1-1,1 0 0,-1-1 0,1 0 0,0-1 0,0-1 1,-1 0-1,1-1 0,24-5 0,11-10 567,0-2-1,93-49 1,-138 64-589,0-2 0,0 1 0,-1 0 0,0-1 0,0 0 0,0 0 0,0 0 0,-1 0 1,0-1-1,0 1 0,-1-1 0,3-7 0,16-27-1,1 10 27,36-37 1,7-10 21,-38 39-37,-17 23-15,0 1-1,1 0 1,23-23 0,-22 25 2,-1-1-1,0 1 1,12-22 0,9-11 7,-29 41-11,0-1 0,-1 0-1,0 0 1,0 0 0,0 0 0,2-9-1,10-25 18,4-12 13,-5 8-15,-12 43 4,-1-1 1,0 1 0,1-1 0,-1 1-1,0-1 1,1 1 0,-1-1 0,0 1-1,0-1 1,0 1 0,0-1 0,1 1-1,-1-1 1,0 0 0,0 1 0,0-1-1,0 1 1,0-1 0,0 1 0,0-1-1,-1 0 1,1 1 0,0-1 0,0 1-1,0-1 1,-1 1 0,1-1 0,0 1-1,0-1 1,-1 1 0,1-1 0,0 1-1,-1-1 1,1 1 0,-1-1 0,1 1-1,-1-1 1,-1 1-6,0-1 1,1 1-1,-1 0 0,1 0 1,-1 0-1,0 0 0,1 0 1,-1 0-1,1 0 0,-1 1 1,1-1-1,-1 1 0,0-1 1,1 1-1,0-1 0,-1 1 1,-1 1-1,-59 28-11,18-10-22,1 2 0,-63 44 1,92-52 312,33-20-241,32-19-65,-26 11 16,183-100 18,-203 114-27,-4 0 5,-1 36 549,-1-16-304,0-16-207,1 0 0,-1 0 0,1 0 0,0 0 0,0 0 0,0 0 0,1 0 0,-1 0-1,1 0 1,0 0 0,0-1 0,1 1 0,-1 0 0,1 0 0,4 6 0,-1-5 23,0-1 0,1 0 0,-1 0 0,1 0-1,0-1 1,0 0 0,1 0 0,-1 0 0,1-1 0,-1 0 0,13 2 0,-18-3-99,-1-1 0,1 1 0,-1-1 0,1 1 0,0-1 0,-1 1 0,1 0 0,-1-1 0,0 1 0,1 0 0,-1-1 0,1 1 0,-1 0 0,0-1-1,0 1 1,1 0 0,-1 0 0,0 0 0,0-1 0,0 1 0,0 0 0,0 0 0,0-1 0,0 1 0,0 1 0,-4 16-5160,-6 0-1749</inkml:trace>
</inkml:ink>
</file>

<file path=ppt/ink/ink2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1"/>
    </inkml:context>
    <inkml:brush xml:id="br0">
      <inkml:brushProperty name="width" value="0.025" units="cm"/>
      <inkml:brushProperty name="height" value="0.025" units="cm"/>
      <inkml:brushProperty name="color" value="#E71224"/>
    </inkml:brush>
  </inkml:definitions>
  <inkml:trace contextRef="#ctx0" brushRef="#br0">71 71 4185,'0'0'4449,"-70"-48"-4449,70 41-56,0 1 48,0-1-56,0 4-184</inkml:trace>
</inkml:ink>
</file>

<file path=ppt/ink/ink2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2"/>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2"/>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3"/>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4"/>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5"/>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6"/>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7"/>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8"/>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19"/>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20"/>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21"/>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29.622"/>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37.761"/>
    </inkml:context>
    <inkml:brush xml:id="br0">
      <inkml:brushProperty name="width" value="0.025" units="cm"/>
      <inkml:brushProperty name="height" value="0.025" units="cm"/>
    </inkml:brush>
  </inkml:definitions>
  <inkml:trace contextRef="#ctx0" brushRef="#br0">107 11 3873,'0'0'5770,"-18"0"2783,169 10-6985,-101-5-1380,99-2 0,-140-4-196,0-1 0,0 0 0,-1 0 0,12-5 0,-13 4 212,0 0 0,0 1-1,0 0 1,0 1-1,14-2 1,-26 4-191,0 1-1,1 0 1,-1 0 0,1 0 0,0 0-1,0 1 1,-8 6 0,-17 9-15,6-3-3,0 1 0,1 1 0,1 1 0,-30 33 0,39-39 5,-52 61-7,146-72 580,-52-3-581,-20 1-13,-1 1-1,0-1 1,1 2-1,-1-1 1,16 4-1,-24-3 5,0 0-1,-1 0 1,1 0-1,0 0 1,0 0 0,-1 0-1,1 0 1,0 0-1,-1 0 1,0 1 0,1-1-1,-1 0 1,1 0-1,-1 1 1,0-1 0,0 0-1,0 0 1,0 1-1,0-1 1,0 2-1,-1 37-26,0-26 18,1-13 25,-1 0 0,0 1 0,0-1 0,0 0 0,0 1 0,0-1 0,0 0 0,0 0 0,-1 0 0,1 0 0,0 0 0,0 0 0,-1 0 0,1 0 0,-1 0 0,1-1 0,-1 1 0,-1 0 0,-41 16 4,30-12-4,-22 11 6,25-10 6,-1 0 1,1-1-1,-1-1 0,0 0 0,-1-1 1,1 0-1,0 0 0,-26 0 0,-153 13 1652,180-15-6,14 0-1551,12 2-2890,-4 6-3891,-10 3 359</inkml:trace>
</inkml:ink>
</file>

<file path=ppt/ink/ink2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2.796"/>
    </inkml:context>
    <inkml:brush xml:id="br0">
      <inkml:brushProperty name="width" value="0.025" units="cm"/>
      <inkml:brushProperty name="height" value="0.025" units="cm"/>
    </inkml:brush>
  </inkml:definitions>
  <inkml:trace contextRef="#ctx0" brushRef="#br0">71 100 2833,'0'0'3211,"6"-8"2222,-7 13-5257,0-1-1,0 0 1,0 0-1,-1 0 1,0 0-1,0 0 1,0-1-1,0 1 0,0 0 1,-1-1-1,-4 6 1,3-5-47,0 1 0,0 0 0,1 0 0,0 0-1,0 0 1,1 1 0,-1-1 0,-1 8 0,-5 125 1493,7-127-1488,-8 77 605,11-87-715,-1 0 1,1-1-1,-1 1 0,1 0 0,0-1 0,-1 1 0,1-1 0,0 1 0,0-1 0,-1 1 0,1-1 0,0 1 1,0-1-1,0 0 0,0 0 0,-1 1 0,1-1 0,0 0 0,0 0 0,0 0 0,0 0 0,0 0 0,0 0 1,1 0-1,31 1 516,-28-1-362,9 0 44,-10 1-167,0-1 1,0 0-1,1 0 0,-1 0 0,0 0 0,0 0 0,0-1 0,0 0 0,0 0 1,0 0-1,0 0 0,0-1 0,0 0 0,0 0 0,-1 0 0,1 0 0,4-4 1,55-51 408,-46 39-294,-8 9-92,-1 0 0,0 0 0,0-1 0,-1 0 0,0 0 0,0-1-1,-1 0 1,-1 0 0,8-22 0,-9 9-49,-1 1-1,-1-1 1,-1 1-1,-3-25 1,2 4 95,-39 15 97,36 27-224,0 1 0,-1-1-1,1 1 1,-1 0 0,1 0-1,-1 0 1,0 1 0,1-1 0,-1 1-1,0 0 1,1 0 0,-1 0-1,0 1 1,1-1 0,-1 1-1,0 0 1,-5 2 0,-2 2 18,1 0 0,1 0 1,-1 1-1,-11 10 0,-20 11 122,40-26-129,-1 4 98,1 1 0,-1-1 1,0 1-1,-1-1 0,1 0 1,-1 1-1,0-2 0,-1 1 1,1 0-1,-1 0 0,0-1 1,0 0-1,-9 7 0,6-4 306,7-7-386,0 0 0,0 0 0,0 1 0,0-1 0,0 0 0,0 0 0,0 0 0,0 0 0,0 1 0,0-1 0,0 0 0,0 0 0,0 0 0,0 0 0,0 0 0,1 1 0,-1-1 0,0 0 0,0 0 0,0 0 0,0 0 0,0 0 0,0 0 0,0 1 0,0-1 0,1 0 0,-1 0 0,0 0 0,0 0 0,0 0 0,0 0 0,0 0 0,1 0 0,-1 0 0,0 0 0,0 0 0,0 0 0,0 0 0,0 1 0,1-1 0,-1 0 0,0 0 0,0-1 0,0 1 0,0 0-1,1 0 1,-1 0 0,0 0 0,0 0 0,0 0 0,0 0 0,0 0 0,1 0 0,-1 0 0,0 0 0,0 0 0,0 0 0,0-1 0,4 1-5769</inkml:trace>
</inkml:ink>
</file>

<file path=ppt/ink/ink2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6.930"/>
    </inkml:context>
    <inkml:brush xml:id="br0">
      <inkml:brushProperty name="width" value="0.025" units="cm"/>
      <inkml:brushProperty name="height" value="0.025" units="cm"/>
    </inkml:brush>
  </inkml:definitions>
  <inkml:trace contextRef="#ctx0" brushRef="#br0">1 443 1144,'0'0'6334,"0"-4"-6814,0-30 9325,3 32-7965,0 10-454,-2-2-291,0 0 1,1 0-1,-1 0 0,1 0 1,0 0-1,1-1 0,0 1 1,0-1-1,0 0 0,0 0 1,1 0-1,0 0 0,0 0 1,0-1-1,0 0 1,1 0-1,0 0 0,8 5 1,4 3 108,2 0 0,0-1 0,0-1-1,26 9 1,-7-7-96,1-3-1,1-1 1,-1-2-1,42 2 1,3 0 131,-52-5-232,1-2 0,0-1 0,-1-2 0,1-1 0,-1-2 0,0-1-1,0-1 1,36-14 0,-37 12-43,-18 6 0,0-1-1,-1 0 1,0 0-1,0-1 0,0-1 1,0 0-1,-1 0 1,0-1-1,0-1 0,12-11 1,-8 6 1,0 1 1,1 0-1,19-10 1,-18 11-4,-1 0 1,0 0-1,15-16 1,-25 22-3,1 0-1,0 0 1,0 1 0,0 0 0,1 0-1,-1 0 1,1 1 0,0 0 0,12-2 0,85-15 17,-71 15 17,-7 2 22,0 0 0,-1 2 0,1 2 0,27 2 0,-50-2-35,1 1-1,-1-1 1,0 1 0,1 0-1,-1 0 1,0 0 0,0 0-1,0 1 1,-1-1 0,1 1-1,-1 0 1,1 0 0,-1 1-1,0-1 1,0 1 0,0-1-1,-1 1 1,1 0 0,-1 0-1,0 0 1,0 1-1,0-1 1,-1 0 0,0 1-1,1-1 1,-1 1 0,-1-1-1,1 6 1,-1 109 1661,0-164-1229,0-86-469,1 128 13,0 1-1,0-1 1,0 1-1,0-1 0,0 1 1,0-1-1,1 1 1,-1 0-1,1-1 1,0 1-1,0 0 1,0 0-1,0 0 1,0 1-1,0-1 1,0 0-1,1 1 1,-1-1-1,0 1 0,1 0 1,-1 0-1,1 0 1,2-1-1,8-3 2,0 1-1,0 0 0,19-3 0,28-4-14,-24 3-1,0 2-1,1 2 1,-1 1-1,60 3 1,20 28 46,-72-23-22,11 0-2,0 3 0,72 19 0,-36-4 1,94 10 0,-120-22-7,148 11-6,-133-15 8,202-2 15,-165-7 64,-93 1-55,0-1 0,40-10 0,18-2 44,-59 11-32,0-1 0,1 0 0,-2-2 0,1-1 0,33-14 0,-55 19-16,1 1 0,-1-1 0,1 1 0,-1-1 0,0 0 0,0 0-1,1 0 1,-1 0 0,-1 0 0,1 0 0,0 0 0,0 0 0,-1 0 0,1 0 0,-1-1 0,0 1 0,0 0 0,0 0 0,0-3 0,-1-57 21,0 39-17,1-209 2394,-8 265-2389,6-27-208,0 0-1,-1 1 1,0-1 0,0 0 0,-6 8-1,-12 14-3444,13-18 1035,-10 12-4117</inkml:trace>
</inkml:ink>
</file>

<file path=ppt/ink/ink2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7.801"/>
    </inkml:context>
    <inkml:brush xml:id="br0">
      <inkml:brushProperty name="width" value="0.025" units="cm"/>
      <inkml:brushProperty name="height" value="0.025" units="cm"/>
    </inkml:brush>
  </inkml:definitions>
  <inkml:trace contextRef="#ctx0" brushRef="#br0">290 68 1408,'0'0'14283,"3"-11"-13334,10-34 28,-10 34 50,-6 11-84,-5 0-807,0 1 1,0 1 0,0-1-1,0 1 1,1 0-1,-1 1 1,1 0 0,-14 7-1,-59 42 13,42-27 101,33-22-223,-37 29 185,40-30-209,0 1 1,0-1-1,0 0 1,1 1-1,-1-1 1,1 1-1,0-1 1,0 1-1,0 0 1,0-1-1,0 1 1,1 0-1,-1 0 1,1 0-1,-1 5 1,2-7 0,0 0 0,0 0 0,-1 0 0,1 0 0,0 0 0,0 0-1,0 0 1,0 0 0,0 0 0,0-1 0,0 1 0,0 0 0,0-1 0,0 1 0,1-1 0,-1 1 0,0-1 0,0 0 0,0 1-1,1-1 1,1 0 0,33 7 36,-33-7-41,8 2 14,-3-2-70,0 1 0,0 0 0,-1 1 1,1 0-1,0 0 0,-1 1 1,10 4-1,-16-6 46,-1 1 1,1 0 0,-1-1-1,0 1 1,1 0 0,-1 0-1,0-1 1,0 1-1,0 0 1,0-1 0,0 1-1,-1 0 1,1 0-1,0-1 1,-1 1 0,1 0-1,-1-1 1,0 1-1,1-1 1,-1 1 0,0-1-1,0 1 1,-1 1-1,-8 5 41,1 0-1,-1-1 0,0 0 1,-1-1-1,0 0 1,0 0-1,0-1 0,-1-1 1,1 0-1,-1-1 0,0 0 1,0 0-1,-23 1 0,34-4-438,2-10-7263,4 1 823</inkml:trace>
</inkml:ink>
</file>

<file path=ppt/ink/ink2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8.498"/>
    </inkml:context>
    <inkml:brush xml:id="br0">
      <inkml:brushProperty name="width" value="0.025" units="cm"/>
      <inkml:brushProperty name="height" value="0.025" units="cm"/>
    </inkml:brush>
  </inkml:definitions>
  <inkml:trace contextRef="#ctx0" brushRef="#br0">3 244 7458,'0'0'9774,"0"9"-9261,-1 18-106,0-12-277,1 0-1,0 0 0,1 0 1,1-1-1,6 30 0,-7-41-126,1 1 0,-1-1 0,1 1-1,0-1 1,0 0 0,0 1 0,0-1 0,0 0-1,1 0 1,0 0 0,-1-1 0,1 1 0,0-1-1,0 1 1,1-1 0,-1 0 0,0 0 0,1-1-1,-1 1 1,1-1 0,-1 1 0,1-1 0,0 0-1,0-1 1,-1 1 0,1-1 0,0 1-1,0-1 1,5-1 0,-5 1 10,0-1 1,0-1-1,0 1 0,0 0 0,0-1 1,0 0-1,0 0 0,-1 0 0,1 0 1,-1-1-1,0 0 0,0 1 1,0-1-1,0 0 0,0 0 0,0-1 1,-1 1-1,1 0 0,-1-1 0,0 0 1,0 1-1,-1-1 0,3-7 0,4-10-1,0 0-1,9-44 0,-12 42 67,-2 0 1,0 0-1,-1-24 1,0 48-55,0-1 1,1 1 0,-1 0 0,0 0-1,0 0 1,0 1 0,-1-1 0,1 0 0,0 1-1,0-1 1,2 4 0,4 4 183,1-1 0,0 0 0,17 13 0,-17-15-44,0 1 0,0 0 0,12 15 0,-10-6 586,-18-20 683,-19-27-658,22 18-768,0 0-1,1-1 1,0 1-1,1-1 1,1 0 0,0 1-1,1-1 1,0 0-1,1 0 1,3-13-1,-3 22-29,0 0 1,1 0-1,-1 0 0,1 0 0,0 1 1,0-1-1,1 1 0,-1-1 0,1 1 0,0 0 1,0 0-1,0 0 0,1 0 0,-1 1 0,1 0 1,4-4-1,-5 6-255,-1-1 1,1 1-1,-1 0 0,1 0 1,-1 0-1,1 0 0,0 0 0,-1 0 1,1 1-1,0-1 0,3 1 1,33-1-7597,-20-1 1311</inkml:trace>
</inkml:ink>
</file>

<file path=ppt/ink/ink2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8.746"/>
    </inkml:context>
    <inkml:brush xml:id="br0">
      <inkml:brushProperty name="width" value="0.025" units="cm"/>
      <inkml:brushProperty name="height" value="0.025" units="cm"/>
    </inkml:brush>
  </inkml:definitions>
  <inkml:trace contextRef="#ctx0" brushRef="#br0">71 1 7466,'0'0'8473,"-19"144"-6504,13-83-505,-7 3-104,13-3-503,0-9-345,-7-8-224,7-8-144,0-11-96,0-5-40,0-8-8,-6-5-144,6-4-544,-7-3-1361,1 0-919,0-10-2682</inkml:trace>
</inkml:ink>
</file>

<file path=ppt/ink/ink2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9.151"/>
    </inkml:context>
    <inkml:brush xml:id="br0">
      <inkml:brushProperty name="width" value="0.025" units="cm"/>
      <inkml:brushProperty name="height" value="0.025" units="cm"/>
    </inkml:brush>
  </inkml:definitions>
  <inkml:trace contextRef="#ctx0" brushRef="#br0">0 23 7258,'0'0'11038,"29"10"-9894,96 31-346,-85-31-561,0 0 0,1-3 0,0-1 1,0-3-1,0-1 0,0-2 0,57-6 0,-92 6-231,-1-1 0,0 0-1,1 0 1,-1 0 0,0 0-1,0-1 1,0 1 0,0-2 0,0 1-1,0 0 1,4-4 0,-7 4 17,0 1 1,0-1 0,-1 0-1,1 0 1,0 0-1,-1 0 1,0 0 0,0 0-1,1 0 1,-1 0 0,0 0-1,-1-1 1,1 1 0,0 0-1,-1-1 1,1 1-1,-1-1 1,0 1 0,0 0-1,0-1 1,0 1 0,0-1-1,0 1 1,-1-1 0,0-3-1,0 4-7,0 1 0,0 0-1,0-1 1,0 1 0,0 0 0,0-1-1,0 1 1,0 0 0,-1 0-1,1 0 1,0 0 0,-1 0 0,1 0-1,0 0 1,-1 1 0,0-1-1,1 1 1,-1-1 0,1 1 0,-1-1-1,0 1 1,1 0 0,-1-1-1,-2 1 1,-51-1 113,43 1-88,11 0-39,-15-1 7,-1 2 0,1 0 0,0 0 0,0 2 0,-17 4 0,29-6-2,1 0 1,-1 0 0,1 1-1,0-1 1,-1 1 0,1 0-1,0 0 1,0 0 0,0 0-1,1 0 1,-1 1 0,0-1-1,1 1 1,0 0 0,-1 0-1,1 0 1,0 0 0,1 0-1,-1 0 1,0 0 0,1 1-1,0-1 1,0 0-1,0 1 1,0-1 0,0 1-1,1 0 1,0-1 0,-1 7-1,1-5-21,0 0-1,0 1 0,0-1 0,1 0 1,-1 1-1,1-1 0,0 0 0,1 0 1,-1 0-1,1 0 0,0 0 0,1 0 1,-1 0-1,1 0 0,0-1 0,0 0 0,0 1 1,0-1-1,1 0 0,0-1 0,0 1 1,0-1-1,0 1 0,1-1 0,-1 0 1,1-1-1,0 1 0,6 1 0,-1 1-613,1 0-1,0-1 0,0-1 1,0 0-1,1 0 1,-1-1-1,14 1 0,48-2-7139,-72-1 7649,39 0-6970</inkml:trace>
</inkml:ink>
</file>

<file path=ppt/ink/ink2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49.713"/>
    </inkml:context>
    <inkml:brush xml:id="br0">
      <inkml:brushProperty name="width" value="0.025" units="cm"/>
      <inkml:brushProperty name="height" value="0.025" units="cm"/>
    </inkml:brush>
  </inkml:definitions>
  <inkml:trace contextRef="#ctx0" brushRef="#br0">189 327 7258,'0'0'14128,"-9"-9"-13065,-32-25-307,39 32-710,0 1 1,-1 0-1,1-1 1,0 1-1,-1 0 1,0 0 0,1 0-1,-1 1 1,1-1-1,-1 0 1,0 1-1,1 0 1,-1 0-1,0 0 1,0 0-1,1 0 1,-1 0-1,0 1 1,1-1-1,-1 1 1,0 0-1,1 0 1,-1 0-1,1 0 1,-1 0-1,1 0 1,-3 3-1,0-1-5,0 1 0,0 0 1,1 0-1,-1 0 0,1 1 0,0 0 0,0-1 0,0 2 1,-3 5-1,4-5-17,1 0-1,-1 0 1,1 0 0,0 0 0,1 0 0,0 1 0,-1-1 0,2 1 0,-1 8 0,1-12-23,0-1 0,0 1 0,0-1 0,1 1 0,-1-1 0,1 0 0,-1 1 1,1-1-1,0 0 0,0 1 0,0-1 0,0 0 0,0 0 0,1 0 1,-1 0-1,0 0 0,1 0 0,0 0 0,-1-1 0,1 1 0,0 0 0,0-1 1,0 1-1,0-1 0,0 0 0,5 2 0,1 0-42,1 0-1,0-1 1,0 0 0,0-1-1,0 0 1,0 0 0,0-1-1,0 0 1,0 0-1,0-1 1,0-1 0,0 1-1,0-1 1,0-1 0,0 0-1,-1 0 1,1-1-1,-1 0 1,0 0 0,0-1-1,-1 0 1,1 0 0,-1 0-1,0-1 1,0-1 0,10-12-1,1-3-133,-2-1 0,0 0 0,-1-2 0,-1 1 0,-2-2-1,0 0 1,11-39 0,-17 43 277,-1 0 0,-1 0 0,-1 0-1,-1 0 1,-2-28 0,-8 51 746,3 2-785,1 0-1,-1 1 1,1-1 0,0 1-1,0 0 1,1 1 0,-1-1-1,1 1 1,0-1 0,0 1-1,1 0 1,-1 0 0,-1 6-1,-27 80 731,24-66-561,-4 8-61,2 0 0,1 1 0,1 0-1,2 0 1,2 1 0,1-1 0,4 65 0,0-96-150,-1 1 1,1-1 0,-1 0-1,1 0 1,0 0-1,0 0 1,0 0 0,1 0-1,-1-1 1,1 1-1,-1-1 1,1 1 0,0-1-1,0 0 1,0 0-1,0 0 1,0-1 0,1 1-1,5 1 1,33 12-889,-6-8-3910,-22-7-2750</inkml:trace>
</inkml:ink>
</file>

<file path=ppt/ink/ink2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2.443"/>
    </inkml:context>
    <inkml:brush xml:id="br0">
      <inkml:brushProperty name="width" value="0.025" units="cm"/>
      <inkml:brushProperty name="height" value="0.025" units="cm"/>
    </inkml:brush>
  </inkml:definitions>
  <inkml:trace contextRef="#ctx0" brushRef="#br0">2 29 4305,'0'0'8019,"0"-4"-6992,0 0-727,-1 3-233,1 1 1,0-1-1,0 0 0,0 1 1,-1-1-1,1 1 0,0-1 1,0 0-1,0 1 1,0-1-1,0 0 0,0 1 1,1-1-1,-1 1 0,0-1 1,0 0-1,0 1 0,0-1 1,1 1-1,-1-1 0,0 1 1,1-1-1,-1 0 0,0 1 1,1-1-1,-1 1 0,1 0 1,-1-1-1,1 1 0,-1-1 1,1 1-1,-1 0 0,1-1 1,-1 1-1,1 0 0,-1 0 1,1-1-1,0 1 0,-1 0 1,1 0-1,2 0 2360,-2 4-2340,-1 0-1,1 1 1,0-1 0,-1 0 0,0 1 0,0-1 0,0 1-1,-2 5 1,1 10-1,1 3-45,1 0 1,1 1 0,1-1-1,1 0 1,1-1 0,1 1-1,12 29 1,-15-47-28,-1-1 0,1 1 0,1 0-1,-1-1 1,0 1 0,1-1 0,0 0 0,0 0 0,0-1 0,1 1-1,-1-1 1,1 0 0,0 0 0,0 0 0,0-1 0,0 0 0,7 2-1,11 3 102,0-1 0,44 4 0,-22-3-56,39 3-18,1-3 0,121-7-1,-97-1 6,-14-4-27,1-3-1,112-27 0,-130 21-10,358-89-28,-142 28-5,-194 53 30,1 4 0,0 4 1,122 0-1,-209 14 36,-1 1 0,0 0 0,0 1 0,0 0 0,0 1 0,0 0 0,-1 1 0,0 1 0,1 0 0,-1 1 0,-1 0 0,1 1 0,-1 0 0,-1 0 0,1 1 0,-1 1-1,0 0 1,-1 0 0,0 1 0,-1 0 0,0 1 0,0 0 0,-1 0 0,-1 0 0,0 1 0,0 0 0,3 13 0,-4-2 944,-5-18-102,1-16-688,-3-26-174,1 25-73,0-1-1,1 1 0,0 0 1,1-1-1,3-12 0,-3 23 30,0 0 0,0 1-1,1-1 1,-1 0-1,1 1 1,-1-1-1,1 1 1,0-1-1,-1 1 1,1 0-1,0 0 1,0 0 0,0 0-1,0 0 1,0 0-1,0 1 1,0-1-1,0 1 1,4-1-1,46-7-337,-47 7 338,491-8-93,-496 9 116,107 8-26,191 40 1,-135-17 12,300 5 30,-194-22-10,-225-11-8,311 18 29,-275-20-13,0-4 0,111-18 0,182-49 505,-328 63-425,-26 5-44,0-1 0,-1 0 0,1-1 0,34-14-1,-50 15 68,1 0-1,0-1 0,-1 1 1,0-1-1,0 0 0,0 0 1,0 0-1,-1-1 0,0 1 1,0 0-1,0-1 1,0 0-1,1-6 0,11-22 149,4 8-125,-15 22 48,0 0 1,0-1-1,-1 1 1,1 0-1,-1-1 1,0 0-1,0 1 1,-1-1 0,1 0-1,1-6 1146,-18 20-1787,-1 4-1156,-56 22-5895,34-22-558</inkml:trace>
</inkml:ink>
</file>

<file path=ppt/ink/ink2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3.299"/>
    </inkml:context>
    <inkml:brush xml:id="br0">
      <inkml:brushProperty name="width" value="0.025" units="cm"/>
      <inkml:brushProperty name="height" value="0.025" units="cm"/>
    </inkml:brush>
  </inkml:definitions>
  <inkml:trace contextRef="#ctx0" brushRef="#br0">34 7 5601,'0'0'11364,"0"-7"-9753,-1 9-903,-11 49 979,6-31-1337,2 0 0,0 1 0,-1 37 0,4-55-342,1-1-1,0 0 0,0 0 0,0 1 0,0-1 0,0 0 0,0 0 0,1 1 0,-1-1 0,1 0 1,0 0-1,-1 0 0,1 0 0,0 0 0,0 0 0,0 0 0,0 0 0,1 0 0,2 3 0,0-3 3,-1-1 0,1 0 0,0 0 0,0 0 0,0 0 0,0-1 0,0 0 0,0 1 0,-1-1 0,7-1 0,0 1 21,0-1-35,0 1-1,0-1 1,-1-1-1,1 0 1,0 0 0,-1-1-1,0 0 1,0 0-1,0-1 1,0 0-1,0-1 1,11-8-1,-7 2-13,0 0 0,0 0 0,-1-2-1,-1 1 1,0-1 0,12-20 0,-15 20 50,-1 5 450,-7 16 38,-1 13-495,1-18-26,0 1 1,0-1 0,0 1 0,0-1-1,0 1 1,1-1 0,0 1 0,-1-1-1,1 0 1,1 1 0,-1-1 0,0 0-1,3 4 1,-2-5-165,0 0-1,1-1 1,-1 1-1,1 0 0,-1-1 1,1 0-1,-1 0 1,1 0-1,0 0 1,-1 0-1,1 0 0,0-1 1,0 1-1,0-1 1,4 0-1,20 3-3697,-2-3-682</inkml:trace>
</inkml:ink>
</file>

<file path=ppt/ink/ink2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3.739"/>
    </inkml:context>
    <inkml:brush xml:id="br0">
      <inkml:brushProperty name="width" value="0.025" units="cm"/>
      <inkml:brushProperty name="height" value="0.025" units="cm"/>
    </inkml:brush>
  </inkml:definitions>
  <inkml:trace contextRef="#ctx0" brushRef="#br0">0 20 7282,'0'0'13017,"7"10"-12198,-4-6-720,1 3 118,0-1 1,0 0 0,1 0 0,0 0 0,0-1-1,0 1 1,1-1 0,0-1 0,10 7-1,-15-10-159,1-1-48,0 0 1,0 0 0,0-1 0,0 1 0,0-1-1,-1 1 1,1-1 0,0 1 0,0-1-1,0 0 1,3-2 0,58-60-231,-54 55 174,-7 6 41,-1 1-1,0-1 1,1 1 0,-1 0-1,1-1 1,-1 1-1,1 0 1,0 0 0,-1 0-1,1 0 1,0 1 0,0-1-1,-1 0 1,1 1-1,0-1 1,2 1 0,-4 35 199,0-32-176,0 0-1,-1-1 1,1 1-1,1 0 1,-1 0-1,0-1 1,1 1-1,-1 0 1,1-1-1,0 1 1,0 0-1,0-1 1,0 1-1,0-1 0,0 1 1,1-1-1,-1 0 1,4 4-1,-2-4-106,1-1 0,0 1 0,0 0 0,0-1 0,0 0-1,0 0 1,0 0 0,1-1 0,-1 1 0,0-1 0,0 0 0,7-1-1,74 1-8035,-46 0 1381</inkml:trace>
</inkml:ink>
</file>

<file path=ppt/ink/ink2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4.161"/>
    </inkml:context>
    <inkml:brush xml:id="br0">
      <inkml:brushProperty name="width" value="0.025" units="cm"/>
      <inkml:brushProperty name="height" value="0.025" units="cm"/>
    </inkml:brush>
  </inkml:definitions>
  <inkml:trace contextRef="#ctx0" brushRef="#br0">253 3 7962,'0'0'14738,"-13"-1"-14208,2 0-442,1 1-1,-1 0 0,1 1 0,-1 0 1,1 0-1,0 1 0,-1 1 0,1 0 0,0 0 1,0 1-1,-16 8 0,2 1 182,16-9-197,0 0 0,0 0 1,1 1-1,0 0 1,0 0-1,0 1 1,0 0-1,-5 7 0,11-13-71,1 1 0,-1-1-1,1 1 1,0-1 0,-1 1-1,1-1 1,0 0 0,0 1-1,-1 0 1,1-1 0,0 1-1,0-1 1,0 1-1,-1-1 1,1 1 0,0-1-1,0 1 1,0 0 0,0-1-1,0 1 1,0-1 0,0 1-1,0-1 1,0 1 0,1 0-1,-1-1 1,0 1 0,0-1-1,0 1 1,1-1-1,-1 1 1,0-1 0,1 1-1,-1-1 1,0 1 0,1-1-1,-1 0 1,1 1 0,-1-1-1,0 1 1,1-1 0,-1 0-1,1 1 1,-1-1 0,1 0-1,-1 0 1,1 0 0,0 1-1,32 4 36,-23-4-17,-2 0-39,-1 1 0,1 0 0,0 0 0,-1 1 0,1 0 0,-1 0 0,0 0 0,0 1 0,8 6 0,-14-9 11,1 0 1,-1 0-1,0 0 1,1 0-1,-1 1 1,0-1-1,0 0 1,0 1 0,0-1-1,0 1 1,0-1-1,-1 1 1,1-1-1,0 1 1,-1-1-1,1 1 1,-1 0 0,0-1-1,1 1 1,-1 0-1,0-1 1,0 1-1,0 0 1,0-1-1,0 1 1,-1 0 0,1 0-1,0-1 1,-1 1-1,1-1 1,-1 1-1,0 0 1,1-1-1,-1 1 1,0-1 0,0 1-1,0-1 1,0 0-1,0 1 1,0-1-1,-1 0 1,1 0-1,0 0 1,-1 0-1,1 0 1,-3 1 0,-14 12-3,0 0 0,-1-2 0,-23 12 0,42-24-63,-1 0 0,1 1 1,0-1-1,0 0 0,0 0 1,0 0-1,0 0 0,0 0 1,0 1-1,0-1 1,-1 0-1,1 0 0,0 0 1,0 0-1,0 0 0,0 0 1,0 0-1,-1 0 0,1 1 1,0-1-1,0 0 0,0 0 1,0 0-1,-1 0 1,1 0-1,0 0 0,0 0 1,0 0-1,-1 0 0,1 0 1,0 0-1,0 0 0,0 0 1,0 0-1,-1 0 0,1 0 1,0-1-1,0 1 1,0 0-1,0 0 0,-1 0 1,1 0-1,0 0 0,0 0 1,0 0-1,0 0 0,0-1 1,0 1-1,-1 0 0,1 0 1,0 0-1,0 0 1,0 0-1,0-1 0,0 1 1,0 0-1,0 0 0,6-14-2423,15-12-1293,-1 7-588</inkml:trace>
</inkml:ink>
</file>

<file path=ppt/ink/ink2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4.533"/>
    </inkml:context>
    <inkml:brush xml:id="br0">
      <inkml:brushProperty name="width" value="0.025" units="cm"/>
      <inkml:brushProperty name="height" value="0.025" units="cm"/>
    </inkml:brush>
  </inkml:definitions>
  <inkml:trace contextRef="#ctx0" brushRef="#br0">154 0 7498,'0'0'13585,"-8"6"-12622,1-1-841,1 0-1,0 0 1,0 1 0,0 0 0,0 0-1,1 0 1,0 1 0,0-1-1,1 1 1,0 0 0,0 1 0,0-1-1,1 1 1,1 0 0,-1-1-1,1 1 1,0 0 0,0 9 0,1-15-116,1-1 0,0 1 0,0-1 0,0 1 0,0-1 0,1 1 0,-1-1 0,0 1 0,0-1 0,1 1 0,-1-1 0,1 1 0,0-1 0,-1 0 0,1 1 0,0-1 0,0 0 0,-1 0 0,1 1 0,0-1 0,0 0 0,1 0 0,-1 0 0,0 0 0,2 1 0,1-1 2,0 0 1,0 0 0,0 0 0,0-1-1,0 1 1,0-1 0,0 0-1,4-1 1,5 1-6,-11 0-3,-1 0 0,0 0 0,1 0 0,-1 0 0,1-1-1,-1 1 1,0-1 0,1 1 0,-1-1 0,0 1 0,0-1 0,1 0 0,-1 1 0,0-1 0,0 0 0,0 0 0,0 0-1,0 0 1,0 0 0,0 0 0,0 0 0,0-2 0,1 0-3,0-1 0,0 0 1,-1 1-1,0-1 0,1 0 0,-1 0 0,0-7 1,1-1-6,-2-1 0,0 1 1,0-1-1,-3-14 0,2 24 2,0 0 0,-1 1 0,1-1 0,0 0 0,-1 1-1,0-1 1,1 1 0,-1 0 0,0 0 0,0 0 0,-1 0 0,1 0 0,0 0-1,-1 0 1,1 0 0,-1 1 0,1 0 0,-1-1 0,0 1 0,1 0 0,-1 0-1,0 1 1,0-1 0,0 0 0,-5 1 0,-11-3-96,-1 1-1,-31 0 1,43 2 67,-1 2-864,9-1 731,0-1 1,-1 0-1,1 1 0,0-1 1,0 0-1,0 1 0,-1-1 1,1 1-1,0-1 0,0 0 1,0 1-1,0-1 0,0 0 1,0 1-1,-1-1 1,1 1-1,0-1 0,0 1 1,0-1-1,0 0 0,1 1 1,-1-1-1,0 1 0,0-1 1,0 0-1,0 1 0,0-1 1,0 1-1,1-1 0,-1 0 1,0 1-1,0-1 1,1 0-1,-1 1 0,0-1 1,0 0-1,1 0 0,-1 1 1,0-1-1,1 0 0,-1 0 1,0 1-1,1-1 0,-1 0 1,1 0-1,-1 0 1,1 1-1,16 6-6340</inkml:trace>
</inkml:ink>
</file>

<file path=ppt/ink/ink2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4.891"/>
    </inkml:context>
    <inkml:brush xml:id="br0">
      <inkml:brushProperty name="width" value="0.025" units="cm"/>
      <inkml:brushProperty name="height" value="0.025" units="cm"/>
    </inkml:brush>
  </inkml:definitions>
  <inkml:trace contextRef="#ctx0" brushRef="#br0">0 115 6281,'0'0'13595,"6"15"-12489,5 5-739,-6-11-171,-1 0-1,0 0 1,0 0-1,0 1 1,2 12-1,-6-23-165,-1 1 0,1-1 0,-1 0 0,1 1 0,-1-1 0,1 0 0,-1 1 0,0-1 0,1 1 0,-1-1 0,1 1 0,-1-1 0,0 1 0,0 0 0,1-1 0,-1 1 0,0 0 0,0-1 0,1 1 0,-1 0 0,0 0 1,0 0-1,0 0 0,1 0 0,-1 0 0,0 0 0,0 0 0,0 0 0,1 0 0,-1 0 0,0 0 0,0 1 0,0-1 0,1 0 0,-1 0 0,0 1 0,1-1 0,-1 1 0,0-1 0,1 1 0,-1-1 0,0 1 0,1-1 0,-1 1 0,1-1 0,-1 1 0,1 0 0,-1-1 0,1 1 0,-1 0 0,1 0 0,0-1 0,-1 1 0,1 0 0,0 0 0,0-1 0,0 1 0,0 0 0,-1 0 0,1 0 0,0 0 0,1 1 0,-4-18 18,1 1-1,1-1 1,0 1 0,1-1-1,1 1 1,5-31 0,-5 40-54,2-1 0,-1 0 0,1 1 1,0 0-1,0 0 0,0 0 1,1 0-1,0 0 0,0 1 0,1-1 1,0 1-1,0 0 0,5-4 1,-7 8-230,0 1-1,0-1 1,0 0 0,0 1 0,0 0 0,0-1 0,0 1 0,0 1 0,-1-1 0,5 1 0,16 4-5057,-5 4-7</inkml:trace>
</inkml:ink>
</file>

<file path=ppt/ink/ink2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5.186"/>
    </inkml:context>
    <inkml:brush xml:id="br0">
      <inkml:brushProperty name="width" value="0.025" units="cm"/>
      <inkml:brushProperty name="height" value="0.025" units="cm"/>
    </inkml:brush>
  </inkml:definitions>
  <inkml:trace contextRef="#ctx0" brushRef="#br0">128 0 8586,'0'0'9369,"-18"28"-6994,-52 91-511,64-108-1661,0 1-1,1-1 0,0 1 1,1 1-1,1-1 1,0 1-1,0-1 1,1 1-1,1 0 0,0 0 1,1 0-1,0 0 1,3 13-1,-1 21 242,-3-31-493,4 43 478,-3-57-502,0 0 1,1 0 0,-1-1 0,1 1 0,-1 0 0,1 0 0,0 0 0,-1-1 0,1 1 0,0 0 0,0-1 0,0 1 0,1-1 0,-1 1 0,0-1 0,0 0 0,1 1 0,-1-1 0,1 0 0,-1 0 0,1 0 0,0 0 0,-1 0 0,1 0 0,2 0-1,9 2-1992,0 0 1,0-1-1,0-1 0,17 0 0,-10-1-4387</inkml:trace>
</inkml:ink>
</file>

<file path=ppt/ink/ink2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5.424"/>
    </inkml:context>
    <inkml:brush xml:id="br0">
      <inkml:brushProperty name="width" value="0.025" units="cm"/>
      <inkml:brushProperty name="height" value="0.025" units="cm"/>
    </inkml:brush>
  </inkml:definitions>
  <inkml:trace contextRef="#ctx0" brushRef="#br0">0 20 7114,'0'0'11874,"167"-19"-11730,-135 19-96,0 3-48,7 3-168,12-6-1280,-13 0-3225,1 0-5793</inkml:trace>
</inkml:ink>
</file>

<file path=ppt/ink/ink2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5.910"/>
    </inkml:context>
    <inkml:brush xml:id="br0">
      <inkml:brushProperty name="width" value="0.025" units="cm"/>
      <inkml:brushProperty name="height" value="0.025" units="cm"/>
    </inkml:brush>
  </inkml:definitions>
  <inkml:trace contextRef="#ctx0" brushRef="#br0">0 91 7362,'0'0'11154,"12"1"-10386,3 1-507,208 20 2708,-222-22-2964,0-1-1,0 1 0,0-1 1,0 0-1,0 1 1,0-1-1,0 0 0,-1 0 1,1 1-1,0-1 1,0 0-1,0 0 1,-1 0-1,1 0 0,-1 0 1,1 0-1,-1 0 1,1 0-1,-1 0 0,1-1 1,-1 1-1,0 0 1,0 0-1,0 0 1,1 0-1,-1-1 0,0 1 1,0 0-1,-1 0 1,1 0-1,0-2 0,0-1-14,-1 0 1,1 1-1,0-1 0,-1 0 0,1 1 0,-1-1 0,0 1 0,-1-1 0,1 1 0,-3-6 0,-1 5-2,1 0-1,-1 0 1,0 1-1,0 0 0,-1 0 1,1 0-1,-1 0 1,1 1-1,-1 0 1,0 0-1,0 0 1,0 1-1,0 0 1,0 0-1,0 1 1,0 0-1,-1 0 0,1 0 1,-8 2-1,7-2 40,1 0 0,0 1 0,0 0 0,0 1-1,-1-1 1,2 1 0,-1 0 0,0 1 0,0-1-1,1 1 1,-1 0 0,1 1 0,0-1 0,0 1 0,0 0-1,0 0 1,1 1 0,0-1 0,-4 6 0,6-7-8,0-1 1,1 1 0,0-1 0,-1 1 0,1 0 0,0 0 0,0 0 0,1-1 0,-1 1 0,1 0 0,-1 0 0,1 0 0,0 0 0,0 0-1,0 0 1,0 0 0,1 0 0,-1 0 0,1 0 0,0 0 0,0 0 0,1 3 0,1-3-44,-1 0 0,1 0 0,-1 0 0,1 0 0,0-1 0,0 1 0,0-1 0,1 1 0,-1-1 0,1 0 0,-1-1 0,1 1 0,-1 0 0,6 0 0,9 3-904,1-1 0,-1 0 0,1-2-1,37 1 1,-1-3-4653,-4 0-2238</inkml:trace>
</inkml:ink>
</file>

<file path=ppt/ink/ink2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29:56.753"/>
    </inkml:context>
    <inkml:brush xml:id="br0">
      <inkml:brushProperty name="width" value="0.025" units="cm"/>
      <inkml:brushProperty name="height" value="0.025" units="cm"/>
    </inkml:brush>
  </inkml:definitions>
  <inkml:trace contextRef="#ctx0" brushRef="#br0">270 436 5025,'0'0'14853,"-20"-9"-13704,2 1-880,-122-50 1965,55 18-68,80 39-2064,4 1-106,1 35-66,0-32 71,1 0-1,-1 0 0,1 0 1,0 0-1,0 0 0,0-1 1,0 1-1,1 0 0,-1-1 1,1 1-1,0-1 0,-1 1 1,1-1-1,0 0 0,1 0 1,-1 0-1,0 0 0,0 0 1,1 0-1,-1 0 0,1-1 1,0 0-1,-1 1 0,1-1 1,0 0-1,0 0 0,0 0 1,0-1-1,4 1 0,5 2-7,-1-1 0,1-1-1,0 0 1,0 0 0,0-1-1,16-2 1,-20 0-88,0-1 1,0 0-1,0 0 1,-1 0-1,1-1 1,-1-1-1,0 1 1,0-1 0,7-7-1,57-56-565,-62 57 670,-1 0-1,0-1 0,-1 1 0,-1-2 0,0 1 0,0-1 1,6-22-1,18-98 53,-27 112-25,1-12 397,-9 29 323,-7 15-485,3 4-182,-1 1 1,2 0-1,0 0 1,1 0 0,1 1-1,-8 31 1,8-19 99,0 0 1,2 0-1,0 42 1,3-35 30,0-22-138,1 0 0,0 0 0,1 0 0,5 25 0,-5-34-65,0-1 0,1 0 0,0 0 0,0 0 1,0 0-1,0 0 0,1 0 0,-1 0 1,1-1-1,0 1 0,0-1 0,0 0 0,1 0 1,-1 0-1,1 0 0,0-1 0,-1 1 1,1-1-1,6 2 0,8 2 0,0-1-1,0-1 1,0 0 0,0-1 0,0-2-1,1 1 1,29-3 0,-28 0-159,-20 2-171,0-1-1,0 1 0,0-1 1,0 0-1,0 1 0,0-1 1,0 1-1,0-1 0,0 1 1,0-1-1,-1 0 0,1 1 1,0-1-1,0 0 0,0 1 1,0-1-1,-1 0 0,1 1 1,0-1-1,-1 0 0,1 1 1,0-1-1,0 0 0,-1 0 1,1 1-1,0-1 0,-1 0 1,1 0-1,-1 1 0,1-1 1,0 0-1,-1 0 0,-22 12-11215</inkml:trace>
</inkml:ink>
</file>

<file path=ppt/ink/ink2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06.040"/>
    </inkml:context>
    <inkml:brush xml:id="br0">
      <inkml:brushProperty name="width" value="0.025" units="cm"/>
      <inkml:brushProperty name="height" value="0.025" units="cm"/>
    </inkml:brush>
  </inkml:definitions>
  <inkml:trace contextRef="#ctx0" brushRef="#br0">1 189 3753,'0'0'4570,"4"-6"-3124,-1 3-1123,-2 2-172,1-1 0,0 1 0,-1-1 1,1 0-1,-1 1 0,1-1 0,-1 0 0,0 0 0,0 0 0,0 0 1,0 0-1,0 0 0,1-5 4025,-21 3 1557,28-6-5723,0 0 0,0 0 0,1 0 0,18-13 0,22-22-5,-41 36-5,12-14 4,-17 18 20,-13 8 28,4 1-51,-1 1 0,1-1 0,0 1 1,0 0-1,1 1 0,-1-1 0,1 1 0,0 0 1,1-1-1,-1 2 0,1-1 0,1 0 0,-1 1 1,-2 10-1,2-7 0,1 1 1,0 0-1,0 0 1,1 0 0,1 0-1,0 0 1,0 0-1,4 18 1,-2-21-5,1 0 1,0-1-1,1 1 1,0-1-1,0 0 1,0 0-1,1-1 1,0 1-1,0-1 1,0 0-1,1 0 1,0-1-1,0 0 1,8 5-1,-13-9-61,0-1-1,0 1 0,0-1 0,1 1 0,-1-1 0,0 1 1,0-1-1,1 0 0,-1 0 0,0 1 0,1-1 1,-1 0-1,0 0 0,0 0 0,1 0 0,-1-1 0,0 1 1,0 0-1,1-1 0,-1 1 0,0 0 0,0-1 1,1 0-1,-1 1 0,0-1 0,0 0 0,0 1 0,0-1 1,0 0-1,0 0 0,0 0 0,0 0 0,0-1 1,3-4-431,0 0 1,-1 0-1,0-1 1,0 1-1,2-9 1,3-7-1984,5-1-2943</inkml:trace>
</inkml:ink>
</file>

<file path=ppt/ink/ink2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07.061"/>
    </inkml:context>
    <inkml:brush xml:id="br0">
      <inkml:brushProperty name="width" value="0.025" units="cm"/>
      <inkml:brushProperty name="height" value="0.025" units="cm"/>
    </inkml:brush>
  </inkml:definitions>
  <inkml:trace contextRef="#ctx0" brushRef="#br0">116 100 6177,'0'0'8175,"-20"-12"-3892,0 18-2871,15-3-1132,0-1 0,-1-1 0,1 1 0,-1-1 0,1 0 0,-8 0 0,12-1-254,0 0 0,0 0 0,0 0 0,0-1 1,0 1-1,0 0 0,0 0 0,0-1 0,0 1 0,0-1 1,0 1-1,0-1 0,0 0 0,0 1 0,0-1 0,0 0 1,1 0-1,-1 1 0,0-1 0,0 0 0,1 0 1,-1 0-1,1 0 0,-1 0 0,1 0 0,-1 0 0,1 0 1,0 0-1,-1 0 0,1 0 0,0 0 0,0 0 1,0 0-1,0 0 0,0 0 0,0-1 0,0 1 0,0-2 1,0-3 5,0 2-7,0-1 0,0 1-1,0-1 1,0 1 0,1 0 0,-1-1 0,1 1 0,0 0 0,2-5 0,-1 7-16,-1 1 0,1 0 0,-1-1 1,1 1-1,-1 0 0,1 0 0,0 0 0,-1 0 0,1 0 1,0 0-1,0 0 0,0 1 0,0-1 0,0 1 0,0-1 1,0 1-1,0 0 0,0-1 0,0 1 0,0 0 0,0 1 1,3-1-1,-5 1-2,1-1 0,0 0 1,0 1-1,0-1 1,0 1-1,0 0 0,-1-1 1,1 1-1,0 0 1,-1-1-1,1 1 0,0 0 1,-1 0-1,1 0 0,-1-1 1,1 1-1,-1 0 1,1 0-1,-1 0 0,0 0 1,0 0-1,1 0 1,-1 0-1,0 0 0,0 0 1,0 0-1,0 0 1,0 0-1,0 1 0,0 40 210,-1-32-121,0-9-89,0 0 0,0 0 0,0 0 0,0 0 0,0 0 0,0 0 0,-1-1 0,1 1-1,0 0 1,-1 0 0,1-1 0,0 1 0,-1-1 0,1 0 0,-1 1 0,1-1 0,-1 0 0,1 0-1,-1 0 1,1 0 0,-1 0 0,1 0 0,-1 0 0,-1-1 0,1 2 13,0-1 0,0 0 0,0 0-1,0 0 1,0 0 0,0-1 0,0 1 0,0 0 0,0-1 0,0 1 0,0-1 0,0 0 0,1 0 0,-1 1-1,0-1 1,-2-2 0,4-2-14,0 1 1,0-1-1,0 0 0,1 1 0,0-1 0,0 1 0,0-1 0,1 1 0,-1 0 1,5-7-1,-5 8-7,1 1 1,0 0-1,-1 0 1,1 0-1,0 1 1,0-1 0,1 0-1,-1 1 1,0-1-1,0 1 1,1 0-1,-1 0 1,1 0 0,-1 0-1,1 0 1,0 0-1,-1 1 1,1-1-1,0 1 1,-1 0-1,1 0 1,3 0 0,-5 0 17,-3 29 439,-1-24-402,-1 0 0,0-1 1,0 0-1,0 0 0,0 0 0,-1 0 0,1 0 0,-1-1 1,0 0-1,0 0 0,-1-1 0,-8 4 0,13-6 410,3-25 39,-1 23-495,0 0 0,1 0 0,-1 0 0,1 0 0,-1 1 0,1-1 0,-1 1 0,1-1 0,0 1 0,0-1 0,0 1 0,0 0 0,0 0 0,0 0 0,0 0 0,0 1 0,4-2 0,-5 2 80,-19 19-11189,11-9 1204</inkml:trace>
</inkml:ink>
</file>

<file path=ppt/ink/ink2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12.027"/>
    </inkml:context>
    <inkml:brush xml:id="br0">
      <inkml:brushProperty name="width" value="0.025" units="cm"/>
      <inkml:brushProperty name="height" value="0.025" units="cm"/>
    </inkml:brush>
  </inkml:definitions>
  <inkml:trace contextRef="#ctx0" brushRef="#br0">282 0 1176,'-2'0'12466,"-3"4"-9283,7 74-2366,1-48-648,-2 0 1,-1 1-1,-2-1 0,-1 0 0,-1 0 0,-12 43 1,16-71-145,-1 0 0,1-1 1,-1 1-1,0 0 1,0-1-1,0 1 0,0-1 1,0 1-1,0-1 1,0 0-1,0 1 0,0-1 1,-1 0-1,1 0 1,0 0-1,-1 0 0,1 0 1,-1 0-1,0 0 1,1-1-1,-1 1 0,-2 0 1,1 0 17,0-1 1,0 0-1,0 0 0,0 0 1,0-1-1,0 1 0,0-1 1,0 1-1,0-1 0,0 0 0,-5-3 1,-7-3 152,1-2 1,0 0 0,-23-19-1,28 21-101,-10-6 324,0 0 0,-33-15 0,51 28-537,1 0 0,-1-1 1,1 1-1,-1-1 0,1 0 1,0 1-1,-1-1 0,1 1 1,-1-1-1,1 1 0,0-1 1,0 0-1,-1 1 0,1-1 1,0 0-1,0 1 0,0-1 1,0 0-1,-1 1 0,1-1 0,0 0 1,0 0-1,1 1 0,-1-1 1,0 0-1,0 1 0,0-1 1,0 0-1,1 1 0,-1-1 1,0 0-1,0 1 0,1-1 1,-1 1-1,1-1 0,-1 1 1,0-1-1,1 0 0,-1 1 1,1-1-1,-1 1 0,1 0 1,0-1-1,-1 1 0,1-1 1,-1 1-1,1 0 0,0 0 0,0-1 1,12-6-5834</inkml:trace>
</inkml:ink>
</file>

<file path=ppt/ink/ink2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13.067"/>
    </inkml:context>
    <inkml:brush xml:id="br0">
      <inkml:brushProperty name="width" value="0.025" units="cm"/>
      <inkml:brushProperty name="height" value="0.025" units="cm"/>
    </inkml:brush>
  </inkml:definitions>
  <inkml:trace contextRef="#ctx0" brushRef="#br0">47 42 3953,'0'0'5168,"-3"3"-4290,-2-1-1680,-2 0 3785,5-2 696,7 0 1014,-27-3-3540,14 2-876,5-17-280,3 12 15,0 5-9,0 1 1,0-1 0,-1 0-1,1 1 1,0-1 0,0 1-1,0-1 1,0 0 0,0 1-1,0-1 1,0 1 0,0-1-1,0 0 1,0 1-1,0-1 1,0 1 0,1-1-1,-1 1 1,0-1 0,0 0-1,0 1 1,1-1 0,-1 1-1,0-1 1,1 1 0,-1-1-1,1 1 1,-1 0 0,0-1-1,1 1 1,-1-1 0,1 1-1,-1 0 1,1-1 0,-1 1-1,1 0 1,0 0-1,-1-1 1,1 1 0,-1 0-1,1 0 1,-1 0 0,2 0-1,-2 1 192,0 1 0,0-1 1,1 0-1,-1 1 0,0-1 0,0 1 0,1-1 0,-1 0 0,1 1 0,-1-1 0,1 0 0,0 0 0,0 1 0,-1-1 0,3 2 0,-3-3 732,4 2-2532,5-3-7514,2-4-1523</inkml:trace>
</inkml:ink>
</file>

<file path=ppt/ink/ink2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18.914"/>
    </inkml:context>
    <inkml:brush xml:id="br0">
      <inkml:brushProperty name="width" value="0.025" units="cm"/>
      <inkml:brushProperty name="height" value="0.025" units="cm"/>
    </inkml:brush>
  </inkml:definitions>
  <inkml:trace contextRef="#ctx0" brushRef="#br0">24 103 304,'0'0'7675,"-21"3"-5677,18-2 3176,19-4-5085,0 0 0,0-1 0,0-1 0,0-1 0,-1 0 0,0 0 0,18-12 0,-19 10 122,3 0-1,-6 4-49,-1-1 0,0-1 0,0 1 0,16-14 0,-35 19 2176,-7 6-2368,10 0 89,1 1-1,-1 0 1,1-1 0,0 2 0,1-1 0,0 0 0,0 1 0,0 0-1,1 0 1,0 0 0,1 0 0,0 1 0,0-1 0,1 0-1,0 1 1,0 0 0,1-1 0,0 10 0,1-17-55,-1-1 0,1 1 1,-1 0-1,1-1 0,-1 1 1,1 0-1,-1-1 0,1 1 1,0-1-1,-1 1 0,1-1 1,0 1-1,-1-1 0,1 1 0,0-1 1,0 0-1,-1 1 0,1-1 1,0 0-1,0 0 0,0 1 1,0-1-1,-1 0 0,1 0 1,0 0-1,0 0 0,0 0 1,1-1-1,33 1-41,-26 0-163,-6 0-134,1 0 0,-1-1 0,1 0 0,-1 1 1,0-1-1,1 0 0,-1-1 0,0 1 0,1 0 0,-1-1 0,3-2 0,7-3-2825,0 2-2794</inkml:trace>
</inkml:ink>
</file>

<file path=ppt/ink/ink2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19.578"/>
    </inkml:context>
    <inkml:brush xml:id="br0">
      <inkml:brushProperty name="width" value="0.025" units="cm"/>
      <inkml:brushProperty name="height" value="0.025" units="cm"/>
    </inkml:brush>
  </inkml:definitions>
  <inkml:trace contextRef="#ctx0" brushRef="#br0">78 1 3385,'0'0'13335,"-4"11"-12409,-2 12-525,3-9-30,-1-1 1,0 0 0,-7 15 0,-6-5 893,16-23-1221,1 0 0,0 1 0,-1-1 0,1 0 0,-1 0 0,1 0 0,-1 0 0,1 0 0,-1 1-1,1-1 1,-1 0 0,1 0 0,-1 0 0,1 0 0,-1 0 0,1-1 0,-1 1 0,1 0 0,-1 0 0,1 0-1,-1 0 1,1 0 0,0-1 0,-1 1 0,1 0 0,-1 0 0,1-1 0,0 1 0,-1-1 0,-1-1-5,0-1 0,1 1 0,-1-1-1,1 0 1,0 0 0,0 1 0,0-1 0,0 0 0,1 0 0,-1 0 0,1 0 0,-1 0 0,1 0 0,0-4 0,0 5-38,0 0 0,0-1 1,0 1-1,0 0 0,0 0 1,0-1-1,1 1 0,-1 0 0,1 0 1,-1-1-1,1 1 0,0 0 1,0 0-1,0 0 0,0 0 0,0 0 1,1 0-1,1-2 0,0 3 1,-1-1-1,1 1 0,0 0 0,0 0 1,0 0-1,0 1 0,0-1 1,0 0-1,0 1 0,0 0 1,0 0-1,6 0 0,-8 1 25,0-1-1,0 1 1,0-1-1,0 1 1,0 0-1,0-1 1,0 1-1,-1 0 0,1 0 1,0-1-1,0 1 1,-1 0-1,1 0 1,0 0-1,-1 0 1,1 0-1,-1 0 1,1 0-1,-1 0 1,0 0-1,1 0 1,-1 0-1,0 0 1,0 0-1,0 1 0,0-1 1,0 0-1,0 0 1,0 0-1,0 0 1,0 0-1,0 0 1,-1 0-1,1 1 1,-1 0-1,1 5 2340,-1-7-2367,-1 0 0,1 0 0,-1 1 0,1-1 1,-1 0-1,1 1 0,0-1 0,-1 0 0,1 1 0,0 0 0,0-1 0,-1 1 0,1 0 0,0 0 0,0 0 0,0 0 0,0 0 0,0 0 0,0 0 0,-1 1 1,-6 9-3784,6-7 446,0 2-2510</inkml:trace>
</inkml:ink>
</file>

<file path=ppt/ink/ink2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27.389"/>
    </inkml:context>
    <inkml:brush xml:id="br0">
      <inkml:brushProperty name="width" value="0.025" units="cm"/>
      <inkml:brushProperty name="height" value="0.025" units="cm"/>
    </inkml:brush>
  </inkml:definitions>
  <inkml:trace contextRef="#ctx0" brushRef="#br0">336 6 4233,'0'0'1147,"15"-6"612,-10 7 5234,-6 8-6720,-1 0 1,1-1-1,-2 1 0,1 0 0,-5 10 0,-8 34 349,13-37-480,-1 0 0,0 0 0,0-1 0,-2 1 0,0-1 1,-1 0-1,0-1 0,-1 1 0,-13 18 0,13-23 189,-1-1 0,0 0 0,-1 0 0,0 0 0,0-2 0,-1 1 0,0-1 0,0 0 0,-1-1 0,1 0 0,-1-1 0,-23 8 0,31-13-210,0 1 0,0 0 0,0-1 0,0 0 0,0 0 0,0 0 0,0 0 0,0 0 0,0-1 0,0 1 0,0-1 0,0 0 0,0 0 0,0 0 0,0 0 0,1 0 0,-1-1 0,0 1 0,1-1 0,-1 0 0,1 0 0,-1 0 0,1 0 0,-2-2 0,-2-3-44,0 1 0,1-1 0,0 0-1,0-1 1,1 1 0,-1-1-1,-2-9 1,3-18-1712,8 0-6847,1 28 2789</inkml:trace>
</inkml:ink>
</file>

<file path=ppt/ink/ink2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28.098"/>
    </inkml:context>
    <inkml:brush xml:id="br0">
      <inkml:brushProperty name="width" value="0.025" units="cm"/>
      <inkml:brushProperty name="height" value="0.025" units="cm"/>
    </inkml:brush>
  </inkml:definitions>
  <inkml:trace contextRef="#ctx0" brushRef="#br0">78 93 5145,'0'0'8419,"0"0"-8269,0-1 0,0 1 0,0-1 0,0 1 0,0 0 0,0-1 0,0 1 0,0 0 0,-1-1 0,1 1 0,0 0 0,0-1 0,0 1 0,0 0 0,0 0 0,-1-1 0,1 1 0,0 0 0,0-1 0,0 1 0,-1 0 0,1 0 0,0 0 0,0-1 0,-1 1 0,1 0 0,0 0 0,-1 0 0,1-1 0,0 1 0,-1 0 0,1 0 0,0 0-1,-1 0 1,1 0 0,-1 0 0,-14 8 592,11-5-593,-1-1 0,1 1 1,-1-1-1,0 0 0,0 0 0,0 0 0,0-1 1,-10 2-1,14-3-61,2-22 199,0 17-285,1 1 1,0 0 0,0 0 0,1 0 0,-1 0 0,1 0-1,0 0 1,0 1 0,0-1 0,0 1 0,0 0-1,6-4 1,48-30 23,-55 45 492,-1 0-1,1 1 1,-2-1-1,1 0 0,-2 15 1,1-20-137,0-3 23,-28-2 2589,-1 5-4384,27-2 1105,1 0 0,0 0 0,0 0 0,0 1-1,0-1 1,0 0 0,0 0 0,0 1 0,0-1 0,1 1 0,-1-1-1,0 1 1,1-1 0,-1 3 0,-6 11-3700,-5-1-2244</inkml:trace>
</inkml:ink>
</file>

<file path=ppt/ink/ink2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39.359"/>
    </inkml:context>
    <inkml:brush xml:id="br0">
      <inkml:brushProperty name="width" value="0.025" units="cm"/>
      <inkml:brushProperty name="height" value="0.025" units="cm"/>
    </inkml:brush>
  </inkml:definitions>
  <inkml:trace contextRef="#ctx0" brushRef="#br0">85 42 936,'0'0'11025,"-20"7"-6768,0 28-2308,16-28-1581,-1 1 0,1-1 1,0 1-1,-4 13 0,1 0 80,5-14-298,-1 0-1,1 1 1,1 0 0,-1-1 0,2 1 0,-1 10 0,0-16-135,1-1 0,0 0 0,0 1 0,0-1 0,0 0 1,0 1-1,0-1 0,1 0 0,-1 1 0,0-1 0,1 0 0,-1 1 1,1-1-1,-1 0 0,1 0 0,0 1 0,-1-1 0,1 0 1,0 0-1,0 0 0,0 0 0,0 0 0,1 2 0,1-3-6,0 1 0,1 0 0,-1 0 1,0-1-1,0 0 0,0 1 0,0-1 0,0-1 0,4 1 0,11-1-5,-16 1-8,1 0 0,-1-1 0,1 0 0,-1 1 0,1-1 0,-1 0 0,0 0 0,1 0 0,-1-1 0,0 1 0,0-1-1,0 1 1,0-1 0,0 0 0,0 1 0,0-1 0,-1 0 0,1 0 0,0 0 0,1-4 0,22-49-349,-22 48 351,-1 0 1,0-1 0,0 1-1,-1 0 1,0-1 0,0-12-1,-1-71-262,-1 90 264,0 0 0,0 0 0,0 0 0,0 0 0,-1 0 0,1 1 0,0-1 0,0 0 0,-1 1 0,1-1 0,0 1 0,-1-1 0,1 1 0,-1 0 0,1-1 0,-1 1 0,1 0 0,-1 0 0,1 0 0,-1 0 0,1 0 0,-3 1 0,-40 4 511,41-2-419,0-1 0,0 1-1,0 0 1,0 0 0,1 0 0,-1 0 0,1 0 0,0 1-1,-1-1 1,2 1 0,-1 0 0,0-1 0,1 1-1,0 0 1,0 0 0,0 0 0,0 0 0,0 0 0,1 7-1,0-11-69,0 1 0,0 1 30,0-1-149</inkml:trace>
</inkml:ink>
</file>

<file path=ppt/ink/ink2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36.938"/>
    </inkml:context>
    <inkml:brush xml:id="br0">
      <inkml:brushProperty name="width" value="0.025" units="cm"/>
      <inkml:brushProperty name="height" value="0.025" units="cm"/>
    </inkml:brush>
  </inkml:definitions>
  <inkml:trace contextRef="#ctx0" brushRef="#br0">315 42 2881,'0'0'8023,"3"-3"-6394,4-8-2526,3-9 8452,-19 13-2998,-8 6-4363,-1 2-184,-1 0-1,1 1 0,0 0 1,0 2-1,0 0 0,-19 8 1,26-8-15,-1 1 1,2 0-1,-1 1 0,0 0 1,1 1-1,0 0 1,1 0-1,-1 1 0,2 0 1,-11 13-1,13-13-5,1 0-1,1 0 1,-1 1-1,1 0 1,1 0-1,-1 0 1,2 0-1,-1 0 1,1 1-1,1-1 1,0 1-1,0-1 1,1 16-1,1-24 6,0 0 0,0 0 0,0 1-1,0-1 1,0 0 0,0 0 0,0 0-1,1-1 1,-1 1 0,0 0-1,1 0 1,-1-1 0,0 1 0,1-1-1,-1 1 1,1-1 0,-1 0 0,1 1-1,-1-1 1,1 0 0,-1 0-1,1 0 1,-1 0 0,1 0 0,-1 0-1,3-1 1,48-3 54,-40 0-103,1 0 0,-1-1 0,0 0 0,0-1 1,-1 0-1,1-1 0,-1 0 0,-1 0 0,0-1 0,0-1 0,12-12 0,-9 5-44,0 0 0,-1 0-1,-1-1 1,-1 0 0,0-1-1,10-28 1,-21 59 451,0 0 0,1 0 0,0 0 1,1 0-1,0 0 0,1 0 0,1 0 0,6 21 0,-5-25-307,1-1 1,0 0-1,0-1 0,1 1 1,0-1-1,0 0 0,13 11 0,-14-15-94,0 0-1,0 0 0,0 0 1,0 0-1,1-1 1,-1 0-1,1 0 0,0 0 1,-1-1-1,1 0 0,0 0 1,0 0-1,9-1 0,-8 0-154,73-3-3439,-29-10-3255,-10-6-6530</inkml:trace>
</inkml:ink>
</file>

<file path=ppt/ink/ink2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38.091"/>
    </inkml:context>
    <inkml:brush xml:id="br0">
      <inkml:brushProperty name="width" value="0.025" units="cm"/>
      <inkml:brushProperty name="height" value="0.025" units="cm"/>
    </inkml:brush>
  </inkml:definitions>
  <inkml:trace contextRef="#ctx0" brushRef="#br0">437 1 1224,'0'0'13687,"3"1"-12036,10 6-217,-10-6 850,-17 0-1214,-272 69 980,252-64-1962,14-3 16,1 1 1,0 0-1,0 2 1,-24 10-1,41-14-80,2 565 2397,0-566-2349,39-26 540,-21 16-621,0 1-1,0 0 1,0 2 0,1 0-1,1 1 1,-1 0-1,20-1 1,19 1 8,60 2 0,12 3 2591</inkml:trace>
</inkml:ink>
</file>

<file path=ppt/ink/ink2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38.589"/>
    </inkml:context>
    <inkml:brush xml:id="br0">
      <inkml:brushProperty name="width" value="0.025" units="cm"/>
      <inkml:brushProperty name="height" value="0.025" units="cm"/>
    </inkml:brush>
  </inkml:definitions>
  <inkml:trace contextRef="#ctx0" brushRef="#br0">291 13 232,'0'0'13804,"6"-2"-12117,15-6-304,-16 6-314,3 20 1735,4 111-537,-9-72-1852,13 59 1,-3-56-321,-5-30-24,-2 1-1,-1-1 1,1 39 0,-6-68-39,0 0 1,0 0 0,0 0-1,-1 0 1,1 0 0,-1 0-1,1 0 1,-1 0 0,1 0 0,-1 0-1,1-1 1,-1 1 0,0 0-1,1 0 1,-1 0 0,0-1-1,0 1 1,1 0 0,-1-1-1,0 1 1,0-1 0,0 1 0,0-1-1,0 1 1,0-1 0,0 1-1,0-1 1,0 0 0,0 0-1,0 0 1,0 0 0,0 1-1,-2-2 1,-43 1 460,34 0-433,-1-2-30,1 1 1,-1-2-1,1 1 0,-1-2 1,1 1-1,0-2 1,1 0-1,-17-9 0,-9-8 45,-39-30 0,60 40-45,11 9 4,-1-2 0,1 1-1,0-1 1,0 0 0,1 0-1,-1 0 1,1 0 0,0-1-1,-6-11 1,2-20-1849,8 33 949,1-1 0,-1 1 0,1 0 0,-1 0 0,1 0 0,1 0 1,2-7-1,2-3-4530</inkml:trace>
</inkml:ink>
</file>

<file path=ppt/ink/ink2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38.823"/>
    </inkml:context>
    <inkml:brush xml:id="br0">
      <inkml:brushProperty name="width" value="0.025" units="cm"/>
      <inkml:brushProperty name="height" value="0.025" units="cm"/>
    </inkml:brush>
  </inkml:definitions>
  <inkml:trace contextRef="#ctx0" brushRef="#br0">19 1 15043,'0'0'13515,"-19"9"-13427,19-2-32,0-1-56,6 7-336,14-7-1344,-1 4-2617,0-10-4041</inkml:trace>
</inkml:ink>
</file>

<file path=ppt/ink/ink2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39.600"/>
    </inkml:context>
    <inkml:brush xml:id="br0">
      <inkml:brushProperty name="width" value="0.025" units="cm"/>
      <inkml:brushProperty name="height" value="0.025" units="cm"/>
    </inkml:brush>
  </inkml:definitions>
  <inkml:trace contextRef="#ctx0" brushRef="#br0">116 13 1384,'0'0'15869,"18"-2"-14793,258-9 4052,-275 39-3174,-20 281 1772,12-210-3303,7-98-322,-2 0-77,0-1 0,-1 1-1,0 0 1,1-1 0,-1 1 0,1-1 0,-1 0-1,1 0 1,-6-1 0,-1 1 51,-59 5 81,8-2 4,-1 2 0,-74 18 1,134-23-165,-1 0 1,1 0-1,0 0 1,0 1-1,-1-1 1,1 0 0,0 1-1,0-1 1,0 1-1,0-1 1,-1 1-1,1 0 1,0 0 0,0-1-1,0 1 1,1 0-1,-2 1 1,13 6-171,34-1-729,-45-7 885,17 1-2182,-8 5-3633,-8 0-601</inkml:trace>
</inkml:ink>
</file>

<file path=ppt/ink/ink2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0.422"/>
    </inkml:context>
    <inkml:brush xml:id="br0">
      <inkml:brushProperty name="width" value="0.025" units="cm"/>
      <inkml:brushProperty name="height" value="0.025" units="cm"/>
    </inkml:brush>
  </inkml:definitions>
  <inkml:trace contextRef="#ctx0" brushRef="#br0">251 84 1192,'0'0'3010,"-6"-11"-1956,-2-4-190,-7-12 57,-6 3 2854,20 23-3586,0 1 0,1-1 1,-1 0-1,0 1 1,1 0-1,-1-1 1,0 1-1,0-1 0,0 1 1,1 0-1,-1 0 1,0-1-1,0 1 0,0 0 1,0 0-1,0 0 1,1 0-1,-1 0 1,0 0-1,0 0 0,0 0 1,0 0-1,0 1 1,1-1-1,-1 0 0,0 0 1,0 1-1,0-1 1,1 1-1,-1-1 1,0 1-1,0-1 0,1 1 1,-1-1-1,0 1 1,1-1-1,-1 1 0,1 0 1,-1-1-1,0 3 1,-2 0 144,0 1 0,1 0 1,0-1-1,-1 1 0,1 1 1,1-1-1,-3 5 1,-17 86 1754,4 2 1,-6 100 0,19-154-1921,-2 157-1071,6-188 412,-27-12-6001,-5-21-268,14 11 2044</inkml:trace>
</inkml:ink>
</file>

<file path=ppt/ink/ink2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0.813"/>
    </inkml:context>
    <inkml:brush xml:id="br0">
      <inkml:brushProperty name="width" value="0.025" units="cm"/>
      <inkml:brushProperty name="height" value="0.025" units="cm"/>
    </inkml:brush>
  </inkml:definitions>
  <inkml:trace contextRef="#ctx0" brushRef="#br0">0 165 1880,'0'0'16231,"8"-8"-14443,-3 1-1467,-3 5-211,0-1 1,0 0 0,0 0-1,1 1 1,-1 0-1,1-1 1,-1 1 0,1 0-1,0 0 1,0 0-1,0 1 1,0-1-1,1 1 1,-1-1 0,0 1-1,1 0 1,-1 1-1,0-1 1,1 0 0,5 1-1,94 2 1928,-41 1-1682,96-9 0,-156 6-353,1-1 0,-1 1 0,0-1 1,0 1-1,0-1 0,1 0 0,-1 1 0,0-1 0,0 0 0,0-1 1,-1 1-1,1 0 0,0 0 0,0-1 0,-1 1 0,1-1 0,0 0 1,-1 1-1,0-1 0,1 0 0,-1 0 0,0 0 0,0 0 0,0 0 0,0 0 1,0 0-1,-1 0 0,1 0 0,-1 0 0,1-1 0,-1 1 0,0 0 1,0 0-1,1-1 0,-2 1 0,1 0 0,0 0 0,0-1 0,-1 1 1,1 0-1,-1 0 0,0 0 0,0 0 0,0 0 0,0 0 0,0 0 0,0 0 1,0 0-1,-1 0 0,1 1 0,-1-1 0,1 0 0,-4-2 0,0 1-3,0 1-1,0-1 0,0 1 1,0 0-1,-1 0 0,1 1 1,-1-1-1,1 1 0,-1 0 0,0 1 1,1-1-1,-1 1 0,0 0 1,1 1-1,-1 0 0,1-1 1,-9 4-1,10-3 40,0 1 1,0 0-1,0 0 1,0 0-1,0 1 1,0-1-1,1 1 1,-1 0-1,1 0 0,0 0 1,0 1-1,0-1 1,1 1-1,-1-1 1,1 1-1,-1 0 1,1 0-1,1 0 1,-1 0-1,0 0 0,1 1 1,-1 5-1,-1-1 1,1 1 0,1 0 0,0 0 0,0-1 0,1 1 0,0 0 0,0 0 0,4 17 0,-3-24-105,0 1 0,0-1 0,1 0 0,-1 0 0,1 1 0,0-1 0,0-1 0,0 1 0,0 0 0,1 0 0,-1-1 1,1 1-1,-1-1 0,1 0 0,0 0 0,0 0 0,0 0 0,0 0 0,0 0 0,1-1 0,-1 0 0,0 0 0,1 0 0,-1 0 0,1 0 0,-1-1 0,5 1 0,73 1-6168,-48-2 172</inkml:trace>
</inkml:ink>
</file>

<file path=ppt/ink/ink2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1.400"/>
    </inkml:context>
    <inkml:brush xml:id="br0">
      <inkml:brushProperty name="width" value="0.025" units="cm"/>
      <inkml:brushProperty name="height" value="0.025" units="cm"/>
    </inkml:brush>
  </inkml:definitions>
  <inkml:trace contextRef="#ctx0" brushRef="#br0">1 28 624,'0'0'22720,"3"9"-21892,-2-5-743,1 3 50,0 0 0,1 0 0,0 0 0,0-1 0,0 1 0,1-1 1,0 0-1,0 0 0,0 0 0,10 9 0,-13-14-120,39-4-77,36-58-835,-73 61 978,1 0-1,-1-1 1,1 1 0,-1 0 0,1 1 0,-1-1 0,1 0 0,-1 1 0,7 2 0,21 2-140,-24-6 51,-1 1-1,0-2 1,0 1-1,0-1 0,0 1 1,0-2-1,0 1 1,0-1-1,-1 0 0,1 0 1,-1 0-1,0-1 1,0 0-1,0 0 0,0 0 1,-1-1-1,0 1 1,1-1-1,4-8 0,-10 14 124,0 0-1,1 0 1,-1 1-1,1-1 0,-1 0 1,1 0-1,0 0 0,-1 1 1,1-1-1,0 0 1,0 1-1,0-1 0,0 0 1,0 0-1,0 1 0,1-1 1,-1 0-1,0 0 1,0 1-1,1-1 0,-1 0 1,2 2-1,23 27 227,-20-25-1206,1-1 1,0 1 0,0-1 0,0-1 0,1 1 0,-1-1-1,1 0 1,8 2 0,0-2-5496</inkml:trace>
</inkml:ink>
</file>

<file path=ppt/ink/ink2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1.679"/>
    </inkml:context>
    <inkml:brush xml:id="br0">
      <inkml:brushProperty name="width" value="0.025" units="cm"/>
      <inkml:brushProperty name="height" value="0.025" units="cm"/>
    </inkml:brush>
  </inkml:definitions>
  <inkml:trace contextRef="#ctx0" brushRef="#br0">84 0 3633,'0'0'20723,"-8"27"-19271,-22 88-422,26-90-720,0-1 0,1 1 0,2 0 0,1 0 0,2 26 0,1 14 37,-6 61-5,-1 1-3043,4-127 2581,0 0 0,1 0 0,-1 1 0,0-1-1,0 0 1,0 0 0,0 1 0,0-1 0,0 0 0,0 0 0,0 1 0,0-1 0,0 0 0,0 0 0,-1 1 0,1-1 0,0 0 0,0 0 0,0 0 0,0 1 0,0-1 0,0 0 0,0 0 0,-1 0 0,1 1-1,0-1 1,0 0 0,0 0 0,0 0 0,-1 0 0,1 0 0,0 1 0,0-1 0,-1 0 0,1 0 0,0 0 0,0 0 0,0 0 0,-1 0 0,1 0 0,0 0 0,0 0 0,-1 0 0,1 0 0,0 0 0,0 0-1,-1 0 1,1 0 0,0 0 0,0 0 0,0 0 0,-1 0 0,1 0 0,-1 0 0,-11-11-8478,0-7 98</inkml:trace>
</inkml:ink>
</file>

<file path=ppt/ink/ink2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1.959"/>
    </inkml:context>
    <inkml:brush xml:id="br0">
      <inkml:brushProperty name="width" value="0.025" units="cm"/>
      <inkml:brushProperty name="height" value="0.025" units="cm"/>
    </inkml:brush>
  </inkml:definitions>
  <inkml:trace contextRef="#ctx0" brushRef="#br0">1 83 1376,'0'0'16900,"28"-14"-14969,88-42-451,-110 54-1347,-1 0-1,1 0 1,0 0 0,0 0-1,0 1 1,0 0-1,0 1 1,6-1 0,-10 1-66,1 0-1,-1 1 1,1-1 0,-1 1 0,0-1 0,1 1 0,-1 0 0,0 0 0,1 0 0,-1 0 0,0 0-1,0 0 1,0 1 0,2 1 0,-2-1 3,0 1 0,0-1 1,0 1-1,0 0 0,-1-1 0,0 1 0,1 0 1,-1 0-1,0 0 0,0 0 0,-1 0 0,1 0 0,0 0 1,-1 0-1,0 0 0,0 0 0,0 0 0,0 0 1,0 0-1,-1 0 0,-1 5 0,2-6-46,-1 0 0,0-1 0,0 1-1,0 0 1,0-1 0,0 1 0,0-1 0,-1 1-1,1-1 1,0 0 0,-1 0 0,1 1 0,-1-1-1,1 0 1,-1 0 0,0 0 0,1-1 0,-1 1-1,0 0 1,-2 0 0,-44 11 136,31-8-110,9-2-89,-13 4-356,0-2 0,0 0 1,-36 2-1,56-6 253,1 0-1,-1 0 1,1 0 0,-1 0 0,1 0-1,-1 0 1,1 0 0,-1 0 0,1 0-1,-1 0 1,1 0 0,-1 1-1,1-1 1,-1 0 0,1 0 0,0 1-1,-1-1 1,1 0 0,-1 0 0,1 1-1,0-1 1,-1 1 0,1-1 0,0 0-1,-1 1 1,1-1 0,0 1 0,-1-1-1,1 1 1,0-1 0,0 1-1,0-1 1,0 1 0,-1-1 0,1 1-1,0-1 1,0 1 0,0-1 0,0 1-1,0-1 1,0 1 0,0-1 0,0 1-1,0-1 1,1 1 0,-1 0 0,0 3-1610</inkml:trace>
</inkml:ink>
</file>

<file path=ppt/ink/ink2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3.004"/>
    </inkml:context>
    <inkml:brush xml:id="br0">
      <inkml:brushProperty name="width" value="0.025" units="cm"/>
      <inkml:brushProperty name="height" value="0.025" units="cm"/>
    </inkml:brush>
  </inkml:definitions>
  <inkml:trace contextRef="#ctx0" brushRef="#br0">625 0 2537,'0'0'12386,"13"0"-7892,-19 2-4064,-1-1-1,1 1 0,0 0 1,0 0-1,0 1 0,0 0 1,1 0-1,-1 0 0,1 1 1,0 0-1,0 0 0,0 0 1,-6 7-1,-34 23 278,-9-9-563,0-3 0,-1-2-1,-1-2 1,-81 13 0,39-8 154,77-18-329,-11 4 478,35-5-186,23-1-123,143 12-53,71 5-19,-236-20-65,76 7 193,-74-6-167,-1 0-1,1 1 1,-1-1 0,1 1-1,-1 0 1,0 0 0,1 1-1,-1-1 1,-1 1 0,1 1-1,6 4 1,-10-8 44,-1 1 1,1 0-1,0-1 0,-1 1 1,1-1-1,-1 1 1,1 0-1,-1 0 1,0-1-1,1 1 0,-1 0 1,0 0-1,1-1 1,-1 1-1,0 0 0,0 0 1,0 0-1,0-1 1,0 1-1,0 1 0,-2 2-2949,-3-2-3336,-7 2 801</inkml:trace>
</inkml:ink>
</file>

<file path=ppt/ink/ink2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5.211"/>
    </inkml:context>
    <inkml:brush xml:id="br0">
      <inkml:brushProperty name="width" value="0.025" units="cm"/>
      <inkml:brushProperty name="height" value="0.025" units="cm"/>
    </inkml:brush>
  </inkml:definitions>
  <inkml:trace contextRef="#ctx0" brushRef="#br0">8 0 672,'0'0'2675,"26"4"-774,-24 0-1904,0 0 1,-1 0-1,0 1 1,0-1-1,0 0 1,0 1-1,-1-1 1,1 1-1,-1-1 1,0 1-1,-1-1 1,1 0-1,-2 6 1,1 7 6,0 1 6,-1 0 0,-1 0 1,-5 19-1,-4 27-19,4 10-174,3 0 0,7 121 0,0-177 191,1 0 1,1 0 0,1 0-1,0-1 1,1 1-1,1-1 1,1 0 0,0-1-1,1 0 1,1-1 0,0 1-1,1-2 1,1 0-1,0 0 1,1-1 0,1 0-1,0-1 1,0-1 0,28 17-1,-9-10 118,0 0-1,1-3 1,1 0-1,0-3 0,1 0 1,0-3-1,1-1 1,64 6-1,22-4-411,1-5 1,236-23-1,-255 3-1033</inkml:trace>
</inkml:ink>
</file>

<file path=ppt/ink/ink2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5.613"/>
    </inkml:context>
    <inkml:brush xml:id="br0">
      <inkml:brushProperty name="width" value="0.025" units="cm"/>
      <inkml:brushProperty name="height" value="0.025" units="cm"/>
    </inkml:brush>
  </inkml:definitions>
  <inkml:trace contextRef="#ctx0" brushRef="#br0">1 0 3225,'0'0'2824,"51"90"-8857</inkml:trace>
</inkml:ink>
</file>

<file path=ppt/ink/ink2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8.115"/>
    </inkml:context>
    <inkml:brush xml:id="br0">
      <inkml:brushProperty name="width" value="0.025" units="cm"/>
      <inkml:brushProperty name="height" value="0.025" units="cm"/>
    </inkml:brush>
  </inkml:definitions>
  <inkml:trace contextRef="#ctx0" brushRef="#br0">228 32 1872,'0'0'11249,"5"-4"-10463,-3 2-401,12-11-391,-9 0 3280,-39 13-879,25 1-2325,-1 1-1,1-1 1,0 2-1,0-1 1,0 1-1,1 1 1,-1-1 0,1 1-1,-1 1 1,1 0-1,-8 6 1,5-3 29,-1 1 0,1 1 0,0 0 0,1 0 0,0 1 0,-13 19 0,20-25-70,1 0 1,-1 1-1,1-1 0,0 0 0,1 1 0,-1-1 0,1 1 0,0-1 1,0 1-1,1 0 0,0-1 0,0 1 0,0 0 0,2 7 0,-2-10-23,1-1 0,-1 1 0,1 0 0,0 0 0,0-1-1,0 1 1,0-1 0,0 1 0,1-1 0,-1 0-1,1 1 1,-1-1 0,1 0 0,0 0 0,0 0-1,0 0 1,0 0 0,0-1 0,1 1 0,-1-1 0,0 1-1,1-1 1,-1 0 0,1 0 0,-1 0 0,1 0-1,0 0 1,-1 0 0,1-1 0,4 1 0,3-1 15,-1 1 1,1-2-1,0 1 1,0-1-1,0-1 1,-1 0-1,1 0 1,-1-1-1,1 0 1,-1-1 0,10-4-1,-6-1-16,-1 1 0,1-2 1,-1 1-1,-1-2 0,0 1 0,15-21 0,25-36-306,-48 61 373,1 0 1,-1 0-1,0 0 1,0-1-1,-1 1 1,0-1-1,0 1 1,-1-1 0,1 0-1,-1-7 1,-1 12 1184,-5 17-399,3-3-663,0-1 0,1 1 1,1 0-1,0 0 0,1 0 0,3 20 1,-3-27-241,0-1 0,0 1 1,0-1-1,1 1 1,0-1-1,0 1 1,0-1-1,0 0 0,1 0 1,0 0-1,-1 0 1,2-1-1,-1 1 1,0-1-1,1 0 0,-1 0 1,1 0-1,0 0 1,0 0-1,5 1 0,57 23-4784,-39-22-1000</inkml:trace>
</inkml:ink>
</file>

<file path=ppt/ink/ink2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8.810"/>
    </inkml:context>
    <inkml:brush xml:id="br0">
      <inkml:brushProperty name="width" value="0.025" units="cm"/>
      <inkml:brushProperty name="height" value="0.025" units="cm"/>
    </inkml:brush>
  </inkml:definitions>
  <inkml:trace contextRef="#ctx0" brushRef="#br0">526 15 5577,'0'0'15670,"3"-11"-14355,-7 10-1145,0 0-1,0 1 1,-1-1-1,1 1 1,0 0-1,0 0 1,-8 1-1,5-1-47,-24 2 72,0 1 0,-41 10 1,6-2-150,-71 16-25,117-22-60,0 1 1,1 0-1,0 2 1,-33 17 0,52-24 22,-1-1 1,0 0-1,0 0 1,1 1-1,-1-1 1,0 0 0,1 1-1,-1-1 1,0 1-1,1-1 1,-1 1-1,1-1 1,-1 1 0,1-1-1,-1 1 1,1-1-1,-1 1 1,1 0-1,-1-1 1,1 1 0,0 0-1,-1-1 1,1 1-1,0 0 1,0 0-1,0-1 1,-1 1 0,1 0-1,0 0 1,0-1-1,0 1 1,0 0-1,0 0 1,0 0 0,1-1-1,-1 1 1,0 0-1,0 0 1,1-1-1,-1 1 1,0 0 0,0-1-1,1 1 1,-1 0-1,1-1 1,-1 1-1,1-1 1,-1 1 0,2 0-1,40 24 190,-16-10-162,-22-11 11,0 1 0,0-1 0,-1 1 0,1 0 0,-1-1-1,0 2 1,-1-1 0,1 0 0,-1 1 0,0-1 0,-1 1 0,1-1 0,-1 1 0,1 7-1,0 10 158,-1 0-1,-3 30 0,1-11-65,1 15 21,-3 0-1,-2-1 0,-17 77 1,13-94 75,2 0 0,-5 79 0,14-116-198,-1-2 0,0 1 0,1 0 0,-1 0 0,1 0 0,0-1 0,-1 1 0,1-1 1,0 1-1,-1-1 0,1 0 0,0 1 0,-1-1 0,1 0 0,0 0 0,0 0 0,-1 0 1,4-1-1,39-3 96,-17-6-78,-2 0 0,1-1 0,45-29 0,3-1 34,-73 40 45,-4 1-2181,-9 1 893</inkml:trace>
</inkml:ink>
</file>

<file path=ppt/ink/ink2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9.245"/>
    </inkml:context>
    <inkml:brush xml:id="br0">
      <inkml:brushProperty name="width" value="0.025" units="cm"/>
      <inkml:brushProperty name="height" value="0.025" units="cm"/>
    </inkml:brush>
  </inkml:definitions>
  <inkml:trace contextRef="#ctx0" brushRef="#br0">259 1 2897,'0'0'19340,"-6"21"-18363,-1 8-761,1 0-1,2 1 1,0-1-1,2 1 1,1 0-1,6 50 1,32 59-67,-12-51-120,-25-88-22,0 1 0,0-1 0,0 1 0,0 0-1,0-1 1,0 1 0,0-1 0,0 1 0,0-1-1,0 1 1,-1 0 0,1-1 0,0 1 0,0-1-1,-1 1 1,1-1 0,0 1 0,-1-1 0,1 1-1,0-1 1,-1 0 0,1 1 0,-1-1 0,1 1-1,-1-1 1,1 0 0,-1 1 0,1-1 0,-1 0 0,1 0-1,-1 1 1,1-1 0,-1 0 0,1 0 0,-1 0-1,0 0 1,1 0 0,-1 0 0,1 0 0,-1 0-1,0 0 1,-33 0 37,24 0-15,-3 0 15,-1 0 1,1 0-1,0-1 1,0-1-1,-1 0 0,1-1 1,1-1-1,-1 0 0,0 0 1,1-1-1,0-1 0,0 0 1,0-1-1,-17-13 1,25 15-87,1 0 1,0 0 0,0 0-1,0 0 1,1 0 0,0-1 0,0 1-1,0-1 1,1 0 0,-1 1-1,2-1 1,-1 0 0,0 0 0,1 0-1,0 0 1,2-9 0,-2 5-451,0 7 86,1 0-1,0 0 1,0 0 0,0 0 0,0 0 0,0 1-1,1-1 1,-1 0 0,1 1 0,-1-1-1,1 1 1,0-1 0,0 1 0,0 0-1,1 0 1,-1 0 0,5-3 0,-7 4 296,13-7-4693</inkml:trace>
</inkml:ink>
</file>

<file path=ppt/ink/ink2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49.850"/>
    </inkml:context>
    <inkml:brush xml:id="br0">
      <inkml:brushProperty name="width" value="0.025" units="cm"/>
      <inkml:brushProperty name="height" value="0.025" units="cm"/>
    </inkml:brush>
  </inkml:definitions>
  <inkml:trace contextRef="#ctx0" brushRef="#br0">1 13 3169,'0'0'19378,"6"-12"-12536,4 21-9707,1-2-497,-6 4-3459</inkml:trace>
</inkml:ink>
</file>

<file path=ppt/ink/ink2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0.706"/>
    </inkml:context>
    <inkml:brush xml:id="br0">
      <inkml:brushProperty name="width" value="0.025" units="cm"/>
      <inkml:brushProperty name="height" value="0.025" units="cm"/>
    </inkml:brush>
  </inkml:definitions>
  <inkml:trace contextRef="#ctx0" brushRef="#br0">0 35 2969,'0'0'13264,"7"-6"-11068,18-17-413,-18 17-402,-7 9-134,-2 59 1994,1-24-2582,5 69 0,-3-104-679,0 1 1,0 0-1,0 0 0,1-1 1,-1 1-1,1 0 0,0-1 1,0 0-1,0 1 0,1-1 1,-1 0-1,1 0 0,4 3 1,13 3-2510,-14-4-611</inkml:trace>
</inkml:ink>
</file>

<file path=ppt/ink/ink2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0.903"/>
    </inkml:context>
    <inkml:brush xml:id="br0">
      <inkml:brushProperty name="width" value="0.025" units="cm"/>
      <inkml:brushProperty name="height" value="0.025" units="cm"/>
    </inkml:brush>
  </inkml:definitions>
  <inkml:trace contextRef="#ctx0" brushRef="#br0">1 58 1400,'0'0'19100,"134"-51"-18684,-114 47-247,5 4-121,1 0-48,-7-3-321,7 3-1087,-13 0-1464,0 0-3578</inkml:trace>
</inkml:ink>
</file>

<file path=ppt/ink/ink2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1.217"/>
    </inkml:context>
    <inkml:brush xml:id="br0">
      <inkml:brushProperty name="width" value="0.025" units="cm"/>
      <inkml:brushProperty name="height" value="0.025" units="cm"/>
    </inkml:brush>
  </inkml:definitions>
  <inkml:trace contextRef="#ctx0" brushRef="#br0">7 1 992,'0'0'22117,"-1"20"-21015,-5 156 1322,6-116-2405,1-60-250,0 1 1,-1-1-1,1 1 0,0-1 1,0 1-1,0-1 1,0 0-1,0 1 0,0-1 1,-1 0-1,1 0 1,0 1-1,0-1 1,0 0-1,0 0 0,0 0 1,0 0-1,0 0 1,0-1-1,0 1 0,1 0 1,3-1-3551,1 1-2769</inkml:trace>
</inkml:ink>
</file>

<file path=ppt/ink/ink2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1.919"/>
    </inkml:context>
    <inkml:brush xml:id="br0">
      <inkml:brushProperty name="width" value="0.025" units="cm"/>
      <inkml:brushProperty name="height" value="0.025" units="cm"/>
    </inkml:brush>
  </inkml:definitions>
  <inkml:trace contextRef="#ctx0" brushRef="#br0">0 73 2585,'0'0'13450,"8"0"-12396,31-3 272,75-15 1,-25 3-314,-70 13-523,1-2-1,0 0 1,-1-1 0,0-1-1,19-9 1,-40 21 14,0-1 0,0 1 0,0 0 0,0 0-1,1 0 1,0 0 0,1 0 0,-1 11 0,0-4-448,0 0 0,1-1 0,1 1 0,4 25-1,5-13-19,1 1-1,1-2 0,2 0 1,0 0-1,2-2 1,23 29-1,-13-18-17,33 56 0,-58-88-15,-1-1 0,1 1 0,0 0 0,-1 0 0,1 0 0,-1 0 0,1 0 0,-1 0 0,1 0 0,-1 0 0,0 0 0,0 0 0,1 0 0,-1 0-1,0 0 1,0 0 0,0 0 0,0 0 0,0 0 0,0 0 0,0 0 0,0 0 0,-1 0 0,1 0 0,0 0 0,0 0 0,-1 0 0,1 0 0,-1 0-1,1-1 1,-1 1 0,1 0 0,-1 0 0,0 0 0,1 0 0,-1-1 0,0 1 0,0 0 0,0-1 0,1 1 0,-1-1 0,0 1 0,0-1-1,0 1 1,-1 0 0,-5 0 39,0 1-1,0-1 1,0 0-1,-1 0 0,-10-1 1,4 0-20,-309 13 443,304-9-2079,40 1-1086,75-4-5696,-50-1-1154</inkml:trace>
</inkml:ink>
</file>

<file path=ppt/ink/ink2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2.370"/>
    </inkml:context>
    <inkml:brush xml:id="br0">
      <inkml:brushProperty name="width" value="0.025" units="cm"/>
      <inkml:brushProperty name="height" value="0.025" units="cm"/>
    </inkml:brush>
  </inkml:definitions>
  <inkml:trace contextRef="#ctx0" brushRef="#br0">0 8 10130,'0'0'13846,"28"0"-13370,219-6-84,-246 5-639,0 1-1,0 0 1,0 0 0,0 0-1,0 0 1,0-1 0,0 1-1,-1 0 1,1 1-1,0-1 1,0 0 0,0 0-1,0 0 1,0 0 0,0 1-1,0-1 1,0 0 0,0 1-1,0-1 1,-1 1 0,1-1-1,0 1 1,0 0 0,0 0-1,-18 11-4817,-38 9-2065,9-8 3008,1 0 1939</inkml:trace>
</inkml:ink>
</file>

<file path=ppt/ink/ink2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2.523"/>
    </inkml:context>
    <inkml:brush xml:id="br0">
      <inkml:brushProperty name="width" value="0.025" units="cm"/>
      <inkml:brushProperty name="height" value="0.025" units="cm"/>
    </inkml:brush>
  </inkml:definitions>
  <inkml:trace contextRef="#ctx0" brushRef="#br0">0 0 672,'45'157'1232,"-38"-157"5106,12 0-1369,13 0-2441,0 0 377,13 0-633,0 0-791,0-3-561,-7-3-488,1 3-328,-7 3-104,-7 0-704,-5 0-2145,-14 0-4760</inkml:trace>
</inkml:ink>
</file>

<file path=ppt/ink/ink2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3.021"/>
    </inkml:context>
    <inkml:brush xml:id="br0">
      <inkml:brushProperty name="width" value="0.025" units="cm"/>
      <inkml:brushProperty name="height" value="0.025" units="cm"/>
    </inkml:brush>
  </inkml:definitions>
  <inkml:trace contextRef="#ctx0" brushRef="#br0">241 1 1720,'0'0'18227,"-29"2"-16900,-95 9-551,119-11-726,1 0 0,0 1 0,0-1 0,0 1 0,0 0 1,0 0-1,1 0 0,-1 1 0,0-1 0,0 1 0,1 0 0,-1 0 0,1 1 0,0-1 0,-1 0 0,1 1 0,0 0 1,1 0-1,-1 0 0,0 0 0,1 0 0,-3 5 0,4-4-13,-1 1-1,1 0 1,0 0 0,1 0-1,-1 0 1,1 0 0,0 0-1,0 0 1,1 0-1,-1 0 1,1 0 0,2 7-1,-2-11-36,0 1 0,-1 0 0,1-1 0,0 1 0,0-1 0,0 1 0,1-1 0,-1 1 0,0-1 0,0 0 0,1 1 0,-1-1 0,1 0 0,-1 0 0,1 0 0,0 0 0,-1 0 0,1-1 0,0 1 0,-1 0 0,1-1 0,0 1 0,0-1 0,0 0 0,3 1 0,54 0-403,-43-1 61,-12-1 204,0 0 0,1 0-1,-1 0 1,0-1 0,0 1 0,0-1 0,0 0 0,0 0 0,0-1-1,-1 1 1,1-1 0,-1 0 0,1 0 0,-1 0 0,0 0 0,4-7 0,18-28 516,-16 0 5529,-7 43-5768,1 0 1,-1 0-1,1 0 1,0 0-1,1-1 0,-1 1 1,1-1-1,-1 0 1,1 0-1,1-1 1,-1 1-1,8 4 1,-11-7-121,7 6-154,1-1-1,0 0 1,0-1-1,1 0 1,0 0 0,0-1-1,0 0 1,11 3-1,54 4-5793,-42-8-334</inkml:trace>
</inkml:ink>
</file>

<file path=ppt/ink/ink2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3.704"/>
    </inkml:context>
    <inkml:brush xml:id="br0">
      <inkml:brushProperty name="width" value="0.025" units="cm"/>
      <inkml:brushProperty name="height" value="0.025" units="cm"/>
    </inkml:brush>
  </inkml:definitions>
  <inkml:trace contextRef="#ctx0" brushRef="#br0">456 59 2729,'0'0'17015,"6"-8"-15564,20-23-187,-26 31-1213,1-1 0,-1 1 0,0 0 0,1-1 0,-1 1 0,0-1 0,0 1-1,0-1 1,0 1 0,1-1 0,-1 1 0,0-1 0,0 1 0,0-1 0,0 1-1,0 0 1,0-1 0,0 1 0,0-1 0,0 1 0,0-1 0,0 1 0,-1-1-1,1 1 1,0-1 0,0 1 0,0-1 0,-1 1 0,1-1 0,0 1-1,0 0 1,-1-1 0,1 1 0,0-1 0,-1 1 0,1 0 0,0-1 0,-1 1-1,1 0 1,-1 0 0,1-1 0,-1 1 0,1 0 0,0 0 0,-1 0 0,1 0-1,-1-1 1,1 1 0,-1 0 0,1 0 0,-1 0 0,1 0 0,-1 0 0,1 0-1,-1 0 1,1 0 0,-1 0 0,0 1 0,-35-2-55,32 1 188,-431 0 505,434 0-757,4 0-141,0-1 221,0 1 0,0 0 0,0 0 0,0 1 0,0-1 0,0 1 0,0-1 0,0 1-1,0 0 1,0 0 0,-1 0 0,1 0 0,0 1 0,-1-1 0,1 1 0,-1 0-1,1-1 1,-1 1 0,0 0 0,0 1 0,0-1 0,0 0 0,0 0 0,0 1 0,-1-1-1,1 1 1,-1 0 0,0-1 0,2 6 0,3 9 61,-1 0 0,-1 0 1,-1 1-1,2 22 0,-1-5 41,2 21 211,-3 0 0,-4 68 1,-1-36 230,4-87-552,-1-1 1,1 1-1,-1 0 0,1-1 1,-1 0-1,1 1 0,-1-1 1,1 0-1,-1 0 0,1 1 1,-1-1-1,1 0 1,-1-1-1,1 1 0,1 0 1,-2 0 8,57-2 141,0-3 1,0-1 0,86-23 0,-139 26-1620,-14 3 1652,-4-1-3256,6-1-7937</inkml:trace>
</inkml:ink>
</file>

<file path=ppt/ink/ink2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4.171"/>
    </inkml:context>
    <inkml:brush xml:id="br0">
      <inkml:brushProperty name="width" value="0.025" units="cm"/>
      <inkml:brushProperty name="height" value="0.025" units="cm"/>
    </inkml:brush>
  </inkml:definitions>
  <inkml:trace contextRef="#ctx0" brushRef="#br0">348 0 2689,'0'0'17441,"-6"8"-14479,-1 6-2523,1-1 0,0 1 0,2 1 1,-1-1-1,2 1 0,0 0 1,-2 26-1,4 115 194,2-87-442,-1 29 237,-33-98 437,19 0-838,-1-1-1,1-1 0,0 0 0,0-1 0,0 0 0,0-1 1,1 0-1,-1-1 0,1-1 0,0 0 0,0-1 0,1-1 0,0 1 1,1-2-1,-1 0 0,2 0 0,-16-17 0,23 22-203,0 0-1,1-1 1,0 1-1,0-1 1,0 0-1,0 1 1,1-1-1,-1 0 1,1 0-1,1 0 1,-1 0-1,1 0 1,0 0-1,0 0 1,0 0-1,0 0 1,1 0-1,0 0 1,0 0-1,1 0 1,-1 0-1,1 0 1,0 1-1,0-1 1,1 1-1,-1-1 1,1 1-1,0 0 1,0 0-1,1 0 1,5-5-1,28-21-3653,-3 4-1401</inkml:trace>
</inkml:ink>
</file>

<file path=ppt/ink/ink2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4.325"/>
    </inkml:context>
    <inkml:brush xml:id="br0">
      <inkml:brushProperty name="width" value="0.025" units="cm"/>
      <inkml:brushProperty name="height" value="0.025" units="cm"/>
    </inkml:brush>
  </inkml:definitions>
  <inkml:trace contextRef="#ctx0" brushRef="#br0">0 0 1464</inkml:trace>
</inkml:ink>
</file>

<file path=ppt/ink/ink2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4.450"/>
    </inkml:context>
    <inkml:brush xml:id="br0">
      <inkml:brushProperty name="width" value="0.025" units="cm"/>
      <inkml:brushProperty name="height" value="0.025" units="cm"/>
    </inkml:brush>
  </inkml:definitions>
  <inkml:trace contextRef="#ctx0" brushRef="#br0">0 263 1464,'75'-163'7259,"-73"159"-6332,1-1 0,-1 0 0,0 0 0,-1 1 0,1-1-1,-1 0 1,0 0 0,0 0 0,0-1 0,-1 1 0,0 0 0,-1-9 0,1 12-537,-1 1 1,0-1 0,0 1 0,0-1 0,0 1 0,0-1 0,0 1 0,-1 0 0,1-1 0,0 1 0,-1 0 0,1 0 0,0 0 0,-1 0 0,0 0 0,1 0 0,-1 1 0,-2-2 0,-1 0 905,4 1-12,1 2-1817,-1 11-1062,4-5-5037,8-1-410</inkml:trace>
</inkml:ink>
</file>

<file path=ppt/ink/ink2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55.077"/>
    </inkml:context>
    <inkml:brush xml:id="br0">
      <inkml:brushProperty name="width" value="0.025" units="cm"/>
      <inkml:brushProperty name="height" value="0.025" units="cm"/>
    </inkml:brush>
  </inkml:definitions>
  <inkml:trace contextRef="#ctx0" brushRef="#br0">1 23 640,'0'0'15920,"2"-2"-14792,1 0-926,-1 0 1,1 1-1,0-1 0,0 1 1,0 0-1,0 0 0,1 0 1,-1 0-1,0 0 1,0 0-1,1 1 0,4 0 1,55-1 876,-31 2-579,63-5 441,175 2 1628,-274 9-1341,-2 2-1003,-1 1 0,1 0 0,1 0-1,0 0 1,0 1 0,1-1-1,0 1 1,1 0 0,0 1 0,1-1-1,0 0 1,1 1 0,0 13-1,1-10-183,0-1 0,1 1 0,1-1 0,0 0 0,1 0 0,0 0 0,1 0 0,1 0 0,1-1 0,-1 0 0,2 0 0,0 0 0,0-1 0,1 0 0,1-1 0,11 12 0,-13-14-37,7 7-1,1-1-1,25 21 1,-39-33 199,-9-3 35,6 0-244,-414-9 648,416 9-669,0 0 0,0 0 1,0 0-1,0 0 0,1 0 0,-1 0 0,0 0 1,0 0-1,0 0 0,0 0 0,0 0 0,0 0 0,0 0 1,0 1-1,0-1 0,0 0 0,0 0 0,0 0 1,1 0-1,-1 0 0,0 0 0,0 0 0,0 0 1,0 0-1,0 1 0,0-1 0,0 0 0,0 0 0,0 0 1,0 0-1,0 0 0,0 0 0,0 0 0,0 0 1,0 1-1,0-1 0,0 0 0,0 0 0,0 0 0,0 0 1,0 0-1,-1 0 0,1 0 0,0 0 0,0 0 1,0 1-1,0-1 0,0 0 0,0 0 0,0 0 0,0 0 1,0 0-1,0 0 0,0 0 0,-1 0 0,14 5-1392,32-5-4061,-31 0 1972,7 0-7413</inkml:trace>
</inkml:ink>
</file>

<file path=ppt/ink/ink2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2"/>
    </inkml:context>
    <inkml:brush xml:id="br0">
      <inkml:brushProperty name="width" value="0.025" units="cm"/>
      <inkml:brushProperty name="height" value="0.025" units="cm"/>
      <inkml:brushProperty name="color" value="#E71224"/>
    </inkml:brush>
  </inkml:definitions>
  <inkml:trace contextRef="#ctx0" brushRef="#br0">71 71 4185,'0'0'4449,"-70"-48"-4449,70 41-56,0 1 48,0-1-56,0 4-184</inkml:trace>
</inkml:ink>
</file>

<file path=ppt/ink/ink2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3"/>
    </inkml:context>
    <inkml:brush xml:id="br0">
      <inkml:brushProperty name="width" value="0.025" units="cm"/>
      <inkml:brushProperty name="height" value="0.025" units="cm"/>
    </inkml:brush>
  </inkml:definitions>
  <inkml:trace contextRef="#ctx0" brushRef="#br0">0 1 2801,'0'0'6076,"34"0"550,-22 0-6811,48 7 484,0-2 0,94-6 0,-31-1 110,-128 5-371,-1 1 0,1-1-1,0 1 1,1 0 0,-1 0 0,1 0 0,-1 1 0,-3 5 0,5-6 1,-19 22 49,0 2 1,3 0-1,0 2 1,2 0 0,1 0-1,-18 49 1,19-41 263,-2-1 1,-33 55-1,30-42 247,20-49 204,0-15-9632,0 5 2568</inkml:trace>
</inkml:ink>
</file>

<file path=ppt/ink/ink2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4"/>
    </inkml:context>
    <inkml:brush xml:id="br0">
      <inkml:brushProperty name="width" value="0.025" units="cm"/>
      <inkml:brushProperty name="height" value="0.025" units="cm"/>
    </inkml:brush>
  </inkml:definitions>
  <inkml:trace contextRef="#ctx0" brushRef="#br0">35 1 1280,'0'0'9336,"-6"0"-8554,6 0-1181,-22-1 3038,16 3 261,15 2-1873,24 3-595,0-2 0,0-1 0,0-2 0,0-1 0,39-4 1,2 1 209,-36 1-215,0-2 0,41-9 0,-68 10 639,-29 3 241,0 0-2512,-45 8-8396,37-5 1138</inkml:trace>
</inkml:ink>
</file>

<file path=ppt/ink/ink2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5"/>
    </inkml:context>
    <inkml:brush xml:id="br0">
      <inkml:brushProperty name="width" value="0.025" units="cm"/>
      <inkml:brushProperty name="height" value="0.025" units="cm"/>
      <inkml:brushProperty name="color" value="#E71224"/>
    </inkml:brush>
  </inkml:definitions>
  <inkml:trace contextRef="#ctx0" brushRef="#br0">71 71 4185,'0'0'4449,"-70"-48"-4449,70 41-56,0 1 48,0-1-56,0 4-184</inkml:trace>
</inkml:ink>
</file>

<file path=ppt/ink/ink2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6"/>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7"/>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8"/>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19"/>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0"/>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1"/>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2"/>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3"/>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4"/>
    </inkml:context>
    <inkml:brush xml:id="br0">
      <inkml:brushProperty name="width" value="0.025" units="cm"/>
      <inkml:brushProperty name="height" value="0.025" units="cm"/>
    </inkml:brush>
  </inkml:definitions>
  <inkml:trace contextRef="#ctx0" brushRef="#br0">97 0 8738,'0'0'14028,"-10"12"-13016,0 0-837,0 1-1,1 0 0,1 1 0,0 0 0,1 0 0,0 1 0,1 0 1,1 0-1,0 0 0,1 1 0,-4 31 0,9-46-174,-1-1 0,0 1 0,0-1 0,0 1 0,1-1-1,-1 1 1,0-1 0,1 1 0,-1-1 0,1 0 0,-1 1 0,0-1 0,1 1 0,-1-1-1,1 0 1,-1 1 0,1-1 0,-1 0 0,1 0 0,-1 1 0,1-1 0,-1 0-1,1 0 1,-1 0 0,1 0 0,0 1 0,-1-1 0,1 0 0,-1 0 0,2-1-1,23 2-1,-19-1 2,62-2-177,-36 0-44,0 1 0,51 7-1,-82-6 215,0 1 0,0-1 0,0 1 0,0-1-1,0 1 1,0 0 0,0-1 0,0 1 0,0 0-1,0 0 1,-1 0 0,1 0 0,0 0 0,0 0 0,-1 0-1,1 0 1,-1 0 0,1 0 0,-1 0 0,0 0-1,1 0 1,-1 0 0,0 0 0,0 0 0,0 0-1,1 1 1,-1-1 0,-1 2 0,1 1 12,0-1 0,0 1 1,0 0-1,0-1 0,-1 1 0,0 0 1,0-1-1,-2 6 0,-2-2 61,0 1 0,0-2-1,-1 1 1,0 0 0,0-1 0,-1 0 0,0-1-1,0 0 1,0 0 0,-11 6 0,-85 38 765,63-36-675,39-13-230,1 1-1,-1-1 0,0 0 1,0 1-1,0-1 0,-1 0 1,1 0-1,0 0 1,0 0-1,0 0 0,0 0 1,0 0-1,0 0 1,0 0-1,0 0 0,0-1 1,0 1-1,0 0 1,0-1-1,0 1 0,0-1 1,1 1-1,-1-1 1,0 1-1,0-1 0,0 0 1,0 0-1,1 1 0,-1-1 1,0 0-1,1 0 1,-1 0-1,1 1 0,-1-2 1,-10-35-6841,10 17 624</inkml:trace>
</inkml:ink>
</file>

<file path=ppt/ink/ink2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5"/>
    </inkml:context>
    <inkml:brush xml:id="br0">
      <inkml:brushProperty name="width" value="0.025" units="cm"/>
      <inkml:brushProperty name="height" value="0.025" units="cm"/>
    </inkml:brush>
  </inkml:definitions>
  <inkml:trace contextRef="#ctx0" brushRef="#br0">0 1 11618,'0'0'12139,"193"0"-11179,-142 0-360,-6 0-280,-6 0-224,-14 3-96,-12 0-184,-13 17-1632,-26-8-2209,-6 5-3112</inkml:trace>
</inkml:ink>
</file>

<file path=ppt/ink/ink2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6"/>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7"/>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8"/>
    </inkml:context>
    <inkml:brush xml:id="br0">
      <inkml:brushProperty name="width" value="0.025" units="cm"/>
      <inkml:brushProperty name="height" value="0.025" units="cm"/>
    </inkml:brush>
  </inkml:definitions>
  <inkml:trace contextRef="#ctx0" brushRef="#br0">107 11 3873,'0'0'5770,"-18"0"2783,169 10-6985,-101-5-1380,99-2 0,-140-4-196,0-1 0,0 0 0,-1 0 0,12-5 0,-13 4 212,0 0 0,0 1-1,0 0 1,0 1-1,14-2 1,-26 4-191,0 1-1,1 0 1,-1 0 0,1 0 0,0 0-1,0 1 1,-8 6 0,-17 9-15,6-3-3,0 1 0,1 1 0,1 1 0,-30 33 0,39-39 5,-52 61-7,146-72 580,-52-3-581,-20 1-13,-1 1-1,0-1 1,1 2-1,-1-1 1,16 4-1,-24-3 5,0 0-1,-1 0 1,1 0-1,0 0 1,0 0 0,-1 0-1,1 0 1,0 0-1,-1 0 1,0 1 0,1-1-1,-1 0 1,1 0-1,-1 1 1,0-1 0,0 0-1,0 0 1,0 1-1,0-1 1,0 2-1,-1 37-26,0-26 18,1-13 25,-1 0 0,0 1 0,0-1 0,0 0 0,0 1 0,0-1 0,0 0 0,0 0 0,-1 0 0,1 0 0,0 0 0,0 0 0,-1 0 0,1 0 0,-1 0 0,1-1 0,-1 1 0,-1 0 0,-41 16 4,30-12-4,-22 11 6,25-10 6,-1 0 1,1-1-1,-1-1 0,0 0 0,-1-1 1,1 0-1,0 0 0,-26 0 0,-153 13 1652,180-15-6,14 0-1551,12 2-2890,-4 6-3891,-10 3 359</inkml:trace>
</inkml:ink>
</file>

<file path=ppt/ink/ink2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29"/>
    </inkml:context>
    <inkml:brush xml:id="br0">
      <inkml:brushProperty name="width" value="0.025" units="cm"/>
      <inkml:brushProperty name="height" value="0.025" units="cm"/>
    </inkml:brush>
  </inkml:definitions>
  <inkml:trace contextRef="#ctx0" brushRef="#br0">71 100 2833,'0'0'3211,"6"-8"2222,-7 13-5257,0-1-1,0 0 1,0 0-1,-1 0 1,0 0-1,0 0 1,0-1-1,0 1 0,0 0 1,-1-1-1,-4 6 1,3-5-47,0 1 0,0 0 0,1 0 0,0 0-1,0 0 1,1 1 0,-1-1 0,-1 8 0,-5 125 1493,7-127-1488,-8 77 605,11-87-715,-1 0 1,1-1-1,-1 1 0,1 0 0,0-1 0,-1 1 0,1-1 0,0 1 0,0-1 0,-1 1 0,1-1 0,0 1 1,0-1-1,0 0 0,0 0 0,-1 1 0,1-1 0,0 0 0,0 0 0,0 0 0,0 0 0,0 0 0,0 0 1,1 0-1,31 1 516,-28-1-362,9 0 44,-10 1-167,0-1 1,0 0-1,1 0 0,-1 0 0,0 0 0,0 0 0,0-1 0,0 0 0,0 0 1,0 0-1,0 0 0,0-1 0,0 0 0,0 0 0,-1 0 0,1 0 0,4-4 1,55-51 408,-46 39-294,-8 9-92,-1 0 0,0 0 0,0-1 0,-1 0 0,0 0 0,0-1-1,-1 0 1,-1 0 0,8-22 0,-9 9-49,-1 1-1,-1-1 1,-1 1-1,-3-25 1,2 4 95,-39 15 97,36 27-224,0 1 0,-1-1-1,1 1 1,-1 0 0,1 0-1,-1 0 1,0 1 0,1-1 0,-1 1-1,0 0 1,1 0 0,-1 0-1,0 1 1,1-1 0,-1 1-1,0 0 1,-5 2 0,-2 2 18,1 0 0,1 0 1,-1 1-1,-11 10 0,-20 11 122,40-26-129,-1 4 98,1 1 0,-1-1 1,0 1-1,-1-1 0,1 0 1,-1 1-1,0-2 0,-1 1 1,1 0-1,-1 0 0,0-1 1,0 0-1,-9 7 0,6-4 306,7-7-386,0 0 0,0 0 0,0 1 0,0-1 0,0 0 0,0 0 0,0 0 0,0 0 0,0 1 0,0-1 0,0 0 0,0 0 0,0 0 0,0 0 0,0 0 0,1 1 0,-1-1 0,0 0 0,0 0 0,0 0 0,0 0 0,0 0 0,0 0 0,0 1 0,0-1 0,1 0 0,-1 0 0,0 0 0,0 0 0,0 0 0,0 0 0,0 0 0,1 0 0,-1 0 0,0 0 0,0 0 0,0 0 0,0 0 0,0 1 0,1-1 0,-1 0 0,0 0 0,0-1 0,0 1 0,0 0-1,1 0 1,-1 0 0,0 0 0,0 0 0,0 0 0,0 0 0,0 0 0,1 0 0,-1 0 0,0 0 0,0 0 0,0 0 0,0-1 0,4 1-5769</inkml:trace>
</inkml:ink>
</file>

<file path=ppt/ink/ink2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0"/>
    </inkml:context>
    <inkml:brush xml:id="br0">
      <inkml:brushProperty name="width" value="0.025" units="cm"/>
      <inkml:brushProperty name="height" value="0.025" units="cm"/>
    </inkml:brush>
  </inkml:definitions>
  <inkml:trace contextRef="#ctx0" brushRef="#br0">1 443 1144,'0'0'6334,"0"-4"-6814,0-30 9325,3 32-7965,0 10-454,-2-2-291,0 0 1,1 0-1,-1 0 0,1 0 1,0 0-1,1-1 0,0 1 1,0-1-1,0 0 0,0 0 1,1 0-1,0 0 0,0 0 1,0-1-1,0 0 1,1 0-1,0 0 0,8 5 1,4 3 108,2 0 0,0-1 0,0-1-1,26 9 1,-7-7-96,1-3-1,1-1 1,-1-2-1,42 2 1,3 0 131,-52-5-232,1-2 0,0-1 0,-1-2 0,1-1 0,-1-2 0,0-1-1,0-1 1,36-14 0,-37 12-43,-18 6 0,0-1-1,-1 0 1,0 0-1,0-1 0,0-1 1,0 0-1,-1 0 1,0-1-1,0-1 0,12-11 1,-8 6 1,0 1 1,1 0-1,19-10 1,-18 11-4,-1 0 1,0 0-1,15-16 1,-25 22-3,1 0-1,0 0 1,0 1 0,0 0 0,1 0-1,-1 0 1,1 1 0,0 0 0,12-2 0,85-15 17,-71 15 17,-7 2 22,0 0 0,-1 2 0,1 2 0,27 2 0,-50-2-35,1 1-1,-1-1 1,0 1 0,1 0-1,-1 0 1,0 0 0,0 0-1,0 1 1,-1-1 0,1 1-1,-1 0 1,1 0 0,-1 1-1,0-1 1,0 1 0,0-1-1,-1 1 1,1 0 0,-1 0-1,0 0 1,0 1-1,0-1 1,-1 0 0,0 1-1,1-1 1,-1 1 0,-1-1-1,1 6 1,-1 109 1661,0-164-1229,0-86-469,1 128 13,0 1-1,0-1 1,0 1-1,0-1 0,0 1 1,0-1-1,1 1 1,-1 0-1,1-1 1,0 1-1,0 0 1,0 0-1,0 0 1,0 1-1,0-1 1,0 0-1,1 1 1,-1-1-1,0 1 0,1 0 1,-1 0-1,1 0 1,2-1-1,8-3 2,0 1-1,0 0 0,19-3 0,28-4-14,-24 3-1,0 2-1,1 2 1,-1 1-1,60 3 1,20 28 46,-72-23-22,11 0-2,0 3 0,72 19 0,-36-4 1,94 10 0,-120-22-7,148 11-6,-133-15 8,202-2 15,-165-7 64,-93 1-55,0-1 0,40-10 0,18-2 44,-59 11-32,0-1 0,1 0 0,-2-2 0,1-1 0,33-14 0,-55 19-16,1 1 0,-1-1 0,1 1 0,-1-1 0,0 0 0,0 0-1,1 0 1,-1 0 0,-1 0 0,1 0 0,0 0 0,0 0 0,-1 0 0,1 0 0,-1-1 0,0 1 0,0 0 0,0 0 0,0-3 0,-1-57 21,0 39-17,1-209 2394,-8 265-2389,6-27-208,0 0-1,-1 1 1,0-1 0,0 0 0,-6 8-1,-12 14-3444,13-18 1035,-10 12-4117</inkml:trace>
</inkml:ink>
</file>

<file path=ppt/ink/ink2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1"/>
    </inkml:context>
    <inkml:brush xml:id="br0">
      <inkml:brushProperty name="width" value="0.025" units="cm"/>
      <inkml:brushProperty name="height" value="0.025" units="cm"/>
    </inkml:brush>
  </inkml:definitions>
  <inkml:trace contextRef="#ctx0" brushRef="#br0">290 68 1408,'0'0'14283,"3"-11"-13334,10-34 28,-10 34 50,-6 11-84,-5 0-807,0 1 1,0 1 0,0-1-1,0 1 1,1 0-1,-1 1 1,1 0 0,-14 7-1,-59 42 13,42-27 101,33-22-223,-37 29 185,40-30-209,0 1 1,0-1-1,0 0 1,1 1-1,-1-1 1,1 1-1,0-1 1,0 1-1,0 0 1,0-1-1,0 1 1,1 0-1,-1 0 1,1 0-1,-1 5 1,2-7 0,0 0 0,0 0 0,-1 0 0,1 0 0,0 0 0,0 0-1,0 0 1,0 0 0,0 0 0,0-1 0,0 1 0,0 0 0,0-1 0,0 1 0,1-1 0,-1 1 0,0-1 0,0 0 0,0 1-1,1-1 1,1 0 0,33 7 36,-33-7-41,8 2 14,-3-2-70,0 1 0,0 0 0,-1 1 1,1 0-1,0 0 0,-1 1 1,10 4-1,-16-6 46,-1 1 1,1 0 0,-1-1-1,0 1 1,1 0 0,-1 0-1,0-1 1,0 1-1,0 0 1,0-1 0,0 1-1,-1 0 1,1 0-1,0-1 1,-1 1 0,1 0-1,-1-1 1,0 1-1,1-1 1,-1 1 0,0-1-1,0 1 1,-1 1-1,-8 5 41,1 0-1,-1-1 0,0 0 1,-1-1-1,0 0 1,0 0-1,0-1 0,-1-1 1,1 0-1,-1-1 0,0 0 1,0 0-1,-23 1 0,34-4-438,2-10-7263,4 1 823</inkml:trace>
</inkml:ink>
</file>

<file path=ppt/ink/ink2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2"/>
    </inkml:context>
    <inkml:brush xml:id="br0">
      <inkml:brushProperty name="width" value="0.025" units="cm"/>
      <inkml:brushProperty name="height" value="0.025" units="cm"/>
    </inkml:brush>
  </inkml:definitions>
  <inkml:trace contextRef="#ctx0" brushRef="#br0">3 244 7458,'0'0'9774,"0"9"-9261,-1 18-106,0-12-277,1 0-1,0 0 0,1 0 1,1-1-1,6 30 0,-7-41-126,1 1 0,-1-1 0,1 1-1,0-1 1,0 0 0,0 1 0,0-1 0,0 0-1,1 0 1,0 0 0,-1-1 0,1 1 0,0-1-1,0 1 1,1-1 0,-1 0 0,0 0 0,1-1-1,-1 1 1,1-1 0,-1 1 0,1-1 0,0 0-1,0-1 1,-1 1 0,1-1 0,0 1-1,0-1 1,5-1 0,-5 1 10,0-1 1,0-1-1,0 1 0,0 0 0,0-1 1,0 0-1,0 0 0,-1 0 0,1 0 1,-1-1-1,0 0 0,0 1 1,0-1-1,0 0 0,0 0 0,0-1 1,-1 1-1,1 0 0,-1-1 0,0 0 1,0 1-1,-1-1 0,3-7 0,4-10-1,0 0-1,9-44 0,-12 42 67,-2 0 1,0 0-1,-1-24 1,0 48-55,0-1 1,1 1 0,-1 0 0,0 0-1,0 0 1,0 1 0,-1-1 0,1 0 0,0 1-1,0-1 1,2 4 0,4 4 183,1-1 0,0 0 0,17 13 0,-17-15-44,0 1 0,0 0 0,12 15 0,-10-6 586,-18-20 683,-19-27-658,22 18-768,0 0-1,1-1 1,0 1-1,1-1 1,1 0 0,0 1-1,1-1 1,0 0-1,1 0 1,3-13-1,-3 22-29,0 0 1,1 0-1,-1 0 0,1 0 0,0 1 1,0-1-1,1 1 0,-1-1 0,1 1 0,0 0 1,0 0-1,0 0 0,1 0 0,-1 1 0,1 0 1,4-4-1,-5 6-255,-1-1 1,1 1-1,-1 0 0,1 0 1,-1 0-1,1 0 0,0 0 0,-1 0 1,1 1-1,0-1 0,3 1 1,33-1-7597,-20-1 1311</inkml:trace>
</inkml:ink>
</file>

<file path=ppt/ink/ink2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3"/>
    </inkml:context>
    <inkml:brush xml:id="br0">
      <inkml:brushProperty name="width" value="0.025" units="cm"/>
      <inkml:brushProperty name="height" value="0.025" units="cm"/>
    </inkml:brush>
  </inkml:definitions>
  <inkml:trace contextRef="#ctx0" brushRef="#br0">71 1 7466,'0'0'8473,"-19"144"-6504,13-83-505,-7 3-104,13-3-503,0-9-345,-7-8-224,7-8-144,0-11-96,0-5-40,0-8-8,-6-5-144,6-4-544,-7-3-1361,1 0-919,0-10-2682</inkml:trace>
</inkml:ink>
</file>

<file path=ppt/ink/ink2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4"/>
    </inkml:context>
    <inkml:brush xml:id="br0">
      <inkml:brushProperty name="width" value="0.025" units="cm"/>
      <inkml:brushProperty name="height" value="0.025" units="cm"/>
    </inkml:brush>
  </inkml:definitions>
  <inkml:trace contextRef="#ctx0" brushRef="#br0">0 23 7258,'0'0'11038,"29"10"-9894,96 31-346,-85-31-561,0 0 0,1-3 0,0-1 1,0-3-1,0-1 0,0-2 0,57-6 0,-92 6-231,-1-1 0,0 0-1,1 0 1,-1 0 0,0 0-1,0-1 1,0 1 0,0-2 0,0 1-1,0 0 1,4-4 0,-7 4 17,0 1 1,0-1 0,-1 0-1,1 0 1,0 0-1,-1 0 1,0 0 0,0 0-1,1 0 1,-1 0 0,0 0-1,-1-1 1,1 1 0,0 0-1,-1-1 1,1 1-1,-1-1 1,0 1 0,0 0-1,0-1 1,0 1 0,0-1-1,0 1 1,-1-1 0,0-3-1,0 4-7,0 1 0,0 0-1,0-1 1,0 1 0,0 0 0,0-1-1,0 1 1,0 0 0,-1 0-1,1 0 1,0 0 0,-1 0 0,1 0-1,0 0 1,-1 1 0,0-1-1,1 1 1,-1-1 0,1 1 0,-1-1-1,0 1 1,1 0 0,-1-1-1,-2 1 1,-51-1 113,43 1-88,11 0-39,-15-1 7,-1 2 0,1 0 0,0 0 0,0 2 0,-17 4 0,29-6-2,1 0 1,-1 0 0,1 1-1,0-1 1,-1 1 0,1 0-1,0 0 1,0 0 0,0 0-1,1 0 1,-1 1 0,0-1-1,1 1 1,0 0 0,-1 0-1,1 0 1,0 0 0,1 0-1,-1 0 1,0 0 0,1 1-1,0-1 1,0 0-1,0 1 1,0-1 0,0 1-1,1 0 1,0-1 0,-1 7-1,1-5-21,0 0-1,0 1 0,0-1 0,1 0 1,-1 1-1,1-1 0,0 0 0,1 0 1,-1 0-1,1 0 0,0 0 0,1 0 1,-1 0-1,1 0 0,0-1 0,0 0 0,0 1 1,0-1-1,1 0 0,0-1 0,0 1 1,0-1-1,0 1 0,1-1 0,-1 0 1,1-1-1,0 1 0,6 1 0,-1 1-613,1 0-1,0-1 0,0-1 1,0 0-1,1 0 1,-1-1-1,14 1 0,48-2-7139,-72-1 7649,39 0-6970</inkml:trace>
</inkml:ink>
</file>

<file path=ppt/ink/ink2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5"/>
    </inkml:context>
    <inkml:brush xml:id="br0">
      <inkml:brushProperty name="width" value="0.025" units="cm"/>
      <inkml:brushProperty name="height" value="0.025" units="cm"/>
    </inkml:brush>
  </inkml:definitions>
  <inkml:trace contextRef="#ctx0" brushRef="#br0">189 327 7258,'0'0'14128,"-9"-9"-13065,-32-25-307,39 32-710,0 1 1,-1 0-1,1-1 1,0 1-1,-1 0 1,0 0 0,1 0-1,-1 1 1,1-1-1,-1 0 1,0 1-1,1 0 1,-1 0-1,0 0 1,0 0-1,1 0 1,-1 0-1,0 1 1,1-1-1,-1 1 1,0 0-1,1 0 1,-1 0-1,1 0 1,-1 0-1,1 0 1,-3 3-1,0-1-5,0 1 0,0 0 1,1 0-1,-1 0 0,1 1 0,0 0 0,0-1 0,0 2 1,-3 5-1,4-5-17,1 0-1,-1 0 1,1 0 0,0 0 0,1 0 0,0 1 0,-1-1 0,2 1 0,-1 8 0,1-12-23,0-1 0,0 1 0,0-1 0,1 1 0,-1-1 0,1 0 0,-1 1 1,1-1-1,0 0 0,0 1 0,0-1 0,0 0 0,0 0 0,1 0 1,-1 0-1,0 0 0,1 0 0,0 0 0,-1-1 0,1 1 0,0 0 0,0-1 1,0 1-1,0-1 0,0 0 0,5 2 0,1 0-42,1 0-1,0-1 1,0 0 0,0-1-1,0 0 1,0 0 0,0-1-1,0 0 1,0 0-1,0-1 1,0-1 0,0 1-1,0-1 1,0-1 0,0 0-1,-1 0 1,1-1-1,-1 0 1,0 0 0,0-1-1,-1 0 1,1 0 0,-1 0-1,0-1 1,0-1 0,10-12-1,1-3-133,-2-1 0,0 0 0,-1-2 0,-1 1 0,-2-2-1,0 0 1,11-39 0,-17 43 277,-1 0 0,-1 0 0,-1 0-1,-1 0 1,-2-28 0,-8 51 746,3 2-785,1 0-1,-1 1 1,1-1 0,0 1-1,0 0 1,1 1 0,-1-1-1,1 1 1,0-1 0,0 1-1,1 0 1,-1 0 0,-1 6-1,-27 80 731,24-66-561,-4 8-61,2 0 0,1 1 0,1 0-1,2 0 1,2 1 0,1-1 0,4 65 0,0-96-150,-1 1 1,1-1 0,-1 0-1,1 0 1,0 0-1,0 0 1,0 0 0,1 0-1,-1-1 1,1 1-1,-1-1 1,1 1 0,0-1-1,0 0 1,0 0-1,0 0 1,0-1 0,1 1-1,5 1 1,33 12-889,-6-8-3910,-22-7-2750</inkml:trace>
</inkml:ink>
</file>

<file path=ppt/ink/ink2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6"/>
    </inkml:context>
    <inkml:brush xml:id="br0">
      <inkml:brushProperty name="width" value="0.025" units="cm"/>
      <inkml:brushProperty name="height" value="0.025" units="cm"/>
    </inkml:brush>
  </inkml:definitions>
  <inkml:trace contextRef="#ctx0" brushRef="#br0">2 29 4305,'0'0'8019,"0"-4"-6992,0 0-727,-1 3-233,1 1 1,0-1-1,0 0 0,0 1 1,-1-1-1,1 1 0,0-1 1,0 0-1,0 1 1,0-1-1,0 0 0,0 1 1,1-1-1,-1 1 0,0-1 1,0 0-1,0 1 0,0-1 1,1 1-1,-1-1 0,0 1 1,1-1-1,-1 0 0,0 1 1,1-1-1,-1 1 0,1 0 1,-1-1-1,1 1 0,-1-1 1,1 1-1,-1 0 0,1-1 1,-1 1-1,1 0 0,-1 0 1,1-1-1,0 1 0,-1 0 1,1 0-1,2 0 2360,-2 4-2340,-1 0-1,1 1 1,0-1 0,-1 0 0,0 1 0,0-1 0,0 1-1,-2 5 1,1 10-1,1 3-45,1 0 1,1 1 0,1-1-1,1 0 1,1-1 0,1 1-1,12 29 1,-15-47-28,-1-1 0,1 1 0,1 0-1,-1-1 1,0 1 0,1-1 0,0 0 0,0 0 0,0-1 0,1 1-1,-1-1 1,1 0 0,0 0 0,0 0 0,0-1 0,0 0 0,7 2-1,11 3 102,0-1 0,44 4 0,-22-3-56,39 3-18,1-3 0,121-7-1,-97-1 6,-14-4-27,1-3-1,112-27 0,-130 21-10,358-89-28,-142 28-5,-194 53 30,1 4 0,0 4 1,122 0-1,-209 14 36,-1 1 0,0 0 0,0 1 0,0 0 0,0 1 0,0 0 0,-1 1 0,0 1 0,1 0 0,-1 1 0,-1 0 0,1 1 0,-1 0 0,-1 0 0,1 1 0,-1 1-1,0 0 1,-1 0 0,0 1 0,-1 0 0,0 1 0,0 0 0,-1 0 0,-1 0 0,0 1 0,0 0 0,3 13 0,-4-2 944,-5-18-102,1-16-688,-3-26-174,1 25-73,0-1-1,1 1 0,0 0 1,1-1-1,3-12 0,-3 23 30,0 0 0,0 1-1,1-1 1,-1 0-1,1 1 1,-1-1-1,1 1 1,0-1-1,-1 1 1,1 0-1,0 0 1,0 0 0,0 0-1,0 0 1,0 0-1,0 1 1,0-1-1,0 1 1,4-1-1,46-7-337,-47 7 338,491-8-93,-496 9 116,107 8-26,191 40 1,-135-17 12,300 5 30,-194-22-10,-225-11-8,311 18 29,-275-20-13,0-4 0,111-18 0,182-49 505,-328 63-425,-26 5-44,0-1 0,-1 0 0,1-1 0,34-14-1,-50 15 68,1 0-1,0-1 0,-1 1 1,0-1-1,0 0 0,0 0 1,0 0-1,-1-1 0,0 1 1,0 0-1,0-1 1,0 0-1,1-6 0,11-22 149,4 8-125,-15 22 48,0 0 1,0-1-1,-1 1 1,1 0-1,-1-1 1,0 0-1,0 1 1,-1-1 0,1 0-1,1-6 1146,-18 20-1787,-1 4-1156,-56 22-5895,34-22-558</inkml:trace>
</inkml:ink>
</file>

<file path=ppt/ink/ink2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7"/>
    </inkml:context>
    <inkml:brush xml:id="br0">
      <inkml:brushProperty name="width" value="0.025" units="cm"/>
      <inkml:brushProperty name="height" value="0.025" units="cm"/>
    </inkml:brush>
  </inkml:definitions>
  <inkml:trace contextRef="#ctx0" brushRef="#br0">34 7 5601,'0'0'11364,"0"-7"-9753,-1 9-903,-11 49 979,6-31-1337,2 0 0,0 1 0,-1 37 0,4-55-342,1-1-1,0 0 0,0 0 0,0 1 0,0-1 0,0 0 0,0 0 0,1 1 0,-1-1 0,1 0 1,0 0-1,-1 0 0,1 0 0,0 0 0,0 0 0,0 0 0,0 0 0,1 0 0,2 3 0,0-3 3,-1-1 0,1 0 0,0 0 0,0 0 0,0 0 0,0-1 0,0 0 0,0 1 0,-1-1 0,7-1 0,0 1 21,0-1-35,0 1-1,0-1 1,-1-1-1,1 0 1,0 0 0,-1-1-1,0 0 1,0 0-1,0-1 1,0 0-1,0-1 1,11-8-1,-7 2-13,0 0 0,0 0 0,-1-2-1,-1 1 1,0-1 0,12-20 0,-15 20 50,-1 5 450,-7 16 38,-1 13-495,1-18-26,0 1 1,0-1 0,0 1 0,0-1-1,0 1 1,1-1 0,0 1 0,-1-1-1,1 0 1,1 1 0,-1-1 0,0 0-1,3 4 1,-2-5-165,0 0-1,1-1 1,-1 1-1,1 0 0,-1-1 1,1 0-1,-1 0 1,1 0-1,0 0 1,-1 0-1,1 0 0,0-1 1,0 1-1,0-1 1,4 0-1,20 3-3697,-2-3-682</inkml:trace>
</inkml:ink>
</file>

<file path=ppt/ink/ink2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8"/>
    </inkml:context>
    <inkml:brush xml:id="br0">
      <inkml:brushProperty name="width" value="0.025" units="cm"/>
      <inkml:brushProperty name="height" value="0.025" units="cm"/>
    </inkml:brush>
  </inkml:definitions>
  <inkml:trace contextRef="#ctx0" brushRef="#br0">0 20 7282,'0'0'13017,"7"10"-12198,-4-6-720,1 3 118,0-1 1,0 0 0,1 0 0,0 0 0,0-1-1,0 1 1,1-1 0,0-1 0,10 7-1,-15-10-159,1-1-48,0 0 1,0 0 0,0-1 0,0 1 0,0-1-1,-1 1 1,1-1 0,0 1 0,0-1-1,0 0 1,3-2 0,58-60-231,-54 55 174,-7 6 41,-1 1-1,0-1 1,1 1 0,-1 0-1,1-1 1,-1 1-1,1 0 1,0 0 0,-1 0-1,1 0 1,0 1 0,0-1-1,-1 0 1,1 1-1,0-1 1,2 1 0,-4 35 199,0-32-176,0 0-1,-1-1 1,1 1-1,1 0 1,-1 0-1,0-1 1,1 1-1,-1 0 1,1-1-1,0 1 1,0 0-1,0-1 1,0 1-1,0-1 0,0 1 1,1-1-1,-1 0 1,4 4-1,-2-4-106,1-1 0,0 1 0,0 0 0,0-1 0,0 0-1,0 0 1,0 0 0,1-1 0,-1 1 0,0-1 0,0 0 0,7-1-1,74 1-8035,-46 0 1381</inkml:trace>
</inkml:ink>
</file>

<file path=ppt/ink/ink2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39"/>
    </inkml:context>
    <inkml:brush xml:id="br0">
      <inkml:brushProperty name="width" value="0.025" units="cm"/>
      <inkml:brushProperty name="height" value="0.025" units="cm"/>
    </inkml:brush>
  </inkml:definitions>
  <inkml:trace contextRef="#ctx0" brushRef="#br0">253 3 7962,'0'0'14738,"-13"-1"-14208,2 0-442,1 1-1,-1 0 0,1 1 0,-1 0 1,1 0-1,0 1 0,-1 1 0,1 0 0,0 0 1,0 1-1,-16 8 0,2 1 182,16-9-197,0 0 0,0 0 1,1 1-1,0 0 1,0 0-1,0 1 1,0 0-1,-5 7 0,11-13-71,1 1 0,-1-1-1,1 1 1,0-1 0,-1 1-1,1-1 1,0 0 0,0 1-1,-1 0 1,1-1 0,0 1-1,0-1 1,0 1-1,-1-1 1,1 1 0,0-1-1,0 1 1,0 0 0,0-1-1,0 1 1,0-1 0,0 1-1,0-1 1,0 1 0,1 0-1,-1-1 1,0 1 0,0-1-1,0 1 1,1-1-1,-1 1 1,0-1 0,1 1-1,-1-1 1,0 1 0,1-1-1,-1 0 1,1 1 0,-1-1-1,0 1 1,1-1 0,-1 0-1,1 1 1,-1-1 0,1 0-1,-1 0 1,1 0 0,0 1-1,32 4 36,-23-4-17,-2 0-39,-1 1 0,1 0 0,0 0 0,-1 1 0,1 0 0,-1 0 0,0 0 0,0 1 0,8 6 0,-14-9 11,1 0 1,-1 0-1,0 0 1,1 0-1,-1 1 1,0-1-1,0 0 1,0 1 0,0-1-1,0 1 1,0-1-1,-1 1 1,1-1-1,0 1 1,-1-1-1,1 1 1,-1 0 0,0-1-1,1 1 1,-1 0-1,0-1 1,0 1-1,0 0 1,0-1-1,0 1 1,-1 0 0,1 0-1,0-1 1,-1 1-1,1-1 1,-1 1-1,0 0 1,1-1-1,-1 1 1,0-1 0,0 1-1,0-1 1,0 0-1,0 1 1,0-1-1,-1 0 1,1 0-1,0 0 1,-1 0-1,1 0 1,-3 1 0,-14 12-3,0 0 0,-1-2 0,-23 12 0,42-24-63,-1 0 0,1 1 1,0-1-1,0 0 0,0 0 1,0 0-1,0 0 0,0 0 1,0 1-1,0-1 1,-1 0-1,1 0 0,0 0 1,0 0-1,0 0 0,0 0 1,0 0-1,-1 0 0,1 1 1,0-1-1,0 0 0,0 0 1,0 0-1,-1 0 1,1 0-1,0 0 0,0 0 1,0 0-1,-1 0 0,1 0 1,0 0-1,0 0 0,0 0 1,0 0-1,-1 0 0,1 0 1,0-1-1,0 1 1,0 0-1,0 0 0,-1 0 1,1 0-1,0 0 0,0 0 1,0 0-1,0 0 0,0-1 1,0 1-1,-1 0 0,1 0 1,0 0-1,0 0 1,0 0-1,0-1 0,0 1 1,0 0-1,0 0 0,6-14-2423,15-12-1293,-1 7-588</inkml:trace>
</inkml:ink>
</file>

<file path=ppt/ink/ink2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40"/>
    </inkml:context>
    <inkml:brush xml:id="br0">
      <inkml:brushProperty name="width" value="0.025" units="cm"/>
      <inkml:brushProperty name="height" value="0.025" units="cm"/>
    </inkml:brush>
  </inkml:definitions>
  <inkml:trace contextRef="#ctx0" brushRef="#br0">154 0 7498,'0'0'13585,"-8"6"-12622,1-1-841,1 0-1,0 0 1,0 1 0,0 0 0,0 0-1,1 0 1,0 1 0,0-1-1,1 1 1,0 0 0,0 1 0,0-1-1,1 1 1,1 0 0,-1-1-1,1 1 1,0 0 0,0 9 0,1-15-116,1-1 0,0 1 0,0-1 0,0 1 0,0-1 0,1 1 0,-1-1 0,0 1 0,0-1 0,1 1 0,-1-1 0,1 1 0,0-1 0,-1 0 0,1 1 0,0-1 0,0 0 0,-1 0 0,1 1 0,0-1 0,0 0 0,1 0 0,-1 0 0,0 0 0,2 1 0,1-1 2,0 0 1,0 0 0,0 0 0,0-1-1,0 1 1,0-1 0,0 0-1,4-1 1,5 1-6,-11 0-3,-1 0 0,0 0 0,1 0 0,-1 0 0,1-1-1,-1 1 1,0-1 0,1 1 0,-1-1 0,0 1 0,0-1 0,1 0 0,-1 1 0,0-1 0,0 0 0,0 0 0,0 0-1,0 0 1,0 0 0,0 0 0,0 0 0,0-2 0,1 0-3,0-1 0,0 0 1,-1 1-1,0-1 0,1 0 0,-1 0 0,0-7 1,1-1-6,-2-1 0,0 1 1,0-1-1,-3-14 0,2 24 2,0 0 0,-1 1 0,1-1 0,0 0 0,-1 1-1,0-1 1,1 1 0,-1 0 0,0 0 0,0 0 0,-1 0 0,1 0 0,0 0-1,-1 0 1,1 0 0,-1 1 0,1 0 0,-1-1 0,0 1 0,1 0 0,-1 0-1,0 1 1,0-1 0,0 0 0,-5 1 0,-11-3-96,-1 1-1,-31 0 1,43 2 67,-1 2-864,9-1 731,0-1 1,-1 0-1,1 1 0,0-1 1,0 0-1,0 1 0,-1-1 1,1 1-1,0-1 0,0 0 1,0 1-1,0-1 0,0 0 1,0 1-1,-1-1 1,1 1-1,0-1 0,0 1 1,0-1-1,0 0 0,1 1 1,-1-1-1,0 1 0,0-1 1,0 0-1,0 1 0,0-1 1,0 1-1,1-1 0,-1 0 1,0 1-1,0-1 1,1 0-1,-1 1 0,0-1 1,0 0-1,1 0 0,-1 1 1,0-1-1,1 0 0,-1 0 1,0 1-1,1-1 0,-1 0 1,1 0-1,-1 0 1,1 1-1,16 6-6340</inkml:trace>
</inkml:ink>
</file>

<file path=ppt/ink/ink2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41"/>
    </inkml:context>
    <inkml:brush xml:id="br0">
      <inkml:brushProperty name="width" value="0.025" units="cm"/>
      <inkml:brushProperty name="height" value="0.025" units="cm"/>
    </inkml:brush>
  </inkml:definitions>
  <inkml:trace contextRef="#ctx0" brushRef="#br0">0 115 6281,'0'0'13595,"6"15"-12489,5 5-739,-6-11-171,-1 0-1,0 0 1,0 0-1,0 1 1,2 12-1,-6-23-165,-1 1 0,1-1 0,-1 0 0,1 1 0,-1-1 0,1 0 0,-1 1 0,0-1 0,1 1 0,-1-1 0,1 1 0,-1-1 0,0 1 0,0 0 0,1-1 0,-1 1 0,0 0 0,0-1 0,1 1 0,-1 0 0,0 0 1,0 0-1,0 0 0,1 0 0,-1 0 0,0 0 0,0 0 0,0 0 0,1 0 0,-1 0 0,0 0 0,0 1 0,0-1 0,1 0 0,-1 0 0,0 1 0,1-1 0,-1 1 0,0-1 0,1 1 0,-1-1 0,0 1 0,1-1 0,-1 1 0,1-1 0,-1 1 0,1 0 0,-1-1 0,1 1 0,-1 0 0,1 0 0,0-1 0,-1 1 0,1 0 0,0 0 0,0-1 0,0 1 0,0 0 0,-1 0 0,1 0 0,0 0 0,1 1 0,-4-18 18,1 1-1,1-1 1,0 1 0,1-1-1,1 1 1,5-31 0,-5 40-54,2-1 0,-1 0 0,1 1 1,0 0-1,0 0 0,0 0 1,1 0-1,0 0 0,0 1 0,1-1 1,0 1-1,0 0 0,5-4 1,-7 8-230,0 1-1,0-1 1,0 0 0,0 1 0,0 0 0,0-1 0,0 1 0,0 1 0,-1-1 0,5 1 0,16 4-5057,-5 4-7</inkml:trace>
</inkml:ink>
</file>

<file path=ppt/ink/ink2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42"/>
    </inkml:context>
    <inkml:brush xml:id="br0">
      <inkml:brushProperty name="width" value="0.025" units="cm"/>
      <inkml:brushProperty name="height" value="0.025" units="cm"/>
    </inkml:brush>
  </inkml:definitions>
  <inkml:trace contextRef="#ctx0" brushRef="#br0">128 0 8586,'0'0'9369,"-18"28"-6994,-52 91-511,64-108-1661,0 1-1,1-1 0,0 1 1,1 1-1,1-1 1,0 1-1,0-1 1,1 1-1,1 0 0,0 0 1,1 0-1,0 0 1,3 13-1,-1 21 242,-3-31-493,4 43 478,-3-57-502,0 0 1,1 0 0,-1-1 0,1 1 0,-1 0 0,1 0 0,0 0 0,-1-1 0,1 1 0,0 0 0,0-1 0,0 1 0,1-1 0,-1 1 0,0-1 0,0 0 0,1 1 0,-1-1 0,1 0 0,-1 0 0,1 0 0,0 0 0,-1 0 0,1 0 0,2 0-1,9 2-1992,0 0 1,0-1-1,0-1 0,17 0 0,-10-1-4387</inkml:trace>
</inkml:ink>
</file>

<file path=ppt/ink/ink2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43"/>
    </inkml:context>
    <inkml:brush xml:id="br0">
      <inkml:brushProperty name="width" value="0.025" units="cm"/>
      <inkml:brushProperty name="height" value="0.025" units="cm"/>
    </inkml:brush>
  </inkml:definitions>
  <inkml:trace contextRef="#ctx0" brushRef="#br0">0 20 7114,'0'0'11874,"167"-19"-11730,-135 19-96,0 3-48,7 3-168,12-6-1280,-13 0-3225,1 0-5793</inkml:trace>
</inkml:ink>
</file>

<file path=ppt/ink/ink2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44"/>
    </inkml:context>
    <inkml:brush xml:id="br0">
      <inkml:brushProperty name="width" value="0.025" units="cm"/>
      <inkml:brushProperty name="height" value="0.025" units="cm"/>
    </inkml:brush>
  </inkml:definitions>
  <inkml:trace contextRef="#ctx0" brushRef="#br0">0 91 7362,'0'0'11154,"12"1"-10386,3 1-507,208 20 2708,-222-22-2964,0-1-1,0 1 0,0-1 1,0 0-1,0 1 1,0-1-1,0 0 0,-1 0 1,1 1-1,0-1 1,0 0-1,0 0 1,-1 0-1,1 0 0,-1 0 1,1 0-1,-1 0 1,1 0-1,-1 0 0,1-1 1,-1 1-1,0 0 1,0 0-1,0 0 1,1 0-1,-1-1 0,0 1 1,0 0-1,-1 0 1,1 0-1,0-2 0,0-1-14,-1 0 1,1 1-1,0-1 0,-1 0 0,1 1 0,-1-1 0,0 1 0,-1-1 0,1 1 0,-3-6 0,-1 5-2,1 0-1,-1 0 1,0 1-1,0 0 0,-1 0 1,1 0-1,-1 0 1,1 1-1,-1 0 1,0 0-1,0 0 1,0 1-1,0 0 1,0 0-1,0 1 1,0 0-1,-1 0 0,1 0 1,-8 2-1,7-2 40,1 0 0,0 1 0,0 0 0,0 1-1,-1-1 1,2 1 0,-1 0 0,0 1 0,0-1-1,1 1 1,-1 0 0,1 1 0,0-1 0,0 1 0,0 0-1,0 0 1,1 1 0,0-1 0,-4 6 0,6-7-8,0-1 1,1 1 0,0-1 0,-1 1 0,1 0 0,0 0 0,0 0 0,1-1 0,-1 1 0,1 0 0,-1 0 0,1 0 0,0 0 0,0 0-1,0 0 1,0 0 0,1 0 0,-1 0 0,1 0 0,0 0 0,0 0 0,1 3 0,1-3-44,-1 0 0,1 0 0,-1 0 0,1 0 0,0-1 0,0 1 0,0-1 0,1 1 0,-1-1 0,1 0 0,-1-1 0,1 1 0,-1 0 0,6 0 0,9 3-904,1-1 0,-1 0 0,1-2-1,37 1 1,-1-3-4653,-4 0-2238</inkml:trace>
</inkml:ink>
</file>

<file path=ppt/ink/ink2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30.045"/>
    </inkml:context>
    <inkml:brush xml:id="br0">
      <inkml:brushProperty name="width" value="0.025" units="cm"/>
      <inkml:brushProperty name="height" value="0.025" units="cm"/>
    </inkml:brush>
  </inkml:definitions>
  <inkml:trace contextRef="#ctx0" brushRef="#br0">270 436 5025,'0'0'14853,"-20"-9"-13704,2 1-880,-122-50 1965,55 18-68,80 39-2064,4 1-106,1 35-66,0-32 71,1 0-1,-1 0 0,1 0 1,0 0-1,0 0 0,0-1 1,0 1-1,1 0 0,-1-1 1,1 1-1,0-1 0,-1 1 1,1-1-1,0 0 0,1 0 1,-1 0-1,0 0 0,0 0 1,1 0-1,-1 0 0,1-1 1,0 0-1,-1 1 0,1-1 1,0 0-1,0 0 0,0 0 1,0-1-1,4 1 0,5 2-7,-1-1 0,1-1-1,0 0 1,0 0 0,0-1-1,16-2 1,-20 0-88,0-1 1,0 0-1,0 0 1,-1 0-1,1-1 1,-1-1-1,0 1 1,0-1 0,7-7-1,57-56-565,-62 57 670,-1 0-1,0-1 0,-1 1 0,-1-2 0,0 1 0,0-1 1,6-22-1,18-98 53,-27 112-25,1-12 397,-9 29 323,-7 15-485,3 4-182,-1 1 1,2 0-1,0 0 1,1 0 0,1 1-1,-8 31 1,8-19 99,0 0 1,2 0-1,0 42 1,3-35 30,0-22-138,1 0 0,0 0 0,1 0 0,5 25 0,-5-34-65,0-1 0,1 0 0,0 0 0,0 0 1,0 0-1,0 0 0,1 0 0,-1 0 1,1-1-1,0 1 0,0-1 0,0 0 0,1 0 1,-1 0-1,1 0 0,0-1 0,-1 1 1,1-1-1,6 2 0,8 2 0,0-1-1,0-1 1,0 0 0,0-1 0,0-2-1,1 1 1,29-3 0,-28 0-159,-20 2-171,0-1-1,0 1 0,0-1 1,0 0-1,0 1 0,0-1 1,0 1-1,0-1 0,0 1 1,0-1-1,-1 0 0,1 1 1,0-1-1,0 0 0,0 1 1,0-1-1,-1 0 0,1 1 1,0-1-1,-1 0 0,1 1 1,0-1-1,0 0 0,-1 0 1,1 1-1,0-1 0,-1 0 1,1 0-1,-1 1 0,1-1 1,0 0-1,-1 0 0,-22 12-11215</inkml:trace>
</inkml:ink>
</file>

<file path=ppt/ink/ink2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096"/>
    </inkml:context>
    <inkml:brush xml:id="br0">
      <inkml:brushProperty name="width" value="0.025" units="cm"/>
      <inkml:brushProperty name="height" value="0.025" units="cm"/>
    </inkml:brush>
  </inkml:definitions>
  <inkml:trace contextRef="#ctx0" brushRef="#br0">200 0 4761,'0'0'12384,"-9"31"-8674,-12 3-2526,-21 31 100,4 2 1,-44 104-1,75-137-1157,7-27-3506,0 1-3624</inkml:trace>
</inkml:ink>
</file>

<file path=ppt/ink/ink2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097"/>
    </inkml:context>
    <inkml:brush xml:id="br0">
      <inkml:brushProperty name="width" value="0.025" units="cm"/>
      <inkml:brushProperty name="height" value="0.025" units="cm"/>
    </inkml:brush>
  </inkml:definitions>
  <inkml:trace contextRef="#ctx0" brushRef="#br0">0 91 2513,'0'0'12938,"28"-9"-11260,93-31-242,-66 27-733,1 2 1,0 3-1,0 2 0,1 3 0,80 5 0,-36 0-335,-46-5-275,-28 2-306,-1 0-1,46 6 1,-92 12-3853,-6 3-578,-5-3-2514</inkml:trace>
</inkml:ink>
</file>

<file path=ppt/ink/ink2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098"/>
    </inkml:context>
    <inkml:brush xml:id="br0">
      <inkml:brushProperty name="width" value="0.025" units="cm"/>
      <inkml:brushProperty name="height" value="0.025" units="cm"/>
    </inkml:brush>
  </inkml:definitions>
  <inkml:trace contextRef="#ctx0" brushRef="#br0">112 21 2809,'0'0'15799,"-8"-16"-13604,6 15-2129,-1 0 1,1 0-1,0 1 0,0-1 1,0 1-1,-1 0 0,1 0 0,0 0 1,0 0-1,-1 0 0,1 0 1,0 0-1,0 1 0,-1-1 0,1 1 1,0 0-1,0-1 0,0 1 1,0 0-1,0 0 0,0 0 0,0 1 1,0-1-1,1 0 0,-4 4 1,0-2 37,1 0 0,0 1 0,0 0 0,0 0 0,0 0 0,1 0 0,0 0 0,-1 1 1,-3 8-1,7-13-106,-1 1 0,1 0 1,-1 0-1,1 0 0,-1 0 0,1 0 1,0 0-1,0 0 0,-1 0 0,1 0 1,0 0-1,0 0 0,0 0 1,0 0-1,0 0 0,0 0 0,0 0 1,1 0-1,-1 0 0,0 0 0,1-1 1,-1 1-1,0 0 0,1 0 0,-1 0 1,1 0-1,-1 0 0,1 0 1,-1-1-1,1 1 0,0 0 0,0-1 1,-1 1-1,1 0 0,0-1 0,0 1 1,0-1-1,-1 1 0,1-1 1,0 1-1,0-1 0,0 0 0,0 1 1,0-1-1,0 0 0,0 0 0,0 0 1,0 0-1,0 0 0,0 0 1,0 0-1,0 0 0,1 0 0,3-1-46,-1 1 0,1-1 0,-1 0 0,0 0 0,1 0 0,-1-1-1,0 1 1,0-1 0,0 0 0,6-4 0,12-11-172,-11 10 207,-2 0 1,1-1-1,-1 0 0,-1-1 1,11-12-1,-20 26-14,1-1 1,0 1-1,0-1 1,0 1-1,0-1 1,1 1-1,-1-1 1,1 1-1,0-1 0,1 1 1,-1-1-1,1 0 1,0 0-1,0 0 1,0 0-1,1 0 1,-1 0-1,1-1 1,6 7-1,-1-5-934,0 0-1,1-1 1,0 0-1,15 4 1,-22-8 667,24 8-5545</inkml:trace>
</inkml:ink>
</file>

<file path=ppt/ink/ink2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099"/>
    </inkml:context>
    <inkml:brush xml:id="br0">
      <inkml:brushProperty name="width" value="0.025" units="cm"/>
      <inkml:brushProperty name="height" value="0.025" units="cm"/>
    </inkml:brush>
  </inkml:definitions>
  <inkml:trace contextRef="#ctx0" brushRef="#br0">193 1 4113,'0'0'14758,"-8"25"-12415,-9 28-1077,2 0 1,-9 66-1,13-60-646,-3-1 0,-2-1 0,-43 101 0,53-144-585,1-1 0,0 1 0,2 0 0,-1 0 0,-1 21 0,5-35 69,1-24-12,1 13-112,1 0 0,0 0-1,0 1 1,1-1 0,1 1 0,-1 0-1,9-11 1,49-68-292,-33 51 93,66-83-771,-94 119 988,0 1-1,-1 0 0,1 0 1,0-1-1,0 1 1,-1 0-1,1 0 0,0 0 1,0 0-1,1 0 0,-1 0 1,0 0-1,0 0 1,0 0-1,0 0 0,1 1 1,-1-1-1,0 1 1,1-1-1,-1 1 0,1-1 1,-1 1-1,0 0 0,1 0 1,-1-1-1,1 1 1,-1 0-1,1 0 0,-1 0 1,1 1-1,-1-1 0,0 0 1,1 1-1,2 0 1,-2 1 15,-1-1 1,1 1-1,0 0 1,-1 0-1,1 0 1,-1 0-1,0 0 1,0 0-1,0 0 1,0 0-1,0 0 1,0 0-1,0 1 1,-1-1-1,1 0 1,-1 1-1,1-1 1,-1 1-1,0 4 1,0-6 7,0 1 0,0 0 0,0 0 0,0-1 0,0 1 0,0 0 0,0-1 1,-1 1-1,1 0 0,-1 0 0,1-1 0,-1 1 0,0-1 0,1 1 0,-3 2 0,1-3-8,1 0 1,-1 0-1,1-1 0,-1 1 0,1-1 0,-1 1 1,1-1-1,-1 0 0,0 0 0,1 0 1,-1 0-1,0 0 0,-1 0 0,-18 1-7,15-1 42,0 1 0,0 0 0,0 1 0,0-1 0,0 1 0,1 0 1,-1 1-1,0-1 0,1 1 0,0 0 0,-1 1 0,1-1 0,1 1 0,-1 0 0,0 0 0,1 0 0,0 1 0,-6 8 0,5-6 2,1 1 0,0 0 0,0 0 0,0 0 1,1 1-1,0 0 0,1-1 0,0 1 0,1 0 0,-1 0 0,1 16 0,2-23-49,-1 0 1,1-1-1,0 1 1,-1-1-1,1 1 0,0-1 1,0 1-1,0-1 1,0 1-1,0-1 1,0 0-1,1 0 1,-1 1-1,0-1 1,1 0-1,1 1 0,32 20 4,-25-16-28,-5-4-161,-1 1-1,1-1 1,0 0-1,0-1 1,0 1-1,0-1 1,0 0-1,8 1 0,44-2-4991,-32-1 1350,8 1-3304</inkml:trace>
</inkml:ink>
</file>

<file path=ppt/ink/ink2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0"/>
    </inkml:context>
    <inkml:brush xml:id="br0">
      <inkml:brushProperty name="width" value="0.025" units="cm"/>
      <inkml:brushProperty name="height" value="0.025" units="cm"/>
    </inkml:brush>
  </inkml:definitions>
  <inkml:trace contextRef="#ctx0" brushRef="#br0">62 75 9186,'0'0'10844,"1"5"-10300,-1-3-505,1 0-1,-1-1 1,0 1 0,1 0 0,0-1-1,-1 1 1,1-1 0,0 1 0,0-1-1,0 1 1,0-1 0,0 0 0,0 1 0,0-1-1,1 0 1,-1 0 0,0 0 0,1 0-1,-1 0 1,1 0 0,1 1 0,2-1 44,0 1 0,0-1 0,0 0 0,0 0 0,1-1 0,-1 0 0,6 0 0,-9 0-81,0 0-1,-1 0 1,1 0-1,-1 0 1,1 0-1,0-1 1,-1 1-1,1-1 1,-1 1-1,1-1 1,-1 1-1,0-1 1,1 0-1,-1 0 0,0 0 1,1 0-1,-1 0 1,0 0-1,0 0 1,0 0-1,0 0 1,0 0-1,0-1 1,0 1-1,0 0 1,0-1-1,0-1 1,1-3 20,0 1 0,-1-1 0,0 0 0,0 1 0,-1-1 0,0-11 0,0 16-7,0 0 0,0-1-1,0 1 1,-1-1 0,1 1-1,0 0 1,-1-1 0,1 1-1,-1 0 1,1 0 0,-1-1-1,0 1 1,0 0 0,1 0-1,-1 0 1,0 0 0,0 0-1,0 0 1,0 0 0,0 0-1,-1 0 1,1 1 0,-1-2-1,-2 0 62,-1 0-1,1 0 0,-1 1 0,1-1 0,-1 1 1,-9-1-1,-3 0 402,0 2 1,-30 1 0,45 0-403,0 0 1,0 0 0,0 0 0,0 0 0,0 0 0,0 0-1,1 1 1,-1-1 0,0 0 0,1 1 0,-1 0 0,1-1-1,-1 1 1,1 0 0,0 0 0,0 0 0,0 0 0,0 0-1,0 0 1,0 0 0,0 0 0,1 0 0,-1 0 0,1 0-1,-1 1 1,1-1 0,0 3 0,-1 1 15,0 0 0,1 0-1,0 0 1,0 0 0,0 0 0,1 0 0,0 0-1,0 0 1,2 8 0,0-10-73,0 1 0,1-1 0,-1 0 1,1 0-1,0 0 0,0 0 0,0 0 0,0-1 0,1 0 0,-1 0 1,1 0-1,0-1 0,0 1 0,0-1 0,0 0 0,0-1 0,1 1 1,5 0-1,11 2-489,-1 0 1,1-2 0,30 0 0,17-2-3149,-23 0-1547,-4 0-4077</inkml:trace>
</inkml:ink>
</file>

<file path=ppt/ink/ink2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1"/>
    </inkml:context>
    <inkml:brush xml:id="br0">
      <inkml:brushProperty name="width" value="0.025" units="cm"/>
      <inkml:brushProperty name="height" value="0.025" units="cm"/>
    </inkml:brush>
  </inkml:definitions>
  <inkml:trace contextRef="#ctx0" brushRef="#br0">353 0 9066,'0'0'16318,"-24"33"-15020,-76 107-230,94-131-948,0 1 0,1 0 0,0 0 0,1 0 0,0 0 0,1 1 0,0 0 0,-3 15 0,0 5 130,-1-6-135,-6 27-171,-3-1 0,-37 80 1,51-126-310,0-1 1,0 1-1,0-1 0,-1 0 1,0 0-1,0 0 1,0 0-1,0-1 1,-1 1-1,-3 3 1,-31 8-8723,18-9 790</inkml:trace>
</inkml:ink>
</file>

<file path=ppt/ink/ink2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2"/>
    </inkml:context>
    <inkml:brush xml:id="br0">
      <inkml:brushProperty name="width" value="0.025" units="cm"/>
      <inkml:brushProperty name="height" value="0.025" units="cm"/>
    </inkml:brush>
  </inkml:definitions>
  <inkml:trace contextRef="#ctx0" brushRef="#br0">1 409 2929,'0'0'8303,"33"-14"-3530,8-4-3658,-12 5-228,1 1 0,0 1-1,0 2 1,54-10 0,91-6 2098,-107 18-2647,-1-3-1,-1-3 0,99-33 0,-153 42-337,-1-1 0,1-1 0,-1 0 0,0 0 0,-1-1 0,0 0 0,0-1 0,0 0 0,10-12 0,-15 14-22,0-1 1,0 0-1,-1 1 0,0-1 1,0-1-1,-1 1 0,1-1 0,-2 1 1,1-1-1,-1 0 0,0 0 1,-1 0-1,0 0 0,1-14 1,-3 21 19,1 0 0,-1 1 0,1-1-1,-1 0 1,0 1 0,1-1 0,-1 1 0,1-1 0,-1 1 0,0-1 0,0 1 0,1-1 0,-1 1 0,0 0 0,0-1 0,1 1-1,-1 0 1,0 0 0,0-1 0,0 1 0,0 0 0,1 0 0,-1 0 0,0 0 0,0 0 0,-1 1 0,-34-1 61,27 0-30,-2 1 25,-1 1 1,0 0-1,1 0 1,0 1 0,-1 1-1,1 0 1,0 0-1,1 1 1,-1 1-1,-9 6 1,-12 9 251,-52 45 0,58-42-181,0 2 0,2 1 0,1 1 0,2 0-1,0 2 1,2 1 0,1 0 0,2 1 0,1 1 0,-21 67 0,30-84-127,-1 11-150,22-30 98,8-8 17,-1-1-1,-1-2 1,0 0 0,-1-1 0,32-31 0,-52 46 36,0 0 0,0 0 1,0 0-1,1-1 0,-1 1 0,0 0 1,0 0-1,0 0 0,1 0 0,-1 0 1,0-1-1,0 1 0,0 0 1,1 0-1,-1 0 0,0 0 0,0 0 1,1 0-1,-1 0 0,0 0 0,0 0 1,1 0-1,-1 0 0,0 0 0,0 0 1,1 0-1,-1 0 0,0 0 0,0 0 1,1 0-1,-1 0 0,0 0 0,0 1 1,1-1-1,-1 0 0,0 0 0,0 0 1,0 0-1,1 1 0,-1-1 0,0 0 1,0 0-1,0 0 0,0 0 0,0 1 1,1-1-1,-1 0 0,0 0 0,0 1 1,0-1-1,0 0 0,0 0 0,0 1 1,0-1-1,0 0 0,0 0 1,0 1-1,0-1 0,0 0 0,0 0 1,0 1-1,4 28 6,3 6-75,-4-30-148,0-1 0,0 0 0,1 0 0,0 0 0,-1 0 0,1 0 0,0-1 0,1 0 0,-1 0 0,5 3 0,33 8-5021,-17-10-544</inkml:trace>
</inkml:ink>
</file>

<file path=ppt/ink/ink2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3"/>
    </inkml:context>
    <inkml:brush xml:id="br0">
      <inkml:brushProperty name="width" value="0.025" units="cm"/>
      <inkml:brushProperty name="height" value="0.025" units="cm"/>
    </inkml:brush>
  </inkml:definitions>
  <inkml:trace contextRef="#ctx0" brushRef="#br0">1 72 3065,'0'0'15180,"4"1"-13886,3 0-941,-1 1 0,0 0 1,0 1-1,0-1 0,0 1 0,8 5 1,8 4 205,-20-11-547,1 0 0,0 0 0,-1 0 0,1 0 0,0-1 0,-1 0 0,1 1 0,0-1-1,0 0 1,-1 0 0,1 0 0,0-1 0,0 1 0,-1-1 0,1 1 0,0-1 0,-1 0-1,1 0 1,-1 0 0,1-1 0,-1 1 0,0 0 0,1-1 0,-1 1 0,0-1-1,0 0 1,0 0 0,0 0 0,0 0 0,-1 0 0,1 0 0,0-1 0,0-2 0,-1 3 31,0 0 1,-1 0 0,1 0 0,-1-1-1,0 1 1,0 0 0,1 0 0,-1-1-1,-1 1 1,1 0 0,0-1 0,-1 1-1,1 0 1,-1 0 0,1 0 0,-1 0-1,0-1 1,0 1 0,0 0 0,0 0-1,-1 1 1,1-1 0,0 0 0,-1 0-1,1 1 1,-1-1 0,0 0 0,0 1 0,1 0-1,-1-1 1,0 1 0,-2-1 0,-2 0 113,0-1 1,0 2-1,-1-1 1,1 1 0,0 0-1,-1 0 1,1 0 0,0 1-1,-1 0 1,-12 2 0,17-1-93,1 0 0,-1 1 1,0-1-1,0 1 1,1-1-1,-1 1 1,1 0-1,-1-1 1,1 1-1,0 0 0,0 0 1,0 0-1,0 0 1,0 0-1,0 0 1,0 0-1,1 0 1,-1 0-1,1 1 0,-1-1 1,1 0-1,0 0 1,0 1-1,0 1 1,-1 6 17,1 0 0,0 0 0,0 0 0,3 16 0,-2-21-125,0-1 0,1 0 0,0 0 0,0 0 0,0 0 0,0 0 0,1 0 0,-1 0 0,1-1 0,0 1 0,0-1 0,1 0 0,-1 0 0,1 0 0,-1-1 0,1 1 0,0-1 0,0 1 0,0-1 0,0-1 0,0 1 0,0-1 0,9 3 0,5-1-713,0 0 1,1 0-1,-1-2 0,22 0 1,32-1-5124,-7 0-4130</inkml:trace>
</inkml:ink>
</file>

<file path=ppt/ink/ink2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4"/>
    </inkml:context>
    <inkml:brush xml:id="br0">
      <inkml:brushProperty name="width" value="0.025" units="cm"/>
      <inkml:brushProperty name="height" value="0.025" units="cm"/>
    </inkml:brush>
  </inkml:definitions>
  <inkml:trace contextRef="#ctx0" brushRef="#br0">355 456 1464,'0'0'12635,"22"-14"-11244,71-45-421,-86 55-805,-1-1 0,0 0 0,0 0 0,-1 0 0,0-1 0,1 0 0,-2 0 0,1 0 0,-1-1 0,0 1 0,0-1 0,-1 0 0,0 0 0,3-10 0,-3 2 265,0-1 0,-1 1-1,-1-1 1,0-26 0,-1 27-176,0 9-170,0-1-1,-1 0 1,0 0 0,0 0-1,0 1 1,-1-1 0,1 1-1,-2-1 1,1 1 0,-1 0-1,0 0 1,0 0 0,-1 0-1,0 0 1,0 1 0,0-1-1,0 1 1,-1 0 0,0 1-1,0-1 1,0 1-1,-1 0 1,0 0 0,1 1-1,-1-1 1,-12-4 0,10 6-63,0-1 0,-1 1 1,1 1-1,0 0 0,-1 0 0,1 0 0,-1 1 1,1 0-1,-1 1 0,1 0 0,0 0 1,-1 1-1,1 0 0,0 0 0,0 1 0,0 0 1,0 1-1,1-1 0,-1 1 0,1 1 1,-9 6-1,-2 5 183,1 0 0,1 1 1,0 0-1,2 2 0,0-1 1,0 2-1,2 0 0,1 0 1,0 1-1,2 1 0,-9 25 1,-2 23 230,2 1 1,-10 89-1,16-20-382,10-89-242,-10 53 0,10-82-596,1-18-2890</inkml:trace>
</inkml:ink>
</file>

<file path=ppt/ink/ink2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5"/>
    </inkml:context>
    <inkml:brush xml:id="br0">
      <inkml:brushProperty name="width" value="0.025" units="cm"/>
      <inkml:brushProperty name="height" value="0.025" units="cm"/>
    </inkml:brush>
  </inkml:definitions>
  <inkml:trace contextRef="#ctx0" brushRef="#br0">0 0 904,'0'0'22176,"12"6"-21023,-5-3-1082,10 5 245,1 0 1,0-1 0,0 0 0,1-2 0,0 0 0,0-1 0,20 1 0,6-6-199,45 2 568,-107 31-539,13-19-368,1 0 0,0 0-1,1 0 1,0 1 0,1-1 0,1 23 0,0-35 29,1 0 1,-1 0-1,1 0 1,-1 0-1,1 0 1,-1 0-1,1 0 1,0 0-1,-1 0 1,1 0-1,0 0 1,0 0-1,0-1 1,0 1 0,0 0-1,0-1 1,0 1-1,0-1 1,0 1-1,0-1 1,0 1-1,0-1 1,0 0-1,0 1 1,0-1-1,0 0 1,1 0-1,-1 0 1,0 0-1,0 0 1,0 0-1,0 0 1,1 0 0,-1-1-1,0 1 1,0 0-1,1-1 1,6 1-1165,19 0-5108</inkml:trace>
</inkml:ink>
</file>

<file path=ppt/ink/ink2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6"/>
    </inkml:context>
    <inkml:brush xml:id="br0">
      <inkml:brushProperty name="width" value="0.025" units="cm"/>
      <inkml:brushProperty name="height" value="0.025" units="cm"/>
    </inkml:brush>
  </inkml:definitions>
  <inkml:trace contextRef="#ctx0" brushRef="#br0">26 33 312,'0'0'21581,"-13"-32"-21245,7 32-176,6 13-160,0 12-1248,0 1-1489,-7-10-3256</inkml:trace>
</inkml:ink>
</file>

<file path=ppt/ink/ink2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7"/>
    </inkml:context>
    <inkml:brush xml:id="br0">
      <inkml:brushProperty name="width" value="0.025" units="cm"/>
      <inkml:brushProperty name="height" value="0.025" units="cm"/>
    </inkml:brush>
  </inkml:definitions>
  <inkml:trace contextRef="#ctx0" brushRef="#br0">0 1 832</inkml:trace>
</inkml:ink>
</file>

<file path=ppt/ink/ink2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8"/>
    </inkml:context>
    <inkml:brush xml:id="br0">
      <inkml:brushProperty name="width" value="0.025" units="cm"/>
      <inkml:brushProperty name="height" value="0.025" units="cm"/>
    </inkml:brush>
  </inkml:definitions>
  <inkml:trace contextRef="#ctx0" brushRef="#br0">0 1 832,'178'139'2050,"-157"-123"-2786,-2-7 22084,-12 2-18639,-3-2-2329,1 1 0,-2 0 0,1 0-1,-1 1 1,-1-1 0,2 14 0,-4-23-346,0-34-92,0 8-61,-1 10 85,1-1 0,1 1 0,0 0 0,4-18 0,-4 29 8,0 1-1,0-1 0,0 0 1,1 1-1,-1 0 0,1-1 1,0 1-1,0 0 0,0 0 0,0 0 1,1 0-1,-1 0 0,1 1 1,0-1-1,-1 1 0,1-1 1,0 1-1,1 0 0,-1 0 0,0 0 1,1 1-1,3-2 0,-5 2-264,0 1 0,0-1-1,0 1 1,0 0-1,0 0 1,0-1 0,0 2-1,0-1 1,0 0-1,0 0 1,0 0 0,-1 1-1,1-1 1,0 1-1,0 0 1,2 0 0,15 12-5750,-1 0-922</inkml:trace>
</inkml:ink>
</file>

<file path=ppt/ink/ink2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09"/>
    </inkml:context>
    <inkml:brush xml:id="br0">
      <inkml:brushProperty name="width" value="0.025" units="cm"/>
      <inkml:brushProperty name="height" value="0.025" units="cm"/>
    </inkml:brush>
  </inkml:definitions>
  <inkml:trace contextRef="#ctx0" brushRef="#br0">137 13 3161,'0'0'21264,"-21"-3"-20437,-61-6-233,54 12-149,28-3-443,0 0-1,-1 1 1,1-1 0,0 0-1,-1 1 1,1-1 0,0 0-1,-1 0 1,1 1 0,0-1-1,-1 1 1,1-1 0,0 0-1,0 1 1,0-1 0,-1 1-1,1-1 1,0 0 0,0 1 0,0-1-1,0 1 1,0-1 0,0 1-1,0-1 1,0 0 0,0 1-1,0-1 1,0 1 0,0 1-24,1 0 0,0-1 1,-1 1-1,1-1 0,0 0 1,0 1-1,0-1 0,0 0 1,0 1-1,0-1 0,0 0 1,0 0-1,0 0 1,3 2-1,29 11-184,26 12-777,-56-24 872,0 0 0,1 0 0,-1 0 0,0 1 0,0-1 0,-1 1 0,1 0 0,0-1 1,-1 1-1,1 0 0,-1 1 0,3 5 0,-5-8 111,1-1 0,-1 1 1,0-1-1,0 1 1,0-1-1,0 1 0,0-1 1,0 1-1,0-1 1,0 1-1,0-1 0,0 1 1,0-1-1,0 1 0,-1-1 1,1 1-1,0-1 1,0 1-1,0-1 0,-1 1 1,1-1-1,0 1 1,0-1-1,-1 0 0,1 1 1,0-1-1,-1 0 0,1 1 1,-1-1-1,1 0 1,-1 1-1,-22 8 58,-28-2 81,48-7-130,-17 3 102,14-1-8074,6-7 1639</inkml:trace>
</inkml:ink>
</file>

<file path=ppt/ink/ink2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0"/>
    </inkml:context>
    <inkml:brush xml:id="br0">
      <inkml:brushProperty name="width" value="0.025" units="cm"/>
      <inkml:brushProperty name="height" value="0.025" units="cm"/>
    </inkml:brush>
  </inkml:definitions>
  <inkml:trace contextRef="#ctx0" brushRef="#br0">182 1 2417,'0'0'22319,"-24"22"-20676,-72 75-372,91-92-1148,0 0 1,1 1-1,-1-1 0,1 1 1,0 0-1,1 0 1,-1 1-1,1-1 0,0 1 1,1 0-1,0-1 1,0 1-1,0 0 0,1 1 1,-1 7-1,0 7 41,-1-7-108,1 0 1,0-1 0,1 1 0,1 0-1,2 24 1,-1-34-78,0 0 0,0 0 0,1-1 0,-1 1 0,1-1 0,0 1 0,1-1 0,-1 0 0,1 1 0,-1-1 0,1-1 0,1 1 0,-1 0 0,0-1-1,1 1 1,0-1 0,0 0 0,0 0 0,0-1 0,7 5 0,-2-4-280,-1 1 0,1-1 0,-1 0 0,1-1 0,0 0-1,14 1 1,29 0-7193,-32-3 605</inkml:trace>
</inkml:ink>
</file>

<file path=ppt/ink/ink2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1"/>
    </inkml:context>
    <inkml:brush xml:id="br0">
      <inkml:brushProperty name="width" value="0.025" units="cm"/>
      <inkml:brushProperty name="height" value="0.025" units="cm"/>
    </inkml:brush>
  </inkml:definitions>
  <inkml:trace contextRef="#ctx0" brushRef="#br0">0 1 1408,'0'0'21789,"212"13"-20461,-135-4-800,-13 1-528,0 6-16,-19 0-1800,-19-9-4353</inkml:trace>
</inkml:ink>
</file>

<file path=ppt/ink/ink2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2"/>
    </inkml:context>
    <inkml:brush xml:id="br0">
      <inkml:brushProperty name="width" value="0.025" units="cm"/>
      <inkml:brushProperty name="height" value="0.025" units="cm"/>
    </inkml:brush>
  </inkml:definitions>
  <inkml:trace contextRef="#ctx0" brushRef="#br0">20 530 3505,'0'0'17346,"3"0"-16564,17-2-78,0 1 0,1 1 1,32 5-1,21 0-306,-73-5-396,0-1 1,-1 1-1,1 0 0,-1 0 1,1-1-1,-1 1 0,1 0 1,-1-1-1,1 1 0,-1-1 1,0 1-1,1 0 0,-1-1 1,0 1-1,1-1 0,-1 1 0,0-1 1,1 1-1,-1-1 0,0 0 1,0 1-1,0-1 0,1 1 1,-1-1-1,0 1 0,0-1 1,0 0-1,0 1 0,0-1 1,0 1-1,0-1 0,0 1 1,0-1-1,-1 0 0,1 1 1,0-1-1,-1 0 0,-8-26-110,5 22 31,-2-1 1,1 1 0,0 0-1,-1 0 1,0 0-1,0 1 1,-1 0-1,1 0 1,-13-5-1,15 7 66,-1 0 0,0 0 0,0 1 0,0 0 0,-1-1 0,1 2 0,0-1 0,0 1 0,0-1 0,-1 1 0,1 1 0,0-1 0,0 1 0,-1 0-1,-6 2 1,9-1 52,-1 0-1,1 1 0,0-1 1,0 1-1,1-1 0,-1 1 1,0 0-1,1 0 0,0 0 1,-1 1-1,1-1 0,1 0 1,-1 1-1,0-1 0,1 1 1,0 0-1,0 0 0,0-1 1,0 1-1,0 6 0,-2 13 282,1-1 0,1 28 0,1-43-261,-1-4-51,1-1 1,0 1-1,0-1 0,0 1 1,1-1-1,-1 1 0,0-1 1,1 1-1,0-1 0,-1 0 1,1 1-1,0-1 0,0 0 0,1 0 1,-1 1-1,0-1 0,1 0 1,-1 0-1,1-1 0,0 1 1,-1 0-1,1 0 0,0-1 0,4 3 1,0-1-10,0-1 0,1-1 0,-1 1 0,1-1 1,0 0-1,-1 0 0,1-1 0,10 0 0,-7-1-21,-1 0 0,0 0 0,1-1 0,-1 0 0,0-1 0,0 0 0,0-1 0,0 1 0,-1-2 0,1 1 1,-1-1-1,13-10 0,8-9-740,50-53 1,-34 30-281,15-9-147,-4-3 0,-2-2 0,-2-2 0,77-128-1,-127 188 1345,0-1 0,0 0 0,0 1 0,-1-1 0,1 0 0,-1 0 0,0 0 0,0 0 0,0-6 0,-1 7 1249,-2 18 1230,-6 7-1913,0 0 1,-1 0-1,-18 29 0,-15 32 410,26-46-616,2 1-1,-15 65 0,20-60-337,4-24-173,1 1 0,1 0-1,-1 29 1,4-47-226,0 1 0,0 0 0,0-1 0,0 1 0,0 0 0,1-1-1,-1 1 1,1-1 0,0 1 0,0-1 0,-1 1 0,2-1-1,-1 1 1,2 3 0,-1-5-348,0 1-1,0-1 1,0 0-1,0 0 1,0 0 0,1 0-1,-1 0 1,0-1-1,0 1 1,0-1 0,1 1-1,-1-1 1,0 0-1,1 0 1,-1 0-1,4 0 1,8 0-6296</inkml:trace>
</inkml:ink>
</file>

<file path=ppt/ink/ink2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3"/>
    </inkml:context>
    <inkml:brush xml:id="br0">
      <inkml:brushProperty name="width" value="0.025" units="cm"/>
      <inkml:brushProperty name="height" value="0.025" units="cm"/>
    </inkml:brush>
  </inkml:definitions>
  <inkml:trace contextRef="#ctx0" brushRef="#br0">1 89 2857,'0'0'12934,"12"-6"-11059,37-20-369,-44 24-1254,0 0 0,0 1-1,1-1 1,-1 1 0,1 0 0,-1 0 0,1 1-1,-1-1 1,1 1 0,-1 1 0,12 1-1,7 0 350,38-2-173,-61 0-426,-1 0-1,1 0 0,-1 0 0,0 0 1,1 0-1,-1 0 0,0 0 0,1 0 1,-1-1-1,1 1 0,-1 0 1,0 0-1,1 0 0,-1 0 0,0-1 1,1 1-1,-1 0 0,0 0 0,0-1 1,1 1-1,-1 0 0,0 0 1,1-1-1,-1 1 0,0 0 0,0-1 1,0 1-1,0 0 0,1-1 0,-1 1 1,0 0-1,0-1 0,0 1 1,0-1-1,0 1 0,0 0 0,0-1 1,0 1-1,0 0 0,0-1 0,0 1 1,0-1-1,0 1 0,0 0 1,0-1-1,0 1 0,0 0 0,-1-1 1,1 1-1,0 0 0,0-1 0,0 1 1,-1 0-1,1-1 0,0 1 0,0 0 1,-1 0-1,1-1 0,-1-1-10,0 1-1,0-1 1,-1 0-1,1 1 0,0-1 1,-1 1-1,1-1 1,-1 1-1,1 0 0,-1 0 1,-2-2-1,-15-2 105,1 1 0,-1 1 0,1 1 0,-1 1 0,0 0 0,-24 3 1,1-1 883,41 0-942,0 0 1,0 0-1,0 0 1,0 0-1,1 0 1,-1 0-1,0 1 1,1-1 0,-1 0-1,1 1 1,-1-1-1,1 0 1,0 1-1,0-1 1,-1 1-1,1-1 1,0 0-1,0 1 1,0-1-1,1 1 1,-1 1 0,3 37 352,-1-34-384,0 0-1,0 0 1,1-1 0,0 1-1,0-1 1,0 1 0,0-1 0,1 0-1,0 0 1,0-1 0,0 1-1,1-1 1,-1 0 0,1 0 0,0 0-1,0-1 1,1 0 0,5 3 0,-2-1-622,1-1 1,-1-1 0,21 6 0,29-3-6020,-31-6-67</inkml:trace>
</inkml:ink>
</file>

<file path=ppt/ink/ink2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4"/>
    </inkml:context>
    <inkml:brush xml:id="br0">
      <inkml:brushProperty name="width" value="0.025" units="cm"/>
      <inkml:brushProperty name="height" value="0.025" units="cm"/>
    </inkml:brush>
  </inkml:definitions>
  <inkml:trace contextRef="#ctx0" brushRef="#br0">1 128 824,'0'0'22258,"7"11"-19893,1 2-1619,-6-9-558,0-1 0,0 1 0,0-1-1,0 1 1,1-1 0,-1 0 0,1 0 0,3 3-1,-4-6-187,-1 0 0,1 1 0,-1-1 0,1-1 0,-1 1 0,0 0 0,1 0 0,-1-1 0,1 1 0,-1 0-1,1-1 1,-1 0 0,0 1 0,1-1 0,-1 0 0,0 0 0,0 1 0,0-1 0,0 0 0,1 0 0,-1 0 0,0-1-1,-1 1 1,1 0 0,0 0 0,1-3 0,1 1-30,24-22-574,59-40 0,-79 59 556,11-10 19,-16 14 37,-1 0 0,1 1 0,0-1 0,-1 0-1,1 1 1,0-1 0,0 1 0,0-1 0,0 1 0,1 0 0,-1 0 0,0 0 0,0 0 0,1 1 0,-1-1 0,1 1 0,-1-1-1,3 1 1,-1 5 199,-1 0-1,0 0 1,0 1-1,0-1 0,-1 1 1,3 10-1,4 6-21,-7-20-184,0-1-1,-1 0 1,1 1-1,0-1 1,0 0-1,0 0 1,0 0 0,0-1-1,0 1 1,0 0-1,0-1 1,0 1-1,0-1 1,1 1 0,-1-1-1,0 0 1,0 0-1,0 0 1,0-1-1,1 1 1,3-1 0,47-11-81,-25-2-67,-1-2-1,28-19 0,-13 8 71,-36 21 1058,-16 18-493,8-7-486,0 0 1,0 0 0,1 1 0,0-1 0,0 0 0,0 0 0,1 1 0,0-1 0,0 1 0,1 7 0,-1-11-124,1 1 0,-1 0 0,1-1 1,0 1-1,0 0 0,0-1 1,0 1-1,0-1 0,0 0 0,0 1 1,1-1-1,0 0 0,-1 0 0,1 0 1,0 0-1,0 0 0,0 0 1,0 0-1,0-1 0,0 1 0,1-1 1,3 3-1,4-1-1425,0 0 0,0-1 0,0 0 0,18 1 0,4-3-5428</inkml:trace>
</inkml:ink>
</file>

<file path=ppt/ink/ink2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5"/>
    </inkml:context>
    <inkml:brush xml:id="br0">
      <inkml:brushProperty name="width" value="0.025" units="cm"/>
      <inkml:brushProperty name="height" value="0.025" units="cm"/>
    </inkml:brush>
  </inkml:definitions>
  <inkml:trace contextRef="#ctx0" brushRef="#br0">104 109 8266,'0'0'12001,"16"-4"-11692,6 0-249,-9 2-42,0-1 1,-1 0 0,1 0 0,13-7 0,-25 10-20,0 0 0,0-1-1,0 1 1,-1 0 0,1 0 0,0-1 0,0 1 0,0-1 0,0 1 0,0-1-1,0 1 1,0-1 0,-1 1 0,1-1 0,0 0 0,-1 1 0,1-1 0,0 0 0,-1 0-1,1 0 1,-1 0 0,1 1 0,-1-1 0,1 0 0,-1 0 0,0 0 0,1 0-1,-1 0 1,0 0 0,0 0 0,0 0 0,0 0 0,1 0 0,-2 0 0,1 0-1,0 0 1,0 0 0,0 0 0,0 0 0,-1 0 0,1 0 0,0 0 0,-1 0 0,0-1-1,-1-1-16,0 1-1,0-1 1,0 1-1,0 0 0,-1 0 1,1 0-1,-1 0 1,1 0-1,-1 0 0,0 1 1,0-1-1,-5-1 1,-7-1 341,0 0 0,0 1 0,-1 1 0,1 0 0,-1 1 0,1 1 0,-30 3 0,43-2-265,0 0-1,-1 0 1,1 0-1,0 1 1,-1-1 0,1 1-1,0-1 1,0 1-1,0 0 1,0 0-1,1 0 1,-1 0-1,0 0 1,1 0 0,0 0-1,-1 0 1,1 1-1,0-1 1,0 1-1,0-1 1,0 1-1,1-1 1,-1 1-1,1-1 1,-1 6 0,-5 70 469,6-76-509,0 15 52,1 21-46,0-37-35,-1 1 1,1-1-1,-1 0 1,1 0-1,-1 0 1,1 0-1,0 0 1,-1 0-1,1 0 0,0 0 1,0 0-1,0 0 1,0 0-1,0 0 1,0 0-1,0-1 1,0 1-1,0-1 1,0 1-1,0 0 0,0-1 1,0 0-1,1 1 1,-1-1-1,0 0 1,0 1-1,2-1 1,11 2-393,-1-1-1,1 0 1,-1-1 0,1-1 0,0 0 0,-1-1 0,0 0 0,1-1 0,-1 0-1,0-1 1,0-1 0,-1 0 0,1-1 0,-1 0 0,-1-1 0,1 0 0,16-14-1,59-49 732,-91 76 7127,2-3-7307,0 0 0,1 0 0,-1 0 0,1 0 0,0 0 0,0 1 0,0-1 0,0 0 1,1 1-1,-1 5 0,1-7-134,0 0 1,0 0 0,0 0 0,1 0-1,-1 0 1,0 0 0,1 0-1,0 0 1,-1-1 0,1 1-1,0 0 1,0 0 0,0-1-1,0 1 1,0 0 0,0-1-1,1 1 1,-1-1 0,1 1-1,-1-1 1,3 2 0,0-1-13,0 0 0,0 0 1,-1-1-1,1 1 0,0-1 1,0 0-1,0 0 0,1 0 1,-1-1-1,5 1 0,2-1-120,-1-1-1,0 0 0,1 0 0,-1-1 1,0 0-1,1-1 0,-1 0 0,12-6 1,-6 1-8,0 0 1,-1-2 0,0 0-1,23-20 1,-35 26 260,-2 4 499,-2 15 292,2-11-1168,1-1 0,-1 1 0,1-1 0,0 1 0,0-1 0,0 1 0,0-1 0,1 0 0,-1 0 0,1 0 0,0 0 0,0-1 0,0 1-1,0-1 1,0 0 0,0 0 0,1 0 0,-1 0 0,1 0 0,0-1 0,-1 1 0,1-1 0,0 0 0,6 0 0,9 1-5766</inkml:trace>
</inkml:ink>
</file>

<file path=ppt/ink/ink2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6"/>
    </inkml:context>
    <inkml:brush xml:id="br0">
      <inkml:brushProperty name="width" value="0.025" units="cm"/>
      <inkml:brushProperty name="height" value="0.025" units="cm"/>
    </inkml:brush>
  </inkml:definitions>
  <inkml:trace contextRef="#ctx0" brushRef="#br0">58 1 15883,'0'0'10451,"-58"164"-8451,58-100-752,0 0-359,0-10-201,19-5-400,1-8-160,-1-15-128,-13-10-32,1-6-32,-1-10-464,-6-42-5762,0 7 561,0-4-4313</inkml:trace>
</inkml:ink>
</file>

<file path=ppt/ink/ink2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7"/>
    </inkml:context>
    <inkml:brush xml:id="br0">
      <inkml:brushProperty name="width" value="0.025" units="cm"/>
      <inkml:brushProperty name="height" value="0.025" units="cm"/>
    </inkml:brush>
  </inkml:definitions>
  <inkml:trace contextRef="#ctx0" brushRef="#br0">1 1 2617,'0'0'18796,"192"0"-17412,-128 6-872,13 10-512,-13-3-824,-19-10-4785</inkml:trace>
</inkml:ink>
</file>

<file path=ppt/ink/ink2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8"/>
    </inkml:context>
    <inkml:brush xml:id="br0">
      <inkml:brushProperty name="width" value="0.025" units="cm"/>
      <inkml:brushProperty name="height" value="0.025" units="cm"/>
    </inkml:brush>
  </inkml:definitions>
  <inkml:trace contextRef="#ctx0" brushRef="#br0">1 1 3305,'0'0'26037,"0"90"-25941,0-81-24,0-5-72,0-1-336</inkml:trace>
</inkml:ink>
</file>

<file path=ppt/ink/ink2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19"/>
    </inkml:context>
    <inkml:brush xml:id="br0">
      <inkml:brushProperty name="width" value="0.025" units="cm"/>
      <inkml:brushProperty name="height" value="0.025" units="cm"/>
    </inkml:brush>
  </inkml:definitions>
  <inkml:trace contextRef="#ctx0" brushRef="#br0">27 0 2513,'0'0'22124,"-7"77"-23108,1-41-1368,-1-7-3362,1-7-8465</inkml:trace>
</inkml:ink>
</file>

<file path=ppt/ink/ink2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0"/>
    </inkml:context>
    <inkml:brush xml:id="br0">
      <inkml:brushProperty name="width" value="0.025" units="cm"/>
      <inkml:brushProperty name="height" value="0.025" units="cm"/>
    </inkml:brush>
  </inkml:definitions>
  <inkml:trace contextRef="#ctx0" brushRef="#br0">42 1 640,'0'0'25671,"-7"6"-24120,-16 22-563,12-5-389,11-23-589,0 1 0,0 0 0,0-1 1,0 1-1,0-1 0,0 1 0,0-1 0,0 1 1,0-1-1,0 1 0,0 0 0,0-1 0,1 1 0,-1-1 1,0 1-1,0-1 0,1 1 0,-1-1 0,0 1 0,1-1 1,-1 0-1,0 1 0,1-1 0,-1 1 0,1-1 0,-1 0 1,1 1-1,-1-1 0,1 0 0,-1 0 0,1 1 1,-1-1-1,1 0 0,0 0 0,6 2-271,0-1 0,1 0 0,-1-1 0,1 0 0,12-1 0,6-1-1003,-12 2 1312,-10 0-124,1-1 0,-1 1 0,0 0 1,1 1-1,-1-1 0,1 1 1,-1 0-1,0 0 0,8 3 1,49 17-5868,-34-20-289</inkml:trace>
</inkml:ink>
</file>

<file path=ppt/ink/ink2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1"/>
    </inkml:context>
    <inkml:brush xml:id="br0">
      <inkml:brushProperty name="width" value="0.025" units="cm"/>
      <inkml:brushProperty name="height" value="0.025" units="cm"/>
    </inkml:brush>
  </inkml:definitions>
  <inkml:trace contextRef="#ctx0" brushRef="#br0">180 1 6385,'0'0'23293,"-71"167"-22380,58-126-353,7-2-200,6-1-264,0-2-96,-6-8-192,6 1-448,0-6-489,-13-7-719,-6 0-1217,-1-10-2720,-12 4-6258</inkml:trace>
</inkml:ink>
</file>

<file path=ppt/ink/ink2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2"/>
    </inkml:context>
    <inkml:brush xml:id="br0">
      <inkml:brushProperty name="width" value="0.025" units="cm"/>
      <inkml:brushProperty name="height" value="0.025" units="cm"/>
    </inkml:brush>
  </inkml:definitions>
  <inkml:trace contextRef="#ctx0" brushRef="#br0">1 431 5097,'0'0'1768,"27"-9"4063,307-81 2075,-290 81-7276,257-58 1309,-258 54-1891,-1-1 0,0-2-1,-1-2 1,70-43 0,-99 53-50,0 0-1,-1-1 0,17-16 0,-25 22 31,0-1-1,0 1 1,-1-1-1,1 1 1,-1-1-1,0 0 0,0 0 1,0 0-1,0 0 1,-1 0-1,0 0 1,0 0-1,0-1 1,0 1-1,0-6 0,-2 9 10,1 0 0,-1 0 1,1 0-1,-1 0 0,0 0 0,0 0 0,1 0 0,-1 1 0,0-1 0,0 0 0,0 1 0,0-1 0,0 0 0,0 1 0,0-1 0,0 1 0,0-1 0,0 1 0,0 0 0,0 0 0,0-1 0,0 1 0,0 0 0,0 0 0,0 0 0,0 0 0,-1 0 0,0 0 0,-44 0 367,36 0-219,-5 1-54,1 1 0,-1 0-1,0 1 1,1 0 0,-1 1-1,1 1 1,0 1 0,1-1-1,-1 2 1,1 0-1,0 1 1,1 0 0,0 1-1,0 0 1,1 1 0,-20 22-1,-7 12 8,2 3 0,-58 98-1,92-142-127,-24 40 39,3 1 1,-22 53 0,45-96-54,-1-1 0,1 1 0,0-1-1,-1 1 1,1 0 0,0-1 0,0 1 0,0 0-1,-1-1 1,1 1 0,0 0 0,0 0 0,0-1 0,0 1-1,0 0 1,0-1 0,0 1 0,0 0 0,1-1-1,-1 1 1,0 0 0,0-1 0,1 1 0,-1 0 0,0-1-1,1 1 1,-1 0 0,0-1 0,1 1 0,-1-1 0,1 1-1,-1-1 1,1 1 0,-1-1 0,1 1 0,-1-1-1,1 0 1,0 1 0,-1-1 0,1 0 0,0 1 0,-1-1-1,1 0 1,1 0 0,35 0 154,-21-1-135,-1 0 8,0-1-1,-1-1 1,1 0 0,-1 0-1,0-2 1,0 0-1,-1 0 1,1-2-1,-1 1 1,0-2 0,15-11-1,-26 95 954,-2-75-1081,0 0-1,1 0 1,-1 0-1,0 0 1,0 0-1,1 0 1,-1 0 0,0 0-1,1-1 1,-1 1-1,1 0 1,-1 0-1,1 0 1,0-1-1,-1 1 1,1 0-1,0 0 1,-1-1-1,1 1 1,0-1-1,0 1 1,0-1-1,-1 1 1,1-1-1,0 1 1,0-1-1,0 0 1,0 1 0,2-1-1,32 4-4984,-27-3 2906,13-1-5294</inkml:trace>
</inkml:ink>
</file>

<file path=ppt/ink/ink2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3"/>
    </inkml:context>
    <inkml:brush xml:id="br0">
      <inkml:brushProperty name="width" value="0.025" units="cm"/>
      <inkml:brushProperty name="height" value="0.025" units="cm"/>
    </inkml:brush>
  </inkml:definitions>
  <inkml:trace contextRef="#ctx0" brushRef="#br0">0 93 1296,'0'0'17945,"16"0"-17150,77 0-264,-89-1-524,-1 0 0,1 0 1,-1 0-1,0 0 0,1-1 0,-1 1 0,0-1 0,0 0 0,0 0 1,0 0-1,-1 0 0,1-1 0,-1 1 0,1-1 0,2-3 1,-4 5 17,1 0 0,-1-1 0,0 0 0,1 1 0,-1-1 0,0 0 1,0 1-1,0-1 0,0 0 0,0 0 0,0 0 0,-1 0 0,1 0 1,-1 0-1,1 0 0,-1 0 0,0 0 0,0 0 0,0-1 1,0 1-1,0 0 0,0 0 0,-1 0 0,1 0 0,-1 0 0,0-3 1,-3 3 156,0 1 1,0 0 0,0 0 0,0 1 0,0-1 0,0 1 0,0-1-1,0 1 1,0 1 0,0-1 0,-5 1 0,0 0 259,2-1-163,1-1-1,0 2 1,0-1 0,0 1-1,0 0 1,0 0-1,0 0 1,0 1 0,-5 2-1,9-2-173,0-1 0,0 1 0,0 0 0,0-1 0,0 1 0,1 0 0,-1 0 0,1 1 0,-1-1 0,1 0 0,0 0 0,0 1 0,0-1 0,0 0 0,0 1 0,0-1 0,1 1-1,0-1 1,-1 1 0,1 0 0,0-1 0,0 1 0,1 4 0,-2 20 357,0-16-335,1 0 1,0 1-1,3 19 1,-2-28-170,0 1 1,0 0 0,0 0-1,1-1 1,-1 1-1,1-1 1,0 1 0,0-1-1,0 0 1,1 0 0,-1 0-1,1 0 1,-1 0-1,1 0 1,4 2 0,65 38-5364,-46-32-1230</inkml:trace>
</inkml:ink>
</file>

<file path=ppt/ink/ink2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4"/>
    </inkml:context>
    <inkml:brush xml:id="br0">
      <inkml:brushProperty name="width" value="0.025" units="cm"/>
      <inkml:brushProperty name="height" value="0.025" units="cm"/>
    </inkml:brush>
  </inkml:definitions>
  <inkml:trace contextRef="#ctx0" brushRef="#br0">35 49 1608,'0'0'20653,"-3"-6"-19533,0-1-1024,-6-9 899,4 16-249,-1 11 56,3 1-410,1 1 0,1 0-1,-1 0 1,2 0 0,1 20-1,0-5-240,-1-26-150,0-1 1,0 0-1,0 1 0,0-1 1,0 0-1,1 0 1,-1 0-1,0 1 1,1-1-1,-1 0 0,1 0 1,-1 0-1,1 0 1,0 0-1,0 0 1,-1 0-1,1 0 0,0 0 1,0 0-1,0 0 1,0 0-1,0 0 1,0-1-1,0 1 0,2 1 1,0-1-23,1 0 1,-1 0 0,1 0-1,-1-1 1,1 1 0,-1-1-1,1 0 1,-1 0 0,6 0-1,0-1-117,-1 0-1,1-1 1,-1 0 0,0 0-1,1-1 1,-1 0 0,13-7-1,-6 0-90,5-2 19,-1 0 0,-1-1 0,0-2 0,-1 1 0,20-23 0,-21 20 212,-14 16 23,0 0-1,0-1 0,0 0 0,-1 1 1,1-1-1,0 0 0,-1 0 0,0 0 1,1 0-1,-1 0 0,0 0 0,0 0 1,0-1-1,0 1 0,1-5 0,-2 7 806,7 13 35,1-1-690,0-1 1,1 0-1,1-1 0,14 14 0,14 1-2127,4-13-6067,-28-11 585</inkml:trace>
</inkml:ink>
</file>

<file path=ppt/ink/ink2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5"/>
    </inkml:context>
    <inkml:brush xml:id="br0">
      <inkml:brushProperty name="width" value="0.025" units="cm"/>
      <inkml:brushProperty name="height" value="0.025" units="cm"/>
    </inkml:brush>
  </inkml:definitions>
  <inkml:trace contextRef="#ctx0" brushRef="#br0">0 0 3321,'0'0'21418,"4"7"-20098,1 0-1056,-2 1 0,1-1 0,-1 1 0,0-1 0,-1 1 0,1 0-1,-2 0 1,1 0 0,-1 0 0,0 14 0,-1-20-254,0 0-1,0 0 1,0-1-1,0 1 1,0 0-1,0 0 1,0 0-1,1-1 1,-1 1-1,1 0 1,-1 0-1,1-1 1,0 1-1,-1 0 0,1-1 1,0 1-1,0-1 1,2 3-1,-1-3-22,-1-1-1,1 0 1,-1 0-1,1 1 1,-1-1-1,1 0 0,0 0 1,-1-1-1,1 1 1,-1 0-1,1 0 1,-1-1-1,0 1 0,1-1 1,-1 1-1,1-1 1,-1 0-1,0 0 1,1 1-1,-1-1 1,0 0-1,0 0 0,2-2 1,57-44-507,-38 28 416,1 1-1,50-28 0,-73 46 121,1 0 1,-1 0-1,0 0 0,1 0 0,-1 1 0,0-1 0,1 0 0,-1 0 0,0 0 1,1 1-1,-1-1 0,0 0 0,1 0 0,-1 1 0,0-1 0,0 0 1,1 1-1,-1-1 0,0 0 0,0 1 0,1-1 0,-1 1 0,0-1 0,0 0 1,0 1-1,0-1 0,0 1 0,0-1 0,0 0 0,0 1 0,0-1 0,0 1 1,0-1-1,0 0 0,0 1 0,0-1 0,0 1 0,1 24 232,-1-18-176,1 2-60,1 0 1,0 1 0,0-1 0,0 0-1,1 0 1,8 15 0,-9-21-208,-1 0 1,1 0 0,0-1-1,1 1 1,-1-1 0,0 0-1,1 1 1,-1-1 0,1 0-1,-1 0 1,1-1-1,0 1 1,0 0 0,0-1-1,0 0 1,0 0 0,0 0-1,1 0 1,-1 0 0,0-1-1,0 1 1,5-1 0,22 1-5316,-9-1-2521</inkml:trace>
</inkml:ink>
</file>

<file path=ppt/ink/ink2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6"/>
    </inkml:context>
    <inkml:brush xml:id="br0">
      <inkml:brushProperty name="width" value="0.025" units="cm"/>
      <inkml:brushProperty name="height" value="0.025" units="cm"/>
    </inkml:brush>
  </inkml:definitions>
  <inkml:trace contextRef="#ctx0" brushRef="#br0">302 1 7994,'0'0'17856,"-31"1"-16708,-97 8-411,119-8-627,0 0 0,0 0 0,0 1 0,1 0 0,-12 5-1,18-6-90,0 0-1,0 0 0,0 0 0,0 1 1,0-1-1,1 1 0,-1-1 1,0 1-1,1-1 0,-1 1 0,1 0 1,0 0-1,-2 2 0,2-3-32,1 0-1,-1 0 0,1 0 1,-1 0-1,1 0 0,-1 0 1,1 0-1,-1 1 1,1-1-1,0 0 0,0 0 1,0 0-1,0 0 1,0 0-1,0 1 0,0-1 1,0 0-1,0 0 1,0 0-1,0 0 0,1 0 1,-1 0-1,0 1 0,1-1 1,-1 0-1,1 0 1,0 0-1,-1 0 0,1 0 1,0-1-1,-1 1 1,1 0-1,0 0 0,0 0 1,0 0-1,1 0 1,4 3-105,0-1 1,1 0 0,-1 0 0,1-1 0,7 2 0,9 4-488,-16-4 356,0 0 1,-1 0-1,1 0 1,-1 1-1,0 0 0,0 1 1,9 10-1,-14-15 230,1 1 0,-1-1 0,0 0 0,0 0 0,0 1 0,0-1 0,-1 0 0,1 1-1,0-1 1,0 1 0,-1-1 0,1 1 0,-1-1 0,0 1 0,1-1 0,-1 1 0,0-1 0,0 1 0,0 0 0,0-1-1,0 1 1,0-1 0,0 1 0,-1 0 0,1-1 0,-1 1 0,1-1 0,-1 1 0,1-1 0,-1 1 0,0-1 0,0 0 0,0 1-1,0-1 1,0 0 0,0 1 0,0-1 0,0 0 0,0 0 0,0 0 0,-1 0 0,1 0 0,0-1 0,-1 1 0,1 0-1,-3 0 1,-17 8 208,0-2-1,0 0 1,-41 7-1,12-3-224,48-11-616,7 0-160,0-1 0,-1 0 0,1 0 0,0-1 0,0 0 0,-1 1 0,1-2 0,-1 1 0,5-4 0,5-1-1898,30-15-7313</inkml:trace>
</inkml:ink>
</file>

<file path=ppt/ink/ink2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7"/>
    </inkml:context>
    <inkml:brush xml:id="br0">
      <inkml:brushProperty name="width" value="0.025" units="cm"/>
      <inkml:brushProperty name="height" value="0.025" units="cm"/>
    </inkml:brush>
  </inkml:definitions>
  <inkml:trace contextRef="#ctx0" brushRef="#br0">125 93 1712,'0'0'23772,"-20"11"-22472,-61 36-407,79-46-870,0 0 1,0 0 0,1 1-1,-1-1 1,1 1 0,-1-1-1,1 1 1,0 0 0,-1-1-1,1 1 1,0 0 0,0 0-1,0 0 1,0 0 0,1 0-1,-1 0 1,0 0 0,1 0-1,0 0 1,-1 0 0,1 0 0,0 1-1,0-1 1,0 0 0,0 0-1,1 0 1,-1 0 0,0 0-1,1 0 1,0 1 0,-1-1-1,1 0 1,0-1 0,0 1-1,0 0 1,0 0 0,1 0-1,-1-1 1,0 1 0,1 0-1,-1-1 1,1 1 0,-1-1-1,4 2 1,-1-1-30,1 0 1,-1 0-1,1 0 0,0 0 0,-1-1 0,1 0 0,0 0 1,0-1-1,0 1 0,0-1 0,0 0 0,0 0 1,0-1-1,0 1 0,0-1 0,0 0 0,0-1 1,-1 1-1,1-1 0,0 0 0,-1 0 0,0 0 1,1-1-1,-1 0 0,6-4 0,-4 2-25,-1 1 0,0 0 0,0-1 0,-1 0 0,1 0 0,-1-1 0,0 1 0,-1-1-1,1 0 1,-1 0 0,0 0 0,0 0 0,-1 0 0,0-1 0,0 1 0,-1-1 0,0 0 0,1-9 0,-2 10 31,0 1 0,0 0 0,-1 0 0,1 0 0,-1 0 0,0 0 0,-1 0 0,1 0 0,-1 0 1,0 1-1,0-1 0,-6-8 0,6 11-6,-1-1-1,1 0 1,-1 1 0,0 0 0,0 0 0,0 0 0,0 0-1,0 0 1,0 0 0,0 1 0,-1-1 0,1 1-1,-1 0 1,1 0 0,-1 1 0,1-1 0,-1 1-1,1-1 1,-8 1 0,4 0 56,-18 3-1236,25-2 1054,-1-1-1,0 1 1,1 0 0,-1-1-1,1 1 1,-1 0 0,1 0-1,-1-1 1,1 1 0,0 0-1,-1 0 1,1 0 0,0-1-1,0 1 1,0 0 0,-1 0-1,1 0 1,0 0 0,0 0-1,0 0 1,0-1 0,1 1-1,-1 0 1,0 0 0,0 0-1,1 1 1,0 0-248,-1 0 0,1 0 1,0 0-1,0 0 0,0 0 0,0-1 0,0 1 1,0 0-1,1-1 0,-1 1 0,1-1 0,-1 1 1,1-1-1,-1 1 0,1-1 0,0 0 0,0 0 1,-1 0-1,1 0 0,0 0 0,0-1 1,3 2-1,-3-1-176,30 12-8105</inkml:trace>
</inkml:ink>
</file>

<file path=ppt/ink/ink2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8"/>
    </inkml:context>
    <inkml:brush xml:id="br0">
      <inkml:brushProperty name="width" value="0.025" units="cm"/>
      <inkml:brushProperty name="height" value="0.025" units="cm"/>
    </inkml:brush>
  </inkml:definitions>
  <inkml:trace contextRef="#ctx0" brushRef="#br0">1 65 568,'0'0'20288,"4"10"-18099,25 72 1870,-24-71-2742,-2-23-820,0-42-751,-1 14 245,-2 38-20,0-1 0,0 1 0,1-1 0,0 1 1,-1 0-1,1-1 0,0 1 0,0 0 0,0-1 0,0 1 0,1 0 0,-1 0 0,1 0 0,-1 0 0,1 0 0,0 0 0,0 1 0,-1-1 0,1 1 0,0-1 0,4-1 0,0 1-1030,1 0 1,-1 0-1,1 0 1,-1 1-1,1 0 0,9 0 1,-6 0-1193,9-1-4464</inkml:trace>
</inkml:ink>
</file>

<file path=ppt/ink/ink2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29"/>
    </inkml:context>
    <inkml:brush xml:id="br0">
      <inkml:brushProperty name="width" value="0.025" units="cm"/>
      <inkml:brushProperty name="height" value="0.025" units="cm"/>
    </inkml:brush>
  </inkml:definitions>
  <inkml:trace contextRef="#ctx0" brushRef="#br0">112 1 3473,'0'0'21051,"-18"32"-18501,-55 108-712,70-133-1702,0 0 0,0 0 1,0 1-1,1-1 0,0 1 1,1 0-1,-1-1 1,2 1-1,-1 0 0,1 0 1,1 14-1,0 2 175,0-12-318,1 0 0,-1 0 0,2-1 1,0 1-1,0 0 0,1-1 0,0 0 1,1 0-1,1 0 0,0 0 0,0-1 1,1 0-1,0 0 0,0-1 1,1 0-1,1 0 0,0-1 0,15 12 1,-22-19-470,0 0 1,1 1-1,-1-1 1,1-1-1,-1 1 1,1 0-1,-1 0 1,1-1-1,5 1 1,0 0-3006,0-1-3283</inkml:trace>
</inkml:ink>
</file>

<file path=ppt/ink/ink2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0"/>
    </inkml:context>
    <inkml:brush xml:id="br0">
      <inkml:brushProperty name="width" value="0.025" units="cm"/>
      <inkml:brushProperty name="height" value="0.025" units="cm"/>
    </inkml:brush>
  </inkml:definitions>
  <inkml:trace contextRef="#ctx0" brushRef="#br0">1 36 1568,'0'0'22173,"167"-35"-21205,-116 35-712,-6 6-256,19 10-480,-12-3-1848,-14-7-3970</inkml:trace>
</inkml:ink>
</file>

<file path=ppt/ink/ink2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1"/>
    </inkml:context>
    <inkml:brush xml:id="br0">
      <inkml:brushProperty name="width" value="0.025" units="cm"/>
      <inkml:brushProperty name="height" value="0.025" units="cm"/>
    </inkml:brush>
  </inkml:definitions>
  <inkml:trace contextRef="#ctx0" brushRef="#br0">1 57 2865,'0'0'16587,"19"0"-15035,3 1-1264,135 0 1388,-156-1-1674,1 0 1,0 0 0,-1 0 0,1 0-1,0-1 1,-1 1 0,1-1 0,0 1 0,-1-1-1,1 0 1,-1 1 0,1-1 0,-1 0-1,1 0 1,-1 0 0,0 0 0,0 0-1,1-1 1,-1 1 0,0 0 0,0-1 0,0 1-1,0 0 1,0-1 0,0 1 0,-1-1-1,1 0 1,-1 1 0,1-1 0,-1 1 0,1-1-1,-1 0 1,0 1 0,0-1 0,1 0-1,-1 0 1,-1-2 0,1 3-2,0 0 1,-1 1-1,1-1 0,-1 0 1,1 0-1,0 1 1,-1-1-1,1 0 0,-1 1 1,0-1-1,1 1 1,-1-1-1,0 1 0,1-1 1,-1 1-1,0-1 1,1 1-1,-1-1 0,0 1 1,0 0-1,0 0 0,1-1 1,-1 1-1,0 0 1,0 0-1,0 0 0,1 0 1,-1 0-1,0 0 1,-1 0-1,-36 0 449,27 0-128,-7-1 78,12 1-194,1 0-1,0 0 1,-1 0-1,1 0 1,0 1-1,-8 1 1,12-1-181,-1-1-1,1 1 1,0-1-1,0 1 0,0 0 1,0 0-1,-1 0 1,1-1-1,0 1 1,0 0-1,1 0 1,-1 1-1,0-1 1,0 0-1,0 0 1,1 0-1,-1 0 1,0 1-1,1-1 1,-1 0-1,1 1 1,0-1-1,-1 0 1,1 1-1,0-1 1,0 0-1,0 1 1,0-1-1,0 2 1,0 7 55,0-8-166,-1 1 0,1-1 0,-1 1 0,1 0 0,0-1 0,0 1 0,0-1 0,1 1 0,-1 0 0,1-1 0,-1 1 0,1-1 0,0 1 0,0-1 0,0 1 0,0-1 0,0 0 0,1 1 0,-1-1 0,1 0 0,-1 0 0,1 0 0,0 0 0,0 0 0,0-1 0,0 1 0,0-1 0,0 1 0,1-1 0,-1 0 0,0 1 0,1-1 0,-1 0 0,4 0 0,54 16-3599,-24-8-1277,4 3-4586</inkml:trace>
</inkml:ink>
</file>

<file path=ppt/ink/ink2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2"/>
    </inkml:context>
    <inkml:brush xml:id="br0">
      <inkml:brushProperty name="width" value="0.025" units="cm"/>
      <inkml:brushProperty name="height" value="0.025" units="cm"/>
    </inkml:brush>
  </inkml:definitions>
  <inkml:trace contextRef="#ctx0" brushRef="#br0">168 464 1424,'0'0'21254,"-25"-6"-19898,-74-15-281,62 15 393,32 6-1118,4 0-165,1 1-157,0 0 0,0 0 0,-1 0 0,1 0-1,0 0 1,0 0 0,0 0 0,0 0 0,1 0-1,-1 0 1,0 0 0,0 0 0,1 0 0,-1 0-1,0 0 1,1 0 0,-1-1 0,1 2 0,2 1-30,0-1 0,0 0 1,0 0-1,1 0 1,-1 0-1,0-1 1,1 1-1,-1-1 1,1 0-1,0 0 1,-1 0-1,1-1 0,0 1 1,6-1-1,62-1-569,-57 0 393,-6 0 32,-1-1-1,1 0 1,0 0-1,-1-1 1,1-1-1,-1 1 1,0-1-1,0-1 1,0 1-1,-1-1 1,0-1-1,0 1 1,0-1-1,-1 0 1,7-8-1,8-10-403,-2 0 0,33-54 0,-40 60 682,-1 0 1,-1-1-1,-1-1 0,-1 1 0,0-2 1,-2 1-1,0-1 0,-1 1 0,-1-2 1,-2 1-1,2-25 0,-4 46-71,-1-1-1,1 1 1,0 0-1,0-1 1,0 1-1,0 0 0,-1 0 1,1-1-1,0 1 1,0 0-1,0 0 1,-1 0-1,1-1 1,0 1-1,0 0 1,-1 0-1,1 0 0,0 0 1,-1-1-1,1 1 1,0 0-1,-1 0 1,1 0-1,0 0 1,0 0-1,-1 0 1,1 0-1,0 0 0,-1 0 1,1 0-1,0 0 1,-1 0-1,1 0 1,0 0-1,-1 0 1,1 0-1,0 1 1,0-1-1,-1 0 1,1 0-1,-15 6 546,11-2-437,-1 0 0,1 1 1,0-1-1,1 1 0,-1 0 0,1 0 1,0 1-1,0-1 0,0 0 0,1 1 1,0 0-1,0 0 0,-1 8 0,-15 86 832,17-90-866,-4 50 244,3 68 1,2-81-445,0-43-38,0-1-1,0 1 0,0 0 1,1 0-1,-1-1 1,1 1-1,0 0 0,0-1 1,0 1-1,1-1 0,-1 1 1,1-1-1,-1 0 0,1 0 1,0 0-1,1 0 0,-1 0 1,0 0-1,1 0 0,0-1 1,3 4-1,2-2-1116,0 0 1,0 0-1,0-1 1,0 0-1,1 0 0,-1-1 1,16 2-1,9 1-8502</inkml:trace>
</inkml:ink>
</file>

<file path=ppt/ink/ink2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3"/>
    </inkml:context>
    <inkml:brush xml:id="br0">
      <inkml:brushProperty name="width" value="0.025" units="cm"/>
      <inkml:brushProperty name="height" value="0.025" units="cm"/>
    </inkml:brush>
  </inkml:definitions>
  <inkml:trace contextRef="#ctx0" brushRef="#br0">45 1 2865,'0'0'26591,"-2"25"-25608,-9 191 63,15-106-1164,-1-1-4099,-3-108 3971,-1-1-1,1 1 1,-1 0 0,1-1-1,-1 1 1,1-1 0,-1 1 0,1-1-1,-1 1 1,1-1 0,-1 1 0,0-1-1,1 1 1,-1-1 0,0 0 0,1 1-1,-1-1 1,0 0 0,0 0 0,1 0-1,-1 1 1,0-1 0,0 0 0,1 0-1,-1 0 1,0 0 0,0 0-1,0 0 1,1 0 0,-1-1 0,0 1-1,0 0 1,1 0 0,-1-1 0,0 1-1,1 0 1,-2-1 0,-11-5-6264</inkml:trace>
</inkml:ink>
</file>

<file path=ppt/ink/ink2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4"/>
    </inkml:context>
    <inkml:brush xml:id="br0">
      <inkml:brushProperty name="width" value="0.025" units="cm"/>
      <inkml:brushProperty name="height" value="0.025" units="cm"/>
    </inkml:brush>
  </inkml:definitions>
  <inkml:trace contextRef="#ctx0" brushRef="#br0">0 62 2961,'0'0'20653,"25"-10"-19064,78-33-582,-99 41-938,-1 1 0,1 0 0,-1 0 0,1 0 0,-1 0 0,1 0 0,-1 1 0,1-1 0,0 1 0,-1 0 0,1 0 0,-1 1-1,1-1 1,0 1 0,-1-1 0,1 1 0,-1 0 0,1 1 0,-1-1 0,0 0 0,1 1 0,-1 0 0,0 0 0,0 0 0,0 0 0,0 0 0,-1 1 0,1-1 0,3 6 0,-3-4-11,-1 0-1,1 0 0,-1 0 1,0 1-1,0-1 0,-1 1 1,0-1-1,1 1 0,-1 0 1,-1-1-1,1 1 1,-1 0-1,0 0 0,0-1 1,0 1-1,-1 0 0,-1 7 1,2-11-47,-1 0 0,0 0 0,1 0 1,-1 0-1,0 0 0,0 0 1,0 0-1,0 0 0,0 0 0,0 0 1,0-1-1,0 1 0,0 0 0,0-1 1,0 1-1,0-1 0,-1 1 1,1-1-1,0 0 0,0 1 0,0-1 1,-1 0-1,-1 0 0,-33 2 76,30-3-59,-64 1-986,70 0 722,0-1-1,0 0 0,0 1 0,0-1 0,-1 0 0,1 1 0,0-1 0,0 0 0,0 1 0,1-1 0,-1 0 0,0 0 0,0 1 0,0-1 0,0 0 0,1 1 0,-1-1 0,0 0 0,1 1 0,-1-1 0,0 1 0,1-1 1,-1 1-1,1-1 0,-1 0 0,1 1 0,-1 0 0,1-1 0,-1 1 0,2-1 0,21-11-5200,8 5-1742</inkml:trace>
</inkml:ink>
</file>

<file path=ppt/ink/ink2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5"/>
    </inkml:context>
    <inkml:brush xml:id="br0">
      <inkml:brushProperty name="width" value="0.025" units="cm"/>
      <inkml:brushProperty name="height" value="0.025" units="cm"/>
    </inkml:brush>
  </inkml:definitions>
  <inkml:trace contextRef="#ctx0" brushRef="#br0">213 53 2473,'0'0'15610,"0"-9"-13151,0 7-2370,0 1 0,0-1 0,0 1 0,0-1 1,0 1-1,0-1 0,0 1 0,0-1 0,-1 1 0,1-1 1,-1 1-1,1-1 0,-1 1 0,0-1 0,1 1 0,-1 0 0,0 0 1,0-1-1,0 1 0,0 0 0,0 0 0,0 0 0,0 0 1,-1 0-1,1 0 0,0 0 0,0 0 0,-1 0 0,1 1 1,-1-1-1,-1 0 0,-6-1 394,-1 1 0,0 0 0,1 1 0,-1 0 1,-11 2-1,19-2-421,-5 0 130,0 1-1,0 0 1,0 0-1,0 0 1,0 1-1,1 0 1,-1 1-1,0-1 1,-10 8-1,14-9-165,0 1-1,1 0 1,-1 1 0,1-1-1,-1 0 1,1 1-1,0-1 1,0 1 0,0-1-1,0 1 1,1 0-1,-1 0 1,1 0-1,-1 0 1,1 0 0,0 1-1,0-1 1,1 0-1,-1 0 1,1 1 0,-1 5-1,1-7-39,0 0 0,0 0 0,0 0-1,0 0 1,0 0 0,0 0 0,1 0 0,-1 0-1,0 0 1,1 0 0,0 0 0,0 0 0,-1 0-1,1 0 1,0-1 0,0 1 0,1 0 0,-1-1-1,0 1 1,1-1 0,-1 1 0,0-1 0,1 1 0,2 0-1,1 0-59,0 0-1,0-1 0,0 1 0,1-2 0,-1 1 0,0 0 1,1-1-1,8 0 0,-11 0 55,6 0-200,0 0-1,1-1 0,-1 0 0,16-3 1,-22 3 192,0 0 1,-1 0-1,1 0 1,-1 0-1,0-1 1,1 1 0,-1-1-1,0 1 1,0-1-1,0 0 1,0 0-1,0 0 1,0 0-1,-1 0 1,1 0 0,-1 0-1,1-1 1,-1 1-1,0 0 1,0-1-1,1-3 1,4-8 766,-2 20 286,8 19-1545,-10-22 210,0 0 1,1-1-1,-1 1 0,1-1 0,0 0 1,0 0-1,0 0 0,0 0 0,4 2 1,18 7-5094,-5-6-1970</inkml:trace>
</inkml:ink>
</file>

<file path=ppt/ink/ink2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6"/>
    </inkml:context>
    <inkml:brush xml:id="br0">
      <inkml:brushProperty name="width" value="0.025" units="cm"/>
      <inkml:brushProperty name="height" value="0.025" units="cm"/>
    </inkml:brush>
  </inkml:definitions>
  <inkml:trace contextRef="#ctx0" brushRef="#br0">16 186 2801,'0'0'23079,"-3"15"-22152,-8 44-329,11-58-584,0 0 1,0-1 0,-1 1-1,1 0 1,0 0 0,0 0 0,0-1-1,0 1 1,0 0 0,0 0 0,0 0-1,0-1 1,0 1 0,0 0 0,1 0-1,-1 0 1,0-1 0,1 1-1,-1 0 1,0 0 0,1-1 0,-1 1-1,1 0 1,-1-1 0,1 1 0,-1-1-1,1 1 1,0-1 0,-1 1-1,1-1 1,-1 1 0,3 0 0,-3-1-10,1 0-1,-1 0 1,1-1 0,-1 1 0,1 0 0,0 0 0,-1-1 0,1 1 0,-1 0-1,1-1 1,-1 1 0,0 0 0,1-1 0,-1 1 0,1-1 0,-1 1 0,0-1 0,1 1-1,-1-1 1,0 1 0,1-1 0,-1 1 0,0-1 0,0 1 0,0-1 0,0 1-1,1-1 1,-1 0 0,0 1 0,0-1 0,0 1 0,0-1 0,0 0 0,0-215-1898,0 214 1738,0 0 0,0 0-1,0 1 1,0-1 0,0 0 0,1 0-1,-1 1 1,1-1 0,-1 0 0,1 1-1,0-1 1,0 0 0,-1 1-1,1-1 1,0 1 0,0 0 0,1-1-1,-1 1 1,0 0 0,0-1 0,1 1-1,-1 0 1,1 0 0,1-1 0,27-9-6374,-17 8 2089</inkml:trace>
</inkml:ink>
</file>

<file path=ppt/ink/ink2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7"/>
    </inkml:context>
    <inkml:brush xml:id="br0">
      <inkml:brushProperty name="width" value="0.025" units="cm"/>
      <inkml:brushProperty name="height" value="0.025" units="cm"/>
    </inkml:brush>
  </inkml:definitions>
  <inkml:trace contextRef="#ctx0" brushRef="#br0">108 0 1320,'0'0'26902,"-17"26"-25683,-52 85-538,66-105-648,0-1 0,0 1 0,1 0-1,0 0 1,0-1 0,0 1 0,1 1-1,-1-1 1,1 0 0,1 0 0,0 0-1,-1 1 1,2-1 0,1 12 0,0 9 20,-2 85-1362,1-111 1155,-1 0 0,1 0 0,-1 0-1,1-1 1,0 1 0,0 0 0,-1 0 0,1-1-1,0 1 1,0-1 0,0 1 0,0 0-1,0-1 1,0 0 0,0 1 0,0-1 0,0 0-1,0 1 1,0-1 0,0 0 0,0 0-1,0 0 1,0 0 0,0 0 0,0 0 0,0 0-1,0 0 1,2-1 0,31-1-4124,-34 2 4210,21-5-5813</inkml:trace>
</inkml:ink>
</file>

<file path=ppt/ink/ink2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8"/>
    </inkml:context>
    <inkml:brush xml:id="br0">
      <inkml:brushProperty name="width" value="0.025" units="cm"/>
      <inkml:brushProperty name="height" value="0.025" units="cm"/>
    </inkml:brush>
  </inkml:definitions>
  <inkml:trace contextRef="#ctx0" brushRef="#br0">1 1 1840,'0'0'22373,"205"9"-21357,-147 1-616,-7-1-400,-6-5-64,-6 5-1576,-20 1-3353,-6-7-6970</inkml:trace>
</inkml:ink>
</file>

<file path=ppt/ink/ink2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39"/>
    </inkml:context>
    <inkml:brush xml:id="br0">
      <inkml:brushProperty name="width" value="0.025" units="cm"/>
      <inkml:brushProperty name="height" value="0.025" units="cm"/>
    </inkml:brush>
  </inkml:definitions>
  <inkml:trace contextRef="#ctx0" brushRef="#br0">341 0 16684,'0'0'11506,"-225"203"-12690,174-152-2817,-13-13-4633</inkml:trace>
</inkml:ink>
</file>

<file path=ppt/ink/ink2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0"/>
    </inkml:context>
    <inkml:brush xml:id="br0">
      <inkml:brushProperty name="width" value="0.025" units="cm"/>
      <inkml:brushProperty name="height" value="0.025" units="cm"/>
    </inkml:brush>
  </inkml:definitions>
  <inkml:trace contextRef="#ctx0" brushRef="#br0">410 38 1176,'0'0'20447,"-18"-7"-19404,8 4-888,-2-3 80,-1 2 1,0-1-1,0 2 1,0 0 0,0 0-1,0 1 1,-1 1-1,1 0 1,0 1 0,-15 2-1,14 1-18,0 2-1,0-1 1,0 2 0,1 0-1,0 0 1,0 1 0,0 1-1,1 0 1,0 1-1,-15 14 1,21-18-194,0 1 1,1 0-1,-1 0 0,1 0 0,1 1 0,-1 0 1,1 0-1,0 0 0,1 0 0,-1 1 0,2 0 1,-1-1-1,1 1 0,0 0 0,0 0 1,1 0-1,1 0 0,-1 0 0,2 15 0,-1-22-50,0 1 0,1 0 0,-1 0 0,0-1 0,1 1 0,0-1 0,-1 1 0,1 0 0,0-1 0,0 1 0,0-1-1,0 1 1,0-1 0,0 0 0,0 0 0,1 1 0,-1-1 0,0 0 0,1 0 0,-1 0 0,1 0 0,1 0 0,0 1-27,1-1 0,0 0 1,0 0-1,-1 0 0,1-1 1,0 1-1,0-1 0,0 0 1,7-1-1,-3 1-44,0-2-1,1 1 0,-1-1 1,0-1-1,0 1 0,0-2 1,0 1-1,13-8 0,9-13-138,0-1-1,-2-2 0,-1 0 1,35-47-1,-52 66 1528,-8 18 629,0 6-1789,0-6-20,1-1-1,0 1 1,1-1 0,0 0-1,0 0 1,1-1-1,0 1 1,7 8-1,-9-14-402,0 0 0,1 1 0,-1-1 0,1 0 0,0-1 0,-1 1 0,9 3 0,-7-4-779,0 0 1,0 0-1,0-1 0,0 0 0,0 0 1,0 0-1,0 0 0,5-1 1,3 0-8671</inkml:trace>
</inkml:ink>
</file>

<file path=ppt/ink/ink2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1"/>
    </inkml:context>
    <inkml:brush xml:id="br0">
      <inkml:brushProperty name="width" value="0.025" units="cm"/>
      <inkml:brushProperty name="height" value="0.025" units="cm"/>
    </inkml:brush>
  </inkml:definitions>
  <inkml:trace contextRef="#ctx0" brushRef="#br0">0 1 2801</inkml:trace>
</inkml:ink>
</file>

<file path=ppt/ink/ink2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2"/>
    </inkml:context>
    <inkml:brush xml:id="br0">
      <inkml:brushProperty name="width" value="0.025" units="cm"/>
      <inkml:brushProperty name="height" value="0.025" units="cm"/>
    </inkml:brush>
  </inkml:definitions>
  <inkml:trace contextRef="#ctx0" brushRef="#br0">0 1 2801,'166'29'2664,"-133"-23"9971,-33-3-9855,0 41 2265,0 27-2589,1-70-2451,-1 0 1,1 0 0,-1 0-1,1 0 1,0 0 0,-1 0-1,1 0 1,0 0 0,0 0-1,-1-1 1,1 1-1,0 0 1,0 0 0,0-1-1,0 1 1,0-1 0,0 1-1,0-1 1,0 1 0,0-1-1,0 0 1,1 1 0,-1-1-1,0 0 1,0 0-1,0 0 1,0 0 0,0 0-1,1 0 1,-1 0 0,0 0-1,0-1 1,0 1 0,0 0-1,2-1 1,46-12-64,-22-1-212,0-1-1,-1-1 1,-1-1-1,33-30 1,-56 45 275,5-5 199,-9 9 193,-13 20 509,13-17-922,1 0 1,0 0-1,0 0 0,1 0 0,-1 0 0,1 0 0,0 0 1,2 7-1,-2-9-74,0-1 0,1 0 1,-1 1-1,1-1 0,0 1 0,0-1 0,0 0 1,0 1-1,0-1 0,0 0 0,1 0 1,-1 0-1,1 0 0,-1 0 0,1 0 0,0 0 1,0-1-1,0 1 0,2 1 0,15 5-2315,1 0 0,31 7 1,-11-4-5335</inkml:trace>
</inkml:ink>
</file>

<file path=ppt/ink/ink2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3"/>
    </inkml:context>
    <inkml:brush xml:id="br0">
      <inkml:brushProperty name="width" value="0.025" units="cm"/>
      <inkml:brushProperty name="height" value="0.025" units="cm"/>
    </inkml:brush>
  </inkml:definitions>
  <inkml:trace contextRef="#ctx0" brushRef="#br0">279 594 8490,'0'0'15862,"-31"-4"-14521,-98-8-283,125 11-995,0 1-1,-1 0 1,1 0-1,0 0 1,0 1-1,0-1 1,0 1-1,0 0 1,0 0-1,0 1 1,0-1-1,0 1 1,0-1-1,1 1 1,-1 1-1,1-1 1,-1 0-1,1 1 1,0 0-1,0-1 1,0 1-1,0 1 1,1-1-1,-3 4 1,-2 1 40,-8 29 166,15-37-271,-1 1-1,1 0 1,0 0 0,-1 0 0,1 0 0,0-1-1,-1 1 1,1 0 0,0 0 0,0 0 0,0 0-1,0 0 1,0 0 0,0 0 0,0 0 0,0 0 0,0 0-1,1-1 1,-1 1 0,0 0 0,1 0 0,-1 0-1,0 0 1,1 0 0,-1-1 0,1 1 0,-1 0-1,1 0 1,0-1 0,-1 1 0,1 0 0,0-1 0,-1 1-1,1-1 1,0 1 0,1 0 0,19 0-145,0-1 1,0-1-1,0-1 0,0-1 1,-1-1-1,1 0 0,-1-2 1,0 0-1,29-14 1,18-12-1082,83-55 1,-121 69 686,-1-1 1,0-2 0,-2 0-1,0-2 1,-2-1-1,37-45 1,-49 53 474,-1 0 1,-1-1-1,-1 0 0,0-1 1,-1 0-1,-1 0 1,-1-1-1,0 0 1,-2 0-1,0 0 0,-1-1 1,1-36-1,-4 53 179,0 1 0,0-1 0,0 1-1,0-1 1,-1 1 0,1-1-1,-1 1 1,1-1 0,-1 1 0,0-1-1,0 1 1,0 0 0,0 0 0,0-1-1,0 1 1,-1 0 0,1 0 0,-1 0-1,0 0 1,1 1 0,-1-1 0,0 0-1,0 1 1,0-1 0,-4-1 0,1 1 90,1 1 1,-1 0-1,1 0 1,-1 1-1,1-1 1,-1 1-1,1 0 1,-1 0-1,0 0 1,1 1-1,-1 0 1,1 0-1,-1 0 1,-5 2-1,0 2-1,1-1 0,-1 1 0,1 1 0,1-1 0,-1 1 0,1 1 0,0 0 0,0 0 0,1 1 0,0-1 0,0 2 0,1-1 0,0 1 0,0 0 0,-4 10 0,-8 17 241,2 0 0,-19 65 0,27-71-413,1 1-1,1 0 0,2 0 1,1 0-1,2 0 0,0 1 1,9 57-1,-7-81-168,1-1 1,0 0-1,0 0 0,0 0 1,1 0-1,0-1 0,1 1 1,0-1-1,0 0 0,0 0 1,0 0-1,1 0 0,0-1 1,1 0-1,9 8 1,-4-5-825,1 0 0,0-1 1,0-1-1,1 0 0,0 0 1,0-1-1,16 3 0,30 4-7870</inkml:trace>
</inkml:ink>
</file>

<file path=ppt/ink/ink2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4"/>
    </inkml:context>
    <inkml:brush xml:id="br0">
      <inkml:brushProperty name="width" value="0.025" units="cm"/>
      <inkml:brushProperty name="height" value="0.025" units="cm"/>
    </inkml:brush>
  </inkml:definitions>
  <inkml:trace contextRef="#ctx0" brushRef="#br0">1 180 1120,'0'0'17601,"22"-26"-16712,72-81-544,-91 104-334,0-1 0,-1 1 0,1 0 0,0 0 0,1 0 0,-1 0 0,0 0 0,1 1 0,0 0 0,-1-1 0,1 1 0,0 1 0,0-1 0,7-2 0,6-1 429,-16 4 315,-15 4 1510,10 0-2089,1-1 0,-1 1 0,0 0 0,1 0 0,-1 1 0,1-1 0,0 1-1,0 0 1,1-1 0,-1 1 0,1 0 0,0 1 0,0-1 0,0 0 0,0 1 0,1-1 0,-2 7 0,2-8-170,1 0 1,-1 0-1,0 0 0,1 0 0,0 1 0,0-1 0,0 0 1,0 0-1,0 0 0,1 0 0,-1 0 0,1 0 0,0 0 1,0 0-1,0 0 0,0 0 0,1 0 0,-1-1 0,1 1 1,0 0-1,-1-1 0,1 1 0,0-1 0,1 0 0,-1 0 1,4 3-1,0-1-275,0-1 0,1 0 0,-1 0 1,1-1-1,-1 0 0,1 0 0,0 0 0,13 0 1,30 0-8298,-25-2-2162</inkml:trace>
</inkml:ink>
</file>

<file path=ppt/ink/ink2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5"/>
    </inkml:context>
    <inkml:brush xml:id="br0">
      <inkml:brushProperty name="width" value="0.025" units="cm"/>
      <inkml:brushProperty name="height" value="0.025" units="cm"/>
    </inkml:brush>
  </inkml:definitions>
  <inkml:trace contextRef="#ctx0" brushRef="#br0">65 1 5353,'0'0'16860,"-64"125"-18405,64-87-2792,0-2-6441</inkml:trace>
</inkml:ink>
</file>

<file path=ppt/ink/ink2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6"/>
    </inkml:context>
    <inkml:brush xml:id="br0">
      <inkml:brushProperty name="width" value="0.025" units="cm"/>
      <inkml:brushProperty name="height" value="0.025" units="cm"/>
    </inkml:brush>
  </inkml:definitions>
  <inkml:trace contextRef="#ctx0" brushRef="#br0">1 38 960,'0'0'21245,"4"-1"-19686,-3 0-1458,1 1 0,0 0 1,-1-1-1,1 1 0,-1 0 0,1 0 1,0 1-1,-1-1 0,1 0 0,-1 0 1,1 1-1,-1-1 0,1 1 0,-1-1 1,1 1-1,-1 0 0,1-1 1,-1 1-1,0 0 0,2 2 0,24 27 1424,-25-26-1466,0 0 1,1 0 0,0-1 0,0 0 0,0 1 0,0-1 0,1 0 0,-1 0 0,1-1 0,-1 1 0,8 3 0,-9-6-72,0 1 0,1-1 0,-1 0 0,1 1 0,-1-1 0,1 0 0,-1 0-1,1-1 1,-1 1 0,0-1 0,1 1 0,-1-1 0,0 0 0,1 1 0,-1-1 0,0 0 0,0-1 0,3-1 0,37-31-1020,-27 20 717,62-43-80,-76 57 457,-1 0 1,0 0-1,0-1 1,1 1-1,-1 0 1,0 0-1,1 0 0,-1-1 1,0 1-1,1 0 1,-1 0-1,0 0 1,1 0-1,-1 0 1,0 0-1,1 0 0,-1-1 1,0 1-1,1 0 1,-1 0-1,0 0 1,1 1-1,-1-1 0,1 0 1,-1 0-1,0 0 1,1 0-1,-1 0 1,0 0-1,1 0 1,-1 1-1,0-1 0,1 0 1,-1 0-1,0 0 1,0 1-1,1-1 1,-1 0-1,0 0 1,0 1-1,1-1 0,-1 0 1,0 1-1,0-1 1,0 0-1,0 1 1,1-1-1,-1 0 0,0 1 1,0-1-1,0 0 1,0 1-1,8 26 228,-6-18 20,0-4-419,-1-1-1,1 1 1,1 0 0,-1-1 0,1 0 0,-1 1-1,1-1 1,1 0 0,-1-1 0,0 1 0,1-1-1,0 1 1,0-1 0,0 0 0,0 0 0,7 3-1,-5-4-1192,1 1-1,-1-2 1,1 1 0,0-1-1,0 0 1,-1 0-1,12-1 1,13 0-9196</inkml:trace>
</inkml:ink>
</file>

<file path=ppt/ink/ink2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7"/>
    </inkml:context>
    <inkml:brush xml:id="br0">
      <inkml:brushProperty name="width" value="0.025" units="cm"/>
      <inkml:brushProperty name="height" value="0.025" units="cm"/>
    </inkml:brush>
  </inkml:definitions>
  <inkml:trace contextRef="#ctx0" brushRef="#br0">263 5 5033,'0'0'17513,"-28"-1"-14858,-88-2-826,108 2-1633,-1 1 1,1 1-1,0-1 0,0 2 1,0-1-1,0 1 1,0 0-1,-14 6 0,20-7-186,0-1 0,1 1 1,-1 0-1,1 0 0,-1 0 0,1 0 0,0 0 0,-1 1 0,1-1 0,0 0 0,0 1 0,0-1 0,0 0 1,0 1-1,0 0 0,0-1 0,0 1 0,0-1 0,1 1 0,-1 0 0,1 0 0,-1-1 0,1 1 0,0 0 1,0 0-1,0-1 0,0 1 0,0 0 0,0 0 0,0 0 0,0-1 0,2 4 0,-1-3-42,0 0-1,0 0 1,1 0-1,-1 0 1,1 0-1,-1 0 1,1 0-1,0 0 1,0-1-1,0 1 1,0-1 0,0 1-1,0-1 1,0 0-1,0 0 1,3 1-1,46 16-516,-34-12 215,1 0-73,35 14-433,-50-18 760,1-1 0,-1 1 0,0 0 0,0 0 0,0 0 0,-1 0-1,1 0 1,0 1 0,-1-1 0,1 1 0,-1-1 0,2 5 0,-3-7 82,-1 1 1,0-1-1,0 1 1,0-1-1,1 1 1,-1-1-1,0 1 1,0-1-1,0 1 1,0 0-1,0-1 1,0 1 0,0-1-1,0 1 1,0 0-1,0-1 1,0 1-1,-1-1 1,1 1-1,0-1 1,0 1-1,0-1 1,-1 1-1,1-1 1,0 1-1,-1-1 1,1 1-1,0-1 1,-1 1-1,1-1 1,-1 0-1,1 1 1,-1-1-1,1 0 1,0 1-1,-1-1 1,0 0 0,0 1-1,-23 6 357,22-7-325,-61 8 738,48-7-673,-1 0 0,0 1 1,1 1-1,-1 1 1,-26 9-1,41-13-543,9 0-947,80-2-5853,-36-12 347</inkml:trace>
</inkml:ink>
</file>

<file path=ppt/ink/ink2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8"/>
    </inkml:context>
    <inkml:brush xml:id="br0">
      <inkml:brushProperty name="width" value="0.025" units="cm"/>
      <inkml:brushProperty name="height" value="0.025" units="cm"/>
    </inkml:brush>
  </inkml:definitions>
  <inkml:trace contextRef="#ctx0" brushRef="#br0">0 0 2681</inkml:trace>
</inkml:ink>
</file>

<file path=ppt/ink/ink2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49"/>
    </inkml:context>
    <inkml:brush xml:id="br0">
      <inkml:brushProperty name="width" value="0.025" units="cm"/>
      <inkml:brushProperty name="height" value="0.025" units="cm"/>
    </inkml:brush>
  </inkml:definitions>
  <inkml:trace contextRef="#ctx0" brushRef="#br0">0 16 2681,'123'90'1190,"-102"-77"1537,-14-14 2045,-10-8 5328,6 9-8310,45 1 160,67-2-1388,-115 1-571,1 0 1,0 0-1,0 0 0,0 0 0,-1 0 0,1 0 0,0 0 1,0 0-1,0 0 0,-1-1 0,1 1 0,0 0 1,0 0-1,-1-1 0,1 1 0,0-1 0,-1 1 1,1-1-1,0 1 0,-1-1 0,1 1 0,-1-1 0,1 1 1,-1-1-1,1 0 0,-1 1 0,1-1 0,-1 0 1,1 1-1,-1-1 0,0 0 0,0 0 0,1 1 0,-1-1 1,0 0-1,0 0 0,0 0 0,0 1 0,0-1 1,0 0-1,0 0 0,0 0 0,0 1 0,0-1 1,0 0-1,-1 0 0,1 0 0,-1 0 0,0-2-2,0 1 0,0 0-1,0-1 1,-1 1 0,1 0 0,-1 0-1,0 0 1,0 0 0,0 0 0,0 0-1,0 0 1,0 1 0,-4-3 0,-17-9 12,14 7 88,-1 1 0,1 0 0,-1 1 0,0 0-1,0 0 1,0 1 0,0 0 0,-15-2 0,24 6-55,0 0 0,1 0 0,-1 0 0,0 0 0,1 0 0,-1 0 0,1 0 0,-1 0 0,1 0-1,0 0 1,-1 0 0,1 0 0,0 0 0,0 0 0,-1 0 0,1 0 0,0 0 0,0 1 0,0-1 0,1 2 0,-1 37 368,0-29-275,1-6-169,-1 0 1,1 0-1,0 0 0,0 0 1,0 0-1,0 0 1,1 0-1,0 0 1,0 0-1,1-1 0,-1 1 1,1-1-1,0 0 1,0 0-1,0 0 0,1 0 1,-1 0-1,1-1 1,0 1-1,8 4 0,-3-2-828,0-1-1,1 0 0,0 0 0,0-1 0,1 0 0,-1-1 0,1 0 0,20 3 1,8-5-4778</inkml:trace>
</inkml:ink>
</file>

<file path=ppt/ink/ink2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0"/>
    </inkml:context>
    <inkml:brush xml:id="br0">
      <inkml:brushProperty name="width" value="0.025" units="cm"/>
      <inkml:brushProperty name="height" value="0.025" units="cm"/>
    </inkml:brush>
  </inkml:definitions>
  <inkml:trace contextRef="#ctx0" brushRef="#br0">0 78 2721,'0'0'25224,"12"22"-24424,3 7-607,-4-6-39,1-1 1,15 22-1,-45-142 251,17 91-409,0 0 1,1 0-1,-1 0 0,1 0 0,1 0 0,-1 0 0,1 0 0,1 0 1,-1 0-1,4-7 0,-4 11-111,1 1 0,-1-1 0,1 1 0,0 0 0,0 0 0,0-1 0,0 1 0,1 1 0,-1-1 0,0 0 0,1 0 0,0 1 0,-1 0 0,1-1 1,0 1-1,-1 0 0,1 0 0,0 0 0,0 1 0,0-1 0,0 1 0,0 0 0,0 0 0,0 0 0,5 0 0,15 0-4888,-8 0-2815</inkml:trace>
</inkml:ink>
</file>

<file path=ppt/ink/ink2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1"/>
    </inkml:context>
    <inkml:brush xml:id="br0">
      <inkml:brushProperty name="width" value="0.025" units="cm"/>
      <inkml:brushProperty name="height" value="0.025" units="cm"/>
    </inkml:brush>
  </inkml:definitions>
  <inkml:trace contextRef="#ctx0" brushRef="#br0">69 1 1464,'0'0'24982,"-10"29"-22939,-33 95-582,39-109-1206,0 0 0,2 0 0,-1 0 0,2 0 0,0 0 0,1 0-1,3 29 1,-1-16-60,1-9-326,0 1-1,1-1 0,1 1 1,0-1-1,2-1 0,9 20 1,-15-37-107,-1-1 0,0 1 0,1-1 1,-1 0-1,1 1 0,-1-1 0,1 1 1,0-1-1,-1 0 0,1 0 0,-1 1 1,1-1-1,-1 0 0,1 0 0,0 0 1,-1 0-1,1 0 0,0 0 0,-1 1 0,1-1 1,-1-1-1,1 1 0,0 0 0,-1 0 1,2 0-1,2 0-3721,3 0-3856</inkml:trace>
</inkml:ink>
</file>

<file path=ppt/ink/ink2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2"/>
    </inkml:context>
    <inkml:brush xml:id="br0">
      <inkml:brushProperty name="width" value="0.025" units="cm"/>
      <inkml:brushProperty name="height" value="0.025" units="cm"/>
    </inkml:brush>
  </inkml:definitions>
  <inkml:trace contextRef="#ctx0" brushRef="#br0">1 1 2457,'0'0'16339,"186"0"-13858,-135 0-761,-6 0-1112,0 0-608,-26 0-312,7 10-2169</inkml:trace>
</inkml:ink>
</file>

<file path=ppt/ink/ink2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3"/>
    </inkml:context>
    <inkml:brush xml:id="br0">
      <inkml:brushProperty name="width" value="0.025" units="cm"/>
      <inkml:brushProperty name="height" value="0.025" units="cm"/>
    </inkml:brush>
  </inkml:definitions>
  <inkml:trace contextRef="#ctx0" brushRef="#br0">33 174 3521,'0'0'18452,"-5"-3"-16656,-16-7-488,20 10-1273,1 0-1,0 0 0,-1 0 0,1 0 1,0-1-1,0 1 0,-1 0 0,1 0 1,0 0-1,0 0 0,0 0 0,-1 0 1,1-1-1,0 1 0,0 0 0,-1 0 1,1 0-1,0-1 0,0 1 0,0 0 1,0 0-1,-1 0 0,1-1 0,0 1 1,0 0-1,0 0 0,0-1 0,0 1 1,0 0-1,0 0 0,0-1 1,0 1-1,0 0 0,0-1 0,0 1 1,0 0-1,0 0 0,0-1 0,0 1 1,0 0-1,0 0 0,0-1 0,0 1 1,0 0-1,0 0 0,1-1 0,-1 1 1,0 0-1,0 0 0,0-1 0,0 1 1,1 0-1,-1 0 0,0 0 0,0 0 1,0-1-1,1 1 0,-1 0 0,0 0 1,1 0-1,14-8-84,-13 8 197,48-21 167,-9 5-277,-1-2 0,-1-1 0,59-40 0,-86 52-37,-17 7 81,4 0-80,1 0 1,-1 0-1,0-1 1,1 1-1,-1 0 1,1 0-1,-1 0 1,0 0-1,1 0 1,-1 0-1,0 1 0,1-1 1,-1 0-1,0 0 1,1 0-1,-1 0 1,1 1-1,-1-1 1,0 0-1,1 1 1,-1-1-1,1 0 1,-1 1-1,1-1 1,-1 1-1,1-1 1,0 1-1,-1-1 0,1 1 1,-1-1-1,1 1 1,0-1-1,-1 1 1,1 0-1,0-1 1,0 1-1,0-1 1,-1 1-1,1 0 1,0-1-1,0 2 1,-2 2 19,1 0 1,-1 0-1,1 1 1,0-1-1,0 0 1,1 1-1,-1-1 1,1 0 0,0 1-1,0-1 1,1 1-1,-1-1 1,1 1-1,0-1 1,0 0-1,0 0 1,1 1 0,-1-1-1,1 0 1,0 0-1,0 0 1,1-1-1,-1 1 1,1 0-1,0-1 1,0 0 0,0 0-1,0 0 1,0 0-1,5 3 1,1-1-291,0 0 1,1 0 0,0-1 0,0 0-1,0-1 1,0 0 0,0-1 0,1 0-1,-1 0 1,1-1 0,15-1-1,18-1-3726,-10-4-1940</inkml:trace>
</inkml:ink>
</file>

<file path=ppt/ink/ink2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4"/>
    </inkml:context>
    <inkml:brush xml:id="br0">
      <inkml:brushProperty name="width" value="0.025" units="cm"/>
      <inkml:brushProperty name="height" value="0.025" units="cm"/>
    </inkml:brush>
  </inkml:definitions>
  <inkml:trace contextRef="#ctx0" brushRef="#br0">1 0 13675,'0'0'8930,"45"109"-16596,-32-89-6513</inkml:trace>
</inkml:ink>
</file>

<file path=ppt/ink/ink2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5"/>
    </inkml:context>
    <inkml:brush xml:id="br0">
      <inkml:brushProperty name="width" value="0.025" units="cm"/>
      <inkml:brushProperty name="height" value="0.025" units="cm"/>
    </inkml:brush>
  </inkml:definitions>
  <inkml:trace contextRef="#ctx0" brushRef="#br0">1 7 3217,'0'0'21702,"5"9"-20222,41 68 490,-45-76-1962,-1 0 0,1 1 0,0-1 0,-1 0 0,1 0-1,0 1 1,0-1 0,0 0 0,0 0 0,0 0 0,0 0 0,0 0 0,0-1 0,1 1 0,-1 0 0,0 0 0,0-1 0,1 1 0,-1-1 0,0 1 0,1-1 0,-1 0 0,1 1 0,-1-1 0,1 0 0,-1 0 0,0 0 0,1 0 0,-1 0 0,1 0 0,-1 0-1,1-1 1,-1 1 0,0-1 0,1 1 0,-1-1 0,0 1 0,1-1 0,-1 1 0,2-2 0,8-5-116,0 0 0,0 0 0,17-17 0,-5 6-206,59-26-18,-81 43 589,-2 18 548,-4 1-466,-3 26-53,8-43-300,0 0 0,0 0 0,0 0 0,0 0 0,0 0 0,0 0 0,0 0 0,1 0 0,-1 0 0,0 0 0,1 0 0,-1 0 0,1 0 0,-1 0 0,1 0 0,0 0 0,-1 0 0,1-1 0,0 1 0,-1 0 0,1 0 0,0-1 0,0 1 0,0-1 0,0 1 0,0-1 0,-1 1 0,1-1 0,0 1 0,0-1 0,0 0 0,0 1 0,0-1 0,1 0-1,0 0 1,73 4-3010,-25-9-3001,-10-9-3051</inkml:trace>
</inkml:ink>
</file>

<file path=ppt/ink/ink2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6"/>
    </inkml:context>
    <inkml:brush xml:id="br0">
      <inkml:brushProperty name="width" value="0.025" units="cm"/>
      <inkml:brushProperty name="height" value="0.025" units="cm"/>
    </inkml:brush>
  </inkml:definitions>
  <inkml:trace contextRef="#ctx0" brushRef="#br0">77 1 2665,'0'0'23461,"-77"183"-21389,77-132-824,0-3-528,0 0-480,13-6-159,6-4-81,1-9-113,-7-6-351,-1-7-472,1-10-720,-32-6-18372</inkml:trace>
</inkml:ink>
</file>

<file path=ppt/ink/ink2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7"/>
    </inkml:context>
    <inkml:brush xml:id="br0">
      <inkml:brushProperty name="width" value="0.025" units="cm"/>
      <inkml:brushProperty name="height" value="0.025" units="cm"/>
    </inkml:brush>
  </inkml:definitions>
  <inkml:trace contextRef="#ctx0" brushRef="#br0">1 44 2577,'0'0'20441,"26"-2"-19267,-10 2-1042,31-2 215,1 2-1,51 6 1,-22-2-202,-76-4-98,-7 30 20,3-23-72,0 0 0,1 0 0,0 0 0,0 0 0,1 0 0,0 0 0,0 1 0,1-1 0,0 0 1,0 1-1,1-1 0,1 8 0,-1-13 2,0 0 0,0 0 0,0-1 0,0 1 0,1 0-1,-1-1 1,0 1 0,1-1 0,-1 1 0,1-1 0,0 0 0,0 1 0,-1-1 0,1 0 0,0 0 0,0 0 0,0-1 0,0 1 0,0 0 0,0-1 0,0 1 0,4-1-1,51 7 1,-49-7 1,-1 1-2,0 0 1,0-1 0,0 0-1,0-1 1,1 1-1,-1-1 1,0-1 0,10-2-1,-14 2 2,-1 1 0,0 0-1,0-1 1,0 1 0,0-1-1,0 0 1,-1 0 0,1 0-1,0 0 1,-1 0 0,0 0-1,1 0 1,-1 0 0,0-1-1,0 1 1,0-1 0,0 1-1,-1 0 1,1-1 0,0 1-1,-1-1 1,0 1 0,0-1-1,0 0 1,0 1 0,0-4-1,0-2 2,0-2 1,0 0-1,-1 0 0,1 0 1,-2 0-1,-2-13 1,2 20 21,1-1 0,-1 0 1,0 1-1,0 0 1,0-1-1,0 1 1,-1 0-1,1 0 1,-1 0-1,0 0 1,0 1-1,0-1 1,0 1-1,0 0 0,0 0 1,-1 0-1,-3-2 1,-9-6-61,21 5-1433,33 6-3682,-21 0 2474,15-1-5960</inkml:trace>
</inkml:ink>
</file>

<file path=ppt/ink/ink2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8"/>
    </inkml:context>
    <inkml:brush xml:id="br0">
      <inkml:brushProperty name="width" value="0.025" units="cm"/>
      <inkml:brushProperty name="height" value="0.025" units="cm"/>
    </inkml:brush>
  </inkml:definitions>
  <inkml:trace contextRef="#ctx0" brushRef="#br0">116 0 16107,'0'0'12963,"-102"180"-11803,89-129-511,13-9-313,0-7-288,0-3-48,0-9-376,0-7-569,0-4-447</inkml:trace>
</inkml:ink>
</file>

<file path=ppt/ink/ink2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59"/>
    </inkml:context>
    <inkml:brush xml:id="br0">
      <inkml:brushProperty name="width" value="0.025" units="cm"/>
      <inkml:brushProperty name="height" value="0.025" units="cm"/>
    </inkml:brush>
  </inkml:definitions>
  <inkml:trace contextRef="#ctx0" brushRef="#br0">0 385 7946,'0'0'6401,"35"-7"-2811,1-1-2792,198-35 3321,-193 37-3531,275-49 1348,-252 40-1961,-1-2 0,113-47 0,-160 56-128,1 0 1,-2-1 0,1 0-1,17-16 1,-29 22 124,0 0 0,0-1 0,0 0 0,-1 0 1,1 0-1,-1 0 0,0 0 0,0-1 0,-1 1 0,1-1 1,-1 0-1,0 0 0,0 0 0,-1 0 0,0 0 0,0 0 1,0-1-1,0-5 0,-1 10 46,-1-1 0,0 1 0,0 0 1,1 0-1,-1 0 0,0-1 0,0 1 0,0 0 1,-1 0-1,1 0 0,0 1 0,0-1 0,0 0 0,-1 0 1,1 1-1,0-1 0,-1 1 0,1-1 0,0 1 1,-1-1-1,1 1 0,-1 0 0,1 0 0,-1 0 1,1 0-1,-1 0 0,1 0 0,-1 0 0,-1 1 1,-55 0 631,53 0-555,-5 0 53,0 1 0,1 1 0,-1 0 0,1 0 0,0 0 0,0 1 0,0 1 0,0 0 0,1 0 0,0 0 0,0 1 1,0 0-1,0 1 0,-10 12 0,-2 4 170,0 1 0,2 1 1,-21 37-1,5 0-233,3 1 0,2 2 0,-36 121 0,65-185-101,0-1 0,0 0-1,0 1 1,0-1 0,0 0 0,0 1 0,0-1-1,0 0 1,0 1 0,0-1 0,0 0 0,0 1-1,0-1 1,0 0 0,1 1 0,-1-1 0,0 0-1,0 1 1,0-1 0,0 0 0,1 0 0,-1 1 0,0-1-1,0 0 1,1 0 0,-1 1 0,0-1 0,0 0-1,1 0 1,-1 0 0,0 0 0,1 1 0,-1-1-1,0 0 1,1 0 0,-1 0 0,1 0 0,20 2-113,21-8 126,-25 0-69,1-2-1,-1 0 1,-1-2 0,1 1-1,-1-2 1,-1 0 0,27-26-1,-37 32 100,0 2 321,-5 5 117,-1 19-429,2-18-237,0 0 0,0 0-1,0 0 1,0 0-1,0 0 1,0 0 0,1 0-1,0 0 1,-1-1-1,1 1 1,0 0-1,0-1 1,1 0 0,-1 1-1,0-1 1,1 0-1,4 3 1,0-1-1328,0-1 0,0 0-1,1-1 1,-1 1 0,1-1 0,9 1 0,8 1-6988</inkml:trace>
</inkml:ink>
</file>

<file path=ppt/ink/ink2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0"/>
    </inkml:context>
    <inkml:brush xml:id="br0">
      <inkml:brushProperty name="width" value="0.025" units="cm"/>
      <inkml:brushProperty name="height" value="0.025" units="cm"/>
    </inkml:brush>
  </inkml:definitions>
  <inkml:trace contextRef="#ctx0" brushRef="#br0">42 74 4457,'0'0'18058,"10"3"-17368,5 2-737,0 0 0,0-1 0,1-1 0,-1-1 0,1 0 0,-1-1 0,28-1 0,-42-1 4,-1 0 0,1 1 0,0-1 0,0 0 0,-1 0 0,1 0 0,0 0 0,-1 0 0,1 0 0,-1 0 0,1 0 1,-1 0-1,1 0 0,-1 0 0,0 0 0,0 0 0,0 0 0,1 0 0,-1 0 0,0-1 0,0 1 0,0 0 0,-1 0 0,1 0 0,0 0 0,-1-2 0,1 0 28,0-1 0,-1 1 0,1 0 0,-1 0 0,0 0 0,0 0-1,0 0 1,0 0 0,-2-3 0,-1 2 62,0 1 0,0 0-1,0 0 1,0 1 0,-1-1 0,1 1 0,-1 0-1,1 0 1,-1 0 0,0 1 0,0-1 0,0 1-1,-6-1 1,-69-2 2128,77 4-2039,1 0-52,-1 0 0,1 1 0,0-1 0,0 1 0,0 0 1,-1-1-1,1 1 0,0 0 0,0 0 0,0 0 0,1 0 0,-1 1 0,0-1 0,0 0 1,0 1-1,1-1 0,-1 1 0,1 0 0,0 0 0,-1-1 0,1 1 0,0 0 0,0 0 0,0 0 1,0 0-1,0 0 0,1 1 0,-1-1 0,0 0 0,1 0 0,0 0 0,0 1 0,-1-1 1,1 0-1,1 3 0,-2 1-31,1 0 0,1-1 0,-1 1 0,1-1 0,0 1 0,0-1 0,0 1 0,1-1 0,0 0 0,0 0 0,0 0 0,1 0 0,5 9 0,-1-7-199,0 0 0,0-1 0,0 0 0,1 0 0,0-1 0,0 0 0,0 0 0,17 6 0,3-1-1812,44 9 1,-60-17 1218,47 12-4999</inkml:trace>
</inkml:ink>
</file>

<file path=ppt/ink/ink2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1"/>
    </inkml:context>
    <inkml:brush xml:id="br0">
      <inkml:brushProperty name="width" value="0.025" units="cm"/>
      <inkml:brushProperty name="height" value="0.025" units="cm"/>
    </inkml:brush>
  </inkml:definitions>
  <inkml:trace contextRef="#ctx0" brushRef="#br0">243 30 3201,'0'0'19032,"-29"-5"-16244,-91-16-599,114 20-1977,-1 0 1,0 0-1,0 1 1,1 0-1,-1 0 1,-12 2-1,17-1-185,0-1 0,0 1 0,1-1-1,-1 1 1,0-1 0,1 1 0,-1 0 0,1 0-1,-1 0 1,1 0 0,-1 0 0,1 0 0,0 0-1,-1 1 1,1-1 0,0 0 0,-1 3 0,1-2-56,0 0 0,1 1 0,0-1 0,-1 0 0,1 1 0,0-1 0,0 0 0,0 1 1,0-1-1,1 0 0,-1 1 0,1-1 0,-1 0 0,1 0 0,0 1 0,0-1 0,0 0 0,0 0 1,0 0-1,0 0 0,1 0 0,-1 0 0,1-1 0,-1 1 0,1 0 0,3 2 0,34 27-709,16 14 227,-53-43 461,1 0 0,-1 1-1,0-1 1,1 1-1,-1 0 1,-1 0-1,1 0 1,0 0-1,-1 0 1,0 0-1,1 0 1,-1 1-1,0-1 1,-1 0-1,2 6 1,-3-7 54,1-1 0,0 1 0,-1 0 0,1-1 0,-1 1 0,1 0 0,-1-1 0,0 1 0,0-1 0,0 1 0,0-1 0,0 0 0,0 1 0,0-1 0,0 0 0,0 0 1,-1 0-1,1 0 0,0 0 0,-1 0 0,1 0 0,-1 0 0,1 0 0,-1-1 0,0 1 0,-1 0 0,-54 13 401,35-10-223,21-4-196,-27 8 440,19-3-1465,23-3-3938,12-2-499,10-3-2353</inkml:trace>
</inkml:ink>
</file>

<file path=ppt/ink/ink2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2"/>
    </inkml:context>
    <inkml:brush xml:id="br0">
      <inkml:brushProperty name="width" value="0.025" units="cm"/>
      <inkml:brushProperty name="height" value="0.025" units="cm"/>
    </inkml:brush>
  </inkml:definitions>
  <inkml:trace contextRef="#ctx0" brushRef="#br0">139 29 1424,'0'0'24272,"-23"8"-22857,-67 31-569,89-38-820,-1 0 0,0 1 1,0-1-1,0 0 0,1 1 1,-1-1-1,1 1 0,-1 0 1,1 0-1,0-1 0,-1 1 1,1 0-1,0 0 0,0 0 1,0 0-1,1 1 1,-1-1-1,0 0 0,1 0 1,0 0-1,-1 1 0,1-1 1,0 0-1,0 0 0,1 5 1,-1-4-13,0 0 1,1 1 0,0-1-1,0 1 1,0-1 0,0 0 0,1 0-1,-1 0 1,1 1 0,0-1-1,3 4 1,-2-4-39,0 0-1,0-1 0,0 1 1,1-1-1,-1 0 1,1 0-1,-1 0 0,1 0 1,0-1-1,0 0 0,0 1 1,-1-1-1,1-1 1,0 1-1,1 0 0,-1-1 1,0 0-1,0 0 1,0 0-1,0-1 0,0 1 1,0-1-1,7-2 1,-5 1-71,0-1 1,0 1 0,0-1 0,-1 0-1,1-1 1,-1 1 0,0-1 0,0 0-1,0 0 1,-1-1 0,1 1 0,-1-1-1,0 0 1,4-8 0,-3 7 27,-1-1 0,0 1 0,-1-1 0,0 0 0,0 0 0,0 0 0,-1 0 0,0-1 0,-1 1 0,0-1 0,0 1 0,0-1 0,-1 1 0,0-12 1,-2 18 78,0-1 0,0 1 0,0 0 1,0 0-1,0 0 0,0 0 1,0 0-1,0 0 0,-1 1 1,1-1-1,0 1 0,0-1 1,-1 1-1,1 0 0,0 0 0,-5 0 1,-39 3-940,44 14-6049,2-9-178</inkml:trace>
</inkml:ink>
</file>

<file path=ppt/ink/ink2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3"/>
    </inkml:context>
    <inkml:brush xml:id="br0">
      <inkml:brushProperty name="width" value="0.025" units="cm"/>
      <inkml:brushProperty name="height" value="0.025" units="cm"/>
    </inkml:brush>
  </inkml:definitions>
  <inkml:trace contextRef="#ctx0" brushRef="#br0">21 167 1856,'0'0'24384,"-2"14"-23965,-3 65-263,-2-151-528,4 55 328,1 0 0,1 0 1,0 0-1,3-28 0,-1 42-5,0 0-1,-1 0 1,1 1-1,0-1 1,0 0-1,1 0 1,-1 1-1,1-1 1,-1 1-1,1-1 0,0 1 1,0 0-1,0 0 1,0 0-1,0 0 1,0 0-1,0 0 1,1 0-1,-1 1 1,1-1-1,5-1 1,3-1-991,1 0 0,-1 1 0,1 0 1,12-1-1,-16 3-247,11-2-3535</inkml:trace>
</inkml:ink>
</file>

<file path=ppt/ink/ink2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4"/>
    </inkml:context>
    <inkml:brush xml:id="br0">
      <inkml:brushProperty name="width" value="0.025" units="cm"/>
      <inkml:brushProperty name="height" value="0.025" units="cm"/>
    </inkml:brush>
  </inkml:definitions>
  <inkml:trace contextRef="#ctx0" brushRef="#br0">81 1 16540,'0'0'8140,"-11"24"-5566,-32 83-760,36-88-1615,2 1 0,0 0 0,2 0 1,0 0-1,1 0 0,1 0 1,3 37-1,-1-8-134,-1-44-96,-1 0 1,1-1-1,1 1 1,-1-1-1,0 1 1,1-1-1,0 1 1,0-1-1,1 0 1,-1 1-1,1-1 1,0 0-1,0 0 1,0 0-1,1 0 1,-1 0-1,5 4 1,-2-4-169,-1-2 1,1 1-1,0-1 1,0 1 0,0-1-1,0-1 1,0 1-1,0-1 1,0 0 0,0 0-1,1 0 1,-1-1 0,0 0-1,9 0 1,-3 0-823,0-1 0,0 1 0,0-2 0,16-3 0,-22 3 48,0 0 0,-1 1 0,1-2 0,0 1 0,-1 0 0,1-1-1,4-4 1,12-15-10306</inkml:trace>
</inkml:ink>
</file>

<file path=ppt/ink/ink2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5"/>
    </inkml:context>
    <inkml:brush xml:id="br0">
      <inkml:brushProperty name="width" value="0.025" units="cm"/>
      <inkml:brushProperty name="height" value="0.025" units="cm"/>
    </inkml:brush>
  </inkml:definitions>
  <inkml:trace contextRef="#ctx0" brushRef="#br0">1 1 2785,'0'0'12938,"192"9"-11313,-127-5-377,-1-1-952,-13 3-296,0-6-1320,-12 0-3217,-7 0-6322,-13-6 9339</inkml:trace>
</inkml:ink>
</file>

<file path=ppt/ink/ink2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6"/>
    </inkml:context>
    <inkml:brush xml:id="br0">
      <inkml:brushProperty name="width" value="0.025" units="cm"/>
      <inkml:brushProperty name="height" value="0.025" units="cm"/>
    </inkml:brush>
  </inkml:definitions>
  <inkml:trace contextRef="#ctx0" brushRef="#br0">1 92 2369,'0'0'15826,"18"-13"-10573,47 13-938,30 0-4179,-93-3-310,-1 0 0,0 0 0,0 0 0,0-1 0,0 1 0,0 0 0,-1-1 0,1 1 0,-1 0 0,0-1 0,0 1-1,0 0 1,0-1 0,-1 1 0,1 0 0,-1-1 0,0 1 0,0 0 0,0 0 0,-3-4 0,2 6 210,-1 0 0,0 0 0,0 0-1,1 0 1,-1 1 0,0-1 0,0 1 0,0 0 0,0 0 0,0 0 0,1 0 0,-1 0-1,0 1 1,0-1 0,0 1 0,0 0 0,1 0 0,-1 0 0,0 0 0,1 0 0,-1 0 0,1 1-1,-1-1 1,1 1 0,0 0 0,0 0 0,0 0 0,0 0 0,0 0 0,0 0 0,0 1-1,1-1 1,-1 1 0,-2 4 0,3-2-70,-1 0 1,1 0-1,-1 0 0,2 0 0,-1 0 1,0 0-1,1 0 0,0 0 0,0 0 1,0 0-1,1 0 0,0 1 1,0-1-1,0 0 0,3 6 0,-3-8-383,1 1-1,0-1 0,0 0 0,0 1 1,1-1-1,-1 0 0,1-1 0,0 1 1,0 0-1,0-1 0,0 1 1,0-1-1,4 2 0,19 8-5051</inkml:trace>
</inkml:ink>
</file>

<file path=ppt/ink/ink2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7"/>
    </inkml:context>
    <inkml:brush xml:id="br0">
      <inkml:brushProperty name="width" value="0.025" units="cm"/>
      <inkml:brushProperty name="height" value="0.025" units="cm"/>
    </inkml:brush>
  </inkml:definitions>
  <inkml:trace contextRef="#ctx0" brushRef="#br0">212 552 1672,'0'0'15957,"-2"-14"-13106,-7-45-617,8 57-2128,1 1-1,0 0 1,-1-1-1,1 1 1,-1 0-1,1-1 1,-1 1-1,0 0 1,1 0-1,-1 0 1,0-1-1,0 1 0,0 0 1,0 0-1,0 0 1,0 0-1,0 1 1,0-1-1,0 0 1,-1 0-1,1 1 1,0-1-1,0 1 1,-1-1-1,1 1 1,-2-1-1,-33 1 922,25 1-628,-13-2 55,15 0-299,1 0 0,-1 1-1,0 1 1,0 0 0,-16 3 0,23-4-151,0 1 0,0 0 1,0 0-1,0 0 0,1 0 1,-1 0-1,0 0 0,0 0 1,1 1-1,-1-1 0,1 1 1,-1-1-1,1 1 0,0 0 1,-1-1-1,1 1 0,0 0 1,0 0-1,0 0 0,1 0 1,-1 0-1,0 0 0,1 0 1,-1 0-1,1 0 0,0 0 0,-1 0 1,1 0-1,0 0 0,1 3 1,-1-4-13,1 1 1,-1 0-1,1 0 1,-1-1-1,1 1 1,0-1-1,0 1 1,0 0-1,0-1 1,0 0-1,0 1 1,0-1-1,1 0 1,-1 1-1,0-1 0,1 0 1,-1 0-1,1 0 1,-1 0-1,1 0 1,0-1-1,-1 1 1,1 0-1,0-1 1,0 1-1,-1-1 1,1 0-1,0 1 1,0-1-1,-1 0 1,3 0-1,71 2-484,-60-3 323,3 0-21,0 0 0,0-2-1,0 0 1,0-1 0,-1-1-1,32-13 1,-13 2-730,69-43 0,-75 37 534,-1 0 1,-1-2-1,-2-1 1,0-1-1,-1-1 1,-2-1 0,0-1-1,-2-2 1,-2 0-1,30-63 1,-45 87 733,-1 0 0,0 0 0,0-1 0,-1 1 0,0-1-1,0 1 1,0-13 0,-22 18 2409,13 3-2536,1 0 0,-1 0 0,0 1 1,1 0-1,-1 0 0,1 0 0,0 1 0,-1 0 0,1 0 1,1 1-1,-1 0 0,0 0 0,1 0 0,0 0 1,0 1-1,0 0 0,1 0 0,-7 9 0,-4 7 198,1 1 0,0 0 0,-15 37 0,17-30-183,1 1 0,1 0 0,2 0 0,1 1 0,-4 47-1,3 157-2566,8-182 288</inkml:trace>
</inkml:ink>
</file>

<file path=ppt/ink/ink2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8"/>
    </inkml:context>
    <inkml:brush xml:id="br0">
      <inkml:brushProperty name="width" value="0.025" units="cm"/>
      <inkml:brushProperty name="height" value="0.025" units="cm"/>
    </inkml:brush>
  </inkml:definitions>
  <inkml:trace contextRef="#ctx0" brushRef="#br0">0 57 3233,'0'0'1653,"8"-30"4630,-7 29-6010,1 0-1,-1 0 1,1-1-1,0 1 1,0 0 0,0 0-1,0 1 1,0-1 0,0 0-1,0 1 1,0-1-1,0 1 1,0-1 0,0 1-1,0 0 1,4 0-1,-5-4 6680,-1-4-3580,0 6-2054,0 12-529,2 58-500,4 0 1,2-1-1,4 0 1,30 101-1,-30-116-2308,-11-31-5899</inkml:trace>
</inkml:ink>
</file>

<file path=ppt/ink/ink2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69"/>
    </inkml:context>
    <inkml:brush xml:id="br0">
      <inkml:brushProperty name="width" value="0.025" units="cm"/>
      <inkml:brushProperty name="height" value="0.025" units="cm"/>
    </inkml:brush>
  </inkml:definitions>
  <inkml:trace contextRef="#ctx0" brushRef="#br0">0 164 3345,'0'0'16217,"30"-24"-14376,96-74-488,-121 94-1257,-1 1 0,1-1 0,0 1 0,0-1 0,0 2 1,0-1-1,1 0 0,-1 1 0,1 0 0,-1 0 1,1 1-1,0 0 0,0 0 0,9-1 0,1 1 131,57-2 1008,-76 20-892,-2-10-243,0 0 1,0 0-1,-1 0 0,1-1 0,-1 0 1,-1 0-1,1 0 0,-1-1 1,0 0-1,-15 8 0,11-8-43,0 1 1,0-1-1,0-1 0,-1 0 0,0 0 0,0-1 0,-14 1 0,-4-3 434,22-1-1247,20 0-3930,12 0 290,1 0-1673</inkml:trace>
</inkml:ink>
</file>

<file path=ppt/ink/ink2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70"/>
    </inkml:context>
    <inkml:brush xml:id="br0">
      <inkml:brushProperty name="width" value="0.025" units="cm"/>
      <inkml:brushProperty name="height" value="0.025" units="cm"/>
    </inkml:brush>
  </inkml:definitions>
  <inkml:trace contextRef="#ctx0" brushRef="#br0">316 36 936,'0'0'18232,"-28"-6"-15789,-89-18-560,105 22-1253,-1 0-1,0 1 1,0 1-1,-16 0 1,24 1-452,1-1 1,-1 1-1,1 0 1,-1 0-1,1 0 1,0 1-1,-1 0 1,1 0-1,0 0 0,-5 3 1,6-1-126,-1-1 0,1 1 0,0 0 0,0 0-1,0 0 1,0 0 0,1 1 0,0-1 0,-1 1 0,2 0 0,-1-1 0,1 1 0,-1 0-1,1 0 1,1 0 0,-1 0 0,1 0 0,-1 0 0,2 0 0,-1 5 0,0-9-60,0 0 0,0 1 1,1-1-1,-1 0 1,0 0-1,0 0 0,1 0 1,-1 1-1,0-1 1,1 0-1,-1 0 0,1 0 1,0 0-1,-1 0 0,1 0 1,0 0-1,0 0 1,-1-1-1,1 1 0,0 0 1,0 0-1,0-1 1,0 1-1,2 1 0,0-1-24,0 0 0,0 0 0,0 0-1,0 0 1,0-1 0,1 1 0,-1-1-1,0 0 1,5 0 0,-3 0-21,1-1 0,-1 1 0,1-1 0,-1 0-1,0-1 1,1 1 0,-1-1 0,0 0 0,0-1 0,0 1 0,6-5 0,35-49 741,-46 63-709,0-1-1,0 1 1,1 0-1,0 0 1,0 0-1,1 0 1,0 0 0,0-1-1,0 1 1,5 8-1,-4-11-211,0 0 1,0 0-1,0-1 0,1 1 0,-1-1 1,1 0-1,0 0 0,0 0 0,0 0 1,0-1-1,1 1 0,-1-1 0,1 0 1,-1-1-1,1 1 0,7 1 0,35 3-3770,-15-5-1476,-4-1-3746</inkml:trace>
</inkml:ink>
</file>

<file path=ppt/ink/ink2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71"/>
    </inkml:context>
    <inkml:brush xml:id="br0">
      <inkml:brushProperty name="width" value="0.025" units="cm"/>
      <inkml:brushProperty name="height" value="0.025" units="cm"/>
    </inkml:brush>
  </inkml:definitions>
  <inkml:trace contextRef="#ctx0" brushRef="#br0">1 1 1400</inkml:trace>
</inkml:ink>
</file>

<file path=ppt/ink/ink2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72"/>
    </inkml:context>
    <inkml:brush xml:id="br0">
      <inkml:brushProperty name="width" value="0.025" units="cm"/>
      <inkml:brushProperty name="height" value="0.025" units="cm"/>
    </inkml:brush>
  </inkml:definitions>
  <inkml:trace contextRef="#ctx0" brushRef="#br0">1 97 1400,'171'45'2374,"-145"-36"6045,-21-5-5980,-14-3-929,8 1-1049,-1 0 0,1 0 0,-1 0 0,1 0 1,0 0-1,-1 0 0,1 0 0,0 1 0,1-1 0,-1 0 0,0 1 0,1-1 0,-1 0 0,1 1 1,-1 3-1,2 43 2374,0-28-1784,1-13-716,0-10-28,0-16-190,-16-34-121,10 41-9,0 0 1,2 1 0,-1-1 0,1 0 0,0-17-1,1 21-46,2 0 0,-1 0 0,1 0 0,0 0 1,0 0-1,1 0 0,-1 0 0,2 0 0,5-12 0,-6 16-112,0 0 0,0 1 0,0-1 0,0 1 0,1-1 0,-1 1 0,1 0 0,-1 0 0,1 0 0,0 0 0,0 0 0,0 1 0,0-1 0,0 1 0,0 0 0,1 0 0,-1 0 0,0 1 0,1-1 0,-1 1 0,0-1 0,1 1 0,4 0 0,-7 0-57,0 0 0,0 1-1,0-1 1,1 0 0,-1 0 0,0 0-1,0 1 1,0-1 0,0 1-1,1-1 1,-1 1 0,0-1 0,0 1-1,0 0 1,0-1 0,0 1-1,0 0 1,-1 0 0,1 0-1,0-1 1,1 3 0,6 10-4829</inkml:trace>
</inkml:ink>
</file>

<file path=ppt/ink/ink2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73"/>
    </inkml:context>
    <inkml:brush xml:id="br0">
      <inkml:brushProperty name="width" value="0.025" units="cm"/>
      <inkml:brushProperty name="height" value="0.025" units="cm"/>
    </inkml:brush>
  </inkml:definitions>
  <inkml:trace contextRef="#ctx0" brushRef="#br0">120 1 13451,'0'0'14016,"-19"28"-12825,-58 90-595,74-114-571,0 0 0,1-1-1,0 1 1,-1 0 0,1 0-1,1 0 1,-1 1-1,1-1 1,-1 0 0,1 1-1,1-1 1,-1 1 0,0-1-1,1 1 1,0-1 0,0 1-1,1-1 1,-1 1 0,2 4-1,1 5 3,-3-8-72,1 0-1,1 0 0,-1 0 1,1 0-1,0 0 0,0-1 1,0 1-1,1-1 0,0 1 1,0-1-1,1 0 0,-1 0 1,1 0-1,0-1 0,1 1 0,-1-1 1,1 0-1,-1 0 0,1-1 1,0 0-1,8 4 0,-1-2-869,1 0-1,-1-1 0,1 0 0,0-2 0,0 1 0,1-1 1,-1-1-1,21-1 0,-7 0-5712,-6 0-4334</inkml:trace>
</inkml:ink>
</file>

<file path=ppt/ink/ink2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74"/>
    </inkml:context>
    <inkml:brush xml:id="br0">
      <inkml:brushProperty name="width" value="0.025" units="cm"/>
      <inkml:brushProperty name="height" value="0.025" units="cm"/>
    </inkml:brush>
  </inkml:definitions>
  <inkml:trace contextRef="#ctx0" brushRef="#br0">1 1 992,'0'0'23541,"186"3"-23117,-141 3-392,-7-2-32,7 5-1192,0 1-1737,-13-1-3384</inkml:trace>
</inkml:ink>
</file>

<file path=ppt/ink/ink2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3.175"/>
    </inkml:context>
    <inkml:brush xml:id="br0">
      <inkml:brushProperty name="width" value="0.025" units="cm"/>
      <inkml:brushProperty name="height" value="0.025" units="cm"/>
    </inkml:brush>
  </inkml:definitions>
  <inkml:trace contextRef="#ctx0" brushRef="#br0">20 1 11274,'0'0'21493,"-19"6"-21493,19-3 0,6-3-1264,7 4-1209,-7 2-3304</inkml:trace>
</inkml:ink>
</file>

<file path=ppt/ink/ink2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4.267"/>
    </inkml:context>
    <inkml:brush xml:id="br0">
      <inkml:brushProperty name="width" value="0.025" units="cm"/>
      <inkml:brushProperty name="height" value="0.025" units="cm"/>
    </inkml:brush>
  </inkml:definitions>
  <inkml:trace contextRef="#ctx0" brushRef="#br0">20 68 11554,'0'0'5498,"-19"-55"-5394,19 49-88,0 2-16,6 1-296</inkml:trace>
</inkml:ink>
</file>

<file path=ppt/ink/ink2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49.843"/>
    </inkml:context>
    <inkml:brush xml:id="br0">
      <inkml:brushProperty name="width" value="0.025" units="cm"/>
      <inkml:brushProperty name="height" value="0.025" units="cm"/>
      <inkml:brushProperty name="color" value="#E71224"/>
    </inkml:brush>
  </inkml:definitions>
  <inkml:trace contextRef="#ctx0" brushRef="#br0">109 2506 19808,'0'-2505'0,"-109"2722"0,218-434 0,0 434 0</inkml:trace>
</inkml:ink>
</file>

<file path=ppt/ink/ink2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5.433"/>
    </inkml:context>
    <inkml:brush xml:id="br0">
      <inkml:brushProperty name="width" value="0.025" units="cm"/>
      <inkml:brushProperty name="height" value="0.025" units="cm"/>
    </inkml:brush>
  </inkml:definitions>
  <inkml:trace contextRef="#ctx0" brushRef="#br0">0 93 2112,'0'0'8460,"0"-14"-6857,0-39-305,0 28 3629,0 729-3337,0-703-2024</inkml:trace>
</inkml:ink>
</file>

<file path=ppt/ink/ink2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6.552"/>
    </inkml:context>
    <inkml:brush xml:id="br0">
      <inkml:brushProperty name="width" value="0.025" units="cm"/>
      <inkml:brushProperty name="height" value="0.025" units="cm"/>
    </inkml:brush>
  </inkml:definitions>
  <inkml:trace contextRef="#ctx0" brushRef="#br0">52 129 1768,'0'0'4217,"-5"-5"-3758,0 0-269,0 0 349,0 0 0,0 0 0,-1 0 0,1 0 0,-9-4-1,14 9-454,-1 0-1,1 0 1,0-1-1,0 1 0,0 0 1,0 0-1,0 0 1,0 0-1,0-1 0,0 1 1,-1 0-1,1 0 1,0 0-1,0 0 0,0-1 1,0 1-1,0 0 0,0 0 1,0 0-1,0-1 1,0 1-1,0 0 0,0 0 1,0 0-1,0 0 1,0-1-1,0 1 0,1 0 1,-1 0-1,0 0 1,0 0-1,0-1 0,0 1 1,0 0-1,0 0 0,0 0 1,0 0-1,1 0 1,-1-1-1,0 1 0,0 0 1,0 0-1,0 0 1,0 0-1,1 0 0,-1 0 1,0 0-1,0 0 1,0 0-1,1-1 0,40-3 860,0 2-1,55 4 0,-19 0-723,657-49 298,-479 24-492,-135 19 1861,-108 4-405,-14 9-1401,-7 16-24,0 1 0,2 0 1,1 1-1,1 0 0,1 0 0,0 33 0,-2 7 226,-8 240 692,11-122-677,1-102-208,2-42-31,-1 1-1,-10 57 0,-2-34 55,-27-66 419,29-3-528,1 0 1,-1-1-1,1 0 0,0-1 0,0 0 1,-14-12-1,-17-9-2,19 16-3,-1 1 0,-1 1 1,1 1-1,-1 2 0,-1 0 0,1 1 0,-26-1 0,-180-1-14,172 7 14,-69 2-18,40 1 19,0-4-1,-90-13 1,170 14 2,-1-1-1,0 0 1,1-1 0,-1 0-1,1 0 1,-1 0 0,1-1 0,0-1-1,0 1 1,0-1 0,0 0-1,-6-6 1,12 10-93,1-1 0,-1 0 0,1 1-1,0-1 1,-1 0 0,1 0 0,0 0 0,0 1-1,-1-1 1,1 0 0,0 0 0,0 0 0,0 0 0,0 1-1,0-1 1,0 0 0,0 0 0,0 0 0,1 0-1,-1 1 1,0-1 0,0 0 0,1 0 0,-1 1 0,0-1-1,1 0 1,-1 0 0,1 1 0,-1-1 0,1 0-1,-1 1 1,1-1 0,-1 1 0,1-1 0,0 0-1,-1 1 1,1-1 0,0 1 0,0 0 0,-1-1 0,1 1-1,0 0 1,0-1 0,1 1 0,0-1-272,-1 0 0,1 0 1,-1 0-1,0 0 0,1 0 0,-1 0 1,0 0-1,0 0 0,1-1 0,-1 1 1,0 0-1,0-1 0,1-2 0,3-11-7367</inkml:trace>
</inkml:ink>
</file>

<file path=ppt/ink/ink2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7.065"/>
    </inkml:context>
    <inkml:brush xml:id="br0">
      <inkml:brushProperty name="width" value="0.025" units="cm"/>
      <inkml:brushProperty name="height" value="0.025" units="cm"/>
    </inkml:brush>
  </inkml:definitions>
  <inkml:trace contextRef="#ctx0" brushRef="#br0">14 36 1376,'0'0'9266,"-3"-6"-7491,-5-18-246,6 18-521,2 30 971,2 29-269,15 80 1,-9-80-1456,3 82 0,-11 49-1151,0-182 51,0-7-4706,0-9 1373</inkml:trace>
</inkml:ink>
</file>

<file path=ppt/ink/ink2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7.532"/>
    </inkml:context>
    <inkml:brush xml:id="br0">
      <inkml:brushProperty name="width" value="0.025" units="cm"/>
      <inkml:brushProperty name="height" value="0.025" units="cm"/>
    </inkml:brush>
  </inkml:definitions>
  <inkml:trace contextRef="#ctx0" brushRef="#br0">0 124 1560,'0'0'15448,"30"-3"-14803,215-10 462,-213 14-1050,-18 0-34,1-1 0,-1 0 0,0-1 0,0 0-1,0-1 1,0 0 0,0-2 0,26-8 0,-39 11-18,0 1 0,0-1 0,0 0 0,-1 0 0,1 1 0,0-1 0,0 0-1,-1 0 1,1 0 0,0 0 0,-1 0 0,1 0 0,-1 0 0,1 0 0,-1 0 0,0 0 0,1 0 0,-1 0 0,0 0 0,0 0 0,0 0 0,1 0 0,-1-1 0,0 1 0,-1 0 0,1 0 0,0 0 0,0 0 0,0 0 0,-1 0 0,1 0 0,0 0 0,-1 0 0,1 0 0,-2-2 0,0 0 2,1 0 1,-1 0-1,0 0 0,0 0 1,0 0-1,0 0 1,0 1-1,0-1 1,-6-3-1,3 3 0,0 1 0,0-1 0,-1 1 0,1 0 0,0 1 0,-1-1 0,1 1 1,-1 0-1,1 1 0,-1-1 0,0 1 0,1 0 0,-1 0 0,1 1 0,-1 0 0,1 0 0,-1 0 0,1 1 0,-11 3 0,12-3 33,0 0-1,0 1 0,1-1 1,-1 1-1,0-1 1,1 1-1,0 0 1,0 1-1,0-1 0,0 0 1,0 1-1,0 0 1,1-1-1,0 1 1,0 0-1,0 0 1,0 1-1,0-1 0,1 0 1,0 0-1,0 1 1,0-1-1,1 1 1,-1 8-1,2-3-71,-1-1 1,2 1-1,-1 0 0,2 0 1,-1-1-1,1 1 0,1-1 1,-1 0-1,2 0 0,-1 0 0,1 0 1,0-1-1,1 0 0,0 0 1,1-1-1,-1 1 0,1-1 1,1-1-1,-1 1 0,1-1 1,0 0-1,1-1 0,-1 0 1,14 5-1,-17-8-951,0 0 0,0-1 0,0 0 0,0 0 0,0-1 0,0 0 1,1 1-1,5-2 0,0 1-5017</inkml:trace>
</inkml:ink>
</file>

<file path=ppt/ink/ink2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8.168"/>
    </inkml:context>
    <inkml:brush xml:id="br0">
      <inkml:brushProperty name="width" value="0.025" units="cm"/>
      <inkml:brushProperty name="height" value="0.025" units="cm"/>
    </inkml:brush>
  </inkml:definitions>
  <inkml:trace contextRef="#ctx0" brushRef="#br0">0 48 912,'0'0'15451,"32"52"-11462,-31-49-3958,1 0-1,-1 0 1,1 0-1,-1 0 1,1 0-1,0 0 1,0-1-1,0 1 1,0-1-1,0 1 1,1-1-1,-1 0 1,1 0-1,5 4 1,-6-6-28,0 1 1,-1-1-1,1 0 1,0 1 0,0-1-1,-1 0 1,1 0-1,0 0 1,-1 0 0,1-1-1,0 1 1,-1 0-1,1-1 1,0 1-1,-1-1 1,1 0 0,0 1-1,-1-1 1,1 0-1,-1 0 1,0 0 0,1 0-1,-1 0 1,0 0-1,1-1 1,-1 1 0,0 0-1,0-1 1,0 1-1,0-1 1,1-1-1,13-18-5,26-40-12,-41 61 16,1-1-1,-1 1 0,0 0 0,0-1 1,0 1-1,0 0 0,0 0 0,1 0 1,-1-1-1,0 1 0,0 0 0,0 0 1,1 0-1,-1-1 0,0 1 0,0 0 1,1 0-1,-1 0 0,0 0 0,0 0 1,1 0-1,-1-1 0,0 1 0,0 0 1,1 0-1,-1 0 0,0 0 0,1 0 1,-1 0-1,0 0 0,0 0 0,1 0 1,-1 0-1,0 0 0,0 1 0,1-1 1,-1 0-1,0 0 0,1 0 0,-1 0 1,0 0-1,0 0 0,0 1 0,1-1 1,-1 0-1,0 0 0,0 0 0,0 1 1,1-1-1,-1 0 0,0 1 0,15 18 128,4 3-28,-16-20-97,0-1-1,0 0 1,1 0 0,-1 0-1,0 0 1,0 0-1,0-1 1,1 1-1,-1-1 1,0 0 0,1 0-1,-1-1 1,0 1-1,0 0 1,1-1-1,-1 0 1,0 0 0,0 0-1,0 0 1,6-4-1,2-1 24,-1-1-1,0-1 0,0 0 0,10-11 0,13-10 186,-32 30-158,0-1 1,-1 1-1,1 0 1,-1 0-1,1 0 1,-1 0-1,1 0 1,-1 0-1,1 0 1,-1 0-1,0 0 1,0 1-1,1-1 1,-1 0-1,0 0 1,0 0-1,0 0 1,0 0-1,0 0 1,-1 0-1,1 2 1,1 39-19,-1-38 37,-1 3-120,1-1 0,0 1 0,1-1 0,0 1 0,0-1 1,0 1-1,1-1 0,-1 0 0,5 8 0,15 9-2447,17-6-3658,-13-11-276</inkml:trace>
</inkml:ink>
</file>

<file path=ppt/ink/ink2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8.495"/>
    </inkml:context>
    <inkml:brush xml:id="br0">
      <inkml:brushProperty name="width" value="0.025" units="cm"/>
      <inkml:brushProperty name="height" value="0.025" units="cm"/>
    </inkml:brush>
  </inkml:definitions>
  <inkml:trace contextRef="#ctx0" brushRef="#br0">6 1 1272,'0'0'18232,"-1"11"-17284,-3 67 553,8 108-1,-3-100-463,-1-61-4595,0-20-1374,6-31-8507</inkml:trace>
</inkml:ink>
</file>

<file path=ppt/ink/ink2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0:58.759"/>
    </inkml:context>
    <inkml:brush xml:id="br0">
      <inkml:brushProperty name="width" value="0.025" units="cm"/>
      <inkml:brushProperty name="height" value="0.025" units="cm"/>
    </inkml:brush>
  </inkml:definitions>
  <inkml:trace contextRef="#ctx0" brushRef="#br0">44 246 1272,'0'0'3753,"6"-29"-1350,18-90-573,-3 55 649,-19 61-2129,0-1 0,0 1 0,0 0 1,0 1-1,0-1 0,1 0 0,-1 1 1,1-1-1,3-2 0,-6 5-274,1-1 0,-1 1 0,0 0 0,0 0 0,1 0 1,-1-1-1,0 1 0,0 0 0,1 0 0,-1 0 0,0 0 0,1 0 0,-1-1 0,0 1 0,1 0 0,-1 0 0,0 0 0,1 0 0,-1 0 0,0 0 0,1 0 0,-1 0 0,0 0 0,1 0 0,-1 0 0,0 1 0,1-1 0,-1 0 0,0 0 0,0 0 1,1 0-1,-1 0 0,0 1 0,1-1 0,-1 0 0,0 0 0,0 0 0,1 1 0,-1-1 0,6 18 1160,-5 26-548,-1-39-341,0 0-265,1 3 24,-1-1 1,0 1 0,-1 0 0,0 0-1,0 0 1,-4 9 0,4-15-94,0 1 0,0-1-1,0 0 1,0-1 0,-1 1 0,1 0 0,-1 0-1,1 0 1,-1-1 0,0 1 0,1-1 0,-1 0-1,0 1 1,0-1 0,0 0 0,0 0 0,0 0-1,-1 0 1,1-1 0,0 1 0,0 0 0,-1-1 0,1 0-1,0 1 1,-4-1 0,-3 1 17,0 0-10,0 0 1,0-1-1,0 1 0,0-2 1,0 1-1,-11-3 0,33 0-4276,5 3-875</inkml:trace>
</inkml:ink>
</file>

<file path=ppt/ink/ink2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00.826"/>
    </inkml:context>
    <inkml:brush xml:id="br0">
      <inkml:brushProperty name="width" value="0.025" units="cm"/>
      <inkml:brushProperty name="height" value="0.025" units="cm"/>
    </inkml:brush>
  </inkml:definitions>
  <inkml:trace contextRef="#ctx0" brushRef="#br0">143 71 3121,'0'0'6168,"0"-10"-4764,0-24-429,0 8 3902,0 40-3329,0 237 2208,-13-197-1915,14-59-1837,0 2 0,0-1-1,0 0 1,1 0-1,-1 0 1,1 1-1,0-1 1,0 0 0,1 1-1,-1 0 1,1 0-1,-1 0 1,1 0-1,0 0 1,0 0 0,0 1-1,5-3 1,-4 1-54,1 0-1,0 1 1,0 0 0,0 0 0,1 0 0,-1 1 0,1 0 0,0 0-1,-1 0 1,1 1 0,7-2 0,-10 3 18,0 0 1,0 0-1,0 1 0,0-1 1,0 1-1,-1-1 1,1 1-1,0 0 0,0 0 1,-1 0-1,1 0 1,0 1-1,-1-1 0,0 1 1,1-1-1,-1 1 0,0 0 1,0 0-1,1 0 1,-2 0-1,1 0 0,0 1 1,0-1-1,-1 0 0,1 1 1,-1 0-1,0-1 1,0 1-1,1 3 0,2 7 30,-2-1 0,0 1-1,0-1 1,-2 1-1,0 16 1,0-27 16,0-1 0,0 1 0,-1-1 0,1 1-1,-1-1 1,1 1 0,-1-1 0,1 1 0,-1-1 0,0 1 0,0-1-1,0 0 1,0 1 0,0-1 0,0 0 0,0 0 0,0 0 0,-1 0-1,1 0 1,0 0 0,0 0 0,-1 0 0,1 0 0,-1-1 0,1 1-1,-1-1 1,1 1 0,-1-1 0,-2 1 0,-57 7 326,38-7-158,-121 32 397,90-19-457,54-14-288,-1 0 0,1 0 0,0 0 0,-1-1 0,1 1 0,-1 0 0,1 0 0,0 0 0,0 0 0,-1-1 0,1 1 0,0 0 0,-1 0 0,1-1 0,0 1 0,0 0 0,-1 0 0,1-1 0,0 1 0,0 0 0,0-1 0,-1 1 0,1 0 0,0-1 0,0 1 0,0 0 0,0-1 0,0 1 0,0 0 0,0-1 0,0 1 0,0 0 0,0-1 0,0 1 0,0-1 0,0 1 0,0 0 0,0-1 0,0 1 0,0 0 0,0-1 0,0 1 0,0 0 0,1-1 0,-1 1 0,0 0 0,1-1 0,4-4-5261</inkml:trace>
</inkml:ink>
</file>

<file path=ppt/ink/ink2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01.448"/>
    </inkml:context>
    <inkml:brush xml:id="br0">
      <inkml:brushProperty name="width" value="0.025" units="cm"/>
      <inkml:brushProperty name="height" value="0.025" units="cm"/>
    </inkml:brush>
  </inkml:definitions>
  <inkml:trace contextRef="#ctx0" brushRef="#br0">1 1 1400,'0'0'10552,"0"6"-4321,6 20-4586,12-20-1402,-1-1 0,1 0 1,0-1-1,0-1 0,1-1 0,-1 0 0,0-2 0,1 0 0,22-3 0,17 1 115,-26-4-264,-28 5 840,-6 2 1609,-9 9-5346,9 0-5701,2-1 1057</inkml:trace>
</inkml:ink>
</file>

<file path=ppt/ink/ink2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35"/>
    </inkml:context>
    <inkml:brush xml:id="br0">
      <inkml:brushProperty name="width" value="0.025" units="cm"/>
      <inkml:brushProperty name="height" value="0.025" units="cm"/>
      <inkml:brushProperty name="color" value="#E71224"/>
    </inkml:brush>
  </inkml:definitions>
  <inkml:trace contextRef="#ctx0" brushRef="#br0">71 71 4185,'0'0'4449,"-70"-48"-4449,70 41-56,0 1 48,0-1-56,0 4-184</inkml:trace>
</inkml:ink>
</file>

<file path=ppt/ink/ink2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36"/>
    </inkml:context>
    <inkml:brush xml:id="br0">
      <inkml:brushProperty name="width" value="0.025" units="cm"/>
      <inkml:brushProperty name="height" value="0.025" units="cm"/>
    </inkml:brush>
  </inkml:definitions>
  <inkml:trace contextRef="#ctx0" brushRef="#br0">0 1 2801,'0'0'6076,"34"0"550,-22 0-6811,48 7 484,0-2 0,94-6 0,-31-1 110,-128 5-371,-1 1 0,1-1-1,0 1 1,1 0 0,-1 0 0,1 0 0,-1 1 0,-3 5 0,5-6 1,-19 22 49,0 2 1,3 0-1,0 2 1,2 0 0,1 0-1,-18 49 1,19-41 263,-2-1 1,-33 55-1,30-42 247,20-49 204,0-15-9632,0 5 2568</inkml:trace>
</inkml:ink>
</file>

<file path=ppt/ink/ink2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37"/>
    </inkml:context>
    <inkml:brush xml:id="br0">
      <inkml:brushProperty name="width" value="0.025" units="cm"/>
      <inkml:brushProperty name="height" value="0.025" units="cm"/>
    </inkml:brush>
  </inkml:definitions>
  <inkml:trace contextRef="#ctx0" brushRef="#br0">35 1 1280,'0'0'9336,"-6"0"-8554,6 0-1181,-22-1 3038,16 3 261,15 2-1873,24 3-595,0-2 0,0-1 0,0-2 0,0-1 0,39-4 1,2 1 209,-36 1-215,0-2 0,41-9 0,-68 10 639,-29 3 241,0 0-2512,-45 8-8396,37-5 1138</inkml:trace>
</inkml:ink>
</file>

<file path=ppt/ink/ink2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38"/>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39"/>
    </inkml:context>
    <inkml:brush xml:id="br0">
      <inkml:brushProperty name="width" value="0.025" units="cm"/>
      <inkml:brushProperty name="height" value="0.025" units="cm"/>
    </inkml:brush>
  </inkml:definitions>
  <inkml:trace contextRef="#ctx0" brushRef="#br0">45 184 3569,'0'0'11496,"3"-22"-10220,-3 14-883,8-75 131,-6 13 6207,-2 82-5992,-19 592 2615,0 101-1236,19-705-2062,0-9 53,-9-76-709,4 59-1168,-1-46-1,6-27-7129,0 54 10</inkml:trace>
</inkml:ink>
</file>

<file path=ppt/ink/ink2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0"/>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1"/>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2"/>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3"/>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4"/>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5"/>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8"/>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49"/>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50"/>
    </inkml:context>
    <inkml:brush xml:id="br0">
      <inkml:brushProperty name="width" value="0.025" units="cm"/>
      <inkml:brushProperty name="height" value="0.025" units="cm"/>
    </inkml:brush>
  </inkml:definitions>
  <inkml:trace contextRef="#ctx0" brushRef="#br0">107 11 3873,'0'0'5770,"-18"0"2783,169 10-6985,-101-5-1380,99-2 0,-140-4-196,0-1 0,0 0 0,-1 0 0,12-5 0,-13 4 212,0 0 0,0 1-1,0 0 1,0 1-1,14-2 1,-26 4-191,0 1-1,1 0 1,-1 0 0,1 0 0,0 0-1,0 1 1,-8 6 0,-17 9-15,6-3-3,0 1 0,1 1 0,1 1 0,-30 33 0,39-39 5,-52 61-7,146-72 580,-52-3-581,-20 1-13,-1 1-1,0-1 1,1 2-1,-1-1 1,16 4-1,-24-3 5,0 0-1,-1 0 1,1 0-1,0 0 1,0 0 0,-1 0-1,1 0 1,0 0-1,-1 0 1,0 1 0,1-1-1,-1 0 1,1 0-1,-1 1 1,0-1 0,0 0-1,0 0 1,0 1-1,0-1 1,0 2-1,-1 37-26,0-26 18,1-13 25,-1 0 0,0 1 0,0-1 0,0 0 0,0 1 0,0-1 0,0 0 0,0 0 0,-1 0 0,1 0 0,0 0 0,0 0 0,-1 0 0,1 0 0,-1 0 0,1-1 0,-1 1 0,-1 0 0,-41 16 4,30-12-4,-22 11 6,25-10 6,-1 0 1,1-1-1,-1-1 0,0 0 0,-1-1 1,1 0-1,0 0 0,-26 0 0,-153 13 1652,180-15-6,14 0-1551,12 2-2890,-4 6-3891,-10 3 359</inkml:trace>
</inkml:ink>
</file>

<file path=ppt/ink/ink2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13.251"/>
    </inkml:context>
    <inkml:brush xml:id="br0">
      <inkml:brushProperty name="width" value="0.025" units="cm"/>
      <inkml:brushProperty name="height" value="0.025" units="cm"/>
    </inkml:brush>
  </inkml:definitions>
  <inkml:trace contextRef="#ctx0" brushRef="#br0">71 100 2833,'0'0'3211,"6"-8"2222,-7 13-5257,0-1-1,0 0 1,0 0-1,-1 0 1,0 0-1,0 0 1,0-1-1,0 1 0,0 0 1,-1-1-1,-4 6 1,3-5-47,0 1 0,0 0 0,1 0 0,0 0-1,0 0 1,1 1 0,-1-1 0,-1 8 0,-5 125 1493,7-127-1488,-8 77 605,11-87-715,-1 0 1,1-1-1,-1 1 0,1 0 0,0-1 0,-1 1 0,1-1 0,0 1 0,0-1 0,-1 1 0,1-1 0,0 1 1,0-1-1,0 0 0,0 0 0,-1 1 0,1-1 0,0 0 0,0 0 0,0 0 0,0 0 0,0 0 0,0 0 1,1 0-1,31 1 516,-28-1-362,9 0 44,-10 1-167,0-1 1,0 0-1,1 0 0,-1 0 0,0 0 0,0 0 0,0-1 0,0 0 0,0 0 1,0 0-1,0 0 0,0-1 0,0 0 0,0 0 0,-1 0 0,1 0 0,4-4 1,55-51 408,-46 39-294,-8 9-92,-1 0 0,0 0 0,0-1 0,-1 0 0,0 0 0,0-1-1,-1 0 1,-1 0 0,8-22 0,-9 9-49,-1 1-1,-1-1 1,-1 1-1,-3-25 1,2 4 95,-39 15 97,36 27-224,0 1 0,-1-1-1,1 1 1,-1 0 0,1 0-1,-1 0 1,0 1 0,1-1 0,-1 1-1,0 0 1,1 0 0,-1 0-1,0 1 1,1-1 0,-1 1-1,0 0 1,-5 2 0,-2 2 18,1 0 0,1 0 1,-1 1-1,-11 10 0,-20 11 122,40-26-129,-1 4 98,1 1 0,-1-1 1,0 1-1,-1-1 0,1 0 1,-1 1-1,0-2 0,-1 1 1,1 0-1,-1 0 0,0-1 1,0 0-1,-9 7 0,6-4 306,7-7-386,0 0 0,0 0 0,0 1 0,0-1 0,0 0 0,0 0 0,0 0 0,0 0 0,0 1 0,0-1 0,0 0 0,0 0 0,0 0 0,0 0 0,0 0 0,1 1 0,-1-1 0,0 0 0,0 0 0,0 0 0,0 0 0,0 0 0,0 0 0,0 1 0,0-1 0,1 0 0,-1 0 0,0 0 0,0 0 0,0 0 0,0 0 0,0 0 0,1 0 0,-1 0 0,0 0 0,0 0 0,0 0 0,0 0 0,0 1 0,1-1 0,-1 0 0,0 0 0,0-1 0,0 1 0,0 0-1,1 0 1,-1 0 0,0 0 0,0 0 0,0 0 0,0 0 0,0 0 0,1 0 0,-1 0 0,0 0 0,0 0 0,0 0 0,0-1 0,4 1-5769</inkml:trace>
</inkml:ink>
</file>

<file path=ppt/ink/ink2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32.597"/>
    </inkml:context>
    <inkml:brush xml:id="br0">
      <inkml:brushProperty name="width" value="0.025" units="cm"/>
      <inkml:brushProperty name="height" value="0.025" units="cm"/>
    </inkml:brush>
  </inkml:definitions>
  <inkml:trace contextRef="#ctx0" brushRef="#br0">1 149 3105,'0'0'6141,"2"4"-5249,14 28 5423,-15-32-6182,5 30 769,-6 322-178,2-335-685,0 1 1,0 0-1,2-1 1,0 0-1,1 0 0,9 20 1,5 9 75,27 42 1,-36-69-78,0-2 1,2 0 0,0 0 0,1-1 0,19 19-1,-26-29-36,1-1 1,0 0-1,0 1 0,0-2 0,0 1 1,1-1-1,0-1 0,-1 1 0,2-1 0,-1-1 1,0 1-1,0-1 0,1-1 0,-1 0 1,13 1-1,1-1 88,-1-2 0,1 0 1,-1-1-1,1-1 0,-1-1 1,23-8-1,-11 1-78,-1-3 0,0-1 0,-1-1 0,-1-1 1,-1-2-1,0-1 0,-2-1 0,0-2 0,24-26 0,14-20-10,7-6 5,85-115 0,-119 140-7,-24 33 0,-1-1 0,0 0 0,-2 0 0,0-2 0,11-26 0,-14 27 109,-1-1 0,-1 0 0,-1 0 0,-1 0 0,0-1 0,-2 1 0,1-23 0,-3 2-115,0 41 267,-33 22-189,-88 40 344,-19-5-390,131-51-66,15-2-44,15-1-19,-11-4 119,1-1 1,-1 0-1,0 0 1,0-1-1,0 0 0,0 0 1,-1-2-1,1 1 1,-1-1-1,10-7 1,88-67 23,-89 65-26,-11 8-11,8-6 2,1 0 0,0 1-1,22-12 1,-38 23 7,1 0 1,0-1-1,-1 1 0,1 0 0,0 0 0,-1-1 1,1 1-1,0 0 0,0 0 0,-1 0 1,1 0-1,0 0 0,0 0 0,-1 0 0,1 0 1,0 0-1,-1 1 0,1-1 0,0 0 0,0 0 1,-1 1-1,1-1 0,0 0 0,-1 1 0,1-1 1,-1 0-1,1 1 0,0-1 0,-1 1 0,1-1 1,-1 1-1,1 0 0,0 0 0,10 24 543,-8-18-390,9 14 207,2-2 0,0 0-1,1 0 1,0-1 0,27 22 0,-20-18-6,-22-22-436,1 0 1,-1 1-1,1-1 1,-1 0-1,1 1 0,-1-1 1,1 1-1,-1-1 1,0 1-1,1-1 1,-1 1-1,0-1 1,1 1-1,-1-1 1,0 1-1,0-1 0,1 1 1,-1 0-1,0-1 1,0 1-1,0-1 1,0 1-1,0 0 1,0-1-1,0 1 1,0 0-1,0-1 1,0 1-1,0-1 0,0 1 1,0 0-1,-1-1 1,1 1-1,0-1 1,0 1-1,-1 0 1,-26 16-7615,17-12 5930,-21 10-10554</inkml:trace>
</inkml:ink>
</file>

<file path=ppt/ink/ink2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09"/>
    </inkml:context>
    <inkml:brush xml:id="br0">
      <inkml:brushProperty name="width" value="0.025" units="cm"/>
      <inkml:brushProperty name="height" value="0.025" units="cm"/>
    </inkml:brush>
  </inkml:definitions>
  <inkml:trace contextRef="#ctx0" brushRef="#br0">20 68 11554,'0'0'5498,"-19"-55"-5394,19 49-88,0 2-16,6 1-296</inkml:trace>
</inkml:ink>
</file>

<file path=ppt/ink/ink2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0"/>
    </inkml:context>
    <inkml:brush xml:id="br0">
      <inkml:brushProperty name="width" value="0.025" units="cm"/>
      <inkml:brushProperty name="height" value="0.025" units="cm"/>
      <inkml:brushProperty name="color" value="#E71224"/>
    </inkml:brush>
  </inkml:definitions>
  <inkml:trace contextRef="#ctx0" brushRef="#br0">71 71 4185,'0'0'4449,"-70"-48"-4449,70 41-56,0 1 48,0-1-56,0 4-184</inkml:trace>
</inkml:ink>
</file>

<file path=ppt/ink/ink2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3"/>
    </inkml:context>
    <inkml:brush xml:id="br0">
      <inkml:brushProperty name="width" value="0.025" units="cm"/>
      <inkml:brushProperty name="height" value="0.025" units="cm"/>
      <inkml:brushProperty name="color" value="#E71224"/>
    </inkml:brush>
  </inkml:definitions>
  <inkml:trace contextRef="#ctx0" brushRef="#br0">1 62 10610,'0'0'14275,"25"-61"-14059</inkml:trace>
</inkml:ink>
</file>

<file path=ppt/ink/ink2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4"/>
    </inkml:context>
    <inkml:brush xml:id="br0">
      <inkml:brushProperty name="width" value="0.025" units="cm"/>
      <inkml:brushProperty name="height" value="0.025" units="cm"/>
    </inkml:brush>
  </inkml:definitions>
  <inkml:trace contextRef="#ctx0" brushRef="#br0">302 357 5705,'0'0'5744,"-5"7"-5679,-17 21-59,17-21 8180,219-7-7405,702-26 3313,-691 4-4120,880-61-342,-477 80-440,6 1 265,-39-41 593,-133 7 118,471 16-85,145-8-64,-664-3 30,756-28-401,-610 61 139,591-5 211,-843-26 36,-249 14 4777,-59 45-3430,-11 473-789,-3-155-58,4-198-252,-12 133 177,9-143 139,10-140-532,0 0 0,0 0 0,0-1 0,0 1 0,0-1 1,0 1-1,0-1 0,0 0 0,0 0 0,0 0 0,0 0 0,1-1 0,-5-2 0,-40-13 447,-55-6-570,-137-11-1,-110 10-150,148 12 126,-1520-52-4,1470 58 138,-296-2-62,-415-13-18,-449-21 57,-1074 52-45,1985 18-49,433-22 57,-650 49-87,666-52 73,0 2-1,1 2 1,-76 20 0,55-10-63,-1-4 1,-131 8 0,129-15 96,-210 8-2,260-11-4,23-3 492,44 0-1685,34 0-4633,-43 0-344</inkml:trace>
</inkml:ink>
</file>

<file path=ppt/ink/ink2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5"/>
    </inkml:context>
    <inkml:brush xml:id="br0">
      <inkml:brushProperty name="width" value="0.025" units="cm"/>
      <inkml:brushProperty name="height" value="0.025" units="cm"/>
    </inkml:brush>
  </inkml:definitions>
  <inkml:trace contextRef="#ctx0" brushRef="#br0">58 29 7090,'0'0'9790,"1"-4"-8653,5-21 2189,-6 25-3271,0 0 0,0 0 0,0 0 0,0 0 0,0 0 0,0 1-1,0-1 1,0 0 0,0 0 0,0 0 0,0 0 0,0 0 0,0 0 0,0 0 0,1 0 0,-1 0-1,0 0 1,0 0 0,0 0 0,0 0 0,0 0 0,0 0 0,0 0 0,0 0 0,0 0-1,0 0 1,0 0 0,1 0 0,-1 0 0,0 0 0,0 0 0,0 0 0,0 0 0,0 0 0,0 0-1,0 0 1,0 0 0,0 0 0,0 0 0,0 0 0,0 0 0,0 0 0,1 0 0,-1 0-1,0 0 1,0 0 0,0-1 0,0 1 0,0 0 0,0 0 0,0 0 0,0 0 0,0 0 0,3 14 1153,-3 0-918,-18 410 1957,-33-67-2590,49-315-2722,3-26-1520,-1-10-1072</inkml:trace>
</inkml:ink>
</file>

<file path=ppt/ink/ink2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6"/>
    </inkml:context>
    <inkml:brush xml:id="br0">
      <inkml:brushProperty name="width" value="0.025" units="cm"/>
      <inkml:brushProperty name="height" value="0.025" units="cm"/>
    </inkml:brush>
  </inkml:definitions>
  <inkml:trace contextRef="#ctx0" brushRef="#br0">116 3 9178,'0'0'11536,"0"0"-11476,0-1 1,-1 1-1,1 0 1,0 0-1,0 0 1,-1-1-1,1 1 0,0 0 1,-1 0-1,1 0 1,0 0-1,-1 0 1,1 0-1,0-1 1,-1 1-1,1 0 1,0 0-1,-1 0 0,1 0 1,0 0-1,-1 0 1,1 0-1,0 1 1,-1-1-1,1 0 1,0 0-1,-1 0 1,1 0-1,0 0 0,0 0 1,-1 1-1,1-1 1,0 0-1,-1 0 1,1 0-1,0 1 1,0-1-1,-1 0 1,1 0-1,0 1 1,0-1-1,0 0 0,0 0 1,-1 1-1,-4 8 334,0 1-1,0-1 1,1 1 0,0 0-1,1 0 1,0 0-1,0 1 1,-1 17-1,3-21-219,-18 112 426,4 0 0,3 146 0,4-180-1484,-2-30-6021,9-41 971</inkml:trace>
</inkml:ink>
</file>

<file path=ppt/ink/ink2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7"/>
    </inkml:context>
    <inkml:brush xml:id="br0">
      <inkml:brushProperty name="width" value="0.025" units="cm"/>
      <inkml:brushProperty name="height" value="0.025" units="cm"/>
    </inkml:brush>
  </inkml:definitions>
  <inkml:trace contextRef="#ctx0" brushRef="#br0">123 1 11987,'0'0'12993,"-7"31"-11151,-2 10-1361,-2 10 360,-7 82 0,9 29 490,8-101-1283,-3 0-1,-20 104 1,7-114-590,-1-3-1980,14-17-4703,4-26-886</inkml:trace>
</inkml:ink>
</file>

<file path=ppt/ink/ink2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8"/>
    </inkml:context>
    <inkml:brush xml:id="br0">
      <inkml:brushProperty name="width" value="0.025" units="cm"/>
      <inkml:brushProperty name="height" value="0.025" units="cm"/>
    </inkml:brush>
  </inkml:definitions>
  <inkml:trace contextRef="#ctx0" brushRef="#br0">1 4 11739,'0'0'12568,"0"-4"-10884,0 11-1112,10 217 2211,0-70-2061,-2-7-421,2 99-3264,-10-218-937,0-12-2258</inkml:trace>
</inkml:ink>
</file>

<file path=ppt/ink/ink2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19"/>
    </inkml:context>
    <inkml:brush xml:id="br0">
      <inkml:brushProperty name="width" value="0.025" units="cm"/>
      <inkml:brushProperty name="height" value="0.025" units="cm"/>
    </inkml:brush>
  </inkml:definitions>
  <inkml:trace contextRef="#ctx0" brushRef="#br0">135 1 6001,'0'0'21213,"-7"27"-20252,-5 10-651,4-10 9,0-1 1,2 1 0,-4 48 0,-9 154 1404,-6 48-1277,13-193-527,-1 7-1036,-2 113 1,15-201 900,0-1 0,0 0 1,0 0-1,1 1 0,-1-1 1,0 0-1,1 0 0,-1 1 1,1-1-1,0 0 0,0 0 1,2 3-1,-2-4-151,0 0 1,0 0-1,0 0 1,0 0-1,0 0 1,0-1-1,0 1 1,0 0-1,0-1 1,0 1-1,1-1 1,-1 1-1,0-1 1,0 1-1,2-1 0,15 1-6535</inkml:trace>
</inkml:ink>
</file>

<file path=ppt/ink/ink2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20"/>
    </inkml:context>
    <inkml:brush xml:id="br0">
      <inkml:brushProperty name="width" value="0.025" units="cm"/>
      <inkml:brushProperty name="height" value="0.025" units="cm"/>
    </inkml:brush>
  </inkml:definitions>
  <inkml:trace contextRef="#ctx0" brushRef="#br0">39 58 128,'0'0'15038,"13"-10"-12810,39-28-95,-40 28 1329,-16 41 537,-14 14-2825,3-8-625,2 16-291,3 1 0,2 0 0,2 0-1,3 0 1,3 62 0,0-95-267,0-20-71,-7-11-5465,-6-3 524,-5 0-2659</inkml:trace>
</inkml:ink>
</file>

<file path=ppt/ink/ink2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21"/>
    </inkml:context>
    <inkml:brush xml:id="br0">
      <inkml:brushProperty name="width" value="0.025" units="cm"/>
      <inkml:brushProperty name="height" value="0.025" units="cm"/>
    </inkml:brush>
  </inkml:definitions>
  <inkml:trace contextRef="#ctx0" brushRef="#br0">1 58 3025,'0'0'15734,"5"-5"-14530,3-1-909,0 1 0,0 0-1,1 0 1,0 1 0,0 0 0,0 0 0,0 1 0,1 0 0,-1 1-1,1 0 1,16-1 0,13-1 421,57 2-1,-80 2-627,-15 0-86,0 0 1,0 0-1,-1 0 0,1 0 1,0 0-1,0 0 0,0 0 0,0 0 1,0 0-1,0 1 0,-1-1 1,1 0-1,0 1 0,0-1 0,0 1 1,-1-1-1,1 1 0,0-1 1,0 1-1,-1 0 0,1-1 1,-1 1-1,1 0 0,0-1 0,-1 1 1,1 0-1,-1 0 0,1 0 1,-1 1 2,1 1 0,-1-1 0,0 0 1,1 0-1,-1 0 0,0 0 0,-1 0 0,1 1 1,0-1-1,-1 0 0,0 3 0,-1 2 16,0-1 0,-1 1 0,0-1-1,0 0 1,0 0 0,-9 11 0,-11 6 40,-1-1 0,-2-2 0,-32 21 0,25-17 58,-42 36-1,73-59-107,0 1-1,0-1 0,0 1 1,1 0-1,-1 0 0,0 0 1,1-1-1,-1 2 1,1-1-1,0 0 0,0 0 1,0 0-1,0 0 0,0 1 1,0-1-1,1 1 0,-1-1 1,1 0-1,0 1 1,-1 3-1,2-4 4,0-1 0,0 1 0,0-1 0,0 1 0,0-1 0,0 0 0,1 0 0,-1 1 0,0-1 0,1 0 0,-1 0 0,0 0 0,1 0 0,0 0 0,-1-1 1,1 1-1,-1 0 0,1-1 0,0 1 0,0-1 0,-1 0 0,1 1 0,0-1 0,0 0 0,-1 0 0,1 0 0,3-1 0,25 3 116,13 1 85,0-2-1,1-2 1,-1-2-1,60-10 1,-94 11-1105,-13 4-2892,-16 6-2538,-10-1-1876</inkml:trace>
</inkml:ink>
</file>

<file path=ppt/ink/ink2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22"/>
    </inkml:context>
    <inkml:brush xml:id="br0">
      <inkml:brushProperty name="width" value="0.025" units="cm"/>
      <inkml:brushProperty name="height" value="0.025" units="cm"/>
    </inkml:brush>
  </inkml:definitions>
  <inkml:trace contextRef="#ctx0" brushRef="#br0">107 11 3873,'0'0'5770,"-18"0"2783,169 10-6985,-101-5-1380,99-2 0,-140-4-196,0-1 0,0 0 0,-1 0 0,12-5 0,-13 4 212,0 0 0,0 1-1,0 0 1,0 1-1,14-2 1,-26 4-191,0 1-1,1 0 1,-1 0 0,1 0 0,0 0-1,0 1 1,-8 6 0,-17 9-15,6-3-3,0 1 0,1 1 0,1 1 0,-30 33 0,39-39 5,-52 61-7,146-72 580,-52-3-581,-20 1-13,-1 1-1,0-1 1,1 2-1,-1-1 1,16 4-1,-24-3 5,0 0-1,-1 0 1,1 0-1,0 0 1,0 0 0,-1 0-1,1 0 1,0 0-1,-1 0 1,0 1 0,1-1-1,-1 0 1,1 0-1,-1 1 1,0-1 0,0 0-1,0 0 1,0 1-1,0-1 1,0 2-1,-1 37-26,0-26 18,1-13 25,-1 0 0,0 1 0,0-1 0,0 0 0,0 1 0,0-1 0,0 0 0,0 0 0,-1 0 0,1 0 0,0 0 0,0 0 0,-1 0 0,1 0 0,-1 0 0,1-1 0,-1 1 0,-1 0 0,-41 16 4,30-12-4,-22 11 6,25-10 6,-1 0 1,1-1-1,-1-1 0,0 0 0,-1-1 1,1 0-1,0 0 0,-26 0 0,-153 13 1652,180-15-6,14 0-1551,12 2-2890,-4 6-3891,-10 3 359</inkml:trace>
</inkml:ink>
</file>

<file path=ppt/ink/ink2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2.923"/>
    </inkml:context>
    <inkml:brush xml:id="br0">
      <inkml:brushProperty name="width" value="0.025" units="cm"/>
      <inkml:brushProperty name="height" value="0.025" units="cm"/>
    </inkml:brush>
  </inkml:definitions>
  <inkml:trace contextRef="#ctx0" brushRef="#br0">71 100 2833,'0'0'3211,"6"-8"2222,-7 13-5257,0-1-1,0 0 1,0 0-1,-1 0 1,0 0-1,0 0 1,0-1-1,0 1 0,0 0 1,-1-1-1,-4 6 1,3-5-47,0 1 0,0 0 0,1 0 0,0 0-1,0 0 1,1 1 0,-1-1 0,-1 8 0,-5 125 1493,7-127-1488,-8 77 605,11-87-715,-1 0 1,1-1-1,-1 1 0,1 0 0,0-1 0,-1 1 0,1-1 0,0 1 0,0-1 0,-1 1 0,1-1 0,0 1 1,0-1-1,0 0 0,0 0 0,-1 1 0,1-1 0,0 0 0,0 0 0,0 0 0,0 0 0,0 0 0,0 0 1,1 0-1,31 1 516,-28-1-362,9 0 44,-10 1-167,0-1 1,0 0-1,1 0 0,-1 0 0,0 0 0,0 0 0,0-1 0,0 0 0,0 0 1,0 0-1,0 0 0,0-1 0,0 0 0,0 0 0,-1 0 0,1 0 0,4-4 1,55-51 408,-46 39-294,-8 9-92,-1 0 0,0 0 0,0-1 0,-1 0 0,0 0 0,0-1-1,-1 0 1,-1 0 0,8-22 0,-9 9-49,-1 1-1,-1-1 1,-1 1-1,-3-25 1,2 4 95,-39 15 97,36 27-224,0 1 0,-1-1-1,1 1 1,-1 0 0,1 0-1,-1 0 1,0 1 0,1-1 0,-1 1-1,0 0 1,1 0 0,-1 0-1,0 1 1,1-1 0,-1 1-1,0 0 1,-5 2 0,-2 2 18,1 0 0,1 0 1,-1 1-1,-11 10 0,-20 11 122,40-26-129,-1 4 98,1 1 0,-1-1 1,0 1-1,-1-1 0,1 0 1,-1 1-1,0-2 0,-1 1 1,1 0-1,-1 0 0,0-1 1,0 0-1,-9 7 0,6-4 306,7-7-386,0 0 0,0 0 0,0 1 0,0-1 0,0 0 0,0 0 0,0 0 0,0 0 0,0 1 0,0-1 0,0 0 0,0 0 0,0 0 0,0 0 0,0 0 0,1 1 0,-1-1 0,0 0 0,0 0 0,0 0 0,0 0 0,0 0 0,0 0 0,0 1 0,0-1 0,1 0 0,-1 0 0,0 0 0,0 0 0,0 0 0,0 0 0,0 0 0,1 0 0,-1 0 0,0 0 0,0 0 0,0 0 0,0 0 0,0 1 0,1-1 0,-1 0 0,0 0 0,0-1 0,0 1 0,0 0-1,1 0 1,-1 0 0,0 0 0,0 0 0,0 0 0,0 0 0,0 0 0,1 0 0,-1 0 0,0 0 0,0 0 0,0 0 0,0-1 0,4 1-5769</inkml:trace>
</inkml:ink>
</file>

<file path=ppt/ink/ink2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47.458"/>
    </inkml:context>
    <inkml:brush xml:id="br0">
      <inkml:brushProperty name="width" value="0.025" units="cm"/>
      <inkml:brushProperty name="height" value="0.025" units="cm"/>
    </inkml:brush>
  </inkml:definitions>
  <inkml:trace contextRef="#ctx0" brushRef="#br0">1 31 2481,'0'0'11319,"5"-17"-10230,-5 17-1044,1-1 1,-1 1-1,0 0 1,0-1 0,1 1-1,-1 0 1,0-1 0,0 1-1,1-1 1,-1 1-1,0-1 1,0 1 0,0-1-1,0 1 1,0 0 0,0-1-1,0 1 1,0-1-1,0 1 1,0-1 0,0 1-1,0-1 1,0 1 0,0-1-1,0 1 1,0 0-1,-1-1 1,1 1 0,0-1-1,0 0 1,1 18 381,21 69 252,-4 2 0,-3 0 0,-5 0-1,0 111 1,-4 87-176,-6-279-472,0-7-8,0 1 0,-1-1 0,1 1 0,0 0 0,0-1 0,0 1 0,0-1 0,0 1 0,0 0 0,0-1 0,0 1 0,0 0 0,0-1 0,0 1 0,0 0 0,0-1 0,0 1 0,1-1 0,-1 1 0,0-1 0,0 1 0,1 0 0,-1-1 0,0 1 0,1-1 0,-1 1 0,1-1 0,-1 1 0,0-1 0,1 0 0,-1 1 0,2 0 0,2 24 1513,-1-17-6584,3-2 933,-5 3-2553</inkml:trace>
</inkml:ink>
</file>

<file path=ppt/ink/ink2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53.996"/>
    </inkml:context>
    <inkml:brush xml:id="br0">
      <inkml:brushProperty name="width" value="0.025" units="cm"/>
      <inkml:brushProperty name="height" value="0.025" units="cm"/>
    </inkml:brush>
  </inkml:definitions>
  <inkml:trace contextRef="#ctx0" brushRef="#br0">0 48 3025,'0'0'37,"4"-2"190,9-13 1806,-10-10 8706,109 23-8334,-51-1-2125,-1 3 0,93 11-1,-152-11-222,-1 0 0,1 0 0,0 1 0,0-1 0,0 0 0,-1 0-1,1 0 1,0 1 0,0-1 0,-1 0 0,1 1 0,0-1 0,-1 1-1,1-1 1,0 1 0,-1-1 0,1 1 0,-1-1 0,1 1-1,-1-1 1,1 1 0,0 0 0,1 23 488,-2-22-632,-2 20 165,-1 0-1,-1 1 1,-1-1-1,-1 0 1,-13 31 0,-12 47 195,30-95-259,-37 145 677,33-134-578,-1 0 0,-1 0 0,0 0 0,-1-1-1,-1 0 1,-19 24 0,21-8 347,7-35-6912,0-6 974</inkml:trace>
</inkml:ink>
</file>

<file path=ppt/ink/ink2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1:54.398"/>
    </inkml:context>
    <inkml:brush xml:id="br0">
      <inkml:brushProperty name="width" value="0.025" units="cm"/>
      <inkml:brushProperty name="height" value="0.025" units="cm"/>
    </inkml:brush>
  </inkml:definitions>
  <inkml:trace contextRef="#ctx0" brushRef="#br0">8 20 2625,'0'0'12717,"-5"-7"-11375,5 7-1318,0 0 0,0 0 0,-1 0 1,1 0-1,0 0 0,0 0 1,0 0-1,0-1 0,0 1 1,0 0-1,0 0 0,-1 0 1,1 0-1,0 0 0,0 0 1,0 0-1,0-1 0,0 1 0,0 0 1,0 0-1,0 0 0,0 0 1,0 0-1,0-1 0,0 1 1,0 0-1,0 0 0,0 0 1,0 0-1,0 0 0,0-1 1,0 1-1,0 0 0,0 0 0,0 0 1,0 0-1,0 0 0,0-1 1,0 1-1,0 0 0,0 0 1,1 0-1,-1 0 0,0 0 1,0 0-1,0 0 0,0-1 1,0 1-1,0 0 0,0 0 0,1 0 1,-1 0-1,0 0 0,0 0 1,0 0-1,0 0 0,0 0 1,0 0-1,1 0 0,-1 0 1,106 2 3054,125-5-1104,-198 1-1590,-84-1-7579,25 6 2024</inkml:trace>
</inkml:ink>
</file>

<file path=ppt/ink/ink2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06.410"/>
    </inkml:context>
    <inkml:brush xml:id="br0">
      <inkml:brushProperty name="width" value="0.025" units="cm"/>
      <inkml:brushProperty name="height" value="0.025" units="cm"/>
    </inkml:brush>
  </inkml:definitions>
  <inkml:trace contextRef="#ctx0" brushRef="#br0">173 0 3345,'0'0'1776,"16"4"1111,-12 1 3108,-5 11-5767,-1 0-1,0-1 1,-1 1-1,-1 0 1,0-1-1,-2 0 1,1 0 0,-2-1-1,0 1 1,-14 21-1,1 19 262,18-47-309,0-1 1,0 0-1,-1 0 0,0 0 1,-5 9-1,8-12 1960,13-12-1812,24-13-595,-22 15 208,-1 2 1,1 0-1,0 1 1,0 1-1,0 0 1,0 0 0,0 2-1,1 0 1,-1 1-1,15 2 1,-23 2 55,-1 0 0,0 1 0,0 0 0,0 0 0,-1 0 1,1 0-1,7 13 0,2 1 3,-14-19 1,0 0-1,0 0 0,0 0 1,0 0-1,0 1 1,0-1-1,0 0 1,0 1-1,-1-1 0,1 0 1,0 1-1,-1-1 1,1 1-1,-1-1 1,0 1-1,1-1 0,-1 1 1,0-1-1,0 1 1,0 0-1,0-1 1,0 1-1,0-1 0,-1 1 1,1-1-1,0 1 1,-1-1-1,1 1 1,-1-1-1,0 1 0,1-1 1,-1 0-1,0 1 1,0-1-1,0 0 1,0 0-1,0 1 0,0-1 1,0 0-1,0 0 1,0 0-1,-1 0 1,1 0-1,0-1 0,-3 2 1,-7 4 36,-1-1-1,1 0 1,-1 0-1,-20 3 1,22-5-56,-36 9 478,0-3 0,-1-1 1,-87 2-1,133-10-422,0 0 0,0 0 0,1 0 0,-1-1 0,0 1 1,1 0-1,-1 0 0,1-1 0,-1 1 0,0 0 0,1-1 0,-1 1 1,1-1-1,-1 1 0,1-1 0,-1 1 0,1-1 0,-1 1 0,1-1 1,0 1-1,-1-1 0,1 0 0,0 1 0,-1-1 0,1 0 1,0 1-1,0-1 0,-1 0 0,1 1 0,0-1 0,0 0 0,0 1 1,0-1-1,0 0 0,0-1 0,-5-10 347,4 11-170,20 16-9010,-6-11 3010</inkml:trace>
</inkml:ink>
</file>

<file path=ppt/ink/ink2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07.768"/>
    </inkml:context>
    <inkml:brush xml:id="br0">
      <inkml:brushProperty name="width" value="0.025" units="cm"/>
      <inkml:brushProperty name="height" value="0.025" units="cm"/>
    </inkml:brush>
  </inkml:definitions>
  <inkml:trace contextRef="#ctx0" brushRef="#br0">18 0 2609,'0'0'3008,"0"6"-1656,0 15-297,-2-16 5957,-14-8 309,223 5-6955,2 0 3238,-210 10-16980</inkml:trace>
</inkml:ink>
</file>

<file path=ppt/ink/ink2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1.114"/>
    </inkml:context>
    <inkml:brush xml:id="br0">
      <inkml:brushProperty name="width" value="0.025" units="cm"/>
      <inkml:brushProperty name="height" value="0.025" units="cm"/>
    </inkml:brush>
  </inkml:definitions>
  <inkml:trace contextRef="#ctx0" brushRef="#br0">1 85 3369,'0'0'-67,"2"4"-468,-1-2 99,12 15 3539,-13-18-3000,0 1-1,0 0 1,0 0 0,0-1 0,0 1 0,0 0 0,0 0 0,0 0 0,0-1-1,0 1 1,1 0 0,-1 0 0,0 0 0,0-1 0,0 1 0,0 0-1,0 0 1,0 0 0,0 0 0,1-1 0,-1 1 0,0 0 0,0 0 0,0 0-1,0 0 1,0 0 0,1 0 0,-1-1 0,0 1 0,0 0 0,0 0-1,1 0 1,-1 0 0,0 0 0,0 0 0,0 0 0,1 0 0,-1 0 0,0 0-1,4 2 7124,2 30-6055,2 26 280,-6-49-1372,0 0 0,1 0 0,0-1-1,0 1 1,1 0 0,0-1 0,1 0 0,0 0-1,0 0 1,0-1 0,1 1 0,0-1 0,1-1-1,0 1 1,0-1 0,0 0 0,1-1 0,-1 0-1,1 0 1,0 0 0,15 5 0,32 8 405,23 11-148,-60-21-256,1 0 0,1-2-1,-1 0 1,1-1 0,0-1-1,32 2 1,128-3 342,-104-4-415,-55-1 17,1 0 1,-1-1-1,-1-1 0,1-1 1,0 0-1,31-15 1,-35 12-11,1-2 0,21-15 0,25-14 17,196-74-47,-212 97 12,0 2 0,1 2 0,82-9 0,-59 14 4,-6 0-1,1 2 1,80 5 0,-135 3 21,0 0 1,-1 0 0,0 1 0,0 1 0,0 0 0,0 0 0,-1 1-1,1 0 1,-2 1 0,1 0 0,-1 1 0,11 11 0,18 12 95,-17-6-94,-19-3 529,-3-17 42,1-16-337,-1-18-121,1 14-222,-1-1 0,2 0 0,0 1 1,1-1-1,6-25 0,-6 36 42,0 1-1,0-1 1,0 1-1,0 0 1,1-1 0,0 1-1,0 0 1,0 1-1,0-1 1,1 0 0,0 1-1,-1 0 1,1 0-1,0 0 1,1 0-1,-1 1 1,0 0 0,1-1-1,-1 2 1,1-1-1,0 0 1,7-1-1,25-3 26,0 2-1,0 1 0,0 2 1,44 4-1,3-1-19,146-3 9,603 21 93,-672-9-11,161 22 92,-265-25-94,0-3-1,61-3 0,-11 0 21,97-2 82,48 4 392,-104 18-215,450 6 345,-565-28-579,1 2 1,56 9 0,-88-11 1053,-2-101-962,1 97-180,-1 0-1,1 0 1,0 0 0,0 0-1,0 1 1,1-1 0,-1 0-1,3-3 1,-2 3 6,0 0 0,0 0 0,0 0 0,-1 0-1,0-1 1,1 1 0,-2 0 0,2-7 0,-2 10-5,0 1 1,0-1 0,0 1-1,0-1 1,0 1 0,0-1-1,0 1 1,-1-1-1,1 1 1,0-1 0,0 1-1,0-1 1,0 1-1,-1 0 1,1-1 0,0 1-1,0-1 1,-1 1-1,1 0 1,0-1 0,-1 1-1,1-1 1,-1 1 0,1 0-1,0 0 1,-1-1-1,1 1 1,-1 0 0,1 0-1,-1-1 1,1 1-1,-1 0 1,1 0 0,-1 0-1,1 0 1,-1 0-1,1 0 1,-1 0 0,1 0-1,-1 0 1,1 0 0,-1 0-1,1 0 1,-1 0-1,1 0 1,-1 0 0,1 1-1,-1-1 1,1 0-1,0 0 1,-1 1 0,1-1-1,-1 0 1,1 0-1,0 1 1,-1 0 0,-13 2-2526,-10 0-2395</inkml:trace>
</inkml:ink>
</file>

<file path=ppt/ink/ink2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1.940"/>
    </inkml:context>
    <inkml:brush xml:id="br0">
      <inkml:brushProperty name="width" value="0.025" units="cm"/>
      <inkml:brushProperty name="height" value="0.025" units="cm"/>
    </inkml:brush>
  </inkml:definitions>
  <inkml:trace contextRef="#ctx0" brushRef="#br0">392 0 8122,'0'0'10101,"-33"12"-9233,-107 40-37,125-47-624,1 1 0,0 1 1,0 1-1,1 0 0,0 0 1,-22 19-1,20-15-22,12-9-163,0-1 0,0 1-1,1 0 1,-1 0 0,0 1 0,1-1 0,0 0 0,0 1-1,0 0 1,0-1 0,1 1 0,-1 0 0,1 0 0,0 0-1,0 0 1,0 0 0,0 4 0,1-5-31,0-1 0,0 1 0,1-1 0,-1 0-1,0 1 1,1-1 0,0 0 0,-1 1 0,1-1 0,0 0 0,0 0 0,0 0 0,0 0 0,1 0-1,-1 0 1,1 0 0,-1 0 0,1 0 0,-1-1 0,1 1 0,0 0 0,0-1 0,0 0 0,0 1-1,0-1 1,0 0 0,0 0 0,1 0 0,2 1 0,10 2-45,0-1-1,0 0 1,29 0 0,30 7-173,-73-10 226,0 0 1,-1 0-1,1 1 0,-1-1 1,1 0-1,-1 0 0,1 1 1,-1-1-1,1 0 0,-1 1 1,1-1-1,-1 1 0,1-1 1,-1 0-1,1 1 0,-1-1 1,0 1-1,1-1 0,-1 1 1,0-1-1,1 1 0,-1-1 1,0 1-1,0 0 1,0-1-1,0 1 0,1-1 1,-1 1-1,0 0 0,0-1 1,0 1-1,0-1 0,0 1 1,0 0-1,0-1 0,-1 1 1,1-1-1,0 1 0,0 0 1,0-1-1,-1 1 0,1-1 1,0 1-1,0-1 0,-1 1 1,1-1-1,-1 1 0,1-1 1,0 1-1,-1-1 1,1 0-1,-1 1 0,0 0 1,-21 21 170,-7 0 259,-53 29 0,71-45-367,0-1-1,0 0 1,0-1-1,-1 0 1,0-1-1,1 0 1,-1 0-1,-22 0 1,33-3-199,20-6-8397,0-10 2650</inkml:trace>
</inkml:ink>
</file>

<file path=ppt/ink/ink2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2.339"/>
    </inkml:context>
    <inkml:brush xml:id="br0">
      <inkml:brushProperty name="width" value="0.025" units="cm"/>
      <inkml:brushProperty name="height" value="0.025" units="cm"/>
    </inkml:brush>
  </inkml:definitions>
  <inkml:trace contextRef="#ctx0" brushRef="#br0">120 1 1736,'0'0'18887,"-18"17"-17913,-56 60-493,71-73-452,0-1 0,0 1 0,1 0 0,-1 1 0,1-1 0,0 0 0,0 1-1,0-1 1,1 1 0,0 0 0,0-1 0,0 1 0,0 0 0,1 0 0,-1 0 0,1-1 0,1 1 0,-1 0 0,2 7 0,0 12 90,-3-12-94,2 0 1,-1 0-1,2-1 1,-1 1-1,2 0 1,6 20-1,-8-28-35,1-1 0,0 0 0,0 1 0,0-1 0,0 0 0,0 0 0,1 0 0,-1 0 0,1 0 0,0-1 0,0 1 0,0-1 0,0 0 0,0 0 0,0 0 0,1 0 0,-1 0 0,1-1 0,-1 1 0,1-1 0,0 0 0,-1 0 0,1-1 0,0 1 0,6 0 0,-5-1-19,-1 1-1,1-1 1,-1 0-1,1 0 1,-1-1-1,1 1 1,-1-1 0,1 0-1,-1 0 1,1-1-1,-1 1 1,0-1-1,0 0 1,0 0-1,0 0 1,0-1-1,0 1 1,-1-1 0,1 0-1,-1 0 1,1 0-1,-1-1 1,0 1-1,-1-1 1,1 0-1,-1 1 1,1-1-1,-1 0 1,0 0 0,0-1-1,-1 1 1,0 0-1,1-1 1,0-6-1,1-2-10,-1 0 0,0-1 1,0 1-1,-1 0 0,-1 0 0,-1-1 0,0 1 0,-5-25 0,5 32 43,-1 0 1,0 0-1,-1 0 0,0 1 1,0-1-1,0 0 0,0 1 1,-1 0-1,0 0 0,0 0 1,0 0-1,-1 1 0,0 0 1,0 0-1,0 0 0,0 0 1,0 1-1,-1 0 0,0 0 1,-7-3-1,6 4-34,-1 0 0,1 0 0,-1 0 0,1 1 0,-1 0 0,0 0 0,0 1 0,1 0 0,-1 1 0,-11 1-1,18 2-690,1 0 0,-1-1 0,1 1-1,0 0 1,0 0 0,0-1-1,1 1 1,-1 0 0,2 3 0,9 13-4246</inkml:trace>
</inkml:ink>
</file>

<file path=ppt/ink/ink2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2.696"/>
    </inkml:context>
    <inkml:brush xml:id="br0">
      <inkml:brushProperty name="width" value="0.025" units="cm"/>
      <inkml:brushProperty name="height" value="0.025" units="cm"/>
    </inkml:brush>
  </inkml:definitions>
  <inkml:trace contextRef="#ctx0" brushRef="#br0">28 36 1304,'0'0'19512,"6"17"-18578,1 0-763,6 14 252,-2 0 0,9 43 0,-20-73-410,1 1-1,-1-1 0,0 1 1,0-1-1,1 1 0,-1-1 1,0 1-1,0-1 0,-1 1 0,1-1 1,0 1-1,0-1 0,-1 1 1,1-1-1,-2 3 0,2-4-4,-1 1 0,1-1-1,0 0 1,-1 0-1,1 1 1,-1-1-1,1 0 1,-1 0 0,1 0-1,-1 1 1,1-1-1,-1 0 1,1 0-1,-1 0 1,1 0 0,-1 0-1,1 0 1,-1 0-1,1 0 1,0 0-1,-1 0 1,1-1 0,-1 1-1,1 0 1,-1 0-1,1 0 1,-1 0-1,1-1 1,-1 1-1,-3-3 11,0 1 0,0-1 0,1 0 0,-1 0-1,1 0 1,0 0 0,0-1 0,-5-6-1,3-1-63,0-1 0,0 1 0,1-1 0,1 1 0,-1-1 0,2 0 0,0-1 0,0 1 0,2 0 0,-1 0 0,3-25 0,-2 6-955,38 31-5334,-24 0 1291</inkml:trace>
</inkml:ink>
</file>

<file path=ppt/ink/ink2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2.976"/>
    </inkml:context>
    <inkml:brush xml:id="br0">
      <inkml:brushProperty name="width" value="0.025" units="cm"/>
      <inkml:brushProperty name="height" value="0.025" units="cm"/>
    </inkml:brush>
  </inkml:definitions>
  <inkml:trace contextRef="#ctx0" brushRef="#br0">123 0 7922,'0'0'9908,"-14"31"-7600,-43 102-147,45-97-1678,1 0-1,2 0 0,2 1 0,1 0 0,2 0 1,1 1-1,4 56 0,-1-51-416,0 18-1981</inkml:trace>
</inkml:ink>
</file>

<file path=ppt/ink/ink2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3.378"/>
    </inkml:context>
    <inkml:brush xml:id="br0">
      <inkml:brushProperty name="width" value="0.025" units="cm"/>
      <inkml:brushProperty name="height" value="0.025" units="cm"/>
    </inkml:brush>
  </inkml:definitions>
  <inkml:trace contextRef="#ctx0" brushRef="#br0">0 0 1696,'0'0'19798,"20"4"-18483,32 8-642,27 6 116,0-3 0,106 7 1,-166-21-879,-15 0-89,-1-1 0,1 1-1,0-1 1,-1 0 0,1 0 0,0 0 0,0 0-1,-1-1 1,1 1 0,0-1 0,-1 0 0,1 0-1,-1 0 1,1-1 0,-1 1 0,5-3 0,-8 3 28,0 0 0,1 1 0,-1-1 0,0 1 0,1-1 0,-1 0 1,0 1-1,0-1 0,0 0 0,1 0 0,-1 1 0,0-1 1,0 0-1,0 1 0,0-1 0,0 0 0,0 0 0,0 1 1,-1-1-1,1 0 0,0 1 0,0-1 0,-1 0 0,1 1 1,0-1-1,-1 0 0,1 1 0,0-1 0,-1 1 0,1-1 1,-1 0-1,1 1 0,-1-1 0,1 1 0,-1 0 0,1-1 0,-1 1 1,0-1-1,1 1 0,-1 0 0,0-1 0,1 1 0,-1 0 1,-2-1 2253,3 31-4688,0-18-2681</inkml:trace>
</inkml:ink>
</file>

<file path=ppt/ink/ink2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3.849"/>
    </inkml:context>
    <inkml:brush xml:id="br0">
      <inkml:brushProperty name="width" value="0.025" units="cm"/>
      <inkml:brushProperty name="height" value="0.025" units="cm"/>
    </inkml:brush>
  </inkml:definitions>
  <inkml:trace contextRef="#ctx0" brushRef="#br0">53 159 1424,'0'0'17568,"20"-1"-16950,-7 1-523,16 0 121,0-2 1,-1-1-1,32-7 1,-47 7-59,-5 2-98,-1-1-1,1 0 1,-1-1-1,0 1 1,9-6-1,-14 7-19,0-1 0,0 1 0,-1 0-1,1-1 1,0 1 0,-1-1 0,0 0 0,1 1 0,-1-1-1,0 0 1,0 0 0,0 0 0,0 0 0,0 0-1,0 0 1,-1 0 0,1 0 0,-1 0 0,1 0 0,-1-1-1,0 1 1,0-4 0,0 3-11,0 1 1,0-1-1,0 1 1,-1-1-1,1 0 1,-1 1-1,0-1 0,1 1 1,-1 0-1,-1-1 1,1 1-1,0 0 1,0 0-1,-1-1 0,1 1 1,-1 0-1,0 0 1,1 1-1,-4-3 1,1 1-17,0 0 0,-1 0 0,1 1 1,-1 0-1,1 0 0,-1 0 0,0 0 1,0 1-1,-6-1 0,-8-1-17,-1 1 0,0 1 0,-38 4 1,52-3 30,0 0 1,1 1-1,-1 0 1,1 0 0,-1 0-1,0 1 1,1 0 0,0 0-1,0 0 1,-1 1 0,1 0-1,1 0 1,-1 0-1,0 0 1,1 1 0,0 0-1,0 0 1,0 0 0,0 0-1,0 1 1,1 0 0,0-1-1,0 1 1,0 0 0,1 0-1,0 1 1,0-1-1,0 1 1,0-1 0,1 1-1,0-1 1,-1 7 0,2-3 29,0 0 1,0 0 0,0 0-1,1-1 1,1 1 0,-1 0-1,2 0 1,-1-1-1,1 1 1,0-1 0,1 0-1,0 0 1,7 11 0,-4-7-185,29 39 424,-33-48-463,-1 0 0,1-1 1,0 1-1,0-1 0,0 0 1,0 0-1,0 0 0,1 0 1,-1-1-1,1 1 0,-1-1 1,1 0-1,-1 0 0,1 0 1,6 0-1,73 0-6827,-50-1 1130</inkml:trace>
</inkml:ink>
</file>

<file path=ppt/ink/ink2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4.453"/>
    </inkml:context>
    <inkml:brush xml:id="br0">
      <inkml:brushProperty name="width" value="0.025" units="cm"/>
      <inkml:brushProperty name="height" value="0.025" units="cm"/>
    </inkml:brush>
  </inkml:definitions>
  <inkml:trace contextRef="#ctx0" brushRef="#br0">252 513 1344,'0'0'21033,"-11"-1"-20141,-2 0-620,-9-2 64,0 1 1,-1 1 0,1 2-1,-27 2 1,43-2-296,1 0 0,-1 1-1,1-1 1,0 1 0,-1 0 0,1 0 0,0 1 0,0 0-1,1 0 1,-6 4 0,7-5-42,1 0 0,-1 1 0,1-1 0,0 1 0,0 0 0,1 0 0,-1 0 0,0 0 0,1 0 1,0 0-1,-1 0 0,1 0 0,1 1 0,-1-1 0,0 0 0,1 1 0,0-1 0,0 5 0,-1-5-15,1-1 0,0 1-1,0 0 1,0-1 0,0 1 0,0-1 0,1 1 0,-1-1 0,1 1 0,0-1 0,0 1 0,-1-1-1,2 1 1,1 3 0,0-4 7,-1-1-1,1 0 1,-1 0-1,1 0 1,-1 0-1,1 0 1,0 0-1,0-1 1,-1 0-1,1 1 1,0-1-1,0 0 1,-1 0-1,5-1 1,1 0-7,0 0 0,-1 0 0,1-1-1,0-1 1,-1 1 0,1-1 0,-1 0 0,0-1 0,0 1 0,0-1 0,-1-1 0,1 1 0,-1-1 0,8-8 0,8-9-297,-1-1 0,24-32 1,-6 3-114,-3-1 1,-3-1-1,-2-2 0,-2-1 1,21-61-1,-46 106 617,-1 0 0,0-1 0,-1 0 0,-1 1 0,0-1 0,-1-14 1,0 25 622,-3 4-713,0-1 0,0 1-1,0 0 1,0 1 0,0-1-1,0 0 1,1 1 0,-1-1-1,1 1 1,0 0 0,-1 0-1,1 0 1,1 0-1,-3 5 1,-2 0 136,-11 19 160,0 1 0,2 0-1,1 1 1,2 1 0,0 0-1,2 1 1,-7 36-1,7-7 76,2 0 0,0 114-1,9-165-444,-1 1 0,1-1 0,1 0 0,0 0-1,0 1 1,1-1 0,0-1 0,6 11 0,-8-15-33,1 0-1,0 0 1,0-1 0,1 1-1,-1-1 1,1 1 0,0-1 0,0 0-1,0 0 1,0 0 0,0 0-1,1-1 1,-1 0 0,1 1 0,-1-1-1,1 0 1,0-1 0,0 1-1,6 1 1,1 2-897</inkml:trace>
</inkml:ink>
</file>

<file path=ppt/ink/ink2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17.145"/>
    </inkml:context>
    <inkml:brush xml:id="br0">
      <inkml:brushProperty name="width" value="0.025" units="cm"/>
      <inkml:brushProperty name="height" value="0.025" units="cm"/>
    </inkml:brush>
  </inkml:definitions>
  <inkml:trace contextRef="#ctx0" brushRef="#br0">1 50 1304,'0'0'2710,"0"4"-3681,0 12 5513,0-19-1122,0-33 962,0 6-1762,0 64 55,-1-21-2584,1-1 0,1 1 0,-1 0 0,2 0 1,0 0-1,1-1 0,0 1 0,0-1 0,2 0 0,-1 0 0,1 0 1,1 0-1,0-1 0,1 0 0,0-1 0,11 13 0,-3-7 100,1-1-1,1 0 0,0-2 1,1 0-1,0 0 0,35 16 1,-44-25-147,0 0 1,0-1-1,1 0 1,-1 0-1,1-1 1,0-1-1,-1 0 1,1 0-1,0 0 0,0-2 1,0 1-1,-1-1 1,1 0-1,11-4 1,7-3-4,0-1 0,-1-1 1,37-21-1,-29 16-44,0 1 0,1 2 0,0 1 1,0 2-1,1 2 0,0 1 0,53-1 0,53-7-1,102-4-49,-244 18 52,0 1 0,0-1 0,0 1-1,0-1 1,0 1 0,0-1 0,0 1 0,0-1 0,0 1 0,-1 0 0,1 0 0,0-1-1,0 1 1,-1 0 0,1 0 0,0 0 0,-1 0 0,1 0 0,-1 0 0,1 0 0,-1 0-1,1 0 1,-1 0 0,0 0 0,0 0 0,1 0 0,-1 0 0,0 0 0,0 0 0,0 2-1,1 40 106,-1-36-86,0 53 418,0-59 1148,0-43-1573,0 39-70,0-1 1,0 0-1,1 0 1,-1 1 0,1-1-1,0 0 1,0 1 0,0-1-1,0 1 1,1-1-1,-1 1 1,1 0 0,0 0-1,3-4 1,1 0-30,0 1 1,1 0 0,0 0 0,15-9-1,-7 8 39,-1 0 0,1 1 0,0 1-1,1 0 1,-1 1 0,1 1 0,31-3 0,24-6-394,-8-3 343,0 3 0,1 2 0,85-1 0,-67 10 102,-27-1 0,0 3 0,0 1 1,-1 3-1,56 13 0,88 19-2,20 5-4,-170-28 59,1-2 0,0-2 0,1-3 0,63 2 0,444-12 519,-548 3-517,0-1 1,1 0-1,-1-1 1,0 0-1,0 0 1,0-1-1,0 0 1,9-5-1,-14 6 27,1 0 0,0-1 0,-1 0 0,0 0 1,0 0-1,0 0 0,0 0 0,0-1 0,-1 0 0,1 0 0,-1 0 0,0 0 0,0 0 0,-1-1 1,5-7-1,0-4 159,0-5 1570,-39 26-3600,10 9-658,-8 3-4972,11-11-1762</inkml:trace>
</inkml:ink>
</file>

<file path=ppt/ink/ink2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1.241"/>
    </inkml:context>
    <inkml:brush xml:id="br0">
      <inkml:brushProperty name="width" value="0.025" units="cm"/>
      <inkml:brushProperty name="height" value="0.025" units="cm"/>
    </inkml:brush>
  </inkml:definitions>
  <inkml:trace contextRef="#ctx0" brushRef="#br0">1 35 3177,'0'0'8766,"4"-5"-7689,-2 3-792,-1 0-151,0 0 0,0 0 0,0 0 0,1 0 1,-1 0-1,1 1 0,-1-1 0,1 0 0,0 1 0,-1-1 1,1 1-1,0 0 0,5-2 2429,-1 199-299,-5-195-2272,-1 0-1,0 0 1,0 0-1,1 0 1,-1 0-1,0 0 1,1 0-1,-1 0 1,1 0-1,-1 0 1,1 0-1,-1 0 1,1-1-1,0 1 1,-1 0-1,1-1 1,0 1-1,0 0 1,0-1-1,-1 1 1,1-1-1,0 1 0,0-1 1,0 1-1,0-1 1,0 0-1,0 1 1,0-1-1,0 0 1,0 0-1,0 0 1,0 0-1,0 0 1,0 0-1,0 0 1,0 0-1,0 0 1,0 0-1,0 0 1,0-1-1,2 0 1,1 1-14,1-1 0,-1 0 1,0-1-1,1 1 1,-1-1-1,0 0 0,0 0 1,5-3-1,30-29-196,-3-3 1,0 0-1,38-57 0,-74 95 244,0-1 0,0 0 0,0 0 0,0 0 0,0 0-1,0 0 1,0 0 0,0 1 0,0-1 0,0 0 0,0 0 0,0 0-1,0 0 1,0 0 0,1 1 0,-1-1 0,0 0 0,0 0-1,0 0 1,0 0 0,0 0 0,0 0 0,0 0 0,0 1 0,0-1-1,0 0 1,0 0 0,1 0 0,-1 0 0,0 0 0,0 0 0,0 0-1,0 0 1,0 0 0,0 0 0,0 0 0,1 0 0,-1 0 0,0 0-1,0 0 1,0 0 0,0 0 0,0 0 0,1 0 0,-1 0 0,0 0-1,0 0 1,0 0 0,0 0 0,0 0 0,0 0 0,1 0-1,-1 0 1,0 0 0,0 0 0,0 0 0,0 0 0,0 0 0,0 0-1,0 0 1,0 0 0,1-1 0,-1 1 0,1 24 554,-2-19-603,1 1 0,0-1-1,0 0 1,1 1 0,-1-1 0,1 0 0,0 1-1,1-1 1,-1 0 0,1 0 0,5 9 0,18 5-2309,-4-10-4044,-3-5-261</inkml:trace>
</inkml:ink>
</file>

<file path=ppt/ink/ink2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1.706"/>
    </inkml:context>
    <inkml:brush xml:id="br0">
      <inkml:brushProperty name="width" value="0.025" units="cm"/>
      <inkml:brushProperty name="height" value="0.025" units="cm"/>
    </inkml:brush>
  </inkml:definitions>
  <inkml:trace contextRef="#ctx0" brushRef="#br0">0 36 3713,'0'0'13048,"1"9"-11932,3 23-257,2 0-1,16 51 0,-22-82-857,1-1 0,-1 1 0,0 0-1,1-1 1,-1 1 0,1-1 0,-1 1-1,1-1 1,-1 1 0,1-1 0,-1 1 0,1-1-1,-1 1 1,1-1 0,0 0 0,-1 1-1,1-1 1,0 0 0,-1 0 0,1 1-1,0-1 1,-1 0 0,1 0 0,0 0-1,-1 0 1,1 0 0,0 0 0,0 0-1,-1 0 1,1 0 0,0 0 0,-1 0 0,1-1-1,0 1 1,-1 0 0,1 0 0,0-1-1,-1 1 1,1 0 0,-1-1 0,1 1-1,1-1 1,23-21 57,112-153-853,-136 190 1994,-2-6-1166,0-1-1,1 1 0,1-1 0,-1 1 1,1-1-1,1 0 0,-1 1 1,5 11-1,30 9-2809,3-6-3637,-19-15-416</inkml:trace>
</inkml:ink>
</file>

<file path=ppt/ink/ink2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2.092"/>
    </inkml:context>
    <inkml:brush xml:id="br0">
      <inkml:brushProperty name="width" value="0.025" units="cm"/>
      <inkml:brushProperty name="height" value="0.025" units="cm"/>
    </inkml:brush>
  </inkml:definitions>
  <inkml:trace contextRef="#ctx0" brushRef="#br0">255 0 1640,'0'0'16929,"-27"9"-16409,-84 28-220,105-35-263,0 0-1,0 0 0,1 1 0,-1 0 0,0 0 1,1 0-1,0 1 0,0 0 0,0 0 0,-7 7 1,-6 6 69,17-16-116,0-1 1,0 0 0,0 1 0,0-1-1,1 0 1,-1 1 0,0-1 0,0 1-1,1-1 1,-1 1 0,0 0 0,1-1-1,-1 1 1,1 0 0,-1-1 0,1 1-1,-1 0 1,1 0 0,-1-1 0,1 1-1,-1 0 1,1 0 0,0 0-1,0 0 1,0-1 0,-1 1 0,1 0-1,0 0 1,0 0 0,0 0 0,0 0-1,0 0 1,0-1 0,1 1 0,-1 0-1,0 0 1,0 0 0,1 0 0,-1 0-1,0-1 1,1 1 0,-1 0 0,1 0-1,-1-1 1,1 1 0,-1 0 0,1-1-1,0 1 1,-1 0 0,1-1 0,0 1-1,-1-1 1,1 1 0,0-1 0,0 1-1,0-1 1,-1 0 0,1 1 0,0-1-1,1 0 1,10 5-170,0-1 0,0 0 0,17 3 0,-20-5 323,3 1-123,40 14 43,-51-16-64,1-1 0,0 1 0,-1 0 0,1 0 1,-1 1-1,1-1 0,-1 0 0,1 0 0,-1 1 0,0-1 0,0 1 0,1-1 1,-1 1-1,0-1 0,-1 1 0,1 0 0,0-1 0,0 1 0,-1 0 1,1 0-1,-1-1 0,1 1 0,-1 0 0,0 3 0,-1-1 33,0-1-1,0 1 0,0 0 0,-1-1 1,1 1-1,-1 0 0,0-1 0,0 0 0,-1 0 1,1 1-1,-1-1 0,1 0 0,-1-1 1,0 1-1,0-1 0,0 1 0,-1-1 1,-6 4-1,-68 36 108,77-42-140,-31 18 8,-1-1 104,30-16-2698,14-10-3173,14-11-813</inkml:trace>
</inkml:ink>
</file>

<file path=ppt/ink/ink2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2.452"/>
    </inkml:context>
    <inkml:brush xml:id="br0">
      <inkml:brushProperty name="width" value="0.025" units="cm"/>
      <inkml:brushProperty name="height" value="0.025" units="cm"/>
    </inkml:brush>
  </inkml:definitions>
  <inkml:trace contextRef="#ctx0" brushRef="#br0">148 46 464,'0'0'19668,"-11"8"-18978,2-2-583,0 1 1,0 1-1,1 0 0,-10 11 1,14-15-87,1 1 1,-1-1 0,1 1-1,1 0 1,-1 0 0,1 0-1,-1 0 1,2 1 0,-1-1-1,0 1 1,1-1 0,0 1-1,0 10 1,2-15-28,1 0-1,-1 0 1,1 0 0,0 0-1,-1-1 1,1 1 0,0 0-1,0-1 1,0 1 0,-1-1-1,1 0 1,0 0 0,0 0-1,0 0 1,0 0 0,-1 0 0,4-1-1,37-2 225,-38 2-209,0-1-1,-1 0 1,1 0-1,0 0 1,-1 0 0,1 0-1,-1-1 1,0 0-1,0 0 1,0 0-1,0 0 1,0 0 0,-1 0-1,1-1 1,-1 0-1,0 1 1,0-1 0,3-7-1,-3 4 42,1 0-1,-1 0 0,-1-1 0,1 1 1,-1 0-1,-1 0 0,1-1 1,-1 1-1,0-1 0,-2-6 0,2 12-33,-1 0 0,0 0-1,0 0 1,1 0-1,-1 0 1,-1 0-1,1 1 1,0-1-1,0 0 1,-1 1-1,1-1 1,-1 1-1,1-1 1,-1 1-1,1 0 1,-1 0 0,0 0-1,0 0 1,0 0-1,0 0 1,0 0-1,0 0 1,0 1-1,0-1 1,0 1-1,-3-1 1,-62-3-340,55 4 150,-5-1-228,-22 2-1510,38-1 1773,0 0 1,1 0 0,-1 0 0,0 0-1,0 0 1,0 1 0,0-1 0,1 0-1,-1 0 1,0 1 0,0-1 0,1 1-1,-1-1 1,0 1 0,0-1-1,1 1 1,-1-1 0,1 1 0,-1 0-1,1-1 1,-1 1 0,1 0 0,-1 0-1,1-1 1,-1 1 0,1 0 0,0 0-1,-1 0 1,1-1 0,0 1 0,0 0-1,0 0 1,0 1 0,0 14-4043,0-3-343</inkml:trace>
</inkml:ink>
</file>

<file path=ppt/ink/ink2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2.789"/>
    </inkml:context>
    <inkml:brush xml:id="br0">
      <inkml:brushProperty name="width" value="0.025" units="cm"/>
      <inkml:brushProperty name="height" value="0.025" units="cm"/>
    </inkml:brush>
  </inkml:definitions>
  <inkml:trace contextRef="#ctx0" brushRef="#br0">38 127 1640,'0'3'12863,"2"17"-10456,12 19 1017,-11-33-3124,0 0-1,-1 0 0,0 1 0,0-1 0,0 0 1,1 10-1,-3-15-92,0-4-159,1 0 1,0-1 0,-1 1 0,1 0 0,-1 0 0,0-1-1,0 1 1,0 0 0,-1 0 0,1 0 0,-1-1 0,0 1-1,-1-4 1,-17-41-76,6 21 50,1-1 1,-12-40-1,24 67-187,0 0-1,0 0 0,-1 1 0,1-1 0,0 0 1,0 0-1,0 1 0,0-1 0,0 0 0,1 1 1,-1-1-1,0 0 0,0 0 0,0 1 0,1-1 1,-1 0-1,0 1 0,1-1 0,-1 0 1,0 1-1,1-1 0,-1 1 0,1-1 0,-1 1 1,1-1-1,-1 1 0,1-1 0,-1 1 0,1-1 1,0 1-1,-1 0 0,1-1 0,0 1 0,-1 0 1,1-1-1,0 1 0,-1 0 0,1 0 1,0 0-1,0 0 0,-1 0 0,2 0 0,41 0-3009,-27 1 1481,22-1-3195</inkml:trace>
</inkml:ink>
</file>

<file path=ppt/ink/ink2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3.068"/>
    </inkml:context>
    <inkml:brush xml:id="br0">
      <inkml:brushProperty name="width" value="0.025" units="cm"/>
      <inkml:brushProperty name="height" value="0.025" units="cm"/>
    </inkml:brush>
  </inkml:definitions>
  <inkml:trace contextRef="#ctx0" brushRef="#br0">90 0 2609,'0'0'16842,"-6"32"-15208,-39 227 1249,33-131-2028,11-72-2920,-18-39-11318,13-15 4816</inkml:trace>
</inkml:ink>
</file>

<file path=ppt/ink/ink2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3.299"/>
    </inkml:context>
    <inkml:brush xml:id="br0">
      <inkml:brushProperty name="width" value="0.025" units="cm"/>
      <inkml:brushProperty name="height" value="0.025" units="cm"/>
    </inkml:brush>
  </inkml:definitions>
  <inkml:trace contextRef="#ctx0" brushRef="#br0">0 33 936,'0'0'22661,"97"-32"-21861,-72 32-320,7 0-272,-6 0-160,6 0-48,0 0-72,7 0-328,6 0-696,6 6-1256,-13 1-2233,-6-4-1705</inkml:trace>
</inkml:ink>
</file>

<file path=ppt/ink/ink2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3.703"/>
    </inkml:context>
    <inkml:brush xml:id="br0">
      <inkml:brushProperty name="width" value="0.025" units="cm"/>
      <inkml:brushProperty name="height" value="0.025" units="cm"/>
    </inkml:brush>
  </inkml:definitions>
  <inkml:trace contextRef="#ctx0" brushRef="#br0">0 91 1256,'0'0'14247,"8"6"-13000,-3-1-1011,1-1 0,-1 0 0,1 0 0,0 0 0,0-1 1,0 0-1,0 0 0,1-1 0,-1 0 0,1 0 0,0 0 0,0-1 0,-1 0 0,1 0 0,11 0 0,-11-1-198,1 1-1,-1-1 1,0 0 0,0-1 0,0 0-1,0 0 1,0-1 0,0 1-1,0-1 1,0-1 0,0 0 0,-1 0-1,1 0 1,-1 0 0,0-1-1,0 0 1,0-1 0,-1 1-1,1-1 1,-1 0 0,6-8 0,-10 11-21,1-1 0,-1 0 0,1 1 0,-1-1 1,0 0-1,0 0 0,-1 0 0,1 0 0,0 0 1,-1 0-1,0 0 0,0 0 0,0 0 1,0-4-1,0 6-7,0-1-1,0 1 1,-1 0 0,1 0 0,0-1 0,-1 1-1,1 0 1,-1 0 0,1-1 0,-1 1 0,1 0 0,-1 0-1,0 0 1,0 0 0,0 0 0,1 0 0,-1 0 0,0 0-1,0 0 1,0 1 0,0-1 0,-1 0 0,1 0-1,0 1 1,0-1 0,0 1 0,0-1 0,-1 1 0,1 0-1,0-1 1,-1 1 0,1 0 0,-2 0 0,-12-1-14,0 2 0,1 0 0,-1 0 0,0 1 0,1 1 1,-23 7-1,33-8-2,0 0 0,0 0 0,0 0 0,0 0 0,0 1 0,1-1 0,-1 1 0,1 0 0,0 0 0,0 0 0,0 1 0,0-1 1,1 1-1,-1-1 0,1 1 0,0 0 0,0 0 0,0 0 0,1 0 0,-1 0 0,1 0 0,0 1 0,0-1 0,1 0 0,-1 1 0,1-1 0,0 8 0,0-8-113,0 0 0,0 0 0,0 0 0,0 1 0,1-1 0,0 0 0,0 0 0,0 0 0,0 0 0,0 0 0,1 0 1,0 0-1,0-1 0,0 1 0,0-1 0,0 1 0,1-1 0,0 0 0,0 0 0,0 0 0,0 0 0,0 0 0,0-1 0,1 1 0,-1-1 0,1 0 0,0 0 0,-1 0 0,1-1 0,0 1 0,7 1 0,9 3-1976,0 0 1,1-2-1,36 4 1,6-6-4811</inkml:trace>
</inkml:ink>
</file>

<file path=ppt/ink/ink2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2:24.264"/>
    </inkml:context>
    <inkml:brush xml:id="br0">
      <inkml:brushProperty name="width" value="0.025" units="cm"/>
      <inkml:brushProperty name="height" value="0.025" units="cm"/>
    </inkml:brush>
  </inkml:definitions>
  <inkml:trace contextRef="#ctx0" brushRef="#br0">342 485 96,'0'0'18660,"-29"-16"-17297,-92-46-622,117 59-689,-1 1-1,-1-1 0,1 1 0,0 0 1,0 0-1,-1 1 0,1-1 0,-1 1 0,0 0 1,1 1-1,-1 0 0,1-1 0,-1 2 0,0-1 1,1 1-1,-1 0 0,0 0 0,1 0 0,-7 3 1,9-3-23,-1 1 17,-1 0 0,1-1 0,1 2 0,-1-1 0,0 0 0,1 1 0,-1 0 0,1 0 0,-1 0 1,1 0-1,0 0 0,1 1 0,-1-1 0,1 1 0,-1 0 0,1 0 0,0 0 0,-2 5 0,2-2 1,0 0 0,0 0 0,0 1 0,1-1 0,0 0 0,0 1 0,1-1 0,0 1 0,0-1 0,2 9 0,-1-13-39,1 0 0,-1-1 0,0 1 0,1 0 0,0-1 0,0 1 0,-1-1 0,2 0 0,-1 0 0,0 0 0,0 0 0,1 0 0,-1 0 0,1 0 0,-1-1 0,1 1 0,0-1 0,0 0 0,-1 0 0,1 0 1,0 0-1,6 1 0,4 1 18,-1 0 0,1-1 0,25 1 1,-36-3-26,13 0 2,-1 0 1,1-1 0,17-4 0,-26 4-14,-1-1 0,0 0 1,0 0-1,0 0 0,0-1 1,-1 1-1,1-1 0,-1 0 1,1-1-1,-1 1 0,7-8 1,19-24-186,-1-1 0,-2-2 0,-1 0 0,-2-2 0,-2-1 0,-2 0 1,24-73-1,-36 90 494,-2 0 0,-1-1 0,-1 0 0,-1 0 1,-1-28-1,-3 57-252,-1 1 1,0-1-1,0 0 0,0 1 1,0-1-1,0 0 1,-1 0-1,0-1 0,0 1 1,-4 3-1,-9 14 159,-1 7 69,2 1 1,0 0 0,2 1 0,2 0 0,0 1-1,2 1 1,2-1 0,0 1 0,2 1 0,0 35 0,4-38-165,1-16-72,-1 1 0,2 0 0,0 0 0,6 26 0,-6-37-37,1 1 0,0 0 0,0 0 0,0-1 0,1 1 0,-1-1 0,1 0 0,0 0 0,1 0 0,-1 0 0,1 0 0,-1-1 1,1 1-1,0-1 0,0 0 0,1 0 0,-1-1 0,5 3 0,2-1 1,0 1 1,1-2-1,-1 0 1,1 0-1,-1-1 0,1 0 1,0-1-1,0-1 1,15 0-1,-8-2-1044,0 0 0,1-1 0,-1 0-1,34-13 1,-19 3-4853</inkml:trace>
</inkml:ink>
</file>

<file path=ppt/ink/ink2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17.860"/>
    </inkml:context>
    <inkml:brush xml:id="br0">
      <inkml:brushProperty name="width" value="0.025" units="cm"/>
      <inkml:brushProperty name="height" value="0.025" units="cm"/>
    </inkml:brush>
  </inkml:definitions>
  <inkml:trace contextRef="#ctx0" brushRef="#br0">14 25 3745,'0'0'7248,"20"-12"-4151,-13 0-9,-7 19 552,-2 15-3329,3 16 171,0-19-375,-1 1-1,0-1 1,-2 0 0,0 1 0,-9 33-1,8-30-104,-2 4-921,5-26 694,0-1 0,-1 1 0,1-1 0,0 0 0,0 1 0,-1-1-1,1 1 1,0-1 0,-1 0 0,1 1 0,0-1 0,-1 0 0,1 1-1,-1-1 1,1 0 0,-1 0 0,1 1 0,-1-1 0,1 0 0,0 0-1,-1 0 1,1 0 0,-1 0 0,1 1 0,-2-1 0,-4 0-4702</inkml:trace>
</inkml:ink>
</file>

<file path=ppt/ink/ink2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18.107"/>
    </inkml:context>
    <inkml:brush xml:id="br0">
      <inkml:brushProperty name="width" value="0.025" units="cm"/>
      <inkml:brushProperty name="height" value="0.025" units="cm"/>
    </inkml:brush>
  </inkml:definitions>
  <inkml:trace contextRef="#ctx0" brushRef="#br0">1 32 3305,'0'0'18484,"0"-32"-18484,6 32-144,0 13-80,1 3-897,-7 19-1391,0-6-2785,0 0-2953</inkml:trace>
</inkml:ink>
</file>

<file path=ppt/ink/ink2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18.759"/>
    </inkml:context>
    <inkml:brush xml:id="br0">
      <inkml:brushProperty name="width" value="0.025" units="cm"/>
      <inkml:brushProperty name="height" value="0.025" units="cm"/>
    </inkml:brush>
  </inkml:definitions>
  <inkml:trace contextRef="#ctx0" brushRef="#br0">1 55 3001,'0'0'9762,"8"-2"-8422,-2 0-1142,7-1 995,1 0-1,0 0 1,21 0 0,-35 3-1162,1 0 0,0 1-1,0-1 1,0 1 0,-1-1-1,1 1 1,0-1 0,-1 1 0,1 0-1,0-1 1,-1 1 0,1 0 0,-1-1-1,1 1 1,-1 0 0,1 0-1,-1-1 1,1 1 0,-1 0 0,0 0-1,0 0 1,1 0 0,-1 0 0,0-1-1,0 1 1,0 0 0,0 0-1,0 0 1,0 0 0,0 1 0,0 37 319,-1-28-203,1-10-171,0-1 1,0 1-1,0-1 0,0 1 1,0 0-1,0-1 1,0 1-1,0-1 1,1 1-1,-1 0 0,0-1 1,0 1-1,0-1 1,1 1-1,-1-1 1,0 1-1,1-1 1,-1 1-1,0-1 0,1 1 1,-1-1-1,1 1 1,-1-1-1,0 0 1,1 1-1,-1-1 0,1 0 1,-1 1-1,1-1 1,0 0-1,-1 0 1,1 1-1,-1-1 0,1 0 1,-1 0-1,1 0 1,0 0-1,-1 0 1,1 0-1,-1 0 1,1 0-1,0 0 0,-1 0 1,1 0-1,-1 0 1,1 0-1,-1-1 1,1 1-1,0 0 0,-1 0 1,1-1-1,-1 1 1,1 0-1,-1-1 1,1 1-1,43-27-376,-26 15 323,133-74 288,-149 161 2370,-2-74-2635,0 28-1581,0-19-1775,0-1-3422</inkml:trace>
</inkml:ink>
</file>

<file path=ppt/ink/ink2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19.072"/>
    </inkml:context>
    <inkml:brush xml:id="br0">
      <inkml:brushProperty name="width" value="0.025" units="cm"/>
      <inkml:brushProperty name="height" value="0.025" units="cm"/>
    </inkml:brush>
  </inkml:definitions>
  <inkml:trace contextRef="#ctx0" brushRef="#br0">46 0 1816,'0'0'18870,"1"22"-17554,2 4-944,-2-13-188,1 1 0,-1-1 0,-1 1 0,-1-1 0,0 1 0,0-1 0,-6 22 0,-5 8 84,2 1-1,2-1 0,1 1 0,1 48 1,6-91-326,0 0 0,1 0-1,-1 0 1,0 0 0,1 0 0,-1 0 0,1-1 0,-1 1 0,1 0 0,-1 0 0,1 0-1,-1-1 1,1 1 0,0 0 0,0-1 0,-1 1 0,1-1 0,0 1 0,0 0 0,0-1 0,0 0-1,-1 1 1,1-1 0,0 0 0,0 1 0,0-1 0,0 0 0,0 0 0,0 0 0,0 0 0,1 0-1,37 2-1798,-31-3 1339,29 1-2637,-9-3-2419</inkml:trace>
</inkml:ink>
</file>

<file path=ppt/ink/ink2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19.256"/>
    </inkml:context>
    <inkml:brush xml:id="br0">
      <inkml:brushProperty name="width" value="0.025" units="cm"/>
      <inkml:brushProperty name="height" value="0.025" units="cm"/>
    </inkml:brush>
  </inkml:definitions>
  <inkml:trace contextRef="#ctx0" brushRef="#br0">0 4 2537,'0'0'17315,"167"-3"-17043,-103 3-272,26 0-968,-13 0-1921,-6 6-5984</inkml:trace>
</inkml:ink>
</file>

<file path=ppt/ink/ink2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19.895"/>
    </inkml:context>
    <inkml:brush xml:id="br0">
      <inkml:brushProperty name="width" value="0.025" units="cm"/>
      <inkml:brushProperty name="height" value="0.025" units="cm"/>
    </inkml:brush>
  </inkml:definitions>
  <inkml:trace contextRef="#ctx0" brushRef="#br0">1 161 3649,'0'0'13425,"4"-10"-12515,15-31-43,-18 39-752,1 0 0,-1 0 0,0 1 0,1-1 1,-1 1-1,1-1 0,-1 1 0,1 0 0,0 0 1,0 0-1,-1 0 0,1 0 0,0 0 0,0 0 0,0 0 1,0 1-1,0-1 0,4 0 0,37 1 1227,-31 1-965,-10-1-325,0 0 1,1 0-1,-1 1 0,0-1 0,0 1 0,0-1 0,0 1 1,0 0-1,0 0 0,0 0 0,0 0 0,0 0 0,0 0 0,0 1 1,0-1-1,-1 0 0,1 1 0,1 2 0,1 1 35,-1 0 0,0 0 0,0 0-1,0 0 1,-1 0 0,4 11 0,-2-1 66,0 1 0,-1-1 0,-1 1-1,0 22 1,-2 24 2,13-68-540,75-92-604,23-23 448,-98 108 519,1 1-1,1 1 1,0 0-1,1 1 1,0 0-1,26-11 1,-41 21 42,-1 0 0,1-1 0,-1 1-1,1 0 1,-1 0 0,1 0 0,0 0 0,-1 0 0,1 0 0,-1 0 0,1 0 0,-1 0 0,1 0 0,-1 0 0,1 0 0,-1 0 0,1 0 0,0 0 0,-1 0 0,1 1 0,-1-1 0,1 0 0,-1 0 0,0 1 0,1-1 0,-1 0 0,1 1-1,-1-1 1,1 0 0,-1 1 0,1 0 0,6 21 536,-7 41 527,-1-44-549,0 0-165,3 29 621,-2-46-983,0 0 0,0-1 1,1 1-1,-1 0 0,1-1 0,0 1 0,0 0 0,-1-1 0,1 1 0,0-1 0,0 1 0,0-1 0,0 0 0,1 1 0,-1-1 0,0 0 0,1 0 0,-1 0 0,0 0 0,1 0 0,-1 0 0,3 1 1,54 17-2996,-20-10-2144,-12-5-2338</inkml:trace>
</inkml:ink>
</file>

<file path=ppt/ink/ink2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0.312"/>
    </inkml:context>
    <inkml:brush xml:id="br0">
      <inkml:brushProperty name="width" value="0.025" units="cm"/>
      <inkml:brushProperty name="height" value="0.025" units="cm"/>
    </inkml:brush>
  </inkml:definitions>
  <inkml:trace contextRef="#ctx0" brushRef="#br0">0 63 2737,'0'0'13648,"28"0"-11289,24-11-392,67-4 0,-71 10-1869,0-1 0,48-14 1,-73 15-381,-25 11-1207,-42 21-1318,43-27 2799,-114 61-8522,62-35 729</inkml:trace>
</inkml:ink>
</file>

<file path=ppt/ink/ink2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0.575"/>
    </inkml:context>
    <inkml:brush xml:id="br0">
      <inkml:brushProperty name="width" value="0.025" units="cm"/>
      <inkml:brushProperty name="height" value="0.025" units="cm"/>
    </inkml:brush>
  </inkml:definitions>
  <inkml:trace contextRef="#ctx0" brushRef="#br0">1 52 2817,'0'0'16488,"13"-1"-15075,292-45 3122,-265 42-8945,-32 4-110</inkml:trace>
</inkml:ink>
</file>

<file path=ppt/ink/ink2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2.228"/>
    </inkml:context>
    <inkml:brush xml:id="br0">
      <inkml:brushProperty name="width" value="0.025" units="cm"/>
      <inkml:brushProperty name="height" value="0.025" units="cm"/>
    </inkml:brush>
  </inkml:definitions>
  <inkml:trace contextRef="#ctx0" brushRef="#br0">432 0 1504,'0'0'10796,"3"4"-9266,-2-3-1169,10 10-225,-7-1 2830,-37 10-1586,-2 4-1130,1 3 0,1 0 0,2 2 0,-36 42 0,-97 141 166,158-203-365,0 0 0,0 0 0,1 0 0,0 1 0,0 0 0,1 0 0,0 0 1,1 0-1,0 1 0,1-1 0,0 1 0,1 0 0,0 0 0,1-1 0,0 1 0,2 15 0,-1-22-40,1 1-1,0 0 0,0-1 1,0 1-1,1-1 1,-1 0-1,1 1 0,0-1 1,0-1-1,1 1 1,-1 0-1,1-1 1,0 0-1,0 0 0,0 0 1,0 0-1,9 4 1,-4-3 14,-1 0 1,1 0 0,0-1-1,0 0 1,0-1 0,0 0 0,1 0-1,15 0 1,-22-2-11,0 0 0,0-1 0,0 1-1,0-1 1,-1 1 0,1-1 0,0 0 0,0 0 0,-1 0 0,1-1 0,-1 1 0,1-1-1,-1 1 1,0-1 0,1 0 0,-1 0 0,0 0 0,0 0 0,0 0 0,0 0-1,-1-1 1,1 1 0,-1-1 0,1 1 0,-1-1 0,0 1 0,0-1 0,1-4 0,2-6 197,-2 1 1,1-1-1,-2 0 1,1 1-1,-2-19 1,0 28-176,-1 0 1,1 0-1,-1 0 0,0 0 1,0 0-1,0 1 0,-1-1 1,1 0-1,0 0 1,-1 1-1,0-1 0,0 1 1,0 0-1,0-1 0,0 1 1,0 0-1,0 0 0,-1 0 1,1 1-1,-1-1 1,0 0-1,1 1 0,-1 0 1,0 0-1,0 0 0,-3-1 1,1 0 76,0 0 0,0 1 0,0 0 1,0 0-1,0 0 0,0 1 0,0-1 1,-1 1-1,1 0 0,0 1 0,0 0 1,0-1-1,0 1 0,0 1 0,-7 2 1,5 1-1348,12-2 126,25-4-3015,-13 0-1264,2 1-5743</inkml:trace>
</inkml:ink>
</file>

<file path=ppt/ink/ink2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2.586"/>
    </inkml:context>
    <inkml:brush xml:id="br0">
      <inkml:brushProperty name="width" value="0.025" units="cm"/>
      <inkml:brushProperty name="height" value="0.025" units="cm"/>
    </inkml:brush>
  </inkml:definitions>
  <inkml:trace contextRef="#ctx0" brushRef="#br0">1 28 1168,'0'0'26601,"0"-5"-25373,0 5-1340,2-18 1479,-2 18-1366,0 0 0,0 0 0,1 1 0,-1-1 0,0 0 0,0 0 0,0 0 0,0 0 0,0 1 0,1-1 0,-1 0 0,0 0 0,0 0 0,0 0 0,1 0 0,-1 0 0,0 0 0,0 0 0,1 1-1,-1-1 1,0 0 0,0 0 0,0 0 0,1 0 0,-1 0 0,0 0 0,0 0 0,1 0 0,-1 0 0,0-1 0,0 1 0,0 0 0,1 0 0,-1 0 0,0 0 0,0 0 0,0 0 0,1 0 0,-1 0 0,0-1 0,0 1 0,0 0 0,1 0 0,-1 0 0,0 0-1,0-1 1,0 1 0,0 0 0,0 0 0,0 0 0,1-1 0,-1 1 0,0 0 0,0 0 0,0 0 0,0-1 0,0 1 0,0 0 0,0 0 0,0-1 0,0 1 0,0 0 0,0 0 0,0 0 0,0-1 0,1 5-694,0 1 0,0 0 0,-1-1 0,1 1 0,-1-1 1,0 1-1,-1 0 0,0 6 0,0 7-4890,1 1-3288</inkml:trace>
</inkml:ink>
</file>

<file path=ppt/ink/ink2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2.878"/>
    </inkml:context>
    <inkml:brush xml:id="br0">
      <inkml:brushProperty name="width" value="0.025" units="cm"/>
      <inkml:brushProperty name="height" value="0.025" units="cm"/>
    </inkml:brush>
  </inkml:definitions>
  <inkml:trace contextRef="#ctx0" brushRef="#br0">225 0 1592,'0'0'22573,"-64"64"-22453,31-25-120,-18 25-184,6-9-1824,13-7-5618</inkml:trace>
</inkml:ink>
</file>

<file path=ppt/ink/ink2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6.816"/>
    </inkml:context>
    <inkml:brush xml:id="br0">
      <inkml:brushProperty name="width" value="0.025" units="cm"/>
      <inkml:brushProperty name="height" value="0.025" units="cm"/>
    </inkml:brush>
  </inkml:definitions>
  <inkml:trace contextRef="#ctx0" brushRef="#br0">443 202 3209,'0'0'5953,"10"-5"-5252,57-29 708,-65 32-1187,0 0 0,0 1 0,0-1 0,0 0 0,-1-1 1,1 1-1,-1 0 0,1 0 0,-1 0 0,0-1 0,0 1 0,0-1 1,0 1-1,-1-1 0,1 1 0,-1-1 0,1 0 0,-1 1 0,0-1 0,0 0 1,0-4-1,0 3-138,0-1 1,-1 1-1,1 0 1,-1-1-1,0 1 1,0 0-1,0-1 1,0 1-1,-1 0 1,0 0-1,0 0 1,-2-4-1,0 4-71,0 0 0,0 0 0,0 0 0,0 1 0,-1 0 0,0-1 0,1 2 0,-1-1 0,0 1 0,0-1 0,-10-2 0,2 3 31,0 0 1,0 0 0,-25 1 0,33 2-36,1-1 1,0 1-1,0 0 1,-1 0 0,1 1-1,0-1 1,0 1-1,0 0 1,1 0-1,-1 0 1,0 0 0,1 1-1,-1 0 1,1-1-1,0 1 1,0 0-1,-4 6 1,-1 1 57,1 0 0,0 0 0,0 1 0,-9 21 0,-10 33 538,3 2 1,-21 96-1,-9 141 1387,38-150-986,8 263 0,9-237-698,-2-180-279,-11-6-141,1-8-950,0 0 0,1-1 1,1 0-1,1-1 0,-9-25 1,3 8-1778,-5-5-2766</inkml:trace>
</inkml:ink>
</file>

<file path=ppt/ink/ink2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7.033"/>
    </inkml:context>
    <inkml:brush xml:id="br0">
      <inkml:brushProperty name="width" value="0.025" units="cm"/>
      <inkml:brushProperty name="height" value="0.025" units="cm"/>
    </inkml:brush>
  </inkml:definitions>
  <inkml:trace contextRef="#ctx0" brushRef="#br0">0 106 7114,'0'0'11730,"206"-38"-10978,-161 34-128,0-2-296,-1 0-184,-5 2-144,-1-2-32,-5 0-376,11-7-1144,-11 3-2465,5-3-3576</inkml:trace>
</inkml:ink>
</file>

<file path=ppt/ink/ink2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7.456"/>
    </inkml:context>
    <inkml:brush xml:id="br0">
      <inkml:brushProperty name="width" value="0.025" units="cm"/>
      <inkml:brushProperty name="height" value="0.025" units="cm"/>
    </inkml:brush>
  </inkml:definitions>
  <inkml:trace contextRef="#ctx0" brushRef="#br0">178 1 8450,'0'0'11285,"-24"15"-10662,-73 49-110,93-61-468,-1 0 0,1 0 0,0 1 0,1-1-1,-1 1 1,1 0 0,-1 0 0,1 0 0,0 0 0,0 1 0,1-1 0,0 1-1,-1-1 1,2 1 0,-1 0 0,0 0 0,1 0 0,0 0 0,0 0 0,0 0-1,1 0 1,0 1 0,0-1 0,0 0 0,2 10 0,0 11 39,-2-23-79,0 0-1,0 0 0,1-1 1,0 1-1,-1 0 1,1 0-1,0-1 1,0 1-1,1-1 1,-1 1-1,0-1 1,1 1-1,0-1 1,-1 0-1,1 1 0,0-1 1,0 0-1,0-1 1,1 1-1,-1 0 1,0 0-1,1-1 1,-1 0-1,1 1 1,-1-1-1,1 0 0,0 0 1,-1 0-1,1-1 1,4 2-1,9 1 27,-1-1 0,1 0 0,32-1-1,-41-1 5,-3 0-29,-1 0 1,1 0-1,0-1 0,-1 1 1,1-1-1,0 0 0,-1 0 1,1 0-1,-1 0 0,1-1 1,-1 0-1,0 0 0,0 1 1,1-2-1,-1 1 0,-1 0 1,1-1-1,4-4 0,-3 2 0,-1 0-1,0 0 1,0-1-1,0 1 0,0-1 1,-1 1-1,0-1 1,0 0-1,-1 0 1,2-11-1,-2 7-3,0 0 1,-1 0-1,0 0 1,0 1-1,-1-1 1,0 0-1,-1 0 1,0 0-1,-1 1 1,0-1-1,-1 1 1,1 0-1,-2 0 1,-5-9 0,8 14-42,-1 1 1,1-1 0,-1 1-1,0 0 1,0 0 0,0 0-1,-1 0 1,1 1 0,-1-1 0,0 1-1,1 0 1,-1 0 0,0 0-1,0 1 1,0-1 0,0 1 0,0 0-1,-1 0 1,1 1 0,-7-1-1,9 16-4795,2-1-1401</inkml:trace>
</inkml:ink>
</file>

<file path=ppt/ink/ink2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7.832"/>
    </inkml:context>
    <inkml:brush xml:id="br0">
      <inkml:brushProperty name="width" value="0.025" units="cm"/>
      <inkml:brushProperty name="height" value="0.025" units="cm"/>
    </inkml:brush>
  </inkml:definitions>
  <inkml:trace contextRef="#ctx0" brushRef="#br0">1 177 7770,'0'0'13098,"9"17"-12171,5 6-664,-1-2 46,-1 1 0,16 36 0,-34-72 245,-3-7-427,0 1 0,2-1 0,1-1 0,-7-33 0,12 45-96,1 1-1,-1-1 1,1 1-1,1 0 1,0-1-1,0 1 1,1 0-1,0 0 1,1-1-1,4-9 1,-5 15-115,0 0 1,0 1-1,1 0 0,0-1 1,-1 1-1,1 0 1,0 0-1,1 1 1,-1-1-1,0 1 0,1-1 1,-1 1-1,1 0 1,0 0-1,0 1 1,0-1-1,0 1 0,0 0 1,0 0-1,0 0 1,0 0-1,0 1 0,0 0 1,1-1-1,4 2 1,14-1-2933,-3 3-2774</inkml:trace>
</inkml:ink>
</file>

<file path=ppt/ink/ink2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8.268"/>
    </inkml:context>
    <inkml:brush xml:id="br0">
      <inkml:brushProperty name="width" value="0.025" units="cm"/>
      <inkml:brushProperty name="height" value="0.025" units="cm"/>
    </inkml:brush>
  </inkml:definitions>
  <inkml:trace contextRef="#ctx0" brushRef="#br0">521 0 8554,'0'0'9647,"-32"10"-8471,-106 39-263,125-43-773,1 0 1,0 0 0,0 1 0,1 1 0,0 0-1,0 1 1,1 0 0,-17 18 0,8-7 93,-3 3-141,1 1-1,1 0 1,2 2 0,0 0-1,2 1 1,0 1-1,2 0 1,2 1-1,0 1 1,2 0 0,1 0-1,2 1 1,1 0-1,1 0 1,1 0-1,2 57 1,2-74-95,0-1-1,1 1 1,0 0-1,1-1 1,5 16 0,-6-24-1,1 0 0,0 0 0,1 0 0,-1 0 0,1-1 1,0 0-1,0 1 0,1-1 0,-1 0 0,1 0 0,0-1 1,0 1-1,0-1 0,0 0 0,1 0 0,6 3 0,4 1-196,1-1-1,0 0 0,0-1 0,0-1 1,0-1-1,1 0 0,0-1 1,20-1-1,-12-1-2248,-1-1 0,39-6-1,-23-4-5366</inkml:trace>
</inkml:ink>
</file>

<file path=ppt/ink/ink2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8.532"/>
    </inkml:context>
    <inkml:brush xml:id="br0">
      <inkml:brushProperty name="width" value="0.025" units="cm"/>
      <inkml:brushProperty name="height" value="0.025" units="cm"/>
    </inkml:brush>
  </inkml:definitions>
  <inkml:trace contextRef="#ctx0" brushRef="#br0">0 1 6129,'0'0'17572,"0"154"-17412,0-135-152,0-10 0,0-2-8,0-4-672,0-22-14435</inkml:trace>
</inkml:ink>
</file>

<file path=ppt/ink/ink2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8.688"/>
    </inkml:context>
    <inkml:brush xml:id="br0">
      <inkml:brushProperty name="width" value="0.025" units="cm"/>
      <inkml:brushProperty name="height" value="0.025" units="cm"/>
    </inkml:brush>
  </inkml:definitions>
  <inkml:trace contextRef="#ctx0" brushRef="#br0">0 0 8242,'0'0'9314,"0"151"-19780</inkml:trace>
</inkml:ink>
</file>

<file path=ppt/ink/ink2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9.170"/>
    </inkml:context>
    <inkml:brush xml:id="br0">
      <inkml:brushProperty name="width" value="0.025" units="cm"/>
      <inkml:brushProperty name="height" value="0.025" units="cm"/>
    </inkml:brush>
  </inkml:definitions>
  <inkml:trace contextRef="#ctx0" brushRef="#br0">0 17 9378,'0'0'14292,"8"3"-13561,93 50 145,-98-52-903,-1 0 0,0 0-1,0-1 1,0 1 0,0-1-1,0 0 1,0 0 0,1 0-1,-1 0 1,0 0 0,0 0-1,0 0 1,1-1 0,-1 1-1,0-1 1,0 1 0,0-1-1,0 0 1,0 0-1,0 0 1,0 0 0,2-2-1,41-36-959,-26 21 779,-13 12-15,1 3 1285,-6 20-238,-1-15-825,0 1 1,0 0-1,0-1 0,0 1 1,0-1-1,1 1 1,-1-1-1,1 1 0,0-1 1,0 1-1,0-1 0,0 0 1,0 1-1,0-1 0,2 2 1,1-1-726,0 1 0,0-1 1,0-1-1,0 1 0,0-1 0,8 4 1,-8-4-258,9 5-4193</inkml:trace>
</inkml:ink>
</file>

<file path=ppt/ink/ink2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9.497"/>
    </inkml:context>
    <inkml:brush xml:id="br0">
      <inkml:brushProperty name="width" value="0.025" units="cm"/>
      <inkml:brushProperty name="height" value="0.025" units="cm"/>
    </inkml:brush>
  </inkml:definitions>
  <inkml:trace contextRef="#ctx0" brushRef="#br0">84 0 3913,'0'0'21046,"-7"25"-19729,-49 175 753,49-163-1993,1 0 0,2 1 0,1 71 0,3-107-148,1-1 0,-1 1 0,1-1 0,-1 1 0,1-1 0,0 1 0,-1-1 0,1 1 0,0-1 0,0 0 0,0 0 0,0 1 0,1-1 0,-1 0 0,0 0 0,0 0 0,1 0 0,-1 0 0,0 0 0,1-1 0,-1 1 0,1 0 0,-1-1 0,1 1 0,-1-1 0,1 1 0,0-1 0,-1 0 0,1 0 0,2 0 0,25-1-4424,-27 0 3948,-1 1 1,1 0-1,-1-1 1,1 0-1,-1 1 1,1-1-1,-1 0 1,0 0-1,1 0 1,-1 1-1,0-1 1,0-1-1,0 1 1,2-1-1,4-14-9164</inkml:trace>
</inkml:ink>
</file>

<file path=ppt/ink/ink2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29.683"/>
    </inkml:context>
    <inkml:brush xml:id="br0">
      <inkml:brushProperty name="width" value="0.025" units="cm"/>
      <inkml:brushProperty name="height" value="0.025" units="cm"/>
    </inkml:brush>
  </inkml:definitions>
  <inkml:trace contextRef="#ctx0" brushRef="#br0">1 13 11426,'0'0'11187,"186"-6"-10731,-128 3-280,-13 0-176,25 3-144,-19 0-1440,-6 0-3802</inkml:trace>
</inkml:ink>
</file>

<file path=ppt/ink/ink2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0.417"/>
    </inkml:context>
    <inkml:brush xml:id="br0">
      <inkml:brushProperty name="width" value="0.025" units="cm"/>
      <inkml:brushProperty name="height" value="0.025" units="cm"/>
    </inkml:brush>
  </inkml:definitions>
  <inkml:trace contextRef="#ctx0" brushRef="#br0">0 177 7210,'0'0'9879,"22"-19"-9344,148-128 1230,-154 136-689,-9 13 22,-8 27 357,-2-8-1492,-2 134 655,5-154-617,0 1-83,0-1 0,1 1 0,-1-1-1,1 1 1,0-1 0,0 0 0,-1 1 0,1-1 0,0 0 0,0 1 0,0-1 0,0 0 0,1 0 0,-1 0 0,0 0 0,0 0 0,1 0 0,-1 0 0,0-1 0,1 1 0,-1 0-1,1-1 1,-1 1 0,1-1 0,-1 1 0,1-1 0,-1 0 0,1 0 0,0 0 0,-1 1 0,1-2 0,2 1 0,57-4-7878,-29-6-1955</inkml:trace>
</inkml:ink>
</file>

<file path=ppt/ink/ink2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0.666"/>
    </inkml:context>
    <inkml:brush xml:id="br0">
      <inkml:brushProperty name="width" value="0.025" units="cm"/>
      <inkml:brushProperty name="height" value="0.025" units="cm"/>
    </inkml:brush>
  </inkml:definitions>
  <inkml:trace contextRef="#ctx0" brushRef="#br0">7 4 12203,'0'0'12402,"-6"-4"-11370,6 17-4016,0 0-1177,0-3-2584</inkml:trace>
</inkml:ink>
</file>

<file path=ppt/ink/ink2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1.115"/>
    </inkml:context>
    <inkml:brush xml:id="br0">
      <inkml:brushProperty name="width" value="0.025" units="cm"/>
      <inkml:brushProperty name="height" value="0.025" units="cm"/>
    </inkml:brush>
  </inkml:definitions>
  <inkml:trace contextRef="#ctx0" brushRef="#br0">0 1 7586,'0'0'10108,"26"0"-9205,203 0 322,-183 0-1336,-45 0-401,-15 1-5221,-4 4 1172,-2 2-3384</inkml:trace>
</inkml:ink>
</file>

<file path=ppt/ink/ink2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1.365"/>
    </inkml:context>
    <inkml:brush xml:id="br0">
      <inkml:brushProperty name="width" value="0.025" units="cm"/>
      <inkml:brushProperty name="height" value="0.025" units="cm"/>
    </inkml:brush>
  </inkml:definitions>
  <inkml:trace contextRef="#ctx0" brushRef="#br0">0 1 1528,'43'96'5324,"-31"-78"3335,2-8-4346,-11-8-4195,1-1 0,-1 0 0,1-1 0,-1 1 0,1-1 0,-1 1 0,1-1 0,0 0 1,-1 0-1,5-1 0,2 0 1054,38 2-695,44-1 196,-33-13-6577,-46 9-155</inkml:trace>
</inkml:ink>
</file>

<file path=ppt/ink/ink2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2.097"/>
    </inkml:context>
    <inkml:brush xml:id="br0">
      <inkml:brushProperty name="width" value="0.025" units="cm"/>
      <inkml:brushProperty name="height" value="0.025" units="cm"/>
    </inkml:brush>
  </inkml:definitions>
  <inkml:trace contextRef="#ctx0" brushRef="#br0">7 5 1768,'0'0'13974,"0"-4"-7645,-7 575 2509,7-570-8102,0-14-2213,0-1-1829,0 9-2865</inkml:trace>
</inkml:ink>
</file>

<file path=ppt/ink/ink2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2.502"/>
    </inkml:context>
    <inkml:brush xml:id="br0">
      <inkml:brushProperty name="width" value="0.025" units="cm"/>
      <inkml:brushProperty name="height" value="0.025" units="cm"/>
    </inkml:brush>
  </inkml:definitions>
  <inkml:trace contextRef="#ctx0" brushRef="#br0">0 4 8650,'0'0'17244,"8"-3"-13681,-3 6-5038,-5 11-657,0-1-2535,0 2-1777</inkml:trace>
</inkml:ink>
</file>

<file path=ppt/ink/ink2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2.764"/>
    </inkml:context>
    <inkml:brush xml:id="br0">
      <inkml:brushProperty name="width" value="0.025" units="cm"/>
      <inkml:brushProperty name="height" value="0.025" units="cm"/>
    </inkml:brush>
  </inkml:definitions>
  <inkml:trace contextRef="#ctx0" brushRef="#br0">328 0 8690,'0'0'16859,"-90"151"-16506,64-129-265,-12 4-88,6 3-601,-26 19-1247,13-10-2569,7-2-2584</inkml:trace>
</inkml:ink>
</file>

<file path=ppt/ink/ink2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3.738"/>
    </inkml:context>
    <inkml:brush xml:id="br0">
      <inkml:brushProperty name="width" value="0.025" units="cm"/>
      <inkml:brushProperty name="height" value="0.025" units="cm"/>
    </inkml:brush>
  </inkml:definitions>
  <inkml:trace contextRef="#ctx0" brushRef="#br0">0 267 6121,'0'0'9922,"8"-3"-9227,20-11 161,1-1 0,-2-1-1,43-32 1,11-7-475,-9 4-283,-51 34-78,1 1 1,30-15 0,-55 36 195,0 0 0,0 0 1,1 0-1,0 0 0,0 0 0,0 1 1,1-1-1,-1 1 0,1-1 1,0 8-1,-8 79 144,9-85-341,0 1 0,1 0 0,-1 0 1,2-1-1,-1 1 0,1-1 0,1 1 0,-1-1 0,7 13 0,-7-17-55,0 1 0,1-1 0,0 1 0,-1-1 0,1 0 0,0 0 0,0 0 0,1-1-1,-1 1 1,0-1 0,1 0 0,0 0 0,-1 0 0,1 0 0,0 0 0,0-1 0,0 0 0,0 0-1,0 0 1,8 0 0,-3 0-750,0 0-1,0-1 0,0 0 1,0 0-1,13-3 1,5-11-5654</inkml:trace>
</inkml:ink>
</file>

<file path=ppt/ink/ink2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4.005"/>
    </inkml:context>
    <inkml:brush xml:id="br0">
      <inkml:brushProperty name="width" value="0.025" units="cm"/>
      <inkml:brushProperty name="height" value="0.025" units="cm"/>
    </inkml:brush>
  </inkml:definitions>
  <inkml:trace contextRef="#ctx0" brushRef="#br0">13 4 8618,'0'0'16139,"-13"-3"-15619,13 9-520,0 1-96,0 2-664,0 4-1328,0 0-2825,7 0-2945</inkml:trace>
</inkml:ink>
</file>

<file path=ppt/ink/ink2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34.964"/>
    </inkml:context>
    <inkml:brush xml:id="br0">
      <inkml:brushProperty name="width" value="0.025" units="cm"/>
      <inkml:brushProperty name="height" value="0.025" units="cm"/>
    </inkml:brush>
  </inkml:definitions>
  <inkml:trace contextRef="#ctx0" brushRef="#br0">535 1 5521,'0'0'11588,"-21"1"-9097,-202 85 885,158-63-3203,2 2 0,-83 48 1,130-60 443,16-12-608,0-1 0,0 0-1,0 1 1,0-1 0,0 0 0,0 0-1,0 1 1,0-1 0,0 0 0,0 0-1,0 1 1,1-1 0,-1 0 0,0 0-1,0 1 1,0-1 0,0 0 0,1 0-1,-1 0 1,0 1 0,0-1 0,0 0-1,1 0 1,-1 0 0,0 0 0,0 1-1,1-1 1,-1 0 0,0 0 0,0 0-1,1 0 1,-1 0 0,0 0 0,0 0-1,1 0 1,-1 0 0,1 0 0,47 2 174,-19-1-107,48 15-3,-6 0 628,1-3 0,125 6 1,-180-11 650</inkml:trace>
</inkml:ink>
</file>

<file path=ppt/ink/ink2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5.251"/>
    </inkml:context>
    <inkml:brush xml:id="br0">
      <inkml:brushProperty name="width" value="0.025" units="cm"/>
      <inkml:brushProperty name="height" value="0.025" units="cm"/>
    </inkml:brush>
  </inkml:definitions>
  <inkml:trace contextRef="#ctx0" brushRef="#br0">0 177 7258,'0'0'9864,"9"-6"-9477,-2 1-282,0 1 0,1 0 0,0 0 0,0 0 0,0 1 0,1 0-1,-1 1 1,1 0 0,-1 0 0,1 1 0,16-1 0,-14 2 149,1 0 111,0 0 0,0 0 1,-1 1-1,1 1 0,18 5 0,-27-7-330,-1 1 1,1 1-1,0-1 0,-1 0 0,1 1 0,-1-1 0,0 1 0,1 0 1,-1-1-1,0 1 0,0 0 0,0 1 0,0-1 0,-1 0 0,1 0 0,0 1 1,-1-1-1,0 1 0,0 0 0,1-1 0,-1 1 0,-1 0 0,1-1 1,0 1-1,-1 0 0,0 0 0,1 0 0,-1 0 0,0 3 0,0 20 110,1-19-110,0 0 1,-1 0 0,0 0 0,0 0 0,0 0-1,-1 0 1,0 0 0,-1 0 0,0 0-1,0-1 1,-4 11 0,3-11 613,5-16-241,-3-17-278,0 19-122,1 0 0,-1 0 0,1 0 0,1 0 1,-1-1-1,1 1 0,1 0 0,0 1 0,0-1 0,0 0 1,1 0-1,0 1 0,1 0 0,-1 0 0,10-13 1,4-1-41,1 2 1,0 0 0,2 1-1,21-16 1,-32 27 18,1 1 0,-1 0 0,1 1 0,0 0-1,0 1 1,1 0 0,-1 0 0,1 1 0,0 0 0,0 1 0,0 1 0,14-1 0,-24 3 16,1 0 0,-1 0-1,0 0 1,1 0 0,-1 0 0,0 1 0,0-1 0,0 1 0,0-1 0,0 0 0,0 1 0,-1 0-1,1-1 1,0 1 0,-1-1 0,1 1 0,-1 0 0,0 0 0,0-1 0,1 1 0,-1 0 0,0-1-1,-1 3 1,2 0 48,1 12 98,0-1 0,-1 1 0,-1-1 0,-2 23 0,0 2 198,-11 83 821,16-122-1121,1 1-1,-1-1 0,0 0 1,0 0-1,1 0 0,-1-1 1,0 1-1,1-1 1,-1 0-1,1 0 0,-1 0 1,7-1-1,3 1-34,-1 3-785,0 1 0,-1-1 0,1 2 0,-1 0 1,0 0-1,13 8 0,-8-3-1701,18 9-4466</inkml:trace>
</inkml:ink>
</file>

<file path=ppt/ink/ink2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6.529"/>
    </inkml:context>
    <inkml:brush xml:id="br0">
      <inkml:brushProperty name="width" value="0.025" units="cm"/>
      <inkml:brushProperty name="height" value="0.025" units="cm"/>
    </inkml:brush>
  </inkml:definitions>
  <inkml:trace contextRef="#ctx0" brushRef="#br0">0 1 13795,'0'0'13416,"6"0"-12716,15 0-72,-15 0 186,5 22-12642,-3-9 2289</inkml:trace>
</inkml:ink>
</file>

<file path=ppt/ink/ink2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6.728"/>
    </inkml:context>
    <inkml:brush xml:id="br0">
      <inkml:brushProperty name="width" value="0.025" units="cm"/>
      <inkml:brushProperty name="height" value="0.025" units="cm"/>
    </inkml:brush>
  </inkml:definitions>
  <inkml:trace contextRef="#ctx0" brushRef="#br0">193 0 12379,'0'0'10866,"-161"151"-10938,142-135-1776,6-3-4426</inkml:trace>
</inkml:ink>
</file>

<file path=ppt/ink/ink2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7.476"/>
    </inkml:context>
    <inkml:brush xml:id="br0">
      <inkml:brushProperty name="width" value="0.025" units="cm"/>
      <inkml:brushProperty name="height" value="0.025" units="cm"/>
    </inkml:brush>
  </inkml:definitions>
  <inkml:trace contextRef="#ctx0" brushRef="#br0">1 194 4561,'0'0'11490,"25"-13"-10753,175-99 502,-183 102-963,0 0 1,0-2 0,28-24-1,-56 48 391,1 0 1,0 1-1,1 0 0,-13 25 0,20-34-664,-1 1 1,1 0 0,0-1 0,0 1-1,0 0 1,0 0 0,1 0 0,0 1 0,0-1-1,1 0 1,-1 0 0,1 0 0,0 1-1,1-1 1,-1 0 0,1 0 0,0 1-1,0-1 1,1 0 0,-1 0 0,4 7-1,-3-9-20,1-1-1,-1 0 0,1 1 0,-1-1 0,1 0 0,-1 0 0,1 0 0,0-1 0,0 1 0,0-1 0,0 1 0,0-1 0,0 0 0,1 0 0,-1 0 0,0-1 0,5 1 0,65 0-1456,-44-2-131,17 1-2853</inkml:trace>
</inkml:ink>
</file>

<file path=ppt/ink/ink2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7.693"/>
    </inkml:context>
    <inkml:brush xml:id="br0">
      <inkml:brushProperty name="width" value="0.025" units="cm"/>
      <inkml:brushProperty name="height" value="0.025" units="cm"/>
    </inkml:brush>
  </inkml:definitions>
  <inkml:trace contextRef="#ctx0" brushRef="#br0">0 1 9434,'0'0'9170,"26"3"-10322,-7 16-1297,1-9-3168</inkml:trace>
</inkml:ink>
</file>

<file path=ppt/ink/ink2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8.006"/>
    </inkml:context>
    <inkml:brush xml:id="br0">
      <inkml:brushProperty name="width" value="0.025" units="cm"/>
      <inkml:brushProperty name="height" value="0.025" units="cm"/>
    </inkml:brush>
  </inkml:definitions>
  <inkml:trace contextRef="#ctx0" brushRef="#br0">91 1 7330,'0'0'14380,"-6"24"-13077,-1 4-956,-4 21 550,-9 71-1,21-64-625,0-45-266,0 0 0,-1-1-1,0 1 1,0 0 0,-1-1 0,-3 13-1,3-22-199,1 0 0,-1 0 0,1 0-1,0 0 1,-1 0 0,0 0 0,1-1-1,-1 1 1,1 0 0,-1 0 0,0-1-1,0 1 1,1-1 0,-1 1 0,0 0-1,0-1 1,0 1 0,0-1 0,0 0-1,1 1 1,-1-1 0,0 0 0,0 0-1,0 1 1,0-1 0,0 0 0,0 0-1,0 0 1,0 0 0,0 0 0,0 0 0,0 0-1,0-1 1,0 1 0,0 0 0,-1-1-1,-11-2-5130</inkml:trace>
</inkml:ink>
</file>

<file path=ppt/ink/ink2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8.210"/>
    </inkml:context>
    <inkml:brush xml:id="br0">
      <inkml:brushProperty name="width" value="0.025" units="cm"/>
      <inkml:brushProperty name="height" value="0.025" units="cm"/>
    </inkml:brush>
  </inkml:definitions>
  <inkml:trace contextRef="#ctx0" brushRef="#br0">1 17 9538,'0'0'11619,"167"9"-11275,-129-9-216,1 0-112,-1 0-16,1 0-336,6 0-1777,-7-13-3152,-6 0-4081</inkml:trace>
</inkml:ink>
</file>

<file path=ppt/ink/ink2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8.522"/>
    </inkml:context>
    <inkml:brush xml:id="br0">
      <inkml:brushProperty name="width" value="0.025" units="cm"/>
      <inkml:brushProperty name="height" value="0.025" units="cm"/>
    </inkml:brush>
  </inkml:definitions>
  <inkml:trace contextRef="#ctx0" brushRef="#br0">97 0 9154,'0'0'14576,"-11"29"-13603,-32 89-232,38-106-662,1 0-1,1 0 0,0 0 1,1 1-1,0 0 1,1-1-1,0 1 0,1 0 1,2 19-1,1 11-70,-3-36 429,-1 4-2897,-12-7-5759,1-4 715</inkml:trace>
</inkml:ink>
</file>

<file path=ppt/ink/ink2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8.737"/>
    </inkml:context>
    <inkml:brush xml:id="br0">
      <inkml:brushProperty name="width" value="0.025" units="cm"/>
      <inkml:brushProperty name="height" value="0.025" units="cm"/>
    </inkml:brush>
  </inkml:definitions>
  <inkml:trace contextRef="#ctx0" brushRef="#br0">1 39 8674,'0'0'12643,"141"-29"-12171,-122 29-208,-6 0-128,0 0-56,6 0-80,0 0-16,1 0-288,31-3-1153,0 3-2631,1-7-4162</inkml:trace>
</inkml:ink>
</file>

<file path=ppt/ink/ink2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49.376"/>
    </inkml:context>
    <inkml:brush xml:id="br0">
      <inkml:brushProperty name="width" value="0.025" units="cm"/>
      <inkml:brushProperty name="height" value="0.025" units="cm"/>
    </inkml:brush>
  </inkml:definitions>
  <inkml:trace contextRef="#ctx0" brushRef="#br0">1 1 5825,'0'0'13236,"12"1"-12189,1 2-806,1 0-1,0 0 1,-1 2 0,0 0-1,0 0 1,0 1-1,-1 1 1,0 0 0,14 11-1,-3-2 27,0 2 0,-2 1 1,0 0-1,-1 2 0,20 25 0,-30-31-207,0-1-1,0 1 1,-2 0-1,0 1 1,-1 0-1,0 1 0,-1-1 1,-1 1-1,5 29 1,-6-16 25,-1 1 0,-1 33 0,-2-54-36,-1-1 1,0 0-1,0 1 0,-1-1 1,0 0-1,-1 0 0,0 0 0,0-1 1,-1 1-1,0-1 0,-7 10 1,-19 20 303,-2-2-1,-1-1 1,-52 42 0,45-41-343,21-21-1891,31-33-3814,-8 14 5086,15-24-6447</inkml:trace>
</inkml:ink>
</file>

<file path=ppt/ink/ink2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4:50.322"/>
    </inkml:context>
    <inkml:brush xml:id="br0">
      <inkml:brushProperty name="width" value="0.025" units="cm"/>
      <inkml:brushProperty name="height" value="0.025" units="cm"/>
    </inkml:brush>
  </inkml:definitions>
  <inkml:trace contextRef="#ctx0" brushRef="#br0">660 120 6281,'0'0'10431,"-1"0"-10179,-1 0 1,0 0 0,0 0 0,1-1 0,-1 1-1,0 0 1,0-1 0,1 0 0,-1 1 0,0-1 0,1 0-1,-1 0 1,-1-1 0,-2-6-82,-1 0 1,0 1-1,0-1 0,-1 1 1,1 0-1,-2 1 0,1 0 1,-1 0-1,0 1 1,0-1-1,0 2 0,-1-1 1,1 1-1,-1 1 0,0-1 1,0 1-1,-17-2 0,1 1-156,0 1-1,-1 1 0,1 1 0,-1 1 1,-39 6-1,60-5-11,0 0-1,0 0 1,0 0-1,0 0 1,0 1 0,0 0-1,0 0 1,1 1-1,-1-1 1,1 1-1,-1 0 1,1 0 0,0 0-1,0 1 1,1-1-1,-1 1 1,-5 7 0,7-7-3,0-1 1,1 0 0,-1 1-1,1-1 1,0 1 0,0-1-1,0 1 1,0 0 0,0-1-1,1 1 1,0 0 0,0 0-1,0-1 1,0 1 0,0 0-1,1 0 1,0-1 0,0 1-1,0-1 1,0 1 0,0-1-1,1 1 1,0-1 0,-1 1-1,4 3 1,25 39 63,-10-16-50,-1 1-1,18 40 1,-31-58-11,-2 0-1,0 0 1,0 1 0,-1-1 0,-1 1-1,0 0 1,-1 0 0,0 0-1,-2 19 1,-1-27 7,0 1 0,0 0 0,0-1 0,-1 0 0,0 1-1,0-1 1,-1 0 0,1 0 0,-1-1 0,-1 1 0,1-1 0,-1 0 0,0 0 0,0-1 0,0 1 0,-1-1-1,1 0 1,-9 4 0,-15 9 140,-1-1 1,-39 15-1,-59 25 430,185-56-588,-45-2-27,12-1-41,1 1 1,0 1-1,0 1 1,29 3-1,-49-2 61,1 0-1,-1 1 1,1-1 0,-1 1-1,1 0 1,-1 0-1,0 1 1,0-1 0,0 1-1,6 5 1,-8-5 8,-1-1 0,1 1 0,-1 0 0,0 0 0,0 0 0,0 0 0,0 0 0,-1 0 0,1 0 0,-1 0 0,0 1 0,0-1 0,0 0 0,0 1 0,-1-1 0,1 1 0,-1-1 0,0 6 0,0-3-3,1 8 27,-1 0-1,0 1 1,-1-1 0,-1 1-1,0-1 1,-1 0 0,-1 0-1,-10 26 1,7-25 136,0 0 0,1 0-1,0 0 1,1 1 0,1 0-1,0 0 1,2 0 0,-1 0-1,1 20 1,3-35-119,-1 0-1,1 1 1,-1-1-1,1 0 1,-1 0 0,1 0-1,0 0 1,-1 0-1,1 0 1,0 0 0,0 0-1,0 0 1,0 0-1,0-1 1,0 1-1,0 0 1,0-1 0,0 1-1,0 0 1,0-1-1,0 1 1,1-1-1,-1 0 1,0 1 0,0-1-1,0 0 1,1 0-1,-1 0 1,2 0-1,47 4 529,-40-4-409,137 1 1317,-146-1-1204,-38 1-1563,-42 14-5103,41-9-594</inkml:trace>
</inkml:ink>
</file>

<file path=ppt/ink/ink2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7.730"/>
    </inkml:context>
    <inkml:brush xml:id="br0">
      <inkml:brushProperty name="width" value="0.025" units="cm"/>
      <inkml:brushProperty name="height" value="0.025" units="cm"/>
    </inkml:brush>
  </inkml:definitions>
  <inkml:trace contextRef="#ctx0" brushRef="#br0">58 1 5097,'0'0'7184,"3"1"-6529,6 8 8410,-8-4-7870,-1 32-1003,-1 0 0,-2 0 0,-2 0 0,-11 43 0,11-51-191,5-24-6,-1 1-1,1-1 1,-1 0-1,0 0 1,-1 1-1,1-1 1,-1 0-1,-4 7 1,5-11-55,1-1-456,-1-1 306,0 1 0,0 0 0,0-1 0,0 1-1,1-1 1,-1 1 0,0-1 0,0 1 0,1-1 0,-1 0-1,0 1 1,1-1 0,-1 0 0,1 1 0,-1-1-1,1 0 1,-1 0 0,1 0 0,0 1 0,-1-1 0,1 0-1,0 0 1,0 0 0,-1 0 0,1 0 0,0-1 0,-4-32-2688,3 27 1057,-4-25-3740</inkml:trace>
</inkml:ink>
</file>

<file path=ppt/ink/ink2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7.949"/>
    </inkml:context>
    <inkml:brush xml:id="br0">
      <inkml:brushProperty name="width" value="0.025" units="cm"/>
      <inkml:brushProperty name="height" value="0.025" units="cm"/>
    </inkml:brush>
  </inkml:definitions>
  <inkml:trace contextRef="#ctx0" brushRef="#br0">1 0 12043,'0'0'9554,"0"26"-9386,0-16-40,0-1-64,0 1-64,0 0-64,0-4 16,0 10-584,0-6-1817,6 2-3688</inkml:trace>
</inkml:ink>
</file>

<file path=ppt/ink/ink2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8.417"/>
    </inkml:context>
    <inkml:brush xml:id="br0">
      <inkml:brushProperty name="width" value="0.025" units="cm"/>
      <inkml:brushProperty name="height" value="0.025" units="cm"/>
    </inkml:brush>
  </inkml:definitions>
  <inkml:trace contextRef="#ctx0" brushRef="#br0">1 0 8914,'0'0'9979,"3"5"-9210,1 0-581,-1 0 0,1 1 0,-1 0 0,-1 0 0,1 0 0,-1 0 0,0 0 0,0 0 0,-1 1 0,0-1 0,0 1 0,0 9 0,5 26 101,-4-41-343,-1-1 0,1 1 0,-1-1 0,1 1-1,0-1 1,-1 0 0,1 0 0,-1 1 0,1-1-1,0 0 1,-1-1 0,1 1 0,-1 0-1,1 0 1,-1-1 0,1 1 0,0-1 0,-1 1-1,3-2 1,77-51-475,-79 53 533,-1 1 0,1-1 0,0 0 0,-1 1 1,1 0-1,-1-1 0,1 1 0,0 0 0,-1 0 0,1-1 1,-1 1-1,0 1 0,1-1 0,-1 0 0,0 0 0,0 0 1,0 1-1,1-1 0,-2 0 0,1 1 0,0-1 0,0 1 1,0-1-1,1 4 0,16 17-3462,-6-18-1362,-5-4-2483</inkml:trace>
</inkml:ink>
</file>

<file path=ppt/ink/ink2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8.728"/>
    </inkml:context>
    <inkml:brush xml:id="br0">
      <inkml:brushProperty name="width" value="0.025" units="cm"/>
      <inkml:brushProperty name="height" value="0.025" units="cm"/>
    </inkml:brush>
  </inkml:definitions>
  <inkml:trace contextRef="#ctx0" brushRef="#br0">110 0 10898,'0'0'9792,"-6"32"-8528,-1 9-877,-24 168 1643,29-162-1725,-5 33-410,6-75-360,-1 0 1,1 0-1,-1-1 1,0 1-1,-1-1 1,-5 9-1,6-10-539,0 0 1,-1 0-1,1 0 0,-1 0 0,0-1 1,0 1-1,0-1 0,-6 4 0,2-2-4488</inkml:trace>
</inkml:ink>
</file>

<file path=ppt/ink/ink2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8.929"/>
    </inkml:context>
    <inkml:brush xml:id="br0">
      <inkml:brushProperty name="width" value="0.025" units="cm"/>
      <inkml:brushProperty name="height" value="0.025" units="cm"/>
    </inkml:brush>
  </inkml:definitions>
  <inkml:trace contextRef="#ctx0" brushRef="#br0">1 0 10418,'0'0'10739,"51"23"-10683,-32-17-56,20-3-289,25 0-1783,0-3-2089,0 0-3176</inkml:trace>
</inkml:ink>
</file>

<file path=ppt/ink/ink2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9.226"/>
    </inkml:context>
    <inkml:brush xml:id="br0">
      <inkml:brushProperty name="width" value="0.025" units="cm"/>
      <inkml:brushProperty name="height" value="0.025" units="cm"/>
    </inkml:brush>
  </inkml:definitions>
  <inkml:trace contextRef="#ctx0" brushRef="#br0">206 1 9114,'0'0'12684,"-12"29"-11281,-37 94-404,37-89-503,2 0-1,2 0 1,-5 38 0,10-49-591,-1 0 1,-1 0-1,-2 0 0,-11 30 0,17-52-70,1 0 0,-1 0 0,0 0 0,1 0 0,-1 0 0,0 0 0,1 0 0,-1-1 0,0 1 0,0 0 0,0 0 0,0-1 0,0 1 0,0 0 0,0-1 0,0 1 0,-1 0 0,-31 0-9044,31-1 8819,-12-3-9957</inkml:trace>
</inkml:ink>
</file>

<file path=ppt/ink/ink2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19.672"/>
    </inkml:context>
    <inkml:brush xml:id="br0">
      <inkml:brushProperty name="width" value="0.025" units="cm"/>
      <inkml:brushProperty name="height" value="0.025" units="cm"/>
    </inkml:brush>
  </inkml:definitions>
  <inkml:trace contextRef="#ctx0" brushRef="#br0">1 17 12219,'0'0'11242,"27"5"-10435,17 4-538,104 18 623,-45-16-447,139-2-1,-243-35-182,0 23-259,0 1 0,0-1 0,-1 0 0,1 0 0,-1 0 0,0 1 0,0-1-1,0 1 1,0-1 0,0 1 0,0 0 0,-1 0 0,1 0 0,-1 0 0,0 0-1,1 1 1,-1-1 0,0 1 0,0 0 0,0 0 0,0 0 0,0 0 0,0 0-1,-3 0 1,4 0 4,0 1 0,0 0 0,0-1-1,0 1 1,0 0 0,0 0 0,0 0-1,0 0 1,0 0 0,0 1 0,0-1-1,0 1 1,0-1 0,0 1-1,0 0 1,0-1 0,0 1 0,1 0-1,-1 0 1,0 0 0,0 1 0,1-1-1,-1 0 1,1 1 0,0-1 0,-1 1-1,1-1 1,0 1 0,0 0 0,0-1-1,0 1 1,0 0 0,0 0 0,0 0-1,1 0 1,-2 3 0,1 2 57,1 0 1,-1-1 0,1 1-1,0 0 1,1 0-1,-1 0 1,1-1 0,1 1-1,-1 0 1,1-1-1,0 1 1,1-1 0,3 8-1,-3-10-262,-1-1-1,1 1 0,-1-1 1,1 1-1,0-1 0,0 0 1,0 0-1,1 0 1,5 3-1,-6-4-643,1 0 0,0 0 0,0-1 1,0 1-1,0-1 0,0 0 0,0 0 0,1 0 0,-1-1 0,8 1 1,6-1-5045</inkml:trace>
</inkml:ink>
</file>

<file path=ppt/ink/ink2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20.281"/>
    </inkml:context>
    <inkml:brush xml:id="br0">
      <inkml:brushProperty name="width" value="0.025" units="cm"/>
      <inkml:brushProperty name="height" value="0.025" units="cm"/>
    </inkml:brush>
  </inkml:definitions>
  <inkml:trace contextRef="#ctx0" brushRef="#br0">1 4 9570,'0'0'13936,"8"9"-12977,6 6-374,-2 0 0,0 1 1,20 35-1,-32-50-616,1-1 1,-1 1 0,1 0-1,-1-1 1,1 1 0,-1 0 0,1-1-1,0 1 1,-1-1 0,1 1-1,0-1 1,-1 1 0,1-1-1,0 1 1,0-1 0,0 0-1,-1 1 1,1-1 0,0 0 0,0 0-1,0 0 1,0 0 0,0 0-1,-1 0 1,1 0 0,0 0-1,0 0 1,0 0 0,0 0-1,-1 0 1,1-1 0,0 1 0,0 0-1,0 0 1,-1-1 0,1 1-1,0-1 1,0 1 0,-1-1-1,1 1 1,1-2 0,38-32-971,-24 18 970,-2 5-11,-9 6 80,0 0 0,1 0-1,0 1 1,0-1 0,0 1 0,0 1 0,1-1 0,0 1 0,-1 0 0,1 0 0,0 1 0,0 0-1,15-2 1,-21 4 11,1 1 0,-1 0-1,0 0 1,0-1-1,0 1 1,0 0 0,0 0-1,0 0 1,0 0-1,0 0 1,0 0-1,0 1 1,0-1 0,-1 0-1,1 0 1,0 0-1,-1 1 1,1-1 0,-1 0-1,0 1 1,1-1-1,-1 1 1,0-1 0,0 2-1,1 0-12,-1-1 0,1 1-1,-1-1 1,1 0 0,0 0-1,0 1 1,0-1-1,0 0 1,1 0 0,-1 0-1,0 0 1,1 0 0,-1 0-1,5 3 1,0-3-31,1 0 0,0 0 1,0-1-1,0 0 0,0 0 0,0 0 1,0-1-1,1 0 0,-1 0 0,8-2 0,-1 0-26,-1 0-1,0-1 0,1-1 0,18-7 0,-6 0-57,30-16 30,-57 31 145,1-1 1,0 0-1,0 1 0,0-1 0,0 0 1,0 1-1,1-1 0,-1 0 0,1 1 1,0-1-1,0 0 0,0 0 1,0 0-1,3 5 0,-3-4-304,1 0 0,0 0 0,0 1 0,0-1 0,0 0 0,1-1 0,-1 1 0,1 0 0,0-1 0,0 1 0,0-1 0,1 0 0,6 5 0,31 2-4029,-8-7-2199,5-2-4669</inkml:trace>
</inkml:ink>
</file>

<file path=ppt/ink/ink2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20.532"/>
    </inkml:context>
    <inkml:brush xml:id="br0">
      <inkml:brushProperty name="width" value="0.025" units="cm"/>
      <inkml:brushProperty name="height" value="0.025" units="cm"/>
    </inkml:brush>
  </inkml:definitions>
  <inkml:trace contextRef="#ctx0" brushRef="#br0">161 1 12779,'0'0'9700,"-16"27"-7282,-51 88-697,60-99-1404,-1 0 1,2 0-1,0 1 0,1-1 1,0 1-1,2 1 1,0-1-1,-1 22 1,-1 8-1,-9 80-40,14-91-8231,-6-104-1388,0 32 2546</inkml:trace>
</inkml:ink>
</file>

<file path=ppt/ink/ink2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20.811"/>
    </inkml:context>
    <inkml:brush xml:id="br0">
      <inkml:brushProperty name="width" value="0.025" units="cm"/>
      <inkml:brushProperty name="height" value="0.025" units="cm"/>
    </inkml:brush>
  </inkml:definitions>
  <inkml:trace contextRef="#ctx0" brushRef="#br0">1 1 11763,'0'0'13668,"23"1"-12779,73 6-299,-94-7-565,0 0 0,0 0 0,0 1 1,0-1-1,0 1 0,0-1 0,0 1 0,-1 0 0,1 0 1,0-1-1,0 1 0,-1 1 0,1-1 0,-1 0 1,1 0-1,-1 0 0,1 1 0,-1-1 0,0 1 1,0-1-1,0 1 0,0 0 0,0-1 0,0 1 1,1 3-1,-1 0 26,0-1 1,0 1 0,-1 0-1,0-1 1,0 1-1,0-1 1,-2 8-1,1 1 94,0-9-108,0-1 0,0 1 1,-1-1-1,1 1 0,-1-1 0,0 0 1,0 0-1,0 0 0,0 0 0,-1 0 1,1 0-1,-1 0 0,0-1 0,0 1 1,0-1-1,0 0 0,0 0 0,0 0 1,0 0-1,-1-1 0,1 1 0,-7 1 0,-6 3-394,-1 0 0,1 0-1,-26 3 1,36-8-3507,13-2-1177,10-5-848</inkml:trace>
</inkml:ink>
</file>

<file path=ppt/ink/ink2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21.108"/>
    </inkml:context>
    <inkml:brush xml:id="br0">
      <inkml:brushProperty name="width" value="0.025" units="cm"/>
      <inkml:brushProperty name="height" value="0.025" units="cm"/>
    </inkml:brush>
  </inkml:definitions>
  <inkml:trace contextRef="#ctx0" brushRef="#br0">0 1 8850,'0'0'14846,"20"0"-13665,153 15 824,-40-4-2813,-150-3-4904,-73 16-2250,44-12 2203</inkml:trace>
</inkml:ink>
</file>

<file path=ppt/ink/ink2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21.308"/>
    </inkml:context>
    <inkml:brush xml:id="br0">
      <inkml:brushProperty name="width" value="0.025" units="cm"/>
      <inkml:brushProperty name="height" value="0.025" units="cm"/>
    </inkml:brush>
  </inkml:definitions>
  <inkml:trace contextRef="#ctx0" brushRef="#br0">0 1 5673,'5'167'2791,"-5"-165"-2728,0 0 170,0 1 0,-1-1 0,1 1 0,0-1 0,0 1 0,0-1 0,1 1 0,-1-1 0,0 0 0,1 1 0,0-1 0,0 1 0,1 2 0,3-2 547,0 0-1,1 0 1,-1 0-1,1 0 1,0-1-1,0 0 1,0 0-1,0-1 1,0 0-1,0 0 1,8 0-1,79 0 2085,-56-2-1660,79 1 943,-115 0-2330,-5 0-3088,-13 0-1536,-7 0-2231</inkml:trace>
</inkml:ink>
</file>

<file path=ppt/ink/ink2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39.990"/>
    </inkml:context>
    <inkml:brush xml:id="br0">
      <inkml:brushProperty name="width" value="0.025" units="cm"/>
      <inkml:brushProperty name="height" value="0.025" units="cm"/>
    </inkml:brush>
  </inkml:definitions>
  <inkml:trace contextRef="#ctx0" brushRef="#br0">335 4 1736,'0'0'9857,"-35"-3"807,18 2-11291,-2 2 657,1 0 0,-1 1 0,1 1 0,-1 0 0,-28 10 0,38-9-29,-1-1 0,1 1-1,-1 1 1,1 0 0,1 0 0,-1 1 0,1 0 0,0 0-1,0 1 1,1 0 0,0 0 0,-6 9 0,9-11-1,1 0 0,0 0 0,0 1 0,1-1 0,-1 1 0,1-1 0,0 1 0,1 0 0,-1-1 0,1 1 0,1 0 0,-1 0 0,1 9 0,0-12-2,0-1 0,1 1 1,-1 0-1,1-1 0,0 1 0,0-1 0,0 0 0,0 1 1,0-1-1,0 0 0,0 1 0,1-1 0,-1 0 0,1 0 1,0 0-1,0 0 0,0-1 0,0 1 0,0 0 0,0-1 1,0 1-1,0-1 0,0 0 0,1 0 0,-1 0 0,1 0 1,-1 0-1,1 0 0,-1-1 0,1 1 0,-1-1 0,4 0 1,7 2 9,0 0 0,0-1 0,0-1 0,1 0 0,19-4 1,-27 3-7,-1-1 1,1 1 0,-1-1-1,0-1 1,0 1 0,0-1-1,0 0 1,0 0 0,0 0 0,-1-1-1,0 1 1,1-1 0,-1 0-1,-1-1 1,5-5 0,10-17-38,-2-1 1,17-36-1,-17 31 45,-17 38 167,1 0 0,0 1-1,0-1 1,0 0-1,1 0 1,0 0 0,0 0-1,0 0 1,0 0-1,1 0 1,0 0 0,0-1-1,0 1 1,1 0-1,-1-1 1,5 5 0,53 82 225,-57-87-457,-1 0 0,1-1 0,0 1 0,0-1 0,0 0-1,1 0 1,-1 0 0,1 0 0,0 0 0,0-1 0,7 4 0,-4-4-942,1 0 1,-1-1-1,1 0 0,-1 0 1,1-1-1,9 0 0,9 0-4831</inkml:trace>
</inkml:ink>
</file>

<file path=ppt/ink/ink2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40.906"/>
    </inkml:context>
    <inkml:brush xml:id="br0">
      <inkml:brushProperty name="width" value="0.025" units="cm"/>
      <inkml:brushProperty name="height" value="0.025" units="cm"/>
    </inkml:brush>
  </inkml:definitions>
  <inkml:trace contextRef="#ctx0" brushRef="#br0">670 4 6649,'0'0'10600,"-33"-3"-6475,-41 7-3524,0 4 1,-143 34-1,122-22-414,60-13-187,-83 21 0,97-17 38,18 1 56,5-9-67,0 0 0,0-1-1,0 1 1,1-1 0,-1 1-1,1-1 1,-1 0 0,6 3-1,14 14 82,-14-6-59,1-1 0,-2 2 0,0-1 1,0 1-1,-1 0 0,-1 0 0,0 1 0,-1-1 0,-1 1 0,0 0 0,1 20 1,0 28 333,-7 119 0,-12-62-4,8-79-285,-2 74 0,9-115 517,7-5-578,0-1 0,0 1 0,0 0 0,0 1 0,1 0-1,0 0 1,15-5 0,63-15 166,-66 19-18,109-27 923,-128 32-1109,-1 0 1,1 0-1,-1 0 0,0 0 1,1 0-1,-1 0 0,1 0 1,-1 0-1,1 0 0,-1 0 1,1 0-1,-1 0 0,1 0 1,-1-1-1,1 1 0,-1 0 1,0 0-1,1 0 0,-1-1 1,1 1-1,-1 0 0,0-1 1,1 1-1,-1 0 0,0-1 1,1 1-1,-1 0 0,0-1 1,0 1-1,1-1 0,-1 1 1,0-1-1,-4-5-1737,-32-4-6303,17 2 1102</inkml:trace>
</inkml:ink>
</file>

<file path=ppt/ink/ink2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41.402"/>
    </inkml:context>
    <inkml:brush xml:id="br0">
      <inkml:brushProperty name="width" value="0.025" units="cm"/>
      <inkml:brushProperty name="height" value="0.025" units="cm"/>
    </inkml:brush>
  </inkml:definitions>
  <inkml:trace contextRef="#ctx0" brushRef="#br0">0 67 720,'0'0'9363,"12"0"-3793,15 0-3106,-15-2-2292,-1-1 0,0-1 0,1 1 0,-1-2 0,-1 0 0,1 0 0,-1-1 0,0 0 0,12-10-1,-3 4 136,-14 14 1570,-5 12-1079,-11 28-841,5-16 202,4-11-155,0-6-19,1 0 0,-1 0 0,2 0 0,-1 0 0,1 0 0,1 0 0,2 14 0,-3-22-84,1-1-1,0 1 0,-1 0 1,1 0-1,0 0 0,-1-1 1,1 1-1,0 0 1,0-1-1,0 1 0,-1-1 1,1 1-1,0-1 1,0 1-1,0-1 0,0 0 1,0 1-1,0-1 0,0 0 1,0 0-1,0 1 1,0-1-1,0 0 0,1 0 1,26-3-8795,-15-2 1093</inkml:trace>
</inkml:ink>
</file>

<file path=ppt/ink/ink2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41.794"/>
    </inkml:context>
    <inkml:brush xml:id="br0">
      <inkml:brushProperty name="width" value="0.025" units="cm"/>
      <inkml:brushProperty name="height" value="0.025" units="cm"/>
    </inkml:brush>
  </inkml:definitions>
  <inkml:trace contextRef="#ctx0" brushRef="#br0">33 3 4849,'0'0'11473,"-4"0"-10211,-24-3 5483,27 14-5863,1 11 347,0-21-1304,0-1 1,0 1-1,0-1 0,0 1 0,1-1 0,-1 0 1,0 1-1,0-1 0,0 0 0,1 1 0,-1-1 0,0 0 1,0 1-1,1-1 0,-1 0 0,0 1 0,1-1 1,-1 0-1,0 0 0,1 1 0,-1-1 0,0 0 1,1 0-1,-1 0 0,1 1 0,-1-1 0,0 0 1,1 0-1,-1 0 0,1 0 0,-1 0 0,0 0 1,1 0-1,-1 0 0,1 0 0,-1 0 0,1 0 1,-1 0-1,0 0 0,1 0 0,0-1 0,4-3-4810,-4-4-2838</inkml:trace>
</inkml:ink>
</file>

<file path=ppt/ink/ink2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42.926"/>
    </inkml:context>
    <inkml:brush xml:id="br0">
      <inkml:brushProperty name="width" value="0.025" units="cm"/>
      <inkml:brushProperty name="height" value="0.025" units="cm"/>
    </inkml:brush>
  </inkml:definitions>
  <inkml:trace contextRef="#ctx0" brushRef="#br0">27 3 5089,'0'0'9445,"-12"-3"-4687,305 3-837,-292 0-3652,5 8 981,-7 51-1092,0-24-17,1 0 1,9 66 0,23 106 123,-29-188-121,-1 0 0,-1 37-1,-1-43 1743,-2-38-1786,-1 23-100,-1-1-1,0 1 1,0 0 0,0 0 0,0 0 0,0 0 0,0 1 0,0 0 0,0 0 0,-1 0 0,1 0 0,0 0-1,-5 1 1,-67 0-4,49 1 3,8-1 2,-1 1 0,0 0 0,-27 7 1,41-7-2,0 1 0,1-1 0,-1 1 0,0 1 0,1-1 0,-1 1 0,1 0 0,0 0 0,0 0 0,0 1 0,0 0 0,1 0 0,-1 0 0,1 0 0,-4 7 0,8-11-21,0 0-1,0 0 0,0 0 1,0 0-1,-1 0 1,1 0-1,0 0 0,0 0 1,0 0-1,0 0 0,0 0 1,0 1-1,0-1 1,0 0-1,0 0 0,0 0 1,0 0-1,0 0 0,0 0 1,0 0-1,0 0 1,0 1-1,0-1 0,0 0 1,0 0-1,0 0 0,0 0 1,0 0-1,0 0 1,0 0-1,0 1 0,0-1 1,0 0-1,0 0 0,0 0 1,0 0-1,0 0 1,0 0-1,0 0 0,0 0 1,0 1-1,0-1 0,0 0 1,1 0-1,-1 0 1,0 0-1,0 0 0,0 0 1,0 0-1,0 0 0,0 0 1,0 0-1,0 0 1,1 0-1,-1 0 0,0 0 1,0 0-1,0 0 0,0 0 1,0 0-1,0 0 1,0 0-1,1 0 0,11-2-862,11-7-712,4-7-1789,4-6-2590</inkml:trace>
</inkml:ink>
</file>

<file path=ppt/ink/ink2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43.299"/>
    </inkml:context>
    <inkml:brush xml:id="br0">
      <inkml:brushProperty name="width" value="0.025" units="cm"/>
      <inkml:brushProperty name="height" value="0.025" units="cm"/>
    </inkml:brush>
  </inkml:definitions>
  <inkml:trace contextRef="#ctx0" brushRef="#br0">1 1 9378,'0'0'18928,"0"14"-16254,0 17-3034,3-16-2078,0-2-6552,-3-6 328</inkml:trace>
</inkml:ink>
</file>

<file path=ppt/ink/ink2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5:43.591"/>
    </inkml:context>
    <inkml:brush xml:id="br0">
      <inkml:brushProperty name="width" value="0.025" units="cm"/>
      <inkml:brushProperty name="height" value="0.025" units="cm"/>
    </inkml:brush>
  </inkml:definitions>
  <inkml:trace contextRef="#ctx0" brushRef="#br0">540 1 8586,'0'0'15699,"-122"179"-15395,58-121-240,-7 3-64,-38 42-1080,19-20-4441,7-6-5530</inkml:trace>
</inkml:ink>
</file>

<file path=ppt/ink/ink2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2.113"/>
    </inkml:context>
    <inkml:brush xml:id="br0">
      <inkml:brushProperty name="width" value="0.025" units="cm"/>
      <inkml:brushProperty name="height" value="0.025" units="cm"/>
    </inkml:brush>
  </inkml:definitions>
  <inkml:trace contextRef="#ctx0" brushRef="#br0">238 26 3041,'0'0'2223,"-6"-25"9661,4 36-11661,1 1 1,1-1 0,0 1-1,0 0 1,1-1-1,1 1 1,-1-1 0,6 14-1,3 38 13,-2 297 1553,-8-269-1488,0-88-264,0 0-1,0 1 1,0-1 0,0 1-1,-1-1 1,1 0 0,-1 1-1,0-1 1,0 0-1,0 1 1,0-1 0,0 0-1,-1 0 1,0 0 0,0 0-1,1 0 1,-2-1 0,1 1-1,0 0 1,0-1 0,-1 0-1,1 1 1,-1-1 0,0 0-1,0 0 1,0-1 0,0 1-1,0 0 1,0-1 0,0 0-1,0 0 1,-1 0 0,1 0-1,-7 0 1,4-2 4,0 0-1,0 0 1,0-1 0,0 0 0,1 0 0,-1-1-1,1 0 1,-1 0 0,1 0 0,0 0-1,0-1 1,0 0 0,1 0 0,-1 0-1,1 0 1,0-1 0,0 0 0,1 0 0,-7-10-1,-1-2-40,1-1 0,1-1-1,0 0 1,-11-36-1,19 49 75,-12-43-2704,7 0-4300,6 34 980</inkml:trace>
</inkml:ink>
</file>

<file path=ppt/ink/ink2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2.780"/>
    </inkml:context>
    <inkml:brush xml:id="br0">
      <inkml:brushProperty name="width" value="0.025" units="cm"/>
      <inkml:brushProperty name="height" value="0.025" units="cm"/>
    </inkml:brush>
  </inkml:definitions>
  <inkml:trace contextRef="#ctx0" brushRef="#br0">53 1 1880,'0'0'13701,"0"6"-12737,0 0-860,-5 30 1047,5-34-1118,-1-1 0,0 0 1,0 0-1,1 1 0,-1-1 0,0 0 1,0 0-1,0 0 0,0 0 0,0 0 0,-1-1 1,1 1-1,0 0 0,0 0 0,-1-1 1,1 1-1,0-1 0,-1 1 0,1-1 1,0 1-1,-1-1 0,1 0 0,-1 0 1,1 1-1,0-1 0,-1 0 0,-1-1 1,2 1-27,1 0 1,-1 0-1,1 0 1,-1 0-1,0 0 1,1-1-1,-1 1 0,1 0 1,-1 0-1,1-1 1,-1 1-1,0 0 1,1-1-1,-1 1 1,1 0-1,0-1 1,-1 1-1,1-1 1,-1 1-1,1-1 1,0 1-1,-1-1 1,1 1-1,0-1 1,-1 0-1,1 1 1,0-1-1,0 1 0,0-1 1,0 0-1,-1 1 1,1-1-1,0 0 1,0-29-7,1 17 56,0 13-41,-1 0 1,0 0-1,1 0 1,-1 0 0,1 0-1,-1 0 1,1 0-1,-1 0 1,0 0 0,1 0-1,-1 0 1,1 0-1,-1 0 1,0 0-1,1 0 1,-1 0 0,1 1-1,-1-1 1,0 0-1,1 0 1,-1 0-1,0 1 1,1-1 0,-1 0-1,0 1 1,1-1-1,-1 0 1,0 0 0,0 1-1,1-1 1,-1 1-1,0-1 1,0 0-1,0 1 1,1-1 0,-1 1-1,0-1 1,0 0-1,0 1 1,0-1-1,0 1 1,0-1 0,0 1-1,0 49 944,8-50-6173,3 0-800</inkml:trace>
</inkml:ink>
</file>

<file path=ppt/ink/ink2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3.538"/>
    </inkml:context>
    <inkml:brush xml:id="br0">
      <inkml:brushProperty name="width" value="0.025" units="cm"/>
      <inkml:brushProperty name="height" value="0.025" units="cm"/>
    </inkml:brush>
  </inkml:definitions>
  <inkml:trace contextRef="#ctx0" brushRef="#br0">46 25 1672,'0'0'11187,"-10"0"-9806,2 1-2084,-20 1 6867,28-2-5940,22 0 842,20 0-643,-17 2-331,1-2 0,-1-1 0,1-1 1,-1-1-1,0-1 0,34-10 0,-39 8 523,-20 6-620,0 0-1,0 0 1,0 0-1,0 0 1,0 0-1,0 0 1,1 0-1,-1 0 1,0 0-1,0 0 1,0 0-1,0 0 1,0 0-1,0 1 1,0-1-1,0 0 0,1 0 1,-1 0-1,0 0 1,0 0-1,0 0 1,0 0-1,0 0 1,0 0-1,0 0 1,0 0-1,0 0 1,0 0-1,0 0 1,1 1-1,-1-1 1,0 0-1,0 0 1,0 0-1,0 0 0,0 0 1,0 0-1,0 0 1,0 0-1,0 1 1,0-1-1,0 0 1,0 0-1,0 0 1,0 0-1,0 0 1,0 0-1,0 0 1,0 0-1,0 1 1,0-1-1,0 0 1,0 0-1,0 0 1,-1 0-1,1 0 0,0 0 1,0 0-1,0 0 1,0 0-1,0 0 1,0 1-1,0-1 1,0 0-1,0 0 1,-25 23-2991,6-5-1155,12 12-2327,6-17 1618</inkml:trace>
</inkml:ink>
</file>

<file path=ppt/ink/ink2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3.661"/>
    </inkml:context>
    <inkml:brush xml:id="br0">
      <inkml:brushProperty name="width" value="0.025" units="cm"/>
      <inkml:brushProperty name="height" value="0.025" units="cm"/>
    </inkml:brush>
  </inkml:definitions>
  <inkml:trace contextRef="#ctx0" brushRef="#br0">1 1 3409</inkml:trace>
</inkml:ink>
</file>

<file path=ppt/ink/ink2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4.164"/>
    </inkml:context>
    <inkml:brush xml:id="br0">
      <inkml:brushProperty name="width" value="0.025" units="cm"/>
      <inkml:brushProperty name="height" value="0.025" units="cm"/>
    </inkml:brush>
  </inkml:definitions>
  <inkml:trace contextRef="#ctx0" brushRef="#br0">1 1 3409,'31'152'2051,"-37"-121"16534,123-47-18553,119 6-2238</inkml:trace>
</inkml:ink>
</file>

<file path=ppt/ink/ink2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4.928"/>
    </inkml:context>
    <inkml:brush xml:id="br0">
      <inkml:brushProperty name="width" value="0.025" units="cm"/>
      <inkml:brushProperty name="height" value="0.025" units="cm"/>
    </inkml:brush>
  </inkml:definitions>
  <inkml:trace contextRef="#ctx0" brushRef="#br0">39 237 3241,'0'0'12772,"-6"0"-12027,-20 0 66,20 0-48,19-7 316,10-7-780,0 0 0,28-25 0,6-4-228,108-76 517,-172 127-295,1 0 0,0 1-1,1 0 1,0 1 0,0-1-1,1 1 1,0 0 0,1 0 0,0 0-1,0 0 1,1 0 0,-1 13-1,-1 6-229,1 0 0,1 0-1,2 0 1,3 31-1,-2-55-58,0 0 0,1 0 1,-1 0-1,1-1 0,0 1 0,0 0 0,1-1 0,0 1 0,-1-1 0,1 0 0,1 0 0,-1 0 0,0-1 0,1 1 0,0-1 0,0 1 0,0-1 0,0-1 0,1 1 0,4 2 0,-6-4-145,0 1 0,0-1 0,0 1 0,1-1 0,-1 0 0,0-1 0,1 1 0,-1-1 0,1 1 0,-1-1 0,1 0 0,-1 0 0,1 0 0,-1-1 0,0 1 0,1-1-1,-1 0 1,1 0 0,-1 0 0,0 0 0,0-1 0,0 1 0,0-1 0,0 0 0,0 0 0,0 0 0,0 0 0,-1-1 0,1 1 0,3-5 0,44-70-7762,-25 41 1401</inkml:trace>
</inkml:ink>
</file>

<file path=ppt/ink/ink2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5.194"/>
    </inkml:context>
    <inkml:brush xml:id="br0">
      <inkml:brushProperty name="width" value="0.025" units="cm"/>
      <inkml:brushProperty name="height" value="0.025" units="cm"/>
    </inkml:brush>
  </inkml:definitions>
  <inkml:trace contextRef="#ctx0" brushRef="#br0">66 7 5209,'0'0'18560,"-10"-1"-18001,-38-4 401,47 5-1017,1 1 1,-1-1-1,1 1 0,-1 0 1,1-1-1,-1 1 0,1 0 1,-1-1-1,1 1 0,-1 0 1,1-1-1,0 1 0,-1 0 1,1 0-1,0 0 0,0-1 1,0 1-1,0 0 0,0 0 1,-1 0-1,1-1 0,1 1 1,-1 0-1,0 0 0,0 1 1,0 13-3197,2-5-3755,3-1-5890</inkml:trace>
</inkml:ink>
</file>

<file path=ppt/ink/ink2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5.942"/>
    </inkml:context>
    <inkml:brush xml:id="br0">
      <inkml:brushProperty name="width" value="0.025" units="cm"/>
      <inkml:brushProperty name="height" value="0.025" units="cm"/>
    </inkml:brush>
  </inkml:definitions>
  <inkml:trace contextRef="#ctx0" brushRef="#br0">32 20 2601,'0'0'11301,"-5"0"-10519,-16 0 4,15 0 816,21 0-7,251-13-126,-248 10-1137,13 0-6340,-8 3-930</inkml:trace>
</inkml:ink>
</file>

<file path=ppt/ink/ink2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6.531"/>
    </inkml:context>
    <inkml:brush xml:id="br0">
      <inkml:brushProperty name="width" value="0.025" units="cm"/>
      <inkml:brushProperty name="height" value="0.025" units="cm"/>
    </inkml:brush>
  </inkml:definitions>
  <inkml:trace contextRef="#ctx0" brushRef="#br0">109 11 2929,'0'0'11230,"-6"-2"-10108,-20-7-106,18 9 3978,-2 17-3591,-8 109 1626,12-75-2247,-16 64 0,19-103-598,0 0 1,0 0-1,2 1 0,-2 15 1,3-28 132,0-30-6462,0 25 1526,0-2-2157</inkml:trace>
</inkml:ink>
</file>

<file path=ppt/ink/ink2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6.892"/>
    </inkml:context>
    <inkml:brush xml:id="br0">
      <inkml:brushProperty name="width" value="0.025" units="cm"/>
      <inkml:brushProperty name="height" value="0.025" units="cm"/>
    </inkml:brush>
  </inkml:definitions>
  <inkml:trace contextRef="#ctx0" brushRef="#br0">39 0 2785,'0'0'23822,"-19"2"-22087,6 19-8411,7-12 877</inkml:trace>
</inkml:ink>
</file>

<file path=ppt/ink/ink2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7:57.143"/>
    </inkml:context>
    <inkml:brush xml:id="br0">
      <inkml:brushProperty name="width" value="0.025" units="cm"/>
      <inkml:brushProperty name="height" value="0.025" units="cm"/>
    </inkml:brush>
  </inkml:definitions>
  <inkml:trace contextRef="#ctx0" brushRef="#br0">353 1 784,'0'0'23213,"-166"170"-22317,146-141-616,-5-4-208,-1-2-72,7 2-216,-13 20-1144,0-3-2745,0-7-5249</inkml:trace>
</inkml:ink>
</file>

<file path=ppt/ink/ink2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5.370"/>
    </inkml:context>
    <inkml:brush xml:id="br0">
      <inkml:brushProperty name="width" value="0.025" units="cm"/>
      <inkml:brushProperty name="height" value="0.025" units="cm"/>
    </inkml:brush>
  </inkml:definitions>
  <inkml:trace contextRef="#ctx0" brushRef="#br0">0 302 1720,'0'0'7414,"1"-9"-1333,10-31-5595,0 27-449,11-12-26,0 0 1,42-35-1,-58 55-3,0 0 1,0 0-1,1 1 0,-1 0 0,1 0 0,0 1 1,0 0-1,1 0 0,-1 1 0,1-1 0,-1 2 0,1-1 1,-1 1-1,1 0 0,0 1 0,0 0 0,9 0 0,-16 1 10,1 0 0,0-1 0,-1 1 0,1 0 0,0 0 0,-1 0 0,1 0 0,-1 0 0,1 0 0,-1 1 0,0-1 0,0 0 0,1 1 0,-1-1 0,0 1 0,0-1 0,0 1 0,-1 0 0,1-1 0,0 1 0,0 0 0,-1-1 0,1 1 0,-1 0 0,0 0 0,1 2 0,2 53 810,-3-48-643,-7 122 649,8-130-833,-1 0 0,0 0-1,1 0 1,-1 0 0,1 0 0,0 0 0,-1 0 0,1 0-1,0 0 1,-1 0 0,1-1 0,0 1 0,0 0 0,0 0-1,0-1 1,0 1 0,0 0 0,0-1 0,0 1 0,0-1-1,0 0 1,0 1 0,0-1 0,0 0 0,0 1 0,0-1-1,1 0 1,-1 0 0,2 0 0,41 2 12,-38-2-11,0 0-12,1 0-1,-1-1 1,0 1-1,0-1 1,0-1 0,0 1-1,0-1 1,-1 0-1,1 0 1,0 0 0,-1-1-1,0 0 1,7-5-1,-4 2-24,-1-1 0,0 0 0,0-1 0,-1 0 0,0 0-1,0 0 1,6-13 0,-6 12 34,-1-1 0,0 0 0,-1 0 0,0-1 0,-1 1 0,0-1 0,0 0 0,-1 0 0,0 0 0,-1 0 0,-1-18 0,0 38 52,0-1 0,0 0-1,1 1 1,0-1 0,1 0 0,0 0 0,0 0-1,0 0 1,1 0 0,0 0 0,1-1 0,8 14-1,-1-7-36,33 39-1,-41-51-9,0 1 0,0-1 0,1 0 0,-1 0 0,0 0 0,1 0-1,0-1 1,-1 1 0,1-1 0,0 0 0,0 0 0,0 0 0,-1 0 0,9-1 0,-10 0 0,-1-1 0,1 1 0,-1-1 0,0 1 0,1-1 0,-1 0 1,1 0-1,-1 0 0,0 0 0,0 0 0,1 0 0,-1 0 0,0 0 1,0 0-1,0-1 0,0 1 0,0 0 0,1-3 0,19-36-1,-8 16 8,-8 17 59,1-1 0,-1-1 1,-1 1-1,0-1 1,0 1-1,-1-1 1,0 0-1,0-1 0,-1 1 1,0 0-1,-1-1 1,0 1-1,0-1 0,-1-10 1,0 18-25,-1 0 0,1 0-1,0 0 1,0 0 0,-1 0 0,0 0 0,1 0 0,-1 0-1,0 0 1,0 0 0,0 0 0,0 0 0,0 1 0,0-1 0,-1 0-1,1 1 1,0-1 0,-1 1 0,0-1 0,1 1 0,-1 0-1,0 0 1,1-1 0,-1 1 0,-3-1 0,-22-19 444,9 12 1226,14 8-3524,19 0-14736</inkml:trace>
</inkml:ink>
</file>

<file path=ppt/ink/ink2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5.959"/>
    </inkml:context>
    <inkml:brush xml:id="br0">
      <inkml:brushProperty name="width" value="0.025" units="cm"/>
      <inkml:brushProperty name="height" value="0.025" units="cm"/>
    </inkml:brush>
  </inkml:definitions>
  <inkml:trace contextRef="#ctx0" brushRef="#br0">116 1 2761,'0'0'12592,"-5"14"-11169,-14 49-204,3 1 1,3 1 0,-7 101-1,-10 53-310,29-209-910,-3 9 40,1 1 0,-1 32 1,23-54-56,3-10-9,-1-1 0,-1 0 1,0-2-1,-1 0 0,19-20 1,-6 7-126,-24 22 124,-5 4 25,-1 0-1,1 0 1,0 0-1,-1 0 1,1-1 0,-1 1-1,0-1 1,0 0 0,0 1-1,0-1 1,0 0-1,2-4 1,-4 6 252,0 27 117,-1-14-292,1 1 1,1-1-1,0 1 1,1-1-1,4 15 1,-5-24-241,0 1 1,0-1-1,1 0 0,0 0 0,0 0 1,0 0-1,0 0 0,0 0 1,3 3-1,-2-4-330,0 1 1,0-1-1,1 0 1,-1 0-1,0 0 1,1 0-1,-1-1 1,1 1-1,-1-1 1,5 1-1,18 5-4510</inkml:trace>
</inkml:ink>
</file>

<file path=ppt/ink/ink2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6.193"/>
    </inkml:context>
    <inkml:brush xml:id="br0">
      <inkml:brushProperty name="width" value="0.025" units="cm"/>
      <inkml:brushProperty name="height" value="0.025" units="cm"/>
    </inkml:brush>
  </inkml:definitions>
  <inkml:trace contextRef="#ctx0" brushRef="#br0">97 1 1480,'0'0'21005,"-96"154"-20821,96-138-128,0-3-56,0-7 0,0-3-128,6-3-9962,-6-9 1792</inkml:trace>
</inkml:ink>
</file>

<file path=ppt/ink/ink2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6.394"/>
    </inkml:context>
    <inkml:brush xml:id="br0">
      <inkml:brushProperty name="width" value="0.025" units="cm"/>
      <inkml:brushProperty name="height" value="0.025" units="cm"/>
    </inkml:brush>
  </inkml:definitions>
  <inkml:trace contextRef="#ctx0" brushRef="#br0">0 0 11827,'0'0'9562,"6"36"-9850,7-17-1441,13-6-1167,0 3-2346,-7-10-3567</inkml:trace>
</inkml:ink>
</file>

<file path=ppt/ink/ink2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6.690"/>
    </inkml:context>
    <inkml:brush xml:id="br0">
      <inkml:brushProperty name="width" value="0.025" units="cm"/>
      <inkml:brushProperty name="height" value="0.025" units="cm"/>
    </inkml:brush>
  </inkml:definitions>
  <inkml:trace contextRef="#ctx0" brushRef="#br0">124 1 1720,'0'0'17927,"-11"29"-16155,-34 98-414,38-103-953,1-1 0,0 1 0,2 0 0,1 0 0,0 26 1,-2 22 356,-26 114-344,30-185-463,1 0 0,0 0 1,-1 0-1,1 0 0,0 1 0,0-1 0,0 0 0,0 0 0,0 0 0,0 0 0,0 0 0,0 0 1,0 0-1,1 0 0,-1 1 0,0-1 0,1 0 0,-1 0 0,1 1 0,0-2-121,0 1-1,-1-1 0,1 0 1,-1 1-1,1-1 0,0 0 1,-1 0-1,1 1 0,-1-1 1,1 0-1,0 0 1,-1 0-1,1 0 0,0 0 1,0 0-1,-1 0 0,1 0 1,0 0-1,-1 0 0,1 0 1,-1-1-1,2 1 0,37-21-7136,-7-2-1554</inkml:trace>
</inkml:ink>
</file>

<file path=ppt/ink/ink2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7.454"/>
    </inkml:context>
    <inkml:brush xml:id="br0">
      <inkml:brushProperty name="width" value="0.025" units="cm"/>
      <inkml:brushProperty name="height" value="0.025" units="cm"/>
    </inkml:brush>
  </inkml:definitions>
  <inkml:trace contextRef="#ctx0" brushRef="#br0">0 28 1512,'0'0'13445,"4"4"-13197,-1 1-96,2 0 1,-1 0-1,0 0 1,1-1-1,0 0 1,0 0-1,0 0 1,1-1-1,-1 0 1,1 0-1,0 0 1,-1 0-1,1-1 1,11 2-1,3 0-44,-1 0 0,0-2 0,38 0 0,-56-2-107,0 0 0,0 0 0,0-1 0,1 1 0,-1-1 0,0 1 0,0-1 0,0 1 0,0-1 0,0 0 0,0 1 0,0-1 0,0 0-1,0 0 1,0 0 0,-1 0 0,1 0 0,0 0 0,-1 0 0,1 0 0,0 0 0,-1 0 0,1 0 0,-1 0 0,0 0 0,1-1 0,-1 1 0,0 0 0,0 0 0,1 0 0,-1-2 0,2-46 79,-3 40-7,1 8-24,0 0 1,-1 1-1,1-1 1,-1 0-1,1 0 1,-1 0-1,0 1 1,1-1-1,-1 0 1,0 0-1,1 1 1,-1-1-1,0 1 1,0-1-1,1 1 1,-1-1-1,0 1 1,0-1-1,0 1 1,0 0-1,0-1 0,0 1 1,0 0-1,0 0 1,0 0-1,0-1 1,0 1-1,0 0 1,1 1-1,-3-1 1,-41 0 337,30 1-132,11-1-178,0 0 1,1 1-1,-1-1 0,0 1 0,1 0 0,-1 0 0,1 0 0,-1 0 0,1 0 0,-1 0 1,1 1-1,0-1 0,-1 1 0,1 0 0,0-1 0,0 1 0,0 0 0,1 0 0,-1 0 1,0 1-1,1-1 0,-1 0 0,1 1 0,0-1 0,0 1 0,0-1 0,0 1 0,0-1 1,0 1-1,1 0 0,-1 5 0,-2 11 291,1 0 0,1 1 0,2 30 0,0-23-11,-1-26-310,0 1 0,0 0 0,0 0 0,1 0 1,-1-1-1,0 1 0,1 0 0,0 0 0,-1-1 0,1 1 0,0-1 0,0 1 0,0 0 0,0-1 0,0 1 0,0-1 0,0 0 0,1 1 0,-1-1 0,0 0 0,1 0 0,-1 0 1,1 0-1,-1 0 0,1 0 0,0 0 0,-1-1 0,1 1 0,0-1 0,1 1 0,9 2 256,0-1 1,1 0-1,22-1 1,-27-1-240,1 0 0,-1 1 0,0 0 0,0 0 0,1 1 0,10 3 0,-18-5-99,-1 1-1,1 0 1,-1-1 0,1 1-1,-1 0 1,1-1 0,-1 1-1,1 0 1,-1 0 0,0-1-1,1 1 1,-1 0 0,0 0-1,0-1 1,1 1 0,-1 0 0,0 0-1,0 0 1,0 0 0,0-1-1,0 1 1,-1 1 0,1 8-3747,-1-3-4624,1-1 2058</inkml:trace>
</inkml:ink>
</file>

<file path=ppt/ink/ink2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8.441"/>
    </inkml:context>
    <inkml:brush xml:id="br0">
      <inkml:brushProperty name="width" value="0.025" units="cm"/>
      <inkml:brushProperty name="height" value="0.025" units="cm"/>
    </inkml:brush>
  </inkml:definitions>
  <inkml:trace contextRef="#ctx0" brushRef="#br0">386 21 1088,'0'0'11388,"3"-16"-8237,-3 16-3094,-1-1 0,1 1 0,-1-1 0,0 1 0,1 0 0,-1-1 1,1 1-1,-1 0 0,1 0 0,-1-1 0,0 1 0,1 0 0,-1 0 0,0 0 0,1 0 0,-1-1 0,0 1 0,1 0 0,-1 0 0,0 0 0,1 1 0,-1-1 0,0 0 0,1 0 0,-1 0 0,1 0 0,-1 1 0,0-1 0,1 0 0,-1 1 0,-23 9 1029,-5 7-586,0 2 1,1 1-1,1 1 0,1 1 0,1 2 0,0 0 0,-27 38 0,39-44-432,1-1 0,1 2 0,0 0 0,2 0 0,0 1 0,1 0 0,1 0-1,0 1 1,2 0 0,1 0 0,0 1 0,0 37 0,3-36 11,2 0 1,1 0-1,5 27 0,-5-41-8,1 0-1,0-1 1,0 1-1,1-1 1,0 0 0,0 0-1,1 0 1,0 0-1,1-1 1,11 12 0,-5-6 64,1-2 0,0 1 1,1-2-1,0 0 1,1 0-1,0-2 0,1 1 1,-1-2-1,1 0 1,24 6-1,-7-6 207,0 0 1,0-3-1,1 0 0,46-3 0,-79-1-158,-22-9-2946,3 2-4248,12 1 181</inkml:trace>
</inkml:ink>
</file>

<file path=ppt/ink/ink2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19.666"/>
    </inkml:context>
    <inkml:brush xml:id="br0">
      <inkml:brushProperty name="width" value="0.025" units="cm"/>
      <inkml:brushProperty name="height" value="0.025" units="cm"/>
    </inkml:brush>
  </inkml:definitions>
  <inkml:trace contextRef="#ctx0" brushRef="#br0">257 1 2929,'0'0'12074,"5"16"-11011,-1 14 204,-2-1-1,-1 30 1,1 7-338,12 96 313,3 94-379,-17-242-847,0-9 29,0 0-1,0-1 1,0 1 0,0-1 0,-1 1-1,0-1 1,0 1 0,-1 4-1,1-8-17,0 1 1,0-1-1,-1 1 0,1-1 0,0 1 0,0-1 0,-1 0 0,1 0 0,-1 0 0,1 0 0,-1 0 0,0 0 0,1 0 0,-1 0 0,0-1 0,0 1 0,1-1 0,-1 1 1,0-1-1,0 0 0,0 1 0,0-1 0,-2 0 0,-1 0 50,0 0 0,1 0 0,-1 0 1,0-1-1,0 1 0,1-1 0,-1 0 0,1-1 1,-1 1-1,1-1 0,-1 0 0,1 0 1,0 0-1,0 0 0,0-1 0,0 0 0,0 0 1,1 0-1,-5-5 0,-4-5 68,2-1 1,0-1-1,1 1 0,-9-18 0,-12-20 53,18 35-194,2-1 0,0 1-1,0-2 1,2 1 0,-10-32-1,15 38-1220,1 1 0,0 0 0,0-22 0,2 12-2691,0 1-1643</inkml:trace>
</inkml:ink>
</file>

<file path=ppt/ink/ink2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20.011"/>
    </inkml:context>
    <inkml:brush xml:id="br0">
      <inkml:brushProperty name="width" value="0.025" units="cm"/>
      <inkml:brushProperty name="height" value="0.025" units="cm"/>
    </inkml:brush>
  </inkml:definitions>
  <inkml:trace contextRef="#ctx0" brushRef="#br0">33 2 1272,'0'0'23436,"-5"0"-22461,4-1-920,0 1 1,0 0-1,0 0 0,1 0 1,-1 0-1,0 0 0,0 0 1,0 0-1,0 0 0,0 0 1,1 0-1,-1 0 0,0 1 1,0-1-1,0 0 1,0 1-1,1-1 0,-1 1 1,0-1-1,0 1 0,1-1 1,-1 1-1,0-1 0,1 1 1,-1-1-1,1 1 1,-1 0-1,1 0 0,-1-1 1,1 1-1,-1 0 0,0 1 1,-1 36 1962,2-21-1997,0-16-44,1 0 0,-1-1-1,0 1 1,0-1 0,1 1 0,-1-1-1,0 1 1,0-1 0,1 1 0,-1-1 0,1 1-1,-1-1 1,0 0 0,1 1 0,-1-1-1,1 1 1,-1-1 0,1 0 0,-1 0 0,1 1-1,0-1 1,-1 0 0,1 0 0,-1 0-1,1 1 1,-1-1 0,1 0 0,0 0-1,-1 0 1,1 0 0,1 0 0,24-1-5424,-18 1 236,0 0-4823</inkml:trace>
</inkml:ink>
</file>

<file path=ppt/ink/ink2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20.936"/>
    </inkml:context>
    <inkml:brush xml:id="br0">
      <inkml:brushProperty name="width" value="0.025" units="cm"/>
      <inkml:brushProperty name="height" value="0.025" units="cm"/>
    </inkml:brush>
  </inkml:definitions>
  <inkml:trace contextRef="#ctx0" brushRef="#br0">34 1 1216,'0'0'14814,"-8"0"-14042,-12 0-531,14 0 1260,29 6 606,80 19-61,235 69-877,-286-74-850,-21-8 61,0-1-1,1-1 1,46 8 0,-111-18 525,0 1 1,-38 6-1,-119 18-1289,127-16 602,-22 7-202,84-15-13,1-1 1,-1 1-1,0 0 0,1 0 0,-1-1 1,1 1-1,-1 0 0,1 0 1,-1 0-1,1 0 0,-1 0 0,1 0 1,0 0-1,-1 0 0,1 0 1,0 0-1,0 0 0,0 0 0,0 0 1,0 0-1,0 0 0,0 0 1,0 0-1,0 0 0,1 0 1,-1 1-1,1 7 92,35-6-284,-34-3 19,3 0-522,0-1 0,0 1 0,0-1 0,0 0 0,0 0-1,-1 0 1,1-1 0,0 0 0,-1 0 0,8-4 0,18-9-5123</inkml:trace>
</inkml:ink>
</file>

<file path=ppt/ink/ink2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22.429"/>
    </inkml:context>
    <inkml:brush xml:id="br0">
      <inkml:brushProperty name="width" value="0.025" units="cm"/>
      <inkml:brushProperty name="height" value="0.025" units="cm"/>
    </inkml:brush>
  </inkml:definitions>
  <inkml:trace contextRef="#ctx0" brushRef="#br0">225 11 784,'0'0'3075,"-6"-2"4485,-19-5 713,24 7-6736,-4-1-1311,-1 1 0,1 0 0,0 0 1,0 0-1,0 1 0,0 0 0,0 0 0,0 0 1,0 0-1,0 1 0,0 0 0,0 0 1,0 0-1,1 1 0,-1-1 0,-5 6 1,-27 21 613,30-21-737,1-1 1,0 1-1,1 0 1,0 0-1,0 1 0,1 0 1,0 0-1,0 0 1,1 0-1,0 0 0,1 1 1,-2 11-1,0 15 387,0 70-1,4-93-362,0-12-115,1 0 0,-1 0-1,0 0 1,1 0 0,-1 1 0,0-1 0,1 0 0,-1 0 0,1 0 0,0 0 0,-1 0-1,1-1 1,0 1 0,0 0 0,-1 0 0,1 0 0,0 0 0,0-1 0,0 1 0,0-1 0,2 2-1,29 12 180,-4-1-56,-22-9-133,0 0 0,0-1 0,0 0 0,1-1 0,-1 1 0,1-1 1,0 0-1,-1-1 0,1 0 0,0 0 0,0 0 0,0-1 0,0 0 1,0 0-1,0-1 0,-1 0 0,12-2 0,-10-2-3,0 1 0,0-2-1,0 1 1,-1-1 0,0 0 0,13-15-1,-16 17 2,14-16-27,-2 0 0,0-2 0,-1 0 0,15-32 1,-16 29 17,-10 17-11,-1 0-1,0 0 0,0-1 1,-1 1-1,0-1 1,0 0-1,-1 0 0,0 0 1,-1 1-1,-1-18 1,1 7 7,-1 17 10,0 0-1,0 1 0,-1-1 1,1 0-1,0 0 0,0 1 0,-1-1 1,1 1-1,-1-1 0,0 1 1,1 0-1,-1 0 0,0 0 1,0 0-1,0 0 0,1 0 0,-1 0 1,0 0-1,0 1 0,0-1 1,-1 1-1,-1-1 0,-53-11-87,39 11 93,-1 0-1,1 1 0,-1 1 0,1 0 0,0 2 0,-26 6 0,43-9 11,-1 0-1,1 0 1,-1 1-1,1-1 1,-1 1-1,1-1 0,-1 1 1,1 0-1,0-1 1,-1 1-1,1 0 1,0 0-1,0 0 0,-1 0 1,1 0-1,0 0 1,0 0-1,0 0 0,0 0 1,0 1-1,1-1 1,-1 0-1,0 1 1,1-1-1,-1 0 0,0 1 1,1-1-1,0 1 1,-1-1-1,1 1 1,0-1-1,0 1 0,0-1 1,0 1-1,0 0 1,0 2-1,0-4-5</inkml:trace>
</inkml:ink>
</file>

<file path=ppt/ink/ink2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24.998"/>
    </inkml:context>
    <inkml:brush xml:id="br0">
      <inkml:brushProperty name="width" value="0.025" units="cm"/>
      <inkml:brushProperty name="height" value="0.025" units="cm"/>
    </inkml:brush>
  </inkml:definitions>
  <inkml:trace contextRef="#ctx0" brushRef="#br0">383 617 2937,'0'0'553,"5"6"-458,22 20 15067,-48-26-11094,-3-7-3479,16 1-560,0 0 1,0-1 0,1 0 0,0-1-1,1 0 1,0 0 0,0 0 0,1-1-1,-1 1 1,2-1 0,0-1 0,-5-11-1,-1 0 25,-6-19-38,13 33-6,0 0 0,0 0 0,-1 0 0,0 0 0,0 1 1,0 0-1,-1 0 0,0 0 0,-9-8 0,6 6-2,1 0-1,1 0 1,-1 0-1,-5-12 0,-40-79 24,44 84-31,0 0 0,-1 1 0,-1 0 0,-13-13 0,13 15-2,1 1 1,0-1 0,1-1 0,-12-24-1,19 36-4,1-1-1,-1 1 0,0-1 0,1 1 0,0-1 0,-1 0 0,1 1 0,0-1 0,0 0 0,0 1 0,0-1 0,0 0 0,0 1 0,0-1 0,1 0 1,-1 1-1,0-1 0,1 0 0,0 1 0,-1-1 0,1 1 0,0-1 0,1-1 0,0 1-4,0 0 0,0 0-1,1 0 1,-1 0 0,1 0 0,-1 1 0,1-1-1,0 1 1,0 0 0,0-1 0,5 0 0,6-1-32,0 0 1,1 1 0,-1 1 0,17 0-1,-19 1 21,-1 0 1,1 1-1,-1 0 0,1 1 0,-1 0 0,19 6 0,-27-7 15,0 1-1,0-1 1,0 1-1,0 0 1,0-1 0,-1 1-1,1 1 1,-1-1-1,1 0 1,-1 1-1,0-1 1,0 1-1,0-1 1,0 1 0,-1 0-1,1 0 1,-1 0-1,1 0 1,-1 0-1,0 0 1,0 0 0,-1 1-1,1-1 1,0 0-1,-1 0 1,0 1-1,0 4 1,-1 1 15,0 0 1,0 1-1,-1-1 1,0 0-1,-1 0 1,0 0-1,0 0 1,-1 0-1,0-1 1,0 1-1,-1-1 1,0 0-1,-1-1 1,-7 9-1,7-7-18,-30 37 51,22-29-12,0 1 0,2 0 0,-17 31-1,20-29 3,3-10 36,1 0-1,1 0 1,0 1 0,0 0-1,1 0 1,0 0 0,1 0-1,0 0 1,0 20 0,3-30-55,-1 0 0,1 0 0,0 0 0,0-1 0,0 1 1,0 0-1,-1 0 0,1 0 0,0-1 0,0 1 0,1-1 0,-1 1 1,0 0-1,0-1 0,0 0 0,0 1 0,0-1 0,0 0 0,1 0 0,-1 1 1,0-1-1,0 0 0,0 0 0,1 0 0,1-1 0,43 2 88,-37-1-68,0-1-25,0 0 0,1-1 0,-1 1 0,0-2 0,0 1 0,0-1 0,17-8 0,61-39 9,-41 22 0,31-14 880,-76 41-643,3 1 911,-2 0-3165</inkml:trace>
</inkml:ink>
</file>

<file path=ppt/ink/ink2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26.520"/>
    </inkml:context>
    <inkml:brush xml:id="br0">
      <inkml:brushProperty name="width" value="0.025" units="cm"/>
      <inkml:brushProperty name="height" value="0.025" units="cm"/>
    </inkml:brush>
  </inkml:definitions>
  <inkml:trace contextRef="#ctx0" brushRef="#br0">539 832 1880,'0'0'14366,"-14"-24"-10496,-65-47-1783,58 54-1929,1-1 1,0 0-1,1-1 0,1-2 0,1 0 0,-25-39 0,-41-104-88,71 139-76,0 0 0,-2 0-1,0 1 1,-2 1 0,-1 0 0,0 1 0,-2 1 0,-21-19 0,37 38 1,0-1 1,0 0-1,0 0 0,0 0 0,1 0 1,-1 0-1,1-1 0,0 1 1,0-1-1,0 0 0,0 1 1,-1-7-1,1 0-10,0 1 1,1-1-1,1 0 1,0-11-1,0 16 14,1 3-3,0-1 0,0 1 0,1-1 0,-1 1 0,1 0 0,-1 0 0,1 0 0,0 0 0,0 0 0,0 0 0,0 0 0,0 0 0,0 1 0,1-1 0,-1 1-1,0 0 1,1 0 0,-1 0 0,1 0 0,0 0 0,-1 0 0,4 0 0,5-3-9,0 1 0,0 1 0,0-1 0,18 0 0,-5 2-37,-17 0 28,-1 0 1,0 0-1,1 1 1,-1 0 0,0 1-1,0-1 1,1 1-1,8 2 1,-14-1 19,0-1 1,0 0-1,1 0 0,-1 1 0,0-1 1,0 1-1,0-1 0,0 1 1,-1 0-1,1-1 0,0 1 1,-1 0-1,1-1 0,-1 1 1,1 0-1,-1 0 0,0 0 1,0-1-1,0 4 0,-1 46-2,0-31 17,1-9-5,-1 0 0,-1 0 1,0 0-1,0 0 1,-1-1-1,0 1 1,-10 19-1,-44 69 81,19-36-44,16-26-43,15-26 20,0 0 0,1 0 0,0 1 0,-4 12 0,-18 51 299,20-53-202,5-14 23,0 0-1,1 0 0,-1 0 1,2 0-1,-1 1 0,0 9 1,42-18 1086,-27-2-1161,0 0 0,-1-2 0,1 1 0,-1-1 0,0-1 0,0 0 0,17-11 0,26-9 52,-43 20-61,175-71 1019,-181 73-688,0 1 0,1 0 0,-1 0 0,0 1 1,1-1-1,6 1 0,-12 1 2,-20 6-3418,7 0-3216,11-2 28</inkml:trace>
</inkml:ink>
</file>

<file path=ppt/ink/ink2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0.393"/>
    </inkml:context>
    <inkml:brush xml:id="br0">
      <inkml:brushProperty name="width" value="0.025" units="cm"/>
      <inkml:brushProperty name="height" value="0.025" units="cm"/>
    </inkml:brush>
  </inkml:definitions>
  <inkml:trace contextRef="#ctx0" brushRef="#br0">200 55 1304,'0'0'11637,"2"-9"-10182,9-36 2938,-25 79-2081,-106 259 280,104-256-2573,2 2 1,2 0-1,2 1 1,1 0-1,2 0 1,-3 74-1,10-111-13,1 0 0,-1 0 0,1 0 0,0 0 0,0 0 1,0-1-1,0 1 0,0 0 0,1-1 0,-1 1 0,1-1 0,0 1 0,0-1 0,0 0 0,0 1 0,0-1 0,0 0 0,0-1 0,1 1 1,-1 0-1,1-1 0,-1 1 0,1-1 0,0 0 0,0 0 0,-1 0 0,1 0 0,0 0 0,0-1 0,3 1 0,11 3-581,0-2 0,1 0 0,27-1 0,-44-1 275,1 0 1,-1-1 0,0 1-1,1 0 1,-1-1-1,0 0 1,1 1 0,-1-1-1,0 0 1,0 1 0,0-1-1,0 0 1,0 0-1,0 0 1,0 0 0,0 0-1,0 0 1,0 0 0,-1 0-1,1-1 1,0 1-1,-1 0 1,1 0 0,0-2-1,0-7-5378</inkml:trace>
</inkml:ink>
</file>

<file path=ppt/ink/ink2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0.643"/>
    </inkml:context>
    <inkml:brush xml:id="br0">
      <inkml:brushProperty name="width" value="0.025" units="cm"/>
      <inkml:brushProperty name="height" value="0.025" units="cm"/>
    </inkml:brush>
  </inkml:definitions>
  <inkml:trace contextRef="#ctx0" brushRef="#br0">0 123 1880,'0'0'19461,"212"-100"-18893,-154 94-232,-7 0-216,1 2-72,-7 1-48,-7 0-72,-6 3-512,-6 0-1201,-1 0-1199,-5 0-2826,-14 3-4392</inkml:trace>
</inkml:ink>
</file>

<file path=ppt/ink/ink2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1.078"/>
    </inkml:context>
    <inkml:brush xml:id="br0">
      <inkml:brushProperty name="width" value="0.025" units="cm"/>
      <inkml:brushProperty name="height" value="0.025" units="cm"/>
    </inkml:brush>
  </inkml:definitions>
  <inkml:trace contextRef="#ctx0" brushRef="#br0">46 83 3249,'0'0'13977,"5"0"-13346,106 6 1315,-110-6-1949,0 0-1,0 0 1,0-1 0,0 1-1,0 0 1,0-1 0,0 1-1,0-1 1,0 1 0,0-1-1,0 1 1,0-1 0,-1 0-1,1 0 1,0 1 0,0-1-1,-1 0 1,1 0 0,0 0-1,-1 0 1,1 1 0,-1-1-1,1 0 1,-1 0 0,0 0-1,1 0 1,-1 0 0,0 0-1,0-1 1,0 1 0,0 0-1,1 0 1,-1 0 0,-1 0-1,1-1 1,0 0-27,0 0 1,0 0-1,0 0 1,0 0-1,0 0 1,-1 0-1,1 0 1,-1 0-1,0 0 1,1 1-1,-1-1 0,0 0 1,0 0-1,0 1 1,0-1-1,0 1 1,-1-1-1,1 1 1,-3-3-1,-3 0 14,0 1 0,-1 0 0,1 0 1,-1 1-1,0 0 0,0 0 0,0 1 0,0 0 0,0 0 0,-9 1 0,14 0 87,0 0 0,0 0 0,0 0 0,1 0 0,-1 1 0,0-1 0,0 1 0,0-1 0,1 1 0,-1 0 0,1 0-1,-1 0 1,1 1 0,-1-1 0,1 1 0,-1-1 0,1 1 0,0 0 0,0 0 0,0 0 0,0 0 0,0 0 0,1 0 0,-1 0 0,0 1 0,1-1-1,0 1 1,-1-1 0,1 1 0,0 0 0,0 3 0,0 0 19,0 0 0,1 1-1,0-1 1,0 0 0,1 0 0,0 0-1,0 0 1,0 0 0,1 0 0,-1 0 0,2 0-1,-1-1 1,1 1 0,-1-1 0,1 1-1,1-1 1,-1 0 0,1 0 0,0 0-1,0-1 1,8 7 0,-7-7-264,1 0-1,-1 0 1,1-1 0,0 1-1,0-1 1,1-1 0,-1 1 0,1-1-1,-1 0 1,1-1 0,0 1-1,-1-1 1,10 0 0,39 0-3080,-14-2-1958,-1-2-4011</inkml:trace>
</inkml:ink>
</file>

<file path=ppt/ink/ink2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1.681"/>
    </inkml:context>
    <inkml:brush xml:id="br0">
      <inkml:brushProperty name="width" value="0.025" units="cm"/>
      <inkml:brushProperty name="height" value="0.025" units="cm"/>
    </inkml:brush>
  </inkml:definitions>
  <inkml:trace contextRef="#ctx0" brushRef="#br0">6 23 2176,'0'0'17863,"-1"3"-16661,0 4-945,-1-1 0,1 1 1,1 0-1,-1-1 0,1 1 1,0 0-1,1-1 1,1 11-1,-2-16-268,1 1 0,-1-1 1,0 0-1,1 1 0,0-1 0,-1 0 1,1 1-1,0-1 0,-1 0 0,1 0 1,0 0-1,0 0 0,0 0 0,0 0 1,0 0-1,0 0 0,0 0 0,0 0 1,2 1-1,-1-2-84,0 0 0,0 1 0,0-1 0,0 0 0,0 0 0,0 0 0,0 0 0,0-1 0,-1 1 0,1 0 0,0-1 0,0 1 0,0-1 0,0 0 0,-1 1 0,1-1 0,0 0 0,-1 0 0,3-2 0,114-73-1535,-111 71 1463,11-2 2248,-15 32-771,-3-23-1305,0-1 0,0 1 1,0-1-1,0 1 1,0-1-1,0 1 0,1-1 1,-1 1-1,0-1 0,1 1 1,-1-1-1,1 1 1,0-1-1,-1 0 0,1 1 1,0-1-1,0 0 1,0 0-1,0 1 0,0-1 1,0 0-1,0 0 0,0 0 1,0 0-1,1 0 1,-1-1-1,0 1 0,1 0 1,-1-1-1,0 1 1,1 0-1,-1-1 0,1 0 1,-1 1-1,1-1 0,2 0 1,1 0-21,0 0 1,0-1-1,0 1 1,1-1-1,-1 0 1,0-1-1,-1 1 1,1-1 0,0 0-1,9-5 1,1-2-20,-5 4 46,1 0-1,-1-1 1,0-1-1,-1 0 1,0 0-1,0-1 1,8-8-1,-19 43 2812,6 31-3339,-3-56 351,0-1-1,0 1 0,0-1 0,0 0 0,0 1 0,0-1 0,0 0 1,1 0-1,-1 0 0,0 0 0,1 0 0,-1 0 0,1 0 0,-1 0 1,1-1-1,-1 1 0,1 0 0,-1-1 0,1 1 0,0-1 0,-1 0 1,4 1-1,45 2-5103,-38-2 2078,26-1-7255</inkml:trace>
</inkml:ink>
</file>

<file path=ppt/ink/ink2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1.913"/>
    </inkml:context>
    <inkml:brush xml:id="br0">
      <inkml:brushProperty name="width" value="0.025" units="cm"/>
      <inkml:brushProperty name="height" value="0.025" units="cm"/>
    </inkml:brush>
  </inkml:definitions>
  <inkml:trace contextRef="#ctx0" brushRef="#br0">161 0 1696,'0'0'21565,"-12"33"-20625,-36 106-164,42-118-539,0 0 0,1 1 0,1 0 0,1-1-1,0 44 1,1-8 11,2-23-1053,0-20 1148,0 1-1,-1-1 1,0 1 0,-5 17 0,5-29-623,0 0-1,0 0 1,0 0 0,-1 0-1,1-1 1,-1 1 0,1 0-1,-1-1 1,0 1 0,-3 2-1,3-3-324,0-1 0,0 0-1,0 1 1,0-1 0,0 0-1,0 0 1,0 0 0,0 0-1,0-1 1,-1 1 0,1-1-1,0 1 1,-1-1 0,1 0-1,-4 0 1,0 0-5739</inkml:trace>
</inkml:ink>
</file>

<file path=ppt/ink/ink2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2.241"/>
    </inkml:context>
    <inkml:brush xml:id="br0">
      <inkml:brushProperty name="width" value="0.025" units="cm"/>
      <inkml:brushProperty name="height" value="0.025" units="cm"/>
    </inkml:brush>
  </inkml:definitions>
  <inkml:trace contextRef="#ctx0" brushRef="#br0">1 209 2433,'0'0'2937,"20"-25"940,69-79-1119,-82 96-2356,1 0 0,0 0 0,0 1-1,1 0 1,0 0 0,0 1 0,1 1-1,10-6 1,-11 8 73,-1 0 0,1 1 0,0 0 0,1 1 0,-1 0-1,0 0 1,12 1 0,-19 0-329,0 0 0,1 0 1,-1 1-1,0-1 0,0 0 0,1 1 0,-1 0 0,0-1 0,0 1 0,0 0 1,0 0-1,0 0 0,0 0 0,0 1 0,0-1 0,-1 1 0,1-1 0,0 1 1,-1-1-1,3 5 0,-1-2 41,-1 0 1,1 1-1,-1-1 0,-1 1 1,1 0-1,-1-1 0,1 1 1,-1 0-1,0 7 0,0 2 108,-1 0-1,0 0 0,-1 0 0,0 0 0,-2 0 0,-4 18 1,5-28-231,0 1 1,0 0-1,0-1 1,-1 1 0,1-1-1,-1 0 1,-1 0-1,1 0 1,0 0-1,-1 0 1,0-1 0,0 0-1,-5 4 1,7-5-48,-1-1 0,0 1 0,1 0 0,-1-1 0,0 0 0,0 0 0,0 0 0,0 0 0,0 0 0,0 0 0,0-1 0,0 0 0,0 1 0,0-1 0,-1 0 0,1-1 0,0 1 0,0 0 0,0-1 0,0 0 0,0 0 0,-3-1 0,3 0-13,1 0 1,-1 0-1,1 0 1,0 0-1,0-1 1,0 1-1,0-1 1,1 1 0,-1-1-1,1 0 1,0 1-1,-1-1 1,1 0-1,0 0 1,1 0-1,-1 0 1,0-5-1,-5-55-3251,6 62 3015,0 0-3,0 0 0,0 1 1,0-1-1,0 0 1,0 1-1,0-1 1,0 0-1,0 1 0,0-1 1,1 0-1,-1 1 1,0-1-1,0 0 1,1 1-1,-1-1 0,0 1 1,1-1-1,-1 0 1,0 1-1,1-1 1,-1 1-1,1-1 0,-1 1 1,1-1-1,-1 1 1,2-1-1,10-3-4867</inkml:trace>
</inkml:ink>
</file>

<file path=ppt/ink/ink2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3.294"/>
    </inkml:context>
    <inkml:brush xml:id="br0">
      <inkml:brushProperty name="width" value="0.025" units="cm"/>
      <inkml:brushProperty name="height" value="0.025" units="cm"/>
    </inkml:brush>
  </inkml:definitions>
  <inkml:trace contextRef="#ctx0" brushRef="#br0">720 1 2481,'0'0'12944,"-33"9"-6814,-1 12-4675,-46 22 0,26-19-1408,-2-3 0,0-2 0,-68 13 0,44-16-16,-108 30 101,187-46-103,1 0 0,-1 0-1,0 0 1,1 0 0,-1 0 0,1 0 0,-1 0 0,0 1-1,1-1 1,-1 0 0,1 1 0,-1-1 0,1 0 0,-1 1-1,1-1 1,-1 0 0,1 1 0,-1-1 0,1 1 0,-1-1-1,1 1 1,0-1 0,-1 1 0,1-1 0,0 1 0,-1-1-1,1 1 1,0 0 0,0-1 0,0 1 0,-1-1 0,1 1-1,0 0 1,16 14 457,34 5-101,-8-11-318,0-2-1,1-2 1,47-1-1,-27 0-49,-31-3 3,-23-1-4,1-1 0,0 2-1,-1-1 1,1 2 0,-1-1 0,1 1 0,-1 0-1,0 1 1,1 0 0,-1 1 0,-1 0-1,15 8 1,-10 8 693,-12-19-620,0 1 1,-1 0-1,1-1 0,0 0 1,0 1-1,0-1 1,-1 1-1,2-1 0,-1 0 1,0 0-1,0 0 1,0 0-1,0 1 0,1-2 1,-1 1-1,1 0 1,1 1-1,-2-2-79,-1 0 0,0 0 0,0 0 0,1 0 0,-1 0 0,0 0 0,0 0 0,0 0 0,1 0 0,-1 0 0,0 0 0,0 0 0,0 1 0,0-1 0,1 0 0,-1 0 0,0 0 0,0 0 0,0 0 0,0 0 0,1 0 0,-1 1 0,0-1 0,0 0 0,0 0 0,0 0 0,0 0 0,1 0 0,-1 1 0,0-1 0,0 0 0,0 0 0,0 0 0,0 1 0,0-1 0,0 0 0,0 0 0,0 0 0,0 1 0,0-1 0,0 0 0,0 0 0,0 0 0,0 1 0,0-1 0,0 0 0,0 0 0,0 0 0,0 1 0,0-1 0,0 0 0,-1 0 0,1 0 0,0 1 0,0-1 0,0 0 0,0 0 0,0 0 0,0 0 0,-1 0 0,1 1 0,0-1 0,0 0 0,0 0 0,0 0 0,-1 0 0,1 0 0,0 0 0,-15 4-4118</inkml:trace>
</inkml:ink>
</file>

<file path=ppt/ink/ink2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3.899"/>
    </inkml:context>
    <inkml:brush xml:id="br0">
      <inkml:brushProperty name="width" value="0.025" units="cm"/>
      <inkml:brushProperty name="height" value="0.025" units="cm"/>
    </inkml:brush>
  </inkml:definitions>
  <inkml:trace contextRef="#ctx0" brushRef="#br0">279 49 1008,'0'0'5373,"6"-7"-2439,20-22-352,-26 29-2460,0 0 0,1 0 0,-1-1 0,0 1 1,0 0-1,0-1 0,0 1 0,1 0 0,-1-1 0,0 1 0,0 0 0,0-1 0,0 1 0,0 0 0,0-1 0,0 1 0,0 0 1,0-1-1,0 1 0,0 0 0,0-1 0,0 1 0,0 0 0,0-1 0,0 1 0,-1 0 0,1-1 0,0 1 0,0 0 0,0 0 0,0-1 1,-1 1-1,1 0 0,0-1 0,0 1 0,-1 0 0,1 0 0,0 0 0,0-1 0,-1 1 0,1 0 0,0 0 0,-1 0 0,1 0 0,0-1 1,-1 1-1,1 0 0,0 0 0,-1 0 0,1 0 0,0 0 0,-1 0 0,1 0 0,0 0 0,-1 0 0,1 0 0,0 0 0,-1 0 0,1 0 1,0 0-1,-1 1 0,-31-2 765,26 2-166,-18-2-15,0 2 1,0 1 0,-44 9-1,60-10-592,1 2 0,-1-1 0,1 1-1,0 0 1,0 1 0,0 0 0,0 0 0,1 0-1,-1 1 1,1 0 0,1 0 0,-1 0 0,0 1-1,1 0 1,0 0 0,-4 7 0,7-8-104,0 0 1,1 0-1,-1 0 1,1 0-1,0 0 1,0 1-1,1-1 1,-1 0-1,1 0 1,0 1-1,1-1 1,-1 0-1,3 8 1,-1-12-20,0 0 0,1 0 0,-1 0 1,0 0-1,1-1 0,-1 1 1,0-1-1,1 0 0,-1 0 1,1 0-1,-1 0 0,0 0 0,1 0 1,3-1-1,7 0-107,-6 0-43,0 0 0,0 0 0,0-1 0,0 0 0,0 0 0,-1-1 0,1 0 0,-1 0 1,0-1-1,10-6 0,59-49-1055,-69 54 1130,46-43 2763,-53 76-1643,0-17-897,1 0 1,0 0 0,1 1 0,0-1 0,2 11 0,-2-19-157,0-1 0,0 1 0,0 0 0,0-1 0,0 1 0,0-1 0,1 1 0,-1-1 0,1 0 0,0 0 0,0 1 0,0-1 0,0 0 0,0-1 0,0 1 0,0 0 0,1-1 0,-1 1 0,1-1 0,-1 0 0,1 0 0,0 0 0,-1 0 0,6 1 0,70 3-3693,-72-5 2983,29 0-5467</inkml:trace>
</inkml:ink>
</file>

<file path=ppt/ink/ink2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4.660"/>
    </inkml:context>
    <inkml:brush xml:id="br0">
      <inkml:brushProperty name="width" value="0.025" units="cm"/>
      <inkml:brushProperty name="height" value="0.025" units="cm"/>
    </inkml:brush>
  </inkml:definitions>
  <inkml:trace contextRef="#ctx0" brushRef="#br0">544 1 2769,'0'0'15148,"15"4"-13716,-13-2 1749,-19 5-2645,0-1 0,-1-1 0,1-1 0,-29 3 0,-4 2-174,-170 27 281,82-16-524,136-20-114,-1 0 1,1 1 0,-1-1 0,1 1 0,0-1-1,-1 1 1,1 0 0,0 0 0,0 0 0,0 0-1,-1 0 1,1 1 0,0-1 0,-2 3 0,4-3 2,-1 0 1,1 0-1,0 1 0,0-1 1,0 0-1,0 0 1,0 0-1,0 1 0,0-1 1,1 0-1,-1 0 1,0 0-1,0 0 0,1 1 1,-1-1-1,1 0 1,-1 0-1,1 0 0,0 0 1,-1 0-1,1 0 1,0 0-1,0 0 0,0 0 1,0-1-1,-1 1 1,1 0-1,0 0 0,0-1 1,0 1-1,2 0 1,1 3 33,-1 0 1,0 0 0,0 0-1,0 1 1,0 0-1,0-1 1,-1 1 0,0 0-1,0 0 1,-1 0-1,1 0 1,1 9 0,5 71 451,-6-58-435,2 56 359,-8 121 0,-5-158-273,0 19 85,36-65-133,-8-3-88,-1 0-1,1-2 1,-1-1 0,23-9 0,15-6-6,-53 20-1,1 0 0,0 1 1,-1-1 0,1 0 0,0-1 0,-1 1 0,1-1 0,-1 0 0,0 1 0,0-1 0,0-1 0,0 1 0,5-5 0,-8 7 59</inkml:trace>
</inkml:ink>
</file>

<file path=ppt/ink/ink2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5.129"/>
    </inkml:context>
    <inkml:brush xml:id="br0">
      <inkml:brushProperty name="width" value="0.025" units="cm"/>
      <inkml:brushProperty name="height" value="0.025" units="cm"/>
    </inkml:brush>
  </inkml:definitions>
  <inkml:trace contextRef="#ctx0" brushRef="#br0">392 0 1840,'0'0'14610,"-5"0"-13515,-17 0-280,17 0 1016,5 12-348,0 420 1367,0-430-2830,0 0 0,0 0 0,0 0-1,0 0 1,0 0 0,-1 0 0,1 0 0,0 0 0,-1 0 0,0-1 0,1 1 0,-1 0-1,0 0 1,0 0 0,0-1 0,0 1 0,0-1 0,-1 1 0,1-1 0,0 1 0,-1-1-1,1 0 1,-1 1 0,0-1 0,1 0 0,-1 0 0,0 0 0,1 0 0,-1-1 0,0 1-1,-2 0 1,-5 1 153,1-1 0,-1 0-1,1-1 1,-1 0 0,-15-2-1,4 1-45,10-1-64,-1 0 1,1 0-1,-1-1 0,1 0 1,0-1-1,1 0 1,-1 0-1,1-1 0,-1-1 1,-9-7-1,-5-5 141,0-1-1,-25-26 1,47 43-256,0-1 1,0 1-1,0-1 0,0 1 0,0-1 1,1 1-1,-1-1 0,1 0 0,0 0 1,-1 0-1,2 0 0,-1 0 0,0 0 0,0 0 1,1 0-1,0 0 0,0-1 0,0-5 1,1 5-656,-1 0 0,1-1 0,1 1 0,-1 0 0,0 0 0,1 0 1,0 0-1,0 0 0,0 0 0,1 1 0,-1-1 0,5-4 0,12-9-5741</inkml:trace>
</inkml:ink>
</file>

<file path=ppt/ink/ink2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5.449"/>
    </inkml:context>
    <inkml:brush xml:id="br0">
      <inkml:brushProperty name="width" value="0.025" units="cm"/>
      <inkml:brushProperty name="height" value="0.025" units="cm"/>
    </inkml:brush>
  </inkml:definitions>
  <inkml:trace contextRef="#ctx0" brushRef="#br0">34 2 1560,'0'0'26037,"-5"-1"-24725,0 1-1180,-12 1 2112,16 0-2200,0 0 1,1 0-1,-1 0 1,0 0-1,1 1 0,-1-1 1,1 0-1,0 0 1,-1 1-1,1-1 1,0 0-1,0 1 0,0-1 1,0 0-1,0 0 1,0 3-1,0 3 306,1 9-2815,0-16 2225,-1 1 0,0-1 1,0 1-1,1-1 0,-1 1 1,1-1-1,-1 1 0,0-1 1,1 1-1,-1-1 0,1 0 1,-1 1-1,1-1 0,-1 0 1,1 1-1,-1-1 0,1 0 1,-1 0-1,1 0 0,0 1 0,-1-1 1,1 0-1,-1 0 0,1 0 1,0 0-1,18 0-6521</inkml:trace>
</inkml:ink>
</file>

<file path=ppt/ink/ink2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6.282"/>
    </inkml:context>
    <inkml:brush xml:id="br0">
      <inkml:brushProperty name="width" value="0.025" units="cm"/>
      <inkml:brushProperty name="height" value="0.025" units="cm"/>
    </inkml:brush>
  </inkml:definitions>
  <inkml:trace contextRef="#ctx0" brushRef="#br0">14 1 1344,'0'0'17091,"5"8"-15799,-1-3-1154,-1 0 0,1 0 1,1-1-1,-1 1 0,1-1 0,-1 0 1,1 0-1,0-1 0,1 1 0,-1-1 1,1 0-1,-1-1 0,1 1 0,0-1 1,0 0-1,0-1 0,7 2 0,51 5 780,0-2 0,86-4 0,-115-2 399,-35 1-1273,1-1 1,-1 0 0,1 0 0,-1 1 0,1-1 0,-1 0 0,1 1-1,-1-1 1,0 1 0,1-1 0,-1 1 0,1-1 0,-1 1 0,0-1-1,0 1 1,1-1 0,-1 1 0,0-1 0,0 1 0,1-1 0,-1 1-1,0 0 1,0-1 0,0 1 0,0-1 0,0 1 0,0 0 0,0-1-1,0 2 1,-1 24 752,1-19-647,-13 397 1861,14-376-1931,0-16-9,-1 1-1,0-1 0,0 1 0,-1-1 0,-1 0 1,0 1-1,-1-1 0,-5 14 0,4-25-45,-1 0-1,1 1 0,-1-1 1,1-1-1,-1 1 1,0-1-1,0 0 0,1 0 1,-1 0-1,-7-2 0,1 2-2,-118-6 1,-48 3-8,176 2-17,-1 1 0,1 0 0,0 0-1,-1 0 1,1 0 0,0 0 0,0 0-1,-1 0 1,1 1 0,0-1-1,-1 0 1,1 1 0,0-1 0,0 1-1,0-1 1,-1 1 0,1 0 0,0-1-1,0 1 1,0 0 0,0 0 0,0 0-1,0 0 1,0 0 0,1 0-1,-1 0 1,0 0 0,0 0 0,0 2-1,3-1-10,0-1 1,0 0-1,1 0 0,-1 0 0,1 0 0,-1 0 0,1 0 0,-1-1 0,1 1 0,-1-1 0,1 1 0,-1-1 0,5 0 0,-7 0-2,8 0-188,76 3-2288,-28-8-4246,-18-6-2338</inkml:trace>
</inkml:ink>
</file>

<file path=ppt/ink/ink2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8:57.062"/>
    </inkml:context>
    <inkml:brush xml:id="br0">
      <inkml:brushProperty name="width" value="0.025" units="cm"/>
      <inkml:brushProperty name="height" value="0.025" units="cm"/>
    </inkml:brush>
  </inkml:definitions>
  <inkml:trace contextRef="#ctx0" brushRef="#br0">275 0 1320,'0'0'2338,"-13"1"-1147,4 0-373,-37 3 481,5-3 14156,44-1-15144,6 4-108,-1-1 1,0 1 0,0 1 0,0-1 0,0 1-1,-1 1 1,8 6 0,9 6 102,7 4 73,-1 2 0,-1 0 0,-1 2 0,-2 1 1,0 1-1,24 37 0,-37-47-290,-2 1 0,0 1 0,-1 0 0,-1 0 0,-1 1 1,-1 0-1,-1 0 0,-1 1 0,0-1 0,-2 1 0,1 42 0,-3-53-22,-1-1 0,0 0-1,-1 0 1,0 1 0,-1-1-1,0 0 1,0 0-1,-1-1 1,0 1 0,-1 0-1,0-1 1,-1 0-1,0 0 1,0 0 0,-1-1-1,0 1 1,0-1 0,-1-1-1,0 1 1,-1-1-1,1-1 1,-14 10 0,-32 18 546,0-2 0,-2-3 1,-102 39-1,48-22-223,64-23-405,49-21-1620</inkml:trace>
</inkml:ink>
</file>

<file path=ppt/ink/ink2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2.553"/>
    </inkml:context>
    <inkml:brush xml:id="br0">
      <inkml:brushProperty name="width" value="0.025" units="cm"/>
      <inkml:brushProperty name="height" value="0.025" units="cm"/>
    </inkml:brush>
  </inkml:definitions>
  <inkml:trace contextRef="#ctx0" brushRef="#br0">290 74 2008,'0'0'9169,"2"-6"-7859,2-4-769,10-25 1770,-9 13 3483,-5 21-4860,-15 1 461,-3 1-1289,-1 0 0,0 2 0,1 0 0,-1 1 0,1 1 0,0 0-1,1 1 1,-28 15 0,38-18-96,0 0 0,0 1 0,0 0 0,1 0 0,0 1 0,0 0 0,0 0 0,1 0-1,-1 1 1,1 0 0,0 0 0,1 0 0,0 1 0,0-1 0,0 1 0,1 0 0,0 0 0,0 0 0,0 1 0,1-1-1,0 1 1,1-1 0,-1 12 0,2-18-9,0 0-1,0 1 0,0-1 0,1 0 1,-1 0-1,0 1 0,1-1 1,-1 0-1,1 0 0,-1 0 1,1 1-1,-1-1 0,1 0 0,0 0 1,0 0-1,-1 0 0,1 0 1,0 0-1,0 0 0,0-1 1,0 1-1,0 0 0,2 1 0,1-1 1,0 1-1,-1-1 0,1 1 0,0-1 1,0 0-1,0-1 0,7 2 0,3-2-8,0 0 0,0-1 1,25-4-1,-30 3-26,-1 0 1,1-1 0,0-1 0,-1 1 0,0-1 0,0 0-1,0-1 1,0 0 0,-1-1 0,1 1 0,-1-1-1,7-9 1,5-7-8,-1-1 0,23-37 0,-20 27 62,-9 20 518,-10 26 554,1 15-658,1-19-447,0-1 0,0-1-1,1 1 1,-1 0-1,2-1 1,-1 0 0,1 0-1,0-1 1,0 0 0,1 0-1,0 0 1,0-1 0,0 0-1,1 0 1,0-1-1,0 0 1,0 0 0,0-1-1,0 0 1,1 0 0,-1-1-1,1 0 1,0-1 0,0 0-1,13 0 1,-5 0-661,39-4-5369,-35-8-443</inkml:trace>
</inkml:ink>
</file>

<file path=ppt/ink/ink2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3.281"/>
    </inkml:context>
    <inkml:brush xml:id="br0">
      <inkml:brushProperty name="width" value="0.025" units="cm"/>
      <inkml:brushProperty name="height" value="0.025" units="cm"/>
    </inkml:brush>
  </inkml:definitions>
  <inkml:trace contextRef="#ctx0" brushRef="#br0">636 2 2777,'0'0'19378,"-9"0"-18784,-36-1 49,0 2 0,-88 13 1,-95 33-241,196-40-401,11-3-2,8-2 7,1 0-1,0 1 1,0 0-1,0 1 1,0 0-1,1 1 1,0 1-1,-14 7 1,25-12-7,-1-1 1,1 1-1,0-1 1,0 0-1,-1 1 1,1-1-1,0 1 1,0-1-1,0 0 1,-1 1 0,1-1-1,0 1 1,0-1-1,0 1 1,0-1-1,0 1 1,0-1-1,0 1 1,0-1-1,0 1 1,0-1-1,0 1 1,1-1-1,-1 0 1,0 1-1,0-1 1,0 1-1,0-1 1,1 1 0,-1-1-1,0 0 1,1 1-1,-1-1 1,0 0-1,1 1 1,-1-1-1,0 0 1,1 1-1,-1-1 1,0 0-1,1 0 1,-1 1-1,1-1 1,-1 0-1,1 0 1,-1 0 0,0 0-1,1 0 1,-1 0-1,2 1 1,25 7 84,-26-8-84,3 1 28,1 0 0,-1 0-1,0 0 1,0 1 0,0-1-1,-1 1 1,1 0 0,0 0 0,-1 1-1,1-1 1,-1 1 0,0-1 0,0 1-1,0 0 1,0 0 0,0 1-1,-1-1 1,5 7 0,-4-2 28,-1 0 1,1 0-1,-1 0 0,-1 0 0,1 1 1,-2-1-1,1 0 0,-1 13 1,-2 16 35,-2-1 1,-2 0 0,-11 44 0,8-45 30,2 1 1,1 0 0,-1 46-1,7 62 236,22-143-333,-5-3 50,-1 0 0,0-1-1,0-1 1,0 0 0,0-2 0,29-13 0,34-11 493,-64 25-471,-12 3-59,0 1 1,1 0 0,-1 0 0,0 0-1,1 0 1,-1 0 0,1 1 0,5-1 0,-8 1-41,13 0-8280,4-1 2258,1-7-1706</inkml:trace>
</inkml:ink>
</file>

<file path=ppt/ink/ink2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3.686"/>
    </inkml:context>
    <inkml:brush xml:id="br0">
      <inkml:brushProperty name="width" value="0.025" units="cm"/>
      <inkml:brushProperty name="height" value="0.025" units="cm"/>
    </inkml:brush>
  </inkml:definitions>
  <inkml:trace contextRef="#ctx0" brushRef="#br0">395 1 6081,'0'0'16903,"-4"3"-16441,1 0-349,1 0-1,0 0 1,-1 0 0,1 0-1,0 0 1,0 1-1,1-1 1,-1 1-1,1-1 1,0 1 0,0-1-1,0 1 1,0 0-1,1 0 1,-1 0-1,1-1 1,0 1-1,1 7 1,11 82 1114,-10-78-1113,21 94 402,-12-60-438,-1 0 0,5 100 1,-15-147-76,0 0 0,0 0 0,0-1 0,-1 1 0,1 0 1,0 0-1,-1-1 0,0 1 0,1 0 0,-1-1 0,0 1 0,0 0 1,0-1-1,0 1 0,0-1 0,0 0 0,0 1 0,-1-1 1,1 0-1,0 0 0,-4 2 0,1 0 3,0-1 0,0 0-1,-1 0 1,1-1 0,-1 1 0,0-1 0,1 0 0,-7 0-1,-6 0 2,0 0-1,1-1 0,-1-1 1,-18-4-1,17 1-6,1-1 1,-1 0 0,1-1-1,0-2 1,0 1-1,1-2 1,0 0-1,1-1 1,0-1-1,0 0 1,1-1-1,1 0 1,0-1-1,-19-25 1,29 32-225,0-1 0,0 1 0,1-1 0,0 1 0,0-1 0,1 0 0,0 0 1,0 1-1,1-1 0,0-8 0,0 10-714,0 0 1,1 0-1,-1 0 1,1 1-1,0-1 1,1 0-1,-1 0 0,4-7 1,13-11-6230</inkml:trace>
</inkml:ink>
</file>

<file path=ppt/ink/ink2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3.978"/>
    </inkml:context>
    <inkml:brush xml:id="br0">
      <inkml:brushProperty name="width" value="0.025" units="cm"/>
      <inkml:brushProperty name="height" value="0.025" units="cm"/>
    </inkml:brush>
  </inkml:definitions>
  <inkml:trace contextRef="#ctx0" brushRef="#br0">78 1 2513,'0'0'24493,"-9"0"-23664,-25 1-123,33 0-654,-1 1 1,1-1-1,0 1 1,-1 0 0,1-1-1,0 1 1,0 0-1,0 0 1,0-1-1,1 1 1,-1 0 0,0 0-1,1 0 1,0 0-1,-1 0 1,1 0-1,0 0 1,0 0 0,0 4-1,-1 0 26,-8 10-4008,8-14 3127,0-1 0,0 0-1,0 1 1,1-1 0,-1 1 0,0-1 0,1 1 0,-1-1 0,0 1 0,1 0 0,0-1 0,-1 1 0,1 1-1</inkml:trace>
</inkml:ink>
</file>

<file path=ppt/ink/ink2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4.284"/>
    </inkml:context>
    <inkml:brush xml:id="br0">
      <inkml:brushProperty name="width" value="0.025" units="cm"/>
      <inkml:brushProperty name="height" value="0.025" units="cm"/>
    </inkml:brush>
  </inkml:definitions>
  <inkml:trace contextRef="#ctx0" brushRef="#br0">38 1 3097,'0'0'16307,"0"4"-14632,-1 27 226,-1 1 1,-12 61-1,8-64-2030,2 0-1,-1 50 1,0-75-2818</inkml:trace>
</inkml:ink>
</file>

<file path=ppt/ink/ink2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4.522"/>
    </inkml:context>
    <inkml:brush xml:id="br0">
      <inkml:brushProperty name="width" value="0.025" units="cm"/>
      <inkml:brushProperty name="height" value="0.025" units="cm"/>
    </inkml:brush>
  </inkml:definitions>
  <inkml:trace contextRef="#ctx0" brushRef="#br0">0 52 2529,'0'0'21356,"173"-29"-21092,-134 29-120,-1-3-128,-6 0-16,-6 0-264,-7 0-824,1-1-1537,-1 1-2376,-6 0-6361</inkml:trace>
</inkml:ink>
</file>

<file path=ppt/ink/ink2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4.827"/>
    </inkml:context>
    <inkml:brush xml:id="br0">
      <inkml:brushProperty name="width" value="0.025" units="cm"/>
      <inkml:brushProperty name="height" value="0.025" units="cm"/>
    </inkml:brush>
  </inkml:definitions>
  <inkml:trace contextRef="#ctx0" brushRef="#br0">101 0 5569,'0'0'19158,"-9"24"-17695,-58 160 1496,62-165-2751,0-1 0,2 2 0,0-1 0,-1 31 0,1-40-11,1-3-4375,8-13-4509,6-11-3481</inkml:trace>
</inkml:ink>
</file>

<file path=ppt/ink/ink2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5.509"/>
    </inkml:context>
    <inkml:brush xml:id="br0">
      <inkml:brushProperty name="width" value="0.025" units="cm"/>
      <inkml:brushProperty name="height" value="0.025" units="cm"/>
    </inkml:brush>
  </inkml:definitions>
  <inkml:trace contextRef="#ctx0" brushRef="#br0">33 0 2833,'0'0'16943,"16"2"-15593,345 19 2445,-357-22-3644,0 1-1,0 0 0,0 1 0,0-1 1,0 1-1,0 0 0,0 0 0,4 1 0,-1 10 1320,-15 10-706,2-12-587,0 1-1,1-1 1,0 1-1,1 1 1,1-1-1,0 1 1,0-1 0,1 1-1,-1 15 1,1 20-7,4 50 0,0-26-72,-2-52-92,1-1 0,1 1 1,1-1-1,9 35 1,-12-53-1,0 1 0,1-1 0,-1 1 0,0-1 0,0 0 0,0 1 0,0-1 0,0 1 0,0-1 0,-1 0 0,1 1 1,0-1-1,0 1 0,0-1 0,0 0 0,0 1 0,-1-1 0,1 0 0,0 1 0,0-1 0,0 0 0,-1 1 0,1-1 1,0 0-1,0 0 0,-1 1 0,1-1 0,0 0 0,-1 0 0,1 1 0,0-1 0,-1 0 0,1 0 0,-1 0 0,1 0 1,0 0-1,-1 0 0,1 1 0,0-1 0,-1 0 0,1 0 0,-1 0 0,-21 0 33,16 0 1,-52 2-17,1 2 0,0 3 0,0 2 0,-72 22 1,122-29-33,5-2 5,1 0 1,0 0-1,0 0 0,0 0 1,-1 1-1,1-1 0,0 0 1,0 1-1,0-1 0,0 1 1,0-1-1,0 1 0,0 0 0,0-1 1,0 1-1,0 0 0,0 0 1,0-1-1,0 1 0,1 0 1,-1 0-1,0 0 0,1 0 1,-1 0-1,1 0 0,-2 2 1,6-2-97,0 0 1,0 0-1,0 0 1,0-1-1,0 0 1,-1 0-1,1 0 1,6-1-1,-4 1-117,18 0-1189,-1-1 0,45-8 0,9-13-6122,-8-3-3943</inkml:trace>
</inkml:ink>
</file>

<file path=ppt/ink/ink2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5.838"/>
    </inkml:context>
    <inkml:brush xml:id="br0">
      <inkml:brushProperty name="width" value="0.025" units="cm"/>
      <inkml:brushProperty name="height" value="0.025" units="cm"/>
    </inkml:brush>
  </inkml:definitions>
  <inkml:trace contextRef="#ctx0" brushRef="#br0">0 0 9946,'0'0'11589,"15"4"-9362,24 3-1320,0-2-1,0-2 1,61-2-1,-63-2-1103,-75 14-5092,-1-6 819,-5 2-1400</inkml:trace>
</inkml:ink>
</file>

<file path=ppt/ink/ink2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6.043"/>
    </inkml:context>
    <inkml:brush xml:id="br0">
      <inkml:brushProperty name="width" value="0.025" units="cm"/>
      <inkml:brushProperty name="height" value="0.025" units="cm"/>
    </inkml:brush>
  </inkml:definitions>
  <inkml:trace contextRef="#ctx0" brushRef="#br0">58 0 6025,'-57'202'6778,"63"-199"-3866,20-3 857,12 0-1576,1 0-521,-1 0-624,7 0-328,-13 0-288,0 0-272,-6 0-160,-7-9-88,7-4-1016,0 7-2769,-7-7-3632</inkml:trace>
</inkml:ink>
</file>

<file path=ppt/ink/ink2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6.602"/>
    </inkml:context>
    <inkml:brush xml:id="br0">
      <inkml:brushProperty name="width" value="0.025" units="cm"/>
      <inkml:brushProperty name="height" value="0.025" units="cm"/>
    </inkml:brush>
  </inkml:definitions>
  <inkml:trace contextRef="#ctx0" brushRef="#br0">283 1 1640,'0'0'20634,"-15"0"-19380,2 0-955,0 0 1,0 1 0,0 1-1,0 0 1,0 1 0,0 0-1,1 1 1,-1 1 0,-16 8-1,17-6-81,1 0 0,1 1 0,-1 0 0,1 1 0,0 0 0,-9 13 0,15-17-190,-1 0 0,1 1 0,1 0 1,-1 0-1,1 0 0,0 1 0,0-1 0,1 1 1,0-1-1,0 1 0,1 0 0,0 0 0,-1 11 1,2-17-30,0-1 0,1 1 1,-1-1-1,0 1 0,1 0 1,-1-1-1,1 1 0,-1-1 0,0 1 1,1-1-1,-1 1 0,1-1 1,-1 0-1,1 1 0,0-1 0,-1 1 1,1-1-1,-1 0 0,1 0 1,0 1-1,-1-1 0,1 0 1,0 0-1,-1 0 0,1 0 0,0 0 1,-1 0-1,1 0 0,0 0 1,0 0-1,31 0-31,-22 0 8,2-1-65,0-1-1,-1 0 1,1 0-1,0-1 1,-1 0-1,0-1 1,0-1-1,0 0 1,19-11-1,-21 11 17,-1-1 1,0 1-1,0-1 1,0-1-1,-1 0 0,0 0 1,0 0-1,-1-1 1,0 0-1,0 0 1,-1-1-1,6-9 0,-12 21 448,0 0 0,0 0-1,1 0 1,0 0 0,-1 1-1,1-1 1,0 0 0,1 0-1,0 4 1,0 1-347,1-1-1,0 1 1,0-1 0,0 1-1,1-1 1,1 0 0,-1 0-1,1 0 1,0-1 0,1 1-1,-1-1 1,1 0 0,9 8 0,-8-9-214,0 0 1,1-1-1,-1 0 1,1-1 0,0 1-1,0-1 1,0-1-1,0 1 1,0-1 0,1 0-1,8 0 1,-7-1-1353,-1 0-1,1-1 1,-1 0 0,1-1-1,15-3 1,10-9-8788</inkml:trace>
</inkml:ink>
</file>

<file path=ppt/ink/ink2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7.453"/>
    </inkml:context>
    <inkml:brush xml:id="br0">
      <inkml:brushProperty name="width" value="0.025" units="cm"/>
      <inkml:brushProperty name="height" value="0.025" units="cm"/>
    </inkml:brush>
  </inkml:definitions>
  <inkml:trace contextRef="#ctx0" brushRef="#br0">638 2 864,'0'0'19399,"-8"0"-18123,-106-2 2030,-132 4-1008,208 0-2187,0 2-1,0 2 1,1 2-1,-50 16 0,84-23-107,1-1 0,0 1-1,-1 0 1,1 0-1,0 0 1,0 0 0,0 1-1,0-1 1,0 0 0,0 1-1,0 0 1,-2 2 0,3-3 3,1-1 1,0 1 0,0 0 0,0-1 0,0 1-1,-1-1 1,1 1 0,0-1 0,0 1 0,0-1-1,0 1 1,0 0 0,1-1 0,-1 1 0,0-1-1,0 1 1,0-1 0,0 1 0,0-1 0,1 1-1,-1-1 1,0 1 0,1-1 0,-1 1 0,0-1-1,1 1 1,-1-1 0,0 0 0,1 1 0,-1-1-1,1 0 1,0 1 0,4 3 36,1-1-1,0 0 1,0 0 0,0-1-1,0 1 1,13 2 0,-17-4-31,1 0 1,0 0 0,0 0-1,-1 1 1,1-1 0,-1 1-1,1 0 1,-1-1 0,0 1-1,1 0 1,-1 1 0,0-1-1,-1 0 1,1 0 0,0 1-1,0-1 1,-1 1 0,0 0-1,1-1 1,-1 1 0,0 0-1,0 0 1,-1 0 0,1 0 0,0 3-1,1 10 86,0 1 0,-2-1-1,0 24 1,-1-14-14,1 24 37,1 21 138,-10 71 1,8-135-244,-2 1 1,1-1-1,-1 1 1,0-1-1,0 0 1,-1 0-1,0-1 1,0 1-1,-1-1 1,0 1-1,-7 5 0,11-9-17,1-2-6,4-1 1,46-1 8,-1-1 1,1-3 0,-1-2-1,0-2 1,-1-2 0,48-17-1,-83 19-378,-23 8 2556,-1 3-3935,23-2-10426,6-3 3769</inkml:trace>
</inkml:ink>
</file>

<file path=ppt/ink/ink2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8.173"/>
    </inkml:context>
    <inkml:brush xml:id="br0">
      <inkml:brushProperty name="width" value="0.025" units="cm"/>
      <inkml:brushProperty name="height" value="0.025" units="cm"/>
    </inkml:brush>
  </inkml:definitions>
  <inkml:trace contextRef="#ctx0" brushRef="#br0">348 1 3065,'0'0'17306,"0"29"-13875,1-14-3249,1-1-1,1 0 1,0 0-1,1 0 1,0 0-1,8 15 1,14 52-171,-21-56-81,-2 0 0,-1 0-1,-1 0 1,-1 0 0,-3 29 0,2-50 79,1-1 1,-1 0 0,0 0-1,0 0 1,-1 0-1,1 0 1,0 0 0,-1 0-1,0 0 1,0 0 0,0-1-1,0 1 1,0-1 0,0 0-1,-1 1 1,1-1-1,-4 2 1,0 0 24,0-1-1,0 0 1,-1 0 0,1 0-1,-1-1 1,1 0-1,-13 2 1,-4-2 287,1 0 0,-1-1-1,-43-5 1,55 2-213,1-1-1,0 0 1,0-1-1,0 0 1,1-1-1,-1 0 0,1 0 1,0-1-1,0 0 1,1 0-1,0-1 1,0-1-1,0 1 1,1-1-1,0 0 1,1-1-1,0 1 0,0-1 1,1-1-1,-8-16 1,13 25-164,-1-1 1,1 1-1,0 0 1,0 0-1,-1 0 0,1 0 1,0 0-1,0-1 1,0 1-1,0 0 1,0 0-1,0 0 0,1 0 1,-1-1-1,0 1 1,1 0-1,-1 0 1,1 0-1,-1 0 0,1 0 1,-1 0-1,1 0 1,0 0-1,-1 0 1,1 0-1,0 0 0,0 1 1,1-2-1,33-12-3862,-15 7 763,11-5-2562</inkml:trace>
</inkml:ink>
</file>

<file path=ppt/ink/ink2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08.625"/>
    </inkml:context>
    <inkml:brush xml:id="br0">
      <inkml:brushProperty name="width" value="0.025" units="cm"/>
      <inkml:brushProperty name="height" value="0.025" units="cm"/>
    </inkml:brush>
  </inkml:definitions>
  <inkml:trace contextRef="#ctx0" brushRef="#br0">33 0 1664,'0'0'19507,"-2"5"-15641,-9 16-826,8-18-2638,-9 9 2680,8-5-8029</inkml:trace>
</inkml:ink>
</file>

<file path=ppt/ink/ink2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0.179"/>
    </inkml:context>
    <inkml:brush xml:id="br0">
      <inkml:brushProperty name="width" value="0.025" units="cm"/>
      <inkml:brushProperty name="height" value="0.025" units="cm"/>
    </inkml:brush>
  </inkml:definitions>
  <inkml:trace contextRef="#ctx0" brushRef="#br0">50 0 1192,'0'0'2449,"-3"5"-2440,0-1-4,3-2-4,-1 0 0,0-1 1,0 1-1,0-1 0,1 1 0,-1-1 1,-1 1-1,1-1 0,0 0 1,0 1-1,0-1 0,-1 0 1,1 0-1,-1 0 0,-1 1 0,-1-1 6292,-16 9 5220,27-7-11352,0 0 0,1-1 1,0 1-1,0-1 1,0-1-1,0 0 1,0 0-1,0 0 1,15-2-1,12 3 49,229 5 638,-203-7 750,-74 26 72,9-18-1553,1 0 1,0 0 0,0 0 0,0 0 0,1 1-1,0-1 1,1 1 0,0 10 0,2 76 488,1-38-413,-2 241 1694,-1-299-1887,1-1 1,0 1-1,-1 0 0,0 0 1,1 0-1,-1 0 1,0 0-1,1 0 1,-1 0-1,0 0 1,0 0-1,0 0 1,0 0-1,0 1 0,0-1 1,0 0-1,0 1 1,0-1-1,0 1 1,0-1-1,-1 1 1,1-1-1,0 1 1,0 0-1,0 0 0,-1-1 1,1 1-1,0 0 1,-3 0-1,-47-1-30,42 1 15,-41 0 16,-57 8 1,92-6 1,0 0 0,0 1 0,0 1-1,0 1 1,1 0 0,0 1 0,0 0 0,-16 11 0,30-17-7,0 0-1,0 0 1,0 0-1,0 0 1,0 0-1,-1 0 1,1 0 0,0 0-1,0 0 1,0 0-1,0 0 1,0 0 0,0 0-1,0 0 1,0 0-1,-1 0 1,1 1-1,0-1 1,0 0 0,0 0-1,0 0 1,0 0-1,0 0 1,0 0-1,0 0 1,0 0 0,0 1-1,0-1 1,0 0-1,0 0 1,0 0-1,0 0 1,0 0 0,0 0-1,0 1 1,0-1-1,0 0 1,0 0 0,0 0-1,0 0 1,0 0-1,0 0 1,0 0-1,0 1 1,0-1 0,0 0-1,0 0 1,0 0-1,0 0 1,0 0-1,1 0 1,-1 0 0,0 0-1,0 0 1,0 1-1,0-1 1,0 0 0,0 0-1,0 0 1,0 0-1,1 0 1,-1 0-1,0 0 1,14 3-97,15-2-269,-23-1 47,-1 0-1,1-1 1,-1 0-1,1 0 1,-1 0-1,0-1 1,1 0-1,-1 0 1,9-5-1,25-18-5940,-7 3-3909</inkml:trace>
</inkml:ink>
</file>

<file path=ppt/ink/ink2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0.460"/>
    </inkml:context>
    <inkml:brush xml:id="br0">
      <inkml:brushProperty name="width" value="0.025" units="cm"/>
      <inkml:brushProperty name="height" value="0.025" units="cm"/>
    </inkml:brush>
  </inkml:definitions>
  <inkml:trace contextRef="#ctx0" brushRef="#br0">26 1 11811,'0'0'20956,"0"3"-20956,0 3 0,0 4 0,-7 0-488,1 12-1465,0-9-2607,-1 0-3362</inkml:trace>
</inkml:ink>
</file>

<file path=ppt/ink/ink2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0.683"/>
    </inkml:context>
    <inkml:brush xml:id="br0">
      <inkml:brushProperty name="width" value="0.025" units="cm"/>
      <inkml:brushProperty name="height" value="0.025" units="cm"/>
    </inkml:brush>
  </inkml:definitions>
  <inkml:trace contextRef="#ctx0" brushRef="#br0">405 0 16452,'0'0'16315,"-142"157"-16315,110-128 0,-6 0 0,-1 0 0,-18 6-1408,5-6-2361,7-6-5289</inkml:trace>
</inkml:ink>
</file>

<file path=ppt/ink/ink2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2.560"/>
    </inkml:context>
    <inkml:brush xml:id="br0">
      <inkml:brushProperty name="width" value="0.025" units="cm"/>
      <inkml:brushProperty name="height" value="0.025" units="cm"/>
    </inkml:brush>
  </inkml:definitions>
  <inkml:trace contextRef="#ctx0" brushRef="#br0">386 1 720,'0'0'2465,"11"3"7439,-36 1-1272,9 8-6799,14-7-1961,-1 0 0,1 1 1,0-1-1,1 1 0,-1-1 0,0 11 0,1-12 463,-8 58-170,4-1 1,2 1-1,5 62 0,0-21 22,0-61-110,9 50-1,-5-51 145,1 53-1,-8-93-212,1 0-1,0 0 1,0 0-1,-1 0 1,1 0 0,0 0-1,-1 0 1,1 0 0,-1 0-1,1-1 1,-1 1 0,0 0-1,1 0 1,-1 0 0,0-1-1,1 1 1,-1 0-1,0-1 1,0 1 0,0-1-1,0 1 1,0-1 0,1 0-1,-1 1 1,0-1 0,0 0-1,0 1 1,0-1 0,0 0-1,0 0 1,0 0 0,-1 0-1,-40 1 197,31-1-113,2-1-60,0-1 1,0 1-1,0-1 0,0-1 1,1 0-1,0 0 1,-1 0-1,1-1 1,0-1-1,1 1 1,-1-1-1,1 0 0,0-1 1,0 0-1,0 0 1,1 0-1,0-1 1,-6-9-1,-4-5 9,1-1 1,1 0-1,2-1 0,0 0 0,-10-28 1,15 34-225,1-1 1,1 0 0,0 0 0,2 0 0,0 0 0,0-23 0,4 39-224,0-1 1,1 0-1,-1 1 0,1-1 1,0 1-1,0-1 0,0 1 1,0 0-1,1 0 0,-1 0 1,0 0-1,1 0 0,-1 1 1,6-3-1,0-2-1667,13-11-4610</inkml:trace>
</inkml:ink>
</file>

<file path=ppt/ink/ink2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2.936"/>
    </inkml:context>
    <inkml:brush xml:id="br0">
      <inkml:brushProperty name="width" value="0.025" units="cm"/>
      <inkml:brushProperty name="height" value="0.025" units="cm"/>
    </inkml:brush>
  </inkml:definitions>
  <inkml:trace contextRef="#ctx0" brushRef="#br0">116 7 3673,'0'0'16767,"-39"-6"-10355,33 11-6056,1 0 0,0 1 0,0 0 1,0 0-1,0 0 0,1 1 0,0-1 0,-3 9 0,4-10-108,1-2-149,-2 3-4,1-1-1,0 1 0,0 0 1,0 0-1,1 1 0,0-1 1,0 0-1,-2 12 0,4-17-119,23-2-1351,-11-2-400,1 0 1,-1-1 0,22-10-1,-6-2-6683</inkml:trace>
</inkml:ink>
</file>

<file path=ppt/ink/ink2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3.972"/>
    </inkml:context>
    <inkml:brush xml:id="br0">
      <inkml:brushProperty name="width" value="0.025" units="cm"/>
      <inkml:brushProperty name="height" value="0.025" units="cm"/>
    </inkml:brush>
  </inkml:definitions>
  <inkml:trace contextRef="#ctx0" brushRef="#br0">219 33 1320,'0'0'1217,"-6"-2"-1132,-24-7-271,-16-5 4413,0 7 7055,18 8-5999,-12 5-2961,18-3-828,91-2-273,-22 1-1199,201-2 555,-246 0 513,1 0-4276,38-3-5685,-15-1 1184</inkml:trace>
</inkml:ink>
</file>

<file path=ppt/ink/ink2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4.689"/>
    </inkml:context>
    <inkml:brush xml:id="br0">
      <inkml:brushProperty name="width" value="0.025" units="cm"/>
      <inkml:brushProperty name="height" value="0.025" units="cm"/>
    </inkml:brush>
  </inkml:definitions>
  <inkml:trace contextRef="#ctx0" brushRef="#br0">181 0 2529,'0'0'9064,"-19"2"-8166,-4-1-568,11 0-22,0-1 0,0 2 0,0 0 1,-14 3-1,3 0 8445,-17 5-7722,39-9 344,34-1-732,162 0 341,53 0 3380,-249 0-4360,-4 0 148</inkml:trace>
</inkml:ink>
</file>

<file path=ppt/ink/ink2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5.073"/>
    </inkml:context>
    <inkml:brush xml:id="br0">
      <inkml:brushProperty name="width" value="0.025" units="cm"/>
      <inkml:brushProperty name="height" value="0.025" units="cm"/>
    </inkml:brush>
  </inkml:definitions>
  <inkml:trace contextRef="#ctx0" brushRef="#br0">23 1 11026,'0'0'20299,"-3"5"-19096,-17 30-919,22-22-297,0-5-19,-2 14-1938,0 10-6105</inkml:trace>
</inkml:ink>
</file>

<file path=ppt/ink/ink2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5.398"/>
    </inkml:context>
    <inkml:brush xml:id="br0">
      <inkml:brushProperty name="width" value="0.025" units="cm"/>
      <inkml:brushProperty name="height" value="0.025" units="cm"/>
    </inkml:brush>
  </inkml:definitions>
  <inkml:trace contextRef="#ctx0" brushRef="#br0">694 1 10338,'0'0'18804,"-199"173"-18636,128-138-168,1 14-112,-65 21-1232,26-9-3337,0-3-4433</inkml:trace>
</inkml:ink>
</file>

<file path=ppt/ink/ink2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39:17.174"/>
    </inkml:context>
    <inkml:brush xml:id="br0">
      <inkml:brushProperty name="width" value="0.025" units="cm"/>
      <inkml:brushProperty name="height" value="0.025" units="cm"/>
    </inkml:brush>
  </inkml:definitions>
  <inkml:trace contextRef="#ctx0" brushRef="#br0">19 97 1856,'0'0'10568,"-18"0"202,49-2-10305,0-2-1,0-1 0,-1-2 1,31-9-1,42-10-176,-92 24-257,53-11 252,0 4-1,86-3 1,-152 38 61,-2-17-325,-1 0 0,0 0 0,-1-1 0,0 0 0,0 0 0,0 0 0,-1-1 0,-14 12-1,-8 11 13,2-1 14,2 1 0,-38 59 0,57-80-40,1 1-1,0-1 1,1 1 0,-1 0-1,2 0 1,0 1 0,0-1-1,1 1 1,0 0 0,1-1-1,0 1 1,0 0 0,1 0 0,1 0-1,2 13 1,-2-23-5,-1 1-1,1-1 1,0 1-1,0-1 1,0 0 0,0 1-1,0-1 1,1 0 0,-1 1-1,0-1 1,0 0-1,1 0 1,-1 0 0,1 0-1,-1-1 1,1 1 0,-1 0-1,1-1 1,0 1 0,-1-1-1,1 1 1,0-1-1,0 0 1,-1 1 0,1-1-1,2 0 1,57 0-6,-40-1 7,-14 1-1,-3 0-1,0 0 0,1 1 0,-1-1 0,0-1 0,0 1 0,0-1 0,0 1 0,0-1 0,0 0-1,0-1 1,0 1 0,0-1 0,0 0 0,0 0 0,4-3 0,-7 3 2,-27 1-85,19 1 72,0 0 0,0 1 0,0-1 0,0 1 1,1 1-1,-1-1 0,0 1 0,1 0 0,-1 1 0,-6 3 0,9-4 10,1 1 1,-1-1-1,1 1 1,0 0-1,-1 1 1,1-1-1,1 0 1,-1 1-1,0-1 1,1 1-1,0 0 1,0 0-1,0 0 0,0 0 1,1 0-1,-2 8 1,0-2-6,1 0 1,0-1-1,1 1 1,0 0-1,0 0 1,1 0-1,1 0 1,0 0-1,0 0 1,1-1-1,0 1 1,0 0-1,1-1 1,1 1 0,-1-1-1,2 0 1,-1 0-1,1-1 1,0 1-1,1-1 1,11 12-1,77 84-25,-93-104 34,-1 0 1,0 1-1,1-1 0,-1 0 1,0 0-1,0 0 0,1 0 1,-1 1-1,0-1 0,1 0 1,-1 0-1,0 1 0,0-1 1,1 0-1,-1 1 0,0-1 0,0 0 1,0 1-1,1-1 0,-1 0 1,0 1-1,0-1 0,0 0 1,0 1-1,0-1 0,0 0 1,0 1-1,0-1 0,0 0 1,0 1-1,0-1 0,0 1 1,0-1-1,0 0 0,0 1 0,0-1 1,0 0-1,-1 1 0,1-1 1,0 0-1,0 1 0,0-1 1,0 0-1,-1 1 0,1-1 1,0 0-1,0 0 0,-1 1 1,1-1-1,0 0 0,-1 0 1,1 1-1,0-1 0,-1 0 1,1 0-1,-25 1 195,16-1-180,-379 0 3624,396 0-3722,-1 1 0,1 1 0,0-1 0,-1 1 0,11 4 0,-11-3-796,1 0 1,-1-1-1,1 0 1,0-1-1,11 1 1,0-2-5848,-5 0-4814</inkml:trace>
</inkml:ink>
</file>

<file path=ppt/ink/ink2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5.122"/>
    </inkml:context>
    <inkml:brush xml:id="br0">
      <inkml:brushProperty name="width" value="0.025" units="cm"/>
      <inkml:brushProperty name="height" value="0.025" units="cm"/>
    </inkml:brush>
  </inkml:definitions>
  <inkml:trace contextRef="#ctx0" brushRef="#br0">1 7 2689,'0'0'10835,"4"4"-8416,-1-1-2154,0-1 0,1 0 0,-1 0 0,1 0 0,-1 0 0,1 0 0,0-1-1,0 0 1,0 1 0,0-2 0,0 1 0,0 0 0,0-1 0,0 1 0,0-1 0,0 0-1,0-1 1,0 1 0,0-1 0,7-1 0,230-26 1835,-270 47-10534,-51 24-1,24-22 1754</inkml:trace>
</inkml:ink>
</file>

<file path=ppt/ink/ink2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5.416"/>
    </inkml:context>
    <inkml:brush xml:id="br0">
      <inkml:brushProperty name="width" value="0.025" units="cm"/>
      <inkml:brushProperty name="height" value="0.025" units="cm"/>
    </inkml:brush>
  </inkml:definitions>
  <inkml:trace contextRef="#ctx0" brushRef="#br0">0 7 1640,'9'0'7426,"14"0"-3092,82-4 5840,-52 2-9856,1 1-6945</inkml:trace>
</inkml:ink>
</file>

<file path=ppt/ink/ink2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6.261"/>
    </inkml:context>
    <inkml:brush xml:id="br0">
      <inkml:brushProperty name="width" value="0.025" units="cm"/>
      <inkml:brushProperty name="height" value="0.025" units="cm"/>
    </inkml:brush>
  </inkml:definitions>
  <inkml:trace contextRef="#ctx0" brushRef="#br0">65 13 3089,'0'0'18441,"3"-4"-17249,-2 3-1159,-1 1-1,0-1 0,0 1 1,0-1-1,1 1 1,-1 0-1,0-1 1,1 1-1,-1-1 1,1 1-1,-1 0 0,0-1 1,1 1-1,-1 0 1,1-1-1,-1 1 1,1 0-1,-1 0 0,1-1 1,-1 1-1,1 0 1,-1 0-1,1 0 1,-1 0-1,1 0 0,-1 0 1,2 0-1,3 14 881,-5 46 603,-2-28-1040,4 60 763,0-33-1036,-3 0 0,-2 0 0,-11 59 0,14-115-445,0-1-1,-1 0 1,0 1-1,0-1 1,1 0-1,-1 0 1,-1 1 0,1-1-1,0 0 1,0 0-1,-1 0 1,1-1-1,-3 3 1,2-2-759,-1 0 0,0 0 0,1-1 1,-1 1-1,0-1 0,0 0 0,0 0 0,0 0 1,0 0-1,-4 0 0,-11 0-6941</inkml:trace>
</inkml:ink>
</file>

<file path=ppt/ink/ink2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6.491"/>
    </inkml:context>
    <inkml:brush xml:id="br0">
      <inkml:brushProperty name="width" value="0.025" units="cm"/>
      <inkml:brushProperty name="height" value="0.025" units="cm"/>
    </inkml:brush>
  </inkml:definitions>
  <inkml:trace contextRef="#ctx0" brushRef="#br0">1 107 1296,'0'0'17360,"30"-14"-15000,98-43-598,-111 50-1462,0 1 1,1 1-1,-1 0 0,1 2 0,0 0 0,0 1 0,0 0 1,19 2-1,23-2-71,-36 1 102,-14 2-4038,-4-1-3619,7 0-7681</inkml:trace>
</inkml:ink>
</file>

<file path=ppt/ink/ink2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6.898"/>
    </inkml:context>
    <inkml:brush xml:id="br0">
      <inkml:brushProperty name="width" value="0.025" units="cm"/>
      <inkml:brushProperty name="height" value="0.025" units="cm"/>
    </inkml:brush>
  </inkml:definitions>
  <inkml:trace contextRef="#ctx0" brushRef="#br0">1 96 600,'0'0'20459,"14"2"-19600,44 7-33,88 2 0,-128-10-805,29-2 67,-46 1-86,0 0 0,1 0 0,-1 0 0,0 0 0,0-1 0,0 1 0,0 0 0,0-1 0,0 1 0,0-1 1,0 1-1,0-1 0,0 0 0,0 1 0,-1-1 0,1 0 0,0 0 0,0 0 0,0 1 0,-1-1 0,1 0 0,-1 0 0,1 0 0,-1 0 0,1 0 1,-1 0-1,1 0 0,-1 0 0,0 0 0,1 0 0,-1-1 0,0 1 0,0-1 0,0-2-83,0-1-1,0 0 1,0 1-1,-1-1 1,1 1-1,-1-1 0,0 1 1,-1 0-1,1-1 1,-1 1-1,0 0 1,-2-5-1,1 7 21,1-1 1,0 1-1,-1 0 0,1 0 0,-1 0 0,0 0 0,0 0 0,1 1 0,-1-1 0,0 1 0,-1 0 0,1-1 0,0 1 0,0 1 0,0-1 0,-1 0 1,-3 1-1,3-1 94,0 0 0,0 0 0,0 1 0,-1 0 0,1 0 0,0 0 0,0 0 0,-1 1 0,1-1 0,0 1 0,0 0 0,0 1 0,-5 1 0,7-2 52,0 1 1,0 0-1,1 0 1,-1 0-1,0 0 1,1 0-1,0 0 1,-1 1 0,1-1-1,0 0 1,0 1-1,0-1 1,0 0-1,1 1 1,-1 0 0,1-1-1,0 1 1,-1-1-1,1 1 1,0-1-1,0 1 1,1 2-1,-2 2-30,1 1-1,1-1 0,-1 0 1,1 0-1,0 1 0,0-1 1,1 0-1,0 0 0,0 0 0,1-1 1,0 1-1,0-1 0,1 1 1,0-1-1,0 0 0,0 0 0,0 0 1,1-1-1,0 0 0,1 0 1,-1 0-1,1 0 0,7 4 0,66 33-2223,-26-21-8167,-45-19 677</inkml:trace>
</inkml:ink>
</file>

<file path=ppt/ink/ink2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7.550"/>
    </inkml:context>
    <inkml:brush xml:id="br0">
      <inkml:brushProperty name="width" value="0.025" units="cm"/>
      <inkml:brushProperty name="height" value="0.025" units="cm"/>
    </inkml:brush>
  </inkml:definitions>
  <inkml:trace contextRef="#ctx0" brushRef="#br0">0 61 2393,'0'0'17863,"7"-5"-16078,20-15-362,-27 20-1371,1-1 1,-1 1 0,1 0-1,-1 0 1,1 0 0,-1 0-1,1-1 1,-1 1 0,1 0-1,0 0 1,-1 0-1,1 0 1,-1 0 0,1 1-1,-1-1 1,1 0 0,-1 0-1,1 0 1,-1 0 0,1 1-1,-1-1 1,1 0 0,-1 0-1,1 1 1,-1-1 0,1 0-1,-1 1 1,1-1-1,-1 1 1,0-1 0,1 0-1,0 2 1,10 18 684,-6-12-252,5 6 99,-6-10-490,0 0-1,-1 1 1,1-1-1,-1 1 1,0 0-1,0 0 1,-1 0-1,0 1 1,3 6-1,-5-12-103,0 1-1,0-1 1,1 0 0,-1 0-1,0 1 1,1-1 0,-1 0-1,0 0 1,1 1 0,-1-1-1,0 0 1,1 0-1,-1 0 1,0 0 0,1 1-1,-1-1 1,1 0 0,-1 0-1,0 0 1,1 0 0,-1 0-1,1 0 1,-1 0 0,1 0-1,-1 0 1,0 0 0,1-1-1,-1 1 1,1 0 0,-1 0-1,1 0 1,-1 0-43,5-4-79,0 0 0,-1 0 0,0-1 0,0 1 1,0-1-1,0 0 0,-1 0 0,0 0 0,3-6 0,17-22-213,-15 23 331,23-21-101,-29 29 140,0 1 0,-1-1-1,1 1 1,0 0 0,0 0 0,0 0-1,0 0 1,0 0 0,0 0-1,1 0 1,-1 1 0,0-1 0,0 1-1,0 0 1,1 0 0,2 0 0,7 35 1894,-11-32-1886,0 1 0,0-1 0,1 1 0,-1-1 0,0 0-1,1 1 1,0-1 0,0 0 0,0 0 0,0 0 0,1 0 0,-1-1 0,1 1 0,0-1 0,-1 1 0,1-1 0,4 2 0,0-2-35,0 0 0,0 0 0,0-1 0,0 0 0,1 0 0,-1 0 0,13-2 0,-1 1-78,0-2-1,0 0 1,-1 0 0,1-2 0,-1 0-1,0-2 1,0 0 0,0 0-1,-1-2 1,0 0 0,0-1-1,26-20 1,-43 31 239,0 0-1,-1 1 1,1-1-1,0 0 1,1 1 0,-1-1-1,0 0 1,0 1-1,1-1 1,0 0 0,-1 0-1,1 1 1,0-1-1,0 0 1,0 0 0,0 0-1,1 0 1,-1 0-1,3 2 1,0 3-209,0 0 1,1 0 0,-1-1-1,2 0 1,-1 0-1,9 7 1,-5-7-239,1 0 0,0-1 0,0 0 0,0 0 0,1-1 1,0-1-1,21 5 0,23-2-3066,2-5-3771,-18-1-3371</inkml:trace>
</inkml:ink>
</file>

<file path=ppt/ink/ink2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7.830"/>
    </inkml:context>
    <inkml:brush xml:id="br0">
      <inkml:brushProperty name="width" value="0.025" units="cm"/>
      <inkml:brushProperty name="height" value="0.025" units="cm"/>
    </inkml:brush>
  </inkml:definitions>
  <inkml:trace contextRef="#ctx0" brushRef="#br0">13 5 2489,'0'0'19642,"1"0"-19540,-1-1 0,1 1 0,-1-1-1,0 1 1,1 0 0,-1-1-1,1 1 1,-1 0 0,1 0-1,-1-1 1,1 1 0,-1 0 0,1 0-1,-1 0 1,1-1 0,-1 1-1,1 0 1,0 0 0,-1 0 0,1 0-1,-1 0 1,1 0 0,-1 0-1,1 0 1,-1 1 0,1-1 0,0 0-1,-1 0 1,2 1 0,-1 3 83,0-1 1,0 1 0,-1 0-1,1 0 1,-1 0-1,0 0 1,0 0-1,0 0 1,-1 5 0,1 7 320,0 347 2230,0-120-5759,0-242 2849,0-1 0,0 1-1,0-1 1,0 1 0,0-1 0,-1 1 0,1-1 0,0 1-1,0-1 1,0 0 0,0 1 0,-1-1 0,1 1 0,0-1-1,-1 1 1,1-1 0,0 0 0,-1 1 0,1-1 0,0 1-1,-1-1 1,1 0 0,0 0 0,-1 1 0,1-1 0,-1 0-1,1 0 1,-1 1 0,1-1 0,-1 0 0,1 0 0,-1 0-1,1 0 1,-1 0 0,1 0 0,-1 0 0,1 0 0,-1 0-1,1 0 1,-1 0 0,1 0 0,-1 0 0,1 0 0,-1 0-1,1 0 1,-1-1 0,1 1 0,-1 0 0,1 0 0,0-1-1,-2 1 1,-10-6-5392</inkml:trace>
</inkml:ink>
</file>

<file path=ppt/ink/ink2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8.218"/>
    </inkml:context>
    <inkml:brush xml:id="br0">
      <inkml:brushProperty name="width" value="0.025" units="cm"/>
      <inkml:brushProperty name="height" value="0.025" units="cm"/>
    </inkml:brush>
  </inkml:definitions>
  <inkml:trace contextRef="#ctx0" brushRef="#br0">0 117 1632,'0'0'15421,"32"-17"-13977,102-56-267,-77 49-297,-30 22 241,-8 3 244,-19 42 1030,-4-26-2106,0 0 1,-1 1-1,-1-1 0,-1-1 1,0 1-1,-12 17 1,18-32-302,0 0 1,0 0-1,-1 0 1,0-1 0,1 1-1,-1 0 1,0-1 0,0 1-1,1-1 1,-1 1-1,0-1 1,-1 0 0,1 0-1,0 0 1,0 0-1,0 0 1,-1-1 0,1 1-1,0-1 1,-1 1 0,1-1-1,0 0 1,-1 0-1,1 0 1,0 0 0,-1 0-1,1-1 1,0 1 0,-1-1-1,1 1 1,0-1-1,-1 0 1,1 0 0,0 0-1,0 0 1,0 0 0,0-1-1,0 1 1,0-1-1,1 1 1,-1-1 0,0 0-1,1 1 1,-1-1-1,1 0 1,-3-4 0,-1-3-590,-3-14-3266,17 23-7986,8 2 4425</inkml:trace>
</inkml:ink>
</file>

<file path=ppt/ink/ink2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8.452"/>
    </inkml:context>
    <inkml:brush xml:id="br0">
      <inkml:brushProperty name="width" value="0.025" units="cm"/>
      <inkml:brushProperty name="height" value="0.025" units="cm"/>
    </inkml:brush>
  </inkml:definitions>
  <inkml:trace contextRef="#ctx0" brushRef="#br0">32 26 2593,'0'0'28422,"0"-25"-27142,-6 41-5065,-1 16-184,1 0-1928,-7-13-4953</inkml:trace>
</inkml:ink>
</file>

<file path=ppt/ink/ink2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8.633"/>
    </inkml:context>
    <inkml:brush xml:id="br0">
      <inkml:brushProperty name="width" value="0.025" units="cm"/>
      <inkml:brushProperty name="height" value="0.025" units="cm"/>
    </inkml:brush>
  </inkml:definitions>
  <inkml:trace contextRef="#ctx0" brushRef="#br0">399 0 11090,'0'0'19172,"-103"151"-18803,71-106-329,-6 10-40,-46 41-1009,20-13-1847,-13-12-5298</inkml:trace>
</inkml:ink>
</file>

<file path=ppt/ink/ink2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1.172"/>
    </inkml:context>
    <inkml:brush xml:id="br0">
      <inkml:brushProperty name="width" value="0.025" units="cm"/>
      <inkml:brushProperty name="height" value="0.025" units="cm"/>
    </inkml:brush>
  </inkml:definitions>
  <inkml:trace contextRef="#ctx0" brushRef="#br0">270 53 1688,'0'0'10924,"0"-5"-10180,0-25 1090,0 30-1202,-46-13 1324,30 11-1914,1 0-1,-1 2 1,0 0-1,0 0 0,0 2 1,1 0-1,-23 6 0,33-6 7,1-1-1,0 1 1,-1 0-1,1 0 0,0 1 1,0-1-1,1 1 0,-1 0 1,0 0-1,1 0 1,0 0-1,0 1 0,0 0 1,0-1-1,0 1 1,1 0-1,0 0 0,-1 0 1,2 1-1,-1-1 0,0 0 1,1 1-1,0-1 1,0 1-1,0-1 0,1 1 1,-1 0-1,1-1 0,0 7 1,0 116 595,46-129-509,-35-3-139,-1-1-1,0 0 1,-1 0-1,1-1 0,-1 0 1,-1-1-1,15-15 1,-6 4-106,-1-1 1,20-33-1,-23 24 255,-12 26 650,-1 8 122,0 18 126,0-17-900,0 1 0,1-1 0,0 1 1,1-1-1,-1 0 0,1 1 0,0-1 1,1 0-1,-1 0 0,1 0 1,0-1-1,7 9 0,-8-10-116,1-1-1,0 1 1,0-1-1,0 0 1,1 0-1,-1-1 1,1 1-1,-1-1 1,1 1 0,0-1-1,0 0 1,0-1-1,0 1 1,0-1-1,0 1 1,1-1-1,-1-1 1,0 1-1,7 0 1,87-1-739,-57 0-8831</inkml:trace>
</inkml:ink>
</file>

<file path=ppt/ink/ink2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2.465"/>
    </inkml:context>
    <inkml:brush xml:id="br0">
      <inkml:brushProperty name="width" value="0.025" units="cm"/>
      <inkml:brushProperty name="height" value="0.025" units="cm"/>
    </inkml:brush>
  </inkml:definitions>
  <inkml:trace contextRef="#ctx0" brushRef="#br0">519 1 1144,'0'0'17775,"-15"0"-16386,-85 0 21,-181 25 0,251-22-1150,24-2-225,-1-1 1,0 1-1,0 0 0,1 0 0,-1 1 0,0 0 1,1 0-1,-9 5 0,14-7-14,-1 0 0,1 1 0,0-1-1,0 1 1,-1-1 0,1 1 0,0-1 0,0 1 0,0 0 0,0 0-1,0 0 1,0-1 0,0 1 0,0 0 0,0 0 0,0 0 0,0 1-1,1-1 1,-1 0 0,0 0 0,1 0 0,-1 1 0,1-1-1,-1 0 1,1 0 0,0 1 0,-1-1 0,1 0 0,0 1 0,0-1-1,0 0 1,0 1 0,0-1 0,0 0 0,1 1 0,-1-1 0,0 0-1,1 1 1,-1-1 0,1 0 0,-1 0 0,1 1 0,-1-1 0,1 0-1,0 0 1,0 0 0,0 0 0,0 0 0,-1 0 0,1 0-1,2 1 1,73 107 913,-54-78-611,-1 2 1,24 51 0,-40-72-242,-1 0 0,0 1 0,0-1 0,-2 1 0,1 0 0,-2 0 0,1 19 0,-7 93 449,-27 55-198,20-61-300,12-119-21,8-3 5,-1-1-1,0 0 0,0-1 0,-1 1 1,1-1-1,7-8 0,-7 6-8,4-1-11,1 1 0,-1 0 1,1 1-1,0 0 1,0 1-1,22-6 0,82-15 30,-97 23-13,7 0 773,-15 3-1767,-29 8-11555</inkml:trace>
</inkml:ink>
</file>

<file path=ppt/ink/ink2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0:14.689"/>
    </inkml:context>
    <inkml:brush xml:id="br0">
      <inkml:brushProperty name="width" value="0.025" units="cm"/>
      <inkml:brushProperty name="height" value="0.025" units="cm"/>
    </inkml:brush>
  </inkml:definitions>
  <inkml:trace contextRef="#ctx0" brushRef="#br0">96 60 3105,'0'0'8113,"4"-7"-6546,17-34 446,-9 33 3973,9 4-3806,29 5-2763,-28 0 1200,387-1 2473,-408 100-1965,-21 453 300,16-513-1418,-10 61 39,4-109 802,1-1-833,-1 1 1,0 0-1,-1 0 0,0 1 1,0 1-1,-16-8 0,-16 8-30,1 1-1,-1 2 1,1 2-1,-54 6 1,76-4 11,-21 2-20,-62 15 0,37-6-19,63-11-122,4-1-315,28 0-681,9 0-1270,56-6 0,-12-11-3155</inkml:trace>
</inkml:ink>
</file>

<file path=ppt/ink/ink2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08.711"/>
    </inkml:context>
    <inkml:brush xml:id="br0">
      <inkml:brushProperty name="width" value="0.025" units="cm"/>
      <inkml:brushProperty name="height" value="0.025" units="cm"/>
    </inkml:brush>
  </inkml:definitions>
  <inkml:trace contextRef="#ctx0" brushRef="#br0">138 2 2769,'0'0'8217,"5"0"-7408,6-1-1027,18 1 3085,-28 0-2739,0 0-1,0 0 1,0 1-1,0-1 1,0 0-1,0 1 1,0-1-1,0 0 1,-1 1-1,1-1 1,0 1-1,0 0 1,0-1-1,-1 1 1,1-1-1,0 1 1,-1 0-1,1 0 1,-1-1-1,1 1 1,0 0-1,-1 0 1,0 0-1,1 0 1,-1 0-1,1 1 0,13 63 1921,35 139 320,-43-177-2076,-1 1 0,-1 0 0,-1 0 0,-2 43 0,-1-68-233,0 1 0,-1-1 0,1 0 0,-1 0 0,0 0 0,0-1 0,0 1 0,0 0-1,0 0 1,-1 0 0,1-1 0,-1 1 0,0-1 0,0 1 0,0-1 0,0 0 0,0 1 0,0-1-1,-1 0 1,1 0 0,-1-1 0,1 1 0,-1-1 0,0 1 0,1-1 0,-1 0 0,0 0 0,0 0-1,0 0 1,0 0 0,0-1 0,0 1 0,-5-1 0,2 1-36,-1-1 0,1 0 1,-1 0-1,1 0 0,-1-1 0,1 0 0,0 0 1,-1 0-1,1-1 0,0 0 0,0 0 0,0-1 1,0 0-1,0 0 0,-7-5 0,1-2-77,2 0 0,0-1 0,0 0 0,1 0 1,0-1-1,1 0 0,0 0 0,1-1 0,0 0 0,-6-20 0,12 28-271,0 0 0,0-1 0,1 1 0,0 0 1,0-1-1,0 1 0,0 0 0,2-8 0,-1 11-147,0 0 0,-1 0 0,1 0 0,0 0-1,0 0 1,0 0 0,1 0 0,-1 0 0,0 0 0,1 1-1,-1-1 1,1 1 0,-1-1 0,3-1 0,14-9-5151</inkml:trace>
</inkml:ink>
</file>

<file path=ppt/ink/ink2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09.099"/>
    </inkml:context>
    <inkml:brush xml:id="br0">
      <inkml:brushProperty name="width" value="0.025" units="cm"/>
      <inkml:brushProperty name="height" value="0.025" units="cm"/>
    </inkml:brush>
  </inkml:definitions>
  <inkml:trace contextRef="#ctx0" brushRef="#br0">20 29 728,'0'0'20094,"-2"-4"-18711,-7-16-274,5 16 1778,1 11-2400,2 14-2884,1 17-5893,0-24 803</inkml:trace>
</inkml:ink>
</file>

<file path=ppt/ink/ink2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09.514"/>
    </inkml:context>
    <inkml:brush xml:id="br0">
      <inkml:brushProperty name="width" value="0.025" units="cm"/>
      <inkml:brushProperty name="height" value="0.025" units="cm"/>
    </inkml:brush>
  </inkml:definitions>
  <inkml:trace contextRef="#ctx0" brushRef="#br0">27 17 1568,'0'0'10960,"5"-3"-9089,16-8-271,-15 9-195,-7 13-287,0 1 0,0-1 0,-7 21 0,-2 17-360,5 106-250,5-130-968,0-22-73,0 0-1,0 0 1,-1 0-1,1 0 1,-1 0 0,0 0-1,0-1 1,0 1-1,0 0 1,-2 2-1,-14 11-10076,11-15 5542</inkml:trace>
</inkml:ink>
</file>

<file path=ppt/ink/ink2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09.794"/>
    </inkml:context>
    <inkml:brush xml:id="br0">
      <inkml:brushProperty name="width" value="0.025" units="cm"/>
      <inkml:brushProperty name="height" value="0.025" units="cm"/>
    </inkml:brush>
  </inkml:definitions>
  <inkml:trace contextRef="#ctx0" brushRef="#br0">0 81 2489,'0'0'15055,"6"-8"-14435,16-24-123,-19 29-331,0 1 0,0 0 0,0 0 0,1 0 0,-1 0 0,0 0 0,1 1 0,0-1 0,-1 1 0,1 0 0,0 0 0,0 1 0,-1-1 0,8 1 0,5-3-72,8-1-1184,0 0 1,29 0 0,-34 3-1337,2-1-3395</inkml:trace>
</inkml:ink>
</file>

<file path=ppt/ink/ink2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10.404"/>
    </inkml:context>
    <inkml:brush xml:id="br0">
      <inkml:brushProperty name="width" value="0.025" units="cm"/>
      <inkml:brushProperty name="height" value="0.025" units="cm"/>
    </inkml:brush>
  </inkml:definitions>
  <inkml:trace contextRef="#ctx0" brushRef="#br0">46 13 1320,'0'0'14549,"3"-3"-12794,8-7-144,-5 15 1561,-8 33-260,-8 29-1587,-18 96 321,24-141-1437,0-1 0,2 1 0,0 35 0,2-57-191,0 4-5838,-2 7 1568,1-8 1752,-9 2-5686</inkml:trace>
</inkml:ink>
</file>

<file path=ppt/ink/ink2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12.039"/>
    </inkml:context>
    <inkml:brush xml:id="br0">
      <inkml:brushProperty name="width" value="0.025" units="cm"/>
      <inkml:brushProperty name="height" value="0.025" units="cm"/>
    </inkml:brush>
  </inkml:definitions>
  <inkml:trace contextRef="#ctx0" brushRef="#br0">114 3 1456,'0'0'1951,"5"0"-2427,73 0 255,-69 1 4752,-8-1-4778,-1 1 0,1-1 0,-1 1-1,0-1 1,1 0 0,-1 1-1,0-1 1,1 1 0,-1-1-1,0 1 1,0-1 0,0 1-1,1-1 1,-1 1 0,0-1 0,0 1-1,0-1 1,0 1 0,0-1-1,0 1 1,0-1 0,0 1-1,0-1 1,0 1 0,0-1-1,0 1 1,-1 0 0,1 6 10646,0-7-10276,1 0 1,-1 0 0,0 0 0,0 0 0,0 0 0,1-1 0,-1 1-1,0 0 1,0 0 0,0 0 0,0 0 0,1-1 0,-1 1-1,0 0 1,0 0 0,0 0 0,0-1 0,0 1 0,0 0-1,0 0 1,1 0 0,-1-1 0,0 1 0,0 0 0,0 0 0,0-1-1,0 1 1,0 0 0,0 0 0,0-1 0,0 1 0,0 0-1,-1 0 1,1 0 0,0-1 0,0 1 0,0 0 0,0 0-1,0 0 1,0-1 0,0 1 0,0 0 0,-1 0 0,1 0 0,0-1-1,0 1 1,0 0 0,0 0 0,-1 0 0,1 0 0,0 0-1,0-1 1,0 1 0,-1 0 0,1 0 0,0 0 0,-1 0-1,-11-9 1502,-4 7-1401,-1 0 1,0 1-1,1 1 1,-28 3-1,-7-1 796,49-2-945,0-1-1,0 1 1,1 0 0,-1 0 0,0 0 0,0 0 0,0 1 0,1-1 0,-1 0-1,0 1 1,0-1 0,0 1 0,1-1 0,-1 1 0,0 0 0,-2 2 0,3-1-469,1 0 0,-1 0 0,1 0 1,0 0-1,-1 0 0,1 0 1,0 0-1,0 0 0,0 0 0,1 0 1,-1 0-1,0 0 0,2 3 1,-1 1-1212,0 14-5566</inkml:trace>
</inkml:ink>
</file>

<file path=ppt/ink/ink2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14.074"/>
    </inkml:context>
    <inkml:brush xml:id="br0">
      <inkml:brushProperty name="width" value="0.025" units="cm"/>
      <inkml:brushProperty name="height" value="0.025" units="cm"/>
    </inkml:brush>
  </inkml:definitions>
  <inkml:trace contextRef="#ctx0" brushRef="#br0">0 117 80,'0'0'7686,"9"0"-4722,25 0-629,-25 1 6681,-10 7-9316,1-7 545,3-24-138,-2 20-106,1 0 0,0 0-1,0 0 1,0 0 0,0 0 0,1 0 0,-1 1 0,1-1 0,-1 1 0,1-1 0,0 1-1,0 0 1,0 0 0,5-2 0,-7 4 583,-20 19 1118,18-18-1667,0-1 1,0 1 0,-1 0-1,1-1 1,0 1-1,-1-1 1,1 1-1,0-1 1,-1 1 0,1-1-1,0 0 1,-1 0-1,1 0 1,0 0 0,-1 0-1,1 0 1,-1 0-1,1 0 1,0-1-1,-1 1 1,1 0 0,0-1-1,-1 1 1,0-2-1,0 1-11,1 0 0,0-1-1,0 1 1,0 0 0,1-1 0,-1 1-1,0-1 1,0 1 0,1-1 0,-1 0-1,1 1 1,0-1 0,-1 0 0,1 1-1,0-1 1,0 0 0,0 1-1,0-3 1,0 3-25,0 1 0,0-1 0,0 0 0,1 1 0,-1-1 0,0 0 0,0 1 0,0-1 0,1 0 0,-1 1 0,0-1 0,1 1 0,-1-1 0,0 0 0,1 1 0,-1-1 0,1 1 0,-1-1 0,1 1 0,-1-1 0,1 1 0,-1 0 0,1-1 0,-1 1 0,1 0 0,0-1 0,27-3-197,-27 4 151,-8 35 463,7-35-411,-1 0 0,1 0 0,-1 0-1,0 1 1,1-1 0,-1 0 0,0 0-1,1 0 1,-1 0 0,1 0 0,-1 0 0,0 0-1,1 0 1,-1 0 0,0 0 0,1 0 0,-1-1-1,1 1 1,-1 0 0,1 0 0,-1-1 0,0 1-1,1 0 1,-1-1 0,1 1 0,-1 0-1,1-1 1,-1 1 0,1-1 0,0 1 0,-1-1-1,1 1 1,-1-1 0,1 1 0,0-1 0,0 1-1,-1-1 1,1 1 0,0-1 0,0 0-1,0-31 277,1 16-220,-1 15-61,0 1-1,0-1 1,1 1 0,-1-1 0,0 1 0,0-1 0,1 1-1,-1-1 1,0 1 0,1-1 0,-1 1 0,1-1 0,-1 1 0,0 0-1,1-1 1,-1 1 0,1 0 0,-1-1 0,1 1 0,-1 0 0,1 0-1,-1-1 1,1 1 0,-1 0 0,1 0 0,-1 0 0,1 0-1,0 0 1,-1 0 0,1 0 0,-1 0 0,1 0 0,-1 0 0,1 0-1,0 0 1,-1 0 0,1 0 0,-1 0 0,1 0 0,-1 1 0,1-1-1,-1 0 1,1 1 0,-1-1 0,1 0 0,-1 1 0,1-1 0,-1 0-1,0 1 1,1-1 0,-1 1 0,0-1 0,1 1 0,-1-1-1,0 0 1,1 1 0,-1 0 0,0-1 0,0 1 0,0-1 0,0 1-1,1 0 1,-1 5 3,-3 13 363,-19-16 446,21-3-131,0 4-1548,1-1 10,0 1-1,0-1 1,0 1-1,0-1 1,0 1-1,0-1 1,2 5-1,3 11-7886</inkml:trace>
</inkml:ink>
</file>

<file path=ppt/ink/ink2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18.970"/>
    </inkml:context>
    <inkml:brush xml:id="br0">
      <inkml:brushProperty name="width" value="0.025" units="cm"/>
      <inkml:brushProperty name="height" value="0.025" units="cm"/>
    </inkml:brush>
  </inkml:definitions>
  <inkml:trace contextRef="#ctx0" brushRef="#br0">65 102 1304,'0'0'12803,"14"-12"-10789,11-10-1148,8-7 187,4-7 2874,-37 36-3844,0 0 1,0-1-1,0 1 0,1 0 0,-1 0 0,0 0 0,0 0 0,0-1 0,0 1 1,0 0-1,1 0 0,-1 0 0,0 0 0,0 0 0,0 0 0,1-1 0,-1 1 1,0 0-1,0 0 0,0 0 0,1 0 0,-1 0 0,0 0 0,0 0 0,0 0 1,1 0-1,-1 0 0,0 0 0,0 0 0,1 0 0,-1 0 0,0 0 0,0 0 1,0 0-1,1 1 0,-1-1 0,0 0 0,0 0 0,0 0 0,1 0 0,-1 0 1,0 0-1,0 1 0,0-1 0,4 14 1146,-3 29-1439,-1-32 698,-3 44 11,-3-1-1,-22 93 1,15-83-372,-9 89 0,19-120-200,-15 60-1,13-73-149,5-19 94,0 1-1,0-1 1,-1 1-1,1-1 1,-1 0-1,0 0 1,1 1-1,-1-1 1,0 0-1,0 0 1,1 0-1,-1 0 1,0 0-1,0 0 1,0 0-1,0 0 1,-1 0-1,1 0 1,0 0-1,0-1 1,0 1-1,-1 0 1,-1 0-1,-34 2-6673,32-3 5529,-19 0-4726</inkml:trace>
</inkml:ink>
</file>

<file path=ppt/ink/ink2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19.371"/>
    </inkml:context>
    <inkml:brush xml:id="br0">
      <inkml:brushProperty name="width" value="0.025" units="cm"/>
      <inkml:brushProperty name="height" value="0.025" units="cm"/>
    </inkml:brush>
  </inkml:definitions>
  <inkml:trace contextRef="#ctx0" brushRef="#br0">0 17 6857,'0'0'12838,"17"-1"-11793,622-14 2723,-474 15-3537,353 0-1518,-530 1 569,-1 0 0,1 1 0,0 1 0,0-1 0,0 2 0,0 0 0,0 0 0,1 1 0,-14 8 0,5-4-1490,-36 17-5831</inkml:trace>
</inkml:ink>
</file>

<file path=ppt/ink/ink2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19.761"/>
    </inkml:context>
    <inkml:brush xml:id="br0">
      <inkml:brushProperty name="width" value="0.025" units="cm"/>
      <inkml:brushProperty name="height" value="0.025" units="cm"/>
    </inkml:brush>
  </inkml:definitions>
  <inkml:trace contextRef="#ctx0" brushRef="#br0">1 65 6689,'0'0'14801,"35"7"-13461,117 22-188,-84-19-331,-1-3-1,2-3 1,67-5-1,-38 0-338,-3 0-315,0-4 0,-1-4 0,0-4 0,93-25 0,-175 35-172,0 0 0,0-1-1,0-1 1,-1 1 0,20-13 0,-31 17-38,-1 0 0,1 0 0,0 0 0,-1 0 0,1 0 1,0 0-1,-1 0 0,1 0 0,0 0 0,-1 0 0,1 0 0,0 0 0,-1 0 0,1-1 0,0 1 0,0 0 0,-1 0 0,1 0 0,0 0 0,-1-1 1,1 1-1,0 0 0,0 0 0,-1-1 0,1 1 0,0 0 0,0 0 0,0-1 0,0 1 0,-1 0 0,1-1 0,0 1 0,0 0 0,0-1 1,0 1-1,0 0 0,0-1 0,0 1 0,0 0 0,0-1 0,0 1 0,0 0 0,0-1 0,0 1 0,0 0 0,0-1 0,0 1 0,0 0 1,0-1-1,0 1 0,1 0 0,-1 0 0,0-1 0,0 1 0,0 0 0,1-1 0,-1 1 0,0 0 0,0 0 0,0-1 0,1 1 0,-1 0 0,0 0 1,1-1-1,-25-1-2783,0 2-1740,3 0-1959</inkml:trace>
</inkml:ink>
</file>

<file path=ppt/ink/ink2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0.272"/>
    </inkml:context>
    <inkml:brush xml:id="br0">
      <inkml:brushProperty name="width" value="0.025" units="cm"/>
      <inkml:brushProperty name="height" value="0.025" units="cm"/>
    </inkml:brush>
  </inkml:definitions>
  <inkml:trace contextRef="#ctx0" brushRef="#br0">0 77 10802,'0'0'11944,"17"4"-11213,54 11-99,-69-14-595,0-1-1,0 1 1,-1 0-1,1 0 1,0 0-1,0 0 1,-1 0-1,1 0 1,-1 1-1,1-1 1,-1 0-1,1 1 1,-1-1-1,0 1 1,0-1-1,0 1 1,0 0-1,0 0 1,0-1-1,0 1 1,0 0-1,0 3 1,2 41 450,-4-34-367,1 27-25,0-38-133,9-24-846,-1 9 732,1 0 0,1 1-1,0 0 1,1 1 0,0 0-1,24-19 1,-5 8-56,61-36-1,-88 57 254,0 0-1,1 1 0,-1-1 1,0 1-1,1 0 1,0 0-1,-1 0 0,1 0 1,0 0-1,6 0 0,-9 34 1914,-1 91-663,1-123-1844,1-1 0,-1 1 0,1 0-1,-1 0 1,1 0 0,-1-1 0,1 1 0,0-1 0,-1 0 0,1 1-1,0-1 1,2 0 0,-2 1-650,18 4-3823</inkml:trace>
</inkml:ink>
</file>

<file path=ppt/ink/ink2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0.677"/>
    </inkml:context>
    <inkml:brush xml:id="br0">
      <inkml:brushProperty name="width" value="0.025" units="cm"/>
      <inkml:brushProperty name="height" value="0.025" units="cm"/>
    </inkml:brush>
  </inkml:definitions>
  <inkml:trace contextRef="#ctx0" brushRef="#br0">353 0 6977,'0'0'17422,"-30"6"-16413,-94 20-378,118-26-578,0 1 0,1 0 0,-1 1 0,0-1 0,1 1 1,0 0-1,-1 0 0,1 1 0,0 0 0,0 0 0,0 0 0,-5 5 0,2-2-4,7-4-65,0 0 0,0-1 1,0 1-1,0 0 0,1 0 1,-1 0-1,0 0 0,1-1 1,-1 1-1,1 0 0,0 0 1,0 0-1,-1 0 0,1 0 1,1 0-1,-1 0 0,0 0 1,0 0-1,1 0 0,-1 0 1,1 0-1,-1 0 0,1 0 1,0 0-1,0-1 0,0 1 1,0 0-1,0 0 0,0-1 1,1 1-1,-1-1 0,0 1 1,1-1-1,-1 0 0,4 3 1,23 12-555,-20-13 433,-1 1 1,0 0 0,0 0 0,-1 0 0,1 1-1,-1 0 1,0 1 0,0-1 0,-1 1-1,8 10 1,-12-15 133,-1 1-1,1-1 0,0 1 1,-1-1-1,1 0 0,-1 1 1,0-1-1,0 1 0,1-1 1,-1 1-1,0-1 1,0 1-1,0-1 0,-1 1 1,1-1-1,0 1 0,0-1 1,-1 1-1,1-1 0,-1 0 1,1 1-1,-1-1 1,0 0-1,0 1 0,1-1 1,-1 0-1,0 0 0,0 0 1,0 1-1,0-1 0,0 0 1,-1 0-1,1-1 1,0 1-1,0 0 0,-1 0 1,1-1-1,-3 2 0,-6 2 94,0 0 0,0 0 0,0-1 0,-15 2 0,14-3 6,-36 12 168,35-9-380,-1-1 0,0 0 0,0-1 0,0-1 0,-15 1 0,42-11-6305,9-10 848</inkml:trace>
</inkml:ink>
</file>

<file path=ppt/ink/ink2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1.069"/>
    </inkml:context>
    <inkml:brush xml:id="br0">
      <inkml:brushProperty name="width" value="0.025" units="cm"/>
      <inkml:brushProperty name="height" value="0.025" units="cm"/>
    </inkml:brush>
  </inkml:definitions>
  <inkml:trace contextRef="#ctx0" brushRef="#br0">0 72 9298,'0'0'13069,"11"4"-12439,8 2-475,1-1 1,-1 0-1,1-1 1,38 1-1,-56-4-151,0-1 0,0 0 0,0 0 0,0 1 0,0-1 0,1 0 0,-1-1 0,0 1 0,0 0 0,0-1 0,0 1 0,0-1 0,0 1 0,0-1 0,0 0 0,0 0 0,-1 0 0,1 0 0,0 0 0,0-1 0,-1 1 0,1 0 0,-1-1 0,1 1 0,-1-1 0,0 0 0,1 1 0,-1-1 0,0 0 0,0 0 0,0 0 0,0 1 0,-1-1 0,1 0 0,0 0 0,-1-1 0,0 1 0,1 0 0,-1 0 0,0 0 0,0 0 0,0 0 0,0 0 0,0 0 0,-1-3 0,1 4 2,0-1 0,0 1-1,0-1 1,0 0-1,0 1 1,0-1-1,0 0 1,0 1 0,-1-1-1,1 1 1,-1-1-1,1 1 1,-1-1-1,0 1 1,1-1 0,-1 1-1,0 0 1,0-1-1,0 1 1,0 0-1,0 0 1,0-1 0,-1 1-1,-1-1 1,-1 1 35,1 0 1,-1 0 0,0 0-1,0 0 1,0 1-1,1 0 1,-1 0-1,-6 0 1,-5 1 110,10-2-56,0 1-1,0 1 1,0-1 0,0 1 0,0 0-1,0 0 1,0 0 0,1 1 0,-1-1-1,0 1 1,1 1 0,-1-1 0,1 0-1,0 1 1,0 0 0,0 0 0,0 0 0,0 1-1,0-1 1,1 1 0,0 0 0,0 0-1,-5 8 1,3-1 11,1-1 1,0 1-1,1 0 1,0 0-1,0 0 1,1 0-1,1 1 1,0-1-1,0 16 1,2-22-135,0 0-1,0 0 1,0-1 0,0 1 0,1 0 0,0-1 0,0 1 0,0-1 0,0 0 0,1 0 0,0 0 0,-1 0-1,2 0 1,-1 0 0,0-1 0,1 1 0,-1-1 0,1 0 0,0 0 0,0-1 0,0 1 0,1-1-1,-1 0 1,0 0 0,7 2 0,2 1-898,0-1 0,0 0 0,1 0 0,-1-1-1,1-1 1,0 0 0,22-1 0,-3-6-3871,-6-12-1865</inkml:trace>
</inkml:ink>
</file>

<file path=ppt/ink/ink2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1.411"/>
    </inkml:context>
    <inkml:brush xml:id="br0">
      <inkml:brushProperty name="width" value="0.025" units="cm"/>
      <inkml:brushProperty name="height" value="0.025" units="cm"/>
    </inkml:brush>
  </inkml:definitions>
  <inkml:trace contextRef="#ctx0" brushRef="#br0">19 100 10546,'0'0'15796,"4"21"-14992,17 102 76,-20-96-587,-1-26-289,-1-1 0,1 1-1,0-1 1,0 1 0,0-1-1,-1 1 1,1-1 0,0 0-1,-1 1 1,1-1 0,0 1-1,-1-1 1,1 0 0,-1 1-1,1-1 1,0 0 0,-1 1-1,1-1 1,-1 0 0,1 0-1,-1 0 1,1 1 0,-1-1 0,1 0-1,-1 0 1,1 0 0,-1 0-1,1 0 1,-1 0 0,1 0-1,-1 0 1,0 0 0,1 0-1,-1 0 1,1 0 0,-1 0-1,1-1 1,-1 1 0,1 0-1,-1 0 1,-1-1-2,1-1-1,-1 1 1,0 0-1,1 0 1,-1-1 0,1 1-1,0 0 1,-1-1-1,1 0 1,0 1 0,0-1-1,0 0 1,0 1-1,0-1 1,1 0-1,-1 0 1,0 0 0,1 0-1,-1 0 1,1 0-1,0 0 1,0-2 0,-4-49-39,4 52 37,0-6-10,1 0 0,-1 0 0,1-1 1,1 1-1,-1 0 0,1 0 0,0 0 0,1 0 0,0 0 0,0 1 0,0-1 0,6-6 1,-2 3-3,1 1 0,0 0 0,1 0 0,0 1 1,0 1-1,0-1 0,12-6 0,-16 12-106,0 0 0,-1 0-1,1 0 1,0 1 0,0 0 0,0-1-1,0 2 1,0-1 0,0 1-1,1-1 1,7 2 0,-12-1 60</inkml:trace>
</inkml:ink>
</file>

<file path=ppt/ink/ink2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1.725"/>
    </inkml:context>
    <inkml:brush xml:id="br0">
      <inkml:brushProperty name="width" value="0.025" units="cm"/>
      <inkml:brushProperty name="height" value="0.025" units="cm"/>
    </inkml:brush>
  </inkml:definitions>
  <inkml:trace contextRef="#ctx0" brushRef="#br0">135 1 12939,'0'0'8648,"-15"37"-5272,-3 5-2504,1-5-220,2 0 0,2 1 0,2 0 0,-8 42 1,6 16 40,4 1 1,4 130 0,5-216-696,4 5 939,-2-10-3344,-1 1-9053</inkml:trace>
</inkml:ink>
</file>

<file path=ppt/ink/ink2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1.958"/>
    </inkml:context>
    <inkml:brush xml:id="br0">
      <inkml:brushProperty name="width" value="0.025" units="cm"/>
      <inkml:brushProperty name="height" value="0.025" units="cm"/>
    </inkml:brush>
  </inkml:definitions>
  <inkml:trace contextRef="#ctx0" brushRef="#br0">1 29 6025,'0'0'17740,"167"-28"-16620,-142 28-360,1 0-375,-7 0-249,1 6-136,-8 0-128,8 4-633,18-4-1847,-6 1-2921,0-4-4353</inkml:trace>
</inkml:ink>
</file>

<file path=ppt/ink/ink2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2.142"/>
    </inkml:context>
    <inkml:brush xml:id="br0">
      <inkml:brushProperty name="width" value="0.025" units="cm"/>
      <inkml:brushProperty name="height" value="0.025" units="cm"/>
    </inkml:brush>
  </inkml:definitions>
  <inkml:trace contextRef="#ctx0" brushRef="#br0">52 1 12323,'0'0'17187,"-26"154"-16571,20-135-496,6 0-120,-7-2-96,1-11-280,-1-6-784,7-13-6778,0-16 209</inkml:trace>
</inkml:ink>
</file>

<file path=ppt/ink/ink2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2.339"/>
    </inkml:context>
    <inkml:brush xml:id="br0">
      <inkml:brushProperty name="width" value="0.025" units="cm"/>
      <inkml:brushProperty name="height" value="0.025" units="cm"/>
    </inkml:brush>
  </inkml:definitions>
  <inkml:trace contextRef="#ctx0" brushRef="#br0">52 1 10474,'0'0'13467,"-52"131"-13467,52-95-608,0 12-1080,0-10-3321,0-9-3425</inkml:trace>
</inkml:ink>
</file>

<file path=ppt/ink/ink2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2.996"/>
    </inkml:context>
    <inkml:brush xml:id="br0">
      <inkml:brushProperty name="width" value="0.025" units="cm"/>
      <inkml:brushProperty name="height" value="0.025" units="cm"/>
    </inkml:brush>
  </inkml:definitions>
  <inkml:trace contextRef="#ctx0" brushRef="#br0">251 55 13019,'0'0'10254,"-29"8"-7788,-92 25-859,116-31-1521,-1 0 0,1 0 1,0 0-1,0 0 0,-1 1 0,1 0 0,1 0 1,-1 0-1,0 0 0,1 1 0,0 0 1,0 0-1,0 0 0,0 1 0,1-1 0,-1 1 1,1 0-1,-4 8 0,4-4-47,1 1 0,-1 0 0,1-1 0,1 1 0,0 0 0,0 1 0,2 11 0,-1-16-38,0-4-4,0-1 1,0 1-1,0-1 1,0 1-1,1-1 1,-1 1-1,0 0 1,1-1-1,0 1 1,-1-1-1,1 1 1,0-1-1,-1 0 1,1 1-1,0-1 0,0 0 1,0 0-1,0 1 1,1-1-1,-1 0 1,0 0-1,0 0 1,2 1-1,0-1-22,0 0-1,0 1 1,0-1-1,1 0 0,-1 0 1,0-1-1,1 1 1,-1-1-1,0 0 1,7 0-1,-5 0-69,1 0-1,-1-1 1,1 0 0,-1 0 0,0 0 0,0-1-1,1 0 1,-1 0 0,0 0 0,0 0 0,-1-1-1,1 0 1,8-6 0,-7 0-75,1 0 1,-2 0-1,1 0 1,-2-1-1,1 1 0,-1-1 1,0 0-1,-1 0 1,-1-1-1,4-19 1,-2-9-223,-1-61 1,-3 88 424,28 11 932,-21 1-879,1 1 0,0 0 0,0 1-1,-1 0 1,1 0 0,-1 0 0,1 1 0,-1 1-1,0-1 1,0 1 0,-1 0 0,1 0-1,-1 1 1,11 10 0,-3-1-21,0 0-1,-1 2 1,0-1-1,17 31 1,-29-44-48,0 0 0,0 0-1,0 0 1,0 0 0,0 1 0,-1-1 0,1 0-1,-1 1 1,1-1 0,-1 0 0,0 1 0,0-1 0,0 0-1,0 1 1,-1-1 0,1 0 0,0 1 0,-1-1-1,0 0 1,1 0 0,-1 0 0,0 1 0,0-1 0,-1 0-1,1 0 1,0 0 0,0 0 0,-1-1 0,0 1-1,-2 2 1,3-3 135,16-4-130,54-34-50,-35 17-184,60-24 1,-59 29 76,-19 8 146,0 1 0,0 0 0,0 1 0,0 1 0,1 0 0,23-2 1,-47 29 1183,2-14-1212,0 1 0,0 0 1,1 1-1,0-1 1,1 1-1,0-1 1,0 1-1,2 0 0,-1 0 1,1 0-1,1 21 1,1-30-242,-1 1 0,1-1 0,0 0 1,0 0-1,0 0 0,0-1 0,0 1 0,0 0 1,0 0-1,1 0 0,-1-1 0,0 1 0,1-1 0,0 1 1,-1-1-1,1 0 0,0 1 0,0-1 0,0 0 1,0 0-1,2 1 0,27 6-5975</inkml:trace>
</inkml:ink>
</file>

<file path=ppt/ink/ink2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3.491"/>
    </inkml:context>
    <inkml:brush xml:id="br0">
      <inkml:brushProperty name="width" value="0.025" units="cm"/>
      <inkml:brushProperty name="height" value="0.025" units="cm"/>
    </inkml:brush>
  </inkml:definitions>
  <inkml:trace contextRef="#ctx0" brushRef="#br0">636 36 9874,'0'0'16978,"-11"-5"-15903,-5-2-938,-1 2 1,0 0-1,-1 1 0,1 0 0,-1 2 0,1 0 0,-21 0 0,-136 8 697,150-3-766,1 1 0,0 0-1,0 2 1,-43 16-1,57-19-67,1 1 0,0-1-1,0 2 1,0-1 0,0 1-1,1 0 1,0 1-1,0 0 1,0 0 0,1 0-1,0 1 1,0 0 0,1 0-1,-1 0 1,-6 15-1,10-18-28,1 0-1,0 0 0,0 0 0,0 0 0,1 0 0,-1 0 0,1 0 0,0 1 0,0-1 1,1 0-1,-1 0 0,1 0 0,0 0 0,0 0 0,0 0 0,0 0 0,1 0 1,0 0-1,0-1 0,0 1 0,0-1 0,0 1 0,1-1 0,-1 0 0,1 0 0,0 0 1,0 0-1,0 0 0,5 2 0,10 9-314,1-1 0,1-2 0,1 0 0,24 10 0,-20-10-180,39 17-495,-38-19 675,-2 2 0,39 22 0,-62-32 346,0-1 0,0 1 1,0-1-1,0 1 1,0 0-1,0-1 0,0 1 1,0 0-1,0 0 1,0 0-1,-1 0 0,1 0 1,0 0-1,-1 0 0,1 0 1,-1 0-1,1 0 1,-1 0-1,1 0 0,-1 0 1,0 2-1,0-2 12,0 0 0,0 0 0,-1 0 0,1 0-1,-1-1 1,1 1 0,-1 0 0,1 0 0,-1 0 0,1-1 0,-1 1-1,0 0 1,1-1 0,-1 1 0,0-1 0,0 1 0,0 0 0,1-1-1,-1 0 1,-1 1 0,-52 15 939,53-16-936,-138 21 1995,-44 8-1078,181-28-1494,24-1-3190,-13 0 3117,114-6-9352,-53-8-1144</inkml:trace>
</inkml:ink>
</file>

<file path=ppt/ink/ink2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3.882"/>
    </inkml:context>
    <inkml:brush xml:id="br0">
      <inkml:brushProperty name="width" value="0.025" units="cm"/>
      <inkml:brushProperty name="height" value="0.025" units="cm"/>
    </inkml:brush>
  </inkml:definitions>
  <inkml:trace contextRef="#ctx0" brushRef="#br0">213 78 7034,'0'0'19873,"-20"1"-18650,-66 6-324,82-7-853,-1 1 0,0 0 0,0 1 0,1-1-1,-1 1 1,0 0 0,1 0 0,0 0 0,-1 1 0,1-1 0,0 1 0,0 0 0,1 0 0,-1 1 0,1-1 0,-1 1-1,1-1 1,0 1 0,0 0 0,1 0 0,-1 1 0,1-1 0,0 0 0,-2 6 0,1 1-46,0 0 1,1 0 0,0 0 0,1 0-1,0 0 1,1 1 0,2 21-1,-2-29-10,1 0 0,0 0-1,1 0 1,-1-1-1,1 1 1,-1 0-1,1-1 1,0 1 0,0-1-1,1 1 1,-1-1-1,1 0 1,0 0-1,-1 0 1,1-1 0,0 1-1,1-1 1,-1 1-1,0-1 1,1 0-1,0 0 1,-1-1 0,1 1-1,0-1 1,0 0-1,-1 0 1,8 1-1,8 2-184,0-1-1,0-1 1,0-1-1,29-1 1,-45-1 153,1 1 1,-1 0-1,1-1 1,-1 0-1,1 0 0,-1 0 1,0 0-1,1 0 1,-1-1-1,0 1 0,0-1 1,0 0-1,0 0 1,-1 0-1,1 0 0,0-1 1,3-3-1,-3 1 7,1 0-1,-1 0 1,0 0-1,0-1 0,-1 1 1,1-1-1,-1 0 1,-1 1-1,3-12 0,-2 7 27,-1 0-1,0 0 1,-1 0 0,0 0-1,0 0 1,-1 0-1,-1 0 1,0 1 0,0-1-1,0 0 1,-2 1-1,-6-16 1,4 13 16,-1 1-1,0 0 1,-1 0 0,-1 0 0,0 1 0,0 0-1,-1 1 1,0 0 0,0 1 0,-18-12 0,27 20-185,1 2-863,0 0 605,0 0-1,0 0 1,0 0-1,0 0 0,0 0 1,1 0-1,-1 0 0,1 0 1,0 0-1,-1 0 1,1 0-1,0 0 0,0 0 1,0 0-1,0-1 0,1 1 1,-1 0-1,3 2 1,19 13-4864</inkml:trace>
</inkml:ink>
</file>

<file path=ppt/ink/ink2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4.263"/>
    </inkml:context>
    <inkml:brush xml:id="br0">
      <inkml:brushProperty name="width" value="0.025" units="cm"/>
      <inkml:brushProperty name="height" value="0.025" units="cm"/>
    </inkml:brush>
  </inkml:definitions>
  <inkml:trace contextRef="#ctx0" brushRef="#br0">0 132 12827,'0'0'15352,"4"23"-14418,-3 3-713,0-16-149,0 1 1,0-1 0,1 1-1,0-1 1,0 0 0,1 0-1,1 0 1,6 14 0,-8-20-40,5 14 84,-3-12-136,-3-10-120,-4-74-243,0 40 227,4-56 0,0 88 150,1 0 0,0 0 0,0-1 0,1 1 0,-1 0 0,1 1 1,1-1-1,-1 0 0,1 1 0,0 0 0,0 0 0,0 0 0,1 0 1,0 1-1,0 0 0,10-7 0,-8 9-12,-6 2-65,24 0-12958,-12 0 5440</inkml:trace>
</inkml:ink>
</file>

<file path=ppt/ink/ink2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4.636"/>
    </inkml:context>
    <inkml:brush xml:id="br0">
      <inkml:brushProperty name="width" value="0.025" units="cm"/>
      <inkml:brushProperty name="height" value="0.025" units="cm"/>
    </inkml:brush>
  </inkml:definitions>
  <inkml:trace contextRef="#ctx0" brushRef="#br0">193 1 9178,'0'0'18619,"-4"27"-17400,-15 90-235,7-60-571,-2 0 1,-3-2 0,-45 102-1,62-157-412,-23 46-1,17-36-31,0 0 0,1 1 0,0-1 0,1 1 0,0 0 0,1 1 0,0-1 0,-2 21 0,5-31 12,1 0-1,-1 0 1,1 0 0,-1 0 0,1 0-1,-1 0 1,1 0 0,0 0 0,0-1-1,-1 1 1,1 0 0,0 0-1,0-1 1,0 1 0,0-1 0,0 1-1,0-1 1,0 1 0,0-1-1,0 1 1,0-1 0,0 0 0,0 0-1,2 1 1,27 4-194,121-4-3396,-150-1 3472,0 0 0,1 0 0,-1 0 0,0 0 0,1 0 0,-1-1 0,0 1 0,0 0 0,0-1 0,1 1 0,-1-1 0,0 0 0,0 1 0,0-1 0,0 0 0,0 1 0,0-1 0,0 0 0,0 0 0,0 0 0,0 0 0,-1 0 0,1 0 0,0 0 0,-1 0 0,1 0 0,-1-1 0,1 1 0,0-3 0,3-39-5519,-4 39 4611,0-32-7262</inkml:trace>
</inkml:ink>
</file>

<file path=ppt/ink/ink2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1:24.869"/>
    </inkml:context>
    <inkml:brush xml:id="br0">
      <inkml:brushProperty name="width" value="0.025" units="cm"/>
      <inkml:brushProperty name="height" value="0.025" units="cm"/>
    </inkml:brush>
  </inkml:definitions>
  <inkml:trace contextRef="#ctx0" brushRef="#br0">0 1 10178,'0'0'12947,"212"38"-11083,-148-28-639,7-4-569,-7-3-256,-13-3-208,-6 0-184,-25 0-8,-8 0-176,-24 0-3153,-27-6-1696,1 0-712</inkml:trace>
</inkml:ink>
</file>

<file path=ppt/ink/ink2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3:36.226"/>
    </inkml:context>
    <inkml:brush xml:id="br0">
      <inkml:brushProperty name="width" value="0.025" units="cm"/>
      <inkml:brushProperty name="height" value="0.025" units="cm"/>
    </inkml:brush>
  </inkml:definitions>
  <inkml:trace contextRef="#ctx0" brushRef="#br0">0 59 1696,'0'0'6407,"5"-12"5800,-2 7-12955,3 2 781,0 1 1,0-1 0,0 1-1,1 0 1,-1 1 0,1 0-1,-1 0 1,1 0 0,8 1-1,1-2-20,108-11 379,184 3 0,-304 10-384,0 0 0,-1 1 0,1-1 0,-1 1-1,1 0 1,-1 0 0,1 0 0,-1 1 0,1-1 0,-1 1 0,0 0 0,0 0 0,0 0-1,0 0 1,0 1 0,-1-1 0,1 1 0,-1-1 0,1 1 0,-1 0 0,0 0-1,0 0 1,0 0 0,0 0 0,-1 1 0,1-1 0,1 7 0,0-1 7,-1 1-1,0-1 1,0 1 0,-1 0 0,0-1 0,-1 1 0,0 0 0,-1 0 0,-2 15 0,0-18 7,0-1 0,0 1 0,-1-1 0,0 0 0,0 0 0,0 0 0,-1-1 0,0 1 1,0-1-1,0-1 0,-1 1 0,-9 6 0,-13 13 36,16-13-50,0 1 9,0 0-1,1 0 0,1 1 0,-15 22 0,23-29-11,1 1 0,0-1 0,0 0 0,0 1 0,1-1 0,0 1-1,0-1 1,2 9 0,-1 6 23,0-19-23,-1-1-1,1 1 0,0 0 0,-1 0 1,1 0-1,0-1 0,0 1 0,0 0 1,0-1-1,0 1 0,0-1 1,1 1-1,-1-1 0,1 0 0,-1 1 1,1-1-1,-1 0 0,1 0 1,-1 0-1,1 0 0,0 0 0,0-1 1,-1 1-1,1-1 0,0 1 0,0-1 1,0 1-1,0-1 0,0 0 1,2 0-1,65 4 86,-62-4-62,-6 0-20,-1 1 0,1-1 1,-1 0-1,1 0 0,-1 0 0,1 0 0,-1 0 1,1 0-1,-1 0 0,1 0 0,-1 0 0,1 0 1,-1-1-1,1 1 0,-1 0 0,1 0 0,-1 0 1,0-1-1,1 1 0,-1 0 0,1 0 0,-1-1 1,1 1-1,-1 0 0,0-1 0,1 1 1,-1 0-1,0-1 0,0 1 0,1-1 0,-1 1 1,0-1-1,0 1 0,1 0 0,-1-1 0,0 1 1,0-1-1,0 1 0,0-1 0,0 1 0,0-1 1,0 1-1,0-1 0,0 1 0,0-2 0,0 2 11,-1-1 0,1 0 0,-1 0 0,1 0 0,-1 1 0,1-1 0,-1 0 0,1 1 0,-1-1 0,0 0-1,1 1 1,-1-1 0,0 1 0,0-1 0,0 1 0,1 0 0,-1-1 0,0 1 0,0 0 0,0-1 0,0 1 0,0 0-1,0 0 1,1 0 0,-1 0 0,-2 0 0,-9-1-12,-24 5 7,35-3-14,0-1-1,0 1 1,0 0-1,0 0 1,0 0-1,0 0 0,0 0 1,0 0-1,0 0 1,0 0-1,1 0 1,-1 0-1,0 0 1,1 1-1,-1-1 1,1 0-1,0 0 1,-1 1-1,1-1 1,0 0-1,0 1 1,-1-1-1,1 0 0,0 1 1,0-1-1,1 2 1,-1 211 89,-2-205-62,0-1 0,0 1 0,-1-1 1,0 0-1,0 0 0,-1 0 0,0 0 0,-1-1 0,-9 14 0,-1 2 54,10-14-8,0-1-1,0 0 0,-1 0 1,0 0-1,-1-1 1,-10 10-1,13-14 19,-1 0-1,1 0 1,-1-1 0,1 0-1,-1 1 1,0-2 0,0 1-1,0-1 1,0 1 0,0-1 0,0-1-1,0 1 1,-10-1 0,6 1 107,-1-1 1,1-1 0,0 0-1,0 0 1,-16-4-1,23 4-127,0 0 0,0 0 0,0 0 0,0 0 0,1 0-1,-1 0 1,0-1 0,1 1 0,-1-1 0,0 1 0,1-1-1,0 0 1,-1 1 0,1-1 0,0 0 0,0 0 0,0 0 0,0 0-1,0 0 1,0 0 0,1 0 0,-1 0 0,1 0 0,-1 0-1,1 0 1,0 0 0,0-1 0,0-3 0,0 5 385,5-11-10842,-4 8 4946</inkml:trace>
</inkml:ink>
</file>

<file path=ppt/ink/ink2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4.661"/>
    </inkml:context>
    <inkml:brush xml:id="br0">
      <inkml:brushProperty name="width" value="0.025" units="cm"/>
      <inkml:brushProperty name="height" value="0.025" units="cm"/>
    </inkml:brush>
  </inkml:definitions>
  <inkml:trace contextRef="#ctx0" brushRef="#br0">6 909 832,'0'0'14825,"0"0"-14765,0 0 0,-1 0 1,1-1-1,0 1 0,-1 0 1,1 0-1,0 0 0,-1-1 1,1 1-1,0 0 0,0 0 0,-1-1 1,1 1-1,0 0 0,0-1 1,0 1-1,-1 0 0,1-1 1,0 1-1,0 0 0,0-1 1,0 1-1,0 0 0,0-1 1,0 1-1,0 0 0,0-1 0,0 1 1,0-1-1,0 0 0,11-24 455,1-1-1,1 2 1,2-1-1,0 2 0,31-37 1,1-2-250,100-188-156,-112 183-120,3 2-1,2 1 0,66-80 0,-99 137 11,0-1-1,1 1 1,0 0-1,0 1 1,12-7-1,-17 11 0,1 0-1,0 0 1,-1 0 0,1 1-1,0-1 1,0 1-1,1 0 1,-1 0-1,0 1 1,0-1 0,0 1-1,0 0 1,1 0-1,-1 0 1,6 1-1,-8 0 12,-1 0-1,0 0 1,1 0-1,-1 0 0,0 0 1,0 0-1,0 0 0,1 0 1,-1 1-1,-1-1 0,1 0 1,0 1-1,0-1 0,0 0 1,-1 1-1,1-1 1,-1 1-1,1 0 0,-1-1 1,1 1-1,-1-1 0,0 1 1,0-1-1,0 4 0,0 51 280,0-39-192,1 37 212,0-29-111,0 0 1,-2 0 0,-1 0 0,0 0 0,-10 39 0,-38 120 919,24-77-777,21-86-311,2 0 0,0 0 0,1 32 0,2-52-109,-13-2-12321,7-2 6450</inkml:trace>
</inkml:ink>
</file>

<file path=ppt/ink/ink2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4.910"/>
    </inkml:context>
    <inkml:brush xml:id="br0">
      <inkml:brushProperty name="width" value="0.025" units="cm"/>
      <inkml:brushProperty name="height" value="0.025" units="cm"/>
    </inkml:brush>
  </inkml:definitions>
  <inkml:trace contextRef="#ctx0" brushRef="#br0">0 42 9282,'0'0'11330,"128"-13"-11066,-96 13-128,7-3-128,-7 3-8,0-7-288,19 1-1200,-6 0-2473,0-1-4577</inkml:trace>
</inkml:ink>
</file>

<file path=ppt/ink/ink2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5.486"/>
    </inkml:context>
    <inkml:brush xml:id="br0">
      <inkml:brushProperty name="width" value="0.025" units="cm"/>
      <inkml:brushProperty name="height" value="0.025" units="cm"/>
    </inkml:brush>
  </inkml:definitions>
  <inkml:trace contextRef="#ctx0" brushRef="#br0">0 30 488,'0'0'18236,"6"-5"-17298,-3 2-755,0 0 0,1 1 0,0-1 1,-1 1-1,1 0 0,0-1 0,0 2 1,8-4-1,-10 5-149,-1 0 0,0 0 0,0 0 0,1 0-1,-1 0 1,0 0 0,1 0 0,-1 0 0,0 1 0,1-1 0,-1 0 0,0 1 0,0-1 0,0 1 0,1-1 0,-1 1 0,0 0 0,0 0 0,0-1 0,0 1-1,0 0 1,0 0 0,0 0 0,0 0 0,-1 0 0,1 0 0,0 0 0,-1 1 0,1-1 0,0 0 0,-1 0 0,0 0 0,1 1 0,-1-1 0,0 0-1,1 0 1,-1 1 0,0-1 0,0 0 0,0 3 0,4 18 145,6 45-24,23-69-736,-12-11 463,39-28 0,-40 26 47,44-26 1,-63 41 521,5 54-1021,-6-52 110,0 0 0,0 0 0,1 1 0,-1-1 0,1 0 0,-1 0 0,1 0 0,0 0 0,0 0 0,0 0 0,0 0 0,0 0 0,0-1 0,1 1 0,-1 0 0,0 0 0,4 2 0,3 3-5297</inkml:trace>
</inkml:ink>
</file>

<file path=ppt/ink/ink2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6.043"/>
    </inkml:context>
    <inkml:brush xml:id="br0">
      <inkml:brushProperty name="width" value="0.025" units="cm"/>
      <inkml:brushProperty name="height" value="0.025" units="cm"/>
    </inkml:brush>
  </inkml:definitions>
  <inkml:trace contextRef="#ctx0" brushRef="#br0">167 0 8194,'0'0'13228,"-32"0"-11734,25 1-1449,1-1 0,-1 1 1,0 0-1,0 0 1,1 0-1,-1 1 1,1 0-1,-1 1 0,1 0 1,0 0-1,0 0 1,-8 6-1,10-7-48,1 1 0,0 0 0,0 0 0,0 0 0,0 0 0,0 1 0,0-1 0,1 1 0,0 0 0,0 0-1,0 0 1,0 0 0,0 0 0,1 0 0,0 0 0,0 0 0,0 1 0,0-1 0,0 9 0,4-12-18,-1 0 0,1-1 0,0 1 0,-1-1 0,1 1 0,-1-1 1,1 0-1,0 0 0,-1 0 0,4 0 0,-6 0 15,24 0 84,31-3-158,-52 3 78,0-1 0,0 0-1,0-1 1,0 1 0,0 0 0,0-1 0,-1 0 0,1 0 0,-1 0 0,1 0 0,-1 0-1,0 0 1,0 0 0,0-1 0,3-4 0,5-4 32,-7 8 54,-1 0-1,1 0 0,-1 0 0,0 0 0,0 0 0,0 0 0,0-1 1,1-5 1515,16 32-1388,-18-18-380,0-1 0,0 1 0,1 0 0,-1-1 1,1 1-1,0-1 0,1 0 0,4 8 0,-5-10-415,-1-1-1,1 1 1,0-1-1,0 1 0,-1-1 1,1 0-1,0 1 1,0-1-1,1 0 1,-1 0-1,0 0 0,0-1 1,0 1-1,1-1 1,-1 1-1,0-1 1,1 0-1,-1 1 1,3-1-1,9 0-5418</inkml:trace>
</inkml:ink>
</file>

<file path=ppt/ink/ink2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6.411"/>
    </inkml:context>
    <inkml:brush xml:id="br0">
      <inkml:brushProperty name="width" value="0.025" units="cm"/>
      <inkml:brushProperty name="height" value="0.025" units="cm"/>
    </inkml:brush>
  </inkml:definitions>
  <inkml:trace contextRef="#ctx0" brushRef="#br0">163 0 8690,'0'0'11933,"0"11"-11034,1 12-284,-2 1-1,-1-1 1,0 0-1,-2 0 1,-8 27-1,-42 77 378,33-83-913,2 0-1,3 1 1,-12 47 0,27-86-86,-1 1 0,2-1-1,-1 1 1,1 0 0,0-1-1,0 1 1,0 0 0,1-1-1,0 1 1,1-1 0,3 12-1,-4-16-53,0 1-1,1 0 0,-1-1 1,1 1-1,0-1 0,0 1 1,0-1-1,0 0 0,0 0 0,0 0 1,1 0-1,-1 0 0,1-1 1,-1 1-1,1-1 0,0 1 1,0-1-1,-1 0 0,1 0 0,0 0 1,0 0-1,0-1 0,0 1 1,0-1-1,0 0 0,5 0 1,13 1-1834,-17-1 1441,0 1-1,-1-1 1,1 0-1,-1-1 1,1 1 0,0 0-1,-1-1 1,1 0 0,-1 0-1,0 0 1,1 0-1,5-3 1,15-11-5449</inkml:trace>
</inkml:ink>
</file>

<file path=ppt/ink/ink2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6.708"/>
    </inkml:context>
    <inkml:brush xml:id="br0">
      <inkml:brushProperty name="width" value="0.025" units="cm"/>
      <inkml:brushProperty name="height" value="0.025" units="cm"/>
    </inkml:brush>
  </inkml:definitions>
  <inkml:trace contextRef="#ctx0" brushRef="#br0">0 0 5193,'0'0'13691,"20"24"-9937,54 34-3107,-46-38-2109,-15-16-4992,-7-4 1239</inkml:trace>
</inkml:ink>
</file>

<file path=ppt/ink/ink2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7.235"/>
    </inkml:context>
    <inkml:brush xml:id="br0">
      <inkml:brushProperty name="width" value="0.025" units="cm"/>
      <inkml:brushProperty name="height" value="0.025" units="cm"/>
    </inkml:brush>
  </inkml:definitions>
  <inkml:trace contextRef="#ctx0" brushRef="#br0">716 11 6129,'0'0'11815,"-2"-11"-10197,0 13-1518,0 0 0,0-1 0,1 1 1,-1 0-1,1 0 0,-1 0 0,1 1 1,-1-1-1,1 0 0,0 0 0,-1 5 1,-5 6 316,-55 109 363,5 3 1,5 3-1,-64 247 1,105-332-758,0 5 21,-3 1 0,-20 48 0,33-95 1,0 1 0,0-1 0,0 1 0,0-1 0,0 0 0,-1 1 0,1-1 0,-1 0 0,0 0 0,1 0 0,-1 0 0,0 0 0,0-1 0,0 1 0,-1-1 0,1 1 0,0-1 0,-1 0 0,1 0 0,-1 0 0,-4 2 0,4-3 36,-1 0 0,1 0 0,-1-1 0,1 1 0,-1-1-1,1 0 1,0 0 0,0 0 0,-1 0 0,1 0 0,0-1 0,0 1 0,0-1-1,-4-3 1,-8-7 98,1 0 0,1-1 0,0-1 0,1 0-1,-11-16 1,-10-18-143,3-2-1,-27-57 1,52 94-304,1 1 0,0-1 1,1 0-1,1 0 0,0 0 0,0 0 0,1-1 0,1 1 1,0 0-1,4-25 0,-2 33-118,0 0 1,1 0-1,-1 1 0,1-1 0,0 1 1,0-1-1,1 1 0,-1 0 1,1 0-1,0 1 0,0-1 1,0 1-1,1 0 0,-1 0 0,1 0 1,7-2-1,9-9-2828,12-10-4205</inkml:trace>
</inkml:ink>
</file>

<file path=ppt/ink/ink2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7.778"/>
    </inkml:context>
    <inkml:brush xml:id="br0">
      <inkml:brushProperty name="width" value="0.025" units="cm"/>
      <inkml:brushProperty name="height" value="0.025" units="cm"/>
    </inkml:brush>
  </inkml:definitions>
  <inkml:trace contextRef="#ctx0" brushRef="#br0">163 0 7178,'0'0'12293,"-20"5"-9391,-9 11-2107,17-10-721,0 1 1,0 0-1,0 1 0,1 0 1,1 0-1,-1 1 0,1 1 1,-9 11-1,18-20-107,1-1 0,-1 1 0,1 0 0,-1-1 0,1 1 0,0 0 0,-1 0 0,1-1 0,0 1 0,0 0 0,-1 0 0,1-1 0,0 1-1,0 0 1,0 0 0,0-1 0,0 1 0,0 0 0,0 0 0,0 0 0,1-1 0,-1 1 0,0 0 0,0 0 0,1-1 0,-1 1 0,0 0 0,1-1 0,-1 1 0,0 0 0,1-1 0,-1 1 0,1-1 0,0 1 0,-1 0-1,1-1 1,-1 1 0,1-1 0,0 0 0,-1 1 0,1-1 0,0 1 0,-1-1 0,1 0 0,0 0 0,0 1 0,1-1 0,44 9-395,-35-8 292,36 13-12,-45-13 143,-1 0 0,1 0 1,-1 0-1,1 0 0,-1 0 1,0 0-1,1 0 0,-1 0 1,0 0-1,0 1 0,0-1 1,0 0-1,0 1 0,0-1 1,0 1-1,-1-1 0,1 1 1,0 0-1,-1-1 0,1 1 1,-1 0-1,0-1 0,0 1 1,1 3-1,-1 0 15,0 0 0,-1 0-1,1 0 1,-1 0 0,0 0 0,0 0 0,0-1 0,-1 1 0,0 0-1,0 0 1,0-1 0,0 1 0,-1-1 0,0 0 0,0 0-1,0 0 1,0 0 0,-1 0 0,1-1 0,-1 0 0,0 1 0,0-1-1,0 0 1,-1-1 0,-7 4 0,-1-5-4930</inkml:trace>
</inkml:ink>
</file>

<file path=ppt/ink/ink2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8.030"/>
    </inkml:context>
    <inkml:brush xml:id="br0">
      <inkml:brushProperty name="width" value="0.025" units="cm"/>
      <inkml:brushProperty name="height" value="0.025" units="cm"/>
    </inkml:brush>
  </inkml:definitions>
  <inkml:trace contextRef="#ctx0" brushRef="#br0">129 1 5705,'0'0'17292,"-71"128"-17196,65-102-40,-7-7-56,0 4 0,7-11-336,-7 1-608,7-3-1249</inkml:trace>
</inkml:ink>
</file>

<file path=ppt/ink/ink2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8.226"/>
    </inkml:context>
    <inkml:brush xml:id="br0">
      <inkml:brushProperty name="width" value="0.025" units="cm"/>
      <inkml:brushProperty name="height" value="0.025" units="cm"/>
    </inkml:brush>
  </inkml:definitions>
  <inkml:trace contextRef="#ctx0" brushRef="#br0">1 1 10122,'0'0'11891,"6"38"-11891,1-12-440,-7 3-1681,6-7-2456,0 1-3769</inkml:trace>
</inkml:ink>
</file>

<file path=ppt/ink/ink2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8.620"/>
    </inkml:context>
    <inkml:brush xml:id="br0">
      <inkml:brushProperty name="width" value="0.025" units="cm"/>
      <inkml:brushProperty name="height" value="0.025" units="cm"/>
    </inkml:brush>
  </inkml:definitions>
  <inkml:trace contextRef="#ctx0" brushRef="#br0">167 1 11626,'0'0'11378,"-11"15"-10833,-88 111 35,98-126-622,1 1 0,-1-1 0,1 1 0,-1 0 0,1-1 0,0 1 0,-1 0 0,1-1 0,0 1 0,-1 0 0,1-1 0,0 1 0,0 0 0,0 0 0,0 0 0,0-1 0,0 1 0,0 0 0,0 0 0,0-1 0,0 1-1,0 0 1,0 0 0,0-1 0,1 1 0,-1 0 0,0 0 0,0-1 0,1 1 0,-1 0 0,1-1 0,-1 1 0,1 0 0,-1-1 0,1 1 0,-1-1 0,1 1 0,-1-1 0,1 1 0,0-1 0,-1 1 0,1-1 0,0 0 0,-1 1 0,1-1 0,0 0 0,0 0 0,-1 1 0,2-1 0,55 17-1015,-27-9 672,-22-6 276,17 9 478,-22-4 355,-15 2 472,-48 11 161,46-16-1360,0 0 0,0 1 0,1 0 0,-1 1 0,1 1 0,-20 13 0,30-8-2986,3-10 993</inkml:trace>
</inkml:ink>
</file>

<file path=ppt/ink/ink2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9.160"/>
    </inkml:context>
    <inkml:brush xml:id="br0">
      <inkml:brushProperty name="width" value="0.025" units="cm"/>
      <inkml:brushProperty name="height" value="0.025" units="cm"/>
    </inkml:brush>
  </inkml:definitions>
  <inkml:trace contextRef="#ctx0" brushRef="#br0">199 0 4993,'0'0'15625,"-15"3"-15056,12-2-541,-6 0 31,1 0 1,-1 1-1,1 0 1,0 0 0,0 1-1,0 0 1,0 1-1,0 0 1,1 0 0,0 1-1,0-1 1,0 1 0,0 1-1,-6 6 1,7-4-46,-1 0 0,1 0 0,1 1 1,0 0-1,0 0 0,1 0 0,0 1 1,0 0-1,1-1 0,0 1 1,1 0-1,0 1 0,1-1 0,0 0 1,0 12-1,2-21-25,-1 0-1,0 0 1,0 0 0,0 0 0,0 0-1,1 0 1,-1 0 0,1 0 0,-1-1-1,0 1 1,1 0 0,0 0 0,-1 0-1,1 0 1,-1-1 0,1 1 0,0 0-1,0-1 1,-1 1 0,1 0 0,0-1 0,0 1-1,0-1 1,0 1 0,1 0 0,34 6-142,33-9 102,-64 1 93,0 0 0,0 0-1,-1 0 1,1-1 0,0 0 0,-1 1 0,1-2 0,-1 1 0,0 0 0,0-1 0,0 0 0,0 0 0,0 0 0,-1 0 0,1-1 0,-1 1 0,0-1 0,0 0 0,0 0-1,0 0 1,3-9 0,-3 6 236,0 0 0,0-1-1,-1 1 1,0-1 0,-1 0 0,0 1-1,0-1 1,0 0 0,-1 0-1,0 0 1,-1 0 0,-2-14 0,3 21-288,0 0 0,-1 0 0,1 0 1,-1 0-1,1 0 0,0 0 0,-1-1 1,0 1-1,1 0 0,-1 1 1,0-1-1,1 0 0,-1 0 0,0 0 1,0 0-1,0 0 0,0 1 0,0-1 1,0 0-1,0 1 0,0-1 0,0 1 1,0-1-1,0 1 0,0-1 0,0 1 1,0 0-1,-1 0 0,1 0 0,0-1 1,0 1-1,0 0 0,0 0 1,-1 1-1,1-1 0,-1 0 0,-1 1-292,1-1 0,-1 1-1,1-1 1,0 1 0,-1 0 0,1 0-1,0 0 1,0 1 0,0-1-1,0 0 1,0 1 0,0-1-1,0 1 1,0 0 0,-2 2 0,-8 15-5728</inkml:trace>
</inkml:ink>
</file>

<file path=ppt/ink/ink2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9.690"/>
    </inkml:context>
    <inkml:brush xml:id="br0">
      <inkml:brushProperty name="width" value="0.025" units="cm"/>
      <inkml:brushProperty name="height" value="0.025" units="cm"/>
    </inkml:brush>
  </inkml:definitions>
  <inkml:trace contextRef="#ctx0" brushRef="#br0">386 145 7194,'0'0'15124,"-3"-21"-14069,-7-64-320,10 83-712,-1 0-1,1 0 1,-1 1 0,1-1 0,-1 0 0,1 0-1,-1 1 1,0-1 0,0 1 0,0-1 0,0 0-1,0 1 1,0 0 0,0-1 0,0 1-1,-1 0 1,1-1 0,-1 1 0,1 0 0,-1 0-1,1 0 1,-1 0 0,1 0 0,-1 1 0,0-1-1,0 1 1,1-1 0,-1 1 0,0-1 0,0 1-1,0 0 1,1 0 0,-1 0 0,0 0 0,0 0-1,0 0 1,1 0 0,-1 1 0,-3 0 0,-3 0 69,-1-2-71,-1 1 0,1 1 1,0 0-1,0 0 0,0 1 0,1 0 1,-1 1-1,-16 6 0,19-5-17,0-1 1,0 1-1,1 1 0,-1-1 0,1 1 1,0 0-1,1 0 0,-1 0 1,1 1-1,0 0 0,0-1 0,-4 11 1,-3 12-1,1 0 0,2 1 0,1 0 0,1 1 0,1-1 0,0 35 0,-2-7 0,-7 62 32,-37 217-19,32-270-1781,19-131-5418,0 42 2110</inkml:trace>
</inkml:ink>
</file>

<file path=ppt/ink/ink2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19.936"/>
    </inkml:context>
    <inkml:brush xml:id="br0">
      <inkml:brushProperty name="width" value="0.025" units="cm"/>
      <inkml:brushProperty name="height" value="0.025" units="cm"/>
    </inkml:brush>
  </inkml:definitions>
  <inkml:trace contextRef="#ctx0" brushRef="#br0">14 0 8706,'0'0'14275,"-13"0"-13771,13 4-64,19 5 136,0 7-144,7-3-240,0 0-144,-7-3-48,6-1-256,8-9-1384,-8 0-3449,1 0-6266</inkml:trace>
</inkml:ink>
</file>

<file path=ppt/ink/ink2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0.959"/>
    </inkml:context>
    <inkml:brush xml:id="br0">
      <inkml:brushProperty name="width" value="0.025" units="cm"/>
      <inkml:brushProperty name="height" value="0.025" units="cm"/>
    </inkml:brush>
  </inkml:definitions>
  <inkml:trace contextRef="#ctx0" brushRef="#br0">1 778 9994,'0'0'5967,"31"-31"-5407,100-104-196,-95 96-254,-1-3 1,-3 0-1,51-90 0,-51 78-96,131-235 3000,-153 276-1047,-10 20-242,-1 11-1757,1 679 1952,6-686-2622,-6-11 679,0 0-1,0 1 1,0-1 0,0 0 0,1 0 0,-1 0 0,0 0 0,0 0 0,0 0-1,0 1 1,0-1 0,0 0 0,0 0 0,0 0 0,1 0 0,-1 0 0,0 0-1,0 0 1,0 0 0,0 0 0,0 0 0,1 0 0,-1 0 0,0 0-1,0 0 1,0 0 0,0 0 0,0 0 0,1 0 0,-1 0 0,0 0 0,0 0-1,0 0 1,0 0 0,0 0 0,1 0 0,-1 0 0,0 0 0,0 0 0,0 0-1,0 0 1,0 0 0,0 0 0,1 0 0,-1 0 0,0-1 0,0 1-1,0 0 1,0 0 0,0 0 0,0 0 0,0 0 0,0 0 0,0-1 0,0 1-1,1 0 1,-1 0 0,0 0 0,0 0 0,0 0 0,0-1 0,0 1 0,0 0-1,0 0 1,0 0 0,0 0 0,0 0 0,0-1 0,-2-50-6911,-3 20 538</inkml:trace>
</inkml:ink>
</file>

<file path=ppt/ink/ink2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1.145"/>
    </inkml:context>
    <inkml:brush xml:id="br0">
      <inkml:brushProperty name="width" value="0.025" units="cm"/>
      <inkml:brushProperty name="height" value="0.025" units="cm"/>
    </inkml:brush>
  </inkml:definitions>
  <inkml:trace contextRef="#ctx0" brushRef="#br0">1 142 7618,'0'0'13659,"122"-23"-13579,-84 17-80,-6-7-168,7 0-1153,31-16-1655,-12 0-1977,0 0-6162</inkml:trace>
</inkml:ink>
</file>

<file path=ppt/ink/ink2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1.400"/>
    </inkml:context>
    <inkml:brush xml:id="br0">
      <inkml:brushProperty name="width" value="0.025" units="cm"/>
      <inkml:brushProperty name="height" value="0.025" units="cm"/>
    </inkml:brush>
  </inkml:definitions>
  <inkml:trace contextRef="#ctx0" brushRef="#br0">240 1 12219,'0'0'7943,"-19"29"-6211,-62 96-516,61-91-648,2 0 0,1 1 0,2 0 0,-19 69 0,22-64-268,5-16-202,2 0 0,0 0 0,2 1 0,1 0 1,0-1-1,2 1 0,4 30 0,-4-53-113,1 1-1,-1-1 0,1 0 1,0 0-1,0 0 0,-1 0 1,2-1-1,-1 1 1,0 0-1,0 0 0,0-1 1,1 1-1,-1 0 1,1-1-1,-1 0 0,1 1 1,0-1-1,0 0 1,-1 0-1,1 0 0,0 0 1,0 0-1,0 0 1,0 0-1,0-1 0,0 1 1,0-1-1,3 1 1,8 1-520,0-1 0,0 0 0,21-2 0,-14 1-760,2 0-1134,0-1 1,0-1-1,28-6 1,-3-7-7717</inkml:trace>
</inkml:ink>
</file>

<file path=ppt/ink/ink2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1.814"/>
    </inkml:context>
    <inkml:brush xml:id="br0">
      <inkml:brushProperty name="width" value="0.025" units="cm"/>
      <inkml:brushProperty name="height" value="0.025" units="cm"/>
    </inkml:brush>
  </inkml:definitions>
  <inkml:trace contextRef="#ctx0" brushRef="#br0">248 5 6361,'0'0'18755,"-21"0"-17977,-5-1-563,9-1-54,0 1 0,-1 0 0,1 2 0,0 0 0,-35 7 0,49-7-145,0 0 1,1 0-1,-1 0 0,0 0 1,0 1-1,1-1 0,-1 1 1,1 0-1,-1 0 0,1 0 1,0 0-1,0 0 0,0 0 0,0 1 1,0-1-1,0 0 0,1 1 1,-2 3-1,0 0-10,1-1 0,0 1 0,1 0 1,0 0-1,0 0 0,0 0 0,1 0 0,0 11 0,1 0-11,1-1-1,1 0 0,0 1 0,2-1 1,12 31-1,-7-24 1,1-1-36,-1 1 0,-1 0 1,0 1-1,-2-1 0,-1 2 1,-1-1-1,3 46 0,-7-68 35,-1 0 0,0 0 0,0 0 0,0 0 0,-1 0 0,1 0 0,0 0 0,-1 0 0,1 0 0,-1 0 0,0 0 0,0 0 0,1 0-1,-1-1 1,-1 1 0,1 0 0,0-1 0,0 1 0,-1 0 0,1-1 0,0 0 0,-1 1 0,0-1 0,1 0 0,-1 0 0,0 1 0,1-2 0,-1 1 0,-2 1 0,-3 0-12,1-1 0,-1 0 1,1-1-1,-1 1 1,1-1-1,-1 0 0,1-1 1,-8-1-1,13 1-48,0 0 0,-1 0 1,1 0-1,0 0 0,0 0 0,0-1 0,0 1 0,0 0 0,0-1 1,0 1-1,0-1 0,1 1 0,-1-1 0,1 1 0,-1-1 0,1 0 1,-1 1-1,1-1 0,0 0 0,0 1 0,0-1 0,0 1 1,0-1-1,0 0 0,0 1 0,1-1 0,0-2 0,-1-4-333,1 1-1,0-1 1,1 0-1,-1 1 1,5-11-1,-1 8-87,1 1 0,1 0 0,-1 1 0,1-1 0,1 1 0,-1 1 0,13-10 0,0-1-702,37-37-4534,-4 0-3899</inkml:trace>
</inkml:ink>
</file>

<file path=ppt/ink/ink2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2.438"/>
    </inkml:context>
    <inkml:brush xml:id="br0">
      <inkml:brushProperty name="width" value="0.025" units="cm"/>
      <inkml:brushProperty name="height" value="0.025" units="cm"/>
    </inkml:brush>
  </inkml:definitions>
  <inkml:trace contextRef="#ctx0" brushRef="#br0">208 132 12443,'0'0'12506,"-23"19"-11792,-75 61-155,91-73-487,-1-1 0,1 1 0,1 1 0,-1-1 0,1 1 0,0 0 0,1 0 0,0 1 1,0 0-1,1 0 0,0 0 0,1 0 0,0 1 0,-3 14 0,4-17-65,1 0 0,0 0 1,1 0-1,-1 0 0,2 0 0,-1 1 0,1-1 0,1 7 0,-1-13-22,0 0 1,1 0-1,-1 0 0,1 0 0,-1-1 1,1 1-1,-1 0 0,1-1 0,-1 1 0,1-1 1,0 0-1,-1 1 0,1-1 0,0 0 1,-1 0-1,1 0 0,0 0 0,2-1 0,32-3-4,-30 2-8,-1 0 0,0-1-1,0 0 1,0 0 0,-1 0 0,1 0 0,-1-1-1,0 0 1,0 0 0,0 0 0,0 0-1,-1-1 1,1 1 0,-1-1 0,0 0 0,-1 0-1,1 0 1,-1-1 0,0 1 0,0 0-1,1-11 1,1-7-25,-1-1 0,-1 0 0,-1-44 0,-2 39 76,2 28-32,-1 0-1,0 0 0,1 0 1,-1 0-1,1 0 0,-1 0 1,1 0-1,0 0 0,-1 0 1,1 0-1,0 1 0,0-1 1,0 0-1,-1 1 0,1-1 1,0 0-1,0 1 0,0-1 1,0 1-1,0-1 1,0 1-1,0 0 0,0-1 1,0 1-1,0 0 0,0 0 1,1 0-1,-1 0 0,0 0 1,0 0-1,0 0 0,0 0 1,0 0-1,0 0 0,0 1 1,0-1-1,0 0 0,1 1 1,4 0 12,1 0 1,-2 1-1,1-1 0,0 1 1,0 0-1,7 4 1,-4 0 19,1 0 1,-1 1 0,0 0-1,0 1 1,-1 0 0,0 0-1,0 0 1,-1 1 0,0 0-1,-1 1 1,0 0 0,0 0-1,6 17 1,-24-205 1881,12 171-1878,0 0 1,0 0-1,1 0 1,-1-1-1,2 1 1,-1 0-1,1 0 1,0 0-1,0 1 1,6-13-1,-5 16-219,0 0 1,0 0-1,0 0 0,0 0 0,0 0 0,0 0 0,1 1 0,-1 0 1,1 0-1,0 0 0,0 0 0,0 0 0,0 1 0,0-1 1,0 1-1,0 0 0,0 1 0,0-1 0,8 0 0,17 0-4315,-8 2-1863,-8 2-608</inkml:trace>
</inkml:ink>
</file>

<file path=ppt/ink/ink2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2.656"/>
    </inkml:context>
    <inkml:brush xml:id="br0">
      <inkml:brushProperty name="width" value="0.025" units="cm"/>
      <inkml:brushProperty name="height" value="0.025" units="cm"/>
    </inkml:brush>
  </inkml:definitions>
  <inkml:trace contextRef="#ctx0" brushRef="#br0">26 1 6753,'0'0'19181,"-6"109"-18797,6-100-248,0-2-128,-7-7-8,7 3-232,-6-3-593,-1 0-3752,7-3 153,0-7-3010</inkml:trace>
</inkml:ink>
</file>

<file path=ppt/ink/ink2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2.826"/>
    </inkml:context>
    <inkml:brush xml:id="br0">
      <inkml:brushProperty name="width" value="0.025" units="cm"/>
      <inkml:brushProperty name="height" value="0.025" units="cm"/>
    </inkml:brush>
  </inkml:definitions>
  <inkml:trace contextRef="#ctx0" brushRef="#br0">1 1 6057,'0'0'14699,"19"35"-14699,0-29-224,-6-6-1856,0 0-3817</inkml:trace>
</inkml:ink>
</file>

<file path=ppt/ink/ink2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3.062"/>
    </inkml:context>
    <inkml:brush xml:id="br0">
      <inkml:brushProperty name="width" value="0.025" units="cm"/>
      <inkml:brushProperty name="height" value="0.025" units="cm"/>
    </inkml:brush>
  </inkml:definitions>
  <inkml:trace contextRef="#ctx0" brushRef="#br0">359 1 11522,'0'0'11235,"-77"179"-9051,58-118-679,-6-3-625,12-7-456,-7-3-248,1-9-168,0-7-8,0-6-136,-1-4-560,1-12-1505,-26-7-1575,13-3-1786,0 0-7264</inkml:trace>
</inkml:ink>
</file>

<file path=ppt/ink/ink2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3.621"/>
    </inkml:context>
    <inkml:brush xml:id="br0">
      <inkml:brushProperty name="width" value="0.025" units="cm"/>
      <inkml:brushProperty name="height" value="0.025" units="cm"/>
    </inkml:brush>
  </inkml:definitions>
  <inkml:trace contextRef="#ctx0" brushRef="#br0">1 304 5521,'0'0'10433,"33"-9"-7756,-4 1-2084,192-46 2513,-175 45-2635,153-36 536,-161 35-972,-1-2 1,-1-2 0,41-22-1,-71 33 0,-1 0-1,0 0 0,0-1 0,-1 0 0,1 0 0,-1 0 0,0-1 0,0 1 0,4-7 0,-7 10-10,0 0-1,-1 0 1,1-1 0,-1 1-1,1 0 1,-1 0 0,1-1-1,-1 1 1,0 0 0,1-1-1,-1 1 1,0 0 0,0-1-1,0 1 1,0 0 0,0-1-1,0 1 1,-1 0 0,1-1-1,0 1 1,-1 0 0,1-1-1,-1 1 1,1 0-1,-1 0 1,0 0 0,1 0-1,-1-1 1,0 1 0,0 0-1,0 0 1,0 0 0,0 0-1,0 1 1,0-1 0,0 0-1,0 0 1,0 1 0,0-1-1,-1 0 1,1 1 0,0 0-1,-1-1 1,1 1-1,0 0 1,-3-1 0,-4-2-15,0 1 0,0 0 1,-1 0-1,1 1 0,-1 0 0,1 0 1,-1 1-1,0 0 0,1 0 1,-1 1-1,1 1 0,-1-1 0,-13 5 1,9-1 0,1 1 0,-1 0 1,1 1-1,1 0 0,-1 1 1,1 0-1,-18 17 0,-1 8 70,0 1-1,3 1 0,0 1 0,-23 46 0,31-51-59,2 1 1,2 0 0,1 1-1,1 0 1,2 1-1,-8 40 1,18-73-27,1 0 1,0 0-1,0 0 1,0 0-1,0 0 1,0 0-1,0 0 0,0 0 1,0 0-1,0 0 1,0-1-1,0 1 1,1 0-1,-1 0 1,0 0-1,1 0 0,-1 0 1,0 0-1,1-1 1,-1 1-1,1 0 1,-1 0-1,1-1 1,0 1-1,-1 0 0,1-1 1,0 1-1,0 0 1,-1-1-1,1 1 1,0-1-1,0 0 0,0 1 1,0-1-1,-1 0 1,1 1-1,0-1 1,0 0-1,0 0 1,0 0-1,0 1 0,0-1 1,0 0-1,0-1 1,0 1-1,0 0 1,0 0-1,-1 0 1,1 0-1,0-1 0,2 0 1,4 0 13,-1-1 1,1 0-1,0 0 0,-1-1 1,13-6-1,16-14-20,-2-1-1,39-36 1,-72 59 22,1 1 0,-1-1-1,0 1 1,1-1 0,-1 1 0,1-1 0,-1 1-1,0-1 1,1 1 0,-1-1 0,1 1 0,-1 0 0,1-1-1,0 1 1,-1 0 0,1-1 0,-1 1 0,1 0 0,0 0-1,-1-1 1,1 1 0,-1 0 0,1 0 0,0 0 0,-1 0-1,1 0 1,1 0 0,-3 22 362,-1-10-332,-4 20-1081,4-25 296,0 0 1,1 1-1,-1-1 0,1 0 0,1 1 1,0-1-1,0 0 0,0 1 1,1-1-1,2 11 0,8-6-5258</inkml:trace>
</inkml:ink>
</file>

<file path=ppt/ink/ink2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4.382"/>
    </inkml:context>
    <inkml:brush xml:id="br0">
      <inkml:brushProperty name="width" value="0.025" units="cm"/>
      <inkml:brushProperty name="height" value="0.025" units="cm"/>
    </inkml:brush>
  </inkml:definitions>
  <inkml:trace contextRef="#ctx0" brushRef="#br0">0 102 8674,'0'0'13925,"10"2"-12956,-4-1-821,-3-1-88,-1 1 1,1-1 0,-1 0-1,1 1 1,-1-1 0,0 1-1,1 0 1,-1 0 0,0 0-1,1 0 1,-1 0 0,0 1-1,0-1 1,0 1 0,0-1-1,0 1 1,-1 0 0,1-1-1,0 1 1,-1 0 0,1 0-1,-1 0 1,0 1 0,0-1-1,1 0 1,-1 0 0,-1 1-1,1-1 1,0 0-1,0 4 1,4 89 602,-5-95-546,0-42-334,1 36 130,0 0 0,0 0 0,1 0 0,0 0 0,0 0 0,0 0 0,1 0 0,-1 1 0,1-1-1,1 1 1,-1 0 0,1 0 0,0 0 0,0 1 0,9-9 0,-2 4 24,-1 0 1,1 0-1,0 2 0,1-1 0,0 1 0,17-7 1,-28 14 77,0-1 0,0 1 0,0-1 0,0 1 0,0 0 1,0-1-1,0 1 0,1 0 0,-1 0 0,0-1 0,0 1 1,0 0-1,0 0 0,1 0 0,-1 1 0,0-1 0,0 0 1,0 0-1,0 1 0,0-1 0,0 0 0,1 1 0,-1-1 1,0 1-1,0 0 0,0-1 0,0 1 0,-1 0 0,1-1 1,0 1-1,0 0 0,0 0 0,-1 0 0,1 0 0,0 0 0,-1 0 1,1 0-1,-1 0 0,1 0 0,-1 0 0,1 0 0,-1 2 1,2 5 175,0 0 0,-1 0 0,0 0 0,-1 0 0,0 8 0,0-11-146,0-4-25,-1 0 1,1 0-1,0 0 1,0-1 0,0 1-1,0 0 1,0 0 0,0 0-1,0 0 1,0 0-1,0 0 1,1-1 0,-1 1-1,0 0 1,1 0 0,-1 0-1,0 0 1,1-1-1,-1 1 1,1 0 0,-1 0-1,1-1 1,1 2 0,20-13-84,11-14-97,2 3 1,1 0-1,1 3 1,75-30-1,-111 50 207,-1-1 0,1 1 0,0-1 0,-1 1 0,1-1 0,-1 1 0,1 0 0,-1-1 0,1 1 0,-1 0 0,0 0 0,1-1 0,-1 1 0,0 0-1,1 0 1,-1-1 0,0 1 0,0 0 0,0 0 0,0 0 0,0-1 0,0 1 0,0 0 0,0 0 0,0 0 0,0-1 0,0 2 0,0 34 665,0-31-444,0-2-232,0 1 0,1-1 0,-1 0 0,0 1 0,-1-1 0,1 1 0,0-1 0,-1 0 0,0 1 0,0-1 0,0 0 0,0 0 0,-1 1 0,1-1 0,-1 0 0,0 0 0,1-1 0,-6 6 0,-4 13-1502,10-11-7879</inkml:trace>
</inkml:ink>
</file>

<file path=ppt/ink/ink2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24.990"/>
    </inkml:context>
    <inkml:brush xml:id="br0">
      <inkml:brushProperty name="width" value="0.025" units="cm"/>
      <inkml:brushProperty name="height" value="0.025" units="cm"/>
    </inkml:brush>
  </inkml:definitions>
  <inkml:trace contextRef="#ctx0" brushRef="#br0">495 1 6633,'0'0'13578,"-5"0"-12390,-27 0 530,-45 6 0,69-5-1653,0 0-1,0 0 1,0 1 0,1 1-1,-1-1 1,0 1 0,1 0-1,0 1 1,0 0-1,0 0 1,-12 10 0,18-14-79,0 1 1,1 0-1,-1 0 0,1 0 1,-1-1-1,1 1 1,-1 0-1,1 0 0,0 0 1,-1 0-1,1 0 1,0 0-1,0 0 1,-1 0-1,1 0 0,0 0 1,0 0-1,0 0 1,0 0-1,1-1 0,-1 1 1,0 0-1,0 0 1,0 0-1,1 0 0,-1 0 1,0 0-1,1 0 1,-1 0-1,1 0 0,-1-1 1,1 1-1,0 0 1,-1 0-1,1-1 1,1 2-1,26 20-279,-9-11 138,0 0 1,-1 2 0,21 18-1,-35-27 155,1 0 0,-1 0 0,0 1-1,0-1 1,0 1 0,0 0 0,-1 0-1,0 0 1,0 1 0,-1-1 0,1 1-1,-1-1 1,0 1 0,-1 0 0,1 0-1,0 10 1,-3-14 38,1 1-1,-1-1 1,0 0-1,-1 1 1,1-1-1,0 0 1,-1 0-1,1 0 1,-1 0-1,0 0 1,1 0-1,-1-1 1,0 1-1,0 0 1,0-1-1,-1 0 1,1 1-1,0-1 1,0 0 0,-1 0-1,1 0 1,0 0-1,-1-1 1,-4 2-1,-69 14 925,73-16-935,-56 6-1007,-101-2 1,102-5-3379,8 1-2290</inkml:trace>
</inkml:ink>
</file>

<file path=ppt/ink/ink2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7.184"/>
    </inkml:context>
    <inkml:brush xml:id="br0">
      <inkml:brushProperty name="width" value="0.025" units="cm"/>
      <inkml:brushProperty name="height" value="0.025" units="cm"/>
    </inkml:brush>
  </inkml:definitions>
  <inkml:trace contextRef="#ctx0" brushRef="#br0">91 32 2577,'0'0'7716,"2"-4"-5866,5-16 781,-4 13 778,-3 17 193,-38 117-2090,33-103-1628,-1 1-1,-1-1 1,-1-1-1,-2 0 1,-17 33-1,26-54-123,1-1-685,0-19-11082</inkml:trace>
</inkml:ink>
</file>

<file path=ppt/ink/ink2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7.433"/>
    </inkml:context>
    <inkml:brush xml:id="br0">
      <inkml:brushProperty name="width" value="0.025" units="cm"/>
      <inkml:brushProperty name="height" value="0.025" units="cm"/>
    </inkml:brush>
  </inkml:definitions>
  <inkml:trace contextRef="#ctx0" brushRef="#br0">1 13 1672,'0'0'19757,"0"-13"-19757,0 19-112,0 7-305,0 23-863,0-11-2537,0-6-2272</inkml:trace>
</inkml:ink>
</file>

<file path=ppt/ink/ink2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7.960"/>
    </inkml:context>
    <inkml:brush xml:id="br0">
      <inkml:brushProperty name="width" value="0.025" units="cm"/>
      <inkml:brushProperty name="height" value="0.025" units="cm"/>
    </inkml:brush>
  </inkml:definitions>
  <inkml:trace contextRef="#ctx0" brushRef="#br0">11 0 2705,'0'0'15463,"-7"22"-11685,6-2-2885,0-16-837,1 1 0,-1 0 0,1 0 0,0-1 0,0 1-1,0 0 1,1 0 0,0-1 0,0 1 0,0 0-1,0-1 1,5 9 0,-1-11-238,1-2 0,0 1 0,-1-1 0,1 0-1,0 0 1,-1 0 0,1-1 0,6-1 0,2-2 116,-1-1 0,0-1-1,0 0 1,0 0 0,-1-2-1,13-9 1,31-17 289,-51 53 3061,-4-12-3478,0 0 1,1-1 0,0 1-1,0 0 1,0-1-1,1 1 1,6 10-1,-2-12-1238,0 0 1,0-1-1,1 0 1,-1 0-1,1 0 1,0-1-1,0-1 1,0 1-1,0-1 1,0 0-1,9 0 1,16 4-4812</inkml:trace>
</inkml:ink>
</file>

<file path=ppt/ink/ink2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8.179"/>
    </inkml:context>
    <inkml:brush xml:id="br0">
      <inkml:brushProperty name="width" value="0.025" units="cm"/>
      <inkml:brushProperty name="height" value="0.025" units="cm"/>
    </inkml:brush>
  </inkml:definitions>
  <inkml:trace contextRef="#ctx0" brushRef="#br0">264 0 800,'0'0'20562,"-14"16"-19453,-2 1-839,7-7-136,0 0 1,0 0 0,0 1 0,2 1-1,-1 0 1,1 0 0,-8 20-1,-11 34 73,-37 82 103,11-56-3336,40-75 86,5-10-7478</inkml:trace>
</inkml:ink>
</file>

<file path=ppt/ink/ink2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8.491"/>
    </inkml:context>
    <inkml:brush xml:id="br0">
      <inkml:brushProperty name="width" value="0.025" units="cm"/>
      <inkml:brushProperty name="height" value="0.025" units="cm"/>
    </inkml:brush>
  </inkml:definitions>
  <inkml:trace contextRef="#ctx0" brushRef="#br0">64 1 2617,'0'0'19984,"15"6"-19456,46 25-205,-58-29-299,-1 0 1,0 0 0,0 1-1,0-1 1,-1 0 0,1 1 0,0 0-1,-1-1 1,0 1 0,1 0-1,-1 0 1,0 0 0,-1 0 0,1 0-1,0 0 1,-1 0 0,0 0-1,0 0 1,0 0 0,0 0-1,0 0 1,0 0 0,-2 5 0,1 9 80,0-16-96,1 0-1,-1 0 0,0 0 0,1 1 0,-1-1 0,0 0 1,0 0-1,0-1 0,0 1 0,0 0 0,0 0 0,0 0 1,0-1-1,0 1 0,0 0 0,0-1 0,0 1 0,-1-1 1,1 1-1,0-1 0,0 0 0,-1 0 0,1 1 0,0-1 0,-1 0 1,-1 0-1,-43 4-182,39-4 75,-69 4-3131,74-4 1257,4 0-864,32 0-3410,52-1-1292,-34-2 5267</inkml:trace>
</inkml:ink>
</file>

<file path=ppt/ink/ink2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8.851"/>
    </inkml:context>
    <inkml:brush xml:id="br0">
      <inkml:brushProperty name="width" value="0.025" units="cm"/>
      <inkml:brushProperty name="height" value="0.025" units="cm"/>
    </inkml:brush>
  </inkml:definitions>
  <inkml:trace contextRef="#ctx0" brushRef="#br0">32 20 2497,'0'0'19340,"-2"-5"-18245,-7-9-590,2 15-61,-2 29 231,4 53-332,5-82-384,0-1 0,0 1 1,0 0-1,0 0 0,0 0 1,0 0-1,1-1 0,-1 1 1,0 0-1,0 0 0,1 0 1,-1-1-1,0 1 0,1 0 1,-1 0-1,1-1 0,-1 1 1,1 0-1,-1-1 0,1 1 1,0-1-1,-1 1 0,1-1 1,0 1-1,-1-1 0,1 1 1,1 0-1,27-1-1075,-22-2 801,1 0 0,-1 0 0,0-1 0,0 0 0,12-8 0,-3-1-102,-1-1 0,23-24 0,-18 16 1608,-21 30 1531,-10 34-2598,4-3-937,6-39 600,1 0 0,0 0 0,0 1 0,0-1 1,0 0-1,0 1 0,0-1 0,1 0 0,-1 0 1,0 1-1,1-1 0,-1 0 0,0 0 1,1 1-1,0-1 0,-1 0 0,1 0 0,0 0 1,0 0-1,-1 0 0,1 0 0,0 0 0,0 0 1,0 0-1,0-1 0,0 1 0,0 0 0,2 0 1,21 4-4726</inkml:trace>
</inkml:ink>
</file>

<file path=ppt/ink/ink2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9.118"/>
    </inkml:context>
    <inkml:brush xml:id="br0">
      <inkml:brushProperty name="width" value="0.025" units="cm"/>
      <inkml:brushProperty name="height" value="0.025" units="cm"/>
    </inkml:brush>
  </inkml:definitions>
  <inkml:trace contextRef="#ctx0" brushRef="#br0">116 1 1712,'0'0'21806,"-16"26"-20557,-49 86-262,60-102-843,0 0 1,1 0-1,0 0 1,1 0-1,0 1 1,0-1-1,1 1 1,1 0-1,-1 19 1,1-6-38,0 136-1969,1-159 1677,1-1 0,-1 1 1,1 0-1,-1 0 0,1 0 0,-1-1 0,1 1 0,0 0 0,-1-1 1,1 1-1,0 0 0,0-1 0,-1 1 0,1-1 0,0 1 0,0-1 0,0 0 1,0 1-1,0-1 0,0 0 0,-1 1 0,1-1 0,0 0 0,0 0 1,0 0-1,1 0 0,30 3-3966,-29-3 3062,24 1-6042</inkml:trace>
</inkml:ink>
</file>

<file path=ppt/ink/ink2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9.285"/>
    </inkml:context>
    <inkml:brush xml:id="br0">
      <inkml:brushProperty name="width" value="0.025" units="cm"/>
      <inkml:brushProperty name="height" value="0.025" units="cm"/>
    </inkml:brush>
  </inkml:definitions>
  <inkml:trace contextRef="#ctx0" brushRef="#br0">1 1 1792,'0'0'18868,"160"38"-19404,-77-9-1456,-12-10-3929</inkml:trace>
</inkml:ink>
</file>

<file path=ppt/ink/ink2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49.858"/>
    </inkml:context>
    <inkml:brush xml:id="br0">
      <inkml:brushProperty name="width" value="0.025" units="cm"/>
      <inkml:brushProperty name="height" value="0.025" units="cm"/>
    </inkml:brush>
  </inkml:definitions>
  <inkml:trace contextRef="#ctx0" brushRef="#br0">281 653 1400,'0'0'20829,"-29"-10"-20206,-91-28-57,115 36-493,-1 0 0,0 1 0,1 0 0,-1 0 1,0 0-1,0 1 0,0 0 0,0 0 0,1 1 0,-1-1 0,-7 3 0,10-2-38,1 0 1,-1 0-1,0 0 1,0 1-1,1-1 1,-1 1-1,1 0 1,-1-1-1,1 1 1,0 1-1,-1-1 1,1 0-1,0 0 1,1 1-1,-4 3 1,2 0-18,1 0 0,0 0 0,0 1 0,0-1 0,1 0 0,0 1 0,0-1 0,1 1 0,-1-1 0,1 0 0,1 1 0,-1-1 0,1 1 0,3 9 0,-3-14-37,0-1-1,1 0 0,-1 0 1,1 0-1,-1 0 1,1 0-1,-1 0 0,1 0 1,-1 0-1,1-1 0,0 1 1,0-1-1,-1 1 1,1-1-1,0 1 0,0-1 1,-1 0-1,1 0 0,0 0 1,0 0-1,0 0 1,2-1-1,47-5-693,-37 0 337,0-1-1,-1 0 1,0 0-1,0-1 1,-1-1-1,17-15 1,66-69-2195,-43 35 1579,-2-3 0,42-67 0,-71 96 1103,-3-1-1,0 0 1,-2-2-1,-2 1 1,-1-2-1,11-46 1,-21 30 4686,-12 60-2091,-21 47-1460,2 2 0,-21 65 0,32-74-1098,3 1 1,2 0 0,2 1 0,3 0-1,-3 90 1,10-138-256,-1-1 1,1 1-1,0-1 1,0 1-1,0 0 0,0-1 1,0 1-1,1-1 0,-1 1 1,0-1-1,1 1 0,0-1 1,-1 1-1,1-1 0,0 1 1,-1-1-1,1 0 0,0 1 1,0-1-1,0 0 0,0 0 1,0 0-1,2 2 1,1-2-528,-1 0 0,1 0 1,0 0-1,0 0 1,0-1-1,0 0 1,0 0-1,6 0 0,-4 0-131,30 0-4779</inkml:trace>
</inkml:ink>
</file>

<file path=ppt/ink/ink2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0.266"/>
    </inkml:context>
    <inkml:brush xml:id="br0">
      <inkml:brushProperty name="width" value="0.025" units="cm"/>
      <inkml:brushProperty name="height" value="0.025" units="cm"/>
    </inkml:brush>
  </inkml:definitions>
  <inkml:trace contextRef="#ctx0" brushRef="#br0">247 1 472,'0'0'23224,"-26"6"-22119,-81 21-199,101-25-844,0 0-1,0 1 1,1-1 0,-1 1 0,0 0-1,1 0 1,0 1 0,-1 0 0,1 0 0,1 0-1,-1 0 1,1 1 0,0 0 0,0 0-1,0 0 1,0 0 0,1 1 0,0-1-1,0 1 1,1 0 0,-3 7 0,3-7-40,-7 33 64,9-38-114,0 0 1,-1 0-1,1 0 1,0 0-1,0 0 1,0 0-1,-1 0 1,1 0-1,0 0 1,0 0-1,1 1 1,-1-1-1,0 0 1,0 0-1,0 0 1,1 0-1,-1 0 1,0 0-1,1 0 1,-1 0-1,1-1 1,-1 1-1,1 0 1,0 0-1,-1 0 1,1 0-1,0-1 1,0 1-1,-1 0 1,1 0-1,2 0 1,7-1-180,0-1 0,0-1 0,0 0 1,0 0-1,0-1 0,-1 0 1,1-1-1,-1 0 0,0 0 1,0-1-1,0 0 0,-1-1 0,1 0 1,-1 0-1,-1-1 0,1 0 1,-1 0-1,6-9 0,-3 0 3367,-12 43-2426,1-8-711,0 32-753,1-49 577,0-1 1,0 1-1,0 0 1,1 0-1,-1 0 1,1 0-1,-1 0 1,1-1-1,0 1 1,0 0-1,0 0 1,0-1-1,0 1 1,0-1-1,0 1 1,0-1-1,1 1 1,-1-1-1,1 0 1,2 2-1,7 2-1438,1-1 0,-1-1-1,1 0 1,15 2 0,10-4-6370</inkml:trace>
</inkml:ink>
</file>

<file path=ppt/ink/ink2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0.530"/>
    </inkml:context>
    <inkml:brush xml:id="br0">
      <inkml:brushProperty name="width" value="0.025" units="cm"/>
      <inkml:brushProperty name="height" value="0.025" units="cm"/>
    </inkml:brush>
  </inkml:definitions>
  <inkml:trace contextRef="#ctx0" brushRef="#br0">206 0 1872,'0'0'22274,"-23"32"-20576,-70 107-620,84-124-909,0 1 1,1 1 0,1-1-1,0 1 1,1 0-1,1 1 1,0-1 0,2 1-1,0 0 1,-1 31-1,0-3-99,0 29 43,3-52-558,0-1-1,-1 0 1,-8 36-1,9-50-1111,1-3-3202</inkml:trace>
</inkml:ink>
</file>

<file path=ppt/ink/ink2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1.047"/>
    </inkml:context>
    <inkml:brush xml:id="br0">
      <inkml:brushProperty name="width" value="0.025" units="cm"/>
      <inkml:brushProperty name="height" value="0.025" units="cm"/>
    </inkml:brush>
  </inkml:definitions>
  <inkml:trace contextRef="#ctx0" brushRef="#br0">0 1 10522,'0'0'9244,"33"1"-7264,235 16-301,-139-10-1496,-161 10 382,23-13-557,-1 0 0,1 1-1,1 0 1,-1 0 0,1 1-1,0 0 1,0 0 0,-10 12 0,14-14-11,0 1 1,1 0 0,-1 0 0,1 0 0,1 1 0,-1-1 0,1 1-1,0 0 1,0-1 0,0 1 0,1 0 0,0 0 0,0 0 0,0 12 0,2-17-38,-1 0 1,1 0 0,-1 0 0,1 0 0,0 0-1,0 0 1,-1 0 0,1 0 0,0-1 0,0 1 0,0 0-1,0 0 1,0-1 0,0 1 0,0-1 0,0 1 0,0-1-1,0 1 1,0-1 0,1 0 0,-1 1 0,0-1-1,0 0 1,0 0 0,0 0 0,1 0 0,-1 0 0,0 0-1,0 0 1,2-1 0,42-3-716,-30-2 462,-1-1 1,0 0 0,0-1-1,-1 0 1,0-1 0,0 0 0,-1-1-1,0-1 1,12-14 0,4-1 409,-17 9 627,-9 12 706,-1 13 954,-1 108-2181,1-112-397,-1 1 1,1-1 0,0 0-1,1 0 1,-1 0-1,1 0 1,0 0-1,0 0 1,0 0 0,0-1-1,1 1 1,-1-1-1,1 1 1,0-1 0,0 0-1,0 0 1,0 0-1,1-1 1,-1 1-1,1-1 1,0 0 0,0 0-1,-1 0 1,1 0-1,7 1 1,38 12-4811</inkml:trace>
</inkml:ink>
</file>

<file path=ppt/ink/ink2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1.571"/>
    </inkml:context>
    <inkml:brush xml:id="br0">
      <inkml:brushProperty name="width" value="0.025" units="cm"/>
      <inkml:brushProperty name="height" value="0.025" units="cm"/>
    </inkml:brush>
  </inkml:definitions>
  <inkml:trace contextRef="#ctx0" brushRef="#br0">272 1 1272,'0'0'20398,"-8"0"-19666,-8 0-353,0 1 0,0 1-1,0 0 1,1 1 0,-27 9 0,-11 6-17,-32 15-299,85-33-77,-1 0 0,1 0 0,0 0 0,0 0 0,0 0 0,-1 0 0,1 0 0,0 0 0,0 1 0,0-1 0,-1 0-1,1 0 1,0 0 0,0 0 0,0 1 0,0-1 0,0 0 0,-1 0 0,1 0 0,0 1 0,0-1 0,0 0 0,0 0 0,0 0 0,0 1 0,0-1 0,0 0 0,0 0 0,0 1 0,0-1 0,0 0 0,0 0 0,0 1 0,0-1-1,0 0 1,0 0 0,0 0 0,0 1 0,0-1 0,0 0 0,0 0 0,0 1 0,1-1 0,-1 0 0,0 0 0,0 0 0,0 1 0,0-1 0,0 0 0,1 0 0,-1 0 0,0 0 0,0 0 0,0 1 0,1-1 0,-1 0-1,0 0 1,0 0 0,0 0 0,1 0 0,-1 0 0,0 0 0,0 0 0,1 0 0,-1 0 0,0 0 0,0 0 0,1 0 0,18 6-775,35 0-170,-35-5 720,0 1 1,0 0 0,-1 2-1,1 0 1,-1 1 0,0 1 0,35 15-1,-52-20 249,1 0 0,0 0 0,-1 0 0,1 0-1,-1 0 1,1 0 0,-1 1 0,0-1 0,0 0-1,1 1 1,-1-1 0,0 1 0,0-1-1,0 1 1,0-1 0,-1 1 0,1 0 0,0-1-1,-1 1 1,1 0 0,-1 0 0,1 0 0,-1-1-1,0 5 1,-1-4 76,1 1-1,-1 0 1,0-1-1,-1 1 1,1-1 0,0 1-1,-1-1 1,1 1-1,-1-1 1,0 0-1,0 0 1,0 0 0,0 0-1,-3 2 1,-10 7 556,0-2 0,0 0 0,-30 13 1,42-20-594,-93 41 1443,93-41-2739,9-3-1674,5 0-1010,19-2-1482</inkml:trace>
</inkml:ink>
</file>

<file path=ppt/ink/ink2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1.802"/>
    </inkml:context>
    <inkml:brush xml:id="br0">
      <inkml:brushProperty name="width" value="0.025" units="cm"/>
      <inkml:brushProperty name="height" value="0.025" units="cm"/>
    </inkml:brush>
  </inkml:definitions>
  <inkml:trace contextRef="#ctx0" brushRef="#br0">142 1 928,'0'0'25742,"-115"138"-25526,115-122-72,-7 0-144,1-4 0,-1-5-328,1-1-841,6 4-1087,0-4-2265</inkml:trace>
</inkml:ink>
</file>

<file path=ppt/ink/ink2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1.987"/>
    </inkml:context>
    <inkml:brush xml:id="br0">
      <inkml:brushProperty name="width" value="0.025" units="cm"/>
      <inkml:brushProperty name="height" value="0.025" units="cm"/>
    </inkml:brush>
  </inkml:definitions>
  <inkml:trace contextRef="#ctx0" brushRef="#br0">27 7 328,'0'0'23917,"-26"-6"-23837,26 15-80,0 4-168,0 6-952,6 14-913,1-5-3080,-7-5-3953</inkml:trace>
</inkml:ink>
</file>

<file path=ppt/ink/ink2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2.952"/>
    </inkml:context>
    <inkml:brush xml:id="br0">
      <inkml:brushProperty name="width" value="0.025" units="cm"/>
      <inkml:brushProperty name="height" value="0.025" units="cm"/>
    </inkml:brush>
  </inkml:definitions>
  <inkml:trace contextRef="#ctx0" brushRef="#br0">156 59 2561,'0'0'17521,"10"6"-15137,1-5-2033,-1 0-1,1-1 1,19-2 0,-20 1-222,-1 0-1,1 1 1,-1 0 0,1 1 0,-1 0 0,15 3 0,-23-4-120,-1 0 0,1 1 0,-1-1 0,1 0 0,0 0 0,-1 1 0,1-1 0,-1 0 0,1 1 1,-1-1-1,0 0 0,1 1 0,-1-1 0,1 1 0,-1-1 0,0 1 0,1-1 0,-1 1 0,0-1 1,1 1-1,-1 0 0,0-1 0,0 1 0,0-1 0,1 1 0,-1-1 0,0 1 0,0 0 0,0-1 0,0 1 1,0 0-1,0-1 0,0 1 0,0-1 0,-1 1 0,1 0 0,0-1 0,0 1 0,0-1 0,-1 1 1,1-1-1,0 1 0,-1-1 0,1 1 0,0-1 0,-1 1 0,1-1 0,0 1 0,-1-1 0,1 1 0,-1-1 1,1 0-1,-1 1 0,0-1 0,-26 23 319,-20-1-21,36-17-204,-1 0 1,0 1-1,1 0 0,0 1 0,-18 15 1,28-21-113,1 0 0,-1-1-1,0 1 1,1 0 0,-1 0 0,1 0 0,-1 0 0,1 0 0,0 0 0,-1 0 0,1 0 0,0 0 0,0 0 0,0 0 0,0 0-1,0 0 1,0 0 0,0 0 0,0 0 0,0 1 0,0-1 0,1 0 0,-1 0 0,0 0 0,1 0 0,-1 0 0,0-1 0,1 1 0,0 0-1,-1 0 1,1 0 0,-1 0 0,2 1 0,29 28-553,-20-20 363,-6-5-1,0 0 0,0 1 0,0-1 0,0 1 0,-1 0-1,0 0 1,-1 0 0,1 1 0,-1-1 0,0 1 0,-1 0 0,1 0 0,-1 0-1,-1 0 1,1 0 0,-1 9 0,-1-13 205,-1-1 0,0 1 0,0 0 0,-1-1 0,1 0 0,-1 1 0,1-1 0,-1 0-1,1 0 1,-1 0 0,0 0 0,0 0 0,0 0 0,-1 0 0,1-1 0,0 1 0,0-1 0,-1 0 0,1 1 0,-5 0 0,-62 26 654,59-24-496,-27 12 382,28-11-419,1-1 0,0-1 0,-1 0 1,0 0-1,0 0 0,0-1 0,-17 2 1,25-5-132,0 1 0,1-1 1,-1 1-1,1-1 1,-1 0-1,1 1 0,-1-1 1,1 0-1,-1 1 0,1-1 1,0 0-1,-1 0 1,1 1-1,0-1 0,0 0 1,0 0-1,-1 0 1,1 0-1,0 1 0,0-1 1,0 0-1,0 0 0,0 0 1,1 1-1,-1-1 1,0 0-1,0 0 0,0 0 1,1 0-1,9-30-623,-2 21 279,1 1 0,1 0 0,0 1 0,0 0 0,0 0 0,21-10 0,74-32-2087,-101 48 2334,102-43-2379,-38 18 902,-1-3 0,94-58 0,-128 60 2973,-31 25-751,0 0-1,0 0 1,0-1 0,0 1 0,-1 0 0,1-1-1,-1 1 1,0-1 0,0 1 0,0-1 0,0 0-1,0 1 1,-1-1 0,0-6 0,-1 8-601,0 1-1,-1-1 1,1 1 0,0-1-1,-1 1 1,0-1 0,1 1-1,-1 0 1,0 0 0,1 0-1,-1 0 1,0 0 0,0 0-1,0 1 1,0-1 0,0 0 0,0 1-1,0 0 1,-2-1 0,-11-4 125,8 2-33,1 0 0,0 0-1,-1 0 1,0 1-1,0 0 1,0 1-1,0 0 1,0 0-1,0 0 1,0 1 0,0 0-1,-12 1 1,18 2-51,-1 0 1,1 0-1,0 0 1,0 0-1,0 1 0,0-1 1,1 0-1,-1 1 1,1-1-1,0 0 1,0 0-1,0 1 1,1 3-1,-1-4 22,-1 14 132,1 1 0,1-1 0,1 1 0,1-1 0,5 21 0,-6-32-225,1 1 1,0-1-1,0 0 0,0-1 1,0 1-1,1 0 1,0-1-1,1 0 0,-1 0 1,1 0-1,0 0 0,0-1 1,0 0-1,0 0 1,1 0-1,0-1 0,6 3 1,45 17-1237,-32-20-7732</inkml:trace>
</inkml:ink>
</file>

<file path=ppt/ink/ink2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5.255"/>
    </inkml:context>
    <inkml:brush xml:id="br0">
      <inkml:brushProperty name="width" value="0.025" units="cm"/>
      <inkml:brushProperty name="height" value="0.025" units="cm"/>
    </inkml:brush>
  </inkml:definitions>
  <inkml:trace contextRef="#ctx0" brushRef="#br0">0 161 2513,'0'0'13025,"15"-8"-12418,5-2-79,0 0 1,0 2-1,0 0 1,1 1 0,29-6-1,-44 12-193,1 0-1,-1 0 0,0 1 1,1-1-1,-1 1 0,1 1 1,-1-1-1,12 4 1,-15-3-255,0 1 1,0 0-1,0-1 0,-1 1 1,1 0-1,-1 1 1,0-1-1,1 0 0,-1 1 1,0-1-1,0 1 1,-1 0-1,1-1 0,0 1 1,-1 0-1,0 0 1,2 6-1,3 9 88,-2 0 0,0 0 0,-1 0 0,-1 1 0,0-1-1,-2 35 1,0-36 1300,0-37-1232,0 8-241,2 1 0,-1-1 0,2 0 0,0 1-1,0 0 1,1-1 0,0 1 0,1 1 0,0-1-1,1 1 1,11-16 0,5-4-35,2 1 0,36-35 0,-58 61 29,1 1 1,-1-1-1,1 0 1,0 1-1,0 0 1,0-1-1,0 1 1,0 0-1,0 1 1,1-1-1,-1 1 1,1-1-1,-1 1 1,1 0-1,-1 0 1,1 1-1,0-1 1,-1 1-1,1-1 1,0 1-1,6 1 1,-9-1 16,0 1 0,1-1 0,-1 0 0,0 1 0,0-1 0,1 1 0,-1 0 0,0-1 0,0 1 0,0 0 0,0 0 0,0-1 0,0 1 0,0 0 0,0 0 0,0 0 0,0 0 0,-1 0 0,1 0 0,0 1 0,-1-1 0,1 0 0,-1 0 0,1 0 0,-1 1 0,0-1 0,1 0 0,-1 1 0,0-1 0,0 0 0,0 1 0,0 0 1,1 54 327,-1-41-116,-1-2-98,-1 0 1,1-1 0,-2 1-1,0-1 1,-8 22-1,-6 25 148,16-57-225,1 0 1,-1 0 0,1 0-1,-1 0 1,1 0 0,0 0-1,0 0 1,0 0 0,0 1 0,0-1-1,0 0 1,1 0 0,-1 0-1,1 0 1,-1 0 0,1 0-1,0 0 1,0 0 0,0 0-1,0 0 1,0-1 0,0 1 0,0 0-1,1-1 1,1 3 0,2-1-64,-1-1 0,1 0 0,0 0 0,0 0 0,0-1 0,0 0 0,0 0 0,7 1 1,20 4-2604,-7 1-962,-5 2-3222</inkml:trace>
</inkml:ink>
</file>

<file path=ppt/ink/ink2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7.038"/>
    </inkml:context>
    <inkml:brush xml:id="br0">
      <inkml:brushProperty name="width" value="0.025" units="cm"/>
      <inkml:brushProperty name="height" value="0.025" units="cm"/>
    </inkml:brush>
  </inkml:definitions>
  <inkml:trace contextRef="#ctx0" brushRef="#br0">0 734 1400,'0'0'16675,"18"-12"-15142,57-36-462,-43 35 4,-31 13-1042,-1 0 0,1 0 1,0 0-1,-1 0 0,1 0 0,0 0 1,-1 0-1,1 0 0,-1 0 0,1 0 1,0 1-1,-1-1 0,1 0 0,-1 0 1,1 1-1,-1-1 0,1 0 0,0 1 1,-1-1-1,0 0 0,1 1 0,-1-1 1,1 1-1,-1-1 0,1 1 0,0 2 58,0 0 1,0 0-1,-1 0 0,1 0 0,-1 1 0,0-1 0,0 0 1,0 0-1,0 0 0,-2 6 0,1 5 5,1 56 120,0-69-217,1-1 0,-1 1 0,0 0 0,0-1 0,0 1 0,1 0 0,-1-1 0,0 1 0,1-1 0,-1 1 0,1 0 0,-1-1 0,1 1 0,-1-1 0,1 1 0,-1-1 0,1 0 0,-1 1 0,1-1 0,0 0 0,-1 1 1,1-1-1,0 0 0,-1 1 0,1-1 0,0 0 0,-1 0 0,1 0 0,0 0 0,-1 0 0,1 0 0,1 0 0,30 1-52,-22-2 41,21 1 64,-1-1 0,0-2 1,57-11-1,-63 9-52,-16 5-3,0-2 0,-1 1 0,1-1 1,-1 0-1,13-6 0,-20 9 2,-1-1 1,1 0 0,0 1-1,0-1 1,0 0 0,-1 1-1,1-1 1,0 1-1,0-1 1,0 0 0,0 1-1,0-1 1,0 1-1,0-1 1,0 1 0,0-1-1,0 0 1,0 1 0,0-1-1,0 1 1,0-1-1,0 1 1,0-1 0,0 0-1,0 1 1,1-1 0,-1 0-1,0 1 1,0-1-1,1 1 1,-1-1 0,0 0-1,0 1 1,1-1 0,-1 0-1,0 0 1,1 1-1,-1-1 1,0 0 0,1 0-1,-1 0 1,1 1-1,15 11 11,-4-9 24,-1 0-1,1-1 0,-1 0 1,1-1-1,0 0 1,-1-1-1,1 0 1,0-1-1,0-1 0,-1 0 1,1 0-1,-1-1 1,0 0-1,19-9 1,-27 10-20,0 0 1,1-1 0,-1 1 0,0-1 0,0 0 0,-1 0 0,1 0 0,0-1 0,-1 1 0,0 0-1,0-1 1,0 0 0,0 1 0,-1-1 0,1 0 0,-1 0 0,0 0 0,0 0 0,-1 0 0,1 0-1,-1 0 1,0 0 0,0 0 0,0 0 0,0 0 0,-1 0 0,0 0 0,1 0 0,-3-6 0,-4-10 2,-1 0 1,-1 1 0,0-1-1,-18-25 1,9 15 27,-7-12-37,12 22-130,-19-41 0,33 60 6,1 0 1,0 0-1,-1 1 1,1-1-1,0 0 1,0 1 0,-1-1-1,1 1 1,0-1-1,0 1 1,0 0-1,0 0 1,0 0-1,0 0 1,0 0-1,-1 1 1,1-1 0,2 1-1,9-1-126,28 0 54,323-8-595,-290 2 136,-1-3 0,138-36 0,-149 26-770,71-30 1,-114 40 1030,0 0 1,-1-1-1,0-1 1,0-1-1,-1-1 1,-1 0-1,23-23 1,-36 32 463,0 0 1,0 0-1,0 0 0,0-1 1,-1 1-1,0-1 1,1 1-1,-2-1 1,1 0-1,-1 1 1,1-1-1,0-9 1,-2 12 51,0 0 0,0 0 0,0 0 0,0-1 0,0 1 0,-1 0 0,1 0 0,-1 0 0,1 0 0,-1 0 1,0 0-1,0 0 0,0 0 0,0 0 0,0 0 0,0 1 0,-1-1 0,1 0 0,-1 1 0,1-1 0,-1 1 0,1-1 0,-1 1 1,0 0-1,0 0 0,0 0 0,0 0 0,0 0 0,-3-1 0,-7-2 78,-1 0-1,0 1 1,0 0 0,0 1-1,0 1 1,0 0 0,0 1-1,-1 0 1,1 1 0,0 0-1,0 1 1,0 1 0,0 0-1,1 1 1,-1 0 0,1 1 0,0 0-1,0 1 1,0 0 0,1 1-1,-21 16 1,4 4 18,2 2-1,1 0 1,1 2-1,1 0 1,2 2 0,-25 51-1,-79 220 769,109-262-900,16-41-87,-6 12 66,2 0 0,0 0 0,0 1 0,1-1 1,-2 27-1,38-47 612,-11-4-593,-1-2 1,0 0-1,27-22 0,4-3-15,-47 42-121,-4 15 96,-4 35-208,1-24-707,2-15 268,-1-14 303,1 1 0,-1-1 1,1 1-1,0-1 1,0 1-1,-1-1 1,1 1-1,0-1 1,0 1-1,1-1 1,-1 1-1,0 0 1,0-1-1,1 1 0,-1-1 1,1 1-1,-1-1 1,1 0-1,0 1 1,-1-1-1,1 0 1,0 1-1,0-1 1,0 0-1,0 0 1,0 0-1,0 0 1,1 0-1,-1 0 0,0 0 1,0 0-1,1 0 1,-1 0-1,1-1 1,1 2-1,28 3-6001,6-4-2289</inkml:trace>
</inkml:ink>
</file>

<file path=ppt/ink/ink2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7.442"/>
    </inkml:context>
    <inkml:brush xml:id="br0">
      <inkml:brushProperty name="width" value="0.025" units="cm"/>
      <inkml:brushProperty name="height" value="0.025" units="cm"/>
    </inkml:brush>
  </inkml:definitions>
  <inkml:trace contextRef="#ctx0" brushRef="#br0">1 99 2601,'0'0'13322,"14"-13"-8986,73 29-1441,-86-16-2895,0 0 0,0 0-1,0 0 1,0 0 0,-1 0-1,1 0 1,0 0 0,0-1-1,0 1 1,-1 0-1,1-1 1,0 1 0,0 0-1,-1-1 1,1 1 0,0-1-1,-1 1 1,1-1 0,0 0-1,-1 1 1,1-1 0,-1 1-1,1-1 1,-1 0 0,1 0-1,-1 1 1,1-2 0,1-27-69,-3 21 193,-1 0 1,0 0 0,0 0 0,-6-14 0,8 22-108,0 0 0,0-1 0,0 1 0,0 0 0,0-1 0,0 1 0,-1 0 1,1 0-1,0-1 0,0 1 0,0 0 0,0-1 0,0 1 0,0 0 0,-1 0 0,1 0 0,0-1 1,0 1-1,0 0 0,-1 0 0,1 0 0,0-1 0,0 1 0,-1 0 0,1 0 0,0 0 1,0 0-1,-1 0 0,1-1 0,0 1 0,0 0 0,-1 0 0,1 0 0,0 0 0,-1 0 0,1 0 1,0 0-1,0 0 0,-1 0 0,1 0 0,0 0 0,-1 0 0,1 1 0,0-1 0,0 0 0,-1 0 1,1 0-1,0 0 0,0 0 0,-1 0 0,1 1 0,0-1 0,0 0 0,-1 0 0,1 0 1,0 1-1,0-1 0,0 0 0,-1 0 0,1 1 0,0-1 0,0 0 0,0 0 0,0 1 0,0-1 1,0 0-1,0 0 0,-1 1 0,-4 19 90,1 8 114,0-5-184,1-1 1,1 0 0,1 1-1,4 44 1,-3-65-185,1 0-1,0 0 1,0 0 0,-1 0-1,1-1 1,0 1 0,0 0-1,1-1 1,-1 1 0,0-1-1,0 1 1,1-1 0,-1 0-1,1 1 1,-1-1 0,1 0-1,0 0 1,0 0 0,-1 0-1,1 0 1,0-1 0,0 1 0,0-1-1,0 1 1,-1-1 0,1 1-1,3-1 1,61 2-7136,-48-2 4419,15 0-4307</inkml:trace>
</inkml:ink>
</file>

<file path=ppt/ink/ink2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8.072"/>
    </inkml:context>
    <inkml:brush xml:id="br0">
      <inkml:brushProperty name="width" value="0.025" units="cm"/>
      <inkml:brushProperty name="height" value="0.025" units="cm"/>
    </inkml:brush>
  </inkml:definitions>
  <inkml:trace contextRef="#ctx0" brushRef="#br0">1 267 184,'0'0'11936,"4"-7"-9007,13-23-400,-13 22-672,-4 11-221,13 87 2010,-13-90-3423,0-8 66,-1-39-542,-1 30 132,1 0 0,1 0-1,1 0 1,0 0-1,2 1 1,-1-1 0,7-18-1,-5 23 110,8-14-211,-12 26 212,1 0 0,0-1 0,-1 1 0,1 0 0,0-1 0,-1 1 0,1 0 0,0 0 0,0 0 0,-1 0 0,1 0 0,0 0 1,-1 0-1,1 0 0,0 0 0,0 0 0,-1 0 0,1 0 0,0 1 0,-1-1 0,1 0 0,0 0 0,-1 1 0,1-1 0,0 0 0,-1 1 0,1-1 0,-1 1 0,1-1 0,-1 1 0,1-1 0,-1 1 0,1-1 0,-1 1 0,1 0 0,-1-1 1,0 1-1,1 0 0,-1 0 0,8 7-2,0 0 1,1 0-1,-1-1 1,1 0 0,1-1-1,-1 0 1,1-1 0,0 0-1,0 0 1,1-1-1,0 0 1,17 3 0,-9-3 24,1-1 1,0-1-1,-1-1 1,1-1-1,0 0 1,28-5-1,-42 4 52,0-1 0,-1 1 0,1-1-1,-1 0 1,1-1 0,-1 1 0,0-1 0,0 0-1,0 0 1,-1-1 0,1 0 0,-1 1-1,1-1 1,-1-1 0,-1 1 0,1-1-1,-1 1 1,1-1 0,-1 0 0,-1 0 0,1 0-1,-1-1 1,0 1 0,0-1 0,0 1-1,-1-1 1,1-6 0,-2 10-31,-1 0-1,1 0 1,-1 0 0,0 0-1,0 0 1,0 0 0,0 0-1,0 0 1,0 1 0,0-1-1,-1 0 1,1 1-1,-1-1 1,1 1 0,-1 0-1,0-1 1,1 1 0,-1 0-1,0 0 1,0 0 0,0 0-1,0 0 1,0 1 0,0-1-1,0 1 1,0-1 0,-3 0-1,-5-1 64,-1 0 0,0 0 0,-22 0 0,32 2-79,-1 0 1,1 1 0,-1-1 0,1 1 0,0-1-1,-1 1 1,1 0 0,-1-1 0,1 1 0,0 0 0,0 0-1,0 0 1,-1 0 0,1 0 0,0 0 0,0 0-1,0 0 1,0 1 0,1-1 0,-1 0 0,0 1-1,0-1 1,1 0 0,-1 1 0,1-1 0,-1 1-1,1-1 1,-1 4 0,-6 50 303,6-42-285,0-4-56,0-1 0,1 1 0,0 0 0,1 0 0,0 0 0,0-1 0,0 1 0,6 14 0,-5-18-159,0 0 0,1 0 1,0-1-1,0 1 0,0-1 0,0 0 0,1 1 1,-1-2-1,1 1 0,0 0 0,1-1 1,-1 1-1,0-1 0,9 4 0,33 13-3704,5-6-2104</inkml:trace>
</inkml:ink>
</file>

<file path=ppt/ink/ink2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8.548"/>
    </inkml:context>
    <inkml:brush xml:id="br0">
      <inkml:brushProperty name="width" value="0.025" units="cm"/>
      <inkml:brushProperty name="height" value="0.025" units="cm"/>
    </inkml:brush>
  </inkml:definitions>
  <inkml:trace contextRef="#ctx0" brushRef="#br0">0 71 13235,'0'0'14572,"8"12"-13942,-1-1-557,-1 1-1,-1-1 1,0 1 0,0 0 0,-1 1 0,-1-1 0,0 1 0,-1 0 0,0 0-1,0 18 1,-1-38-301,1-1 0,1 1 0,-1 0 0,1 0 0,0 0 0,1 0 0,0 0 0,0 1 0,0 0 0,1-1-1,0 2 1,0-1 0,8-7 0,14-13 66,46-35 1,-72 60 166,5-4 63,0 0 1,0 0 0,1 1 0,-1 0-1,1 0 1,0 0 0,0 1 0,0 0-1,1 0 1,-1 1 0,1 0 0,12-2-1,-18 30 1681,-2 153-989,0-178-1046,1-1 1,-1 1-1,0 0 0,1-1 1,-1 1-1,1-1 0,-1 1 1,1-1-1,-1 0 0,1 1 1,-1-1-1,1 1 1,-1-1-1,1 0 0,0 0 1,-1 1-1,1-1 0,-1 0 1,1 0-1,0 0 0,-1 1 1,1-1-1,0 0 0,-1 0 1,1 0-1,0 0 1,-1 0-1,1-1 0,0 1 1,-1 0-1,1 0 0,0 0 1,0-1-1,7 1-2731,22 0-12199</inkml:trace>
</inkml:ink>
</file>

<file path=ppt/ink/ink2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8.765"/>
    </inkml:context>
    <inkml:brush xml:id="br0">
      <inkml:brushProperty name="width" value="0.025" units="cm"/>
      <inkml:brushProperty name="height" value="0.025" units="cm"/>
    </inkml:brush>
  </inkml:definitions>
  <inkml:trace contextRef="#ctx0" brushRef="#br0">84 1 3697,'0'0'24941,"-64"118"-24797,64-108-128,0-4-8,-6 1-8,-1-7-56,1-10-6593,6-9-241</inkml:trace>
</inkml:ink>
</file>

<file path=ppt/ink/ink2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8.951"/>
    </inkml:context>
    <inkml:brush xml:id="br0">
      <inkml:brushProperty name="width" value="0.025" units="cm"/>
      <inkml:brushProperty name="height" value="0.025" units="cm"/>
    </inkml:brush>
  </inkml:definitions>
  <inkml:trace contextRef="#ctx0" brushRef="#br0">27 1 288,'0'0'25333,"-26"77"-25253,26-55-80,0 7-272,0 16-1048,13-10-2889,0-6-3616</inkml:trace>
</inkml:ink>
</file>

<file path=ppt/ink/ink2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9.261"/>
    </inkml:context>
    <inkml:brush xml:id="br0">
      <inkml:brushProperty name="width" value="0.025" units="cm"/>
      <inkml:brushProperty name="height" value="0.025" units="cm"/>
    </inkml:brush>
  </inkml:definitions>
  <inkml:trace contextRef="#ctx0" brushRef="#br0">158 0 14147,'0'0'13378,"-25"7"-13184,-78 22-163,101-28-63,1-1 0,0 0 1,-1 0-1,1 1 0,0-1 1,-1 1-1,1-1 0,0 1 0,0-1 1,-1 1-1,1 0 0,0 0 0,0-1 1,0 1-1,0 0 0,0 0 0,0 0 1,0 0-1,0 0 0,1 1 0,-1-1 1,0 0-1,0 0 0,1 0 1,-1 1-1,1-1 0,-1 0 0,1 1 1,0-1-1,0 0 0,-1 1 0,1-1 1,0 1-1,0-1 0,0 0 0,0 1 1,1-1-1,-1 0 0,0 1 1,0-1-1,1 0 0,-1 1 0,1-1 1,-1 0-1,1 0 0,0 1 0,0-1 1,0 1-1,35 31-1558,-32-31 1466,-1 0 0,1 0-1,-1 1 1,0-1 0,1 1-1,-1 0 1,0 0 0,-1 0 0,1 0-1,-1 0 1,1 1 0,-1-1-1,0 1 1,0 0 0,0-1 0,-1 1-1,0 0 1,1 0 0,0 7-1,-3-10 154,1 1 0,-1-1-1,0 1 1,0-1 0,0 0-1,0 1 1,0-1 0,0 0-1,0 0 1,0 0-1,0 0 1,-1 0 0,1 0-1,0 0 1,-1 0 0,1-1-1,-1 1 1,1 0 0,-1-1-1,1 1 1,-1-1-1,1 0 1,-1 1 0,0-1-1,1 0 1,-3 0 0,-41 4-1360</inkml:trace>
</inkml:ink>
</file>

<file path=ppt/ink/ink2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4:59.712"/>
    </inkml:context>
    <inkml:brush xml:id="br0">
      <inkml:brushProperty name="width" value="0.025" units="cm"/>
      <inkml:brushProperty name="height" value="0.025" units="cm"/>
    </inkml:brush>
  </inkml:definitions>
  <inkml:trace contextRef="#ctx0" brushRef="#br0">264 5 3473,'0'0'22156,"-20"-1"-21602,-67-2-51,81 2-514,-1 1 0,1 1 1,0-1-1,-1 1 1,1 0-1,0 0 0,0 1 1,0 0-1,0 0 0,0 0 1,0 1-1,0 0 1,1 0-1,0 0 0,-1 1 1,1 0-1,0 0 0,1 0 1,-1 0-1,1 1 0,0 0 1,0 0-1,0 0 1,1 0-1,-1 1 0,1-1 1,1 1-1,-1 0 0,1 0 1,0 0-1,0 0 1,1 0-1,0 0 0,-1 11 1,6-15-242,0-1-1,0-1 1,1 1 0,-1 0 0,0-1 0,1 0 0,-1 0 0,7-1 0,-5 1-51,1-1 106,0 0-1,0-1 1,0 1-1,0-2 1,0 1-1,-1-1 1,1 0-1,-1 0 1,0 0-1,0-1 0,0 0 1,0-1-1,7-7 1,1-1 875,0 0 1,-1-1-1,20-30 0,-34 66 2908,8 28-4064,-5-42 762,0 1-403,-1-1 0,2 0 0,0 0 1,0 0-1,0 0 0,1 0 0,7 11 0,24 26-5345,-4-16-5161</inkml:trace>
</inkml:ink>
</file>

<file path=ppt/ink/ink2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1.111"/>
    </inkml:context>
    <inkml:brush xml:id="br0">
      <inkml:brushProperty name="width" value="0.025" units="cm"/>
      <inkml:brushProperty name="height" value="0.025" units="cm"/>
    </inkml:brush>
  </inkml:definitions>
  <inkml:trace contextRef="#ctx0" brushRef="#br0">0 562 1880,'0'0'17544,"25"-15"-16776,76-47-376,-98 60-350,0 0-1,0 0 1,0 1-1,0-1 1,1 1-1,-1 0 1,0 0-1,0 0 1,1 1-1,-1-1 1,1 1-1,4-1 1,-8 2-27,1-1 1,0 0 0,0 0-1,0 1 1,0-1-1,0 0 1,-1 1 0,1-1-1,0 1 1,0-1 0,-1 1-1,1-1 1,0 1 0,-1 0-1,1-1 1,0 1 0,-1 0-1,1-1 1,-1 1 0,1 0-1,-1 0 1,0 0-1,1-1 1,-1 1 0,0 0-1,1 0 1,-1 1 0,0 4 102,1 0 1,-1 0 0,-1 0 0,1 0-1,-1 0 1,0-1 0,-3 12-1,-3 5 118,5-17-214,0 1 1,0-1-1,1 1 0,0 0 0,0-1 0,0 10 0,3-14-22,0-1 0,0 1 0,1 0 0,-1 0 0,0-1 0,0 1 0,1-1 0,-1 0 0,0 0 0,1 0-1,-1 0 1,0 0 0,5-1 0,-1 1 15,22-3-94,1-1 1,0-1-1,-1-1 1,0-1 0,0-2-1,-1-1 1,0-1-1,39-23 1,-52 30 579,-13 14 302,0 12-717,2-14-73,0 0 1,1 0-1,-1 0 1,2-1-1,-1 1 1,6 7-1,-8-14-10,-1 1-1,0 0 1,1 0-1,0-1 1,-1 1-1,1-1 0,0 1 1,0-1-1,0 0 1,0 1-1,0-1 1,0 0-1,0-1 1,0 1-1,0 0 0,1 0 1,-1-1-1,0 0 1,0 1-1,1-1 1,-1 0-1,0 0 0,1 0 1,-1 0-1,0-1 1,0 1-1,1-1 1,3 0-1,-1-4-46,1 0 0,-1 1 0,0-2 0,0 1-1,-1-1 1,0 1 0,0-1 0,0-1 0,0 1 0,-1 0 0,4-13 0,0-7-236,-2 0 1,-1-1-1,-1 0 0,-1 0 1,-2-39-1,0 39-67,-1 20 114,1 7 177,0-1-1,0 1 0,0-1 1,0 1-1,0-1 1,0 1-1,-1 0 0,1-1 1,0 1-1,0-1 1,0 1-1,0-1 0,0 1 1,1-1-1,-1 1 1,0-1-1,0 1 0,0 0 1,0-1-1,0 1 1,1-1-1,-1 1 0,0 0 1,0-1-1,1 1 1,-1-1-1,0 1 1,1 0-1,-1-1 0,0 1 1,1 0-1,-1 0 1,0-1-1,1 1 0,-1 0 1,1 0-1,-1 0 1,0-1-1,1 1 0,-1 0 1,1 0-1,-1 0 1,1 0-1,-1 0 0,1 0 1,-1 0-1,0 0 1,1 0-1,-1 0 0,1 0 1,-1 0-1,1 0 1,-1 0-1,1 1 0,-1-1 1,0 0-1,1 0 1,-1 0-1,1 1 0,12-1 309,56-1-570,-1-3-1,0-3 0,-1-3 1,128-36-1,-110 18-1584,103-48 1,-16-14-4439,-86 38 3263</inkml:trace>
</inkml:ink>
</file>

<file path=ppt/ink/ink2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1.533"/>
    </inkml:context>
    <inkml:brush xml:id="br0">
      <inkml:brushProperty name="width" value="0.025" units="cm"/>
      <inkml:brushProperty name="height" value="0.025" units="cm"/>
    </inkml:brush>
  </inkml:definitions>
  <inkml:trace contextRef="#ctx0" brushRef="#br0">866 36 1528,'0'0'8287,"-31"-6"-4626,-6-3-2832,14 3-320,1 1 0,-1 2 0,1 0 1,-1 1-1,0 1 0,-28 2 0,35 1-214,1 1 1,0 1-1,0 0 0,0 1 1,0 0-1,1 1 0,0 1 1,0 0-1,1 1 0,-1 0 0,2 2 1,-1-1-1,2 1 0,-20 21 1,-9 14 175,2 2 0,-46 75 0,61-87-279,-118 202 367,98-161-458,41-73-98,0 1 0,0-1 0,1 1 1,-1-1-1,1 1 0,0 0 0,0-1 0,0 1 0,0 0 0,0 5 1,1-8-71,33-3 132,-15-3-43,0-1-1,-1-1 0,0-1 1,0 0-1,28-20 0,-43 104 787,-2-74-836,0-1-1,0 1 0,0 0 0,0 0 0,0-1 0,0 1 0,0-1 0,1 1 1,-1 0-1,1-1 0,-1 1 0,1-1 0,0 1 0,-1-1 0,1 1 1,0-1-1,0 1 0,0-1 0,0 0 0,0 0 0,1 1 0,1 0 0,0 0-204,0-1-1,1 0 0,-1 0 0,0 0 0,1 0 0,-1-1 0,1 1 0,4-1 1,-2 1-155,29 0-4073,2-1-1284</inkml:trace>
</inkml:ink>
</file>

<file path=ppt/ink/ink2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1.872"/>
    </inkml:context>
    <inkml:brush xml:id="br0">
      <inkml:brushProperty name="width" value="0.025" units="cm"/>
      <inkml:brushProperty name="height" value="0.025" units="cm"/>
    </inkml:brush>
  </inkml:definitions>
  <inkml:trace contextRef="#ctx0" brushRef="#br0">126 12 2425,'0'0'20936,"-20"7"-20295,-62 27-311,80-33-313,1 1 0,-1-1 1,0 0-1,1 1 0,-1-1 0,1 1 0,-1 0 1,1-1-1,0 1 0,-1 0 0,1 0 1,0 0-1,0 0 0,1 0 0,-1 0 0,0 0 1,1 0-1,-1 1 0,1-1 0,0 0 1,-1 3-1,6 35 219,-4-39-228,-1 0 0,1 0 0,0 0 1,0 0-1,0-1 0,0 1 0,-1 0 1,1 0-1,0-1 0,0 1 1,0 0-1,1-1 0,-1 1 0,0-1 1,0 0-1,0 1 0,0-1 0,0 0 1,1 1-1,-1-1 0,2 0 0,30 1 147,-27-1-101,1 0-23,-1 0-1,1-1 0,0 0 1,-1 0-1,0 0 0,1-1 1,-1 0-1,0 0 0,1-1 1,-1 0-1,6-4 0,-9 5-24,0 0-1,0 0 1,0-1-1,0 1 1,-1-1 0,1 0-1,-1 0 1,0 1-1,0-1 1,0-1-1,0 1 1,-1 0-1,1 0 1,-1-1-1,0 1 1,0-1-1,0 1 1,0-1-1,-1 0 1,1 1-1,-1-6 1,0 7-5,0 0 1,0 0-1,0 0 1,0 0-1,0 0 0,-1 0 1,1 0-1,-1 0 1,1 0-1,-1 0 1,0 0-1,0 0 0,1 1 1,-1-1-1,-1 0 1,1 0-1,0 1 1,0-1-1,-1 1 1,1-1-1,0 1 0,-1 0 1,0 0-1,1-1 1,-1 1-1,0 0 1,1 0-1,-1 1 0,0-1 1,-3-1-1,-4 0-116,0 1 0,0 0-1,0 0 1,0 1 0,-14 1 0,-1 0-612,23-1 602,0 0-1,0 0 0,0 0 0,0 0 1,0 0-1,0 0 0,1 0 1,-1 0-1,0 0 0,0 0 0,0 0 1,0 1-1,0-1 0,0 0 1,1 1-1,-1-1 0,0 0 0,0 1 1,0-1-1,-1 2 0,0 12-7641,2-7-1818</inkml:trace>
</inkml:ink>
</file>

<file path=ppt/ink/ink2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2.168"/>
    </inkml:context>
    <inkml:brush xml:id="br0">
      <inkml:brushProperty name="width" value="0.025" units="cm"/>
      <inkml:brushProperty name="height" value="0.025" units="cm"/>
    </inkml:brush>
  </inkml:definitions>
  <inkml:trace contextRef="#ctx0" brushRef="#br0">520 0 13115,'0'0'9882,"-32"23"-7530,-106 79-653,113-81-1280,0 1 0,2 1 0,1 1-1,1 1 1,1 1 0,-30 51 0,16-24-114,-94 169-262,128-222-87,0 0 0,0 0 0,0 1 0,0-1-1,-1 0 1,1 0 0,0 0 0,0 0 0,0 0 0,0 1 0,0-1 0,0 0 0,0 0 0,-1 0 0,1 0 0,0 1 0,0-1-1,0 0 1,0 0 0,0 0 0,0 1 0,0-1 0,0 0 0,0 0 0,0 0 0,0 1 0,0-1 0,0 0 0,0 0 0,0 0-1,1 0 1,-1 1 0,0-1 0,0 0 0,0 0 0,0 0 0,0 0 0,0 1 0,0-1 0,0 0 0,1 0 0,-1 0 0,0 0 0,0 0-1,0 0 1,0 1 0,1-1 0,-1 0 0,0 0 0,0 0 0,0 0 0,0 0 0,1 0 0,-1 0 0,0 0 0,0 0 0,0 0-1,1 0 1,-1 0 0,0 0 0,0 0 0,0 0 0,0 0 0,1 0 0,-1 0 0,0 0 0,0 0 0,18-4-2612,67-30-8517,-40 17-1689</inkml:trace>
</inkml:ink>
</file>

<file path=ppt/ink/ink2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2.542"/>
    </inkml:context>
    <inkml:brush xml:id="br0">
      <inkml:brushProperty name="width" value="0.025" units="cm"/>
      <inkml:brushProperty name="height" value="0.025" units="cm"/>
    </inkml:brush>
  </inkml:definitions>
  <inkml:trace contextRef="#ctx0" brushRef="#br0">21 12 2713,'0'0'16815,"-1"8"-15769,-3 27-421,5-34-587,-1 1-1,0-1 0,1 1 1,-1 0-1,1-1 0,0 1 1,-1-1-1,1 1 0,0-1 1,0 0-1,0 1 1,0-1-1,0 0 0,0 0 1,0 1-1,0-1 0,1 0 1,-1 0-1,0 0 0,1 0 1,-1-1-1,1 1 0,-1 0 1,1-1-1,-1 1 1,1-1-1,0 1 0,2 0 1,49 6 437,-47-7-417,2 1-27,1 0-6,1-1-1,-1 1 1,0-2-1,0 1 1,13-3 0,-20 2-24,0 1 0,0-1 1,0 1-1,-1-1 1,1 0-1,0 0 1,-1 0-1,1 0 1,-1 0-1,1 0 0,-1 0 1,1-1-1,-1 1 1,0 0-1,1-1 1,-1 1-1,0-1 1,0 1-1,0-1 1,0 0-1,-1 0 0,1 1 1,0-1-1,-1 0 1,1 0-1,-1 0 1,0 1-1,1-1 1,-1 0-1,0 0 0,0-3 1,0 3 25,0 0 1,0 1-1,0-1 1,0 0-1,0 0 1,0 0-1,0 1 0,0-1 1,-1 0-1,1 0 1,-1 0-1,1 1 1,-1-1-1,0 0 1,0 1-1,0-1 0,0 1 1,0-1-1,0 1 1,0-1-1,0 1 1,-2-2-1,-1 2 39,1 0-1,0 0 1,-1 0-1,1 1 1,-1-1-1,1 1 1,-1 0 0,0 0-1,-5 0 1,-7 1-83,-11-2 308,17 0-88,1 1 1,-1 0-1,0 0 0,0 1 1,1 1-1,-15 3 0,22-4-177,-1 0-1,1 0 1,0 0-1,-1 1 1,1-1-1,0 1 1,0-1-1,0 1 1,0 0-1,0 0 1,1 0-1,-1 0 1,0 0-1,1 1 1,0-1-1,-1 0 1,1 1-1,0-1 1,0 1-1,0-1 1,1 1-1,-1-1 1,1 1-1,-1-1 0,1 1 1,0 0-1,0-1 1,0 6-1,1-4-72,0 1 0,0-1 0,0 0 0,0 1-1,0-1 1,1 0 0,0 0 0,0 0-1,0 0 1,0 0 0,1 0 0,0 0 0,-1-1-1,1 0 1,1 1 0,-1-1 0,0 0 0,1 0-1,-1-1 1,1 1 0,0-1 0,0 0-1,8 4 1,12 4-1479,0-1-1,51 13 1,-48-15-721,51 13-5756</inkml:trace>
</inkml:ink>
</file>

<file path=ppt/ink/ink2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3.084"/>
    </inkml:context>
    <inkml:brush xml:id="br0">
      <inkml:brushProperty name="width" value="0.025" units="cm"/>
      <inkml:brushProperty name="height" value="0.025" units="cm"/>
    </inkml:brush>
  </inkml:definitions>
  <inkml:trace contextRef="#ctx0" brushRef="#br0">8 46 2873,'0'0'20279,"-7"-11"-18768,7 11-1492,0-1 1,0 1 0,1 0 0,-1-1 0,0 1-1,0 0 1,1 0 0,-1-1 0,0 1 0,0 0-1,1 0 1,-1-1 0,0 1 0,1 0 0,-1 0 0,0 0-1,1-1 1,-1 1 0,0 0 0,1 0 0,-1 0-1,0 0 1,1 0 0,-1 0 0,0 0 0,1 0-1,-1 0 1,1 0 0,-1 0 0,0 0 0,1 0-1,-1 0 1,0 0 0,1 0 0,-1 0 0,1 1-1,15 11 669,8 23 423,-22-27-979,0 0 0,-1 0 1,0 0-1,-1 0 0,1 0 0,-2 1 1,1-1-1,-3 10 0,0 20 6,3-37-279,0-4-277,2-4 255,-1 0 0,1 0 0,0 0 0,0 1 0,1-1 0,0 1 0,0 0 0,1 0 0,-1 0 0,1 0 0,0 0 0,1 1 0,0 0 0,0 0 0,0 0 0,9-6 0,11-9-76,0 1-1,36-19 0,-59 37 308,0-1-1,1 1 0,-1 0 1,0 0-1,1 0 0,-1 0 1,1 0-1,0 0 0,-1 1 1,1-1-1,3 1 0,-5 0 462,-1 12 803,0 123-201,0-135-1192,0 0 0,0 0 0,0 1 0,0-1 1,0 0-1,0 0 0,0 0 0,0 1 0,0-1 1,0 0-1,1 0 0,-1 0 0,0 1 0,0-1 1,0 0-1,0 0 0,0 0 0,0 0 0,0 0 1,1 1-1,-1-1 0,0 0 0,0 0 0,0 0 1,0 0-1,1 0 0,-1 0 0,0 0 0,0 0 1,0 0-1,1 1 0,-1-1 0,0 0 0,0 0 0,0 0 1,1 0-1,-1 0 0,0 0 0,0 0 0,0 0 1,0 0-1,1 0 0,-1-1 0,0 1 0,0 0 1,0 0-1,1 0 0,-1 0 0,0 0 0,0 0 1,5 0-671,61 0-9278,-28 0 1778</inkml:trace>
</inkml:ink>
</file>

<file path=ppt/ink/ink2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3.489"/>
    </inkml:context>
    <inkml:brush xml:id="br0">
      <inkml:brushProperty name="width" value="0.025" units="cm"/>
      <inkml:brushProperty name="height" value="0.025" units="cm"/>
    </inkml:brush>
  </inkml:definitions>
  <inkml:trace contextRef="#ctx0" brushRef="#br0">106 1 1584,'0'0'23565,"-16"8"-22470,-50 27-285,65-35-783,-1 1 1,1 0-1,0-1 1,-1 1-1,1 0 0,0 0 1,0 0-1,0 0 1,-1 0-1,1 0 1,0 0-1,0 0 1,1 0-1,-1 1 0,0-1 1,0 0-1,0 1 1,1-1-1,-1 0 1,1 1-1,-1-1 1,1 1-1,0-1 0,-1 1 1,1-1-1,0 1 1,0-1-1,0 1 1,0-1-1,0 1 1,1 2-1,0 5 30,-1-8-57,0-1 0,0 1 0,0-1 1,0 1-1,1 0 0,-1-1 0,0 1 0,0-1 1,1 1-1,-1-1 0,0 1 0,1 0 1,-1-1-1,1 0 0,-1 1 0,0-1 0,1 1 1,-1-1-1,1 1 0,-1-1 0,1 0 0,-1 1 1,1-1-1,0 0 0,-1 0 0,1 1 1,-1-1-1,1 0 0,0 0 0,-1 0 0,1 0 1,-1 0-1,1 0 0,0 0 0,-1 0 1,1 0-1,0 0 0,-1 0 0,1 0 0,0-1 1,0 1-1,15 2-164,1-2 0,-1 0 0,0-1 0,28-5 0,-39 5 116,-1 0 0,0 0-1,1 0 1,-1-1 0,0 1 0,0-1 0,0 0 0,0-1 0,0 1 0,0 0-1,-1-1 1,1 0 0,-1 0 0,0 0 0,0 0 0,0-1 0,0 1 0,0-1-1,-1 0 1,0 0 0,1 0 0,1-5 0,-3 4 81,2-2 542,-4 10 300,-1 23-514,1-21-601,1 0 0,1 0 0,-1 0 0,1 0 0,0 0 0,2 9 0,-2-12-267,0 0-1,0 0 1,1-1-1,-1 1 1,0 0-1,0 0 1,1-1-1,-1 1 1,1-1-1,-1 1 1,1-1-1,0 0 1,0 0-1,0 0 1,-1 0-1,1 0 1,0 0-1,4 1 1,13 2-8076</inkml:trace>
</inkml:ink>
</file>

<file path=ppt/ink/ink2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4.090"/>
    </inkml:context>
    <inkml:brush xml:id="br0">
      <inkml:brushProperty name="width" value="0.025" units="cm"/>
      <inkml:brushProperty name="height" value="0.025" units="cm"/>
    </inkml:brush>
  </inkml:definitions>
  <inkml:trace contextRef="#ctx0" brushRef="#br0">0 1 1776,'0'0'21041,"12"2"-18523,-11 0-2394,1 0 1,-1 0-1,1 0 0,-1 0 1,0 0-1,0 0 1,0 0-1,0 0 0,0 1 1,0-1-1,-1 0 1,1 0-1,-1 1 0,0-1 1,1 3-1,-2 42 792,1-27-914,4-20-286,0-1-1,0 1 1,1-1-1,-1 1 1,0-1-1,0-1 0,7-2 1,5-4-342,122-54-3434,-120 56 4190,1 0 0,0 2 0,0 0 0,0 1 0,38-1 0,-56 4-21,0 0 1,-1 1 0,1-1 0,-1 1-1,1-1 1,-1 1 0,1-1-1,-1 1 1,1-1 0,-1 1 0,1-1-1,-1 1 1,1-1 0,-1 1-1,0 0 1,1-1 0,-1 1 0,0 0-1,0-1 1,0 1 0,1 0-1,-1 0 1,0-1 0,0 1 0,0 0-1,0-1 1,0 1 0,0 0-1,0 0 1,-1-1 0,1 1-1,0 0 1,0-1 0,0 1 0,-1 0-1,1-1 1,0 1 0,-1 0-1,0 0 1,-11 32 1474,5-23-1286,6-9-256,0 1-1,-1 0 0,1-1 1,0 1-1,0 0 0,0 0 1,1 0-1,-1 0 0,0 0 1,1 0-1,-1 0 0,1 0 1,0 0-1,0 3 1,9-5-77,2-1-79,-1-1 1,1 0 0,-1-1-1,0 0 1,0-1 0,0 0-1,0-1 1,0 0 0,15-10-1,14-8-311,-38 23 1406,-3 0-871,1 0-1,-1 1 1,0-1-1,0 1 1,0-1-1,0 1 1,0 0-1,1 0 1,-1 0-1,0 0 1,-2 1-1,2 5-284,0-1 0,1 0 0,0 0 0,0 0 0,0 11 0,22-22-8842,-3-9 3602</inkml:trace>
</inkml:ink>
</file>

<file path=ppt/ink/ink2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4.841"/>
    </inkml:context>
    <inkml:brush xml:id="br0">
      <inkml:brushProperty name="width" value="0.025" units="cm"/>
      <inkml:brushProperty name="height" value="0.025" units="cm"/>
    </inkml:brush>
  </inkml:definitions>
  <inkml:trace contextRef="#ctx0" brushRef="#br0">335 0 1112,'0'0'23952,"-30"24"-21968,-94 79-635,118-98-1220,0 0-1,0 1 1,1 0 0,0 0 0,0 0 0,0 1 0,1-1 0,-1 1 0,2 1-1,-1-1 1,1 0 0,-4 14 0,1 0 220,-32 98 468,23-68-317,-43 98 1,77-158-1019,0 2 0,0 0 1,29-7-1,-27 11 212,-1 1 0,41 0 1,-49 2 231,-11 0 68,0 0 0,0 0 1,1 1-1,-1-1 0,0 0 0,1 1 0,-1-1 1,0 1-1,0-1 0,0 1 0,1 0 0,-1-1 1,0 1-1,0 0 0,0 0 0,0 0 0,0 0 1,0 0-1,-1 0 0,1 0 0,0 0 1,0 0-1,-1 0 0,1 0 0,-1 0 0,1 1 1,-1-1-1,1 0 0,-1 0 0,0 1 0,1-1 1,-1 0-1,0 1 0,0-1 0,0 0 1,0 1-1,0-1 0,-1 0 0,1 1 0,0-1 1,-1 2-1,0 1 10,1 0 1,-1-1-1,0 1 1,0 0 0,0-1-1,-1 1 1,1-1-1,-1 0 1,0 1-1,0-1 1,0 0 0,0 0-1,-1 0 1,-3 4-1,0-4 12,1 0-1,-1 0 1,1-1-1,-1 0 1,0 0-1,0 0 1,0-1-1,0 0 1,-11 1-1,-61-2 61,41-1-53,36 1-29,17 0-159,35-2-174,0-2 0,0-2 0,0-3-1,-1-1 1,0-3 0,64-26 0,-111 38 367,46-24-184,-47 24 202,0 0-1,0 0 1,-1 0 0,1-1-1,0 1 1,-1-1 0,1 1-1,-1-1 1,1 0 0,-1 0-1,0 0 1,0 0 0,1 1-1,-2-1 1,1-1 0,0 1-1,0 0 1,-1 0 0,1 0-1,0-4 1,-2 6-18,0-1 1,0 0 0,0 1-1,0-1 1,1 1-1,-1-1 1,0 1 0,0-1-1,-1 1 1,1 0-1,0-1 1,0 1-1,0 0 1,0 0 0,0 0-1,0 0 1,0 0-1,0 0 1,0 0-1,-2 0 1,-35 0 282,28 1-95,7-2-168,0 1-1,-1 0 1,1 0 0,0 0 0,0 1 0,-1-1 0,1 1 0,0 0-1,0 0 1,0 0 0,0 0 0,0 0 0,-6 4 0,8-3-44,-1 0 1,0 0-1,1 1 1,0-1-1,-1 1 1,1-1-1,0 1 1,0-1-1,1 1 1,-1 0-1,0-1 1,1 1-1,0 0 1,0-1-1,-1 1 1,1 0-1,1 4 1,-1 5-13,0-2-216,-1 0 0,2 0 0,0 0 0,0-1 0,5 20 0,-5-26-189,1 1 0,0-1 0,0 1 1,0-1-1,0 0 0,1 0 0,-1 0 0,1 0 0,0 0 0,-1-1 0,1 1 0,1-1 0,-1 0 1,0 0-1,1 0 0,-1 0 0,1 0 0,5 1 0,22 5-5279</inkml:trace>
</inkml:ink>
</file>

<file path=ppt/ink/ink2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5.164"/>
    </inkml:context>
    <inkml:brush xml:id="br0">
      <inkml:brushProperty name="width" value="0.025" units="cm"/>
      <inkml:brushProperty name="height" value="0.025" units="cm"/>
    </inkml:brush>
  </inkml:definitions>
  <inkml:trace contextRef="#ctx0" brushRef="#br0">17 254 11306,'0'0'14117,"1"9"-12894,-1-5-1077,6 34 604,-6-36-684,1 1 0,-1-1 0,0 1 0,0-1 0,0 0 0,0 1 0,-1-1 0,1 0 0,-1 1 0,1-1 0,-1 0 0,0 0 0,0 1-1,-1 2 1,1-4 42,-11-4 186,10-7-349,1 0 0,0 0 0,1-1 0,0 1 1,0 0-1,1 0 0,3-13 0,-1 13 0,0 1-1,1 0 1,0 0 0,0 0-1,1 1 1,0-1-1,1 1 1,0 0 0,0 1-1,11-11 1,7-5-241,45-35 1,-47 43 89,1 0 1,35-16 0,-56 30 165,-20 43-3385,10-20-621,2-2-1334</inkml:trace>
</inkml:ink>
</file>

<file path=ppt/ink/ink2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5.846"/>
    </inkml:context>
    <inkml:brush xml:id="br0">
      <inkml:brushProperty name="width" value="0.025" units="cm"/>
      <inkml:brushProperty name="height" value="0.025" units="cm"/>
    </inkml:brush>
  </inkml:definitions>
  <inkml:trace contextRef="#ctx0" brushRef="#br0">1 0 13019,'0'0'19748,"38"0"-19748,-32 0 0,-6 7-1712,0-1-625,0-3-3224</inkml:trace>
</inkml:ink>
</file>

<file path=ppt/ink/ink2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8.642"/>
    </inkml:context>
    <inkml:brush xml:id="br0">
      <inkml:brushProperty name="width" value="0.025" units="cm"/>
      <inkml:brushProperty name="height" value="0.025" units="cm"/>
    </inkml:brush>
  </inkml:definitions>
  <inkml:trace contextRef="#ctx0" brushRef="#br0">1 199 2737,'0'0'8479,"6"-2"-7440,83-46 3551,-88 48-4492,0-1 0,0 1 1,0 0-1,0 0 0,1-1 0,-1 1 0,0 0 1,0 0-1,0 0 0,0 0 0,1 0 0,-1 1 0,0-1 1,0 0-1,0 0 0,0 1 0,0-1 0,0 1 1,0-1-1,0 1 0,0-1 0,0 1 0,0 0 1,2 1-1,-1 0 0,0 0 0,-1 1 0,1-1 0,0 1 0,-1 0 0,1 0 0,-1-1 0,0 1 0,1 5 0,2 8 35,-1 1 0,2 31 0,-4-35 112,0 3-214,0 1-1,-1 0 0,-1-1 1,-3 17-1,4-30-25,0 0 0,0 0-1,-1 0 1,1-1 0,-1 1 0,0 0 0,0-1-1,0 1 1,0 0 0,0-1 0,-1 1 0,1-1-1,-1 0 1,1 1 0,-1-1 0,0 0-1,0 0 1,0 0 0,0 0 0,0-1 0,-1 1-1,1 0 1,-1-1 0,1 0 0,-1 1-1,1-1 1,-1 0 0,1 0 0,-1-1 0,0 1-1,0 0 1,-3-1 0,6 0-3,-1 0-1,1 0 1,-1-1 0,1 1 0,-1 0-1,1-1 1,0 1 0,-1 0 0,1-1-1,-1 1 1,1-1 0,0 1-1,-1-1 1,1 1 0,0-1 0,-1 1-1,1-1 1,0 1 0,0-1 0,0 1-1,-1-1 1,1 1 0,0-1 0,0 1-1,0-1 1,0 0 0,0 1 0,0-1-1,0 1 1,0-2 0,1-20-9,-1 19 11,1-12 2,1 0 0,1 0 1,1 0-1,0 0 0,0 0 1,2 1-1,0 0 1,0 0-1,1 0 0,1 1 1,17-23-1,-9 16-38,0 0 0,1 1-1,1 1 1,1 0 0,0 1-1,31-19 1,-37 28 32,0 0 0,0 1 0,0 1 0,1 0 0,0 1 0,1 0 0,-1 1 0,1 1 0,0 0 0,-1 1 0,18 0 0,-30 2 22,0 0 1,-1 1-1,1-1 0,0 1 0,0-1 0,-1 1 1,1 0-1,0 0 0,-1 0 0,1 0 0,-1 0 1,1 0-1,-1 0 0,0 0 0,1 1 0,-1-1 0,0 1 1,0-1-1,0 1 0,0-1 0,0 1 0,0 0 1,0-1-1,-1 1 0,1 0 0,0 3 0,12 58 746,-10-44-541,0-4-8,0 1-1,-2-1 1,0 24 0,-1-33-141,-1 0-1,1 0 1,-1 0 0,-1 0 0,1-1 0,-1 1 0,0 0 0,0-1 0,-1 1 0,1-1 0,-8 10 0,5-9-141,1 1 1,0-1-1,0 1 1,0 0-1,1 0 1,0 1-1,0-1 1,1 0-1,0 1 1,0 0-1,1-1 1,0 1-1,0 11 1,1-18-122,0 0 0,0-1 0,1 1 0,-1 0 0,0-1 0,1 1 0,-1-1 0,1 1 0,-1-1 0,1 1 0,-1-1-1,1 1 1,-1-1 0,1 1 0,0-1 0,-1 0 0,1 1 0,-1-1 0,1 0 0,0 1 0,-1-1 0,1 0 0,0 0 0,-1 0 0,1 0 0,0 0 0,0 0 0,0 0 0,1 1-581,12 0-5339</inkml:trace>
</inkml:ink>
</file>

<file path=ppt/ink/ink2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9.262"/>
    </inkml:context>
    <inkml:brush xml:id="br0">
      <inkml:brushProperty name="width" value="0.025" units="cm"/>
      <inkml:brushProperty name="height" value="0.025" units="cm"/>
    </inkml:brush>
  </inkml:definitions>
  <inkml:trace contextRef="#ctx0" brushRef="#br0">449 77 2497,'0'0'2056,"11"-4"-169,-2 2-1396,-5 1-342,-1 1-1,0-1 1,1 0-1,-1 0 1,0 0 0,0 0-1,0-1 1,0 1-1,0-1 1,0 0-1,0 0 1,0 0-1,0 0 1,4-5-1,-6 6 222,0 0 0,0-1 0,0 1 0,0-1 0,0 1 0,0-1 0,0 1 0,0-1 0,-1 1-1,1-1 1,-1 0 0,1 1 0,-1-1 0,1 0 0,-1-2 0,0 3-200,0 0 0,-1 0 0,1 1-1,0-1 1,-1 0 0,1 1 0,0-1 0,-1 0 0,1 1 0,-1-1 0,1 1-1,-1-1 1,1 1 0,-1-1 0,0 1 0,1-1 0,-1 1 0,0-1 0,1 1 0,-1 0-1,0-1 1,1 1 0,-1 0 0,-1-1 0,-8 0 573,1 0-1,-1 0 1,1 1 0,-18 1-1,3 0-947,-3-1 281,1 2 0,-1 0 1,1 2-1,-1 1 0,1 1 0,1 1 0,-1 1 1,1 2-1,1 0 0,0 2 0,0 0 1,-38 29-1,57-37-55,0 0-1,0 1 1,0 0 0,1 0 0,0 0 0,0 1-1,0-1 1,1 1 0,0 0 0,0 0 0,0 0-1,1 0 1,-1 1 0,2-1 0,-1 1 0,1-1-1,0 1 1,0 0 0,1-1 0,0 1 0,0 0-1,0-1 1,1 1 0,0 0 0,3 9 0,-1-8 9,-1 0-1,2 0 1,-1-1 0,1 1 0,0-1 0,0 0 0,0 0 0,1-1 0,1 1-1,-1-1 1,1 0 0,0-1 0,0 1 0,0-1 0,1 0 0,0-1-1,0 0 1,0 0 0,1 0 0,10 3 0,5-1 36,0-1-1,-1-1 1,1-1-1,1-1 1,-1-2-1,0 0 1,32-4-1,-25-4-308,-29 8 107,0-1 0,0 1-1,0 0 1,0-1 0,0 1 0,-1-1-1,1 1 1,0-1 0,0 0-1,-1 1 1,1-1 0,0 0 0,-1 1-1,1-1 1,0 0 0,-1 0-1,1 0 1,-1 0 0,1 0 0,-1 1-1,0-1 1,1 0 0,-1 0 0,0 0-1,0-2 1</inkml:trace>
</inkml:ink>
</file>

<file path=ppt/ink/ink2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09.874"/>
    </inkml:context>
    <inkml:brush xml:id="br0">
      <inkml:brushProperty name="width" value="0.025" units="cm"/>
      <inkml:brushProperty name="height" value="0.025" units="cm"/>
    </inkml:brush>
  </inkml:definitions>
  <inkml:trace contextRef="#ctx0" brushRef="#br0">0 39 1320,'2'-1'16767,"11"-7"-16402,47-4 538,1 4 1,0 2-1,114 3 0,-145 3-810,-28 0-692</inkml:trace>
</inkml:ink>
</file>

<file path=ppt/ink/ink2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10.934"/>
    </inkml:context>
    <inkml:brush xml:id="br0">
      <inkml:brushProperty name="width" value="0.025" units="cm"/>
      <inkml:brushProperty name="height" value="0.025" units="cm"/>
    </inkml:brush>
  </inkml:definitions>
  <inkml:trace contextRef="#ctx0" brushRef="#br0">26 0 280,'0'0'10442,"-4"1"-8029,-13 1-554,12-1 165,9-1-1250,192 9 2254,-46-8-2699,391-12 101,-503 8-42,-36 3 542,-10 2-434,-28 26-375,-43 40-1,2-1-34,-88 75 278,-157 173 1,216-218-42,92-86-191,10-7 583,6-7-97,12-22-2070,-2-4-4764,-11 26 4703,4-7-4925</inkml:trace>
</inkml:ink>
</file>

<file path=ppt/ink/ink2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12.240"/>
    </inkml:context>
    <inkml:brush xml:id="br0">
      <inkml:brushProperty name="width" value="0.025" units="cm"/>
      <inkml:brushProperty name="height" value="0.025" units="cm"/>
    </inkml:brush>
  </inkml:definitions>
  <inkml:trace contextRef="#ctx0" brushRef="#br0">745 0 1744,'0'0'4756,"-3"8"-3170,3-4-1243,0-2-229,-1 0 1,1 0-1,0 0 0,-1 0 1,1 0-1,-1 0 0,1 0 1,-1 0-1,0 0 1,0 0-1,0-1 0,0 1 1,0 0-1,-1-1 0,1 1 1,-3 2-1,-10 2 4411,-9 5 1205,8 0-5763,-131 108 2777,69-59-2526,-79 81-1,-126 133 63,269-260-320,15-7-71,27-5-11,-2-2 435,332 28 1415,-276-27-1504,-31 1 24,0-2 0,0-2 1,99-18-1,-142 17-31,5 0 575,0-1-1,0 2 1,25-2 0,-37 4-104,-33 0-4214,23 0-7824</inkml:trace>
</inkml:ink>
</file>

<file path=ppt/ink/ink2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32.308"/>
    </inkml:context>
    <inkml:brush xml:id="br0">
      <inkml:brushProperty name="width" value="0.025" units="cm"/>
      <inkml:brushProperty name="height" value="0.025" units="cm"/>
    </inkml:brush>
  </inkml:definitions>
  <inkml:trace contextRef="#ctx0" brushRef="#br0">57 1 4609,'0'0'14527,"0"30"-13999,-2 7 56,-1 1 0,-12 48-1,10-60-603,-2 36 54,-2-53-2713,-7-9-6225</inkml:trace>
</inkml:ink>
</file>

<file path=ppt/ink/ink2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33.284"/>
    </inkml:context>
    <inkml:brush xml:id="br0">
      <inkml:brushProperty name="width" value="0.025" units="cm"/>
      <inkml:brushProperty name="height" value="0.025" units="cm"/>
    </inkml:brush>
  </inkml:definitions>
  <inkml:trace contextRef="#ctx0" brushRef="#br0">110 3 2985,'0'0'4083,"-52"0"-1902,-5 0 7081,90 9-7611,16-5-1458,1-3 1,55-6 0,-48-7-102,-56 12 1522,-3 2-3006,-27 19-5262,15-9-956</inkml:trace>
</inkml:ink>
</file>

<file path=ppt/ink/ink2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6.534"/>
    </inkml:context>
    <inkml:brush xml:id="br0">
      <inkml:brushProperty name="width" value="0.025" units="cm"/>
      <inkml:brushProperty name="height" value="0.025" units="cm"/>
    </inkml:brush>
  </inkml:definitions>
  <inkml:trace contextRef="#ctx0" brushRef="#br0">893 0 6025,'0'2'9996,"-14"20"-9523,-77 90 855,-413 454 782,222-297-1878,281-268-98,1-13 290,1 5-417,0 1 0,0-1 0,1 1 0,0-1 0,0 1 0,1 0 0,-1 0 0,2 0 1,-1 0-1,0 0 0,7-7 0,4-5-65,1 0 0,20-18 1,-22 25 23,0 0 1,0 1-1,1 1 1,17-10-1,-27 16 30,1 1 0,0-1 0,1 1 0,-1 0 0,0 0 0,1 1-1,-1-1 1,1 1 0,-1 0 0,1 1 0,0-1 0,-1 1 0,1 0 0,0 1 0,-1-1-1,9 3 1,-11-1 8,0-1 0,0 1 0,0 0 0,0 0 1,-1 0-1,1 1 0,-1-1 0,1 1 0,-1-1 0,0 1 0,2 4 0,21 19 109,-18-22-18,0 0 0,0 0 1,0-1-1,1 1 0,-1-2 1,1 1-1,0-1 1,0 0-1,14 1 0,62-2 724,-64-1-3573,0-1-3359,-15 1-493</inkml:trace>
</inkml:ink>
</file>

<file path=ppt/ink/ink2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6.747"/>
    </inkml:context>
    <inkml:brush xml:id="br0">
      <inkml:brushProperty name="width" value="0.025" units="cm"/>
      <inkml:brushProperty name="height" value="0.025" units="cm"/>
    </inkml:brush>
  </inkml:definitions>
  <inkml:trace contextRef="#ctx0" brushRef="#br0">13 1 9658,'0'0'13059,"0"87"-13099,0-84-760,-6-3-1369,-1 0-2688</inkml:trace>
</inkml:ink>
</file>

<file path=ppt/ink/ink2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6.934"/>
    </inkml:context>
    <inkml:brush xml:id="br0">
      <inkml:brushProperty name="width" value="0.025" units="cm"/>
      <inkml:brushProperty name="height" value="0.025" units="cm"/>
    </inkml:brush>
  </inkml:definitions>
  <inkml:trace contextRef="#ctx0" brushRef="#br0">51 1 13539,'0'0'6441,"-51"151"-18003</inkml:trace>
</inkml:ink>
</file>

<file path=ppt/ink/ink2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7.449"/>
    </inkml:context>
    <inkml:brush xml:id="br0">
      <inkml:brushProperty name="width" value="0.025" units="cm"/>
      <inkml:brushProperty name="height" value="0.025" units="cm"/>
    </inkml:brush>
  </inkml:definitions>
  <inkml:trace contextRef="#ctx0" brushRef="#br0">0 97 7818,'0'0'11158,"20"-16"-10522,59-48-192,-49 48 21,-30 16-450,1 0 0,-1 0 0,1-1 1,-1 1-1,1 0 0,-1 0 0,1 0 0,-1 1 0,1-1 1,-1 0-1,1 0 0,-1 0 0,0 0 0,1 0 0,-1 1 1,1-1-1,-1 0 0,1 0 0,-1 1 0,1-1 0,-1 0 1,0 1-1,1-1 0,-1 0 0,0 1 0,1-1 0,-1 0 1,0 1-1,1 0 0,0 2 52,-1 1 1,1-1-1,-1 0 1,1 1-1,-1-1 0,0 0 1,-1 1-1,1-1 1,-1 5-1,-1 3 37,2 36 195,0-47-309,15-1-90,6-6-193,0-1 0,36-19 0,-37 17 220,1 0 1,43-13-1,-64 24 131,1-1 1,0 1-1,-1 0 0,1 0 1,-1 0-1,1-1 1,-1 1-1,1 0 0,-1 0 1,0 0-1,1 0 0,-1 0 1,0 0-1,0 0 1,1 0-1,-1 0 0,0 0 1,0 0-1,0-1 1,0 1-1,-1 0 0,1 2 1,0 21-410,0-11-2743,0-6-2122</inkml:trace>
</inkml:ink>
</file>

<file path=ppt/ink/ink2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7.881"/>
    </inkml:context>
    <inkml:brush xml:id="br0">
      <inkml:brushProperty name="width" value="0.025" units="cm"/>
      <inkml:brushProperty name="height" value="0.025" units="cm"/>
    </inkml:brush>
  </inkml:definitions>
  <inkml:trace contextRef="#ctx0" brushRef="#br0">35 65 6001,'0'0'8495,"11"2"-8269,119 6 102,-132-49-300,0 38 48,0 0 0,0 1 0,-1 0 0,1-1 0,-1 1 0,0 0 0,0 0 0,0 1 0,0-1 0,0 1 0,0-1 0,0 1 0,0 0 0,0 0 0,-1 0 0,-5 0 0,1-1 376,-1 1 0,0 0 0,0 1 0,1 0 0,-14 2-1,19-1-362,0 0-1,0 1 0,0-1 1,0 1-1,0 0 0,1 0 1,-1 0-1,0 0 0,1 0 0,0 1 1,0-1-1,-1 0 0,2 1 1,-1 0-1,0 0 0,0-1 1,1 1-1,-1 0 0,1 0 1,0 0-1,0 1 0,0-1 0,1 0 1,-1 0-1,1 0 0,-1 5 1,0 6 33,-1 0 0,2 0 0,0 0-1,3 27 1,-2-39-180,0 0 0,-1 0 0,1 0 0,0 0 0,0 0 0,0-1 0,1 1 0,-1 0 0,0-1 0,0 1 0,1 0 0,-1-1 0,1 0 0,0 1 0,-1-1 0,1 0 0,0 0 0,0 0 0,0 0 0,0 0 0,0 0 0,-1-1 0,2 1 0,-1-1 0,0 1 0,0-1 0,3 1 0,10 0-957,-1 0-1,1-1 0,14-1 1,-7 0-1022,22 1-1897</inkml:trace>
</inkml:ink>
</file>

<file path=ppt/ink/ink2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8.334"/>
    </inkml:context>
    <inkml:brush xml:id="br0">
      <inkml:brushProperty name="width" value="0.025" units="cm"/>
      <inkml:brushProperty name="height" value="0.025" units="cm"/>
    </inkml:brush>
  </inkml:definitions>
  <inkml:trace contextRef="#ctx0" brushRef="#br0">225 0 8090,'0'0'12364,"-25"9"-11461,-81 32-163,101-39-666,-1 0 0,1 0 1,0 1-1,1 0 0,-1 0 0,0 0 1,1 1-1,0 0 0,0 0 1,0 0-1,0 0 0,1 0 0,-1 1 1,1 0-1,0-1 0,0 1 1,1 0-1,-4 11 0,-1-1-24,6-12-39,0-1-1,0 1 0,0 0 0,0-1 0,0 1 0,1 0 1,-1-1-1,1 1 0,0 5 0,0-8-9,0 1 0,0 0 0,0 0 0,1-1-1,-1 1 1,0 0 0,0-1 0,1 1 0,-1 0 0,1-1 0,-1 1 0,1-1-1,-1 1 1,1-1 0,-1 1 0,1-1 0,-1 1 0,1-1 0,0 1 0,-1-1 0,1 0-1,0 1 1,-1-1 0,1 0 0,0 1 0,-1-1 0,1 0 0,0 0 0,0 0-1,-1 0 1,1 0 0,0 0 0,0 0 0,-1 0 0,2 0 0,6 0-55,0-1 1,0 0-1,0 0 0,0-1 1,0 0-1,0 0 1,-1-1-1,1 0 0,-1 0 1,0-1-1,0 0 1,0 0-1,0-1 0,-1 1 1,1-2-1,-1 1 1,0-1-1,-1 1 0,0-2 1,7-9-1,3-9 15,-7 13 1644,-5 38-781,-3-14-627,-1-5-334,1 1 0,1-1-1,-1 0 1,1 0 0,2 8 0,-2-13-67,0 0 1,0 1 0,0-1 0,0 0-1,0 0 1,1 0 0,-1 0-1,1 0 1,-1-1 0,1 1-1,0 0 1,0-1 0,-1 1 0,1-1-1,0 0 1,1 1 0,-1-1-1,3 1 1,23 8-4226,3-6-1223</inkml:trace>
</inkml:ink>
</file>

<file path=ppt/ink/ink2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5:58.663"/>
    </inkml:context>
    <inkml:brush xml:id="br0">
      <inkml:brushProperty name="width" value="0.025" units="cm"/>
      <inkml:brushProperty name="height" value="0.025" units="cm"/>
    </inkml:brush>
  </inkml:definitions>
  <inkml:trace contextRef="#ctx0" brushRef="#br0">30 192 8250,'0'0'13769,"0"10"-13271,0 73 397,0-83-890,0 0 0,0 1 0,0-1-1,-1 0 1,1 1 0,0-1 0,0 0 0,0 0 0,0 1 0,0-1 0,0 0 0,0 1 0,-1-1 0,1 0 0,0 0 0,0 1 0,0-1 0,0 0 0,-1 0 0,1 1 0,0-1 0,0 0-1,-1 0 1,1 0 0,0 0 0,-1 1 0,1-1 0,0 0 0,0 0 0,-1 0 0,1 0 0,0 0 0,-1 0 0,1 0 0,0 0 0,-1 0 0,1 0 0,0 0 0,-1 0 0,1 0 0,0 0 0,-1 0-1,1 0 1,0 0 0,0 0 0,-1 0 0,1 0 0,-1-1 0,0 1 2,1-1 1,-1 1-1,0 0 0,0-1 0,0 1 0,1-1 0,-1 1 1,0-1-1,1 0 0,-1 1 0,0-1 0,1 0 1,-1 1-1,1-1 0,-1 0 0,1 0 0,-1 1 1,1-1-1,0 0 0,-1-1 0,-1-14-19,0 1-1,1 0 0,1 0 1,0-1-1,2 1 1,-1 0-1,2-1 1,4-15-1,-5 24-1,0 0-1,0 0 1,1 0-1,0 0 1,0 1 0,0-1-1,1 1 1,0 0-1,0 0 1,1 0 0,0 1-1,0-1 1,0 1-1,1 0 1,-1 1 0,1-1-1,0 1 1,14-6-1,-16 8-68,1 1 1,-1 0-1,1 0 0,0 0 0,0 1 0,-1 0 0,1-1 0,0 2 0,5 0 0,22 6-4621,-13-1-2059</inkml:trace>
</inkml:ink>
</file>

<file path=ppt/ink/ink2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00.492"/>
    </inkml:context>
    <inkml:brush xml:id="br0">
      <inkml:brushProperty name="width" value="0.025" units="cm"/>
      <inkml:brushProperty name="height" value="0.025" units="cm"/>
    </inkml:brush>
  </inkml:definitions>
  <inkml:trace contextRef="#ctx0" brushRef="#br0">827 32 5249,'0'0'13254,"-36"-6"-12840,-115-15 0,133 19-312,0 0 1,-1 2-1,1 0 1,-1 1-1,1 1 1,0 0-1,-1 2 1,-22 7-1,12 0 54,0 2 0,1 1 0,-28 19-1,55-33-152,-10 6 25,0 1-1,0 0 1,1 0-1,0 1 1,-14 15-1,21-20-26,1 1 0,-1-1 0,1 1 0,0 0 1,0-1-1,0 1 0,1 0 0,-1 0 0,1 0 0,0 0 0,0 0 0,1 0 0,-1 1 0,1-1 1,0 0-1,0 0 0,0 0 0,1 1 0,-1-1 0,3 7 0,-2-7-7,1 0 0,0 0-1,0 0 1,0 0 0,1 0 0,0 0 0,-1-1-1,1 1 1,0-1 0,1 0 0,-1 1-1,1-2 1,6 6 0,60 33 0,-40-25 12,-7-2 8,45 28 32,-63-38-56,0 0 0,0 0 0,0 0 0,0 1-1,-1 0 1,0 0 0,0 0 0,0 0 0,3 7 0,-6-11 5,0 1 0,-1-1 0,1 1 0,0-1-1,-1 1 1,1 0 0,-1-1 0,0 1 0,1 0 0,-1-1 0,0 1-1,0 0 1,0-1 0,0 1 0,-1 0 0,1-1 0,0 1-1,-1-1 1,1 1 0,-1 0 0,1-1 0,-1 1 0,0-1 0,0 1-1,1-1 1,-1 0 0,0 1 0,0-1 0,-1 0 0,1 0 0,0 1-1,0-1 1,-1 0 0,1 0 0,-2 1 0,-6 2 22,1 0 0,-1 0-1,0-1 1,0 0 0,-11 1 0,3 1 28,-128 29 903,77-19-81,-112 38-1,172-47-1018,16-3-306,24-2-767,-28-1 1029,35-1-3012,49-8 0,-29 0-1148</inkml:trace>
</inkml:ink>
</file>

<file path=ppt/ink/ink2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00.924"/>
    </inkml:context>
    <inkml:brush xml:id="br0">
      <inkml:brushProperty name="width" value="0.025" units="cm"/>
      <inkml:brushProperty name="height" value="0.025" units="cm"/>
    </inkml:brush>
  </inkml:definitions>
  <inkml:trace contextRef="#ctx0" brushRef="#br0">0 70 8210,'0'0'9359,"6"0"-8447,37 8 564,43 3-733,-81-11-736,0 0 0,-1 0 0,1 0-1,0-1 1,-1 1 0,1-1 0,0 0 0,-1-1 0,1 1 0,-1-1 0,0 0 0,1 0 0,-1-1 0,7-4 0,-10 6 0,1 0 0,-1 1 0,0-1-1,0 0 1,0 0 0,0-1 0,0 1-1,0 0 1,0 0 0,0 0 0,0-1-1,-1 1 1,1 0 0,0-1-1,-1 1 1,1 0 0,-1-1 0,0 1-1,1-1 1,-1 1 0,0-1 0,0 1-1,0-1 1,0 1 0,0-1 0,0 1-1,0-1 1,-1 1 0,1-1 0,0 1-1,-1 0 1,1-1 0,-1 1-1,0-1 1,1 1 0,-1 0 0,0 0-1,0-1 1,0 1 0,0 0 0,0 0-1,0 0 1,0 0 0,0 0 0,0 0-1,-1 0 1,1 0 0,0 1 0,-1-1-1,1 0 1,0 1 0,-1-1-1,1 1 1,-1 0 0,1-1 0,-1 1-1,1 0 1,-2 0 0,-10-1 147,1 0 1,-1 1 0,1 0-1,-1 1 1,1 1-1,0 0 1,-23 7-1,32-8-111,-1 1 1,0-1-1,1 1 0,-1 0 0,1 0 0,-1 0 0,1 1 0,0-1 0,0 1 1,0 0-1,0 0 0,0 0 0,1 0 0,-1 0 0,1 1 0,0-1 0,0 1 1,0-1-1,1 1 0,-1 0 0,1 0 0,0-1 0,0 1 0,0 0 1,0 0-1,1 0 0,0 0 0,0 5 0,0-6-84,1 0 1,-1 0-1,1 0 0,0 0 1,0 0-1,0 0 0,0 0 1,1 0-1,-1-1 0,1 1 1,-1 0-1,1-1 0,0 1 1,0-1-1,0 0 0,1 1 1,-1-1-1,0 0 0,1 0 1,0-1-1,-1 1 0,1 0 1,0-1-1,0 0 0,0 0 1,0 0-1,0 0 0,0 0 1,0 0-1,4 0 0,15 3-1302,0-1 0,1-1 0,27-1-1,-29 0-540,31-1-3781</inkml:trace>
</inkml:ink>
</file>

<file path=ppt/ink/ink2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01.388"/>
    </inkml:context>
    <inkml:brush xml:id="br0">
      <inkml:brushProperty name="width" value="0.025" units="cm"/>
      <inkml:brushProperty name="height" value="0.025" units="cm"/>
    </inkml:brush>
  </inkml:definitions>
  <inkml:trace contextRef="#ctx0" brushRef="#br0">251 1 8546,'0'0'12736,"-26"2"-11904,-81 10-120,102-11-646,-1 0-1,0 0 1,1 1-1,0-1 1,-1 1-1,1 1 0,0-1 1,0 1-1,0 0 1,0 0-1,0 0 1,1 1-1,0 0 1,-1 0-1,1 0 1,1 0-1,-1 0 1,1 1-1,-4 6 0,0-1 55,5-7-108,0 0 0,0 1 0,1-1 1,-1 0-1,1 1 0,0-1 0,0 0 1,0 1-1,1-1 0,-1 1 0,1 0 1,0-1-1,0 1 0,1 3 0,-1-1-14,1-5-7,-1 0 1,1-1-1,0 1 1,0 0-1,0 0 1,0-1-1,0 1 1,0-1-1,0 1 0,0-1 1,0 0-1,1 1 1,-1-1-1,0 0 1,0 0-1,0 0 1,0 0-1,0 0 1,1 0-1,-1 0 1,0 0-1,1 0 0,32-2-404,-27 0 388,1-1 0,0 0 1,-1-1-1,1 0 0,-1 0 0,0 0 0,0-1 0,-1 0 0,0-1 0,1 1 0,-2-1 0,1 0 0,-1 0 0,0-1 0,0 0 0,0 0 0,5-13 0,-10 23 345,-1 0 0,1 1 0,0-1 0,0 0 0,0 1 0,0-1 0,1 0 0,-1 0 0,3 7 0,-3-6-446,1-1 0,1 1 0,-1 0 1,1-1-1,-1 0 0,1 1 0,0-1 0,0 0 1,0 0-1,1 0 0,-1 0 0,1 0 1,-1 0-1,1-1 0,0 1 0,0-1 0,0 0 1,1 0-1,-1 0 0,0 0 0,1-1 1,5 3-1,6-2-1547,-1 0 0,0 0 0,16-2 0,2 0-4349</inkml:trace>
</inkml:ink>
</file>

<file path=ppt/ink/ink2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01.762"/>
    </inkml:context>
    <inkml:brush xml:id="br0">
      <inkml:brushProperty name="width" value="0.025" units="cm"/>
      <inkml:brushProperty name="height" value="0.025" units="cm"/>
    </inkml:brush>
  </inkml:definitions>
  <inkml:trace contextRef="#ctx0" brushRef="#br0">31 137 8010,'0'0'14403,"0"11"-13594,0 80 948,-1-91-1751,1 0 1,-1 0-1,0 0 1,0 0 0,0 0-1,0 0 1,1 0-1,-1-1 1,0 1-1,0 0 1,1-1-1,-1 1 1,0-1 0,0 1-1,1-1 1,-1 1-1,0-1 1,1 1-1,-1-1 1,1 1 0,-1-1-1,1 0 1,-1 0-1,1 1 1,-1-2-1,-3-21-86,0 1 0,0-37 0,4 49 35,0 0 1,0 0-1,1 0 1,1-1 0,0 1-1,0 1 1,1-1 0,4-12-1,-6 21-52,0-1 0,0 1 0,0-1-1,0 1 1,0 0 0,1-1 0,-1 1 0,0 0-1,0 0 1,1 0 0,-1 0 0,1 0 0,-1 0-1,1 0 1,0 0 0,-1 1 0,1-1 0,0 1-1,-1-1 1,1 1 0,0 0 0,-1-1-1,4 1 1,43 6-5723,-42-4 4747,19 2-3904</inkml:trace>
</inkml:ink>
</file>

<file path=ppt/ink/ink2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02.416"/>
    </inkml:context>
    <inkml:brush xml:id="br0">
      <inkml:brushProperty name="width" value="0.025" units="cm"/>
      <inkml:brushProperty name="height" value="0.025" units="cm"/>
    </inkml:brush>
  </inkml:definitions>
  <inkml:trace contextRef="#ctx0" brushRef="#br0">103 222 5737,'0'0'14966,"-27"-6"-11440,24 6-3508,0 0 0,0 0 0,0 0 0,0 1 0,-1-1 1,1 1-1,0 0 0,0 0 0,1 0 0,-1 0 0,0 0 0,0 1 0,0-1 0,1 1 0,-1 0 0,1 0 0,-1 0 0,1 0 0,0 0 0,0 0 0,0 1 0,0-1 1,0 1-1,0 0 0,1-1 0,-1 1 0,1 0 0,0 0 0,0 0 0,0 0 0,0 0 0,0 0 0,1 0 0,0 0 0,-1 0 0,1 4 0,0 82 229,1-88-246,-1 0-1,0 0 1,1 0-1,-1 0 1,1 0-1,0 0 1,-1 0-1,1 0 1,0 0-1,0 0 0,-1-1 1,1 1-1,0 0 1,0 0-1,0-1 1,0 1-1,0-1 1,0 1-1,0-1 1,0 1-1,0-1 1,0 1-1,0-1 1,0 0-1,1 0 1,-1 1-1,0-1 1,0 0-1,0 0 1,1-1-1,45 3-81,-38-2 23,9-2-259,1 0-1,-1-1 1,0-1-1,0 0 1,0-2-1,-1 0 1,0-1-1,0 0 1,0-2-1,27-18 1,8-9-2150,77-71 0,-33 18-2136,-10 0-547</inkml:trace>
</inkml:ink>
</file>

<file path=ppt/ink/ink2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02.773"/>
    </inkml:context>
    <inkml:brush xml:id="br0">
      <inkml:brushProperty name="width" value="0.025" units="cm"/>
      <inkml:brushProperty name="height" value="0.025" units="cm"/>
    </inkml:brush>
  </inkml:definitions>
  <inkml:trace contextRef="#ctx0" brushRef="#br0">451 1 9538,'0'0'11825,"-30"17"-10741,-98 64-86,116-73-830,0 2 0,1 0-1,0 0 1,1 1 0,0 0 0,0 1-1,1 0 1,-10 18 0,6-9 44,-16 25 189,2 1 1,-40 97-1,56-114-281,1 1-1,2 0 0,0 0 0,3 1 0,0 0 1,0 41-1,5-57-119,0-9 0,0 0 1,0 0-1,0 0 0,1-1 1,0 1-1,0 0 0,3 8 1,-3-13-1,0-1 0,0 1 1,0 0-1,1 0 1,-1 0-1,0-1 1,1 1-1,0 0 1,-1-1-1,1 0 1,0 1-1,0-1 1,0 0-1,0 0 1,0 0-1,0 0 1,0 0-1,0-1 1,0 1-1,0 0 0,0-1 1,0 0-1,1 1 1,-1-1-1,0 0 1,0 0-1,3-1 1,3 1 4,-1-1 1,0 0 0,1 0-1,-1-1 1,0 0 0,0 0-1,0-1 1,0 0 0,-1 0-1,1-1 1,-1 1 0,0-2-1,0 1 1,0 0 0,0-1-1,5-6 1,-1 2-9,-4 3 33,1 0 0,-1 1 0,1 0 0,15-9 0,-21 14-12,1-1-1,-1 1 1,0-1-1,0 1 1,1-1-1,-1 1 1,0 0 0,1-1-1,-1 1 1,0 0-1,1 0 1,-1 0-1,0 0 1,1 0-1,-1 1 1,0-1-1,1 0 1,-1 1-1,0-1 1,0 0-1,1 1 1,-1 0-1,0-1 1,0 1-1,0 0 1,0-1-1,0 1 1,0 0-1,0 0 1,0 0 0,0 0-1,0 0 1,0 0-1,0 0 1,-1 0-1,1 1 1,-1-1-1,2 2 1,36 52 1,1 0-4670,-32-38-1374</inkml:trace>
</inkml:ink>
</file>

<file path=ppt/ink/ink2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2.928"/>
    </inkml:context>
    <inkml:brush xml:id="br0">
      <inkml:brushProperty name="width" value="0.025" units="cm"/>
      <inkml:brushProperty name="height" value="0.025" units="cm"/>
    </inkml:brush>
  </inkml:definitions>
  <inkml:trace contextRef="#ctx0" brushRef="#br0">295 26 2481,'0'0'12662,"-2"-25"-7250,-9 25-5309,-1 1 1,1 1-1,-1 0 0,1 0 0,0 1 0,0 0 1,0 1-1,1 1 0,-1-1 0,1 2 1,0-1-1,0 2 0,1-1 0,0 1 1,0 0-1,-12 14 0,11-12-106,1 0-1,0 1 1,0 0-1,1 0 1,1 1-1,0 0 1,0 1-1,1-1 1,0 1-1,1 0 1,1 1-1,0-1 1,0 1-1,1 0 1,1 0-1,0 0 1,0 17-1,3-28-4,-1 0 0,1-1-1,-1 1 1,1-1 0,0 1-1,0-1 1,0 1-1,0-1 1,0 1 0,0-1-1,0 0 1,0 0 0,0 1-1,1-1 1,-1 0 0,0 0-1,1 0 1,-1 0-1,1-1 1,-1 1 0,1 0-1,0-1 1,-1 1 0,1-1-1,0 1 1,-1-1-1,1 0 1,0 0 0,-1 1-1,1-1 1,0-1 0,2 1-1,3 1-1,1-1 0,0 0 0,-1-1 0,1 0 0,0 0 0,10-3 0,-7-1 15,0 0 0,-1-1 1,1 0-1,-1-1 0,-1 0 0,1 0 1,10-12-1,57-64-50,-74 78 30,4-1 32,-1-1 0,-1-1 0,1 1-1,-1 0 1,0-1 0,-1 0-1,0-1 1,0 1 0,-1 0 0,0-1-1,-1 0 1,3-16 0,-5 25 502,-6 7-446,1 0 1,-1 0 0,1 1-1,0-1 1,1 1 0,0 1-1,0-1 1,1 0 0,0 1-1,0 0 1,1 0 0,1-1-1,-1 1 1,1 0 0,1 1-1,-1-1 1,1 0 0,2 11 0,0-8-90,-1-1 0,2 1 1,-1-1-1,2 0 1,-1 0-1,2 0 1,-1-1-1,1 1 1,1-1-1,0 0 1,0-1-1,1 0 0,1 0 1,8 9-1,-13-15-288,1 0-1,0-1 1,0 0 0,0 0-1,0 0 1,0 0-1,1 0 1,-1-1-1,1 0 1,-1 0-1,0 0 1,1 0-1,0-1 1,-1 0-1,1 0 1,-1 0-1,8-1 1,7 0-2453,14 1-3910</inkml:trace>
</inkml:ink>
</file>

<file path=ppt/ink/ink2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3.464"/>
    </inkml:context>
    <inkml:brush xml:id="br0">
      <inkml:brushProperty name="width" value="0.025" units="cm"/>
      <inkml:brushProperty name="height" value="0.025" units="cm"/>
    </inkml:brush>
  </inkml:definitions>
  <inkml:trace contextRef="#ctx0" brushRef="#br0">1 35 1400,'0'0'15204,"3"-8"-13412,0 0-1540,6-10 906,-6 20-495,-2 15-89,17 464 2580,-17-387-5701,-1-164-17215,0 29 18050</inkml:trace>
</inkml:ink>
</file>

<file path=ppt/ink/ink2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4.106"/>
    </inkml:context>
    <inkml:brush xml:id="br0">
      <inkml:brushProperty name="width" value="0.025" units="cm"/>
      <inkml:brushProperty name="height" value="0.025" units="cm"/>
    </inkml:brush>
  </inkml:definitions>
  <inkml:trace contextRef="#ctx0" brushRef="#br0">0 80 2793,'0'0'10729,"21"-1"-9593,68-5-40,199-18 1547,-180 6-2117,-43 6 412,125-7 1,-189 19-891,-1 0-1,1 0 1,0 1 0,0-1-1,0 0 1,0 0-1,0 1 1,-1-1-1,1 0 1,0 1-1,0-1 1,0 1-1,-1-1 1,1 1-1,0-1 1,-1 1-1,1 0 1,-1-1-1,1 1 1,0 0-1,-1-1 1,0 1-1,1 0 1,-1 0-1,1 0 1,-1-1-1,0 1 1,1 0-1,-1 1 1,4 29 740,-4-23-520,18 141 937,72 280 0,-74-375-1162,2 0 0,37 78 1,-54-130 29,-12-2 58,-186-18-438,38 1 204,-304 10 96,332 7 33,130 0-46,0-13-2026,1 9 1532,0 1 0,0-1 0,0 0 0,0 1 0,0-1-1,1 0 1,0 0 0,-1 1 0,2-1 0,-1 1 0,0-1 0,1 1 0,-1-1 0,1 1-1,3-4 1,18-21-7403</inkml:trace>
</inkml:ink>
</file>

<file path=ppt/ink/ink2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5.053"/>
    </inkml:context>
    <inkml:brush xml:id="br0">
      <inkml:brushProperty name="width" value="0.025" units="cm"/>
      <inkml:brushProperty name="height" value="0.025" units="cm"/>
    </inkml:brush>
  </inkml:definitions>
  <inkml:trace contextRef="#ctx0" brushRef="#br0">0 1156 1064,'0'0'4449,"16"-1"-2707,234-8 6937,-45 8-6935,233 3-1239,-416-2-337,0 1 1,-1 2 0,1 0-1,0 1 1,-1 1 0,0 1-1,34 15 1,-47-11 3283,-9-18-3135,-12-58-186,3 22-108,-6-79-1,10-91 9,-6-102-150,4 230 151,-29-138 0,34 212 39,2 12-52,1-1 1,-1 0-1,1 0 0,-1 1 0,1-1 0,-1 0 0,1 0 0,0 0 0,-1 0 1,1 0-1,0 1 0,0-1 0,0 0 0,0 0 0,-1 0 0,1 0 0,1 0 1,-1 0-1,0 0 0,0 0 0,0 0 0,0 0 0,1 0 0,-1 1 0,0-1 1,1 0-1,-1 0 0,1 0 0,-1 0 0,1 1 0,-1-1 0,1 0 0,0 0 0,376-31-7,-251 26 32,181-30-1,-291 33 487,-23 4 1295,-11 3-1688,10-3-3428</inkml:trace>
</inkml:ink>
</file>

<file path=ppt/ink/ink2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5.814"/>
    </inkml:context>
    <inkml:brush xml:id="br0">
      <inkml:brushProperty name="width" value="0.025" units="cm"/>
      <inkml:brushProperty name="height" value="0.025" units="cm"/>
    </inkml:brush>
  </inkml:definitions>
  <inkml:trace contextRef="#ctx0" brushRef="#br0">117 0 2833,'0'0'17535,"-6"25"-16337,-20 82-337,22-84-475,0 1 0,2 0 0,1 0 0,1 0-1,5 43 1,1 16 24,-9-65-240,-3-40 66,-4-10-391,-2 2-118,3-1 0,0 1 0,2-2 0,1 1-1,2-1 1,1 1 0,1-42 0,-11 14 1538,12 79 202,4-7-2362,3-7-5191,-2-6 3172</inkml:trace>
</inkml:ink>
</file>

<file path=ppt/ink/ink2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6.470"/>
    </inkml:context>
    <inkml:brush xml:id="br0">
      <inkml:brushProperty name="width" value="0.025" units="cm"/>
      <inkml:brushProperty name="height" value="0.025" units="cm"/>
    </inkml:brush>
  </inkml:definitions>
  <inkml:trace contextRef="#ctx0" brushRef="#br0">50 3 2032,'0'0'9488,"-33"-3"-9293,16 6 2494,20 4 1788,31 12 613,-25-15-6188,14 5 1385,0-1 0,0 0 0,1-2 0,39 5 0,48 13 165,-101-21-437,-6-1 5,-1 0-1,1-1 1,0 0 0,0 0-1,0 0 1,0 0 0,0 0-1,7-1 1,-69 26 939,28-11-943,1 1 1,1 1 0,0 1-1,1 2 1,1 1-1,-35 36 1,28-27-8,31-29-89,1 1-1,-1-1 1,1 1-1,-1-1 1,1 1-1,0 0 1,-1-1-1,1 1 1,0 0-1,0 0 1,0 0-1,1 0 1,-1 0-1,0 0 1,1 0-1,-1 0 1,1 0-1,0 3 1,0-4-292,0 1 1,1 0 0,-1-1 0,1 1 0,-1 0 0,1-1 0,0 1-1,0-1 1,0 1 0,0-1 0,0 1 0,0-1 0,0 0-1,0 0 1,0 1 0,1-1 0,-1 0 0,0 0 0,1 0 0,-1 0-1,1 0 1,2 0 0,15 6-5709</inkml:trace>
</inkml:ink>
</file>

<file path=ppt/ink/ink2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6.939"/>
    </inkml:context>
    <inkml:brush xml:id="br0">
      <inkml:brushProperty name="width" value="0.025" units="cm"/>
      <inkml:brushProperty name="height" value="0.025" units="cm"/>
    </inkml:brush>
  </inkml:definitions>
  <inkml:trace contextRef="#ctx0" brushRef="#br0">143 15 1200,'0'0'10524,"-8"-3"-9241,5 3-1147,-34-10 881,35 9-900,0 1 0,0 0 0,0 0 0,0-1 0,0 1 0,0 0 0,0 0 0,0 1 0,0-1 0,1 0 0,-1 1 0,0-1 0,0 1 0,0 0 0,0-1 0,1 1 0,-1 0 0,0 0 0,1 0 0,-4 2 0,0 6 248,0-1 1,0 0-1,1 1 0,-1 0 1,2 0-1,0 1 0,0-1 1,0 1-1,-1 13 0,-5 94 1602,8-101-1750,-2 507 2159,5-277-3545,-2-245 999,1-1 0,-1 0 0,0 1 0,1-1 0,-1 0 0,0 0 0,1 1 0,-1-1-1,0 0 1,1 0 0,-1 1 0,1-1 0,-1 0 0,0 0 0,1 0 0,-1 0 0,1 0 0,-1 0 0,1 1 0,-1-1 0,0 0 0,1 0 0,-1 0 0,1 0-1,-1-1 1,1 1 0,-1 0 0,1 0 0,-1 0 0,0 0 0,1 0 0,-1-1 0,1 1 0,-1 0 0,0 0 0,1 0 0,-1-1 0,0 1 0,1 0 0,-1-1-1,0 1 1,1 0 0,-1-1 0,0 1 0,0 0 0,1-1 0,-1 1 0,0-1 0,0 0 0,8-23-7578</inkml:trace>
</inkml:ink>
</file>

<file path=ppt/ink/ink2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29.518"/>
    </inkml:context>
    <inkml:brush xml:id="br0">
      <inkml:brushProperty name="width" value="0.025" units="cm"/>
      <inkml:brushProperty name="height" value="0.025" units="cm"/>
    </inkml:brush>
  </inkml:definitions>
  <inkml:trace contextRef="#ctx0" brushRef="#br0">141 822 328,'0'0'7102,"-6"-1"-6052,-20-1-13,47 2 3868,28-2-3222,4 0-1100,50-1 820,183-29 0,98-47-336,-91 17-238,717-68 282,7 74-423,-772 45-577,313-45-799,-11-37 207,-249 41 515,456-34 102,6 59-32,237-20-43,-210 5 31,-401 26 179,402-7 794,128 23 1129,-915 0-1356,-2 6-653,-24 49 46,18-43-159,1 0 0,0 1 1,-7 26-1,-8 60 132,5 1 0,-4 114 0,13 206 972,7-290-547,0-129-238,-20-2-407,0-2 1,-1 0 0,-23-7 0,20 5-84,-47-6 1,-918-5-670,754 17 689,-403 42 79,493-28-1,-461 50-15,-605 47 35,99-25-25,499-33 2,-624 74 28,1134-116-24,-994 91-571,1039-99 557,-597 34-161,548-37 161,-102 5 10,169-2 2,0 1 1,1 2 0,-46 14-1,17-4-3,-1-3 0,-1-4-1,-130 4 1,-20 3 45,201-14-27,-1 2 1,1 1-1,0 0 1,0 1-1,1 1 0,-28 16 1,13-6-7,43-22-1399,-7 4 700,-1-1 0,0 0 0,0 0 0,1 1 0,-1-1 0,0-1 1,0 1-1,0 0 0,0 0 0,2-3 0,10-12-6140</inkml:trace>
</inkml:ink>
</file>

<file path=ppt/ink/ink2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0.064"/>
    </inkml:context>
    <inkml:brush xml:id="br0">
      <inkml:brushProperty name="width" value="0.025" units="cm"/>
      <inkml:brushProperty name="height" value="0.025" units="cm"/>
    </inkml:brush>
  </inkml:definitions>
  <inkml:trace contextRef="#ctx0" brushRef="#br0">26 15 5497,'0'0'7540,"0"-5"-6218,-1-4 875,-2 11-405,-5 28 773,-5 48-140,12 55-10,14 340-567,-12-408-1644,-1-58-4120,0-18-12123</inkml:trace>
</inkml:ink>
</file>

<file path=ppt/ink/ink2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0.620"/>
    </inkml:context>
    <inkml:brush xml:id="br0">
      <inkml:brushProperty name="width" value="0.025" units="cm"/>
      <inkml:brushProperty name="height" value="0.025" units="cm"/>
    </inkml:brush>
  </inkml:definitions>
  <inkml:trace contextRef="#ctx0" brushRef="#br0">144 79 1224,'0'0'7786,"-5"-11"-6714,-18-35 310,23 45-1229,0 0 1,-1 0-1,1 0 1,0 0-1,-1 0 1,1 0-1,-1 0 1,1 0-1,-1 0 1,1 0-1,-1 0 1,1 0-1,-1 1 1,0-1-1,0 0 1,0 0-1,1 1 1,-1-1-1,0 1 1,0-1-1,0 1 0,0-1 1,0 1-1,0-1 1,0 1-1,0 0 1,0-1-1,0 1 1,0 0-1,0 0 1,0 0-1,0 0 1,0 0-1,0 0 1,0 0-1,0 0 1,0 0-1,0 1 1,0-1-1,0 0 1,0 1-1,0-1 1,0 1-1,0-1 1,0 1-1,0-1 1,0 1-1,-1 1 1,-2 1 136,1 1 1,0-1 0,1 1 0,-1 0 0,0 0 0,1 0-1,-3 7 1,-7 24 204,2 1 1,1 0-1,2 0 0,-4 69 0,10 152 2594,4-123-2463,-3-37-3467</inkml:trace>
</inkml:ink>
</file>

<file path=ppt/ink/ink2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1.090"/>
    </inkml:context>
    <inkml:brush xml:id="br0">
      <inkml:brushProperty name="width" value="0.025" units="cm"/>
      <inkml:brushProperty name="height" value="0.025" units="cm"/>
    </inkml:brush>
  </inkml:definitions>
  <inkml:trace contextRef="#ctx0" brushRef="#br0">88 111 2497,'0'0'8544,"1"-18"-6534,2-55-325,-7 56 254,-6 15-271,-6 14 160,7 7-1212,1 2 0,0-1 0,2 1 0,1 0 0,0 1 0,-2 36 0,5-45-400,-5 65 744,3 0 1,8 105 0,8-54-763,1 52-1267,-13-180 929,0 0 1,-1 0-1,1 1 1,0-1-1,1 0 1,-1 0-1,0 0 1,0 0-1,0 0 1,0 0-1,1 0 1,-1 0 0,1 0-1,-1 0 1,0 0-1,1 0 1,0-1-1,-1 1 1,1 0-1,0 0 1,-1 0-1,3 1 1,22 1-7983,-20-3 6146,14 0-8211</inkml:trace>
</inkml:ink>
</file>

<file path=ppt/ink/ink2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1.568"/>
    </inkml:context>
    <inkml:brush xml:id="br0">
      <inkml:brushProperty name="width" value="0.025" units="cm"/>
      <inkml:brushProperty name="height" value="0.025" units="cm"/>
    </inkml:brush>
  </inkml:definitions>
  <inkml:trace contextRef="#ctx0" brushRef="#br0">103 2 2280,'0'0'15409,"0"-1"-15310,-1 1-1,1 0 1,-1 0-1,0 0 1,1 0-1,-1 0 1,1 0 0,-1 0-1,0-1 1,1 2-1,-1-1 1,1 0-1,-1 0 1,0 0-1,1 0 1,-1 0 0,1 0-1,-1 1 1,1-1-1,-1 0 1,1 0-1,-1 1 1,1-1-1,-1 1 1,1-1 0,-1 0-1,1 1 1,-1-1-1,0 2 1,-1 2 110,-1 1 1,1 0-1,0-1 1,0 1-1,1 0 1,-1 0-1,0 9 0,-4 11 531,-12 44 467,4 1-1,2 0 1,-2 79-1,8 220-1145,7-250-830,10-134-11235,-11 14 10681,8-21-11593</inkml:trace>
</inkml:ink>
</file>

<file path=ppt/ink/ink2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2.068"/>
    </inkml:context>
    <inkml:brush xml:id="br0">
      <inkml:brushProperty name="width" value="0.025" units="cm"/>
      <inkml:brushProperty name="height" value="0.025" units="cm"/>
    </inkml:brush>
  </inkml:definitions>
  <inkml:trace contextRef="#ctx0" brushRef="#br0">59 42 2641,'0'0'15072,"-2"-4"-13850,1-1-883,-14-27 2145,14 32-1772,-6 13 660,0 3-936,2 0 0,0 0 0,0 1-1,2 0 1,0 0 0,0 18-1,2 110 1092,2-82-976,-1-23-282,2 0-1,2-1 0,14 61 1,-7-40-237,-3 0 0,-3 0 1,-2 70-1,-6-113 920,-2 2-3804,0-11-2783,6-23-1766,4-10-5019</inkml:trace>
</inkml:ink>
</file>

<file path=ppt/ink/ink2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2.579"/>
    </inkml:context>
    <inkml:brush xml:id="br0">
      <inkml:brushProperty name="width" value="0.025" units="cm"/>
      <inkml:brushProperty name="height" value="0.025" units="cm"/>
    </inkml:brush>
  </inkml:definitions>
  <inkml:trace contextRef="#ctx0" brushRef="#br0">68 29 2304,'0'0'15514,"-3"-5"-13538,1 2-1628,1 2-262,0 0 0,1-1 1,-1 1-1,0 0 0,0-1 0,0 1 0,0 0 0,0 0 0,0 0 0,0 0 0,0 0 0,0 0 0,0 0 0,0 1 1,-1-1-1,1 0 0,0 1 0,-1-1 0,1 0 0,-3 0 0,2 1 674,-11 38 1933,2 38-1812,4 0 0,2 1 0,7 77 0,0-47-539,-3-36-254,4-1 0,14 82 0,-14-131-493,-1 1-1,-1 28 1,2-53-4397,7-14 340,-4-10-2620</inkml:trace>
</inkml:ink>
</file>

<file path=ppt/ink/ink2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3.156"/>
    </inkml:context>
    <inkml:brush xml:id="br0">
      <inkml:brushProperty name="width" value="0.025" units="cm"/>
      <inkml:brushProperty name="height" value="0.025" units="cm"/>
    </inkml:brush>
  </inkml:definitions>
  <inkml:trace contextRef="#ctx0" brushRef="#br0">136 53 1296,'0'0'15494,"-4"-8"-14611,-10-26-11,14 33-833,0 1-1,0-1 0,0 1 0,0-1 1,0 1-1,-1-1 0,1 1 1,0-1-1,0 1 0,-1-1 1,1 1-1,0 0 0,-1-1 0,1 1 1,0 0-1,-1-1 0,1 1 1,0 0-1,-1-1 0,1 1 1,-1 0-1,1 0 0,-1-1 0,1 1 1,-1 0-1,1 0 0,-1 0 1,1 0-1,-1 0 0,1 0 1,-1 0-1,1 0 0,-1 0 0,1 0 1,-1 0-1,1 0 0,-1 0 1,1 0-1,-1 0 0,1 0 1,-1 1-1,1-1 0,-1 0 0,1 0 1,0 1-1,-1-1 0,1 0 1,-1 0-1,1 1 0,0-1 1,-1 1-1,1-1 0,-1 1 0,-12 19 874,-2 14-2,2 1 1,1 1 0,2 0-1,2 0 1,-7 62 0,5 187 1416,10-242-2038,2-2-76,8 55-1,-3-53-126,0 60-1,-7-102-214,-2-52-9166,5 28 3004,2-6-7179</inkml:trace>
</inkml:ink>
</file>

<file path=ppt/ink/ink2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3.789"/>
    </inkml:context>
    <inkml:brush xml:id="br0">
      <inkml:brushProperty name="width" value="0.025" units="cm"/>
      <inkml:brushProperty name="height" value="0.025" units="cm"/>
    </inkml:brush>
  </inkml:definitions>
  <inkml:trace contextRef="#ctx0" brushRef="#br0">84 7 1568,'0'0'15229,"-7"-1"-13817,-30-4 1894,30 25-789,-6 121 1708,3 73-2540,8-137-1191,-4 36 56,6-1 1,24 194-1,-18-275-465,-1-6 108,-2 0 1,2 46-1,-5-71-323,0-5-2378,0 0 1753,-1 0 0,1 0-1,-1 0 1,-1 0 0,1 0 0,-1 0-1,0 0 1,0 0 0,0 1-1,-5-9 1,-18-19-8824</inkml:trace>
</inkml:ink>
</file>

<file path=ppt/ink/ink2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5.161"/>
    </inkml:context>
    <inkml:brush xml:id="br0">
      <inkml:brushProperty name="width" value="0.025" units="cm"/>
      <inkml:brushProperty name="height" value="0.025" units="cm"/>
    </inkml:brush>
  </inkml:definitions>
  <inkml:trace contextRef="#ctx0" brushRef="#br0">79 10 3041,'0'0'9663,"0"-1"-9460,0 1-1,1 0 1,-1 0-1,0 0 1,0 0 0,0-1-1,0 1 1,0 0-1,1 0 1,-1-1-1,0 1 1,0 0 0,0 0-1,0 0 1,0-1-1,0 1 1,0 0 0,0 0-1,0-1 1,0 1-1,0 0 1,0 0 0,0-1-1,0 1 1,0 0-1,0 0 1,0-1-1,0 1 1,-1 0 0,1 0-1,0 0 1,0-1-1,0 1 1,0 0 0,0 0-1,0 0 1,-1-1-1,1 1 1,0 0-1,0 0 1,0 0 0,-1 0-1,-3 1-144,1 0 0,-1 0 0,1 1-1,-1 0 1,1-1 0,0 1 0,0 1-1,-1-1 1,1 0 0,1 1 0,-1 0-1,0-1 1,1 1 0,-1 0 0,1 0-1,-2 4 1,1-2-59,0 0 1,0 0-1,0 0 0,1 1 0,0-1 1,0 1-1,1-1 0,0 1 0,0-1 1,-1 9-1,1 13 5,1-21-1,-1 1-1,1 0 1,0 0 0,1 0 0,0-1-1,0 1 1,4 13 0,-4-18-3,0 0 1,1 0-1,-1 0 1,1 0-1,0 0 1,-1-1-1,1 1 1,0 0-1,0-1 1,0 1 0,0-1-1,0 0 1,1 0-1,-1 0 1,0 0-1,1 0 1,-1 0-1,0-1 1,1 1-1,-1-1 1,1 1-1,-1-1 1,1 0-1,-1 0 1,1 0-1,2-1 1,7 1 31,0 0-1,0-1 1,0 0 0,0-1-1,0 0 1,-1-1 0,1 0-1,13-6 1,-21 7-16,0-1 0,0 1 0,0-1 0,0 1 0,-1-1 0,0 0-1,1-1 1,-1 1 0,0 0 0,0-1 0,-1 0 0,1 1 0,-1-1 0,0 0 0,0 0 0,0-1 0,-1 1-1,1 0 1,-1-1 0,0 1 0,0 0 0,-1-1 0,1 1 0,-1-1 0,0-6 0,0 8 26,-1 1 1,1-1 0,-1 0-1,0 1 1,0-1-1,0 0 1,0 1 0,0 0-1,0-1 1,-1 1 0,1-1-1,-1 1 1,1 0 0,-1 0-1,0 0 1,0 0 0,0 0-1,0 1 1,0-1 0,-1 1-1,1-1 1,0 1-1,-1 0 1,1-1 0,-1 1-1,1 1 1,-1-1 0,0 0-1,-4 0 1,-8-2 78,-1 0-1,1 1 1,-30 1-1,44 1-533,10 1-5552,15-2 2779,-17 1 1237,24 0-5378</inkml:trace>
</inkml:ink>
</file>

<file path=ppt/ink/ink2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5.787"/>
    </inkml:context>
    <inkml:brush xml:id="br0">
      <inkml:brushProperty name="width" value="0.025" units="cm"/>
      <inkml:brushProperty name="height" value="0.025" units="cm"/>
    </inkml:brush>
  </inkml:definitions>
  <inkml:trace contextRef="#ctx0" brushRef="#br0">1 0 2505,'0'0'14265,"0"14"-9054,0 56-2747,0 173-601,-1-240-1883,1-1-1,0 1 0,0 0 0,1 0 1,-1 0-1,0-1 0,1 1 0,0 0 1,0-1-1,0 1 0,0 0 0,2 4 1,-1-6-249,-1 0 0,1 0 1,-1 0-1,1 1 0,-1-2 0,1 1 1,0 0-1,-1 0 0,1 0 1,0-1-1,0 1 0,-1-1 0,1 1 1,0-1-1,0 0 0,0 0 1,0 0-1,0 0 0,2 0 0,8 0-5232</inkml:trace>
</inkml:ink>
</file>

<file path=ppt/ink/ink2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7.130"/>
    </inkml:context>
    <inkml:brush xml:id="br0">
      <inkml:brushProperty name="width" value="0.025" units="cm"/>
      <inkml:brushProperty name="height" value="0.025" units="cm"/>
    </inkml:brush>
  </inkml:definitions>
  <inkml:trace contextRef="#ctx0" brushRef="#br0">16 1 3081,'0'0'12672,"-16"0"-9837,21 0-2660,-1 0 1,0 1-1,1-1 1,-1 1-1,0 0 1,1 0-1,-1 0 0,0 1 1,0 0-1,0-1 1,0 1-1,0 1 1,0-1-1,-1 1 1,1-1-1,-1 1 0,0 0 1,0 0-1,0 0 1,0 1-1,0-1 1,-1 1-1,1 0 0,-1 0 1,0-1-1,3 9 1,0 2 45,-1 1 0,0-1 0,-1 1 0,-1-1 0,0 1 0,-1 28 0,-1-42 343,7-27-568,-1 16-23,0 0 1,0 0-1,1 0 0,0 1 1,0 0-1,1 0 0,0 1 1,1 0-1,0 0 0,0 1 1,1 0-1,0 1 0,15-8 1,-16 10 59,1 1 0,0 0 1,0 0-1,1 1 0,-1 0 1,1 1-1,-1 0 0,12 1 1,-21 1 4,0 0-1,0-1 1,-1 1 0,1 0 0,0 0 0,-1 0-1,1 1 1,-1-1 0,0 0 0,1 0-1,-1 0 1,0 0 0,1 0 0,-1 0 0,0 1-1,0-1 1,0 0 0,0 0 0,0 0 0,-1 2-1,1 37 823,0-31-630,0 97 1365,0-106-1633,5 0-337,-1 0-4177,-2 0 3974,10-1-2389,-2-4-3706,2-1-5605</inkml:trace>
</inkml:ink>
</file>

<file path=ppt/ink/ink2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7.441"/>
    </inkml:context>
    <inkml:brush xml:id="br0">
      <inkml:brushProperty name="width" value="0.025" units="cm"/>
      <inkml:brushProperty name="height" value="0.025" units="cm"/>
    </inkml:brush>
  </inkml:definitions>
  <inkml:trace contextRef="#ctx0" brushRef="#br0">18 0 1712,'0'0'19011,"-18"0"-15753,119 0-4091,1 0-9231,-69 0 2645</inkml:trace>
</inkml:ink>
</file>

<file path=ppt/ink/ink2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7.704"/>
    </inkml:context>
    <inkml:brush xml:id="br0">
      <inkml:brushProperty name="width" value="0.025" units="cm"/>
      <inkml:brushProperty name="height" value="0.025" units="cm"/>
    </inkml:brush>
  </inkml:definitions>
  <inkml:trace contextRef="#ctx0" brushRef="#br0">45 1 1408,'0'0'18988,"-1"11"-17017,-18 122 1939,-4 20-4011,21-106-4002,3-34 1111,-1 8-5903</inkml:trace>
</inkml:ink>
</file>

<file path=ppt/ink/ink2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8.540"/>
    </inkml:context>
    <inkml:brush xml:id="br0">
      <inkml:brushProperty name="width" value="0.025" units="cm"/>
      <inkml:brushProperty name="height" value="0.025" units="cm"/>
    </inkml:brush>
  </inkml:definitions>
  <inkml:trace contextRef="#ctx0" brushRef="#br0">39 16 8282,'0'0'21023,"-7"0"-20366,-18 0-333,18 0 126,28-12-15459,-3 8 6676</inkml:trace>
</inkml:ink>
</file>

<file path=ppt/ink/ink2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8.934"/>
    </inkml:context>
    <inkml:brush xml:id="br0">
      <inkml:brushProperty name="width" value="0.025" units="cm"/>
      <inkml:brushProperty name="height" value="0.025" units="cm"/>
    </inkml:brush>
  </inkml:definitions>
  <inkml:trace contextRef="#ctx0" brushRef="#br0">58 0 1608,'0'0'23404,"-5"1"-21478,3-1-1674,-3 1 367,1-1 1,-1 1 0,1 0-1,-1 1 1,1-1 0,0 1 0,-1 0-1,-4 3 1,5-5-689,3 0-405,4 0-4827,-2 0 4487,0-1 0,1 1 1,-1 0-1,0-1 0,0 1 1,0-1-1,0 1 0,0-1 1,0 0-1,0 1 0,0-1 1,0 0-1,1-1 0,4-5-9884</inkml:trace>
</inkml:ink>
</file>

<file path=ppt/ink/ink2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39.308"/>
    </inkml:context>
    <inkml:brush xml:id="br0">
      <inkml:brushProperty name="width" value="0.025" units="cm"/>
      <inkml:brushProperty name="height" value="0.025" units="cm"/>
    </inkml:brush>
  </inkml:definitions>
  <inkml:trace contextRef="#ctx0" brushRef="#br0">20 20 2361,'0'0'22310,"-19"19"-14347,19-16-7931,0-2-719,0-27-11805,0 10-2490</inkml:trace>
</inkml:ink>
</file>

<file path=ppt/ink/ink2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9.537"/>
    </inkml:context>
    <inkml:brush xml:id="br0">
      <inkml:brushProperty name="width" value="0.025" units="cm"/>
      <inkml:brushProperty name="height" value="0.025" units="cm"/>
    </inkml:brush>
  </inkml:definitions>
  <inkml:trace contextRef="#ctx0" brushRef="#br0">110 20 2601,'0'0'13887,"0"-19"-7493,-7 22-6179,0 1 0,0 0 0,1 0 0,0 1 0,0 0-1,0 0 1,1 0 0,-8 10 0,6-8-134,4-4-79,0 0-1,-1 0 1,2 1-1,-1-1 1,0 1 0,1-1-1,-1 1 1,1 0-1,0 0 1,0 0-1,-2 9 1,10-12-41,0 0 0,0 0 0,0 0 0,1-1 0,-1 0 0,8-1 0,-7 1 25,3 0 18,1 0 0,0 1 0,0 0 0,-1 1 0,15 4 0,-22-5-4,1 1-1,-1-1 0,1 1 1,-1-1-1,0 1 0,1 0 0,-1 0 1,0 1-1,0-1 0,-1 0 1,1 1-1,-1 0 0,1 0 0,-1 0 1,0 0-1,0 0 0,0 0 1,2 5-1,-3-6 35,-1-1 0,1 0-1,-1 1 1,0-1 0,0 0 0,0 1 0,0-1 0,0 1-1,0-1 1,0 0 0,0 1 0,0-1 0,-1 0-1,1 1 1,-1-1 0,1 0 0,-1 1 0,1-1 0,-1 0-1,0 0 1,1 0 0,-1 1 0,0-1 0,0 0-1,0 0 1,0 0 0,0 0 0,0 0 0,0-1 0,0 1-1,0 0 1,-1 0 0,1-1 0,0 1 0,0-1-1,-3 1 1,-7 4 254,0-2 0,-1 1 0,-17 2 0,13-3-136,-6 3-154,1 1 0,-31 15-1,51-22-411,1-3-2443,0 2 2349,0 0 0,0-1 0,0 1 0,1 0 0,-1 0-1,0-1 1,1 1 0,-1 0 0,1 0 0,0-1 0,-1 1 0,1 0 0,0 0 0,1-1-1,15-14-6544</inkml:trace>
</inkml:ink>
</file>

<file path=ppt/ink/ink2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9.881"/>
    </inkml:context>
    <inkml:brush xml:id="br0">
      <inkml:brushProperty name="width" value="0.025" units="cm"/>
      <inkml:brushProperty name="height" value="0.025" units="cm"/>
    </inkml:brush>
  </inkml:definitions>
  <inkml:trace contextRef="#ctx0" brushRef="#br0">1 26 984,'0'0'7490,"5"-4"-5014,17-13 133,-17 13 6544,27 4-7633,3 0-1079,20 4-319,-54-3-466,0 1 1,0 0 0,0 0 0,0-1-1,-1 1 1,1 0 0,-1 0 0,1 0-1,-1 0 1,1 0 0,-1 0 0,0 0-1,0 0 1,0 0 0,0 0-1,-1 0 1,1 0 0,0 0 0,-1 0-1,0 0 1,1 0 0,-2 2 0,-14 7-7475</inkml:trace>
</inkml:ink>
</file>

<file path=ppt/ink/ink2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2.842"/>
    </inkml:context>
    <inkml:brush xml:id="br0">
      <inkml:brushProperty name="width" value="0.025" units="cm"/>
      <inkml:brushProperty name="height" value="0.025" units="cm"/>
    </inkml:brush>
  </inkml:definitions>
  <inkml:trace contextRef="#ctx0" brushRef="#br0">22 1 1072,'0'0'19107,"-4"22"-17871,4-22-1230,-7 57 1241,-2 65 1,9-94-853,-1-18-359,1-1-1,-1 1 0,2 0 1,0-1-1,0 1 0,0-1 1,1 0-1,1 1 0,-1-1 1,8 14-1,4 23-1984,-14-44 1322,1 0 0,-1-1 1,0 1-1,0 0 0,0 0 0,0 0 1,0-1-1,0 1 0,0 0 0,-1 0 1,1-1-1,0 1 0,-1 0 0,-1 2 1,-8 1-7483</inkml:trace>
</inkml:ink>
</file>

<file path=ppt/ink/ink2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3.354"/>
    </inkml:context>
    <inkml:brush xml:id="br0">
      <inkml:brushProperty name="width" value="0.025" units="cm"/>
      <inkml:brushProperty name="height" value="0.025" units="cm"/>
    </inkml:brush>
  </inkml:definitions>
  <inkml:trace contextRef="#ctx0" brushRef="#br0">1 93 184,'0'0'14298,"28"-10"-12686,96-34-274,-106 39-1108,-1 0-1,1 1 1,-1 1 0,1 1 0,0 0-1,20 1 1,11 0 63,17-5-30,60-4 72,-124 10 794,-23 2-335,5 2-706,0 1 0,0 1-1,0 1 1,1 0 0,0 1 0,0 0 0,0 2-1,2-1 1,-1 2 0,1 0 0,-12 13 0,23-22-86,1-1 1,-1 1-1,0 0 1,1 0-1,0 0 1,-1 0-1,1 0 1,0 0-1,0 0 1,0 0-1,1 0 1,-1 0-1,0 0 1,1 1-1,-1-1 1,1 0-1,0 1 1,0-1 0,0 0-1,0 1 1,0-1-1,0 0 1,1 0-1,-1 1 1,1-1-1,-1 0 1,1 0-1,0 1 1,2 3-1,-1-4 0,0 1 0,1-1 0,-1 1 0,1-1 0,-1 0 0,1 0 0,0 0 0,-1 0 0,1 0 0,0-1 0,0 1 0,1-1 0,-1 0 0,0 0 0,0 0 0,1 0 0,-1 0 0,6 0 0,-3-1 37,0 1 0,0-1 0,1-1 0,-1 1 0,0-1 0,0 0 0,0 0 0,0-1 0,0 1 1,-1-1-1,1-1 0,8-3 0,-11 3-8,0 1-1,0-1 1,-1 1 0,1-1 0,0 0 0,-1 0-1,0 0 1,0 0 0,0 0 0,0-1 0,0 1-1,-1 0 1,0-1 0,1 0 0,-1 1 0,-1-1-1,1 0 1,0 1 0,-1-1 0,0 0 0,0-7-1,0 11 644,29 31-2512,32-11-3530,-29-13-119</inkml:trace>
</inkml:ink>
</file>

<file path=ppt/ink/ink2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3.683"/>
    </inkml:context>
    <inkml:brush xml:id="br0">
      <inkml:brushProperty name="width" value="0.025" units="cm"/>
      <inkml:brushProperty name="height" value="0.025" units="cm"/>
    </inkml:brush>
  </inkml:definitions>
  <inkml:trace contextRef="#ctx0" brushRef="#br0">12 176 3465,'0'0'18605,"-2"21"-17839,-6 64-328,8-76-385,-1-8-45,1 0 0,0 0 1,0 0-1,0 0 1,0 0-1,0 0 0,0 0 1,0 0-1,0 0 0,0 0 1,0 0-1,0-1 1,1 1-1,-1 0 0,0 0 1,1 0-1,-1 0 0,1 0 1,-1 0-1,1-1 0,0 1 1,-1 0-1,1 0 1,-1-1-1,1 1 0,0 0 1,1 0-1,-1 0 68,-1-269-501,0 266 359,-1 0 0,1 0 1,0 0-1,1 0 1,-1 0-1,0 0 1,1 1-1,-1-1 0,1 0 1,-1 0-1,1 0 1,0 1-1,0-1 1,0 0-1,0 1 0,0-1 1,0 1-1,0-1 1,0 1-1,1-1 0,-1 1 1,0 0-1,1 0 1,0 0-1,-1 0 1,1 0-1,-1 0 0,1 0 1,2 0-1,0 0-281,-1 0 0,0 1 0,0 0 0,1 0 0,-1 0 1,0 0-1,1 0 0,-1 1 0,0-1 0,0 1 0,1 0 0,-1 0 0,0 0 0,0 1 0,0-1 0,0 1 0,3 1 0,19 18-4770</inkml:trace>
</inkml:ink>
</file>

<file path=ppt/ink/ink2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4.491"/>
    </inkml:context>
    <inkml:brush xml:id="br0">
      <inkml:brushProperty name="width" value="0.025" units="cm"/>
      <inkml:brushProperty name="height" value="0.025" units="cm"/>
    </inkml:brush>
  </inkml:definitions>
  <inkml:trace contextRef="#ctx0" brushRef="#br0">335 215 1488,'0'0'16102,"-28"-2"-14453,-85-5-616,111 6-1003,0 1 0,-1 0 0,1 0 0,0 0 0,0 0 0,0 0 0,-1 0 0,1 1 0,0-1 0,0 1 0,0-1-1,0 1 1,0 0 0,0 0 0,0 0 0,0 0 0,0 0 0,0 0 0,1 1 0,-1-1 0,0 0 0,1 1 0,-1 0 0,1-1-1,-1 1 1,1 0 0,0 0 0,0 0 0,-1 1 0,1 2-4,0 0-1,0 0 1,0 0-1,1 0 1,-1 0-1,1 0 1,1 0 0,0 7-1,0 0 52,-1-10-78,-1 0 1,1 1 0,0-1 0,0 0 0,0 1-1,1-1 1,-1 0 0,0 1 0,1-1 0,0 0 0,-1 0-1,1 1 1,0-1 0,0 0 0,0 0 0,0 0-1,1 0 1,-1 0 0,0 0 0,1-1 0,0 1 0,-1 0-1,1-1 1,0 1 0,0-1 0,0 0 0,0 1-1,0-1 1,0 0 0,0 0 0,0 0 0,0-1-1,0 1 1,1 0 0,-1-1 0,0 0 0,1 1 0,-1-1-1,0 0 1,1 0 0,-1 0 0,4-1 0,-2 1-19,0 0 1,0 0 0,1 0 0,-1 0-1,0 0 1,0-1 0,0 0-1,0 0 1,0 0 0,0-1 0,-1 1-1,1-1 1,0 0 0,-1 0 0,4-2-1,-3-1-31,0 1 0,-1-1-1,0 0 1,0 0 0,0 0 0,0-1-1,-1 1 1,0-1 0,0 1-1,0-7 1,1 3-65,-2 0 0,1 1 1,-2-1-1,1-17 0,-1 25 120,0-2 245,-1 26 468,-43 315 998,43-328-1719,-1 7 53,0-1 1,-1 0-1,0 0 0,-10 26 0,12-39-22,-1 1-1,1-1 1,-1 1-1,0-1 0,0 0 1,-1 0-1,1 0 0,-1 0 1,1 0-1,-1-1 1,0 1-1,0-1 0,0 1 1,0-1-1,0 0 1,-1 0-1,1-1 0,-1 1 1,1-1-1,-1 1 0,0-1 1,1 0-1,-1-1 1,0 1-1,-5 0 0,1-1-1,0 1-1,-1-1 0,1-1 1,-1 1-1,1-1 0,0-1 0,0 0 1,0 0-1,0 0 0,-11-6 1,15 6-25,0 0 0,1-1 1,-1 0-1,1 0 1,0 0-1,0 0 1,0 0-1,0 0 0,1-1 1,-1 0-1,1 1 1,0-1-1,0 0 0,0 0 1,1 0-1,-1 0 1,1 0-1,0-1 0,0 1 1,0 0-1,1-1 1,-1-4-1,0-1-33,1 0 0,-1-1-1,1 1 1,1-1 0,0 1 0,1 0-1,0 0 1,5-16 0,-4 20 17,0 0 1,0 0 0,1 0-1,-1 0 1,2 1 0,-1 0-1,0-1 1,1 2 0,0-1-1,0 1 1,1-1 0,-1 1-1,1 1 1,7-5 0,45-20-7,1 2-1,105-29 1,-36 13-187,-70 22 67,92-37-390,-133 49 446,0 0 0,0-2 0,-1 0 0,0-1 0,-1 0 0,15-15 0,-25 21 86,-1 0 0,1-1-1,-1 1 1,-1-1 0,1 0 0,-1 0 0,0 0 0,0-1 0,-1 1 0,0-1 0,3-10 0,-5 15 23,0 0 1,1 0 0,-1 0-1,0-1 1,0 1-1,0 0 1,0 0 0,0 0-1,-1 0 1,1 0-1,-1 0 1,1 0 0,-1 0-1,0 0 1,0 0-1,0 0 1,0 0 0,0 0-1,0 1 1,0-1-1,-1 0 1,1 1-1,-1-1 1,1 1 0,-1-1-1,0 1 1,1 0-1,-1 0 1,0-1 0,0 1-1,0 1 1,0-1-1,0 0 1,0 0 0,0 1-1,0-1 1,0 1-1,0 0 1,-4-1 0,-17-1 171,1 0 0,-1 1 0,0 2 0,-27 3 0,41-3-88,0 1 1,1 0-1,-1 0 0,1 0 1,0 1-1,0 1 1,0-1-1,0 1 0,1 0 1,-1 1-1,1 0 1,0 0-1,-12 13 0,16-15-70,1 0 0,0 0 0,0 0 0,0 0 0,1 0 0,-1 1-1,1-1 1,0 0 0,0 1 0,0 0 0,0-1 0,0 1 0,1 0-1,0-1 1,-1 1 0,2 0 0,-1-1 0,0 1 0,1 0-1,-1-1 1,1 1 0,2 6 0,0-4-8,-1 0 1,1 1-1,1-1 1,-1-1-1,1 1 1,0 0-1,0-1 1,0 0-1,1 0 1,10 9-1,7 2-88,1 0 0,0-2 0,1-1 0,1 0-1,31 10 1,6-5-2689,2-10-3619,-43-7-2457</inkml:trace>
</inkml:ink>
</file>

<file path=ppt/ink/ink2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4.925"/>
    </inkml:context>
    <inkml:brush xml:id="br0">
      <inkml:brushProperty name="width" value="0.025" units="cm"/>
      <inkml:brushProperty name="height" value="0.025" units="cm"/>
    </inkml:brush>
  </inkml:definitions>
  <inkml:trace contextRef="#ctx0" brushRef="#br0">65 1 2569,'0'0'16314,"0"4"-15017,-1 35-293,-1 0 0,-2 0 0,-1-1 0,-21 75 0,19-89-773,1 0-1,1 0 1,1 1 0,-1 46 0,5-69-232,0 0 1,0 0-1,0 0 1,1 0-1,-1 0 1,0 0-1,1 0 1,-1 0-1,1 0 1,0-1-1,0 1 1,-1 0-1,1 0 1,0-1-1,1 1 1,-1 0-1,0-1 1,0 1-1,1-1 1,-1 0-1,1 1 1,-1-1-1,1 0 1,-1 0-1,4 2 1,-1-2-74,1 1 0,-1-1 0,1 0 0,0 0 0,-1 0 0,1-1 0,0 0 1,0 0-1,0 0 0,6-1 0,54-14-3012,-19-7-3747,-22-2-3383</inkml:trace>
</inkml:ink>
</file>

<file path=ppt/ink/ink2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5.096"/>
    </inkml:context>
    <inkml:brush xml:id="br0">
      <inkml:brushProperty name="width" value="0.025" units="cm"/>
      <inkml:brushProperty name="height" value="0.025" units="cm"/>
    </inkml:brush>
  </inkml:definitions>
  <inkml:trace contextRef="#ctx0" brushRef="#br0">1 0 1672,'0'0'20861,"186"10"-20861,-129 6-1032,-18 0-2873,-13-3-4289</inkml:trace>
</inkml:ink>
</file>

<file path=ppt/ink/ink2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5.548"/>
    </inkml:context>
    <inkml:brush xml:id="br0">
      <inkml:brushProperty name="width" value="0.025" units="cm"/>
      <inkml:brushProperty name="height" value="0.025" units="cm"/>
    </inkml:brush>
  </inkml:definitions>
  <inkml:trace contextRef="#ctx0" brushRef="#br0">0 1 3025,'0'0'18306,"0"10"-16657,0 233 3255,0-158-6371,0 0-3723,3-85 1491,7 0 914,3-3-3700</inkml:trace>
</inkml:ink>
</file>

<file path=ppt/ink/ink2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46.520"/>
    </inkml:context>
    <inkml:brush xml:id="br0">
      <inkml:brushProperty name="width" value="0.025" units="cm"/>
      <inkml:brushProperty name="height" value="0.025" units="cm"/>
    </inkml:brush>
  </inkml:definitions>
  <inkml:trace contextRef="#ctx0" brushRef="#br0">33 103 2433,'0'0'13777,"3"1"-12437,22 4-810,0 0 0,1-2-1,-1-1 1,1-1 0,41-4-1,-33 1-470,45-5-22,-1-3 0,91-24 0,-80 15-75,-16 1-8,-48 11 41,-1 1 0,1 1 0,0 1 1,28-1-1,-52 5 209,-2 17 345,-1 0 0,0 0 1,-2 0-1,-6 19 0,5-19-348,1 0 0,0 0-1,1 0 1,0 23 0,2 40 446,4 0 0,26 150 1,-26-211-494,-11-22 199,-24-11-308,-4 8-106,-1 3 1,-39 1-1,-27-3-208,-205-5 174,240 10 89,44 0 29,0 1 0,1 1 0,-1 0 0,1 2 0,-1 1 0,2 1 1,-1 1-1,-21 10 0,43-16 650,26 8-401,-16-6-659,20 12-84,-24-6-3148,-3 3-3745</inkml:trace>
</inkml:ink>
</file>

<file path=ppt/ink/ink2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51.869"/>
    </inkml:context>
    <inkml:brush xml:id="br0">
      <inkml:brushProperty name="width" value="0.025" units="cm"/>
      <inkml:brushProperty name="height" value="0.025" units="cm"/>
    </inkml:brush>
  </inkml:definitions>
  <inkml:trace contextRef="#ctx0" brushRef="#br0">129 0 1712,'0'0'15740,"-1"0"-15537,-1 0 0,1 0 0,0 1 0,0-1 1,0 0-1,0 0 0,0 1 0,0-1 0,0 1 1,0-1-1,0 1 0,0-1 0,0 1 0,0-1 0,0 1 1,-1 1-1,-23 115 1985,23-110-1982,0 7 97,23-12-242,-18-2-43,20-2 36,-15 1-66,-1 0-1,1 1 1,0 0-1,0 0 0,0 1 1,0 0-1,7 1 1,-14 44 293,-1-44-262,0 0 0,0 0 1,-1 0-1,1 0 0,0 0 0,-1 0 0,0-1 0,1 1 1,-1 0-1,0 0 0,0 0 0,0-1 0,0 1 0,0 0 1,-1-1-1,1 1 0,0-1 0,-1 0 0,1 1 0,-1-1 1,0 0-1,1 0 0,-4 2 0,-50 16 453,14-5-190,36-12-260,-4 3 5,0-1-1,1 1 0,0 0 1,0 1-1,1-1 0,-1 2 1,-6 6-1,13-12-43,3-4-3491,27-25-3828,-15 17 1035</inkml:trace>
</inkml:ink>
</file>

<file path=ppt/ink/ink2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6:53.194"/>
    </inkml:context>
    <inkml:brush xml:id="br0">
      <inkml:brushProperty name="width" value="0.025" units="cm"/>
      <inkml:brushProperty name="height" value="0.025" units="cm"/>
    </inkml:brush>
  </inkml:definitions>
  <inkml:trace contextRef="#ctx0" brushRef="#br0">0 64 1744,'2'0'13315,"2"0"-9533,22-3-3244,20-6 156,-36 8-480,0-1 1,0 1-1,0-2 0,0 1 0,0-2 0,-1 1 1,1-1-1,-1-1 0,0 1 0,0-2 0,11-8 1,-18 12 121</inkml:trace>
</inkml:ink>
</file>

<file path=ppt/ink/ink2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5.129"/>
    </inkml:context>
    <inkml:brush xml:id="br0">
      <inkml:brushProperty name="width" value="0.025" units="cm"/>
      <inkml:brushProperty name="height" value="0.025" units="cm"/>
    </inkml:brush>
  </inkml:definitions>
  <inkml:trace contextRef="#ctx0" brushRef="#br0">109 6 1536,'0'0'16677,"4"-5"-15298,-4 5-1366,-1 0 0,1 0 0,0 0 0,0 0 0,0 0 0,0 0 0,0 0 0,0 0 0,0 1 0,1-1 0,-1 0 0,0 0 0,0 0 0,0 0 0,0 0 0,0 0 0,0 0 0,0 0 0,0 0 0,0 1 0,0-1 0,0 0 0,0 0 0,0 0 0,0 0 0,0 0 0,0 0 0,0 0 0,1 0 0,-1 0 0,0 0 0,0 0 0,0 0 0,0 0 0,0 0 0,0 0 0,0 0 0,0 0 0,0 0 0,1 0 0,-1 0 0,0 0 0,0 0 0,0 0 1,0 0-1,0 0 0,0 0 0,0 0 0,0 0 0,0 0 0,1 0 0,-1 0 0,0 27 634,0 30 1143,-8 72 0,4-108-2071,0 1 0,-9 25 0,8-32-582,-1-1 0,-1 0 0,0 0 0,-9 13 0,15-26 416,0 0 0,0 1 0,0-1 0,0 0 0,0 1 0,0-1-1,0 0 1,-1 0 0,1 0 0,-1 0 0,1 0 0,0-1 0,-1 1 0,-2 1 0,-14-2-9597,11-3 7443</inkml:trace>
</inkml:ink>
</file>

<file path=ppt/ink/ink2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5.628"/>
    </inkml:context>
    <inkml:brush xml:id="br0">
      <inkml:brushProperty name="width" value="0.025" units="cm"/>
      <inkml:brushProperty name="height" value="0.025" units="cm"/>
    </inkml:brush>
  </inkml:definitions>
  <inkml:trace contextRef="#ctx0" brushRef="#br0">244 178 2881,'0'0'10207,"17"-26"-8186,55-81-290,-70 103-1581,1 0 0,-1 1 0,1 0 0,0-1 0,0 1 0,0 0 0,1 0 0,-1 1 0,1-1 0,-1 1 1,1 0-1,0 0 0,5-2 0,-5 3-41,-1 0 0,1 1-1,-1-1 1,1 1 0,0 0 0,-1 1 0,1-1 0,0 0-1,5 2 1,4 1 2,-10-3-104,0 1 1,1-1-1,-1 1 0,0 0 0,0 1 0,0-1 0,0 0 1,0 1-1,0-1 0,0 1 0,0 0 0,-1 0 0,1 0 1,-1 1-1,1-1 0,-1 0 0,0 1 0,0 0 0,0-1 1,0 1-1,-1 0 0,1 0 0,1 4 0,0 2 2,0 0-1,-1 1 1,0-1 0,-1 1-1,0 0 1,0 17-1,-2-23 1,1 0-1,-1 0 1,0 0-1,0-1 1,0 1-1,0 0 1,-1-1-1,1 1 1,-1-1-1,0 0 1,0 1-1,0-1 1,-1 0-1,1 0 1,-1-1-1,1 1 1,-1 0-1,0-1 1,-6 4-1,-7 5 94,0-1 1,-32 14-1,22-12-20,-127 58 684,151-69-765,1 0 0,-1 0 0,0 0 0,0 1 0,1-1 0,-1 0 0,1 1 0,-1-1 0,1 1 0,0 0 0,0-1 0,-1 1 0,1 0 0,0 0 0,0 0 0,1 0 0,-1 0 0,0 0 0,1 0 0,-1 0 0,1 0 0,0 0 0,-1 0 0,1 0 0,0 0 0,0 0 0,1 0 0,-1 0 0,0 0 0,1 0 0,-1 0 0,1 0 0,0 0 0,-1 0 0,1 0 0,0 0 0,0 0 0,0 0 0,1-1 0,-1 1 0,0 0 0,1-1 0,-1 1 0,1-1 0,-1 0 0,1 1 0,0-1 0,-1 0 0,3 1 0,34 18 16,-29-16-13,0 0 0,0 1 0,0 0 0,0 0 0,-1 1 0,0 0-1,13 14 1,-20-20-3,-1 1 0,1 0 0,-1 0 0,1 0 0,0 0 0,-1 0 0,0 0 0,1 0 0,-1 0 0,0 0 0,1 0 0,-1 0 0,0 0 0,0 0 0,0 0 0,0 0 0,0 0 0,0 0 1,0 0-1,0 0 0,-1 0 0,1 0 0,0 0 0,-1 0 0,0 1 0,0 0 4,-1 1-1,1-1 1,-1 0 0,0 0 0,0 0 0,0 0 0,0-1 0,0 1 0,-5 2 0,-7 4 74,0-1 0,-28 9 0,29-12 30,-15 8 87,0-2 1,-1 0 0,-1-2 0,1-2-1,-57 6 1,93-13-702,0-1 0,0 1 0,-1-1 0,1-1 0,-1 1 0,0-1 0,8-4 0,9-4-1260,23-5-3272</inkml:trace>
</inkml:ink>
</file>

<file path=ppt/ink/ink2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6.030"/>
    </inkml:context>
    <inkml:brush xml:id="br0">
      <inkml:brushProperty name="width" value="0.025" units="cm"/>
      <inkml:brushProperty name="height" value="0.025" units="cm"/>
    </inkml:brush>
  </inkml:definitions>
  <inkml:trace contextRef="#ctx0" brushRef="#br0">90 43 408,'0'0'17703,"19"-4"-16254,-16 4-1386,1 0-1,0 1 0,0 0 1,0 0-1,-1 0 1,1 1-1,-1-1 1,5 3-1,26 8 3,23-12-112,-57-3 7,1 0 0,-1 0 0,0 0-1,0 1 1,0-1 0,-1 0 0,1 0 0,-1 0-1,0 0 1,1 0 0,-1 1 0,-3-6 0,3 6 39,-1 1 0,0-1 0,0 0 0,0 1 1,0-1-1,-1 1 0,1 0 0,0 0 1,-1-1-1,1 2 0,-1-1 0,1 0 0,-1 0 1,1 1-1,-1-1 0,-2 1 0,-48-1 309,34 2-74,15-1-178,-1 0 0,1 1 0,0 0 0,-1-1 0,1 1 0,0 1 0,0-1 0,0 1 0,0-1 0,0 1 0,0 0 0,0 1 0,1-1 0,-1 1 0,1-1 0,-1 1 0,1 0 0,0 0 0,0 1 0,1-1 0,-1 1 0,1-1 0,-1 1 0,1 0 0,-2 5 0,-1 2-72,1 0-1,1 1 1,0-1 0,0 1-1,1 0 1,0 0 0,1 23-1,1-34-78,0 1-1,1-1 0,-1 0 0,1 1 1,-1-1-1,1 0 0,-1 0 1,1 1-1,0-1 0,0 0 0,0 0 1,0 0-1,0 0 0,0 0 1,0 0-1,0 0 0,0 0 0,0 0 1,1 0-1,-1-1 0,0 1 1,0 0-1,1-1 0,-1 1 0,1-1 1,-1 0-1,3 1 0,45 7-5388,-12-7-1966</inkml:trace>
</inkml:ink>
</file>

<file path=ppt/ink/ink2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6.372"/>
    </inkml:context>
    <inkml:brush xml:id="br0">
      <inkml:brushProperty name="width" value="0.025" units="cm"/>
      <inkml:brushProperty name="height" value="0.025" units="cm"/>
    </inkml:brush>
  </inkml:definitions>
  <inkml:trace contextRef="#ctx0" brushRef="#br0">224 21 592,'0'0'22037,"-26"-5"-21244,-79-10-321,102 15-443,0 0-1,0 0 0,0 0 0,0 0 0,0 0 0,-1 1 0,1-1 0,0 1 0,0 0 0,0 0 0,-3 2 0,5-3-33,0 1 0,0 0 0,0-1 0,0 1-1,0 0 1,0 0 0,0 0 0,0 0 0,0 0 0,0 0 0,0 0-1,1 0 1,-1 1 0,1-1 0,-1 0 0,1 0 0,-1 2 0,0-1-32,1 0 1,0 0 0,0 0-1,0-1 1,0 1 0,0 0 0,0 0-1,0 0 1,1-1 0,-1 1-1,1 0 1,-1 0 0,1-1 0,0 1-1,-1 0 1,1-1 0,0 1-1,0-1 1,0 1 0,0-1-1,1 0 1,-1 1 0,2 0 0,23 13 7,-20-13 12,-1 1 0,0 0 0,0 0 0,0 1 1,8 6-1,-11-9 11,-1 1 0,0-1 0,0 1 0,0-1 0,0 1 0,0-1 0,-1 1 0,1 0 0,0 0 0,-1-1 0,1 1 0,-1 0 0,1 0 0,-1-1 0,0 1 0,0 0 0,0 0 0,0 0 0,0 0 0,0-1 0,-1 1 0,1 0 0,-2 3 0,-2 0 19,-1 1-1,0-1 1,0 0-1,0 0 1,-1 0-1,0-1 1,0 0-1,0 0 0,0 0 1,-10 3-1,4 0-85,-17 15-1931,22-13-1238,-1 1-3301</inkml:trace>
</inkml:ink>
</file>

<file path=ppt/ink/ink2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6.621"/>
    </inkml:context>
    <inkml:brush xml:id="br0">
      <inkml:brushProperty name="width" value="0.025" units="cm"/>
      <inkml:brushProperty name="height" value="0.025" units="cm"/>
    </inkml:brush>
  </inkml:definitions>
  <inkml:trace contextRef="#ctx0" brushRef="#br0">225 1 4545,'0'0'18212,"-115"163"-16900,96-108-368,12-4-175,-6-3-289,7-9-288,-1-7-104,-5-3-88,12-7-88,-7-9-600,1 0-1001,-7 0-1215,7-4-2490,-7-2-5368</inkml:trace>
</inkml:ink>
</file>

<file path=ppt/ink/ink2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6.789"/>
    </inkml:context>
    <inkml:brush xml:id="br0">
      <inkml:brushProperty name="width" value="0.025" units="cm"/>
      <inkml:brushProperty name="height" value="0.025" units="cm"/>
    </inkml:brush>
  </inkml:definitions>
  <inkml:trace contextRef="#ctx0" brushRef="#br0">1 10 10906,'0'0'9818,"186"-9"-11554,-135 12-3049,-6 0-3849,-6-3 3657</inkml:trace>
</inkml:ink>
</file>

<file path=ppt/ink/ink2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7.041"/>
    </inkml:context>
    <inkml:brush xml:id="br0">
      <inkml:brushProperty name="width" value="0.025" units="cm"/>
      <inkml:brushProperty name="height" value="0.025" units="cm"/>
    </inkml:brush>
  </inkml:definitions>
  <inkml:trace contextRef="#ctx0" brushRef="#br0">296 0 11707,'0'0'14339,"-77"173"-13259,58-118-360,-7-4-304,7-6-280,0-3-128,12-10-8,-6-6-192,1-4-456,-8-9-568,8-4-945,-14 1-1712,7-7-960,-7-3-2072</inkml:trace>
</inkml:ink>
</file>

<file path=ppt/ink/ink2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7.351"/>
    </inkml:context>
    <inkml:brush xml:id="br0">
      <inkml:brushProperty name="width" value="0.025" units="cm"/>
      <inkml:brushProperty name="height" value="0.025" units="cm"/>
    </inkml:brush>
  </inkml:definitions>
  <inkml:trace contextRef="#ctx0" brushRef="#br0">0 31 1824,'0'0'17920,"32"-5"-15466,107-14-812,-69 13-648,119 5 0,-88 3-874,-100-2-119,0 0-1,0 0 1,0 0-1,1 0 1,-1 0-1,0 0 1,0 0-1,0 0 0,0 1 1,1-1-1,-1 0 1,0 1-1,0-1 1,0 1-1,0 0 1,0-1-1,0 1 1,0-1-1,0 1 1,0 0-1,0 0 1,0 0-1,-1 0 1,1 0-1,0 0 1,0 0-1,0 1 0,-1 0 38,1 0 0,-1 1-1,0-1 1,0 0-1,1 0 1,-2 1-1,1-1 1,0 0 0,0 0-1,-1 1 1,1-1-1,-1 0 1,-1 3-1,-3 7 227,-1 0-1,-1 0 0,-12 18 1,-4-2 12,18-23-359,1-1-1,-1 2 1,1-1-1,0 0 1,0 1 0,1 0-1,-1 0 1,1 0-1,0 0 1,1 0-1,0 0 1,-3 12-1,14-18-8408,8-3 2495</inkml:trace>
</inkml:ink>
</file>

<file path=ppt/ink/ink2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7.519"/>
    </inkml:context>
    <inkml:brush xml:id="br0">
      <inkml:brushProperty name="width" value="0.025" units="cm"/>
      <inkml:brushProperty name="height" value="0.025" units="cm"/>
    </inkml:brush>
  </inkml:definitions>
  <inkml:trace contextRef="#ctx0" brushRef="#br0">20 1 3545,'0'0'19828,"-19"58"-19828,19-30-824,0 24-1217,0-7-1879,0-7-1842</inkml:trace>
</inkml:ink>
</file>

<file path=ppt/ink/ink2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8.143"/>
    </inkml:context>
    <inkml:brush xml:id="br0">
      <inkml:brushProperty name="width" value="0.025" units="cm"/>
      <inkml:brushProperty name="height" value="0.025" units="cm"/>
    </inkml:brush>
  </inkml:definitions>
  <inkml:trace contextRef="#ctx0" brushRef="#br0">1 45 9514,'0'0'15477,"2"4"-14422,2 2-800,0 1 1,0 1-1,-1-1 1,1 0 0,-2 1-1,1 0 1,-1-1-1,2 14 1,-4-20-283,0 0 1,0-1-1,0 1 0,0-1 0,0 1 1,0 0-1,0-1 0,0 1 0,0 0 0,1-1 1,-1 1-1,0-1 0,0 1 0,1-1 1,-1 1-1,0-1 0,1 1 0,-1-1 1,1 1-1,-1-1 0,0 1 0,1-1 1,-1 1-1,1-1 0,-1 0 0,1 1 1,0-1-1,-1 0 0,1 0 0,-1 1 1,1-1-1,-1 0 0,1 0 0,0 0 0,-1 0 1,1 0-1,0 1 0,-1-1 0,1 0 1,-1-1-1,1 1 0,0 0 0,-1 0 1,1 0-1,0 0 0,-1 0 0,1-1 1,-1 1-1,1 0 0,-1 0 0,1-1 1,-1 1-1,1 0 0,-1-1 0,1 1 1,-1-1-1,1 0 0,32-21-1264,-17 7 1151,1 0 0,1 2 0,0 0 0,1 2 0,0 0 0,1 0 0,0 2 0,29-9 0,-47 17 1316,-2 69 2147,2-67-3340,-1 0 1,0-1-1,0 1 1,0 0-1,0 0 0,1-1 1,-1 1-1,0-1 0,1 1 1,-1-1-1,0 0 0,1 1 1,-1-1-1,1 0 0,-1 0 1,0 0-1,1 0 0,-1 0 1,1 0-1,-1-1 0,3 0 1,-3 1-3,14-1-46,1-2 0,0 0 0,-1-1 0,0 0 1,0-1-1,0-1 0,18-9 0,-2 1 17,-10 10 651,-19 21 352,-4 7-762,2-22-538,-1 0 1,1 0-1,0 0 0,0 0 1,0 1-1,1-1 0,-1 0 1,0 0-1,1 0 0,-1 0 1,1 0-1,0 0 0,0 0 0,0 0 1,0 0-1,0 0 0,0 0 1,0-1-1,3 4 0,0-4-453,-1 1 0,1 0 0,0-1 0,0 0 0,0 0 0,0 0 0,1-1 0,-1 1 0,5-1 0,-3 1 493,26 2-8336</inkml:trace>
</inkml:ink>
</file>

<file path=ppt/ink/ink2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28.516"/>
    </inkml:context>
    <inkml:brush xml:id="br0">
      <inkml:brushProperty name="width" value="0.025" units="cm"/>
      <inkml:brushProperty name="height" value="0.025" units="cm"/>
    </inkml:brush>
  </inkml:definitions>
  <inkml:trace contextRef="#ctx0" brushRef="#br0">90 53 2056,'0'0'19219,"33"18"-18556,-31-17-665,0-1 0,-1 1 0,1-1 0,0 1 0,0-1 0,0 1 0,-1-1 0,1 0 0,0 0 0,0 0 0,0 0 0,0 0 0,0 0 0,-1 0 0,1-1 0,0 1 0,0-1 0,0 1 0,2-2 0,-3 0-2,0 1 0,0 0 1,0-1-1,0 1 0,0 0 0,0-1 0,0 0 1,0 1-1,-1-1 0,1 1 0,-1-1 0,1 0 1,-1 0-1,0 1 0,1-1 0,-1 0 0,0 1 1,0-1-1,-1-3 0,1 4 54,0-1 0,0 1 0,0-1 0,-1 1 0,1 0-1,-1-1 1,1 1 0,-1-1 0,1 1 0,-1 0 0,0-1 0,0 1 0,1 0 0,-1 0 0,0-1-1,0 1 1,0 0 0,-1 0 0,1 0 0,0 0 0,0 1 0,0-1 0,-1 0 0,1 0 0,0 1 0,-1-1-1,1 1 1,-1-1 0,1 1 0,-1-1 0,1 1 0,-2 0 0,-56-2 1626,43 2-1241,14 0-353,-1 0 0,1 0 1,0 1-1,-1-1 0,1 0 0,-1 1 0,1 0 0,0-1 0,-1 1 0,1 0 1,0 0-1,0 0 0,-1 1 0,1-1 0,0 0 0,0 1 0,1 0 0,-1-1 1,0 1-1,0 0 0,1 0 0,-1 0 0,1 0 0,0 0 0,-1 0 0,1 0 1,0 1-1,0-1 0,0 3 0,-2 5 53,1 1 0,0-1 0,1 1 0,0-1 0,1 15 0,0-23-142,1 1 0,-1-1 0,0 1 0,1-1 0,0 1 0,0-1-1,0 1 1,0-1 0,0 0 0,0 0 0,0 1 0,1-1 0,-1 0 0,1 0 0,-1 0-1,1-1 1,0 1 0,0 0 0,0-1 0,0 1 0,0-1 0,0 1 0,0-1 0,1 0-1,-1 0 1,0 0 0,1 0 0,2 0 0,12 4-252,0-1 0,1-1 0,22 1 0,-39-4 246,138 11-2965,-38-7-3292,21-2-10313</inkml:trace>
</inkml:ink>
</file>

<file path=ppt/ink/ink2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0.223"/>
    </inkml:context>
    <inkml:brush xml:id="br0">
      <inkml:brushProperty name="width" value="0.025" units="cm"/>
      <inkml:brushProperty name="height" value="0.025" units="cm"/>
    </inkml:brush>
  </inkml:definitions>
  <inkml:trace contextRef="#ctx0" brushRef="#br0">91 84 3001,'0'0'9647,"3"-12"-7616,2-2-1309,-3 9-300,0-1 0,0 1 0,-1 0 0,0-1 0,0 1 0,0-1 0,0 0 0,-1-8 6823,-19 64-4810,4 20-1473,-10 118 0,13-76-164,-8 80 603,19-189-1370,1 0-20,0-1 1,-1 1-1,1 0 0,-1 0 0,0-1 0,1 1 0,-2-1 0,1 1 0,0 0 1,0-1-1,-1 0 0,1 1 0,-4 3 0,4-4-40,22-6-2840,4-9-503,-6 2-1614,6-5-3218</inkml:trace>
</inkml:ink>
</file>

<file path=ppt/ink/ink2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1.516"/>
    </inkml:context>
    <inkml:brush xml:id="br0">
      <inkml:brushProperty name="width" value="0.025" units="cm"/>
      <inkml:brushProperty name="height" value="0.025" units="cm"/>
    </inkml:brush>
  </inkml:definitions>
  <inkml:trace contextRef="#ctx0" brushRef="#br0">376 1 3041,'0'0'21091,"-5"9"-19988,-36 74 678,41-84-1787,0 0-1,-1 1 0,1-1 0,0 0 0,-1 0 0,1 0 1,-1 0-1,1 0 0,-1 0 0,1 1 0,-1-1 1,0 0-1,1 0 0,-1 1 0,0-1 0,0 0 0,1 1 1,-1-1-1,0 1 0,0-1 0,0 1 0,0-1 0,0 1 1,0 0-1,0-1 0,0 1 0,0 0 0,0 0 1,-2 0-1,-38-10-731,25 10 647,0 1 1,0 0 0,0 1 0,1 0-1,-1 2 1,-29 9 0,36-9 131,0 1 1,1-1 0,-1 2 0,1-1-1,0 1 1,0 0 0,1 0 0,0 1-1,0 0 1,0 1 0,1-1-1,-8 14 1,11-16-21,0 1 1,1-1-1,0 1 0,0 0 0,0-1 0,1 1 1,0 0-1,0 0 0,0 8 0,1-12-26,-1 0-1,1 0 1,0 0-1,0 0 0,0 0 1,0 0-1,1 0 1,-1 0-1,0-1 0,1 1 1,0 0-1,-1 0 1,1 0-1,0-1 1,0 1-1,0 0 0,0-1 1,0 1-1,0 0 1,0-1-1,1 0 0,-1 1 1,0-1-1,1 0 1,0 0-1,-1 1 1,1-1-1,-1-1 0,1 1 1,0 0-1,2 1 1,13 1-533,0-1 1,1-1 0,0 0-1,-1-1 1,35-5 0,85-24-6943,-119 25 6240,46-10-3848</inkml:trace>
</inkml:ink>
</file>

<file path=ppt/ink/ink2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1.799"/>
    </inkml:context>
    <inkml:brush xml:id="br0">
      <inkml:brushProperty name="width" value="0.025" units="cm"/>
      <inkml:brushProperty name="height" value="0.025" units="cm"/>
    </inkml:brush>
  </inkml:definitions>
  <inkml:trace contextRef="#ctx0" brushRef="#br0">206 143 96,'0'0'20295,"-10"-9"-18215,5 4-1823,3 3-169,1-1 0,-1 1 1,0 0-1,0 0 0,-1 0 1,1 0-1,0 0 0,-1 0 1,1 1-1,-1-1 0,0 1 1,1 0-1,-1-1 0,0 1 1,0 0-1,0 1 0,0-1 1,1 1-1,-1-1 0,0 1 1,0 0-1,0 0 0,0 0 1,0 0-1,0 1 0,0-1 1,0 1-1,-4 1 0,-1 2 20,1 0 0,-1 1 0,1 0 0,1 0 0,-1 0 0,1 1-1,0 0 1,0 0 0,0 1 0,1 0 0,0 0 0,0 0 0,1 0-1,0 1 1,0 0 0,1-1 0,0 1 0,1 1 0,-1-1 0,1 0-1,1 1 1,0-1 0,0 17 0,1-24-115,0 0-1,0 0 1,1 0 0,-1 0-1,0 0 1,1 0 0,-1 0-1,1 0 1,-1 0 0,1 0-1,0 0 1,-1 0 0,1 0-1,0-1 1,0 1 0,0 0-1,-1-1 1,1 1 0,0 0-1,0-1 1,0 1 0,0-1-1,0 1 1,0-1 0,0 0-1,0 1 1,0-1 0,0 0-1,0 0 1,0 0 0,1 0-1,-1 0 1,0 0 0,0 0-1,0 0 1,0 0 0,1-1-1,3 1-11,0-1 0,0 1 0,0-1 0,0 0 0,-1-1 0,1 1 0,7-4 0,-6 1-29,0-1-1,0 0 1,-1 0-1,1 0 1,-1-1-1,0 0 1,0 0-1,-1 0 1,0-1-1,0 0 1,-1 1-1,1-1 1,-1 0-1,-1-1 1,1 1-1,1-13 1,1-7-621,-1 0 0,-1 0 0,-1-37-1,-2 63 581,0-1-1,0 1 0,0 0 0,0 0 1,0 0-1,0 0 0,-1 0 1,1 0-1,0 0 0,-1 0 0,1 0 1,-1 0-1,1 0 0,-1 0 0,1 0 1,-1 0-1,0 0 0,0 0 0,1 0 1,-1 1-1,0-1 0,0 0 0,0 0 1,0 1-1,0-1 0,0 1 0,0-1 1,0 1-1,0-1 0,0 1 0,0 0 1,-1-1-1,0 1-269,0 0 0,1 0 0,-1 0 1,0 0-1,0 0 0,1 0 0,-1 1 0,1-1 1,-1 1-1,0-1 0,1 1 0,-1-1 0,1 1 0,-1 0 1,1 0-1,-1 0 0,1 0 0,0 0 0,-1 0 1,1 0-1,0 0 0,-1 2 0,-11 15-5836</inkml:trace>
</inkml:ink>
</file>

<file path=ppt/ink/ink2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1.986"/>
    </inkml:context>
    <inkml:brush xml:id="br0">
      <inkml:brushProperty name="width" value="0.025" units="cm"/>
      <inkml:brushProperty name="height" value="0.025" units="cm"/>
    </inkml:brush>
  </inkml:definitions>
  <inkml:trace contextRef="#ctx0" brushRef="#br0">1 0 1800</inkml:trace>
</inkml:ink>
</file>

<file path=ppt/ink/ink2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2.503"/>
    </inkml:context>
    <inkml:brush xml:id="br0">
      <inkml:brushProperty name="width" value="0.025" units="cm"/>
      <inkml:brushProperty name="height" value="0.025" units="cm"/>
    </inkml:brush>
  </inkml:definitions>
  <inkml:trace contextRef="#ctx0" brushRef="#br0">1 39 1800,'139'-13'5242,"-99"7"7832,-17 5-8992,-14 19-3144,-8-16-661,2 9 211,0 1-1,-1-1 0,0 1 0,-1-1 1,0 22-1,20-46-1106,1-7 428,2 2 1,0 1-1,1 0 0,1 2 0,30-13 1,-55 28 187,19 38 674,-18-36-681,0 0 0,0 0 0,0 0 0,1 0 0,-1 0 0,0-1 0,1 1 0,0-1 0,-1 0 0,1 1 0,0-1 0,0 0 0,0-1 0,0 1 0,0 0 0,0-1 0,-1 0 0,1 0 0,0 0 0,0 0 0,0 0 0,0 0 0,0-1-1,0 1 1,5-2 0,0-1-88,1 0-1,-1-1 0,1 1 0,-1-1 0,0-1 0,12-8 1,-19 12 209,0 1 0,0-1 0,-1 1 0,1-1 0,0 1 0,0 0 0,0-1 0,0 1 0,0 0-1,0 0 1,0 0 0,0 0 0,0 0 0,0 0 0,0 0 0,0 0 0,0 0 0,0 0 0,0 0 0,0 1 0,0-1 0,0 0 0,0 1 0,-1-1 0,1 1 0,0-1 0,0 1 0,1 1 0,25 24-374,-8-7 302,11-5-1392,1-9-4569,-23-5 92</inkml:trace>
</inkml:ink>
</file>

<file path=ppt/ink/ink2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2.766"/>
    </inkml:context>
    <inkml:brush xml:id="br0">
      <inkml:brushProperty name="width" value="0.025" units="cm"/>
      <inkml:brushProperty name="height" value="0.025" units="cm"/>
    </inkml:brush>
  </inkml:definitions>
  <inkml:trace contextRef="#ctx0" brushRef="#br0">135 1 1800,'0'0'22169,"-10"27"-20052,-5 13-1494,-1 2 344,-19 75 0,14-24-249,-10 102 0,24-74-8442,7-192-2292,0 26 4014</inkml:trace>
</inkml:ink>
</file>

<file path=ppt/ink/ink2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3.015"/>
    </inkml:context>
    <inkml:brush xml:id="br0">
      <inkml:brushProperty name="width" value="0.025" units="cm"/>
      <inkml:brushProperty name="height" value="0.025" units="cm"/>
    </inkml:brush>
  </inkml:definitions>
  <inkml:trace contextRef="#ctx0" brushRef="#br0">0 190 1632,'0'0'8950,"20"-29"-4177,65-86-1885,-82 111-2505,1-1 1,0 0 0,0 1-1,0 0 1,0 0 0,1 0 0,-1 1-1,10-6 1,-12 8-206,0 0-1,0 1 1,1-1-1,-1 1 1,0 0-1,0-1 1,0 1 0,1 0-1,-1 0 1,0 1-1,0-1 1,4 1-1,11 1 964,-15-2-1074,0 0 0,0 1-1,0-1 1,0 1 0,1-1-1,-2 1 1,1 0 0,0 0-1,0 0 1,0 0-1,0 0 1,-1 0 0,1 1-1,0-1 1,-1 0 0,1 1-1,-1 0 1,0-1 0,1 1-1,-1 0 1,0-1-1,0 1 1,0 0 0,0 0-1,0 0 1,-1 0 0,1 0-1,-1 0 1,1 0 0,-1 0-1,0 0 1,1 1 0,-1-1-1,-1 3 1,2-1-35,-1 0 0,0 0 0,0 0 1,-1 0-1,1 0 0,-1 0 0,0 0 1,0 0-1,0-1 0,0 1 0,-1 0 0,0 0 1,0-1-1,0 1 0,0-1 0,0 0 1,-1 1-1,-4 3 0,-3 1-7,0-2 0,-1 0 0,0 0 0,0-1-1,0 0 1,-16 4 0,-38 6-3173,62-14 724,16-1-7161</inkml:trace>
</inkml:ink>
</file>

<file path=ppt/ink/ink2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3.420"/>
    </inkml:context>
    <inkml:brush xml:id="br0">
      <inkml:brushProperty name="width" value="0.025" units="cm"/>
      <inkml:brushProperty name="height" value="0.025" units="cm"/>
    </inkml:brush>
  </inkml:definitions>
  <inkml:trace contextRef="#ctx0" brushRef="#br0">227 16 1688,'0'0'23761,"-30"-3"-22691,-92-9-389,117 12-623,1 0 0,-1 0 0,1 0-1,-1 0 1,1 1 0,-1 0-1,-6 1 1,-1 10 145,9-7-137,0-1-51,1 1 1,0 0-1,0-1 0,0 1 0,1 0 0,0 0 0,0 0 0,0 0 1,0 1-1,1-1 0,0 0 0,0 0 0,1 5 0,-1-1-92,2-8 53,0 0-1,0 0 1,1 0-1,-1 0 1,0 0 0,0 0-1,1-1 1,-1 1 0,1-1-1,-1 0 1,0 0-1,1 1 1,-1-2 0,1 1-1,4-1 1,-3 1-2,18 1-48,-16 0 71,0-1 0,0 1 1,0-1-1,0 0 0,0 0 0,0-1 1,0 0-1,0 0 0,-1 0 1,1-1-1,0 0 0,-1 0 1,1-1-1,-1 1 0,1-1 1,5-4-1,-9 7 123,-1 1 0,1 0-1,-1-1 1,1 1 0,-1 0 0,1 0 0,-1 0 0,0 0 0,1 0-1,-1 0 1,0 0 0,0 1 0,0-1 0,0 0 0,0 1 0,0-1 0,0 1-1,0 1 1,30 28-4041,10-17-4872,-27-11 1902</inkml:trace>
</inkml:ink>
</file>

<file path=ppt/ink/ink2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3.700"/>
    </inkml:context>
    <inkml:brush xml:id="br0">
      <inkml:brushProperty name="width" value="0.025" units="cm"/>
      <inkml:brushProperty name="height" value="0.025" units="cm"/>
    </inkml:brush>
  </inkml:definitions>
  <inkml:trace contextRef="#ctx0" brushRef="#br0">20 229 1856,'0'0'23497,"-3"11"-22451,2-8-962,-3 11 217,1-1 1,0 1 0,1 0 0,-1 18-1,3-31-65,0-4-140,-1-63-366,3-91-935,-1 149 1122,0 1-1,0 0 0,1 0 0,0 0 0,0 0 0,1 1 0,-1-1 0,5-6 0,16-12-2279,-21 23 1716,1 1-1,-1 0 0,0 0 0,0 0 0,1 0 1,-1 0-1,1 1 0,-1-1 0,1 1 0,-1-1 1,5 1-1,5 0-4443</inkml:trace>
</inkml:ink>
</file>

<file path=ppt/ink/ink2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3.931"/>
    </inkml:context>
    <inkml:brush xml:id="br0">
      <inkml:brushProperty name="width" value="0.025" units="cm"/>
      <inkml:brushProperty name="height" value="0.025" units="cm"/>
    </inkml:brush>
  </inkml:definitions>
  <inkml:trace contextRef="#ctx0" brushRef="#br0">58 0 2617,'0'0'24933,"-58"61"-24581,58-51-272,0-4-64,0-3-16,0 1-448,0-1-616,0 0-2801,0 0-200</inkml:trace>
</inkml:ink>
</file>

<file path=ppt/ink/ink2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4.133"/>
    </inkml:context>
    <inkml:brush xml:id="br0">
      <inkml:brushProperty name="width" value="0.025" units="cm"/>
      <inkml:brushProperty name="height" value="0.025" units="cm"/>
    </inkml:brush>
  </inkml:definitions>
  <inkml:trace contextRef="#ctx0" brushRef="#br0">97 27 10290,'0'0'14395,"-90"-26"-14883,84 39-768,6 19-689,0 0-975,0-13-3089</inkml:trace>
</inkml:ink>
</file>

<file path=ppt/ink/ink2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4.508"/>
    </inkml:context>
    <inkml:brush xml:id="br0">
      <inkml:brushProperty name="width" value="0.025" units="cm"/>
      <inkml:brushProperty name="height" value="0.025" units="cm"/>
    </inkml:brush>
  </inkml:definitions>
  <inkml:trace contextRef="#ctx0" brushRef="#br0">46 1 2881,'127'144'3142,"-113"-122"4525,-14-22-7564,0 1 0,0-1 0,0 0-1,1 1 1,-1-1 0,0 0 0,0 0-1,0 1 1,0-1 0,0 0 0,0 1-1,0-1 1,-1 0 0,1 1 0,0-1 0,0 0-1,0 0 1,0 1 0,0-1 0,0 0-1,0 0 1,-1 1 0,1-1 0,0 0-1,0 0 1,0 1 0,-1-1 0,1 0-1,0 0 1,0 0 0,-1 0 0,1 1 0,0-1-1,0 0 1,-1 0 0,-25-2 2448,23 2-1441,-15-1 559,11 1-1193,1 0-1,-1 0 1,1 0 0,-1 0-1,1 1 1,-12 3 0,16-3-473,0 0-1,1 0 1,-1 0 0,0 0-1,1 0 1,-1 1 0,1-1-1,-1 0 1,1 1 0,0-1 0,0 1-1,0-1 1,-1 1 0,1-1-1,1 1 1,-1 0 0,0 0-1,0 0 1,1-1 0,-1 1 0,1 0-1,-1 0 1,1 0 0,0 0-1,0 0 1,0 0 0,0 0 0,0 2-1,1-1-85,-1 1-1,1 0 0,0 0 0,0-1 1,0 1-1,0 0 0,1-1 1,-1 1-1,1-1 0,0 1 1,0-1-1,4 4 0,-4-5 63,0 1 0,0-1 0,-1 1-1,1 0 1,0 0 0,-1 0 0,0-1-1,0 1 1,0 0 0,0 1 0,0-1 0,0 0-1,-1 0 1,1 0 0,-1 0 0,0 0-1,0 1 1,0-1 0,-1 0 0,0 5 0,-1-6 43,1 0 1,0 0-1,-1 0 1,0 0 0,1-1-1,-1 1 1,0 0 0,0-1-1,0 0 1,0 1-1,0-1 1,0 0 0,0 0-1,0 0 1,0 0 0,-1-1-1,1 1 1,0 0-1,-1-1 1,1 0 0,0 0-1,-5 1 1,3-1-110,1 0 0,0 1 0,0-1 1,0 1-1,0 0 0,0 0 0,0 0 0,0 1 0,0-1 1,-4 3-1,6-2-548</inkml:trace>
</inkml:ink>
</file>

<file path=ppt/ink/ink2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35.194"/>
    </inkml:context>
    <inkml:brush xml:id="br0">
      <inkml:brushProperty name="width" value="0.025" units="cm"/>
      <inkml:brushProperty name="height" value="0.025" units="cm"/>
    </inkml:brush>
  </inkml:definitions>
  <inkml:trace contextRef="#ctx0" brushRef="#br0">85 107 10962,'0'0'16396,"-13"15"-15971,-43 48-269,54-60-149,0 0 1,0 0-1,1 0 0,-1 0 0,1 0 0,0 0 0,0 0 1,0 0-1,0 0 0,0 1 0,1-1 0,-1 0 1,1 1-1,0-1 0,0 0 0,1 5 0,-1-7-18,0 0 1,0 0-1,0 0 0,0 0 0,0 0 1,1 0-1,-1 0 0,0 0 0,1 0 1,-1 0-1,1 0 0,-1 0 0,1 0 1,-1-1-1,1 1 0,0 0 0,-1 0 1,1-1-1,0 1 0,0 0 0,-1-1 1,1 1-1,0 0 0,0-1 0,0 1 1,0-1-1,0 0 0,0 1 0,0-1 1,0 0-1,0 1 0,0-1 0,0 0 1,0 0-1,0 0 0,0 0 0,0 0 1,1 0-1,-1-1-7,0 1 0,0-1 0,0 0 0,1 1 0,-1-1 0,0 0 0,0 0 0,0 0 0,0 0 0,0 0 0,-1 0 0,1 0 0,0 0 0,0 0 0,-1 0 0,1-1 0,-1 1 0,1 0 0,-1 0 0,1-1 0,-1 1 0,1-2 0,4-35-549,-5 27 345,2-122-2018,-3 76 1657,1 55 405,14 2 110,-1 1-1,0 0 0,0 1 0,0 0 1,0 1-1,0 0 0,-1 1 1,1 1-1,-1 0 0,0 1 0,0 0 1,-1 1-1,0 0 0,0 0 1,-1 1-1,12 11 0,-20-17 154,0 1 0,1 0 0,-1-1 0,0 1 0,0 0 1,0 0-1,-1 0 0,1 0 0,-1 0 0,0 0 0,0 1 0,0-1 0,0 0 0,0 1 0,-1-1 0,1 1 0,-1-1 1,0 0-1,0 1 0,0-1 0,-1 5 0,-1-2 73,0 0 1,-1 0-1,0-1 0,1 0 1,-2 1-1,1-1 1,-1 0-1,1 0 0,-1-1 1,-8 7-1,11-9-143,11-3-108,9-3 79,0-2 0,-1 0 0,0-1 1,25-13-1,-10 5-118,-2 1 31,98-38 97,-128 53 96,-1-1 0,1 0 0,-1 0 0,1 1 0,-1-1 0,1 0 0,-1 0 0,1 1 0,-1-1 0,0 1 0,1-1 0,-1 0 0,1 1 0,-1-1 0,0 1 0,1-1 0,-1 1 0,0-1 0,0 1 0,1-1 0,-1 1 0,0-1 0,0 1 0,0 0 0,0-1 0,1 1 0,-1-1 0,0 1 0,0-1 0,0 1 0,0 0 0,-1-1 0,1 1 0,0-1 0,0 1 0,0-1 0,0 1 0,-1-1 0,1 1 0,0-1 0,-1 2 0,-5 28 582,5-22-559,-1 0-1,2 1 1,-1-1-1,1 0 1,1 9-1,-2 35-1549,-10-24-3258,-6-9-1684</inkml:trace>
</inkml:ink>
</file>

<file path=ppt/ink/ink2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1.384"/>
    </inkml:context>
    <inkml:brush xml:id="br0">
      <inkml:brushProperty name="width" value="0.025" units="cm"/>
      <inkml:brushProperty name="height" value="0.025" units="cm"/>
    </inkml:brush>
  </inkml:definitions>
  <inkml:trace contextRef="#ctx0" brushRef="#br0">103 163 1672,'0'0'16817,"-15"24"-14109,7-10-2392,-47 103 1630,50-102-1799,0 0 0,1 1 0,0-1-1,2 1 1,-1 0 0,1 20 0,4-35-146,0 0 1,0 0-1,0-1 1,0 1 0,0 0-1,1-1 1,-1 0 0,0 1-1,0-1 1,0 0-1,0 0 1,0 0 0,1-1-1,2 0 1,1 1 14,11-1-1,0 0 0,1-2 0,-1 0 1,-1-1-1,1-1 0,0 0 0,-1-1 1,0-1-1,-1-1 0,0 0 0,0-1 0,0 0 1,15-14-1,-30 23-16,0-1 0,1 1 0,-1-1 0,1 1 0,-1 0 0,1-1 0,0 1 0,-1 0 0,1-1-1,-1 1 1,1 0 0,0 0 0,-1-1 0,1 1 0,-1 0 0,1 0 0,0 0 0,-1 0 0,1 0 0,0 0 0,-1 0 0,1 0 0,0 0 0,-1 0 0,1 0 0,0 0 0,-1 1 0,1-1 0,0 0-1,-1 0 1,1 1 0,-1-1 0,1 0 0,0 2 0,20 20-85,-4-2 42,-9-15 15,0 0-1,0-1 1,0 0-1,0 0 1,1-1-1,-1 0 1,1 0-1,0-1 1,17 2 0,-21-3 13,0-1 0,1 0 1,-1 0-1,0 0 1,0-1-1,1 0 1,-1 0-1,0 0 1,0-1-1,0 1 1,0-1-1,0 0 1,0-1-1,-1 1 1,1-1-1,-1 0 1,0 0-1,5-5 1,7-10 87,-1 0 0,0-1-1,-2-1 1,0 0 0,-2-1 0,0-1 0,-1 0 0,-1 0 0,-1 0-1,-2-1 1,0 0 0,-1-1 0,-1 0 0,-1 1 0,-1-1 0,-2-26-1,0 49-62,-1 0 0,1 1 0,-1-1 0,1 1 0,0-1 0,-1 0 0,1 1 0,-1-1 0,1 1 0,-1 0 0,0-1 0,1 1 0,-1-1 0,1 1 0,-1 0 0,0-1 0,1 1 0,-1 0-1,0 0 1,1 0 0,-1-1 0,0 1 0,1 0 0,-1 0 0,0 0 0,0 0 0,1 0 0,-1 0 0,0 0 0,1 0 0,-1 1 0,0-1 0,1 0 0,-2 1 0,-26 8-789,25-5 512,0-1 1,1 1 0,-1 0 0,1 0 0,0 0 0,0 0 0,1 0 0,-1 1-1,1-1 1,0 0 0,0 1 0,1-1 0,-1 6 0,-1 3-748,-4 36-4559,4-3-2275</inkml:trace>
</inkml:ink>
</file>

<file path=ppt/ink/ink2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1.957"/>
    </inkml:context>
    <inkml:brush xml:id="br0">
      <inkml:brushProperty name="width" value="0.025" units="cm"/>
      <inkml:brushProperty name="height" value="0.025" units="cm"/>
    </inkml:brush>
  </inkml:definitions>
  <inkml:trace contextRef="#ctx0" brushRef="#br0">60 225 2681,'0'0'22098,"-10"0"-21845,4-1-234,5 1-17,0-1 1,-1 1-1,1 0 1,0-1-1,-1 1 0,1 0 1,-1 0-1,1 0 1,0 0-1,-1 0 0,1 0 1,0 1-1,-1-1 1,1 0-1,-1 1 0,1-1 1,0 1-1,0-1 1,-1 1-1,1-1 0,0 1 1,0 0-1,0 0 1,0 0-1,0 0 0,0 0 1,0 0-1,0 0 0,0 0 1,0 0-1,0 0 1,1 0-1,-1 1 0,0-1 1,1 0-1,-1 0 1,1 1-1,0-1 0,-1 0 1,1 1-1,0-1 1,0 1-1,0-1 0,0 0 1,0 1-1,0-1 1,0 0-1,0 1 0,1 1 1,-1 6 53,-1-5-85,1 1 1,0-1-1,1 0 1,-1 0-1,1 0 0,-1 1 1,3 5-1,-2-9 24,-1 0 0,1-1 1,-1 1-1,1 0 0,0-1 0,0 1 0,-1 0 1,1-1-1,0 1 0,0-1 0,0 1 0,0-1 0,-1 1 1,1-1-1,0 0 0,0 1 0,0-1 0,0 0 1,0 0-1,0 0 0,0 0 0,0 0 0,0 0 0,0 0 1,0 0-1,0 0 0,0 0 0,0 0 0,0-1 1,0 1-1,0 0 0,0-1 0,0 1 0,-1 0 0,1-1 1,0 0-1,0 1 0,0-1 0,0 0 0,8-4-14,-2 0 0,1 0 0,0 0 0,-1-1 0,0 0 0,-1 0 0,1-1 0,-1 0 0,-1 0 0,10-15 0,-1-4-66,-1 1-1,10-31 1,-16 39 78,-6 17-1,0-1-1,0 1 1,0-1 0,0 1-1,0-1 1,0 1 0,1 0-1,-1-1 1,0 1-1,0 0 1,0 0 0,1 0-1,-1 0 1,0 0 0,0 0-1,1 0 1,-1 1-1,0-1 1,0 0 0,0 1-1,0-1 1,1 0 0,-1 1-1,2 1 1,9 9 85,0 0-1,-1 1 1,0 0 0,10 15 0,-12-14 1,1 0 1,1-1 0,0 0 0,13 10-1,-18-25 354,-4-11-284,-1-23-165,-1 30 53,0-172-480,0 178 181,1 0-1,-1 0 1,1 0 0,-1 0 0,1 0-1,0 0 1,-1 0 0,1 0 0,0 1-1,0-1 1,0 0 0,0 1-1,-1-1 1,1 0 0,0 1 0,0-1-1,0 1 1,0-1 0,0 1 0,0 0-1,1 0 1,-1-1 0,0 1-1,0 0 1,0 0 0,0 0 0,0 0-1,2 0 1,15 0-5812</inkml:trace>
</inkml:ink>
</file>

<file path=ppt/ink/ink2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2.317"/>
    </inkml:context>
    <inkml:brush xml:id="br0">
      <inkml:brushProperty name="width" value="0.025" units="cm"/>
      <inkml:brushProperty name="height" value="0.025" units="cm"/>
    </inkml:brush>
  </inkml:definitions>
  <inkml:trace contextRef="#ctx0" brushRef="#br0">189 0 2513,'0'0'21388,"-27"7"-20741,-82 20-312,105-26-298,-1 1 1,1-1 0,0 1-1,0-1 1,0 1 0,0 0-1,0 1 1,0-1 0,-6 6-1,9-7-69,1 0 0,-1-1 0,1 1 0,-1 0-1,1-1 1,-1 1 0,1 0 0,0-1 0,-1 1-1,1 0 1,0 0 0,0 0 0,-1-1 0,1 1-1,0 0 1,0 0 0,0 0 0,0-1 0,0 1-1,0 0 1,0 0 0,1 0 0,-1 0 0,0-1-1,0 1 1,1 0 0,-1 0 0,0-1 0,1 2-1,3 2-124,-1 0-1,1-1 0,-1 1 0,1-1 1,0 0-1,1 0 0,-1 0 0,0-1 0,7 3 1,-5-1 125,1-1 0,-1 1 0,0 0 1,0 0-1,-1 1 0,1 0 1,-1 0-1,0 0 0,6 9 1,-10-12 33,0-1 0,0 1 0,0 0 0,0 0 0,0-1 1,-1 1-1,1 0 0,-1 0 0,1 0 0,-1 0 0,0-1 1,0 1-1,1 0 0,-1 0 0,-1 0 0,1 0 0,0 0 1,0 0-1,-1 0 0,1 0 0,-1-1 0,1 1 0,-1 0 1,0 0-1,0-1 0,0 1 0,0 0 0,0-1 0,0 1 1,0-1-1,-1 1 0,1-1 0,0 0 0,-1 1 0,1-1 1,-1 0-1,0 0 0,1 0 0,-1 0 0,-2 1 0,-11 6-380,-14 10-5700,22-15 1009</inkml:trace>
</inkml:ink>
</file>

<file path=ppt/ink/ink2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2.594"/>
    </inkml:context>
    <inkml:brush xml:id="br0">
      <inkml:brushProperty name="width" value="0.025" units="cm"/>
      <inkml:brushProperty name="height" value="0.025" units="cm"/>
    </inkml:brush>
  </inkml:definitions>
  <inkml:trace contextRef="#ctx0" brushRef="#br0">126 0 2833,'0'0'18776,"-17"32"-16968,-52 104-493,61-119-1075,2 0-1,0 1 1,1-1-1,0 2 1,2-1-1,0 0 1,1 0 0,1 1-1,1-1 1,2 23-1,-1 10-294,0-50-10,-1 0 0,0-1 0,0 1-1,1 0 1,-1-1 0,1 1 0,-1 0-1,0-1 1,1 1 0,-1-1 0,1 1-1,0-1 1,-1 1 0,1-1 0,-1 1-1,1-1 1,0 1 0,-1-1-1,1 0 1,0 0 0,-1 1 0,1-1-1,0 0 1,-1 0 0,1 0 0,0 0-1,1 1 1,31 2-1755,-22-2 841,-1 0 285,54 4-7199,-32-5-1389</inkml:trace>
</inkml:ink>
</file>

<file path=ppt/ink/ink2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2.734"/>
    </inkml:context>
    <inkml:brush xml:id="br0">
      <inkml:brushProperty name="width" value="0.025" units="cm"/>
      <inkml:brushProperty name="height" value="0.025" units="cm"/>
    </inkml:brush>
  </inkml:definitions>
  <inkml:trace contextRef="#ctx0" brushRef="#br0">1 6 5817,'0'0'14483,"167"-6"-14123,-39 12-360,-25 10-2136,-7-9-4305</inkml:trace>
</inkml:ink>
</file>

<file path=ppt/ink/ink2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3.027"/>
    </inkml:context>
    <inkml:brush xml:id="br0">
      <inkml:brushProperty name="width" value="0.025" units="cm"/>
      <inkml:brushProperty name="height" value="0.025" units="cm"/>
    </inkml:brush>
  </inkml:definitions>
  <inkml:trace contextRef="#ctx0" brushRef="#br0">315 1 13275,'0'0'15059,"-135"195"-14099,110-140-264,-1 0-424,0-4-200,14-6-72,-1-3-80,0-10-280,0-7-504,7-6-736,-14-6-865,8-9-1888,-1-4-2096</inkml:trace>
</inkml:ink>
</file>

<file path=ppt/ink/ink2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3.311"/>
    </inkml:context>
    <inkml:brush xml:id="br0">
      <inkml:brushProperty name="width" value="0.025" units="cm"/>
      <inkml:brushProperty name="height" value="0.025" units="cm"/>
    </inkml:brush>
  </inkml:definitions>
  <inkml:trace contextRef="#ctx0" brushRef="#br0">1 44 200,'0'0'17213,"32"-7"-14243,103-21-680,-120 25-1922,-1 1-1,1 0 1,-1 1 0,1 1 0,-1 0 0,1 1 0,20 4-1,-26-3-229,0 1-1,0 1 1,0 0-1,-1 0 1,0 0-1,0 1 0,0 1 1,0-1-1,9 10 1,-14-11-174,0 0 1,-1 0 0,1 1-1,-1-1 1,-1 1 0,1-1-1,0 1 1,-1 0-1,0-1 1,0 1 0,-1 0-1,1 0 1,-1 0 0,0 0-1,0-1 1,-1 1 0,1 0-1,-1 0 1,0 0-1,0-1 1,-1 1 0,0 0-1,1-1 1,-5 8 0,-1 2-2801,7-7-2555,0-3 736</inkml:trace>
</inkml:ink>
</file>

<file path=ppt/ink/ink2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3.496"/>
    </inkml:context>
    <inkml:brush xml:id="br0">
      <inkml:brushProperty name="width" value="0.025" units="cm"/>
      <inkml:brushProperty name="height" value="0.025" units="cm"/>
    </inkml:brush>
  </inkml:definitions>
  <inkml:trace contextRef="#ctx0" brushRef="#br0">129 1 12491,'0'0'10074,"-77"118"-14723,57-66-1224,1-11-1969,6-9 5025</inkml:trace>
</inkml:ink>
</file>

<file path=ppt/ink/ink2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4.114"/>
    </inkml:context>
    <inkml:brush xml:id="br0">
      <inkml:brushProperty name="width" value="0.025" units="cm"/>
      <inkml:brushProperty name="height" value="0.025" units="cm"/>
    </inkml:brush>
  </inkml:definitions>
  <inkml:trace contextRef="#ctx0" brushRef="#br0">1 36 1568,'0'0'21674,"0"-8"-19767,6 98 671,-5-90-2589,0 1 0,-1 0 0,1-1-1,0 0 1,0 1 0,-1-1 0,1 1-1,0-1 1,0 0 0,0 0 0,0 1-1,0-1 1,-1 0 0,1 0 0,0 0-1,0 0 1,0 0 0,0 0 0,0 0-1,0-1 1,0 1 0,1 0 0,6-3-108,-1 0 1,1-1 0,0 1-1,-1-1 1,0-1 0,9-6 0,11-7-84,-6 7 126,1-2 97,0 2 0,28-11 0,-49 22 91,0 1 1,0-1 0,0 1-1,0-1 1,0 1 0,0-1-1,0 1 1,-1-1 0,1 1-1,0 0 1,0 0 0,0-1-1,-1 1 1,1 0 0,0 0-1,-1 0 1,1 0 0,-1 0 0,1 0-1,-1 0 1,1 0 0,-1 0-1,0 0 1,1 0 0,-1 0-1,0 0 1,0 0 0,0 2-1,0-2-115,1 1-1,-1-1 1,0 0 0,1 1-1,-1-1 1,1 0-1,-1 1 1,1-1-1,-1 0 1,1 0-1,0 1 1,0-1 0,0 0-1,0 0 1,0 0-1,0 0 1,0 0-1,0 0 1,0 0-1,2 0 1,17-2-153,-1-1-1,1-1 1,-1-1-1,0-1 1,0 0-1,0-1 1,31-16-1,-32 14 83,-11 6-264,12-4 1413,-18 7-1032,-1-1 0,1 1 0,0-1 0,-1 1 1,1 0-1,-1-1 0,0 1 0,1 0 0,-1-1 0,1 1 0,-1 0 0,0 0 1,0-1-1,1 1 0,-1 0 0,0 0 0,0-1 0,0 1 0,0 0 0,0 0 1,0 0-1,0-1 0,0 1 0,0 0 0,-1 1 0,1-1-214,0 1-1,0 0 1,0 0 0,0 0-1,1 0 1,-1 0-1,0 0 1,1 0 0,0 0-1,-1 0 1,1 0-1,0-1 1,0 1 0,0 0-1,0-1 1,0 1 0,0 0-1,0-1 1,1 1-1,-1-1 1,1 0 0,2 3-1,2-2-937,-1 1-1,1-1 1,-1 0-1,1-1 1,0 1 0,7 0-1,-9-1 406,22 2-5899</inkml:trace>
</inkml:ink>
</file>

<file path=ppt/ink/ink2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4.442"/>
    </inkml:context>
    <inkml:brush xml:id="br0">
      <inkml:brushProperty name="width" value="0.025" units="cm"/>
      <inkml:brushProperty name="height" value="0.025" units="cm"/>
    </inkml:brush>
  </inkml:definitions>
  <inkml:trace contextRef="#ctx0" brushRef="#br0">11 81 2881,'0'0'20355,"2"-3"-19307,0 1-929,1 0-1,0 0 1,-1 1 0,1-1-1,0 1 1,0 0 0,0-1-1,0 1 1,0 1 0,1-1-1,-1 0 1,0 1 0,0 0 0,0-1-1,4 2 1,66 0 133,-40 1-124,-32-3-116,0-1 0,0 1 0,0 0 0,-1 0 0,1-1 0,0 1 0,-1 0 0,1-1 0,-1 1 1,1-1-1,-1 1 0,1-1 0,-1 1 0,0-1 0,0 1 0,0-1 0,0 1 0,0-1 0,0 1 0,0-1 0,-1 1 0,1 0 0,0-1 0,-1 1 0,1-1 0,-1 1 0,-1-3 0,-1 2 11,-1-1-1,0 1 1,0-1-1,0 1 0,0 0 1,0 1-1,-1-1 0,1 1 1,0-1-1,-1 1 0,1 1 1,-1-1-1,1 1 1,-1 0-1,-7 0 0,8 0 79,-1 0-1,1 0 0,0 0 0,0 1 1,0-1-1,-1 1 0,1 0 1,0 0-1,0 1 0,0-1 0,1 1 1,-1 0-1,0 0 0,1 0 1,-1 1-1,1-1 0,-4 4 1,3-1-18,1 1 1,0-1-1,1 1 1,-1 0-1,1 0 1,0 0-1,1 0 1,-1 0-1,1 0 1,1 0-1,-1 0 1,1 9-1,0-12-105,0-1 0,0 1 0,0-1 0,1 1 0,-1-1 0,1 1 0,0-1 0,-1 0 0,1 1 0,0-1 0,0 0 0,1 0 0,-1 1 0,0-1-1,1 0 1,-1 0 0,1 0 0,0-1 0,0 1 0,-1 0 0,1-1 0,0 1 0,0-1 0,1 1 0,-1-1 0,0 0 0,0 0 0,1 0 0,-1 0 0,0-1 0,1 1 0,-1-1 0,4 1 0,111 0-3983,-59-3-1410</inkml:trace>
</inkml:ink>
</file>

<file path=ppt/ink/ink2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9.336"/>
    </inkml:context>
    <inkml:brush xml:id="br0">
      <inkml:brushProperty name="width" value="0.025" units="cm"/>
      <inkml:brushProperty name="height" value="0.025" units="cm"/>
    </inkml:brush>
  </inkml:definitions>
  <inkml:trace contextRef="#ctx0" brushRef="#br0">0 99 1856,'0'0'15781,"4"-1"-14469,23-7 398,-25 10-1564,-1 0 0,1 0 1,-1 1-1,0-1 0,1 1 0,-1-1 0,0 1 1,-1-1-1,1 1 0,0 3 0,1 0 102,5 12 269,3 2-124,-2 1-1,-1 0 1,0 0 0,-2 1 0,0-1 0,3 40 0,-9-60-361,1 0 0,-1-1 0,0 1 0,1 0 0,-1-1 0,0 1 0,1 0 1,-1-1-1,0 1 0,0-1 0,1 1 0,-1-1 0,0 0 0,0 1 1,0-1-1,0 0 0,0 1 0,1-1 0,-1 0 0,0 0 0,0 0 1,-2 0-1,3 0-26,-1 1 1,1-1 0,-1 0 0,0 0-1,1 0 1,-1 0 0,0 0-1,1 0 1,-1 0 0,1 0 0,-1 0-1,0 0 1,1-1 0,-1 1 0,0 0-1,1 0 1,-1-1 0,1 1-1,-1 0 1,1 0 0,-1-1 0,1 1-1,-1-1 1,1 1 0,-1-1-1,1 1 1,-1 0 0,1-1 0,0 1-1,-1-1 1,1 0 0,0 1 0,-1-1-1,1 1 1,0-1 0,0 1-1,0-1 1,-1 0 0,1 1 0,0-2-1,-1-8 2,1 0 0,0 0 0,0 0 0,1 0 0,0 0-1,1 0 1,0 0 0,0 0 0,1 0 0,0 1-1,1 0 1,0-1 0,1 1 0,10-15 0,2 5-22,1 0 1,0 1-1,2 1 1,0 1-1,1 1 1,0 0-1,40-19 1,-56 32 16,0 0 0,0 0 1,0 0-1,1 0 0,-1 1 1,1 0-1,0 0 0,-1 0 1,11 1-1,-16 1 4,1-1-1,0 1 1,-1-1-1,1 1 1,0-1 0,-1 1-1,1 0 1,-1-1-1,1 1 1,-1 0-1,0 0 1,1-1 0,-1 1-1,0 0 1,1 0-1,-1 0 1,0 0 0,0-1-1,0 1 1,0 0-1,0 0 1,0 0-1,0 0 1,0 0 0,0 1-1,-1 33 359,1-26-191,1 16 197,-2 0 0,-1 0 0,-1 1 1,-10 41-1,13-67-471,0 0 0,0 1-1,0-1 1,0 1 0,0-1 0,0 1-1,0-1 1,0 0 0,0 1 0,0-1 0,0 1-1,0-1 1,0 0 0,1 1 0,-1-1 0,0 1-1,0-1 1,0 0 0,1 1 0,-1-1 0,0 0-1,0 1 1,1-1 0,-1 0 0,0 0-1,1 1 1,-1-1 0,0 0 0,1 0 0,-1 1-1,0-1 1,1 0 0,-1 0 0,1 0 0,-1 0-1,0 0 1,1 0 0,-1 1 0,1-1 0,-1 0-1,1 0 1,-1 0 0,1-1 0,24 1-4380,-17 0 1605,17 0-7981</inkml:trace>
</inkml:ink>
</file>

<file path=ppt/ink/ink2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49.896"/>
    </inkml:context>
    <inkml:brush xml:id="br0">
      <inkml:brushProperty name="width" value="0.025" units="cm"/>
      <inkml:brushProperty name="height" value="0.025" units="cm"/>
    </inkml:brush>
  </inkml:definitions>
  <inkml:trace contextRef="#ctx0" brushRef="#br0">382 0 1672,'0'0'22146,"-5"2"-20891,1 0-1071,1 0-1,0 0 0,0 0 0,0 0 0,1 1 1,-1-1-1,1 1 0,-1-1 0,1 1 1,0 0-1,0 0 0,0 0 0,0 0 1,0 1-1,1-1 0,-1 0 0,0 5 0,-1 1 36,-1 1 0,2 1 0,-1-1-1,2 0 1,-1 0 0,1 13-1,1-23-259,-2-6-300,0 0 85,0 0 1,1 0-1,0-1 1,-1-10-1,2 10 91,-1-1 0,0 1 0,-1-1 0,1 1-1,-4-9 1,4 15 128,0-1-1,0 0 0,0 1 0,0-1 0,0 1 1,0-1-1,0 1 0,0-1 0,-1 1 1,1 0-1,-1 0 0,1 0 0,-1 0 1,1 0-1,-1 0 0,0 0 0,1 0 1,-1 0-1,0 1 0,0-1 0,1 1 1,-1-1-1,0 1 0,0 0 0,-2 0 1,-12-2-84,0 2 1,-1 0 0,1 1-1,-16 3 1,24-2 167,0 0 0,1 0 0,0 1 0,-1 0 0,1 0 0,0 1-1,1 0 1,-1 0 0,1 0 0,-10 9 0,10-7-5,-1-1-1,1 1 1,0 0-1,1 1 1,0 0 0,0-1-1,0 2 1,1-1-1,0 0 1,0 1-1,1 0 1,0 0-1,0 0 1,1 0 0,0 0-1,1 1 1,0-1-1,0 0 1,0 1-1,1-1 1,1 1-1,-1-1 1,1 1 0,3 8-1,-3-14-65,0 0 1,0 0-1,0 0 0,1 0 0,0-1 1,-1 1-1,1 0 0,0 0 1,0-1-1,1 0 0,-1 1 0,0-1 1,1 0-1,0 0 0,-1 0 0,1 0 1,0-1-1,0 1 0,0-1 0,0 0 1,0 1-1,0-2 0,0 1 0,7 1 1,8 1-478,0-1 0,1-1 0,24-1 1,-23 0-289,0 0-381,-1 0 0,0-2 0,0 0-1,0-1 1,27-8 0,12-13-4477</inkml:trace>
</inkml:ink>
</file>

<file path=ppt/ink/ink2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0.239"/>
    </inkml:context>
    <inkml:brush xml:id="br0">
      <inkml:brushProperty name="width" value="0.025" units="cm"/>
      <inkml:brushProperty name="height" value="0.025" units="cm"/>
    </inkml:brush>
  </inkml:definitions>
  <inkml:trace contextRef="#ctx0" brushRef="#br0">106 92 1792,'0'0'22372,"-11"0"-21093,4 0-1124,2-1-48,1 1-1,-1 0 1,1 1 0,0-1 0,-1 1 0,1 0-1,-6 1 1,8-1-67,1 0-1,-1 0 0,1-1 1,-1 1-1,1 0 1,0 0-1,-1 1 1,1-1-1,0 0 1,0 0-1,0 0 0,0 1 1,0-1-1,0 1 1,0-1-1,0 1 1,1-1-1,-1 1 1,1-1-1,-1 1 0,1 0 1,-1-1-1,1 1 1,0 0-1,0-1 1,0 1-1,0 3 1,0 87 608,0-92-650,0 0 1,0 1-1,0-1 1,0 0 0,0 1-1,0-1 1,0 0-1,0 1 1,0-1-1,0 0 1,0 0 0,0 1-1,0-1 1,1 0-1,-1 1 1,0-1 0,0 0-1,0 0 1,0 1-1,1-1 1,-1 0-1,0 0 1,0 1 0,0-1-1,1 0 1,-1 0-1,0 0 1,0 1-1,1-1 1,-1 0 0,0 0-1,1 0 1,-1 0-1,0 0 1,0 0 0,1 0-1,-1 0 1,0 0-1,1 0 1,-1 0-1,0 0 1,1 0 0,17-7 25,15-17 22,-24 13-95,0 0 1,-1 0-1,0-1 1,12-23-1,-17 30 28,-1 0 0,0-1 0,0 1 0,0-1 0,0 0 0,-1 1 0,0-1 0,0 0 0,-1 0-1,1 0 1,-1 0 0,-1 0 0,1 1 0,-3-11 0,2 14 9,-1 0 0,1 0 0,-1 0 0,0 0 0,0 0 0,1 0 0,-2 0 0,1 0 0,0 1 0,0-1 0,0 1 0,-1 0 0,1 0-1,0-1 1,-1 1 0,1 1 0,-1-1 0,0 0 0,1 1 0,-1-1 0,0 1 0,1 0 0,-6 0 0,-65 2-1626,72-2 1466,0 0-1,0 1 1,0-1 0,0 1-1,0-1 1,0 1-1,0 0 1,0-1 0,1 1-1,-1 0 1,0 0-1,0-1 1,1 1 0,-1 0-1,1 0 1,-1 0-1,0 0 1,1 0 0,0 0-1,-1 0 1,1 0-1,0 0 1,-1 0-1,1 0 1,0 0 0,0 0-1,0 0 1,0 0-1,0 0 1,0 0 0,0 0-1,0 0 1,1 1-1,-1-1 1,0 0 0,1 1-1,0 9-3145,-1 5-1895</inkml:trace>
</inkml:ink>
</file>

<file path=ppt/ink/ink2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0.409"/>
    </inkml:context>
    <inkml:brush xml:id="br0">
      <inkml:brushProperty name="width" value="0.025" units="cm"/>
      <inkml:brushProperty name="height" value="0.025" units="cm"/>
    </inkml:brush>
  </inkml:definitions>
  <inkml:trace contextRef="#ctx0" brushRef="#br0">0 1 1776</inkml:trace>
</inkml:ink>
</file>

<file path=ppt/ink/ink2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0.919"/>
    </inkml:context>
    <inkml:brush xml:id="br0">
      <inkml:brushProperty name="width" value="0.025" units="cm"/>
      <inkml:brushProperty name="height" value="0.025" units="cm"/>
    </inkml:brush>
  </inkml:definitions>
  <inkml:trace contextRef="#ctx0" brushRef="#br0">0 26 1776,'193'0'1694,"-155"-5"14132,-38 9-11206,0 102-514,0-105-4123,4-34-976,-1 25 948,1 1 0,0-1 0,1 1-1,0 0 1,0 1 0,1-1 0,-1 1-1,1 0 1,0 1 0,1-1 0,0 1-1,0 1 1,0-1 0,15-6 0,-3 67 1972,-18-53-1923,1-1-1,-1 1 1,0-1 0,1 1 0,-1-1 0,1 0-1,0 0 1,0 0 0,0 0 0,0 0 0,0 0-1,0 0 1,0-1 0,1 1 0,-1-1 0,0 0-1,1 1 1,-1-1 0,6 1 0,-4-1-32,1-1 1,0 1-1,0-1 1,0 0-1,0 0 1,-1-1-1,1 1 1,0-1-1,0 0 1,7-3-1,0 0-46,0-1-1,-1-1 1,1 0-1,-1 0 0,-1-1 1,1 0-1,17-17 1,-20 14 561,-8 9-444,0 0 0,0 1 0,1-1 0,-1 1 0,0-1 0,1 1 0,-1-1 0,0 1 0,1 0 0,-1-1 0,1 1 0,-1-1-1,1 1 1,-1 0 0,1-1 0,-1 1 0,1 0 0,-1-1 0,1 1 0,-1 0 0,1 0 0,-1 0 0,1 0 0,0-1 0,-1 1 0,1 0 0,-1 0 0,1 0 0,0 0-1,-1 0 1,1 0 0,-1 0 0,1 1 0,0-1 0,-1 0 0,1 0 0,-1 0 0,1 1 0,-1-1 0,1 0 0,-1 1 0,1-1 0,-1 0 0,1 1 0,-1-1-1,1 0 1,-1 1 0,0-1 0,1 1 0,-1-1 0,0 1 0,1 0 0,13 10-359,28 17 1233,-8-20-7408</inkml:trace>
</inkml:ink>
</file>

<file path=ppt/ink/ink2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1.181"/>
    </inkml:context>
    <inkml:brush xml:id="br0">
      <inkml:brushProperty name="width" value="0.025" units="cm"/>
      <inkml:brushProperty name="height" value="0.025" units="cm"/>
    </inkml:brush>
  </inkml:definitions>
  <inkml:trace contextRef="#ctx0" brushRef="#br0">200 1 2593,'0'0'21040,"-7"33"-19129,-26 110-347,-5 92 905,24-166-2371,8-31-263,-2-1 0,-2 0 1,-27 69-1,37-105 58,-1 0 0,1 1 0,-1-1 0,1 0 0,-1 0 0,0 0 0,1 0 1,-1 1-1,0-1 0,0 0 0,0 0 0,0-1 0,0 1 0,0 0 1,0 0-1,0 0 0,0-1 0,0 1 0,0 0 0,-2 0 0,2-2-20,0 1 0,1 0 0,-1 0 1,0-1-1,1 1 0,-1 0 0,0-1 0,1 1 0,-1-1 0,0 1 0,1-1 0,-1 1 0,1-1 0,-1 1 0,1-1 0,-1 0 0,1 1 0,-1-1 0,1 0 0,0 1 0,-1-1 0,1 0 0,0 0 0,-1 0 1,-2-8-1004,1 0 0,0 0 0,0-1 0,-1-15 0,2-16-2859,3-51 0,9 24-948</inkml:trace>
</inkml:ink>
</file>

<file path=ppt/ink/ink2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1.445"/>
    </inkml:context>
    <inkml:brush xml:id="br0">
      <inkml:brushProperty name="width" value="0.025" units="cm"/>
      <inkml:brushProperty name="height" value="0.025" units="cm"/>
    </inkml:brush>
  </inkml:definitions>
  <inkml:trace contextRef="#ctx0" brushRef="#br0">1 239 656,'0'0'2555,"21"-29"999,11-15-2104,15-21 306,5-4 2483,-42 57-4088,9-8 8953,-15 31-4065,-3 8-4824,-1-5-44,0-12-158,1 0 0,-1 1 0,0-1 0,1 0 0,-1 1 1,0-1-1,-1 0 0,1 1 0,0-1 0,-1 0 0,1 1 0,-1-1 0,0 0 0,0 0 0,1 0 0,-2 0 1,1 0-1,0 0 0,0 0 0,-1 0 0,1 0 0,-1 0 0,1-1 0,-1 1 0,0 0 0,1-1 0,-1 0 1,0 1-1,0-1 0,0 0 0,-3 1 0,-10 4-340,10-3-6609,19-2 1027,11-1-490</inkml:trace>
</inkml:ink>
</file>

<file path=ppt/ink/ink2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1.866"/>
    </inkml:context>
    <inkml:brush xml:id="br0">
      <inkml:brushProperty name="width" value="0.025" units="cm"/>
      <inkml:brushProperty name="height" value="0.025" units="cm"/>
    </inkml:brush>
  </inkml:definitions>
  <inkml:trace contextRef="#ctx0" brushRef="#br0">64 65 1584,'0'0'15802,"15"-11"-14112,45-32-179,-45 32-24,-26 11-928,0 1 0,0 0 0,-1 0 1,1 1-1,0 0 0,1 1 0,-15 5 0,22-7-559,-1 1 0,1-1 0,0 1-1,0 0 1,0 0 0,1 0 0,-1 0 0,0 1 0,1-1-1,-1 1 1,1-1 0,0 1 0,0 0 0,0 0 0,0 0 0,1 0-1,-1 0 1,1 0 0,-1 1 0,1-1 0,0 0 0,1 1 0,-1-1-1,1 1 1,-1-1 0,1 6 0,0-8-109,14-1 25,-5-1 102,0 1 1,1-1 0,-1-1-1,0 0 1,0 0 0,0 0-1,-1-1 1,1-1 0,-1 0-1,1 0 1,-1 0 0,0-1-1,-1 0 1,12-10 0,-14 30 1700,-5-12-2099,0 0 0,0 1 0,1-1 1,0 0-1,0 1 0,0-1 0,0 0 0,0 0 0,1 0 0,-1 0 0,1 0 0,0 0 0,2 3 0,0-4-673,0-1 0,0 0 0,-1 0 0,1 0 0,0 0 0,0-1 1,0 1-1,7-1 0,8 0-7700</inkml:trace>
</inkml:ink>
</file>

<file path=ppt/ink/ink2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2.210"/>
    </inkml:context>
    <inkml:brush xml:id="br0">
      <inkml:brushProperty name="width" value="0.025" units="cm"/>
      <inkml:brushProperty name="height" value="0.025" units="cm"/>
    </inkml:brush>
  </inkml:definitions>
  <inkml:trace contextRef="#ctx0" brushRef="#br0">8 186 1800,'0'0'24048,"-1"11"-22829,-5 88 683,6-130-2730,0-7 232,5-56 1,-3 84 553,-1 0 0,1 0 1,1 1-1,0-1 0,0 1 0,1-1 1,0 1-1,0 0 0,1 1 1,12-16-1,-16 22-176,0 1 0,0 0-1,1 0 1,-1 0 0,0 0 0,1 0-1,-1 0 1,1 0 0,-1 1 0,1-1 0,-1 0-1,1 1 1,2-1 0,20-1-7534,-21 2 6723,4 0-5064</inkml:trace>
</inkml:ink>
</file>

<file path=ppt/ink/ink2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2.431"/>
    </inkml:context>
    <inkml:brush xml:id="br0">
      <inkml:brushProperty name="width" value="0.025" units="cm"/>
      <inkml:brushProperty name="height" value="0.025" units="cm"/>
    </inkml:brush>
  </inkml:definitions>
  <inkml:trace contextRef="#ctx0" brushRef="#br0">64 0 2721,'0'0'21500,"-51"61"-20556,51-58-367,0 1-401,0-1-176,-6-3-144,6 6-1745,0 7-511,-7-3-2946,7-4-3487</inkml:trace>
</inkml:ink>
</file>

<file path=ppt/ink/ink2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2.601"/>
    </inkml:context>
    <inkml:brush xml:id="br0">
      <inkml:brushProperty name="width" value="0.025" units="cm"/>
      <inkml:brushProperty name="height" value="0.025" units="cm"/>
    </inkml:brush>
  </inkml:definitions>
  <inkml:trace contextRef="#ctx0" brushRef="#br0">103 1 3065,'0'0'20724,"-103"13"-21692,103 19-1153,0-7-2304,7-2-2216</inkml:trace>
</inkml:ink>
</file>

<file path=ppt/ink/ink2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2.926"/>
    </inkml:context>
    <inkml:brush xml:id="br0">
      <inkml:brushProperty name="width" value="0.025" units="cm"/>
      <inkml:brushProperty name="height" value="0.025" units="cm"/>
    </inkml:brush>
  </inkml:definitions>
  <inkml:trace contextRef="#ctx0" brushRef="#br0">100 1 3937,'97'128'4774,"-96"-127"-4620,-1-1 0,1 1 0,-1-1 0,1 1 0,-1-1 0,1 1 0,-1-1 0,0 1 0,1-1 0,-1 1 0,0-1 0,0 1 0,1 0 0,-1-1 0,0 1 0,0 0 0,0-1 0,0 1 0,0 0 0,0-1 0,0 1 0,0 0 0,0-1 0,0 1 0,0 0 0,0-1 0,-1 1 1,1-1-1,0 1 0,0 0 0,-1-1 0,1 1 0,0-1 0,-1 1 0,1-1 0,0 1 0,-1-1 0,1 1 0,-1-1 0,1 1 0,-1-1 0,1 1 0,-1-1 0,1 0 0,-1 1 0,0-1 0,1 0 0,-1 0 0,0 1 0,1-1 0,-1 0 0,1 0 0,-1 0 0,0 0 0,0 0 0,-44 0 3711,34-1-2752,-103 1 4802,113 0-5922,0 0 0,0 0 0,1 0 0,-1 1 0,0-1 0,0 0 0,1 0 0,-1 1 0,0-1 0,0 1 0,1-1 0,-1 0 0,0 1 0,1-1 0,-1 1 0,1 0 0,-1-1 0,1 1 0,-1-1 0,1 1 1,-1 0-1,1-1 0,-1 1 0,1 0 0,0 0 0,0-1 0,-1 1 0,1 0 0,0 0 0,0-1 0,0 1 0,0 0 0,0 0 0,0 0 0,0-1 0,0 1 0,0 0 0,0 0 0,0 0 0,0-1 0,1 1 0,-1 0 0,0 0 0,0-1 0,1 1 1,-1 0-1,2 1 0,17 36-994,-11-28 835,0 1 0,0-1 0,7 16 0,-13-22 143,0-1 0,0 1 0,-1 0 0,0 0 0,0 0 0,0 0 0,0 0 0,0 1 0,-1-1 0,0 0 0,0 0 0,0 0 0,0 1 0,-2 4 1,2-8 29,-1 0 1,0 0-1,1 0 1,-1 0 0,0 0-1,0 0 1,0 0 0,0 0-1,0 0 1,0-1 0,0 1-1,0 0 1,0-1 0,0 1-1,-1-1 1,1 1-1,0-1 1,0 0 0,0 1-1,-1-1 1,1 0 0,-2 0-1,-32 2-365,33-2 275,1 0-1073,1-10-5450,0-5 1015</inkml:trace>
</inkml:ink>
</file>

<file path=ppt/ink/ink2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7:53.576"/>
    </inkml:context>
    <inkml:brush xml:id="br0">
      <inkml:brushProperty name="width" value="0.025" units="cm"/>
      <inkml:brushProperty name="height" value="0.025" units="cm"/>
    </inkml:brush>
  </inkml:definitions>
  <inkml:trace contextRef="#ctx0" brushRef="#br0">144 121 1616,'0'0'23127,"-19"2"-21904,-60 9-534,77-10-665,0-1 1,-1 1-1,1-1 0,0 1 1,0 0-1,0 0 1,0 0-1,0 0 0,0 0 1,0 0-1,0 1 0,1-1 1,-1 1-1,0-1 1,1 1-1,-1-1 0,1 1 1,0 0-1,-1 0 0,1 0 1,0 0-1,0 0 0,0 0 1,0 2-1,0 2-15,0-1-1,0 1 1,1 0-1,-1-1 1,1 1-1,2 10 1,-1 1-269,32-18 266,-29 0-60,0 0 1,0 0-1,0 0 0,0-1 1,0 0-1,-1 1 1,1-1-1,0-1 1,-1 1-1,0 0 0,0-1 1,0 0-1,0 0 1,0 0-1,0 0 1,-1 0-1,1 0 0,-1-1 1,0 1-1,0-1 1,0 0-1,0 0 1,1-6-1,4-11-435,-1 0 1,0-1-1,1-24 1,-4 30 338,-3 14 135,1 0-1,0-1 1,0 1 0,-1 0 0,1 0 0,0 0 0,1 0 0,-1 0-1,0 1 1,1-1 0,-1 0 0,1 0 0,-1 1 0,1-1-1,0 1 1,-1-1 0,1 1 0,0 0 0,0 0 0,0 0 0,0 0-1,0 0 1,0 0 0,1 1 0,-1-1 0,0 1 0,0-1 0,0 1-1,1 0 1,-1 0 0,0 0 0,0 0 0,1 0 0,-1 0 0,0 1-1,4 0 1,4 1 118,0 0-1,0 1 0,0 0 1,0 0-1,-1 1 0,17 9 1,-15-7-28,-1 0 1,0 1 0,0 1-1,0-1 1,-1 2 0,0-1 0,0 1-1,-1 1 1,-1-1 0,1 1-1,6 14 1,-12-23-69,-1 0 0,1 0 0,-1 0 0,1 0 0,0 0 0,-1 0-1,1 0 1,0-1 0,-1 1 0,1 0 0,0-1 0,0 0 0,0 1 0,0-1 0,0 0 0,-1 0 0,1 0 0,0 0 0,2-1 0,-1 1 2,15-1-138,-1-1-1,1-1 1,-1-1 0,0-1-1,22-8 1,37-9-290,-14 15 1579,-61 9-917,0 1-1,1 0 1,-2 0-1,1 0 0,0 0 1,-1 0-1,1 0 1,-1 0-1,0 0 0,0 0 1,0 0-1,0 0 1,-1 4-1,0 3 210,8 84 650,-7-93-1113,0-1 0,0 0 0,0 0 0,0 1 0,0-1 0,0 0 0,0 1 1,-1-1-1,1 0 0,0 0 0,0 1 0,0-1 0,0 0 0,0 0 0,0 1 0,-1-1 0,1 0 0,0 0 0,0 0 0,0 1 0,-1-1 0,1 0 0,0 0 0,0 0 1,0 0-1,-1 0 0,1 1 0,0-1 0,0 0 0,-1 0 0,1 0 0,0 0 0,-1 0 0,1 0 0,0 0 0,0 0 0,-1 0 0,1 0 0,0 0 0,0 0 0,-1 0 1,1 0-1,-1 0 0,-88 1-5319,39-1-1052</inkml:trace>
</inkml:ink>
</file>

<file path=ppt/ink/ink2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0.697"/>
    </inkml:context>
    <inkml:brush xml:id="br0">
      <inkml:brushProperty name="width" value="0.025" units="cm"/>
      <inkml:brushProperty name="height" value="0.025" units="cm"/>
    </inkml:brush>
  </inkml:definitions>
  <inkml:trace contextRef="#ctx0" brushRef="#br0">0 805 2176,'0'0'6995,"14"-9"-4636,120-279 1151,-17 40-3528,-23 52 1613,-62 133 60,-31 80 1974,10 29-2906,-3-14-346,6 56 269,-4-1 0,-2 123 0,-8-204-630,4 64 57,-4-67-76,0 0 1,1 0-1,-1 0 1,1 0-1,0 0 1,0 0 0,0 0-1,0 0 1,1-1-1,-1 1 1,1 0-1,-1-1 1,1 1-1,0-1 1,0 1 0,0-1-1,0 0 1,4 3-1,-4-4-41,-1 0 0,0 0 0,1-1 0,-1 1-1,0-1 1,1 1 0,-1-1 0,1 0 0,-1 1 0,1-1-1,-1 0 1,1 0 0,-1 0 0,1 0 0,-1 0 0,1 0-1,-1 0 1,1-1 0,-1 1 0,0-1 0,1 1 0,-1-1-1,1 1 1,-1-1 0,0 0 0,1 1 0,-1-1 0,0 0-1,0 0 1,0 0 0,0 0 0,0 0 0,0 0-1,0-1 1,0 1 0,0 0 0,0 0 0,-1-1 0,1 1-1,1-3 1,0-3-772,0 0 0,0 1 0,0-1 0,-1 0 0,0 0 0,0 0 0,-1-9 0,0-3-4776</inkml:trace>
</inkml:ink>
</file>

<file path=ppt/ink/ink2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0.945"/>
    </inkml:context>
    <inkml:brush xml:id="br0">
      <inkml:brushProperty name="width" value="0.025" units="cm"/>
      <inkml:brushProperty name="height" value="0.025" units="cm"/>
    </inkml:brush>
  </inkml:definitions>
  <inkml:trace contextRef="#ctx0" brushRef="#br0">0 37 3073,'0'0'10863,"0"-2"-10637,0 0-1,1 0 1,-1 1-1,0-1 1,1 0-1,-1 0 1,1 0-1,-1 0 1,1 1-1,0-1 1,2-3-1,8 2 13,0 0 0,0 1 0,0 0 0,1 1 0,-1 0 0,1 1 0,-1 0-1,17 3 1,15-1-2742,11-2-7191,-39 0 4039</inkml:trace>
</inkml:ink>
</file>

<file path=ppt/ink/ink2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1.505"/>
    </inkml:context>
    <inkml:brush xml:id="br0">
      <inkml:brushProperty name="width" value="0.025" units="cm"/>
      <inkml:brushProperty name="height" value="0.025" units="cm"/>
    </inkml:brush>
  </inkml:definitions>
  <inkml:trace contextRef="#ctx0" brushRef="#br0">0 146 2481,'0'0'12560,"1"0"-12364,0-1 1,0 0 0,0 1 0,0-1 0,0 1 0,0 0 0,0-1-1,0 1 1,0-1 0,1 1 0,-1 0 0,0 0 0,0 0 0,0 0-1,0 0 1,0 0 0,2 0 0,1 4 74,1 0 0,-1 1-1,0-1 1,0 1 0,0 0 0,4 6 0,23 28 403,-24-33-609,7 7-4,0-1 0,1 0-1,18 11 1,-31-32-22,0-1 0,-1 1 0,0-1 0,-1 1 0,0-12 0,0 18-26,1-14-14,0-1 0,2 1 0,0 0 0,1 0 0,1 0 0,0 0 0,1 1 0,1 0 0,15-27 0,-11 26-159,-8 26-2182,4 15-576,5-3-1005,0-7-775</inkml:trace>
</inkml:ink>
</file>

<file path=ppt/ink/ink2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1.920"/>
    </inkml:context>
    <inkml:brush xml:id="br0">
      <inkml:brushProperty name="width" value="0.025" units="cm"/>
      <inkml:brushProperty name="height" value="0.025" units="cm"/>
    </inkml:brush>
  </inkml:definitions>
  <inkml:trace contextRef="#ctx0" brushRef="#br0">34 34 3105,'0'0'11793,"10"-2"-10577,38-3 288,66 0 1,-113 5-1441,-9-12 241,-4 9-151,-2 1-1,1 0 1,0 1 0,0 0-1,0 1 1,-1 1-1,1 0 1,0 0 0,0 2-1,-14 3 1,25-5-128,-1 0 0,1 0 0,0 0 0,0 0 0,0 0 0,-1 0 0,1 1 0,0-1 0,1 1 0,-1 0 0,0-1 0,0 1 0,1 0 0,-1 0 0,1 0 0,-1 0 0,1 0 0,0 1 0,0-1 0,0 0 0,0 0 0,0 1 0,1-1 0,-1 1 1,1-1-1,-1 1 0,1-1 0,0 1 0,0-1 0,0 0 0,0 1 0,1-1 0,-1 1 0,1 2 0,1 1 19,1 0 0,-1 0 0,1 0-1,0-1 1,0 1 0,1-1 0,0 0 0,0 0 0,0 0 0,0 0 0,1-1 0,6 5 0,3 1-231,0 0-1,0-2 1,1 0 0,0 0 0,1-2-1,31 10 1,3-6-4705,0-6-6008,-36-4 7292</inkml:trace>
</inkml:ink>
</file>

<file path=ppt/ink/ink2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2.248"/>
    </inkml:context>
    <inkml:brush xml:id="br0">
      <inkml:brushProperty name="width" value="0.025" units="cm"/>
      <inkml:brushProperty name="height" value="0.025" units="cm"/>
    </inkml:brush>
  </inkml:definitions>
  <inkml:trace contextRef="#ctx0" brushRef="#br0">1 266 1640,'0'0'13902,"7"-4"-11967,26-13-464,-32 16-1369,1 1 1,-1-1-1,1 1 1,-1 0-1,1 0 1,-1 0-1,1 0 1,0 0-1,-1 0 0,1 0 1,-1 0-1,1 0 1,-1 1-1,1-1 1,-1 1-1,1-1 1,-1 1-1,1 0 0,-1-1 1,0 1-1,1 0 1,-1 0-1,0 0 1,1 0-1,-1 0 0,1 2 1,2 2 601,-17-22-462,7 8-240,2 1 0,-1-1 0,1 0 0,1 0 0,-1 0 0,2-1 0,-1 1 0,-1-14 1,0-78-45,4 80 10,0 20 19,0 0 1,0 0-1,0 0 1,0 0-1,1 0 1,-1 0-1,0 0 1,0 0 0,1 0-1,-1 0 1,1 1-1,-1-1 1,1 0-1,-1 0 1,1 0-1,-1 1 1,1-1-1,0 0 1,-1 1-1,1-1 1,0 0-1,0 1 1,-1-1-1,1 1 1,0-1-1,1 0 1,30-3-2003,-24 4 669,-1 1-1,0 0 1,0 1 0,0 0 0,0 0 0,12 5 0,1 6-6507</inkml:trace>
</inkml:ink>
</file>

<file path=ppt/ink/ink2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2.685"/>
    </inkml:context>
    <inkml:brush xml:id="br0">
      <inkml:brushProperty name="width" value="0.025" units="cm"/>
      <inkml:brushProperty name="height" value="0.025" units="cm"/>
    </inkml:brush>
  </inkml:definitions>
  <inkml:trace contextRef="#ctx0" brushRef="#br0">155 1 3225,'0'0'15492,"-12"2"-14569,3-1-674,0 1 0,-1 1 0,1 0 1,0 0-1,0 1 0,1 0 0,-17 10 0,21-11-162,0-1 0,0 1 1,1 0-1,-1 1 0,0-1 1,1 1-1,0 0 0,0-1 1,0 1-1,1 0 0,-1 1 1,1-1-1,0 0 0,0 1 0,0-1 1,1 1-1,-1 0 0,1 0 1,0-1-1,0 11 0,1-14-88,0 0 0,0-1 0,0 1 0,0 0 1,0 0-1,0 0 0,0 0 0,0 0 0,0-1 0,1 1 0,-1 0 0,0 0 0,0 0 0,1-1 0,-1 1 0,1 0 0,-1 0 0,1-1 0,-1 1 0,1 0 0,-1-1 0,1 1 0,0 0 0,-1-1 0,1 1 0,0-1 0,0 1 0,25 0 58,-11-1 4,-5 0-66,-1 0 1,1 0-1,-1-1 1,1-1-1,-1 1 1,1-1-1,-1-1 0,0 0 1,0 0-1,-1-1 1,1 0-1,-1 0 0,1-1 1,-1 0-1,9-8 1,-16 11 237,-2 24-90,0-18-289,0 0-1,1 0 0,-1 0 1,1 0-1,0-1 0,0 1 1,0 0-1,1 0 0,-1 0 1,1 0-1,0 0 0,0 0 1,0-1-1,1 1 0,-1 0 1,1-1-1,0 1 0,0-1 1,0 0-1,4 4 0,4 0-1164,0 0-1,1-1 0,0 0 0,14 5 1,12-1-5405</inkml:trace>
</inkml:ink>
</file>

<file path=ppt/ink/ink2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3.295"/>
    </inkml:context>
    <inkml:brush xml:id="br0">
      <inkml:brushProperty name="width" value="0.025" units="cm"/>
      <inkml:brushProperty name="height" value="0.025" units="cm"/>
    </inkml:brush>
  </inkml:definitions>
  <inkml:trace contextRef="#ctx0" brushRef="#br0">272 53 3041,'0'0'17818,"-28"0"-17103,-84 0-379,110-1-325,0 1 0,1 0 0,-1 0 0,0 1-1,0-1 1,0 0 0,0 1 0,0-1 0,1 1 0,-1-1 0,0 1 0,0 0-1,1 0 1,-1 0 0,1 0 0,-1 0 0,0 0 0,1 0 0,0 0 0,-3 3 0,4-3-4,-1 1 0,1-1 0,-1 1 0,1-1 0,-1 1 0,1 0 0,0-1 0,0 1 0,0-1 0,0 1 0,0-1 0,0 1 0,1 2 0,0 3 29,-1 1-26,0 1 0,1-1 0,0 1 0,0-1 0,1 0 0,0 1 0,1-1 0,0 0 1,0 0-1,0 0 0,1-1 0,1 1 0,-1-1 0,1 0 0,10 11 0,-7-9-3,-1 1-1,0 0 1,0 1-1,-1-1 1,-1 1 0,1 0-1,-2 0 1,0 1-1,0 0 1,-1 0 0,0-1-1,-1 2 1,-1-1-1,0 0 1,-1 22-1,0-32-4,-1 1-1,0-1 1,-1 1-1,1-1 1,0 1-1,-1-1 1,1 0-1,-1 1 0,0-1 1,0 0-1,0 0 1,0 0-1,0-1 1,0 1-1,0 0 1,-1-1-1,1 1 0,-1-1 1,1 0-1,-1 0 1,1 0-1,-1 0 1,0 0-1,1-1 1,-1 1-1,-3 0 0,-11 1-37,0 0-1,-33-1 1,41-1 20,6 1-14,-1-1 0,1 0 0,0-1 0,0 1 0,0 0 0,-1-1 0,1 0 0,0 0 0,0 0 0,0 0 0,0 0 0,0-1 0,1 1 0,-1-1 0,0 0 0,1 1 0,-3-4 0,4 4 9,0 0 1,1 0-1,-1 0 0,0 0 1,1 0-1,-1 0 0,1 0 1,0 0-1,-1 0 0,1 0 1,0 0-1,0 0 0,0-1 1,0 1-1,0 0 0,0 0 1,0 0-1,0 0 0,0-2 1,1 0 11,0 0 1,1 0-1,-1 0 1,0 1-1,1-1 1,0 0-1,-1 1 0,1-1 1,0 1-1,3-3 1,22-19-18,1 2 1,1 0-1,1 2 1,59-29-1,3-3 22,-46 25-22,-19 12 4,-1 0 0,-1-2 0,0-1 0,-1-1 0,39-41 1,-61 58 72,0 0 1,-1 0 0,0 1-1,1-1 1,-1 0 0,0 0-1,0-1 1,0 1 0,-1 0 0,1 0-1,0 0 1,-1 0 0,1-1-1,-1 1 1,0-4 0,0 5 9,0 0 0,-1 0 0,1 0 0,0 0 0,-1 1 0,1-1 0,-1 0 0,1 0 0,-1 0 0,1 1 0,-1-1 0,0 0 0,1 1 0,-1-1 0,0 1 0,0-1-1,1 0 1,-1 1 0,0 0 0,0-1 0,0 1 0,0-1 0,0 1 0,1 0 0,-1 0 0,0 0 0,0-1 0,0 1 0,0 0 0,0 0 0,0 0 0,0 0 0,-1 1 0,-2-1 7,-6-1 166,0 1 0,0 0 1,0 1-1,0 0 0,0 1 0,0 0 1,-12 4-1,19-5-172,0 1 0,0 0 0,0 1 0,0-1 0,0 0 0,1 1-1,-1 0 1,1 0 0,-1-1 0,1 1 0,0 1 0,0-1 0,1 0 0,-1 0 0,1 1 0,-1-1 0,1 1 0,0-1 0,0 1 0,1-1 0,-1 1 0,1 0 0,0 4 0,-1-3-44,0 0 1,1 0-1,0 0 1,0 0-1,0 0 0,0 0 1,1 0-1,0 0 1,0 0-1,0-1 1,1 1-1,0 0 0,0-1 1,0 1-1,0-1 1,1 1-1,-1-1 1,4 4-1,-1-3-101,0-1 0,0 0 0,1 0 0,-1-1 0,1 0 0,0 0 1,0 0-1,0 0 0,0-1 0,0 0 0,0 0 0,1-1 0,-1 0 0,12 1 0,147 3-6114,-154-5 5213,68 0-9209</inkml:trace>
</inkml:ink>
</file>

<file path=ppt/ink/ink2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3.666"/>
    </inkml:context>
    <inkml:brush xml:id="br0">
      <inkml:brushProperty name="width" value="0.025" units="cm"/>
      <inkml:brushProperty name="height" value="0.025" units="cm"/>
    </inkml:brush>
  </inkml:definitions>
  <inkml:trace contextRef="#ctx0" brushRef="#br0">212 0 1800,'0'0'19942,"-7"1"-18682,5 0-1152,-1-1-1,1 1 0,0-1 0,-1 1 1,1 0-1,0 0 0,0 0 1,0 0-1,0 0 0,0 0 1,0 0-1,0 1 0,0-1 1,1 1-1,-1 0 0,0-1 0,1 1 1,-1 0-1,1 0 0,-2 4 1,-2 4 348,1 1 0,0 0 0,-4 21 0,-27 141 1350,-7 34-2133,41-205 137,0 1-1,0 0 0,0 0 1,0 0-1,0-1 1,0 1-1,-1-1 0,1 1 1,-1-1-1,0 1 0,0-1 1,-2 2-1,-22 8-5391,8-11 262</inkml:trace>
</inkml:ink>
</file>

<file path=ppt/ink/ink2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3.988"/>
    </inkml:context>
    <inkml:brush xml:id="br0">
      <inkml:brushProperty name="width" value="0.025" units="cm"/>
      <inkml:brushProperty name="height" value="0.025" units="cm"/>
    </inkml:brush>
  </inkml:definitions>
  <inkml:trace contextRef="#ctx0" brushRef="#br0">0 47 1712,'0'0'15962,"32"-7"-14076,103-22-600,-116 25-874,1 1 1,0 1-1,-1 0 1,36 2 0,-16 2 878,-38-2-940,-1 41 1594,0-35-1854,-1 1 0,0-1 0,-1 1 0,1-1 0,-1 1 0,-4 8 0,3-9-91,1-1 0,0 1 0,1-1 0,-1 1 0,1 0-1,-1 7 1,-2-5 36,2-17-15602</inkml:trace>
</inkml:ink>
</file>

<file path=ppt/ink/ink2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4.179"/>
    </inkml:context>
    <inkml:brush xml:id="br0">
      <inkml:brushProperty name="width" value="0.025" units="cm"/>
      <inkml:brushProperty name="height" value="0.025" units="cm"/>
    </inkml:brush>
  </inkml:definitions>
  <inkml:trace contextRef="#ctx0" brushRef="#br0">1 1 3209,'0'0'18516,"0"89"-18516,0-47-1529,0-7-1439,0-6-4250</inkml:trace>
</inkml:ink>
</file>

<file path=ppt/ink/ink2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4.896"/>
    </inkml:context>
    <inkml:brush xml:id="br0">
      <inkml:brushProperty name="width" value="0.025" units="cm"/>
      <inkml:brushProperty name="height" value="0.025" units="cm"/>
    </inkml:brush>
  </inkml:definitions>
  <inkml:trace contextRef="#ctx0" brushRef="#br0">1 132 1136,'0'0'17567,"21"-8"-16291,67-24-332,-84 30-800,0 1 0,0 0 1,0 0-1,0 0 0,1 0 0,-1 1 0,0-1 0,0 1 1,7 1-1,-10-1-86,0 0 0,0 1 0,1-1 0,-1 0 0,0 1 0,0-1 1,0 1-1,0 0 0,1-1 0,-1 1 0,0 0 0,0 0 0,0 0 0,-1-1 0,1 1 1,0 0-1,0 0 0,0 0 0,-1 0 0,2 2 0,-1 3 117,1-1 0,-1 1 0,0-1 0,-1 1 0,0-1 1,1 1-1,-2-1 0,1 1 0,-2 9 0,0 12 291,3-33-434,0 1 1,0 0 0,1 0 0,0 0 0,0 0 0,1 1 0,-1-1 0,1 1 0,0-1 0,6-6 0,39-44-382,-39 45 316,0 1 0,1 1 0,0 0 0,1 0 0,-1 1 0,1 1 0,1-1-1,20-7 1,-32 14 45,1 0-1,-1 0 1,1 0-1,-1-1 1,1 1-1,-1 0 1,1 0-1,0 0 1,-1 0-1,1 0 0,-1 0 1,1 0-1,-1 0 1,1 1-1,-1-1 1,1 0-1,-1 0 1,1 0-1,-1 0 1,0 1-1,1-1 1,-1 0-1,1 1 0,-1-1 1,1 0-1,-1 1 1,0-1-1,1 0 1,-1 1-1,1 0 1,5 20 346,-6 37 289,-1-40-431,4-18-210,-1 0 1,1-1-1,-1 1 1,1 0-1,-1-1 1,0 0-1,1 1 0,-1-1 1,0 0-1,1 0 1,-1 0-1,4-3 1,131-71-556,-111 62 575,-25 12 287,-1 18 234,0 66-552,1-82-89,-1 0 0,1 0 0,-1-1 0,1 1 0,-1 0 0,1 0 0,-1 0 0,1 0 0,0-1 0,0 1 0,-1 0 0,1-1 0,0 1 0,0-1 0,0 1 0,0-1 0,0 1 0,0-1 0,0 0 0,0 1-1,0-1 1,0 0 0,0 0 0,0 0 0,0 1 0,0-1 0,0 0 0,1-1 0,39 3-4894,-35-2 3034,18 0-4116</inkml:trace>
</inkml:ink>
</file>

<file path=ppt/ink/ink2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15.390"/>
    </inkml:context>
    <inkml:brush xml:id="br0">
      <inkml:brushProperty name="width" value="0.025" units="cm"/>
      <inkml:brushProperty name="height" value="0.025" units="cm"/>
    </inkml:brush>
  </inkml:definitions>
  <inkml:trace contextRef="#ctx0" brushRef="#br0">84 82 2889,'0'0'15680,"34"16"-12571,-30-15-3099,0-1 0,0 0 1,0 0-1,0-1 0,0 1 0,0-1 0,0 0 1,-1 0-1,1 0 0,0 0 0,0-1 0,-1 1 1,1-1-1,5-3 0,-7 2-32,0 0 0,0 0-1,0 0 1,0 0 0,-1 0-1,1-1 1,-1 1 0,0 0 0,0-1-1,0 1 1,0-1 0,0 1-1,-1-1 1,0 1 0,1-1 0,-1 0-1,-1-4 1,1 7 33,0 1 0,0-1 0,0 0 0,0 1 0,0-1-1,0 0 1,-1 0 0,1 1 0,0-1 0,0 0 0,-1 1 0,1-1 0,0 0 0,-1 1 0,1-1 0,0 1 0,-1-1-1,1 1 1,-1-1 0,1 1 0,-1-1 0,1 1 0,-1-1 0,1 1 0,-1-1 0,0 1 0,1 0 0,-1-1 0,0 1-1,1 0 1,-1 0 0,-1-1 0,-29 4 167,23-1-77,1 1 0,-1 0 1,0 1-1,1 0 0,-14 8 1,10-2 197,0 0 0,1 0 0,0 1 1,1 0-1,-11 16 0,16-21-198,1-1-1,0 1 1,1-1-1,-1 1 1,1 0-1,0 0 1,0 0-1,1 1 1,0-1-1,0 0 1,1 0-1,-1 1 1,1-1-1,1 0 0,0 7 1,0-11-83,0 0 0,0 0 0,1 0 0,-1 0 0,1 0 0,-1 0 0,1 0-1,0-1 1,-1 1 0,1-1 0,0 1 0,0-1 0,0 0 0,0 0 0,1 0 0,-1 0 0,0 0 0,0 0 0,0-1 0,1 1 0,-1-1 0,4 1 0,56 7 158,45-8-96,-105 0-517,-13 4-2812,-17 2-2145,-10 0-4340</inkml:trace>
</inkml:ink>
</file>

<file path=ppt/ink/ink2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4.286"/>
    </inkml:context>
    <inkml:brush xml:id="br0">
      <inkml:brushProperty name="width" value="0.025" units="cm"/>
      <inkml:brushProperty name="height" value="0.025" units="cm"/>
    </inkml:brush>
  </inkml:definitions>
  <inkml:trace contextRef="#ctx0" brushRef="#br0">0 124 880,'0'0'3177,"13"-7"7442,-12 5-10455,-1 0 0,1 1-1,0-1 1,-1 1-1,1-1 1,0 1-1,0-1 1,0 1-1,0 0 1,1-1 0,-1 1-1,0 0 1,1 0-1,-1 0 1,0 0-1,1 0 1,-1 0-1,1 0 1,-1 1 0,4-2-1,0 0-3,-1 0-1,1 0 1,0 1-1,0-1 1,0 1 0,9 0-1,-13 36 1756,-1 30-1062,0-39-424,0-21 117,0-9 345,0-3-893,2-1 0,-1 1-1,1 0 1,0-1-1,1 1 1,-1 0-1,1 0 1,1 1 0,0-1-1,0 0 1,0 1-1,0 0 1,1 0 0,0 1-1,0-1 1,8-6-1,4-2-5,0 0 0,1 1-1,0 1 1,28-14 0,-44 25 17,-1 0 0,0 0 0,1 1 0,-1-1 0,1 0 0,-1 1 0,1-1 1,-1 1-1,1 0 0,-1-1 0,1 1 0,0 0 0,-1 0 0,1 0 0,-1 0 0,1 0 0,-1 0 1,1 0-1,0 1 0,-1-1 0,1 1 0,-1-1 0,1 1 0,-1-1 0,1 1 0,-1 0 0,0 0 1,1 0-1,-1 0 0,0 0 0,0 0 0,0 0 0,1 0 0,-1 0 0,0 1 0,0-1 0,-1 0 1,1 1-1,0-1 0,0 0 0,-1 1 0,1-1 0,-1 1 0,1 0 0,-1-1 0,0 1 1,1-1-1,-1 2 0,3 13 213,-1 0 0,-1 0 1,0 0-1,-2 16 1,0-14 74,1-15-244,0 0 0,-1 0 0,0 0 1,0 0-1,0 0 0,0 0 0,0 0 0,-1 0 0,1-1 1,-1 1-1,0 0 0,0-1 0,0 1 0,0-1 0,-3 3 1,-8 17-79,12-11-8511,1-5 2774</inkml:trace>
</inkml:ink>
</file>

<file path=ppt/ink/ink2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4.819"/>
    </inkml:context>
    <inkml:brush xml:id="br0">
      <inkml:brushProperty name="width" value="0.025" units="cm"/>
      <inkml:brushProperty name="height" value="0.025" units="cm"/>
    </inkml:brush>
  </inkml:definitions>
  <inkml:trace contextRef="#ctx0" brushRef="#br0">970 1 968,'0'0'12432,"-16"0"-10410,-9 1-1416,0 1-1,0 1 1,1 1 0,0 1-1,0 1 1,-33 13 0,-59 33 597,2 5 1,2 5 0,-154 115 0,132-77-877,133-100-363,0 0 23,1 1 1,0-1-1,-1 0 1,1 0 0,-1 0-1,1 1 1,0-1-1,-1 0 1,1 1 0,0-1-1,0 0 1,-1 1-1,1-1 1,0 0 0,0 1-1,-1-1 1,1 0 0,0 1-1,0-1 1,0 1-1,0-1 1,0 0 0,-1 1-1,1-1 1,0 1-1,0-1 1,0 1 0,0-1-1,0 0 1,0 1-1,0-1 1,1 1 0,31-1-1074,25 0-4126,-31 0-106,0 0-3080</inkml:trace>
</inkml:ink>
</file>

<file path=ppt/ink/ink2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5.365"/>
    </inkml:context>
    <inkml:brush xml:id="br0">
      <inkml:brushProperty name="width" value="0.025" units="cm"/>
      <inkml:brushProperty name="height" value="0.025" units="cm"/>
    </inkml:brush>
  </inkml:definitions>
  <inkml:trace contextRef="#ctx0" brushRef="#br0">45 67 1200,'0'0'16397,"0"-5"-15157,0 3-1197,-1 0-1,1 0 1,0 0-1,0 0 1,0 0-1,0 0 1,1 0-1,-1 0 1,0 0-1,1 0 1,0 0-1,-1 0 1,1 0-1,0 1 1,0-1-1,0 0 1,0 0-1,0 1 1,0-1-1,0 0 1,1 1-1,-1 0 1,1-1-1,-1 1 1,1 0-1,-1-1 1,1 1-1,0 0 1,0 0-1,0 1 1,-1-1-1,1 0 1,0 0-1,0 1 1,0-1-1,0 1 1,4-1-1,7-1 371,1 0 0,0 1 0,17 0-1,-31 2-387,1-1-1,-1 1 1,1-1-1,0 1 1,-1-1-1,1 1 1,-1 0-1,1-1 1,-1 1-1,0 0 1,1-1-1,-1 1 1,0 0-1,1 0 1,-1-1-1,0 1 1,0 0-1,0 0 1,0 0-1,1-1 1,-1 1-1,0 0 1,0 0-1,-1 0 1,1-1-1,0 2 1,-4 27 675,-2-21-578,0 1 0,0-1 0,-1 0 0,0-1 0,0 0 0,-1 0 0,0 0 0,-11 7 0,-20 17 126,25-21-174,10-7-54,0-1 1,1 0-1,-1 1 1,1 0-1,-1 0 1,1 0-1,0 0 0,0 0 1,-3 5-1,6-7 71,29-1 270,46 1 479,133-17 1,-198 16-858,-10 0-4,1 0 1,-1 0-1,0 0 1,1 0 0,-1 0-1,0 0 1,1 0-1,-1 0 1,0 0-1,1 0 1,-1 0 0,1 0-1,-1 0 1,0 0-1,1 0 1,-1 0 0,0 0-1,1 0 1,-1 0-1,0-1 1,1 1-1,-1 0 1,0 0 0,1 0-1,-1-1 1,0 1-1,0 0 1,1 0-1,-1-1 1,0 1 0,0 0-1,1-1 1,-1 1-1,0 0 1,0 0 0,0-1-1,0 1 1,0-1-1,1 1 1,-1 0-1,0-1 1,-13 1-20422</inkml:trace>
</inkml:ink>
</file>

<file path=ppt/ink/ink2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6.970"/>
    </inkml:context>
    <inkml:brush xml:id="br0">
      <inkml:brushProperty name="width" value="0.025" units="cm"/>
      <inkml:brushProperty name="height" value="0.025" units="cm"/>
    </inkml:brush>
  </inkml:definitions>
  <inkml:trace contextRef="#ctx0" brushRef="#br0">47 96 1272,'0'0'12848,"11"-2"-9915,32-9-566,-43 11-2278,1 0 0,-1 0 0,0 0 0,1 0 0,-1-1 0,0 1 0,1 0 0,-1 0-1,0 0 1,1 1 0,-1-1 0,1 0 0,-1 0 0,0 0 0,1 0 0,-1 0 0,0 0 0,1 0 0,-1 1 0,0-1-1,1 0 1,-1 0 0,0 0 0,1 1 0,-1-1 0,0 0 0,0 0 0,1 1 0,-1-1 0,0 0 0,0 1 0,0-1 0,1 0-1,-1 1 1,0-1 0,0 0 0,0 1 0,0-1 0,0 0 0,0 1 0,0-1 0,0 0 0,0 1 0,0-1 0,0 1 0,0-1-1,0 1 1,-2 12 588,-2 13 711,-3 47 665,8-75-2053,1 0 0,-1 0 0,1 0 0,0 0 0,0 1 0,0-1 0,0 0 0,0 1-1,0-1 1,4-1 0,2-2-2,13-20-104,-18 21 72,0 0 0,0 0 1,0 0-1,0 1 0,1-1 0,6-4 1,-9 7-95,-10 2 52,0 0 0,-1 0 1,1 1-1,0 0 1,0 0-1,0 1 1,1 1-1,-1-1 1,1 2-1,-1-1 1,1 1-1,1 0 1,-10 8-1,12-10 80,1 1 0,0-1 0,0 1 0,1 0 0,-1 0 0,1 1 0,0-1 0,0 1 0,0-1 0,1 1 0,-1 0 0,1 0 0,1 0 0,-1 0 0,1 1 0,-1-1 0,1 0 0,1 1 0,-1-1 0,1 0 0,0 1 0,0-1 0,1 1 0,1 5 0,-2-9-25,1 0 0,0 0 0,0-1 0,0 1 0,1 0 0,-1-1 0,0 1 0,1-1 0,-1 1 0,1-1 0,-1 0 0,1 0 0,-1 0 0,1 0 0,0 0 0,0 0 1,0 0-1,-1 0 0,1-1 0,0 1 0,0-1 0,0 1 0,0-1 0,4 0 0,57 2-1463,-48-3 819,22 1-2765,59-7 0,-81 5 2182,0-2-1,-1 0 1,1 0-1,-1-1 1,0-1-1,23-13 1,-27 13 895,7-3-92,0-2 1,0 0-1,15-14 0,-27 20 1072,-1 1 0,0-1 0,0 0 0,0 0 0,5-9 0,-7 10 372,0 0 1,-1 0-1,1 0 0,-1 0 1,0 0-1,0 0 1,0 0-1,-1 0 0,1-8 2267,-4 12-1411,-2 1-1713,0 0 1,0 0 0,1 0-1,-1 0 1,0 0-1,1 1 1,-1 0 0,1 0-1,0 0 1,0 1-1,0-1 1,0 1 0,0 0-1,0 0 1,1 1-1,0-1 1,-1 1-1,1-1 1,0 1 0,1 0-1,-1 0 1,1 0-1,0 1 1,0-1 0,-3 9-1,4-8-137,0 0-1,0 0 1,1 0-1,0 0 1,0 0 0,0 8-1,1 1-146,18-15-75,-13-4 171,-1 1 0,-1-1 0,1 0-1,-1 0 1,0-1 0,0 1 0,0-1-1,-1 0 1,0 0 0,0 0 0,3-11-1,20-74-1506,-19 29 851,-7 34-4344,0 21 2478,9 8-1386,14 7 2587,-22-8 1046,32 10-1332,0-2-1,51 7 0,-32-7 2739,-1 3 4158,-49-11-2835,-2 7 4946,0 21-4058,0 58-1513,0-85-2069,27-7-498,-1-1 373,0-2 0,0 0 0,-1-1 0,32-20 1,-39 21 449,-17 9 1368,-1 29-611,0-27-801,-1 0-1,1 0 0,0 0 0,0 0 0,1 0 0,-1 0 1,0 0-1,1 0 0,-1 0 0,1 0 0,0 0 0,-1 0 1,1-1-1,0 1 0,0 0 0,0 0 0,1-1 0,-1 1 1,0-1-1,0 1 0,1-1 0,-1 1 0,1-1 1,0 0-1,-1 0 0,1 0 0,0 0 0,2 1 0,3 0-192,0-1 0,0 1-1,0-1 1,0-1-1,0 0 1,12 0-1,0-1-226,-13 2 382,-1-1 0,1 0-1,0-1 1,0 1 0,-1-1 0,1 0-1,0-1 1,-1 1 0,1-1 0,-1 0-1,0 0 1,1-1 0,-1 0-1,0 0 1,-1 0 0,1 0 0,5-6-1,0 18 4488,-6-5-4630,0 1 0,0-1 0,0 0 1,1 0-1,0 0 0,0-1 0,6 4 0,8 0-1518,1-2-1,31 5 1,-12-6-3879</inkml:trace>
</inkml:ink>
</file>

<file path=ppt/ink/ink2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7.207"/>
    </inkml:context>
    <inkml:brush xml:id="br0">
      <inkml:brushProperty name="width" value="0.025" units="cm"/>
      <inkml:brushProperty name="height" value="0.025" units="cm"/>
    </inkml:brush>
  </inkml:definitions>
  <inkml:trace contextRef="#ctx0" brushRef="#br0">334 1 5881,'0'0'19768,"-24"32"-17956,-72 110-651,91-133-1089,0-1-1,0 1 0,1 1 1,0-1-1,0 1 1,1-1-1,1 1 0,0 0 1,0 0-1,-1 20 1,0 3 16,-22 117 20,20-128-268,-1 1-1,-1-1 1,-1-1 0,-17 33-1,24-51 6,0-1 0,-1 1-1,0 0 1,0 0 0,1-1-1,-2 1 1,1-1 0,0 0-1,0 1 1,-1-1 0,1 0-1,-1 0 1,0-1 0,1 1 0,-1-1-1,0 1 1,0-1 0,0 0-1,0 0 1,0 0 0,-4 0-1,5-1-24,1 0 0,-1-1 0,1 0 0,0 1 0,-1-1 0,1 0 0,0 1 0,-1-1 0,1 0 0,0 0-1,0 0 1,0 0 0,0 0 0,0-1 0,0 1 0,0 0 0,0 0 0,0-1 0,0 1 0,1-1 0,-1 1-1,1 0 1,-1-1 0,1 1 0,-1-1 0,1-1 0,-11-43-4150,9 4-509</inkml:trace>
</inkml:ink>
</file>

<file path=ppt/ink/ink2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7.484"/>
    </inkml:context>
    <inkml:brush xml:id="br0">
      <inkml:brushProperty name="width" value="0.025" units="cm"/>
      <inkml:brushProperty name="height" value="0.025" units="cm"/>
    </inkml:brush>
  </inkml:definitions>
  <inkml:trace contextRef="#ctx0" brushRef="#br0">1 107 1296,'0'0'10114,"31"-15"-7508,99-48-744,-122 58-1544,0 1 0,1 0 0,-1 1 0,1 0-1,0 1 1,0 0 0,0 0 0,0 0 0,0 1 0,0 1 0,9 0 0,1 0 1220,-21 8 512,-18 9-1494,0-1 0,0 0 1,-1-2-1,-1-1 0,-44 20 0,58-29-547,-19 13-1599,25-9-2050,19-3-587,8-5-1140</inkml:trace>
</inkml:ink>
</file>

<file path=ppt/ink/ink2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7.940"/>
    </inkml:context>
    <inkml:brush xml:id="br0">
      <inkml:brushProperty name="width" value="0.025" units="cm"/>
      <inkml:brushProperty name="height" value="0.025" units="cm"/>
    </inkml:brush>
  </inkml:definitions>
  <inkml:trace contextRef="#ctx0" brushRef="#br0">207 33 904,'0'0'23058,"-25"-6"-22043,-76-17-272,99 22-704,-1 0 0,1 1 0,0-1 0,-1 1 0,1 0 0,0-1 0,-1 1 1,1 0-1,-1 0 0,1 1 0,0-1 0,-1 0 0,1 1 0,0 0 0,-1-1 0,1 1 0,0 0 0,0 0 0,0 0 0,0 1 0,0-1 0,0 0 0,0 1 0,0-1 0,0 1 0,1 0 0,-1 0 0,1-1 0,-1 1 1,1 0-1,0 0 0,-1 0 0,1 1 0,0-1 0,0 3 0,-2 4-33,1 0 1,0 1-1,1-1 1,0 1 0,1-1-1,0 14 1,1-13-55,2-9-28,0 0-1,0 0 0,0 0 0,1-1 0,-1 1 0,0-1 1,0 0-1,1 0 0,-1 0 0,0 0 0,0-1 0,5 0 1,4-2 12,0 0 1,1-1-1,19-10 0,-27 12 62,0-1 0,0 1 0,0-1 0,0 0 0,-1 0 0,1-1 0,-1 1 0,0-1-1,0 0 1,7-9 0,-13 32 2635,2-10-2665,-1 1 1,2 0-1,-1-1 1,1 1-1,4 16 0,-3-24-134,0 0 0,0 1-1,0-1 1,0 0 0,0 0 0,0 0-1,1 0 1,-1 0 0,1-1-1,-1 1 1,1-1 0,0 1 0,0-1-1,0 0 1,-1 0 0,1 0-1,0-1 1,4 1 0,57 3-5524,-56-4 4580,26 0-5379</inkml:trace>
</inkml:ink>
</file>

<file path=ppt/ink/ink2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8.218"/>
    </inkml:context>
    <inkml:brush xml:id="br0">
      <inkml:brushProperty name="width" value="0.025" units="cm"/>
      <inkml:brushProperty name="height" value="0.025" units="cm"/>
    </inkml:brush>
  </inkml:definitions>
  <inkml:trace contextRef="#ctx0" brushRef="#br0">72 184 7866,'0'0'18134,"-11"13"-17439,-31 40-271,25-26-168,17-27-249,0-1 0,0 1-1,0 0 1,0 0 0,0 0 0,0 0-1,0 0 1,0 0 0,0 0-1,-1 0 1,1 0 0,0 0-1,0 0 1,0 0 0,0 0 0,0 0-1,0 0 1,0 0 0,0 0-1,0 0 1,0 0 0,1-16-112,-2 4-17,0 0 0,1 0 1,1 0-1,0 0 0,1 0 0,0 1 1,1-1-1,0 1 0,1-1 0,0 1 1,1 0-1,0 0 0,11-17 0,26-25-496,-14 33-2008,6 13-5949,-22 7 2579</inkml:trace>
</inkml:ink>
</file>

<file path=ppt/ink/ink2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8.439"/>
    </inkml:context>
    <inkml:brush xml:id="br0">
      <inkml:brushProperty name="width" value="0.025" units="cm"/>
      <inkml:brushProperty name="height" value="0.025" units="cm"/>
    </inkml:brush>
  </inkml:definitions>
  <inkml:trace contextRef="#ctx0" brushRef="#br0">52 0 1432,'0'0'23069,"-45"22"-22165,38-15-567,7-1-233,0-2-104,0-1-201,0 0-2623</inkml:trace>
</inkml:ink>
</file>

<file path=ppt/ink/ink2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8.622"/>
    </inkml:context>
    <inkml:brush xml:id="br0">
      <inkml:brushProperty name="width" value="0.025" units="cm"/>
      <inkml:brushProperty name="height" value="0.025" units="cm"/>
    </inkml:brush>
  </inkml:definitions>
  <inkml:trace contextRef="#ctx0" brushRef="#br0">65 1 1800,'0'0'20997,"-64"16"-21477,64 3-1033,0 4-2743,6 2-1130,7-2-3848,0-7 8034</inkml:trace>
</inkml:ink>
</file>

<file path=ppt/ink/ink2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8.937"/>
    </inkml:context>
    <inkml:brush xml:id="br0">
      <inkml:brushProperty name="width" value="0.025" units="cm"/>
      <inkml:brushProperty name="height" value="0.025" units="cm"/>
    </inkml:brush>
  </inkml:definitions>
  <inkml:trace contextRef="#ctx0" brushRef="#br0">188 1 56,'51'136'3411,"-50"-135"-3113,-1 0-1,1 0 0,-1 0 1,1 0-1,-1 0 0,0 0 0,0 0 1,1 0-1,-1 0 0,0 0 0,0-1 1,0 1-1,0 1 0,0-1 1,0 0-1,0 0 0,0-1 0,0 1 1,0 0-1,-1 0 0,1 0 1,0 0-1,-1 0 0,1 0 0,-1 0 1,1 0-1,-1 0 0,1 0 1,-2 0-1,-18-1 3751,14-1-2873,-60-1 4047,-43 1-1250,108 1-3980,-1 0-1,1 0 0,0 0 1,-1 0-1,1 0 1,0 0-1,-1 0 1,1 1-1,0-1 1,-1 0-1,1 1 1,0-1-1,0 1 1,-1-1-1,1 1 0,0 0 1,0 0-1,0-1 1,0 1-1,0 0 1,0 0-1,0 0 1,0 0-1,0 0 1,1 0-1,-1 1 1,0-1-1,1 0 0,-1 0 1,1 0-1,-1 1 1,1-1-1,-1 0 1,1 1-1,0-1 1,0 0-1,0 1 1,0-1-1,0 0 1,0 1-1,0-1 0,0 0 1,0 1-1,0-1 1,1 0-1,-1 0 1,2 3-1,-1 1-143,1 0-1,0-1 1,1 1-1,-1 0 1,1-1-1,0 0 1,0 1-1,0-1 1,1 0-1,6 6 1,-10-10 154,10 7-155,-1 0 0,0 1-1,-1 0 1,10 12 0,-17-19 153,0 0 0,0-1 0,0 1 0,0 1 0,0-1 0,-1 0 1,1 0-1,-1 0 0,1 0 0,0 0 0,-1 1 0,0-1 0,1 0 0,-1 0 0,0 1 0,0-1 1,1 0-1,-1 0 0,0 1 0,0-1 0,-1 0 0,1 1 0,0-1 0,0 0 0,-1 1 0,1-1 1,0 0-1,-1 0 0,1 0 0,-1 1 0,0-1 0,1 0 0,-1 0 0,0 0 0,0 0 0,0 0 1,0 0-1,0 0 0,1-1 0,-2 1 0,1 0 0,0 0 0,0-1 0,0 1 0,0 0 0,0-1 1,-1 0-1,1 1 0,0-1 0,0 1 0,-2-1 0,-72 29 471,74-29-1090,10 9-5361,14-3-319,2-5-3767</inkml:trace>
</inkml:ink>
</file>

<file path=ppt/ink/ink2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39.698"/>
    </inkml:context>
    <inkml:brush xml:id="br0">
      <inkml:brushProperty name="width" value="0.025" units="cm"/>
      <inkml:brushProperty name="height" value="0.025" units="cm"/>
    </inkml:brush>
  </inkml:definitions>
  <inkml:trace contextRef="#ctx0" brushRef="#br0">154 122 1768,'0'0'23656,"-25"7"-22798,-73 25-281,96-31-553,0 0 0,0 0 0,0 0 0,0 0 0,0 1 0,1-1 0,-1 1-1,1-1 1,-1 1 0,1 0 0,-1-1 0,1 1 0,0 0 0,0 0 0,0 0 0,0 0 0,0 0 0,0 0 0,1 0 0,-1 0-1,1 0 1,-1 0 0,1 1 0,0-1 0,0 0 0,0 0 0,0 0 0,0 1 0,0-1 0,1 0 0,-1 0 0,1 0 0,0 2-1,1 9 118,-2-9-117,0 0 0,0 0 0,0 0 1,1 0-1,-1 0 0,1 0 0,0 0 1,0 0-1,1 0 0,2 5 0,-3-8-23,0 0 0,0 0 0,0 1 0,0-1 0,1-1 0,-1 1 0,0 0 0,1 0 0,-1 0 1,1-1-1,-1 1 0,1-1 0,-1 1 0,1-1 0,-1 1 0,1-1 0,-1 0 0,1 0 0,0 0 0,-1 0 0,1 0 0,-1 0 0,1 0 0,-1-1 0,1 1 0,0-1 0,-1 1 0,1-1 0,-1 1 0,0-1 0,1 0 0,1-1 0,0 1-22,0-1 0,0 0 1,0-1-1,0 1 0,0 0 0,-1-1 1,1 1-1,-1-1 0,1 0 1,-1 0-1,0 0 0,0 0 1,0-1-1,-1 1 0,1 0 0,-1-1 1,0 1-1,0-1 0,0 1 1,1-8-1,0-9-271,0 1-1,-1-34 1,-1 39 77,0-105-2825,26 118 2188,-2 2 846,0 0-1,47 8 1,-63-7 17,0 0-1,0 0 1,0 0 0,0 1 0,-1 1-1,1-1 1,-1 1 0,0 1-1,0-1 1,0 1 0,-1 0 0,8 8-1,-11-9 160,-1 0 0,0 0-1,0 0 1,-1 0 0,1 0-1,-1 0 1,0 1 0,0-1 0,0 0-1,0 1 1,-1-1 0,0 1-1,0-1 1,0 0 0,-1 1-1,1-1 1,-1 1 0,0-1 0,0 0-1,0 1 1,-1-1 0,0 0-1,-3 6 1,49-36-427,-33 20 304,-6 2 15,1 1 0,0-1 0,0 1 0,0 0 0,1 0 0,-1 1 0,1 0 0,10-2 0,-17 29 1026,-6 47-2325,34-70-6666,-23-2 6308,20 0-3550</inkml:trace>
</inkml:ink>
</file>

<file path=ppt/ink/ink2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8:40.103"/>
    </inkml:context>
    <inkml:brush xml:id="br0">
      <inkml:brushProperty name="width" value="0.025" units="cm"/>
      <inkml:brushProperty name="height" value="0.025" units="cm"/>
    </inkml:brush>
  </inkml:definitions>
  <inkml:trace contextRef="#ctx0" brushRef="#br0">148 38 1528,'0'0'22669,"-4"-6"-21266,1 3-1279,1 0 0,-1 0 0,0 1 0,0 0 0,0-1 0,0 1 0,-1 0 0,1 0 0,-1 1-1,1-1 1,-1 1 0,0 0 0,1 0 0,-1 0 0,0 0 0,0 0 0,1 1 0,-1 0 0,0 0 0,0 0 0,0 0 0,0 1 0,0-1 0,1 1-1,-1 0 1,0 0 0,-5 3 0,8-4-143,0 0 0,-1 1 0,1-1 0,0 1 0,0 0 0,0-1 0,0 1-1,0 0 1,-1 0 0,1 0 0,1-1 0,-1 1 0,0 0 0,0 0 0,0 0 0,0 1 0,1-1 0,-1 0-1,0 0 1,1 0 0,-1 0 0,1 1 0,-1-1 0,1 0 0,0 1 0,0-1 0,0 0 0,-1 0 0,1 1-1,0-1 1,0 0 0,1 1 0,-1-1 0,0 0 0,0 1 0,1-1 0,-1 0 0,1 0 0,-1 1 0,1-1-1,0 2 1,2 2-157,0 0-1,1 1 1,-1-1-1,1 0 1,0-1-1,9 9 0,-12-12 185,0-1 0,0 1 0,0 0 0,0-1-1,0 1 1,-1 0 0,1 0 0,0 0 0,-1 0-1,1 0 1,0-1 0,-1 1 0,1 0-1,-1 1 1,1-1 0,-1 0 0,0 0 0,0 0-1,1 0 1,-1 0 0,0 0 0,0 0 0,0 0-1,0 1 1,0-1 0,0 0 0,0 0 0,-1 0-1,1 0 1,0 0 0,0 0 0,-1 0-1,1 0 1,-2 2 0,-1 1 19,-1 0-1,1 0 1,-1 0 0,0-1-1,0 0 1,-6 4 0,-10 9-3850,14-10-1155,0-3-2159</inkml:trace>
</inkml:ink>
</file>

<file path=ppt/ink/ink2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6.358"/>
    </inkml:context>
    <inkml:brush xml:id="br0">
      <inkml:brushProperty name="width" value="0.025" units="cm"/>
      <inkml:brushProperty name="height" value="0.025" units="cm"/>
    </inkml:brush>
  </inkml:definitions>
  <inkml:trace contextRef="#ctx0" brushRef="#br0">182 1 5401,'0'0'6771,"6"9"-5731,-5-7-966,2 1-1,-1 1 0,0-1 1,-1 0-1,1 0 0,-1 1 1,1-1-1,-1 1 0,0-1 1,0 1-1,-1-1 0,1 1 1,-1 0-1,1-1 0,-1 1 1,-1 0-1,1 0 1,0-1-1,-1 1 0,0-1 1,1 1-1,-2 0 0,-1 6 1,-72 130 1230,51-99-712,1 2 0,2 0 0,-25 76 0,44-111-558,0 0 0,0 0 0,0 0 0,1 0 0,1 0 0,-1 0 0,1 1 0,1-1 0,-1 0 0,3 9 0,-2-16-31,0 0 0,-1-1 0,1 1 1,0 0-1,0-1 0,0 1 0,0 0 1,0-1-1,0 1 0,0-1 0,0 0 0,0 1 1,1-1-1,-1 0 0,0 0 0,0 0 1,0 1-1,0-1 0,0 0 0,2-1 1,32 0 14,-24 1-14,-4-1-1,0 0-1,0-1 0,0 1 1,-1-2-1,1 1 0,-1-1 1,1 0-1,-1 0 0,0 0 1,0-1-1,10-8 0,-11 7 0,0 2 0,0-1 0,0 0 0,0 1 0,0 0 0,1 0 0,0 1 0,-1-1 0,1 1 0,0 1 0,0-1 0,0 1-1,0 0 1,0 0 0,1 1 0,-1-1 0,8 2 0,-10 1-1,0 0 0,0 1 0,0-1 0,0 1 1,0 0-1,-1 0 0,0 0 0,1 1 0,-1-1 0,0 1 0,3 5 0,13 14 2,-14-18-7,1-1 0,-1 1 0,1-1 0,0 1 0,0-2 1,0 1-1,0-1 0,0 0 0,1 0 0,0-1 0,-1 1 0,1-1 0,0-1 0,0 0 0,0 0 0,0 0 0,0-1 1,1 0-1,-1 0 0,0-1 0,0 1 0,0-2 0,0 1 0,0-1 0,-1 0 0,1 0 0,0-1 0,-1 0 0,0 0 1,1-1-1,-1 0 0,10-8 0,2-4 68,-1-1 0,0-1 1,-1 0-1,-1-1 0,-1-1 0,-1 0 1,-1-1-1,0 0 0,-2-1 0,0 0 1,-1 0-1,-2-1 0,0-1 0,-2 1 1,0-1-1,-2 0 0,0 0 1,-2 0-1,-1 0 0,-3-28 0,3 47 27,0 1-1,-1 0 0,0 0 1,0-1-1,0 1 0,-1 0 0,1 0 1,-1 0-1,0 0 0,0 1 1,0-1-1,-1 0 0,1 1 0,-1-1 1,0 1-1,0 0 0,0 0 1,-1 0-1,1 1 0,0-1 0,-6-2 1,6 3-77,1 1 1,-1 0-1,0 0 0,0 0 1,0 1-1,0-1 1,0 1-1,0-1 0,0 1 1,0 0-1,0 0 0,0 0 1,0 1-1,0-1 1,0 1-1,0-1 0,0 1 1,0 0-1,0 0 1,0 1-1,1-1 0,-1 1 1,0-1-1,1 1 1,-1 0-1,1 0 0,0 0 1,0 0-1,0 0 0,-3 3 1,1 0-187,-1 1 0,1 0 1,-1 1-1,2-1 0,-1 1 0,1-1 1,0 1-1,0 0 0,1 0 0,-2 8 0,-2 45-4327,6-30-695</inkml:trace>
</inkml:ink>
</file>

<file path=ppt/ink/ink2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6.749"/>
    </inkml:context>
    <inkml:brush xml:id="br0">
      <inkml:brushProperty name="width" value="0.025" units="cm"/>
      <inkml:brushProperty name="height" value="0.025" units="cm"/>
    </inkml:brush>
  </inkml:definitions>
  <inkml:trace contextRef="#ctx0" brushRef="#br0">155 36 8210,'0'0'11778,"-23"18"-11382,-72 61-161,91-76-220,0 1 0,0-1 0,1 1 0,0 0 0,-1 0 0,1 0 0,1 1 0,-5 8 0,5 18 19,2-18 8,3-12-29,0 0 0,0 0 0,0-1 0,0 1 0,0-1 0,0 1 0,0-1 0,0 0 0,0 0 0,0 0 0,5-1 0,-4 1 8,0-1-17,0 0 1,0 0-1,0 0 0,0 0 0,0 0 1,-1-1-1,1 0 0,-1 0 1,1 0-1,-1 0 0,0 0 0,1-1 1,-1 0-1,0 1 0,-1-1 0,1 0 1,0 0-1,-1-1 0,0 1 0,0-1 1,0 1-1,0-1 0,0 1 1,1-7-1,0 3 65,0 0 0,-1 0 0,0 0 0,0-1 0,-1 1-1,0-1 1,0 1 0,-1-1 0,0 0 0,0 1 0,0-1 0,-4-14 0,3 19-92,-1 0-1,0 0 1,0 0-1,0 0 1,0 0-1,0 0 1,0 1-1,-1-1 1,1 1 0,-1 0-1,0 0 1,0 0-1,0 0 1,0 0-1,0 0 1,0 1-1,0 0 1,-1-1-1,1 1 1,0 0 0,-1 1-1,1-1 1,-4 0-1,7 3-644,1 1 1,0-1-1,0 0 0,0 0 0,0 0 0,0-1 1,0 1-1,0 0 0,1 0 0,-1 0 0,3 1 1,19 8-5613</inkml:trace>
</inkml:ink>
</file>

<file path=ppt/ink/ink2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7.044"/>
    </inkml:context>
    <inkml:brush xml:id="br0">
      <inkml:brushProperty name="width" value="0.025" units="cm"/>
      <inkml:brushProperty name="height" value="0.025" units="cm"/>
    </inkml:brush>
  </inkml:definitions>
  <inkml:trace contextRef="#ctx0" brushRef="#br0">11 161 8466,'0'0'11578,"0"16"-10928,0-3-791,1 39 1376,-2-46-837,0-8-59,-4-33-27,2 3-292,2-1 0,1 0 0,4-33 0,7 32-2208,-10 33 2104,-1 1-1,0-1 1,0 0-1,0 1 1,1-1-1,-1 0 1,0 1-1,1-1 1,-1 1-1,0-1 1,1 1-1,-1-1 1,1 1-1,-1-1 1,1 1-1,-1 0 1,1-1-1,-1 1 1,1 0-1,0-1 1,-1 1-1,1 0 0,-1-1 1,1 1-1,0 0 1,-1 0-1,1 0 1,0 0-1,-1 0 1,1 0-1,-1 0 1,1 0-1,0 0 1,-1 0-1,1 0 1,0 0-1,-1 0 1,1 0-1,0 1 1,-1-1-1,1 0 1,-1 1-1,1-1 1,0 0-1,-1 1 1,1-1-1,-1 0 1,1 1-1,0 0 1,5 10-4946</inkml:trace>
</inkml:ink>
</file>

<file path=ppt/ink/ink2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7.530"/>
    </inkml:context>
    <inkml:brush xml:id="br0">
      <inkml:brushProperty name="width" value="0.025" units="cm"/>
      <inkml:brushProperty name="height" value="0.025" units="cm"/>
    </inkml:brush>
  </inkml:definitions>
  <inkml:trace contextRef="#ctx0" brushRef="#br0">155 1 10802,'0'0'12131,"-23"14"-11794,-68 43-211,89-55-126,0-1 1,-1 1 0,1-1 0,0 1 0,0 0 0,0 0-1,1 0 1,-1 0 0,0 0 0,1 0 0,-1 0-1,-1 4 1,3-6-3,0 1 0,0 0 0,0 0 1,-1-1-1,1 1 0,0 0 0,0 0 0,1 0 0,-1-1 0,0 1 0,0 0 0,0 0 0,0-1 0,1 1 0,-1 0 1,0-1-1,0 1 0,1 0 0,-1-1 0,1 1 0,-1 0 0,1-1 0,-1 1 0,1-1 0,-1 1 0,1 0 1,4 2-26,1 0 0,-1 0 0,0 0 1,1-1-1,-1 0 0,1 0 1,7 1-1,0 1-68,-8-1 63,0 0 0,1 0 0,-2 0 0,1 1-1,0 0 1,-1 0 0,0 0 0,0 0 0,0 1 0,6 8 0,-9-11 32,0-1 1,0 0-1,0 1 1,0 0 0,0-1-1,-1 1 1,1-1-1,0 1 1,-1 0 0,1-1-1,-1 1 1,0 0-1,0 0 1,1-1 0,-1 1-1,0 0 1,0 0-1,-1 0 1,1-1 0,0 1-1,-1 0 1,1 0 0,-1-1-1,1 1 1,-1-1-1,0 1 1,0 0 0,1-1-1,-1 1 1,0-1-1,-1 1 1,1-1 0,0 0-1,0 0 1,0 1-1,-1-1 1,1 0 0,-1 0-1,-1 1 1,-17 9 58,-1-1 0,-27 9 1,11-8-3152,35-10 197</inkml:trace>
</inkml:ink>
</file>

<file path=ppt/ink/ink2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7.795"/>
    </inkml:context>
    <inkml:brush xml:id="br0">
      <inkml:brushProperty name="width" value="0.025" units="cm"/>
      <inkml:brushProperty name="height" value="0.025" units="cm"/>
    </inkml:brush>
  </inkml:definitions>
  <inkml:trace contextRef="#ctx0" brushRef="#br0">231 1 10682,'0'0'8585,"-20"27"-6547,-6 5-1499,8-9-146,0 0-1,2 1 1,0 1-1,-22 51 0,31-62-157,-5 9-13,2 0 0,0 0 0,1 1 0,1 1 0,2-1 0,0 1 0,2 0 0,-2 42 0,5-66-289,1 0 1,0 0-1,0 1 0,0-1 0,0 0 1,0 0-1,1 0 0,-1 1 1,0-1-1,0 0 0,1 0 1,-1 0-1,1 0 0,-1 0 1,1 0-1,-1 0 0,1 0 0,0 0 1,-1 0-1,1 0 0,1 1 1,0-2-115,-1 1 0,1-1-1,0 1 1,0-1 0,-1 0 0,1 0 0,0 1 0,0-2 0,0 1 0,-1 0 0,1 0-1,0 0 1,0-1 0,-1 1 0,4-2 0,-1 0-485,0 1-1,0-1 1,0-1-1,0 1 1,0 0 0,-1-1-1,1 0 1,-1 0-1,6-5 1,5-9-4206</inkml:trace>
</inkml:ink>
</file>

<file path=ppt/ink/ink2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7.978"/>
    </inkml:context>
    <inkml:brush xml:id="br0">
      <inkml:brushProperty name="width" value="0.025" units="cm"/>
      <inkml:brushProperty name="height" value="0.025" units="cm"/>
    </inkml:brush>
  </inkml:definitions>
  <inkml:trace contextRef="#ctx0" brushRef="#br0">1 1 7346,'0'0'11786,"199"10"-11738,-109-10-48,-7 3-1896,-13-3-3994</inkml:trace>
</inkml:ink>
</file>

<file path=ppt/ink/ink2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8.277"/>
    </inkml:context>
    <inkml:brush xml:id="br0">
      <inkml:brushProperty name="width" value="0.025" units="cm"/>
      <inkml:brushProperty name="height" value="0.025" units="cm"/>
    </inkml:brush>
  </inkml:definitions>
  <inkml:trace contextRef="#ctx0" brushRef="#br0">372 1 4977,'0'0'16942,"-24"33"-14947,-80 111-674,87-119-922,1 2 0,1 0 0,2 0 0,-14 38 0,8-16-104,-66 179-712,84-226 246,1-1 1,0 0-1,-1 0 0,1 0 0,-1 0 0,0 1 0,1-1 0,-1 0 0,0 0 0,1 0 0,-1 0 0,0 0 0,0-1 0,0 1 0,0 0 0,0 0 0,0 0 0,0-1 0,0 1 0,-2 0 0,-18 1-7914,8-2-411</inkml:trace>
</inkml:ink>
</file>

<file path=ppt/ink/ink2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8.591"/>
    </inkml:context>
    <inkml:brush xml:id="br0">
      <inkml:brushProperty name="width" value="0.025" units="cm"/>
      <inkml:brushProperty name="height" value="0.025" units="cm"/>
    </inkml:brush>
  </inkml:definitions>
  <inkml:trace contextRef="#ctx0" brushRef="#br0">0 66 3593,'0'0'7461,"28"-6"-3688,187-34 1055,-135 30-2806,128 2-1,-207 7-1998,1 1-1,-1 0 1,0 0-1,1 0 0,-1 0 1,0 0-1,1 0 0,-1 1 1,0-1-1,1 0 1,-1 1-1,0-1 0,1 1 1,-1-1-1,0 1 0,0 0 1,0-1-1,1 1 1,-1 0-1,0 0 0,0 0 1,0 0-1,1 1 0,1 30 589,-3-20-438,-2-3-79,0 1 1,0-1-1,-1-1 1,-1 1 0,1 0-1,-1-1 1,-1 1-1,0-1 1,0 0-1,0-1 1,-8 8 0,-23 41-27,36-56-132,0 0 1,0 0 0,0 0-1,0 0 1,0-1-1,0 1 1,0 0 0,0 0-1,0 0 1,0 0 0,0 0-1,0 0 1,0 0 0,0 0-1,0 0 1,0 0 0,-1 0-1,1 0 1,0 0 0,0 0-1,0 0 1,0 0-1,0 0 1,0 0 0,0 0-1,0 0 1,0 0 0,0 0-1,0 0 1,0 0 0,0 0-1,-1 0 1,1 0 0,0 0-1,0 0 1,0 0 0,0 0-1,0 0 1,0 0-1,0 0 1,0 0 0,0 0-1,0 0 1,0 0 0,0 0-1,0 0 1,0 0 0,0 1-1,0-1 1,0 0 0,0 0-1,-1-13-1572,5-14-591,12-9-2690,-2 4-1940</inkml:trace>
</inkml:ink>
</file>

<file path=ppt/ink/ink2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8.791"/>
    </inkml:context>
    <inkml:brush xml:id="br0">
      <inkml:brushProperty name="width" value="0.025" units="cm"/>
      <inkml:brushProperty name="height" value="0.025" units="cm"/>
    </inkml:brush>
  </inkml:definitions>
  <inkml:trace contextRef="#ctx0" brushRef="#br0">58 1 8994,'0'0'11202,"-25"96"-11202,12-60-728,0-8-1816,7-2-3354</inkml:trace>
</inkml:ink>
</file>

<file path=ppt/ink/ink2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9.386"/>
    </inkml:context>
    <inkml:brush xml:id="br0">
      <inkml:brushProperty name="width" value="0.025" units="cm"/>
      <inkml:brushProperty name="height" value="0.025" units="cm"/>
    </inkml:brush>
  </inkml:definitions>
  <inkml:trace contextRef="#ctx0" brushRef="#br0">0 1 11747,'0'0'10584,"11"16"-10221,3 4-282,-5-8-40,-1 0 1,0 1-1,-1 0 1,7 16-1,-14-27-58,1 0 0,0 0 0,0 0 0,0-1 0,0 1 0,0 0 0,0 0 0,0 0 0,1-1 0,-1 1 0,1-1 0,-1 1 0,1-1 0,1 2 0,-1-3-53,-1 0 1,1 0 0,-1 0-1,1 0 1,-1 0 0,1 0-1,0 0 1,-1-1-1,0 1 1,1 0 0,-1-1-1,1 1 1,-1-1 0,0 0-1,1 0 1,-1 1-1,0-1 1,1 0 0,-1 0-1,0 0 1,1-1 0,89-64-1449,-90 65 1555,0 1 0,0-1 1,0 0-1,0 0 0,0 0 0,0 1 0,0-1 1,0 0-1,0 1 0,0-1 0,0 1 0,0 0 1,1-1-1,-1 1 0,0 0 0,0 0 0,1-1 1,-1 1-1,0 0 0,2 1 0,-2-1 37,-1 0-1,1 1 0,0-1 0,0 1 0,-1 0 1,1-1-1,0 1 0,-1 0 0,1-1 0,-1 1 0,1 0 1,-1-1-1,1 1 0,-1 0 0,1 0 0,-1 0 1,0 0-1,1-1 0,-1 1 0,0 0 0,0 1 1,2 8 538,-1 1 1,-1-1 0,-1 21 0,0-16-927,1-14 293,8-2-124,0 0 0,-1-1 0,0 0 0,1-1 0,-1 0 0,0 0 0,0 0 0,-1-1 0,1 0 0,6-5 0,24-13 15,-5 4 159,-27 14 110,1 0-1,0 0 0,0 1 1,0 0-1,0 0 1,0 0-1,0 1 0,1 0 1,-1 0-1,1 1 0,10-2 1,-17 45 1583,0-29-1370,3 16-1175,-2-28 697,0 0 0,0 0 0,0 0 0,0 0 0,1 0-1,-1-1 1,0 1 0,0-1 0,1 1 0,-1-1 0,0 1 0,0-1 0,1 0 0,-1 1 0,1-1 0,-1 0 0,0 0 0,1 0 0,-1 0 0,3-1 0,29 1-3087,5 0-1571</inkml:trace>
</inkml:ink>
</file>

<file path=ppt/ink/ink2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39.839"/>
    </inkml:context>
    <inkml:brush xml:id="br0">
      <inkml:brushProperty name="width" value="0.025" units="cm"/>
      <inkml:brushProperty name="height" value="0.025" units="cm"/>
    </inkml:brush>
  </inkml:definitions>
  <inkml:trace contextRef="#ctx0" brushRef="#br0">129 1 8330,'0'0'10735,"-1"7"-9998,0-5-697,0 1 1,1-1 0,-1 0 0,1 0-1,0 1 1,0-1 0,0 1 0,0-1 0,0 0-1,0 1 1,0-1 0,1 0 0,-1 0 0,1 1-1,0-1 1,0 0 0,0 0 0,0 0-1,0 0 1,0 0 0,0 0 0,1 0 0,-1 0-1,1 0 1,0 0 0,-1-1 0,1 1 0,0-1-1,0 1 1,0-1 0,0 0 0,0 0-1,0 0 1,0 0 0,0 0 0,0 0 0,1-1-1,-1 1 1,0-1 0,1 1 0,-1-1-1,3 0 1,-5 0-39,5 1 9,-1 0 0,1-1-1,-1 1 1,1-1 0,-1 0 0,1-1 0,0 1 0,4-2 0,-7 1-22,-1 0 0,0 0 0,0 0 1,0 0-1,0 0 0,-1 0 1,1 0-1,0-1 0,0 1 1,-1 0-1,1 0 0,0-1 1,-1 1-1,1 0 0,-1-1 0,0 1 1,0 0-1,1-1 0,-1 1 1,0-1-1,0 1 0,0-1 1,0 1-1,0 0 0,-1-2 1,1 1 8,0 1 0,0 0 1,-1 0-1,1 0 1,0 0-1,0 0 1,-1 0-1,1 0 1,-1-1-1,1 1 1,-1 0-1,1 0 0,-1 1 1,0-1-1,1 0 1,-1 0-1,0 0 1,0 0-1,0 1 1,0-1-1,1 0 0,-1 1 1,-2-2-1,-33-7 103,26 8 36,0 1-1,-1 0 0,1 1 1,0 0-1,-16 5 0,19-4 21,0 1 1,0 0-1,0 0 0,1 1 0,0-1 1,-1 2-1,1-1 0,1 0 0,-1 1 1,1 0-1,-7 8 0,9-9-32,0 0-1,0 0 1,1 0 0,-1 1-1,1-1 1,0 1 0,0-1-1,0 1 1,0 0-1,1 0 1,0 0 0,0 0-1,0 0 1,1 0-1,0 0 1,0 0 0,1 7-1,-1-10-106,1 0 0,0 0 0,0 0 1,0 0-1,0 0 0,1-1 0,-1 1 0,0 0 0,1 0 0,-1-1 0,1 1 0,0-1 0,-1 0 0,1 1 0,0-1 0,0 0 0,0 0 0,0 0 0,0 0 0,0 0 0,0-1 0,3 1 1,56 14 154,-47-13-146,11 2-117,0-1-1,1-1 1,48-2-1,-59-1-796,1-1 0,-1-1 0,1 0-1,15-6 1,9-7-5508</inkml:trace>
</inkml:ink>
</file>

<file path=ppt/ink/ink2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47.527"/>
    </inkml:context>
    <inkml:brush xml:id="br0">
      <inkml:brushProperty name="width" value="0.025" units="cm"/>
      <inkml:brushProperty name="height" value="0.025" units="cm"/>
    </inkml:brush>
  </inkml:definitions>
  <inkml:trace contextRef="#ctx0" brushRef="#br0">591 66 5193,'0'0'7731,"3"-4"-6571,5-5-355,-1 1-1,1 0 0,0 1 0,1 0 0,12-8 2636,-32 13-3345,0 0 1,0 0-1,0 1 1,0 1-1,0 0 1,0 0 0,0 1-1,-12 3 1,8-1 18,0 1 1,0 0-1,0 2 1,1-1-1,-1 2 1,1 0-1,1 0 1,0 1-1,0 1 1,0 0-1,-15 16 1,-3 4 497,0 3 1,-48 65-1,45-44-182,3 1-1,2 1 0,-36 98 1,51-117-340,3 1 1,1 0-1,1 1 0,3 0 1,1 0-1,1 1 0,3 41 1,1-76-90,1 1 0,-1 0 0,1 0 0,0 0-1,1 0 1,-1-1 0,1 1 0,0-1 0,0 1 0,1-1 0,-1 0 0,1 1 0,0-1 0,0-1 0,0 1 0,1 0 0,-1-1 0,8 6 0,7 4-5,0-1 0,1-1 0,20 10 0,5 2 7,-36-18-6,1-1 1,0 0-1,0-1 0,1 0 1,-1 0-1,1-1 1,-1 0-1,1-1 0,0 0 1,0 0-1,0-1 0,-1 0 1,1-1-1,0 0 1,11-3-1,-8 1 0,-1-1 1,1 0-1,-1 0 0,0-2 0,-1 1 1,1-1-1,-1-1 0,0 0 0,0-1 1,18-17-1,207-235-349,-207 229 301,46-69 0,-26 31-10,-39 56 58,-1-1 0,0 1 0,-1-2 0,-1 1 0,0-1 0,-1 0 0,-1 0 0,5-19 0,-5 2-3,0 1-1,-3-1 0,0-37 1,-2 44-27,1 16 24,-1-1 0,0 1 1,-1-1-1,1 1 0,-4-14 0,3 21 7,0-1 0,0 0 0,-1 1 0,1-1 0,0 1 0,-1-1-1,0 1 1,1 0 0,-1-1 0,0 1 0,0 0 0,0 0 0,-1 0-1,1 1 1,0-1 0,-1 0 0,1 1 0,-1 0 0,1-1 0,-1 1-1,0 0 1,-3 0 0,-25-10-44,0-1 0,-35-20-1,55 29 45,0 0 0,0 0-1,0 2 1,0-1 0,0 1-1,0 1 1,0 0 0,-16 2-1,-4-1 36,-97-4-30,127 19-1358,10 2-3957,8-14-669</inkml:trace>
</inkml:ink>
</file>

<file path=ppt/ink/ink2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48.799"/>
    </inkml:context>
    <inkml:brush xml:id="br0">
      <inkml:brushProperty name="width" value="0.025" units="cm"/>
      <inkml:brushProperty name="height" value="0.025" units="cm"/>
    </inkml:brush>
  </inkml:definitions>
  <inkml:trace contextRef="#ctx0" brushRef="#br0">451 10 5169,'0'0'10026,"1"-7"-8935,-5 4 2234,-11 4-3220,1 0 0,-1 1 0,0 0 0,1 1 1,0 0-1,-1 1 0,1 1 0,1 1 0,-1 0 0,1 0 0,-15 11 0,22-13-68,-27 14 116,2 1 0,0 2 0,-48 43-1,71-56-108,0 1-1,1-1 1,0 1 0,0 1-1,1-1 1,0 1-1,1 0 1,0 0-1,1 1 1,0-1-1,0 1 1,1 0 0,1 0-1,0 1 1,0-1-1,0 20 1,1 57 1108,3 105 1040,3-161-1785,2 0-1,12 38 0,-6-23-222,-11-38-68,1 0 0,0 0 0,1-1 0,0 1-1,0-1 1,0 0 0,1 0 0,1 0 0,-1-1-1,1 0 1,0 0 0,1 0 0,-1-1 0,2 0-1,-1 0 1,0-1 0,10 6 0,6-1 59,41 14 535,-64-24-773,0 0 0,1 0 0,-1 0 0,0 0 0,1 0 0,-1 0 0,0 0 0,1 0 0,-1 0 0,0 0-1,1 0 1,-1 0 0,0-1 0,1 1 0,-1 0 0,0 0 0,1 0 0,-1-1 0,0 1 0,0 0 0,1 0 0,-1-1-1,0 1 1,0 0 0,0 0 0,1-1 0,-1 1 0,0 0 0,0-1 0,0 1 0,0 0 0,0-1 0,1 1 0,-1 0-1,0-1 1,0 1 0,0-1 0,0 1 0,0 0 0,0-1 0,0 1 0,0-24-4739,-1 12-172,1-3-5057</inkml:trace>
</inkml:ink>
</file>

<file path=ppt/ink/ink2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49:49.967"/>
    </inkml:context>
    <inkml:brush xml:id="br0">
      <inkml:brushProperty name="width" value="0.025" units="cm"/>
      <inkml:brushProperty name="height" value="0.025" units="cm"/>
    </inkml:brush>
  </inkml:definitions>
  <inkml:trace contextRef="#ctx0" brushRef="#br0">0 128 4729,'0'0'11460,"3"-7"-10231,11-22-148,-13 28-960,0 0 1,0 0 0,0 0-1,0 0 1,0 1 0,1-1-1,-1 0 1,0 0 0,0 1-1,1-1 1,-1 0 0,0 1-1,1 0 1,-1-1 0,1 1-1,-1 0 1,0 0 0,1-1-1,2 1 1,30 2 1240,-24-1-823,-9-1-495,1 0 0,-1 1 0,1-1 0,-1 0 0,1 1-1,-1 0 1,1-1 0,-1 1 0,0 0 0,1 0 0,-1-1 0,0 1 0,0 0 0,1 1 0,-1-1 0,0 0 0,0 0 0,0 0 0,-1 0-1,1 1 1,0-1 0,0 1 0,-1-1 0,2 2 0,11 41 424,-10-35-276,1 14 60,-1-1 0,-1 1 0,-1 0 0,-3 34 0,0-4 269,1-39-321,-1-19 88,-1-27-166,3 12-132,0 0 1,2 0 0,1 0-1,7-29 1,-8 40 3,2-1 0,-1 1 0,1 0 0,1 1-1,0-1 1,0 1 0,0 0 0,1 0 0,0 0 0,1 1 0,9-9 0,-9 10 4,3-4-9,1 1 0,-1 0 0,1 0-1,1 2 1,0-1 0,0 1 0,0 1 0,1 0 0,0 1 0,0 0 0,24-4 0,-34 8 16,0 0 0,-1 0 0,1 1 0,0 0 0,0-1-1,-1 1 1,1 0 0,0 0 0,0 1 0,-1-1 0,4 1 0,-3 0-1,-2-1-2,0 0 0,-1 0 0,1 1 0,0-1 0,-1 0 0,1 1 0,0-1 0,0 1 0,-1-1 0,1 1 0,-1-1 0,1 1 0,-1 0 0,1-1 0,-1 1 0,1 0 0,-1-1 0,1 1 0,-1 0 0,0-1 0,1 1 0,-1 0 0,0 0 0,0 0 0,1-1 0,-1 1 0,0 0 0,0 0 0,0 0 0,0-1 0,0 3-1,-1 29 95,1-27-78,0 5 7,0-1 1,0 1-1,-1 0 0,0-1 1,-1 1-1,0-1 0,0 1 1,-1-1-1,-1 0 0,-6 13 1,-3 2 195,7-16-126,1 0 0,1 0 0,-1 0 0,2 1 0,-1 0 0,1 0 0,0 0 0,1 0 0,-2 13 0,6-20-62,1 0 1,0 0 0,0 0-1,0 0 1,0-1 0,0 1-1,1-1 1,-1 0-1,0 0 1,1 0 0,-1 0-1,0 0 1,7 0 0,-2 0-21,9 3-242,16 4 425,-14 4-4497,-18-11 3064,-1 1-535</inkml:trace>
</inkml:ink>
</file>

<file path=ppt/ink/ink2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03.332"/>
    </inkml:context>
    <inkml:brush xml:id="br0">
      <inkml:brushProperty name="width" value="0.025" units="cm"/>
      <inkml:brushProperty name="height" value="0.025" units="cm"/>
    </inkml:brush>
  </inkml:definitions>
  <inkml:trace contextRef="#ctx0" brushRef="#br0">52 1 6345,'0'0'10864,"-46"0"-9922,46 0-883,0 0 0,0 0 1,-1 0-1,1 0 1,0 0-1,0 0 0,0 0 1,0 0-1,-1 0 1,1 0-1,0 0 0,0 0 1,0 0-1,-1 0 1,1 0-1,0 0 0,0 0 1,0 0-1,0 0 1,-1 0-1,1 0 0,0 0 1,0 0-1,0 1 1,0-1-1,0 0 0,-1 0 1,1 0-1,0 0 1,0 0-1,0 0 0,0 1 1,0-1-1,0 0 1,-1 0-1,1 0 1,0 0-1,0 1 0,0-1 1,0 0-1,0 0 1,0 0-1,0 0 0,0 1 1,0-1-1,0 0 1,0 0-1,0 0 0,0 1 1,0-1-1,9 11 791,18 11-1041,-25-20 539,18 12 187,0 0 0,36 17 0,-54-30-515,-1 1 1,1-1-1,-1 0 1,0 1 0,0-1-1,0 0 1,1 1-1,-1 0 1,-1-1-1,1 1 1,0 0 0,1 2-1,10 16-23,-2-10 60,33 33 622,45 58 0,-71-78-516,-4-8 85,-1 1 0,-1 0 1,-1 0-1,9 20 0,-18-28-177,1 0-1,-1 1 1,0-1 0,-1 1-1,0-1 1,0 1 0,-2 10-1,0 13 47,1-17-63,-1 0 0,-1 0 0,0 0 0,0-1 1,-2 1-1,-6 14 0,1 0 33,0 9 0,-12 26 194,-3-1 110,-34 32-91,17-44-18,13-18-78,26-29-212,-2 2 102,1 0 0,-1-1 0,1 0 0,-1 0 0,-1 0 0,1-1-1,-1 0 1,-10 6 0,5-4 66,-1 1 1,1 0-1,1 1 0,-14 11 1,23-18 1039,-12 5-19956</inkml:trace>
</inkml:ink>
</file>

<file path=ppt/ink/ink2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0.727"/>
    </inkml:context>
    <inkml:brush xml:id="br0">
      <inkml:brushProperty name="width" value="0.025" units="cm"/>
      <inkml:brushProperty name="height" value="0.025" units="cm"/>
    </inkml:brush>
  </inkml:definitions>
  <inkml:trace contextRef="#ctx0" brushRef="#br0">385 1 10922,'0'0'10315,"-14"28"-9050,-1 6-916,-65 120 1132,18-36-379,-81 133-936,141-247-321,-1-1 1,0 1-1,0 0 0,0-1 0,0 1 0,0-1 1,-7 5-1,8-7-394,0 0 0,0 0 1,0 0-1,0-1 0,0 1 0,0 0 1,-1-1-1,1 1 0,0-1 1,0 0-1,-3 0 0,-8 0-5361</inkml:trace>
</inkml:ink>
</file>

<file path=ppt/ink/ink2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1.331"/>
    </inkml:context>
    <inkml:brush xml:id="br0">
      <inkml:brushProperty name="width" value="0.025" units="cm"/>
      <inkml:brushProperty name="height" value="0.025" units="cm"/>
    </inkml:brush>
  </inkml:definitions>
  <inkml:trace contextRef="#ctx0" brushRef="#br0">1 97 8162,'0'0'3023,"31"-6"-733,348-52 2279,422 26-1311,-800 32-3006,-2 11 163,-3 2-233,-2 0 0,1 0 0,-2-1 0,1 0 0,-2 0 1,-11 14-1,-4 7 92,-47 80 895,-56 126 0,87-168-1137,24-48-39,2 0 1,-16 42-1,29-65-2,0 0 0,0 0 0,0 1 0,0-1 0,0 0-1,-1 0 1,1 0 0,0 1 0,0-1 0,0 0 0,0 0 0,0 1 0,0-1-1,0 0 1,0 0 0,0 1 0,0-1 0,0 0 0,0 0 0,0 1-1,0-1 1,0 0 0,0 0 0,0 0 0,0 1 0,1-1 0,-1 0 0,0 0-1,0 1 1,0-1 0,0 0 0,0 0 0,0 0 0,1 0 0,-1 1 0,0-1-1,0 0 1,0 0 0,1 0 0,-1 0 0,0 0 0,0 1 0,0-1 0,1 0-1,-1 0 1,0 0 0,1 0 0,15-4-313,16-15-533,13-22-793,-31 27 781,1 0 1,1 1-1,0 0 0,1 2 1,0-1-1,20-8 0,-36 20 900,-1-1-1,1 1 0,-1 0 1,1 0-1,-1-1 0,0 1 1,1 0-1,0 0 1,-1 0-1,1 0 0,-1 0 1,1 0-1,-1 0 1,1 0-1,-1 0 0,1 0 1,-1 0-1,1 0 0,-1 0 1,1 0-1,-1 1 1,1-1-1,-1 0 0,1 0 1,-1 1-1,1-1 1,-1 0-1,0 0 0,1 1 1,-1-1-1,1 0 0,-1 1 1,0-1-1,1 1 1,-1-1-1,0 1 0,0-1 1,1 0-1,-1 1 0,0-1 1,0 1-1,1 0 1,-1 33 1676,-18 35 342,10-50-1773,-1 0-909,7-9-3663</inkml:trace>
</inkml:ink>
</file>

<file path=ppt/ink/ink2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1.609"/>
    </inkml:context>
    <inkml:brush xml:id="br0">
      <inkml:brushProperty name="width" value="0.025" units="cm"/>
      <inkml:brushProperty name="height" value="0.025" units="cm"/>
    </inkml:brush>
  </inkml:definitions>
  <inkml:trace contextRef="#ctx0" brushRef="#br0">58 1 6585,'0'0'17532,"-39"122"-17532,33-122-152,-1 0-1048,1 0-1609</inkml:trace>
</inkml:ink>
</file>

<file path=ppt/ink/ink2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1.799"/>
    </inkml:context>
    <inkml:brush xml:id="br0">
      <inkml:brushProperty name="width" value="0.025" units="cm"/>
      <inkml:brushProperty name="height" value="0.025" units="cm"/>
    </inkml:brush>
  </inkml:definitions>
  <inkml:trace contextRef="#ctx0" brushRef="#br0">0 0 9618,'0'0'12539,"0"74"-16844,7-48-1849,12-4-3199</inkml:trace>
</inkml:ink>
</file>

<file path=ppt/ink/ink2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2.060"/>
    </inkml:context>
    <inkml:brush xml:id="br0">
      <inkml:brushProperty name="width" value="0.025" units="cm"/>
      <inkml:brushProperty name="height" value="0.025" units="cm"/>
    </inkml:brush>
  </inkml:definitions>
  <inkml:trace contextRef="#ctx0" brushRef="#br0">257 0 11811,'0'0'9710,"-29"15"-7865,-18 7-1266,-87 44 972,133-65-1526,-2 0 7,1 0-1,-1 0 1,1 0 0,-1 0 0,1 1 0,-1-1 0,1 1-1,0-1 1,0 1 0,0 0 0,0 0 0,0 0 0,0 0-1,0 0 1,1 0 0,-1 1 0,1-1 0,0 0 0,-1 1-1,1-1 1,0 1 0,0 0 0,1-1 0,-1 1-1,0 2 1,3-3-49,-1-1 0,1 1 0,0-1 0,0 0-1,0 0 1,0 1 0,0-2 0,0 1 0,0 0 0,0 0 0,0-1-1,0 1 1,0-1 0,1 1 0,-1-1 0,4 0 0,2 2-33,6 1-34,0 0 1,0 2-1,16 6 1,-28-10 26,0 0 0,0-1 0,0 1 1,0 0-1,-1 0 0,1 0 0,0 0 1,0 0-1,-1 1 0,1-1 0,-1 0 0,1 1 1,-1-1-1,0 1 0,1 0 0,-1-1 0,0 1 1,0 0-1,0 0 0,0-1 0,0 1 1,-1 0-1,1 0 0,-1 0 0,1 0 0,-1 0 1,0 0-1,1 0 0,-1 0 0,0 1 1,-1 2-1,-2-3-109,0 1 1,0-1-1,0 0 1,0 0-1,-1 0 1,1-1 0,-1 1-1,1-1 1,-1 0-1,1 0 1,-1 0-1,0 0 1,-4 0-1,4-1-190,-38 2-4718,32-2 119</inkml:trace>
</inkml:ink>
</file>

<file path=ppt/ink/ink2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2.359"/>
    </inkml:context>
    <inkml:brush xml:id="br0">
      <inkml:brushProperty name="width" value="0.025" units="cm"/>
      <inkml:brushProperty name="height" value="0.025" units="cm"/>
    </inkml:brush>
  </inkml:definitions>
  <inkml:trace contextRef="#ctx0" brushRef="#br0">154 0 14635,'0'0'11875,"-109"142"-11875,103-133-72,-1 4-264,1-7-961,-7-6-911,7 7-2041,-1-7-2200</inkml:trace>
</inkml:ink>
</file>

<file path=ppt/ink/ink2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2.527"/>
    </inkml:context>
    <inkml:brush xml:id="br0">
      <inkml:brushProperty name="width" value="0.025" units="cm"/>
      <inkml:brushProperty name="height" value="0.025" units="cm"/>
    </inkml:brush>
  </inkml:definitions>
  <inkml:trace contextRef="#ctx0" brushRef="#br0">52 0 9130,'0'0'12011,"-52"158"-14764,52-133-3064</inkml:trace>
</inkml:ink>
</file>

<file path=ppt/ink/ink2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2.807"/>
    </inkml:context>
    <inkml:brush xml:id="br0">
      <inkml:brushProperty name="width" value="0.025" units="cm"/>
      <inkml:brushProperty name="height" value="0.025" units="cm"/>
    </inkml:brush>
  </inkml:definitions>
  <inkml:trace contextRef="#ctx0" brushRef="#br0">178 0 11602,'0'0'12007,"-28"14"-11083,-84 41-534,109-53-381,0-1 1,0 1 0,0-1 0,1 1-1,-1 0 1,0 0 0,1 0-1,-1 1 1,1-1 0,0 1 0,0-1-1,-2 4 1,3-5-14,1 0 1,0 0-1,-1 1 0,1-1 1,0 0-1,0 1 1,0-1-1,0 0 0,0 0 1,0 1-1,0-1 0,0 0 1,0 1-1,1-1 1,0 2-1,1 8-58,-2-8 53,1-1 0,0 0 0,0 1-1,-1-1 1,1 0 0,1 0-1,-1 0 1,0 0 0,0 0 0,1 0-1,-1 0 1,1 0 0,0 0 0,-1-1-1,1 1 1,0-1 0,0 1-1,0-1 1,0 0 0,3 2 0,-2-2 7,-1 0 1,1 1 0,-1-1 0,1 1 0,-1 0-1,0 0 1,0 0 0,0 0 0,0 0 0,0 0-1,0 0 1,-1 1 0,1-1 0,-1 1-1,1-1 1,-1 1 0,0-1 0,0 1 0,0 0-1,-1 0 1,2 3 0,-3-5 4,1 0-1,0 0 1,0 0 0,-1 0-1,1 0 1,0 0 0,-1 0-1,1 0 1,-1 0 0,0 0-1,1-1 1,-1 1 0,1 0 0,-1 0-1,0-1 1,0 1 0,1 0-1,-1-1 1,0 1 0,0-1-1,0 1 1,0-1 0,0 1-1,0-1 1,-1 1 0,-28 7-198,22-7-167,6-10-5430,2-4-930</inkml:trace>
</inkml:ink>
</file>

<file path=ppt/ink/ink2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3.227"/>
    </inkml:context>
    <inkml:brush xml:id="br0">
      <inkml:brushProperty name="width" value="0.025" units="cm"/>
      <inkml:brushProperty name="height" value="0.025" units="cm"/>
    </inkml:brush>
  </inkml:definitions>
  <inkml:trace contextRef="#ctx0" brushRef="#br0">312 0 14979,'0'0'13506,"-1"10"-12923,-4 50 34,5-59-609,-10-10-1924,9 8 1882,1 0 0,-1 0 0,0 1 0,1-1 0,-1 0 0,0 0 0,1 0 0,-1 1 0,0-1 0,0 0-1,0 1 1,0-1 0,1 1 0,-1-1 0,0 1 0,0-1 0,0 1 0,-2-1 0,-17-1-175,0 1 0,0 1-1,0 1 1,0 1 0,-27 5 0,39-5 230,0 0 0,1 0 0,0 0-1,-1 1 1,1 0 0,0 1 0,1-1 0,-1 1 0,1 1 0,-1-1-1,1 1 1,0 0 0,1 0 0,0 1 0,-1 0 0,-7 12 0,11-15-17,1-1 1,-1 1 0,1 0 0,-1-1 0,1 1-1,0 0 1,1 0 0,-1 0 0,0 0 0,1 0-1,-1 0 1,1 0 0,0 0 0,0 0 0,0 0-1,1 0 1,-1 0 0,1 0 0,-1 0 0,1 0-1,0-1 1,0 1 0,0 0 0,1 0 0,-1-1-1,1 1 1,-1-1 0,1 1 0,0-1 0,0 1-1,0-1 1,0 0 0,0 0 0,1 0 0,-1 0-1,1-1 1,-1 1 0,1-1 0,5 3 0,13 0-455,0 0 0,0-2 0,0 0 0,0-2 1,36-3-1,-30 0-1251,0-1 1,-1-2-1,47-15 1,-5-8-3699</inkml:trace>
</inkml:ink>
</file>

<file path=ppt/ink/ink2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3.635"/>
    </inkml:context>
    <inkml:brush xml:id="br0">
      <inkml:brushProperty name="width" value="0.025" units="cm"/>
      <inkml:brushProperty name="height" value="0.025" units="cm"/>
    </inkml:brush>
  </inkml:definitions>
  <inkml:trace contextRef="#ctx0" brushRef="#br0">231 1 8730,'0'0'15335,"-20"7"-14236,4-1-883,-6 1 230,0 1-1,0 1 0,1 1 1,0 1-1,-34 24 1,52-33-424,1 0 1,-1 1 0,1-1-1,-1 1 1,1 0 0,0-1-1,0 1 1,0 0 0,0 0-1,1 1 1,-1-1 0,1 0-1,0 0 1,0 1 0,0-1-1,0 0 1,1 1 0,-1-1-1,1 1 1,0-1 0,0 1-1,1 5 1,0-8-29,0 0 1,0 0-1,0 0 0,0 0 1,0 0-1,0 0 1,0 0-1,0-1 0,0 1 1,0 0-1,0-1 0,1 1 1,-1-1-1,0 0 0,0 1 1,1-1-1,-1 0 0,0 0 1,1 0-1,-1 0 0,0 0 1,2 0-1,43-1-153,-30 1 57,-2-1-46,-1 0 0,1-1 0,-1-1 0,1 0 0,-1 0 0,14-7-1,-19 7 87,-1 0 0,1 0 0,-1-1 0,0 0 0,0 0 0,0-1 0,0 0 0,-1-1 0,0 1 0,0-1 0,7-8 0,-13 14 97,-1 0-1,1 0 1,0 0 0,0 0 0,0 0 0,0 0 0,0 0 0,-1 0-1,1 0 1,0 0 0,0 0 0,0 0 0,0 0 0,0 0 0,0 0 0,-1 0-1,1 0 1,0-1 0,0 1 0,0 0 0,0 0 0,0 0 0,0 0 0,-1 0-1,1 0 1,0 0 0,0 0 0,0 0 0,0 0 0,0-1 0,0 1-1,0 0 1,0 0 0,0 0 0,0 0 0,0 0 0,0 0 0,-1-1 0,1 1-1,0 0 1,0 0 0,0 0 0,0 0 0,0 0 0,0-1 0,0 1 0,0 0-1,0 0 1,0 0 0,1 0 0,-13 9-117,9-1 16,1 0-1,0 0 1,0 0 0,1 0-1,0 0 1,1 0 0,0 0-1,0 1 1,1-1 0,1 9 0,-1-16-50,-1 0 0,1 0 0,0 0 0,0 0 0,0 0 0,0-1 0,-1 1 0,1 0 0,0-1 0,0 1 0,0-1 1,0 1-1,0-1 0,1 1 0,-1-1 0,0 0 0,0 1 0,0-1 0,0 0 0,0 0 0,0 0 0,1 0 1,-1 0-1,1 0 0,35-2-2219,-30 1 1666,36-7-3726,-3-11-1291</inkml:trace>
</inkml:ink>
</file>

<file path=ppt/ink/ink2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3.900"/>
    </inkml:context>
    <inkml:brush xml:id="br0">
      <inkml:brushProperty name="width" value="0.025" units="cm"/>
      <inkml:brushProperty name="height" value="0.025" units="cm"/>
    </inkml:brush>
  </inkml:definitions>
  <inkml:trace contextRef="#ctx0" brushRef="#br0">360 1 13171,'0'0'9974,"-27"25"-7838,-88 85-790,90-84-990,1 0 0,0 2 1,3 1-1,0 1 0,2 0 0,1 2 1,1 0-1,-17 48 0,31-72-386,0 0 0,1 0 0,0 0 0,0 0 0,1 0 0,0 1 0,0 9 0,2-18-56,0 1 0,0 0 0,0 0 0,0-1 0,0 1 0,0 0 0,0-1 0,0 1 0,1-1 0,-1 1 1,0-1-1,0 0 0,0 0 0,1 1 0,-1-1 0,0 0 0,0 0 0,0 0 0,1 0 0,-1 0 0,0-1 0,0 1 0,1 0 0,-1 0 0,2-2 0,36-5-1389,-27 3 846,-1 0 0,1-1 0,-1 0 0,0-1 0,0 0 0,18-15 0,-2 2-760,42-28-3235,1-8-1625</inkml:trace>
</inkml:ink>
</file>

<file path=ppt/ink/ink2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4.119"/>
    </inkml:context>
    <inkml:brush xml:id="br0">
      <inkml:brushProperty name="width" value="0.025" units="cm"/>
      <inkml:brushProperty name="height" value="0.025" units="cm"/>
    </inkml:brush>
  </inkml:definitions>
  <inkml:trace contextRef="#ctx0" brushRef="#br0">353 1 10970,'0'0'13843,"-27"18"-12148,-92 63-342,102-68-1154,0 0 1,1 2-1,0 0 1,2 0 0,-1 2-1,2 0 1,0 0 0,2 1-1,0 1 1,0 0 0,2 0-1,0 1 1,2 0-1,0 1 1,-7 38 0,11-45-1137,1 1 1,1 0-1,1 18 0,5-32-2492,14-1 988,1 0-2824,0 0-1770</inkml:trace>
</inkml:ink>
</file>

<file path=ppt/ink/ink2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4.444"/>
    </inkml:context>
    <inkml:brush xml:id="br0">
      <inkml:brushProperty name="width" value="0.025" units="cm"/>
      <inkml:brushProperty name="height" value="0.025" units="cm"/>
    </inkml:brush>
  </inkml:definitions>
  <inkml:trace contextRef="#ctx0" brushRef="#br0">1 61 8794,'0'0'15819,"26"0"-15115,171 4 7,-113-5-647,-83 1-67,-1-1-1,1 0 1,0 1 0,-1-1-1,1 0 1,0 1 0,-1-1-1,1 0 1,-1 0-1,1 1 1,-1-1 0,1 0-1,-1 0 1,0 0-1,1 0 1,-1 0 0,0 1-1,0-1 1,0 0-1,0 0 1,0 0 0,0 0-1,0 0 1,0 0-1,0 0 1,0 0 0,0 0-1,-1-1 1,1 0-6,0 0 1,0 0-1,0 0 0,-1 1 0,1-1 1,-1 0-1,1 0 0,-1 0 1,0 0-1,0 0 0,0 0 1,0 1-1,-1-3 0,-2 2 5,0 1 0,1-1 1,-1 1-1,0 0 0,0 0 0,0 0 0,0 0 0,0 1 0,0-1 0,0 1 0,-4 1 0,-48 3 105,52-3-108,0 0 1,0 0-1,1 0 1,-1 0-1,0 1 1,1 0 0,-1 0-1,1 0 1,0 0-1,0 0 1,0 1-1,0-1 1,0 1 0,0 0-1,1 0 1,-1 0-1,1 0 1,0 1 0,0-1-1,0 0 1,0 1-1,1 0 1,-1-1-1,1 1 1,0 0 0,0 0-1,0 0 1,1-1-1,-1 1 1,1 0-1,0 0 1,0 0 0,0 0-1,1 0 1,-1 0-1,1 0 1,2 6-1,-1-7-146,0-1-1,0 0 0,-1 1 0,2-1 0,-1 0 0,0 0 0,0 0 0,1 0 0,-1 0 0,1-1 0,-1 1 0,1-1 0,0 0 0,-1 1 0,1-1 0,0-1 0,0 1 0,0 0 0,5 0 0,69 7-4863,-63-7 3419,32 0-4203</inkml:trace>
</inkml:ink>
</file>

<file path=ppt/ink/ink2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5.021"/>
    </inkml:context>
    <inkml:brush xml:id="br0">
      <inkml:brushProperty name="width" value="0.025" units="cm"/>
      <inkml:brushProperty name="height" value="0.025" units="cm"/>
    </inkml:brush>
  </inkml:definitions>
  <inkml:trace contextRef="#ctx0" brushRef="#br0">145 510 11931,'0'0'13740,"-21"6"-13203,-66 18-179,85-24-335,0 1 1,0-1-1,0 1 1,0 0-1,0 0 1,0-1-1,0 1 1,0 0-1,1 1 0,-1-1 1,0 0-1,1 0 1,-1 1-1,1-1 1,-1 1-1,1-1 1,-3 5-1,4-5-5,-1 1 0,1-1-1,-1 1 1,1-1 0,0 1-1,0 0 1,0-1 0,0 1-1,0-1 1,0 1 0,1 0-1,-1-1 1,1 3 0,0 4-8,1-7-9,-1 0 0,0 0 0,1 0 0,-1 0 0,1 0 0,0 0 1,-1 0-1,1-1 0,0 1 0,-1-1 0,1 0 0,0 1 0,0-1 0,-1 0 0,1 0 0,0 0 1,0 0-1,0 0 0,1-1 0,40-2 17,-12-11-68,-2-1 0,0-1 1,0-2-1,-2-1 0,0-1 0,43-43 0,130-162-419,-181 202 448,-3 4-20,0 0-1,-2-2 1,0 0 0,-2 0-1,0-1 1,11-31 0,-21 43 207,-7 9 368,-12 15-19,-31 40 43,3 1 0,2 2 0,-47 85 0,70-107-297,-29 68 0,43-86-510,0 0 0,1 1-1,1-1 1,1 1 0,1 0-1,-1 25 1,3-42 135,1 0 0,-1 0 0,1 0 0,-1 0 0,1 0 0,0 0 0,-1-1 0,1 1 0,0 0 0,0 0 0,-1-1 0,1 1 0,0 0 0,0-1 0,0 1 0,0-1 0,0 1 0,0-1 0,0 0 0,0 1 0,0-1 0,0 0 0,0 0 0,0 0 0,0 1 1,0-1-1,1 0 0,0-1 0,42 3-4625,-36-2 2812,36 0-7530</inkml:trace>
</inkml:ink>
</file>

<file path=ppt/ink/ink2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5.559"/>
    </inkml:context>
    <inkml:brush xml:id="br0">
      <inkml:brushProperty name="width" value="0.025" units="cm"/>
      <inkml:brushProperty name="height" value="0.025" units="cm"/>
    </inkml:brush>
  </inkml:definitions>
  <inkml:trace contextRef="#ctx0" brushRef="#br0">691 0 16,'0'0'27174,"-13"21"-26221,-102 139 705,58-87-1052,-110 109 0,144-161-611,0-1-1,-1 0 1,-1-2 0,-1-1-1,0-2 1,-1 0 0,-1-1 0,0-2-1,-30 9 1,21-14-93,23-5-144,21-6-590,35-10 771,-12 2 64,0 2-1,2 1 1,-1 2 0,1 1 0,64-4 0,-86 10 38,0 1 1,0 0 0,0 1 0,0 1-1,0-1 1,-1 1 0,1 1-1,10 5 1,4 1-133,-16-7-523,1-1-1,-1 0 1,1 0 0,16 1 0,39-2-5990,-40-1 3220,8 0-2799</inkml:trace>
</inkml:ink>
</file>

<file path=ppt/ink/ink2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5.739"/>
    </inkml:context>
    <inkml:brush xml:id="br0">
      <inkml:brushProperty name="width" value="0.025" units="cm"/>
      <inkml:brushProperty name="height" value="0.025" units="cm"/>
    </inkml:brush>
  </inkml:definitions>
  <inkml:trace contextRef="#ctx0" brushRef="#br0">58 1 12683,'0'0'16347,"-32"70"-16027,32-60-208,-7 3-112,7-7 0,-6 1-432,6-4-656,-7-3-1601,1 0-3160</inkml:trace>
</inkml:ink>
</file>

<file path=ppt/ink/ink2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5.908"/>
    </inkml:context>
    <inkml:brush xml:id="br0">
      <inkml:brushProperty name="width" value="0.025" units="cm"/>
      <inkml:brushProperty name="height" value="0.025" units="cm"/>
    </inkml:brush>
  </inkml:definitions>
  <inkml:trace contextRef="#ctx0" brushRef="#br0">122 0 14915,'0'0'10891,"-70"119"-11396,50-71-1447,1-6-2361,6-13-2640</inkml:trace>
</inkml:ink>
</file>

<file path=ppt/ink/ink2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6.361"/>
    </inkml:context>
    <inkml:brush xml:id="br0">
      <inkml:brushProperty name="width" value="0.025" units="cm"/>
      <inkml:brushProperty name="height" value="0.025" units="cm"/>
    </inkml:brush>
  </inkml:definitions>
  <inkml:trace contextRef="#ctx0" brushRef="#br0">0 1 5905,'0'0'19416,"5"-1"-18131,-5 1-1232,1 0 0,0 0 0,0 0 1,0 0-1,-1 0 0,1 0 0,0 0 1,0 1-1,0-1 0,-1 0 1,1 0-1,0 1 0,0-1 0,0 0 1,-1 1-1,1-1 0,0 1 0,-1-1 1,1 1-1,0-1 0,-1 1 0,1 0 1,-1-1-1,1 1 0,-1-1 0,1 1 1,-1 0-1,0 0 0,1-1 0,-1 1 1,0 0-1,1 0 0,-1 0 0,0-1 1,0 1-1,0 0 0,0 1 0,1 43 1262,-2-23-1197,1-12-39,1 7-553,11-23-243,8-8 699,12-5-98,0 1 0,69-26 1,-101 44 168,1 0 1,-1 0 0,0 0-1,1 1 1,-1-1-1,1 0 1,-1 0-1,0 1 1,1-1 0,-1 0-1,0 1 1,1-1-1,-1 0 1,0 1 0,0-1-1,1 1 1,-1-1-1,0 0 1,0 1 0,0-1-1,1 1 1,-1-1-1,0 1 1,0-1-1,0 1 1,0-1 0,0 1-1,0-1 1,0 0-1,0 1 1,0-1 0,0 1-1,-1 0 1,2 31-66,0-5-337,1-25 88,-1-1 0,0 0 0,1 0 0,-1 0 0,1 0 0,0 0 0,-1 0 0,1-1 0,0 1 0,-1 0 0,1-1 0,0 1 0,0-1 0,-1 0 0,1 0 0,0 1 0,0-1 0,0 0 0,0-1 0,2 1 0,40-4-9169,-24-7-592</inkml:trace>
</inkml:ink>
</file>

<file path=ppt/ink/ink2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6.722"/>
    </inkml:context>
    <inkml:brush xml:id="br0">
      <inkml:brushProperty name="width" value="0.025" units="cm"/>
      <inkml:brushProperty name="height" value="0.025" units="cm"/>
    </inkml:brush>
  </inkml:definitions>
  <inkml:trace contextRef="#ctx0" brushRef="#br0">1 50 6569,'0'0'16043,"9"5"-15325,3 2-448,1-2 0,1 0 0,27 7 0,-37-10-255,0-1-1,0 0 1,0 0 0,0-1 0,0 1-1,0-1 1,1 0 0,-1 0 0,0 0-1,0-1 1,0 1 0,0-1 0,0 0 0,0 0-1,0-1 1,0 1 0,0-1 0,0 0-1,-1 0 1,1 0 0,3-3 0,-5 3 1,0-1 0,0 0 0,0 0 0,0 0 0,-1 0 0,1 0 0,-1 0 0,0 0 0,0-1 0,0 1 0,0 0 1,0-1-1,-1 1 0,0-1 0,1 1 0,-1-1 0,-1-5 0,-3 7 83,1 1 0,-1 0 0,1 0 0,-1 1 0,0-1 0,0 1 0,1 0 0,-1 0 0,0 0 0,-5 1 0,2-1 102,2 1-130,-1-1 0,0 1 0,1 0 0,-1 0 0,1 1 0,-1 0 0,1 0 0,-1 0 1,1 0-1,0 1 0,0 0 0,0 0 0,1 0 0,-1 1 0,1 0 0,0 0 0,0 0 0,0 0 1,0 1-1,1-1 0,-1 1 0,1 0 0,0 0 0,1 0 0,-1 0 0,1 0 0,0 1 0,1-1 1,-1 1-1,1 0 0,-1 8 0,1 2-105,1 24-321,0-39 249,0 0-1,0 0 0,0 0 1,0 1-1,1-1 1,-1 0-1,0 0 1,1 0-1,-1 0 0,1 0 1,0 0-1,-1 0 1,1 0-1,-1 0 1,1 0-1,0 0 0,0 0 1,0 0-1,0 0 1,0-1-1,-1 1 1,1 0-1,1-1 0,-1 1 1,0-1-1,1 1 1,67 2-6934,-26-3 1248</inkml:trace>
</inkml:ink>
</file>

<file path=ppt/ink/ink2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7.144"/>
    </inkml:context>
    <inkml:brush xml:id="br0">
      <inkml:brushProperty name="width" value="0.025" units="cm"/>
      <inkml:brushProperty name="height" value="0.025" units="cm"/>
    </inkml:brush>
  </inkml:definitions>
  <inkml:trace contextRef="#ctx0" brushRef="#br0">264 28 4137,'0'0'21070,"-18"-5"-20062,-60-14-168,71 18-719,1 0 1,-1 0-1,0 1 0,1 0 1,-1 0-1,1 1 0,-1 0 0,1 0 1,-1 0-1,1 1 0,-1 0 1,1 0-1,0 0 0,0 1 1,0 0-1,-7 5 0,9-5-88,0-1-1,1 1 1,-1 0 0,1 1 0,-1-1-1,1 0 1,0 1 0,0 0-1,1 0 1,-1 0 0,1 0-1,0 0 1,0 1 0,0-1 0,0 0-1,1 1 1,0 0 0,0-1-1,0 1 1,0 5 0,2-9-40,-1 0 0,1 0 0,0 0 1,-1 0-1,1 0 0,0 0 0,0 0 1,0 0-1,0 0 0,0-1 0,0 1 1,0 0-1,0-1 0,0 1 0,0-1 1,1 1-1,-1-1 0,0 0 0,0 1 1,0-1-1,1 0 0,-1 0 1,0 0-1,0 0 0,1 0 0,-1 0 1,2 0-1,52-1-216,-40 1 73,-8 0 95,0 0 0,-1 0 0,1 0 0,-1 0-1,1-1 1,-1 0 0,0-1 0,1 0 0,-1 1 0,0-2 0,0 1-1,0-1 1,9-5 0,-5-1 204,0 5 533,2 26-580,-12-22-105,1 2-248,0 0 0,1-1 1,-1 1-1,1-1 0,-1 1 1,1-1-1,0 0 0,-1 1 1,1-1-1,0 0 0,0 0 1,0 0-1,0-1 0,0 1 1,0 0-1,0-1 0,0 1 1,0-1-1,0 0 0,0 0 1,1 0-1,-1 0 0,0 0 1,0 0-1,4-1 0,0 1-1070,19 0-4709</inkml:trace>
</inkml:ink>
</file>

<file path=ppt/ink/ink2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7.468"/>
    </inkml:context>
    <inkml:brush xml:id="br0">
      <inkml:brushProperty name="width" value="0.025" units="cm"/>
      <inkml:brushProperty name="height" value="0.025" units="cm"/>
    </inkml:brush>
  </inkml:definitions>
  <inkml:trace contextRef="#ctx0" brushRef="#br0">39 100 11827,'0'0'16696,"-2"22"-15897,-1 3-592,-5 120 875,-5-164-1920,10 11 730,1-1 0,0 1-1,0-1 1,0 1 0,1-1 0,1 0 0,-1 0-1,1 1 1,1-1 0,0 0 0,0 0 0,1 1-1,0-1 1,0 1 0,1-1 0,0 1 0,0 0-1,1 0 1,0 0 0,0 1 0,1 0-1,0-1 1,1 2 0,-1-1 0,1 0 0,1 1-1,-1 0 1,14-9 0,-13 11-421,-1 1 1,1 0-1,0 0 0,0 0 0,0 1 1,0 0-1,0 1 0,14-2 0,7-2-4269,3 0-2894</inkml:trace>
</inkml:ink>
</file>

<file path=ppt/ink/ink2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7.797"/>
    </inkml:context>
    <inkml:brush xml:id="br0">
      <inkml:brushProperty name="width" value="0.025" units="cm"/>
      <inkml:brushProperty name="height" value="0.025" units="cm"/>
    </inkml:brush>
  </inkml:definitions>
  <inkml:trace contextRef="#ctx0" brushRef="#br0">321 1 11779,'0'0'15461,"-18"31"-14195,-100 178 445,92-153-1422,2 1 1,-25 93-1,40-122-507,9-27 28,-1 1 1,0-1 0,1 1-1,-1-1 1,0 1 0,0-1 0,0 0-1,0 1 1,-1-1 0,1 0 0,0 0-1,0 0 1,-1 0 0,1 0-1,0 0 1,-1 0 0,1 0 0,-1 0-1,0-1 1,1 1 0,-1-1 0,1 1-1,-1-1 1,0 0 0,1 0-1,-1 1 1,0-1 0,0 0 0,1 0-1,-1-1 1,0 1 0,1 0 0,-3-1-1,-5 1-1971,-11 0-3521</inkml:trace>
</inkml:ink>
</file>

<file path=ppt/ink/ink2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8.111"/>
    </inkml:context>
    <inkml:brush xml:id="br0">
      <inkml:brushProperty name="width" value="0.025" units="cm"/>
      <inkml:brushProperty name="height" value="0.025" units="cm"/>
    </inkml:brush>
  </inkml:definitions>
  <inkml:trace contextRef="#ctx0" brushRef="#br0">1 46 12587,'0'0'5706,"32"-4"-3264,18-3-1629,151-19 1583,260 17 675,-305 10-2604,-109-1-433,68 10 0,-100-4-70,-22 4-91,-30 7-513,30-14 329,-21 10-2646,0 2-1,1 2 1,1 0 0,-38 32-1,19-13-5378</inkml:trace>
</inkml:ink>
</file>

<file path=ppt/ink/ink2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8.376"/>
    </inkml:context>
    <inkml:brush xml:id="br0">
      <inkml:brushProperty name="width" value="0.025" units="cm"/>
      <inkml:brushProperty name="height" value="0.025" units="cm"/>
    </inkml:brush>
  </inkml:definitions>
  <inkml:trace contextRef="#ctx0" brushRef="#br0">39 0 6385,'0'0'18079,"0"16"-16441,2 5-1160,-1-12-257,0 0 0,-1 0 0,0-1 0,0 1-1,-1 0 1,-3 13 0,-9 23 696,12-43-980,1 0 0,-1 0 1,0 0-1,1 0 0,-1 0 1,0 0-1,0-1 0,0 1 0,0 0 1,-1-1-1,1 1 0,0 0 1,-1-1-1,1 0 0,-1 1 0,1-1 1,-4 2-1,4-7-7051,1-17 2567,0 20 2837,0-27-10537</inkml:trace>
</inkml:ink>
</file>

<file path=ppt/ink/ink2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8.569"/>
    </inkml:context>
    <inkml:brush xml:id="br0">
      <inkml:brushProperty name="width" value="0.025" units="cm"/>
      <inkml:brushProperty name="height" value="0.025" units="cm"/>
    </inkml:brush>
  </inkml:definitions>
  <inkml:trace contextRef="#ctx0" brushRef="#br0">26 1 9338,'0'0'14203,"6"96"-14139,-6-77-64,0 4-48,0-4-784,-6 10-889,-7-13-2319,0 6-1842</inkml:trace>
</inkml:ink>
</file>

<file path=ppt/ink/ink2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9.215"/>
    </inkml:context>
    <inkml:brush xml:id="br0">
      <inkml:brushProperty name="width" value="0.025" units="cm"/>
      <inkml:brushProperty name="height" value="0.025" units="cm"/>
    </inkml:brush>
  </inkml:definitions>
  <inkml:trace contextRef="#ctx0" brushRef="#br0">1 0 7498,'0'0'16274,"8"2"-14866,28 9-244,-35-10-1072,1 1-1,-1-1 1,1 0-1,-1 1 0,0 0 1,0-1-1,0 1 1,0 0-1,0-1 1,0 1-1,0 0 1,0 0-1,-1 0 0,1 0 1,-1 0-1,1 0 1,-1 0-1,0 3 1,3 36 497,-3-40-582,0 0-28,-1 0 0,1 0 1,0 0-1,0 0 0,0 0 0,0 0 0,-1 0 1,2 1-1,-1-1 0,0 0 0,0 0 0,0 0 0,0 0 1,1 0-1,-1 0 0,1 1 0,-1-1 0,1 0 1,-1 0-1,1 0 0,-1-1 0,1 1 0,0 0 0,0 0 1,-1 0-1,1 0 0,0-1 0,0 1 0,0 0 1,1 0-1,1-1-101,0 0 0,0-1 0,0 0 0,0 0 0,0 0 0,0 0 0,-1 0 0,1 0 0,0-1 0,2-1 0,8-4 210,170-76-97,-181 82 1356,-2 19-319,-13 35-345,23-53-841,-2-1 97,1 0 0,0-1-1,-1 1 1,1-2-1,-1 1 1,1-1 0,-1-1-1,0 0 1,0 0-1,-1 0 1,12-9 0,28-15 85,-46 29 93,-1 0-1,1 0 1,-1-1 0,1 1-1,0 0 1,-1 0 0,1 0-1,-1 0 1,0 0 0,1-1-1,-1 1 1,0 0 0,1 0-1,-1 0 1,0 0 0,0 0-1,0 0 1,0 0-1,0 0 1,0 0 0,0 0-1,0 0 1,-1 2 0,0 29-270,-4-11 96,-2 22-3085</inkml:trace>
</inkml:ink>
</file>

<file path=ppt/ink/ink2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19.639"/>
    </inkml:context>
    <inkml:brush xml:id="br0">
      <inkml:brushProperty name="width" value="0.025" units="cm"/>
      <inkml:brushProperty name="height" value="0.025" units="cm"/>
    </inkml:brush>
  </inkml:definitions>
  <inkml:trace contextRef="#ctx0" brushRef="#br0">1 30 4729,'0'0'15245,"4"6"-14271,2 4-856,-4-7-15,-1 0 0,1 0 0,0 1 1,0-1-1,0 0 0,1-1 0,-1 1 1,1 0-1,-1-1 0,1 1 0,0-1 1,0 0-1,0 0 0,0 0 0,0 0 1,1-1-1,-1 1 0,0-1 0,1 0 1,-1 0-1,1 0 0,-1 0 0,6 0 1,17 0-68,-18 0-28,1 0 1,0-1-1,-1 0 0,1-1 1,9-1-1,-17 1-7,1 1-1,-1-1 1,1 1-1,-1-1 1,1 1-1,-1-1 0,1 0 1,-1 0-1,0 0 1,1 0-1,-1 0 1,0 0-1,0 0 1,0 0-1,0 0 1,0 0-1,0-1 1,0 1-1,0 0 1,0-1-1,0 1 0,-1-1 1,1 1-1,-1-1 1,1 1-1,-1-1 1,0 0-1,1 1 1,-1-1-1,0 1 1,0-4-1,0-8 47,-2-17 346,2 29-377,0 0 0,-1 1 0,1-1 0,-1 0 0,0 0 0,1 0 0,-1 1 0,0-1 0,1 0 0,-1 1 0,0-1 0,0 0 1,1 1-1,-1-1 0,0 1 0,0 0 0,0-1 0,0 1 0,0-1 0,0 1 0,0 0 0,0 0 0,1 0 0,-1 0 0,0 0 0,0-1 0,0 2 1,-2-1-1,-2 0 92,-1 0 0,1 0 0,-1 0 0,1 1 0,-1 0 0,1 0 0,-1 1 0,1 0 0,0 0 0,0 0 0,0 0 0,0 1 0,0-1 0,0 1 0,1 1 1,-1-1-1,1 1 0,0-1 0,0 1 0,0 1 0,1-1 0,0 0 0,-1 1 0,1 0 0,1-1 0,-1 1 0,1 0 0,0 0 0,0 1 0,0-1 0,1 0 0,0 1 1,0-1-1,0 1 0,0 9 0,1-12-109,0 0-1,-1 0 1,1-1 0,0 1 0,0 0 0,1 0 0,-1 0-1,0 0 1,1-1 0,0 1 0,0 0 0,0 0 0,0-1-1,0 1 1,0-1 0,1 1 0,-1-1 0,1 0 0,-1 1-1,1-1 1,0 0 0,0 0 0,0 0 0,0 0 0,1 0-1,-1-1 1,0 1 0,1-1 0,-1 0 0,1 1 0,0-1-1,-1 0 1,1 0 0,0-1 0,-1 1 0,1-1 0,0 1-1,0-1 1,3 0 0,-3 1-267,41 2-515,-20-6-2269,-8-4-4990,-8-5-4510</inkml:trace>
</inkml:ink>
</file>

<file path=ppt/ink/ink2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20.060"/>
    </inkml:context>
    <inkml:brush xml:id="br0">
      <inkml:brushProperty name="width" value="0.025" units="cm"/>
      <inkml:brushProperty name="height" value="0.025" units="cm"/>
    </inkml:brush>
  </inkml:definitions>
  <inkml:trace contextRef="#ctx0" brushRef="#br0">33 1 7114,'0'0'24701,"0"22"-23749,6-22-952,-6 7 0,-13-7-4505,-12 0-2080</inkml:trace>
</inkml:ink>
</file>

<file path=ppt/ink/ink2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25.247"/>
    </inkml:context>
    <inkml:brush xml:id="br0">
      <inkml:brushProperty name="width" value="0.025" units="cm"/>
      <inkml:brushProperty name="height" value="0.025" units="cm"/>
    </inkml:brush>
  </inkml:definitions>
  <inkml:trace contextRef="#ctx0" brushRef="#br0">26 187 1192,'0'0'3589,"-25"-23"1359,24 23-4539,2-6 445,-1 5-809,0 1 0,0 0 0,0-1 0,-1 1 0,1-1 0,0 1 0,0-1 0,0 1 0,0 0 0,1-1-1,-1 1 1,0-1 0,0 1 0,0-1 0,0 1 0,0 0 0,0-1 0,1 1 0,-1 0 0,0-1 0,0 1 0,1-1 0,-1 1 0,0 0 0,1 0 0,-1-1 0,0 1 0,1 0 0,-1-1 0,0 1 0,1 0 0,-1 0 0,23-4-28,0 1-1,-1 1 1,1 2-1,36 3 1,5-1-15,66-2-2,444-8 572,-348-12-135,-80 6-185,4-1 76,99-6 254,752 8-91,236-14-608,-757 4 54,-478 23 357,-28 0-1135,1 1-1276,5 7-2092</inkml:trace>
</inkml:ink>
</file>

<file path=ppt/ink/ink2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26.322"/>
    </inkml:context>
    <inkml:brush xml:id="br0">
      <inkml:brushProperty name="width" value="0.025" units="cm"/>
      <inkml:brushProperty name="height" value="0.025" units="cm"/>
    </inkml:brush>
  </inkml:definitions>
  <inkml:trace contextRef="#ctx0" brushRef="#br0">250 0 1272,'0'0'3748,"9"4"-2599,5 1-888,22 9 3058,-34-12-3175,-1 0 0,1 0 0,-1-1 0,0 1 0,0 0 0,0 0 0,0 0 0,0 0 0,0 0-1,0 0 1,-1 1 0,1-1 0,-1 0 0,0 0 0,1 3 0,2 38 612,-3 2-474,1 42 152,-4 0 0,-14 87 0,-34 276 317,19-119-168,-63 375-400,79-575-159,-13 80-2,-23 132 28,41-247 781,2 175 0,9-266-760,-13 280 1927,13-150-1539,18-136-240,-10-34-1028,-8 9-2789,0 18 1301,0-8-4436</inkml:trace>
</inkml:ink>
</file>

<file path=ppt/ink/ink2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27.871"/>
    </inkml:context>
    <inkml:brush xml:id="br0">
      <inkml:brushProperty name="width" value="0.025" units="cm"/>
      <inkml:brushProperty name="height" value="0.025" units="cm"/>
    </inkml:brush>
  </inkml:definitions>
  <inkml:trace contextRef="#ctx0" brushRef="#br0">0 2178 1400,'0'0'7293,"15"-12"-6396,124-96 874,0 10-370,-1 2-849,96-79 828,256-143 0,-233 155-1237,30-18-126,-175 116 36,694-435-2337,-711 436 2296,2 4-1,3 4 1,3 5 0,213-74 0,-242 101 1517,123-57 1,-196 80-234,-4 3-1343,1 0 0,-1 0 1,1 1-1,0-1 0,0 0 0,0 1 0,0 0 0,0-1 0,0 1 0,1 0 0,-2 3 0,-22 67-5906,18-38-691</inkml:trace>
</inkml:ink>
</file>

<file path=ppt/ink/ink2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28.789"/>
    </inkml:context>
    <inkml:brush xml:id="br0">
      <inkml:brushProperty name="width" value="0.025" units="cm"/>
      <inkml:brushProperty name="height" value="0.025" units="cm"/>
    </inkml:brush>
  </inkml:definitions>
  <inkml:trace contextRef="#ctx0" brushRef="#br0">0 94 2633,'0'0'10343,"1"-6"-8952,0 1-1040,0 1 0,0-1 1,0 1-1,0-1 0,1 1 0,0-1 0,4-7 0,-4 10-213,-1 1 0,1-1-1,0 0 1,-1 1-1,1-1 1,0 1-1,0 0 1,0-1 0,0 1-1,0 0 1,0 0-1,0 0 1,0 1-1,1-1 1,-1 1 0,0-1-1,0 1 1,1-1-1,-1 1 1,0 0-1,3 0 1,-2 1-93,0-1-1,0 1 1,0 0-1,0 0 1,0 0-1,0 0 1,0 0-1,0 0 1,-1 1-1,1 0 1,0-1-1,-1 1 1,0 0-1,1 0 1,-1 0-1,0 1 1,0-1-1,0 0 1,0 1-1,-1 0 1,1-1-1,0 1 1,-1 0-1,0 0 1,0-1 0,0 1-1,0 0 1,0 0-1,-1 0 1,1 4-1,2 8-9,-1 1-1,0-1 0,-1 28 1,-1-36 74,1-11 98,1-2-215,0 1 1,0-1 0,1 0 0,-1 1-1,1 0 1,1 0 0,-1-1 0,1 2-1,0-1 1,0 0 0,0 1 0,1 0-1,8-6 1,11-8-15,38-21-1,-44 28 19,-16 10 1,5-4-3,0 1-1,1 0 1,-1 0 0,1 0-1,0 1 1,0 0 0,0 1-1,0-1 1,10 0-1,-18 3 8,1 0-1,-1 0 0,0-1 0,1 1 0,-1 0 0,1 0 1,-1 0-1,0 0 0,1 0 0,-1 0 0,0 0 1,1 0-1,-1 0 0,1 0 0,-1 0 0,0 1 0,1-1 1,-1 0-1,0 0 0,1 0 0,-1 0 0,0 1 1,1-1-1,-1 0 0,0 0 0,1 0 0,-1 1 0,0-1 1,0 0-1,1 1 0,-1-1 0,0 0 0,0 1 1,1-1-1,-1 0 0,0 1 0,0-1 0,0 0 0,0 1 1,0-1-1,0 0 0,1 1 0,-1-1 0,0 1 1,0 1 8,13 136 1035,-13-129-872,0-8-169,-1-1 0,1 1 0,0 0 1,0-1-1,0 1 0,0 0 0,0-1 0,0 1 0,0 0 1,0-1-1,0 1 0,0 0 0,0-1 0,0 1 0,0-1 0,1 1 1,-1 0-1,0-1 0,1 1 0,-1-1 0,0 1 0,1 0 0,-1-1 1,0 1-1,1-1 0,-1 1 0,1-1 0,-1 1 0,1-1 0,-1 0 1,1 1-1,0-1 0,-1 10-7921,0-4-199</inkml:trace>
</inkml:ink>
</file>

<file path=ppt/ink/ink2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1.817"/>
    </inkml:context>
    <inkml:brush xml:id="br0">
      <inkml:brushProperty name="width" value="0.025" units="cm"/>
      <inkml:brushProperty name="height" value="0.025" units="cm"/>
    </inkml:brush>
  </inkml:definitions>
  <inkml:trace contextRef="#ctx0" brushRef="#br0">140 430 1408,'0'0'7026,"-19"-4"574,16-96-6709,1 43-303,8-102 0,6 117-569,1-5 62,-13 45 46,0-3 1599,0 15-1246,-1-1-441,0 0 0,0 0 0,-1 0 0,0 1 0,0-2 1,-1 1-1,0 0 0,-1 0 0,0-1 0,0 0 0,-1 0 1,-6 9-1,-9 8 113,0-1 0,-29 26 0,34-35-128,41-45 720,39-61 1,-4 4-784,-29 39 47,-31 45-7,-1 2 15,0 39 423,0-33-384,0-1-1,1 1 1,-1-1 0,1 1 0,0-1-1,1 1 1,-1-1 0,1 0 0,-1 0-1,1 0 1,1 1 0,-1-2-1,0 1 1,1 0 0,0 0 0,0-1-1,0 0 1,0 1 0,1-1 0,-1-1-1,1 1 1,0 0 0,0-1-1,-1 0 1,2 0 0,6 3 0,-2 0 8,37 22 205,-44-26-270,0 0-1,-1 1 1,1 0 0,0-1 0,-1 1 0,0 0 0,1 0 0,-1 0 0,0 0 0,0 0 0,0 0 0,0 0 0,0 0 0,0 0-1,-1 0 1,1 0 0,-1 1 0,0-1 0,1 3 0,-2-3-156,1 0 1,0 0-1,-1 0 1,1 0-1,-1 0 0,0 0 1,0 0-1,0 0 0,0 0 1,0 0-1,0-1 1,0 1-1,0 0 0,-1-1 1,1 1-1,-1-1 1,1 1-1,-1-1 0,0 0 1,1 0-1,-1 0 0,0 0 1,-4 2-1,-54 18-5498,41-16 2224,-24 6-7589</inkml:trace>
</inkml:ink>
</file>

<file path=ppt/ink/ink2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2.353"/>
    </inkml:context>
    <inkml:brush xml:id="br0">
      <inkml:brushProperty name="width" value="0.025" units="cm"/>
      <inkml:brushProperty name="height" value="0.025" units="cm"/>
    </inkml:brush>
  </inkml:definitions>
  <inkml:trace contextRef="#ctx0" brushRef="#br0">174 4 1072,'0'0'15945,"-1"0"-15881,1-1 0,-1 1-1,1 0 1,-1-1 0,1 1 0,-1 0 0,1 0 0,-1 0-1,1-1 1,-1 1 0,0 0 0,1 0 0,-1 0 0,1 0-1,-1 0 1,1 0 0,-1 0 0,0 0 0,1 0 0,-1 0-1,1 0 1,-1 0 0,1 0 0,-1 1 0,1-1 0,-1 0-1,1 0 1,-2 1 0,1 3 77,0 0 0,0-1 0,1 1 0,-1 0 0,1 0-1,-1 0 1,1 0 0,1 0 0,0 6 0,-1 5 241,0 320 1181,-3-334-2138,0 0-1,0 0 1,-1-1-1,1 1 1,-1 0-1,1-1 1,0 0-1,-1 0 1,1 0-1,-5-1 1,5 1-423,2 0 303,-1 0 0,0-1 0,1 1 0,-1 0 0,0-1 0,1 1 0,-1-1 0,0 0 0,1 0 0,-1 1 0,1-1 0,-1 0 0,1 0 0,-2-2 0,-19-23-3277,-12-40 4264,26 46-900,-13-27 571</inkml:trace>
</inkml:ink>
</file>

<file path=ppt/ink/ink2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2.897"/>
    </inkml:context>
    <inkml:brush xml:id="br0">
      <inkml:brushProperty name="width" value="0.025" units="cm"/>
      <inkml:brushProperty name="height" value="0.025" units="cm"/>
    </inkml:brush>
  </inkml:definitions>
  <inkml:trace contextRef="#ctx0" brushRef="#br0">20 48 928,'0'0'1318,"-19"-26"9148,19 25-10313,0 0 1,1 0-1,-1 0 0,0 0 1,1 0-1,-1 0 0,1 0 1,-1 0-1,1 1 0,-1-1 1,1 0-1,0 0 0,0 0 1,-1 0-1,1 1 0,0-1 1,0 0-1,0 1 0,0-1 1,0 1-1,-1-1 0,1 1 1,0-1-1,0 1 0,0 0 1,1-1-1,-1 1 0,0 0 1,0 0-1,0 0 0,0 0 0,2 0 1,48 0 864,-32 1-584,169 15 966,392-31 198,-570 13-928,-10 2-757,0 0 1,1 0-1,-1 0 1,0 0-1,0-1 0,0 1 1,1 0-1,-1 0 1,0 0-1,0 0 0,0 0 1,1 0-1,-1 0 1,0-1-1,0 1 0,1 0 1,-1 0-1,0 0 1,0 0-1,1 0 0,-1 0 1,0 0-1,0 0 1,1 0-1,-1 0 0,0 0 1,0 1-1,1-1 1,-1 0-1,0 0 0,0 0 1,0 0-1,1 0 1,-1 0-1,0 0 0,0 1 1,0-1-1,1 0 1,-1 0-1,0 0 0,0 1 1,0-1-1,0 0 1,1 0-1,-1 0 0,0 1 1,0-1-1,0 0 1,0 0-1,0 0 0,0 1 1,0-1-1,0 0 1,0 0-1,0 1 0,0-1 1,0 0-1,0 0 1,0 1-1,0-1 0,0 0 1,0 1-1,1 16-4372,5 0-2437</inkml:trace>
</inkml:ink>
</file>

<file path=ppt/ink/ink2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7.858"/>
    </inkml:context>
    <inkml:brush xml:id="br0">
      <inkml:brushProperty name="width" value="0.025" units="cm"/>
      <inkml:brushProperty name="height" value="0.025" units="cm"/>
    </inkml:brush>
  </inkml:definitions>
  <inkml:trace contextRef="#ctx0" brushRef="#br0">52 44 280,'0'0'7848,"5"-35"-3802,-5 26 2111,-2 15-6055,0 0 0,0 1 1,1-1-1,-1 0 1,1 1-1,1-1 0,-1 0 1,1 11-1,-1 9 102,-4 7-88,-2 21-50,0 73-1,-3-135-18384,8 6 17611,-11-10 32</inkml:trace>
</inkml:ink>
</file>

<file path=ppt/ink/ink2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8.457"/>
    </inkml:context>
    <inkml:brush xml:id="br0">
      <inkml:brushProperty name="width" value="0.025" units="cm"/>
      <inkml:brushProperty name="height" value="0.025" units="cm"/>
    </inkml:brush>
  </inkml:definitions>
  <inkml:trace contextRef="#ctx0" brushRef="#br0">29 42 1584,'0'0'6039,"-5"0"-5211,-12 0-121,11 0 3836,9 0-3253,303-21 1605,3 1 2323,-294 20-12849,2 0 2376</inkml:trace>
</inkml:ink>
</file>

<file path=ppt/ink/ink2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8.951"/>
    </inkml:context>
    <inkml:brush xml:id="br0">
      <inkml:brushProperty name="width" value="0.025" units="cm"/>
      <inkml:brushProperty name="height" value="0.025" units="cm"/>
    </inkml:brush>
  </inkml:definitions>
  <inkml:trace contextRef="#ctx0" brushRef="#br0">19 36 1536,'0'0'9854,"-19"3"-3987,40-11-5672,1 1 1,-1 0-1,1 2 1,0 1-1,0 1 0,1 0 1,33 2-1,-54 1-350,-3 22-4010,0-18 3162,0 1 0,0 0-1,-1-1 1,1 1-1,-1-1 1,0 1 0,0-1-1,-1 0 1,1 0-1,-1 0 1,0 0 0,-6 5-1,6-6 860,-1 0-1,1-1 1,-1 0-1,0 1 0,0-1 1,0-1-1,0 1 1,0-1-1,-6 2 1,-9 1 133</inkml:trace>
</inkml:ink>
</file>

<file path=ppt/ink/ink2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9.077"/>
    </inkml:context>
    <inkml:brush xml:id="br0">
      <inkml:brushProperty name="width" value="0.025" units="cm"/>
      <inkml:brushProperty name="height" value="0.025" units="cm"/>
    </inkml:brush>
  </inkml:definitions>
  <inkml:trace contextRef="#ctx0" brushRef="#br0">1 1 1296</inkml:trace>
</inkml:ink>
</file>

<file path=ppt/ink/ink2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39.446"/>
    </inkml:context>
    <inkml:brush xml:id="br0">
      <inkml:brushProperty name="width" value="0.025" units="cm"/>
      <inkml:brushProperty name="height" value="0.025" units="cm"/>
    </inkml:brush>
  </inkml:definitions>
  <inkml:trace contextRef="#ctx0" brushRef="#br0">14 1 1296,'-6'58'250,"-1"54"12282,72-125-6274,-52 12-5985,1 0-1,-1-2 0,25-6 0,-25 5 12,1 1 0,-1 0 0,27-2 0,-39 5 1583,21 0-4566,27 0-4468,-23 0 39</inkml:trace>
</inkml:ink>
</file>

<file path=ppt/ink/ink2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07.930"/>
    </inkml:context>
    <inkml:brush xml:id="br0">
      <inkml:brushProperty name="width" value="0.025" units="cm"/>
      <inkml:brushProperty name="height" value="0.025" units="cm"/>
    </inkml:brush>
  </inkml:definitions>
  <inkml:trace contextRef="#ctx0" brushRef="#br0">414 23 1384,'0'0'363,"-22"0"-230,-162 0-1,26 0 783,156 0-83,-22-6 3413,24 5-4015,-1 0-1,1 0 0,0 1 0,-1-1 0,1 0 1,-1 0-1,1 0 0,-1 1 0,1-1 0,-1 0 0,1 0 1,-1 1-1,0-1 0,1 1 0,-1-1 0,0 0 1,0 1-1,1 0 0,-1-1 0,0 1 0,0-1 1,0 1-1,1 0 0,-1 0 0,0-1 0,0 1 1,-2 0 2561,-1 0 625,1527 0-3268,-1272 15-168,-71-2 16,323-8 2,23 0 4,43 8-2,-193 2-24,4-1-430,-290-14 714,-89 0 920,-40 0-1200,34 1-288,-1 0-1,0 0 1,1 0 0,0 1-1,-1-1 1,1 1 0,0 1-1,0-1 1,0 1 0,-5 3-1,-11 6-2063,-10 1-2656</inkml:trace>
</inkml:ink>
</file>

<file path=ppt/ink/ink2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43.444"/>
    </inkml:context>
    <inkml:brush xml:id="br0">
      <inkml:brushProperty name="width" value="0.025" units="cm"/>
      <inkml:brushProperty name="height" value="0.025" units="cm"/>
    </inkml:brush>
  </inkml:definitions>
  <inkml:trace contextRef="#ctx0" brushRef="#br0">1 110 1456,'0'0'6423,"3"-6"-5425,-1 1-741,0 1 1,1 0 0,0 0-1,0 1 1,0-1 0,0 0 0,0 1-1,1 0 1,-1 0 0,1 0 0,0 0-1,0 0 1,0 1 0,0 0-1,1 0 1,-1 0 0,1 0 0,-1 1-1,1-1 1,0 1 0,-1 1-1,1-1 1,7 0 0,-8 2-18,0-1 1,0 1 0,0 0-1,0 0 1,0 0-1,0 1 1,0-1 0,0 1-1,-1 0 1,1 0-1,-1 0 1,0 1 0,1-1-1,-1 1 1,0 0-1,0 0 1,-1 0 0,4 5-1,5 6 102,-2 1 0,17 31 0,-22-34 1611,-1-41-1273,0 21-686,0 0 0,1 0 0,-1 0 0,1 1 0,1-1 0,0 1 0,0 0 0,0 0 0,1 1 1,0-1-1,0 1 0,0 1 0,10-8 0,-12 12 7,-1-1-1,0 1 1,1 0-1,-1 0 1,1 0 0,0 0-1,-1 0 1,1 1 0,0 0-1,-1 0 1,1 0-1,0 0 1,-1 0 0,1 1-1,0 0 1,-1 0 0,1 0-1,-1 0 1,1 0-1,-1 1 1,1-1 0,-1 1-1,0 0 1,0 0 0,0 0-1,0 1 1,0-1-1,-1 1 1,1-1 0,-1 1-1,3 4 1,-1-2 19,11 15 301,-10-20-152,-3-11-95,-2 8-77,1 0 0,-1 0 1,1 0-1,0 0 0,0 0 0,0 0 1,0 1-1,0-1 0,0 0 0,1 0 0,0 1 1,-1-1-1,1 1 0,0 0 0,0-1 0,0 1 1,1 0-1,-1 0 0,0 0 0,1 1 0,-1-1 1,1 0-1,0 1 0,0 0 0,-1 0 0,1 0 1,4-1-1,3-2-11,1 1 1,0 1 0,1 0-1,-1 0 1,20 0-1,14 2-3,-44 2 21,1-1 0,-1 0 0,0 0 0,0 1 0,0-1 0,0 1 0,0-1 1,0 1-1,0-1 0,-1 1 0,1 0 0,-1-1 0,1 1 0,-1 0 0,1-1 0,-1 1 0,0 0 0,0-1 0,0 1 0,0 0 0,0 2 0,0 80 715,0-83-615,-19 0-3979,-7 6-4527,13-2-1357</inkml:trace>
</inkml:ink>
</file>

<file path=ppt/ink/ink3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44.798"/>
    </inkml:context>
    <inkml:brush xml:id="br0">
      <inkml:brushProperty name="width" value="0.025" units="cm"/>
      <inkml:brushProperty name="height" value="0.025" units="cm"/>
    </inkml:brush>
  </inkml:definitions>
  <inkml:trace contextRef="#ctx0" brushRef="#br0">1 71 1216,'0'0'10090,"0"-3"-8485,-1 2-1495,1 0 1,0 0-1,0 0 1,0 0-1,0 0 0,1 0 1,-1 0-1,0 0 1,0 0-1,0 0 1,1 0-1,-1 0 1,1 1-1,-1-1 0,1 0 1,-1 0-1,1 0 1,-1 0-1,1 1 1,0-1-1,-1 0 1,1 1-1,0-1 1,-1 0-1,2 0 0,1 0 85,0 1 0,-1-1 0,1 1 0,0-1-1,0 1 1,-1 0 0,1 0 0,0 0 0,0 0-1,3 1 1,-1 2-59,-1-1 1,0 1-1,0 0 0,0 0 0,0 1 0,-1-1 0,1 1 1,-1 0-1,0 0 0,0 0 0,0 0 0,-1 0 0,0 1 1,1-1-1,-1 1 0,-1-1 0,3 10 0,-4-6-81,1-6-1,-1 0 0,0 0 1,0 0-1,0 0 1,0 0-1,0 0 1,0 0-1,-1 1 0,1-1 1,-1 0-1,1 0 1,-1 0-1,0 0 1,0 0-1,0 0 1,0-1-1,0 1 0,0 0 1,-3 2-1,3-3 1395,1-35-1228,1 29-221,0-1 0,1 1 0,-1 0 1,1-1-1,0 1 0,0 0 0,1 0 0,0 1 0,0-1 0,0 0 0,0 1 1,6-7-1,-2 4-8,-1 0-1,1 0 1,1 0 0,-1 1-1,1 0 1,12-7 0,-17 11 15,0 1 1,1-1-1,-1 1 1,1-1-1,-1 1 0,1 0 1,-1 1-1,1-1 1,0 0-1,0 1 1,-1 0-1,1 0 0,0 0 1,0 0-1,-1 1 1,1 0-1,0-1 0,-1 1 1,1 1-1,-1-1 1,1 0-1,-1 1 1,0 0-1,6 3 0,-8-1 31,0 0-1,0 0 1,-1 1-1,0-1 1,1 0 0,-1 0-1,0 1 1,-1-1-1,0 5 1,0 5 293,1 21 320,0-35-651,0 10-1633,0-3-6563,0-1 1559</inkml:trace>
</inkml:ink>
</file>

<file path=ppt/ink/ink3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45.586"/>
    </inkml:context>
    <inkml:brush xml:id="br0">
      <inkml:brushProperty name="width" value="0.025" units="cm"/>
      <inkml:brushProperty name="height" value="0.025" units="cm"/>
    </inkml:brush>
  </inkml:definitions>
  <inkml:trace contextRef="#ctx0" brushRef="#br0">135 20 1064,'0'0'13088,"-2"-3"-11715,1 1-1076,1 1-215,-1 0-1,1 0 1,-1 0 0,1 0 0,-1 1 0,1-1-1,-1 0 1,1 0 0,-1 1 0,0-1 0,1 0-1,-1 1 1,0-1 0,0 1 0,1-1 0,-1 1 0,0-1-1,0 1 1,0-1 0,-1 1 0,1 0 799,-11 12 2045,9 9-2355,0 0 0,2-1 0,1 31-1,0-29-474,0 58-2049,-18-69-16234,9-9 15197,6-2 3064,0-1-1,1 0 1,-1 1-1,0-1 1,1 0 0,-1-1-1,1 1 1,-1 0-1,1-1 1,0 1 0,-1-1-1,1 0 1,0 0-1,0 0 1,0 0 0,0 0-1,0 0 1,1 0-1,-1-1 1,-1-3-1,0 1 1153,0 0 0,0-1 0,1 1 0,0-1 0,0 1 0,1-1 0,-1 1 0,1-1 0,-1-9-1,3 14-982,0 0 0,-1 0-1,1-1 1,0 1 0,-1 0-1,1 0 1,0 0 0,0 0-1,0 0 1,0 0-1,0 0 1,0 1 0,0-1-1,0 0 1,0 0 0,0 1-1,1-1 1,-1 1 0,0-1-1,0 1 1,1-1-1,-1 1 1,0 0 0,1 0-1,-1-1 1,2 1 0,54-7 310,-33 5 69,0-2-415,-10 1-166,1 1-1,0 0 0,17 1 0,-31 1-254,24 0-8983,-18 0 2466</inkml:trace>
</inkml:ink>
</file>

<file path=ppt/ink/ink3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0:46.615"/>
    </inkml:context>
    <inkml:brush xml:id="br0">
      <inkml:brushProperty name="width" value="0.025" units="cm"/>
      <inkml:brushProperty name="height" value="0.025" units="cm"/>
    </inkml:brush>
  </inkml:definitions>
  <inkml:trace contextRef="#ctx0" brushRef="#br0">203 26 808,'0'0'10969,"2"-3"-9151,-1 1-1576,0 1 0,1-1 0,-1 1 0,1-1 1,0 1-1,-1 0 0,1 0 0,0 0 0,0 0 0,-1 0 0,1 0 0,0 1 1,0-1-1,0 0 0,0 1 0,0 0 0,0-1 0,0 1 0,0 0 1,0 0-1,0 0 0,0 0 0,0 1 0,4 0 3229,-32-8-3328,15 7-136,1 1 0,-1 0 0,1 1 0,-1 0 0,1 1 1,-1 0-1,1 0 0,0 1 0,0 0 0,1 1 0,-1 0 0,1 1 1,0 0-1,1 0 0,-1 1 0,1 0 0,1 0 0,-1 1 0,1 0 1,0 0-1,-10 18 0,15-21 25,-1 0 0,1 0 0,0 1 0,1 0 0,-1-1 0,0 8 1,2-12-10,-1 0 1,1 0 0,0 1 0,-1-1 0,1 0 0,0 0-1,0 1 1,0-1 0,0 0 0,0 0 0,0 1 0,1-1-1,-1 0 1,0 0 0,0 0 0,1 1 0,-1-1 0,1 0-1,-1 0 1,1 0 0,0 0 0,-1 0 0,1 0 0,0 0 0,0 0-1,0 0 1,0 0 0,0 0 0,0 0 0,0-1 0,0 1-1,0 0 1,0-1 0,2 1 0,31 5 472,0-2 0,1-2 0,-1-1 0,62-7 0,-75 6-2512,-36 13-3998,3-4 3603,-6 2-3654</inkml:trace>
</inkml:ink>
</file>

<file path=ppt/ink/ink3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12.585"/>
    </inkml:context>
    <inkml:brush xml:id="br0">
      <inkml:brushProperty name="width" value="0.025" units="cm"/>
      <inkml:brushProperty name="height" value="0.025" units="cm"/>
    </inkml:brush>
  </inkml:definitions>
  <inkml:trace contextRef="#ctx0" brushRef="#br0">334 1 2080,'0'0'5483,"-8"14"-4883,-120 223 966,73-135-1262,-3 7-1170,16-39-3415,20-42 642,1-4 2432</inkml:trace>
</inkml:ink>
</file>

<file path=ppt/ink/ink3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13.052"/>
    </inkml:context>
    <inkml:brush xml:id="br0">
      <inkml:brushProperty name="width" value="0.025" units="cm"/>
      <inkml:brushProperty name="height" value="0.025" units="cm"/>
    </inkml:brush>
  </inkml:definitions>
  <inkml:trace contextRef="#ctx0" brushRef="#br0">0 1 2681,'0'0'7527,"17"13"-6617,223 160 992,-196-142-1763,50 44-1,-35-13-2320,-49-50 90,-1 1 0,-1-1 0,10 21 0,-11-12 57,-6-4 1467</inkml:trace>
</inkml:ink>
</file>

<file path=ppt/ink/ink3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2.879"/>
    </inkml:context>
    <inkml:brush xml:id="br0">
      <inkml:brushProperty name="width" value="0.025" units="cm"/>
      <inkml:brushProperty name="height" value="0.025" units="cm"/>
    </inkml:brush>
  </inkml:definitions>
  <inkml:trace contextRef="#ctx0" brushRef="#br0">192 216 1432,'0'0'4477,"5"-11"-2444,17-33-892,-12 19 991,3 6-39,-12 18-1886,0 0-110,0-1 0,0 1 1,0 0-1,0-1 0,0 1 0,0 0 1,1-1-1,-1 1 0,0 0 0,1 0 1,-1 0-1,1 0 0,-1 1 0,1-1 1,2-1-1,-1 1-91,0-1 0,0 1 0,0-1 0,-1 0 1,1 0-1,-1 0 0,1 0 0,-1 0 0,4-4 1,5-39 2076,-11 44-2061,-1 1 0,0 0 0,1-1 0,-1 1 0,0 0 0,1 0 0,-1 0 0,0-1 0,0 1 0,1 0 0,-1 0 1,0 0-1,1 0 0,-1 0 0,0 0 0,0 1 0,1-1 0,-1 0 0,0 0 0,1 0 0,-1 1 0,0-1 0,1 0 0,-1 1 0,0-1 0,1 0 1,-1 1-1,1-1 0,-1 1 0,1-1 0,-2 2 0,-20 15-27,20-16 37,-29 26-15,1 2 1,-31 40-1,33-37 3,1 1 30,21-24-52,0-1 1,-1 1-1,0-1 1,0-1-1,-1 1 1,0-1-1,-15 9 1,23-16-10,0 1 0,-1-1 1,1 0-1,0 0 0,0 0 1,-1 0-1,1 0 0,0 1 1,-1-1-1,1 0 0,0 0 1,0 0-1,-1 0 0,1 0 1,0 0-1,-1 0 0,1 0 1,0 0-1,-1 0 0,1 0 1,0 0-1,0 0 0,-1 0 1,1-1-1,0 1 0,-1 0 1,1 0-1,0 0 0,0 0 1,-1 0-1,1-1 0,0 1 1,0 0-1,0 0 0,-1 0 1,1-1-1,0 1 0,0 0 1,0 0-1,-1-1 0,1 1 1,0 0-1,0 0 0,0-1 1,0 1-1,0-1 0,0-20-217,13-23 143,164-199 82,-176 242 547,-3 21-363,-1 1 0,0-1 0,-2 0 0,0 0 1,-1 0-1,-15 31 0,2-2-103,12-26-99,20-33-11,0-3 47,11-9-4,1 1 0,38-24 0,-54 39-14,1 0 0,0 0 0,0 1 0,1 1 0,-1-1-1,1 2 1,0 0 0,0 0 0,1 1 0,14-2 0,-26 4 7,0 0 0,0 0 0,1 0-1,-1 0 1,0 0 0,1 0 0,-1 0 0,0 0-1,0 0 1,1 0 0,-1 0 0,0 1 0,0-1-1,1 0 1,-1 0 0,0 0 0,0 0 0,1 0 0,-1 0-1,0 1 1,0-1 0,1 0 0,-1 0 0,0 0-1,0 1 1,0-1 0,1 0 0,-1 0 0,0 0-1,0 1 1,0-1 0,0 0 0,0 0 0,0 1 0,0-1-1,1 0 1,-1 1 0,0-1 0,0 0 0,0 0-1,0 1 1,0-1 0,0 0 0,0 0 0,0 1-1,0-1 1,-1 0 0,1 1 0,0-1 0,0 0 0,0 0-1,0 1 1,0-1 0,0 0 0,0 0 0,-1 1-1,1-1 1,0 0 0,0 0 0,-1 2 28,-6 10 46,0 1 0,-1-1 0,0-1 0,-1 0 0,0 0 0,-1 0 0,0-1-1,-20 15 1,-23 25 56,52-49-140,-1 0 0,1 0-1,0 0 1,0 0 0,-1 0-1,1 0 1,0 1 0,0-1-1,0 1 1,0-1-1,1 1 1,-1-1 0,0 1-1,1-1 1,-1 1 0,1-1-1,-1 1 1,1 0 0,-1 1-1,3-2 3,0 0 0,1-1 1,-1 1-1,0-1 0,0 0 0,0 0 0,0 0 0,0 0 0,0 0 0,0 0 0,0 0 1,0-1-1,1 1 0,-1-1 0,3-1 0,133-48 123,-137 49-115,-1 1 0,0 0 0,0 0 1,0 0-1,1 0 0,-1 0 0,0 0 1,0 0-1,1 0 0,-1 0 0,0 0 0,0 0 1,0 0-1,1 0 0,-1 0 0,0 0 1,0 0-1,1 0 0,-1 0 0,0 0 1,0 0-1,1 0 0,-1 0 0,0 0 0,0 0 1,0 0-1,1 0 0,-1 1 0,0-1 1,0 0-1,0 0 0,1 0 0,-1 0 1,0 1-1,0-1 0,0 0 0,0 0 1,0 0-1,1 1 0,-1-1 0,0 0 0,0 0 1,0 0-1,0 1 0,0-1 0,0 1 1,-5 15 151,-21 25 33,18-30-159,-1 4-53,3-6-91,0 1 0,0-1 0,2 1 0,-5 12 0,8-19-367,0 1 0,0 0 0,0 0 0,1 0 0,-1 0 0,1 1 0,0-1 0,2 7 0,3 2-4783</inkml:trace>
</inkml:ink>
</file>

<file path=ppt/ink/ink3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5.347"/>
    </inkml:context>
    <inkml:brush xml:id="br0">
      <inkml:brushProperty name="width" value="0.025" units="cm"/>
      <inkml:brushProperty name="height" value="0.025" units="cm"/>
    </inkml:brush>
  </inkml:definitions>
  <inkml:trace contextRef="#ctx0" brushRef="#br0">0 1 208,'0'0'1687,"4"0"-1530,22 2-136,-22 2-21,7-1 11443,-24-1-6488,7 141-2394,6 67-2047,0-209-526,0-15-16991,-1 8 16265,1 0 1,-1 1-1,0-1 0,0 0 0,-3-5 0,-8-12 738</inkml:trace>
</inkml:ink>
</file>

<file path=ppt/ink/ink3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5.890"/>
    </inkml:context>
    <inkml:brush xml:id="br0">
      <inkml:brushProperty name="width" value="0.025" units="cm"/>
      <inkml:brushProperty name="height" value="0.025" units="cm"/>
    </inkml:brush>
  </inkml:definitions>
  <inkml:trace contextRef="#ctx0" brushRef="#br0">55 100 1528,'0'0'688,"-7"-4"-605,6 4-265,-33-23 2485,32 22-1982,1 0 1,0 0 0,0-1 0,0 1 0,0 0 0,0 0 0,1-1 0,-1 1 0,0 0-1,1-1 1,-1 1 0,1-1 0,-1 1 0,1-1 0,0 1 0,-1-1 0,1 1 0,0-1 0,0 0-1,0 1 1,0-1 0,0 1 0,1-1 0,-1 1 0,0-1 0,1 1 0,-1-1 0,1 1-1,0-2 1,0 2-268,1 0-1,-1 0 1,0 0-1,0 0 1,1 0-1,-1 0 1,1 0 0,-1 1-1,0-1 1,1 0-1,0 1 1,-1-1-1,1 1 1,-1 0-1,1-1 1,-1 1-1,4 0 1,36-1 455,-33 1-348,354 0 1371,-273-10-998,-77 7-1276,-1 1-3866,0 1-4225</inkml:trace>
</inkml:ink>
</file>

<file path=ppt/ink/ink3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6.419"/>
    </inkml:context>
    <inkml:brush xml:id="br0">
      <inkml:brushProperty name="width" value="0.025" units="cm"/>
      <inkml:brushProperty name="height" value="0.025" units="cm"/>
    </inkml:brush>
  </inkml:definitions>
  <inkml:trace contextRef="#ctx0" brushRef="#br0">39 75 1200,'0'0'7530,"-7"2"-5514,-18 6-319,18-5 1635,21-19-1901,8 4-1264,1 2-1,0 0 1,0 2-1,1 0 0,0 1 1,0 2-1,0 0 1,37-1-1,-60 6-165,-1 37-4320,0-31 3699,1-5 92,-1 1 0,0 0 0,0-1 0,0 1 0,0 0 0,0-1 0,0 1 0,0-1 0,-1 1 0,1 0 1,-1-1-1,1 1 0,-1-1 0,0 1 0,1-1 0,-1 1 0,0-1 0,0 0 0,-1 2 0,-16 2-1305,-1-5 819</inkml:trace>
</inkml:ink>
</file>

<file path=ppt/ink/ink3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6.592"/>
    </inkml:context>
    <inkml:brush xml:id="br0">
      <inkml:brushProperty name="width" value="0.025" units="cm"/>
      <inkml:brushProperty name="height" value="0.025" units="cm"/>
    </inkml:brush>
  </inkml:definitions>
  <inkml:trace contextRef="#ctx0" brushRef="#br0">1 1 704</inkml:trace>
</inkml:ink>
</file>

<file path=ppt/ink/ink3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6.714"/>
    </inkml:context>
    <inkml:brush xml:id="br0">
      <inkml:brushProperty name="width" value="0.025" units="cm"/>
      <inkml:brushProperty name="height" value="0.025" units="cm"/>
    </inkml:brush>
  </inkml:definitions>
  <inkml:trace contextRef="#ctx0" brushRef="#br0">1 1 704,'101'40'2243,"-75"-33"9438,3-4-5779,10-1-4121,21-4-4009,-6 0 2604,14 2-3341,-23 0-3527,-12 0-2894</inkml:trace>
</inkml:ink>
</file>

<file path=ppt/ink/ink3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7.456"/>
    </inkml:context>
    <inkml:brush xml:id="br0">
      <inkml:brushProperty name="width" value="0.025" units="cm"/>
      <inkml:brushProperty name="height" value="0.025" units="cm"/>
    </inkml:brush>
  </inkml:definitions>
  <inkml:trace contextRef="#ctx0" brushRef="#br0">7 1 1344,'0'0'12507,"-6"0"-8070,6 127-671,0 168-1253,0-294-2165,1-1-279,3 0-98,-3 0-311,11 0-2130,52 0-4688,-37 0 501</inkml:trace>
</inkml:ink>
</file>

<file path=ppt/ink/ink3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8.067"/>
    </inkml:context>
    <inkml:brush xml:id="br0">
      <inkml:brushProperty name="width" value="0.025" units="cm"/>
      <inkml:brushProperty name="height" value="0.025" units="cm"/>
    </inkml:brush>
  </inkml:definitions>
  <inkml:trace contextRef="#ctx0" brushRef="#br0">1 52 1768,'0'0'9885,"2"-6"-8355,-2 5-1342,0-1-68,1 1 0,-1-1 1,0 0-1,1 0 0,0 1 0,-1-1 1,1 0-1,0 1 0,0-1 0,0 0 1,0 1-1,0 0 0,0-1 1,0 1-1,1-1 0,1 0 0,-1 3 90,0 0-1,0 1 1,-1-1 0,1 1-1,0-1 1,-1 1-1,1 0 1,-1 0 0,1 0-1,-1 0 1,0 0-1,0 0 1,0 0-1,0 0 1,0 0 0,0 0-1,0 3 1,2 2 306,2 7 68,0 0-1,-1 1 0,0 0 1,2 28-1,-5-48-592,0 0 0,0 0 0,1 0 0,-1 0 0,1 0 0,0 0 0,1 1 0,-1-1 0,1 1 0,0-1 0,0 1 0,4-5 0,47-47-20,-46 49 43,-6 4-1,1 0-1,-1 1 1,1-1-1,0 1 1,-1-1-1,1 1 0,1 0 1,-1 0-1,0 1 1,0-1-1,1 1 1,-1-1-1,7-1 1,-10 43 1384,0 99 123,0-138-1524,28-1-6176,-4 0 682</inkml:trace>
</inkml:ink>
</file>

<file path=ppt/ink/ink3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8.445"/>
    </inkml:context>
    <inkml:brush xml:id="br0">
      <inkml:brushProperty name="width" value="0.025" units="cm"/>
      <inkml:brushProperty name="height" value="0.025" units="cm"/>
    </inkml:brush>
  </inkml:definitions>
  <inkml:trace contextRef="#ctx0" brushRef="#br0">26 1 2304,'0'0'15192,"-2"7"-13559,-3 22-516,1-1 0,1 1-1,2 0 1,3 39-1,-1-23-5402,-2-1-5970,-12-44 286</inkml:trace>
</inkml:ink>
</file>

<file path=ppt/ink/ink3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8.650"/>
    </inkml:context>
    <inkml:brush xml:id="br0">
      <inkml:brushProperty name="width" value="0.025" units="cm"/>
      <inkml:brushProperty name="height" value="0.025" units="cm"/>
    </inkml:brush>
  </inkml:definitions>
  <inkml:trace contextRef="#ctx0" brushRef="#br0">0 52 328,'0'0'22581,"103"-52"-22357,-71 52-168,6 0-56,-6 0-448,13 0-944,20 0-1417,-8 0-2288,-5 0-2337</inkml:trace>
</inkml:ink>
</file>

<file path=ppt/ink/ink3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5:51:29.140"/>
    </inkml:context>
    <inkml:brush xml:id="br0">
      <inkml:brushProperty name="width" value="0.025" units="cm"/>
      <inkml:brushProperty name="height" value="0.025" units="cm"/>
    </inkml:brush>
  </inkml:definitions>
  <inkml:trace contextRef="#ctx0" brushRef="#br0">195 94 1200,'0'0'18779,"-11"-1"-18172,-35-2-243,43 3-320,0 0 0,0 1 0,-1 0 0,1 0 0,0-1 0,0 2 0,0-1 0,0 0 0,0 1 0,1-1 0,-1 1 0,0 0 0,1 0 0,-1 0 0,1 0 0,-1 0 0,1 1 0,0-1 0,-2 5 0,-11 8 219,9-9-182,0 0 0,0 1 0,1-1 0,-1 1 0,1 1 0,1-1 0,0 1 0,0 0 0,0 0 0,1 0 0,0 0 0,0 0 0,1 1 0,1-1 0,-1 1 0,1 0 1,0-1-1,1 1 0,0 0 0,1 0 0,1 10 0,-1-17-83,-1-1 0,1 0 0,-1 0 1,1 0-1,-1 0 0,1 0 0,0 0 0,-1 0 1,1 0-1,0 0 0,0 0 0,0 0 0,-1 0 1,1-1-1,0 1 0,0 0 0,1-1 0,-1 1 1,0-1-1,0 1 0,0-1 0,0 1 0,0-1 1,0 0-1,1 1 0,-1-1 0,2 0 0,40 1-22,-29-2 29,-4 1-2,1 0-1,0 0 0,-1-1 1,1-1-1,-1 0 0,1-1 1,-1 1-1,0-2 0,0 0 1,0 0-1,-1-1 0,1 0 1,-1 0-1,0-1 0,-1 0 1,1-1-1,-1 0 0,0 0 1,12-16-1,-12 13 11,-1 1-1,-1-1 1,1-1-1,-1 1 1,-1-1 0,0 0-1,-1 0 1,0-1-1,-1 1 1,0-1 0,0 0-1,-2 0 1,1 0-1,-1 0 1,-2-20-1,1 30 5,0 0 0,0 0 0,0 0 1,0 1-1,-1-1 0,1 0 0,-1 0 0,1 0 0,-1 0 0,0 0 0,0 0 0,0 1 0,0-1 0,0 0 0,0 1 0,0-1 0,0 1 0,-1-1 0,1 1 0,-1 0 0,1-1 0,-1 1 0,1 0 0,-1 0 0,0 0 0,1 0 0,-1 0 0,0 1 0,0-1 0,-2 0 0,-6-1 66,0 0 1,0 1-1,0 0 0,-18 1 1,16 0-86,9 0-9,1 1 0,-1 0 0,1 0 0,0-1 0,-1 1-1,1 0 1,0 1 0,0-1 0,0 0 0,0 1 0,0-1 0,0 1-1,0 0 1,0 0 0,1-1 0,-1 1 0,1 0 0,-1 0 0,1 1-1,0-1 1,-1 0 0,1 0 0,1 1 0,-1-1 0,-1 4 0,2-5-369,-1 1 0,1 0 1,0-1-1,0 1 0,0 0 1,0 0-1,0 0 0,0-1 1,1 1-1,-1 0 1,0-1-1,1 1 0,-1 0 1,1-1-1,1 3 0,9 9-5026</inkml:trace>
</inkml:ink>
</file>

<file path=ppt/ink/ink3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34"/>
    </inkml:context>
    <inkml:brush xml:id="br0">
      <inkml:brushProperty name="width" value="0.025" units="cm"/>
      <inkml:brushProperty name="height" value="0.025" units="cm"/>
    </inkml:brush>
  </inkml:definitions>
  <inkml:trace contextRef="#ctx0" brushRef="#br0">893 0 6025,'0'2'9996,"-14"20"-9523,-77 90 855,-413 454 782,222-297-1878,281-268-98,1-13 290,1 5-417,0 1 0,0-1 0,1 1 0,0-1 0,0 1 0,1 0 0,-1 0 0,2 0 1,-1 0-1,0 0 0,7-7 0,4-5-65,1 0 0,20-18 1,-22 25 23,0 0 1,0 1-1,1 1 1,17-10-1,-27 16 30,1 1 0,0-1 0,1 1 0,-1 0 0,0 0 0,1 1-1,-1-1 1,1 1 0,-1 0 0,1 1 0,0-1 0,-1 1 0,1 0 0,0 1 0,-1-1-1,9 3 1,-11-1 8,0-1 0,0 1 0,0 0 0,0 0 1,-1 0-1,1 1 0,-1-1 0,1 1 0,-1-1 0,0 1 0,2 4 0,21 19 109,-18-22-18,0 0 0,0 0 1,0-1-1,1 1 0,-1-2 1,1 1-1,0-1 1,0 0-1,14 1 0,62-2 724,-64-1-3573,0-1-3359,-15 1-493</inkml:trace>
</inkml:ink>
</file>

<file path=ppt/ink/ink3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35"/>
    </inkml:context>
    <inkml:brush xml:id="br0">
      <inkml:brushProperty name="width" value="0.025" units="cm"/>
      <inkml:brushProperty name="height" value="0.025" units="cm"/>
    </inkml:brush>
  </inkml:definitions>
  <inkml:trace contextRef="#ctx0" brushRef="#br0">13 1 9658,'0'0'13059,"0"87"-13099,0-84-760,-6-3-1369,-1 0-2688</inkml:trace>
</inkml:ink>
</file>

<file path=ppt/ink/ink3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36"/>
    </inkml:context>
    <inkml:brush xml:id="br0">
      <inkml:brushProperty name="width" value="0.025" units="cm"/>
      <inkml:brushProperty name="height" value="0.025" units="cm"/>
    </inkml:brush>
  </inkml:definitions>
  <inkml:trace contextRef="#ctx0" brushRef="#br0">51 1 13539,'0'0'6441,"-51"151"-18003</inkml:trace>
</inkml:ink>
</file>

<file path=ppt/ink/ink3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37"/>
    </inkml:context>
    <inkml:brush xml:id="br0">
      <inkml:brushProperty name="width" value="0.025" units="cm"/>
      <inkml:brushProperty name="height" value="0.025" units="cm"/>
    </inkml:brush>
  </inkml:definitions>
  <inkml:trace contextRef="#ctx0" brushRef="#br0">0 97 7818,'0'0'11158,"20"-16"-10522,59-48-192,-49 48 21,-30 16-450,1 0 0,-1 0 0,1-1 1,-1 1-1,1 0 0,-1 0 0,1 0 0,-1 1 0,1-1 1,-1 0-1,1 0 0,-1 0 0,0 0 0,1 0 0,-1 1 1,1-1-1,-1 0 0,1 0 0,-1 1 0,1-1 0,-1 0 1,0 1-1,1-1 0,-1 0 0,0 1 0,1-1 0,-1 0 1,0 1-1,1 0 0,0 2 52,-1 1 1,1-1-1,-1 0 1,1 1-1,-1-1 0,0 0 1,-1 1-1,1-1 1,-1 5-1,-1 3 37,2 36 195,0-47-309,15-1-90,6-6-193,0-1 0,36-19 0,-37 17 220,1 0 1,43-13-1,-64 24 131,1-1 1,0 1-1,-1 0 0,1 0 1,-1 0-1,1-1 1,-1 1-1,1 0 0,-1 0 1,0 0-1,1 0 0,-1 0 1,0 0-1,0 0 1,1 0-1,-1 0 0,0 0 1,0 0-1,0-1 1,0 1-1,-1 0 0,1 2 1,0 21-410,0-11-2743,0-6-2122</inkml:trace>
</inkml:ink>
</file>

<file path=ppt/ink/ink3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38"/>
    </inkml:context>
    <inkml:brush xml:id="br0">
      <inkml:brushProperty name="width" value="0.025" units="cm"/>
      <inkml:brushProperty name="height" value="0.025" units="cm"/>
    </inkml:brush>
  </inkml:definitions>
  <inkml:trace contextRef="#ctx0" brushRef="#br0">35 65 6001,'0'0'8495,"11"2"-8269,119 6 102,-132-49-300,0 38 48,0 0 0,0 1 0,-1 0 0,1-1 0,-1 1 0,0 0 0,0 0 0,0 1 0,0-1 0,0 1 0,0-1 0,0 1 0,0 0 0,0 0 0,-1 0 0,-5 0 0,1-1 376,-1 1 0,0 0 0,0 1 0,1 0 0,-14 2-1,19-1-362,0 0-1,0 1 0,0-1 1,0 1-1,0 0 0,1 0 1,-1 0-1,0 0 0,1 0 0,0 1 1,0-1-1,-1 0 0,2 1 1,-1 0-1,0 0 0,0-1 1,1 1-1,-1 0 0,1 0 1,0 0-1,0 1 0,0-1 0,1 0 1,-1 0-1,1 0 0,-1 5 1,0 6 33,-1 0 0,2 0 0,0 0-1,3 27 1,-2-39-180,0 0 0,-1 0 0,1 0 0,0 0 0,0 0 0,0-1 0,1 1 0,-1 0 0,0-1 0,0 1 0,1 0 0,-1-1 0,1 0 0,0 1 0,-1-1 0,1 0 0,0 0 0,0 0 0,0 0 0,0 0 0,0 0 0,-1-1 0,2 1 0,-1-1 0,0 1 0,0-1 0,3 1 0,10 0-957,-1 0-1,1-1 0,14-1 1,-7 0-1022,22 1-1897</inkml:trace>
</inkml:ink>
</file>

<file path=ppt/ink/ink3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39"/>
    </inkml:context>
    <inkml:brush xml:id="br0">
      <inkml:brushProperty name="width" value="0.025" units="cm"/>
      <inkml:brushProperty name="height" value="0.025" units="cm"/>
    </inkml:brush>
  </inkml:definitions>
  <inkml:trace contextRef="#ctx0" brushRef="#br0">225 0 8090,'0'0'12364,"-25"9"-11461,-81 32-163,101-39-666,-1 0 0,1 0 1,0 1-1,1 0 0,-1 0 0,0 0 1,1 1-1,0 0 0,0 0 1,0 0-1,0 0 0,1 0 0,-1 1 1,1 0-1,0-1 0,0 1 1,1 0-1,-4 11 0,-1-1-24,6-12-39,0-1-1,0 1 0,0 0 0,0-1 0,0 1 0,1 0 1,-1-1-1,1 1 0,0 5 0,0-8-9,0 1 0,0 0 0,0 0 0,1-1-1,-1 1 1,0 0 0,0-1 0,1 1 0,-1 0 0,1-1 0,-1 1 0,1-1-1,-1 1 1,1-1 0,-1 1 0,1-1 0,-1 1 0,1-1 0,0 1 0,-1-1 0,1 0-1,0 1 1,-1-1 0,1 0 0,0 1 0,-1-1 0,1 0 0,0 0 0,0 0-1,-1 0 1,1 0 0,0 0 0,0 0 0,-1 0 0,2 0 0,6 0-55,0-1 1,0 0-1,0 0 0,0-1 1,0 0-1,0 0 1,-1-1-1,1 0 0,-1 0 1,0-1-1,0 0 1,0 0-1,0-1 0,-1 1 1,1-2-1,-1 1 1,0-1-1,-1 1 0,0-2 1,7-9-1,3-9 15,-7 13 1644,-5 38-781,-3-14-627,-1-5-334,1 1 0,1-1-1,-1 0 1,1 0 0,2 8 0,-2-13-67,0 0 1,0 1 0,0-1 0,0 0-1,0 0 1,1 0 0,-1 0-1,1 0 1,-1-1 0,1 1-1,0 0 1,0-1 0,-1 1 0,1-1-1,0 0 1,1 1 0,-1-1-1,3 1 1,23 8-4226,3-6-1223</inkml:trace>
</inkml:ink>
</file>

<file path=ppt/ink/ink3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0"/>
    </inkml:context>
    <inkml:brush xml:id="br0">
      <inkml:brushProperty name="width" value="0.025" units="cm"/>
      <inkml:brushProperty name="height" value="0.025" units="cm"/>
    </inkml:brush>
  </inkml:definitions>
  <inkml:trace contextRef="#ctx0" brushRef="#br0">30 192 8250,'0'0'13769,"0"10"-13271,0 73 397,0-83-890,0 0 0,0 1 0,0-1-1,-1 0 1,1 1 0,0-1 0,0 0 0,0 0 0,0 1 0,0-1 0,0 0 0,0 1 0,-1-1 0,1 0 0,0 0 0,0 1 0,0-1 0,0 0 0,-1 0 0,1 1 0,0-1 0,0 0-1,-1 0 1,1 0 0,0 0 0,-1 1 0,1-1 0,0 0 0,0 0 0,-1 0 0,1 0 0,0 0 0,-1 0 0,1 0 0,0 0 0,-1 0 0,1 0 0,0 0 0,-1 0 0,1 0 0,0 0 0,-1 0-1,1 0 1,0 0 0,0 0 0,-1 0 0,1 0 0,-1-1 0,0 1 2,1-1 1,-1 1-1,0 0 0,0-1 0,0 1 0,1-1 0,-1 1 1,0-1-1,1 0 0,-1 1 0,0-1 0,1 0 1,-1 1-1,1-1 0,-1 0 0,1 0 0,-1 1 1,1-1-1,0 0 0,-1-1 0,-1-14-19,0 1-1,1 0 0,1 0 1,0-1-1,2 1 1,-1 0-1,2-1 1,4-15-1,-5 24-1,0 0-1,0 0 1,1 0-1,0 0 1,0 1 0,0-1-1,1 1 1,0 0-1,0 0 1,1 0 0,0 1-1,0-1 1,0 1-1,1 0 1,-1 1 0,1-1-1,0 1 1,14-6-1,-16 8-68,1 1 1,-1 0-1,1 0 0,0 0 0,0 1 0,-1 0 0,1-1 0,0 2 0,5 0 0,22 6-4621,-13-1-2059</inkml:trace>
</inkml:ink>
</file>

<file path=ppt/ink/ink3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1"/>
    </inkml:context>
    <inkml:brush xml:id="br0">
      <inkml:brushProperty name="width" value="0.025" units="cm"/>
      <inkml:brushProperty name="height" value="0.025" units="cm"/>
    </inkml:brush>
  </inkml:definitions>
  <inkml:trace contextRef="#ctx0" brushRef="#br0">827 32 5249,'0'0'13254,"-36"-6"-12840,-115-15 0,133 19-312,0 0 1,-1 2-1,1 0 1,-1 1-1,1 1 1,0 0-1,-1 2 1,-22 7-1,12 0 54,0 2 0,1 1 0,-28 19-1,55-33-152,-10 6 25,0 1-1,0 0 1,1 0-1,0 1 1,-14 15-1,21-20-26,1 1 0,-1-1 0,1 1 0,0 0 1,0-1-1,0 1 0,1 0 0,-1 0 0,1 0 0,0 0 0,0 0 0,1 0 0,-1 1 0,1-1 1,0 0-1,0 0 0,0 0 0,1 1 0,-1-1 0,3 7 0,-2-7-7,1 0 0,0 0-1,0 0 1,0 0 0,1 0 0,0 0 0,-1-1-1,1 1 1,0-1 0,1 0 0,-1 1-1,1-2 1,6 6 0,60 33 0,-40-25 12,-7-2 8,45 28 32,-63-38-56,0 0 0,0 0 0,0 0 0,0 1-1,-1 0 1,0 0 0,0 0 0,0 0 0,3 7 0,-6-11 5,0 1 0,-1-1 0,1 1 0,0-1-1,-1 1 1,1 0 0,-1-1 0,0 1 0,1 0 0,-1-1 0,0 1-1,0 0 1,0-1 0,0 1 0,-1 0 0,1-1 0,0 1-1,-1-1 1,1 1 0,-1 0 0,1-1 0,-1 1 0,0-1 0,0 1-1,1-1 1,-1 0 0,0 1 0,0-1 0,-1 0 0,1 0 0,0 1-1,0-1 1,-1 0 0,1 0 0,-2 1 0,-6 2 22,1 0 0,-1 0-1,0-1 1,0 0 0,-11 1 0,3 1 28,-128 29 903,77-19-81,-112 38-1,172-47-1018,16-3-306,24-2-767,-28-1 1029,35-1-3012,49-8 0,-29 0-1148</inkml:trace>
</inkml:ink>
</file>

<file path=ppt/ink/ink3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2"/>
    </inkml:context>
    <inkml:brush xml:id="br0">
      <inkml:brushProperty name="width" value="0.025" units="cm"/>
      <inkml:brushProperty name="height" value="0.025" units="cm"/>
    </inkml:brush>
  </inkml:definitions>
  <inkml:trace contextRef="#ctx0" brushRef="#br0">0 70 8210,'0'0'9359,"6"0"-8447,37 8 564,43 3-733,-81-11-736,0 0 0,-1 0 0,1 0-1,0-1 1,-1 1 0,1-1 0,0 0 0,-1-1 0,1 1 0,-1-1 0,0 0 0,1 0 0,-1-1 0,7-4 0,-10 6 0,1 0 0,-1 1 0,0-1-1,0 0 1,0 0 0,0-1 0,0 1-1,0 0 1,0 0 0,0 0 0,0-1-1,-1 1 1,1 0 0,0-1-1,-1 1 1,1 0 0,-1-1 0,0 1-1,1-1 1,-1 1 0,0-1 0,0 1-1,0-1 1,0 1 0,0-1 0,0 1-1,0-1 1,-1 1 0,1-1 0,0 1-1,-1 0 1,1-1 0,-1 1-1,0-1 1,1 1 0,-1 0 0,0 0-1,0-1 1,0 1 0,0 0 0,0 0-1,0 0 1,0 0 0,0 0 0,0 0-1,-1 0 1,1 0 0,0 1 0,-1-1-1,1 0 1,0 1 0,-1-1-1,1 1 1,-1 0 0,1-1 0,-1 1-1,1 0 1,-2 0 0,-10-1 147,1 0 1,-1 1 0,1 0-1,-1 1 1,1 1-1,0 0 1,-23 7-1,32-8-111,-1 1 1,0-1-1,1 1 0,-1 0 0,1 0 0,-1 0 0,1 1 0,0-1 0,0 1 1,0 0-1,0 0 0,0 0 0,1 0 0,-1 0 0,1 1 0,0-1 0,0 1 1,0-1-1,1 1 0,-1 0 0,1 0 0,0-1 0,0 1 0,0 0 1,0 0-1,1 0 0,0 0 0,0 5 0,0-6-84,1 0 1,-1 0-1,1 0 0,0 0 1,0 0-1,0 0 0,0 0 1,1 0-1,-1-1 0,1 1 1,-1 0-1,1-1 0,0 1 1,0-1-1,0 0 0,1 1 1,-1-1-1,0 0 0,1 0 1,0-1-1,-1 1 0,1 0 1,0-1-1,0 0 0,0 0 1,0 0-1,0 0 0,0 0 1,0 0-1,4 0 0,15 3-1302,0-1 0,1-1 0,27-1-1,-29 0-540,31-1-3781</inkml:trace>
</inkml:ink>
</file>

<file path=ppt/ink/ink3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3"/>
    </inkml:context>
    <inkml:brush xml:id="br0">
      <inkml:brushProperty name="width" value="0.025" units="cm"/>
      <inkml:brushProperty name="height" value="0.025" units="cm"/>
    </inkml:brush>
  </inkml:definitions>
  <inkml:trace contextRef="#ctx0" brushRef="#br0">251 1 8546,'0'0'12736,"-26"2"-11904,-81 10-120,102-11-646,-1 0-1,0 0 1,1 1-1,0-1 1,-1 1-1,1 1 0,0-1 1,0 1-1,0 0 1,0 0-1,0 0 1,1 1-1,0 0 1,-1 0-1,1 0 1,1 0-1,-1 0 1,1 1-1,-4 6 0,0-1 55,5-7-108,0 0 0,0 1 0,1-1 1,-1 0-1,1 1 0,0-1 0,0 0 1,0 1-1,1-1 0,-1 1 0,1 0 1,0-1-1,0 1 0,1 3 0,-1-1-14,1-5-7,-1 0 1,1-1-1,0 1 1,0 0-1,0 0 1,0-1-1,0 1 1,0-1-1,0 1 0,0-1 1,0 0-1,1 1 1,-1-1-1,0 0 1,0 0-1,0 0 1,0 0-1,0 0 1,1 0-1,-1 0 1,0 0-1,1 0 0,32-2-404,-27 0 388,1-1 0,0 0 1,-1-1-1,1 0 0,-1 0 0,0 0 0,0-1 0,-1 0 0,0-1 0,1 1 0,-2-1 0,1 0 0,-1 0 0,0-1 0,0 0 0,0 0 0,5-13 0,-10 23 345,-1 0 0,1 1 0,0-1 0,0 0 0,0 1 0,0-1 0,1 0 0,-1 0 0,3 7 0,-3-6-446,1-1 0,1 1 0,-1 0 1,1-1-1,-1 0 0,1 1 0,0-1 0,0 0 1,0 0-1,1 0 0,-1 0 0,1 0 1,-1 0-1,1-1 0,0 1 0,0-1 0,0 0 1,1 0-1,-1 0 0,0 0 0,1-1 1,5 3-1,6-2-1547,-1 0 0,0 0 0,16-2 0,2 0-4349</inkml:trace>
</inkml:ink>
</file>

<file path=ppt/ink/ink3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4"/>
    </inkml:context>
    <inkml:brush xml:id="br0">
      <inkml:brushProperty name="width" value="0.025" units="cm"/>
      <inkml:brushProperty name="height" value="0.025" units="cm"/>
    </inkml:brush>
  </inkml:definitions>
  <inkml:trace contextRef="#ctx0" brushRef="#br0">31 137 8010,'0'0'14403,"0"11"-13594,0 80 948,-1-91-1751,1 0 1,-1 0-1,0 0 1,0 0 0,0 0-1,0 0 1,1 0-1,-1-1 1,0 1-1,0 0 1,1-1-1,-1 1 1,0-1 0,0 1-1,1-1 1,-1 1-1,0-1 1,1 1-1,-1-1 1,1 1 0,-1-1-1,1 0 1,-1 0-1,1 1 1,-1-2-1,-3-21-86,0 1 0,0-37 0,4 49 35,0 0 1,0 0-1,1 0 1,1-1 0,0 1-1,0 1 1,1-1 0,4-12-1,-6 21-52,0-1 0,0 1 0,0-1-1,0 1 1,0 0 0,1-1 0,-1 1 0,0 0-1,0 0 1,1 0 0,-1 0 0,1 0 0,-1 0-1,1 0 1,0 0 0,-1 1 0,1-1 0,0 1-1,-1-1 1,1 1 0,0 0 0,-1-1-1,4 1 1,43 6-5723,-42-4 4747,19 2-3904</inkml:trace>
</inkml:ink>
</file>

<file path=ppt/ink/ink3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5"/>
    </inkml:context>
    <inkml:brush xml:id="br0">
      <inkml:brushProperty name="width" value="0.025" units="cm"/>
      <inkml:brushProperty name="height" value="0.025" units="cm"/>
    </inkml:brush>
  </inkml:definitions>
  <inkml:trace contextRef="#ctx0" brushRef="#br0">103 222 5737,'0'0'14966,"-27"-6"-11440,24 6-3508,0 0 0,0 0 0,0 0 0,0 1 0,-1-1 1,1 1-1,0 0 0,0 0 0,1 0 0,-1 0 0,0 0 0,0 1 0,0-1 0,1 1 0,-1 0 0,1 0 0,-1 0 0,1 0 0,0 0 0,0 0 0,0 1 0,0-1 1,0 1-1,0 0 0,1-1 0,-1 1 0,1 0 0,0 0 0,0 0 0,0 0 0,0 0 0,0 0 0,1 0 0,0 0 0,-1 0 0,1 4 0,0 82 229,1-88-246,-1 0-1,0 0 1,1 0-1,-1 0 1,1 0-1,0 0 1,-1 0-1,1 0 1,0 0-1,0 0 0,-1-1 1,1 1-1,0 0 1,0 0-1,0-1 1,0 1-1,0-1 1,0 1-1,0-1 1,0 1-1,0-1 1,0 1-1,0-1 1,0 0-1,1 0 1,-1 1-1,0-1 1,0 0-1,0 0 1,1-1-1,45 3-81,-38-2 23,9-2-259,1 0-1,-1-1 1,0-1-1,0 0 1,0-2-1,-1 0 1,0-1-1,0 0 1,0-2-1,27-18 1,8-9-2150,77-71 0,-33 18-2136,-10 0-547</inkml:trace>
</inkml:ink>
</file>

<file path=ppt/ink/ink3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6"/>
    </inkml:context>
    <inkml:brush xml:id="br0">
      <inkml:brushProperty name="width" value="0.025" units="cm"/>
      <inkml:brushProperty name="height" value="0.025" units="cm"/>
    </inkml:brush>
  </inkml:definitions>
  <inkml:trace contextRef="#ctx0" brushRef="#br0">451 1 9538,'0'0'11825,"-30"17"-10741,-98 64-86,116-73-830,0 2 0,1 0-1,0 0 1,1 1 0,0 0 0,0 1-1,1 0 1,-10 18 0,6-9 44,-16 25 189,2 1 1,-40 97-1,56-114-281,1 1-1,2 0 0,0 0 0,3 1 0,0 0 1,0 41-1,5-57-119,0-9 0,0 0 1,0 0-1,0 0 0,1-1 1,0 1-1,0 0 0,3 8 1,-3-13-1,0-1 0,0 1 1,0 0-1,1 0 1,-1 0-1,0-1 1,1 1-1,0 0 1,-1-1-1,1 0 1,0 1-1,0-1 1,0 0-1,0 0 1,0 0-1,0 0 1,0 0-1,0-1 1,0 1-1,0 0 0,0-1 1,0 0-1,1 1 1,-1-1-1,0 0 1,0 0-1,3-1 1,3 1 4,-1-1 1,0 0 0,1 0-1,-1-1 1,0 0 0,0 0-1,0-1 1,0 0 0,-1 0-1,1-1 1,-1 1 0,0-2-1,0 1 1,0 0 0,0-1-1,5-6 1,-1 2-9,-4 3 33,1 0 0,-1 1 0,1 0 0,15-9 0,-21 14-12,1-1-1,-1 1 1,0-1-1,0 1 1,1-1-1,-1 1 1,0 0 0,1-1-1,-1 1 1,0 0-1,1 0 1,-1 0-1,0 0 1,1 0-1,-1 1 1,0-1-1,1 0 1,-1 1-1,0-1 1,0 0-1,1 1 1,-1 0-1,0-1 1,0 1-1,0 0 1,0-1-1,0 1 1,0 0-1,0 0 1,0 0 0,0 0-1,0 0 1,0 0-1,0 0 1,-1 0-1,1 1 1,-1-1-1,2 2 1,36 52 1,1 0-4670,-32-38-1374</inkml:trace>
</inkml:ink>
</file>

<file path=ppt/ink/ink3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7"/>
    </inkml:context>
    <inkml:brush xml:id="br0">
      <inkml:brushProperty name="width" value="0.025" units="cm"/>
      <inkml:brushProperty name="height" value="0.025" units="cm"/>
    </inkml:brush>
  </inkml:definitions>
  <inkml:trace contextRef="#ctx0" brushRef="#br0">295 26 2481,'0'0'12662,"-2"-25"-7250,-9 25-5309,-1 1 1,1 1-1,-1 0 0,1 0 0,0 1 0,0 0 1,0 1-1,1 1 0,-1-1 0,1 2 1,0-1-1,0 2 0,1-1 0,0 1 1,0 0-1,-12 14 0,11-12-106,1 0-1,0 1 1,0 0-1,1 0 1,1 1-1,0 0 1,0 1-1,1-1 1,0 1-1,1 0 1,1 1-1,0-1 1,0 1-1,1 0 1,1 0-1,0 0 1,0 17-1,3-28-4,-1 0 0,1-1-1,-1 1 1,1-1 0,0 1-1,0-1 1,0 1-1,0-1 1,0 1 0,0-1-1,0 0 1,0 0 0,0 1-1,1-1 1,-1 0 0,0 0-1,1 0 1,-1 0-1,1-1 1,-1 1 0,1 0-1,0-1 1,-1 1 0,1-1-1,0 1 1,-1-1-1,1 0 1,0 0 0,-1 1-1,1-1 1,0-1 0,2 1-1,3 1-1,1-1 0,0 0 0,-1-1 0,1 0 0,0 0 0,10-3 0,-7-1 15,0 0 0,-1-1 1,1 0-1,-1-1 0,-1 0 0,1 0 1,10-12-1,57-64-50,-74 78 30,4-1 32,-1-1 0,-1-1 0,1 1-1,-1 0 1,0-1 0,-1 0-1,0-1 1,0 1 0,-1 0 0,0-1-1,-1 0 1,3-16 0,-5 25 502,-6 7-446,1 0 1,-1 0 0,1 1-1,0-1 1,1 1 0,0 1-1,0-1 1,1 0 0,0 1-1,0 0 1,1 0 0,1-1-1,-1 1 1,1 0 0,1 1-1,-1-1 1,1 0 0,2 11 0,0-8-90,-1-1 0,2 1 1,-1-1-1,2 0 1,-1 0-1,2 0 1,-1-1-1,1 1 1,1-1-1,0 0 1,0-1-1,1 0 0,1 0 1,8 9-1,-13-15-288,1 0-1,0-1 1,0 0 0,0 0-1,0 0 1,0 0-1,1 0 1,-1-1-1,1 0 1,-1 0-1,0 0 1,1 0-1,0-1 1,-1 0-1,1 0 1,-1 0-1,8-1 1,7 0-2453,14 1-3910</inkml:trace>
</inkml:ink>
</file>

<file path=ppt/ink/ink3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8"/>
    </inkml:context>
    <inkml:brush xml:id="br0">
      <inkml:brushProperty name="width" value="0.025" units="cm"/>
      <inkml:brushProperty name="height" value="0.025" units="cm"/>
    </inkml:brush>
  </inkml:definitions>
  <inkml:trace contextRef="#ctx0" brushRef="#br0">1 35 1400,'0'0'15204,"3"-8"-13412,0 0-1540,6-10 906,-6 20-495,-2 15-89,17 464 2580,-17-387-5701,-1-164-17215,0 29 18050</inkml:trace>
</inkml:ink>
</file>

<file path=ppt/ink/ink3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49"/>
    </inkml:context>
    <inkml:brush xml:id="br0">
      <inkml:brushProperty name="width" value="0.025" units="cm"/>
      <inkml:brushProperty name="height" value="0.025" units="cm"/>
    </inkml:brush>
  </inkml:definitions>
  <inkml:trace contextRef="#ctx0" brushRef="#br0">0 80 2793,'0'0'10729,"21"-1"-9593,68-5-40,199-18 1547,-180 6-2117,-43 6 412,125-7 1,-189 19-891,-1 0-1,1 0 1,0 1 0,0-1-1,0 0 1,0 0-1,0 1 1,-1-1-1,1 0 1,0 1-1,0-1 1,0 1-1,-1-1 1,1 1-1,0-1 1,-1 1-1,1 0 1,-1-1-1,1 1 1,0 0-1,-1-1 1,0 1-1,1 0 1,-1 0-1,1 0 1,-1-1-1,0 1 1,1 0-1,-1 1 1,4 29 740,-4-23-520,18 141 937,72 280 0,-74-375-1162,2 0 0,37 78 1,-54-130 29,-12-2 58,-186-18-438,38 1 204,-304 10 96,332 7 33,130 0-46,0-13-2026,1 9 1532,0 1 0,0-1 0,0 0 0,0 1 0,0-1-1,1 0 1,0 0 0,-1 1 0,2-1 0,-1 1 0,0-1 0,1 1 0,-1-1 0,1 1-1,3-4 1,18-21-7403</inkml:trace>
</inkml:ink>
</file>

<file path=ppt/ink/ink3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0"/>
    </inkml:context>
    <inkml:brush xml:id="br0">
      <inkml:brushProperty name="width" value="0.025" units="cm"/>
      <inkml:brushProperty name="height" value="0.025" units="cm"/>
    </inkml:brush>
  </inkml:definitions>
  <inkml:trace contextRef="#ctx0" brushRef="#br0">0 1156 1064,'0'0'4449,"16"-1"-2707,234-8 6937,-45 8-6935,233 3-1239,-416-2-337,0 1 1,-1 2 0,1 0-1,0 1 1,-1 1 0,0 1-1,34 15 1,-47-11 3283,-9-18-3135,-12-58-186,3 22-108,-6-79-1,10-91 9,-6-102-150,4 230 151,-29-138 0,34 212 39,2 12-52,1-1 1,-1 0-1,1 0 0,-1 1 0,1-1 0,-1 0 0,1 0 0,0 0 0,-1 0 1,1 0-1,0 1 0,0-1 0,0 0 0,0 0 0,-1 0 0,1 0 0,1 0 1,-1 0-1,0 0 0,0 0 0,0 0 0,0 0 0,1 0 0,-1 1 0,0-1 1,1 0-1,-1 0 0,1 0 0,-1 0 0,1 1 0,-1-1 0,1 0 0,0 0 0,376-31-7,-251 26 32,181-30-1,-291 33 487,-23 4 1295,-11 3-1688,10-3-3428</inkml:trace>
</inkml:ink>
</file>

<file path=ppt/ink/ink3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1"/>
    </inkml:context>
    <inkml:brush xml:id="br0">
      <inkml:brushProperty name="width" value="0.025" units="cm"/>
      <inkml:brushProperty name="height" value="0.025" units="cm"/>
    </inkml:brush>
  </inkml:definitions>
  <inkml:trace contextRef="#ctx0" brushRef="#br0">117 0 2833,'0'0'17535,"-6"25"-16337,-20 82-337,22-84-475,0 1 0,2 0 0,1 0 0,1 0-1,5 43 1,1 16 24,-9-65-240,-3-40 66,-4-10-391,-2 2-118,3-1 0,0 1 0,2-2 0,1 1-1,2-1 1,1 1 0,1-42 0,-11 14 1538,12 79 202,4-7-2362,3-7-5191,-2-6 3172</inkml:trace>
</inkml:ink>
</file>

<file path=ppt/ink/ink3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2"/>
    </inkml:context>
    <inkml:brush xml:id="br0">
      <inkml:brushProperty name="width" value="0.025" units="cm"/>
      <inkml:brushProperty name="height" value="0.025" units="cm"/>
    </inkml:brush>
  </inkml:definitions>
  <inkml:trace contextRef="#ctx0" brushRef="#br0">50 3 2032,'0'0'9488,"-33"-3"-9293,16 6 2494,20 4 1788,31 12 613,-25-15-6188,14 5 1385,0-1 0,0 0 0,1-2 0,39 5 0,48 13 165,-101-21-437,-6-1 5,-1 0-1,1-1 1,0 0 0,0 0-1,0 0 1,0 0 0,0 0-1,7-1 1,-69 26 939,28-11-943,1 1 1,1 1 0,0 1-1,1 2 1,1 1-1,-35 36 1,28-27-8,31-29-89,1 1-1,-1-1 1,1 1-1,-1-1 1,1 1-1,0 0 1,-1-1-1,1 1 1,0 0-1,0 0 1,0 0-1,1 0 1,-1 0-1,0 0 1,1 0-1,-1 0 1,1 0-1,0 3 1,0-4-292,0 1 1,1 0 0,-1-1 0,1 1 0,-1 0 0,1-1 0,0 1-1,0-1 1,0 1 0,0-1 0,0 1 0,0-1 0,0 0-1,0 0 1,0 1 0,1-1 0,-1 0 0,0 0 0,1 0 0,-1 0-1,1 0 1,2 0 0,15 6-5709</inkml:trace>
</inkml:ink>
</file>

<file path=ppt/ink/ink3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3"/>
    </inkml:context>
    <inkml:brush xml:id="br0">
      <inkml:brushProperty name="width" value="0.025" units="cm"/>
      <inkml:brushProperty name="height" value="0.025" units="cm"/>
    </inkml:brush>
  </inkml:definitions>
  <inkml:trace contextRef="#ctx0" brushRef="#br0">143 15 1200,'0'0'10524,"-8"-3"-9241,5 3-1147,-34-10 881,35 9-900,0 1 0,0 0 0,0 0 0,0-1 0,0 1 0,0 0 0,0 0 0,0 1 0,0-1 0,1 0 0,-1 1 0,0-1 0,0 1 0,0 0 0,0-1 0,1 1 0,-1 0 0,0 0 0,1 0 0,-4 2 0,0 6 248,0-1 1,0 0-1,1 1 0,-1 0 1,2 0-1,0 1 0,0-1 1,0 1-1,-1 13 0,-5 94 1602,8-101-1750,-2 507 2159,5-277-3545,-2-245 999,1-1 0,-1 0 0,0 1 0,1-1 0,-1 0 0,0 0 0,1 1 0,-1-1-1,0 0 1,1 0 0,-1 1 0,1-1 0,-1 0 0,0 0 0,1 0 0,-1 0 0,1 0 0,-1 0 0,1 1 0,-1-1 0,0 0 0,1 0 0,-1 0 0,1 0-1,-1-1 1,1 1 0,-1 0 0,1 0 0,-1 0 0,0 0 0,1 0 0,-1-1 0,1 1 0,-1 0 0,0 0 0,1 0 0,-1-1 0,0 1 0,1 0 0,-1-1-1,0 1 1,1 0 0,-1-1 0,0 1 0,0 0 0,1-1 0,-1 1 0,0-1 0,0 0 0,8-23-7578</inkml:trace>
</inkml:ink>
</file>

<file path=ppt/ink/ink3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4"/>
    </inkml:context>
    <inkml:brush xml:id="br0">
      <inkml:brushProperty name="width" value="0.025" units="cm"/>
      <inkml:brushProperty name="height" value="0.025" units="cm"/>
    </inkml:brush>
  </inkml:definitions>
  <inkml:trace contextRef="#ctx0" brushRef="#br0">141 822 328,'0'0'7102,"-6"-1"-6052,-20-1-13,47 2 3868,28-2-3222,4 0-1100,50-1 820,183-29 0,98-47-336,-91 17-238,717-68 282,7 74-423,-772 45-577,313-45-799,-11-37 207,-249 41 515,456-34 102,6 59-32,237-20-43,-210 5 31,-401 26 179,402-7 794,128 23 1129,-915 0-1356,-2 6-653,-24 49 46,18-43-159,1 0 0,0 1 1,-7 26-1,-8 60 132,5 1 0,-4 114 0,13 206 972,7-290-547,0-129-238,-20-2-407,0-2 1,-1 0 0,-23-7 0,20 5-84,-47-6 1,-918-5-670,754 17 689,-403 42 79,493-28-1,-461 50-15,-605 47 35,99-25-25,499-33 2,-624 74 28,1134-116-24,-994 91-571,1039-99 557,-597 34-161,548-37 161,-102 5 10,169-2 2,0 1 1,1 2 0,-46 14-1,17-4-3,-1-3 0,-1-4-1,-130 4 1,-20 3 45,201-14-27,-1 2 1,1 1-1,0 0 1,0 1-1,1 1 0,-28 16 1,13-6-7,43-22-1399,-7 4 700,-1-1 0,0 0 0,0 0 0,1 1 0,-1-1 0,0-1 1,0 1-1,0 0 0,0 0 0,2-3 0,10-12-6140</inkml:trace>
</inkml:ink>
</file>

<file path=ppt/ink/ink3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5"/>
    </inkml:context>
    <inkml:brush xml:id="br0">
      <inkml:brushProperty name="width" value="0.025" units="cm"/>
      <inkml:brushProperty name="height" value="0.025" units="cm"/>
    </inkml:brush>
  </inkml:definitions>
  <inkml:trace contextRef="#ctx0" brushRef="#br0">26 15 5497,'0'0'7540,"0"-5"-6218,-1-4 875,-2 11-405,-5 28 773,-5 48-140,12 55-10,14 340-567,-12-408-1644,-1-58-4120,0-18-12123</inkml:trace>
</inkml:ink>
</file>

<file path=ppt/ink/ink3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6"/>
    </inkml:context>
    <inkml:brush xml:id="br0">
      <inkml:brushProperty name="width" value="0.025" units="cm"/>
      <inkml:brushProperty name="height" value="0.025" units="cm"/>
    </inkml:brush>
  </inkml:definitions>
  <inkml:trace contextRef="#ctx0" brushRef="#br0">144 79 1224,'0'0'7786,"-5"-11"-6714,-18-35 310,23 45-1229,0 0 1,-1 0-1,1 0 1,0 0-1,-1 0 1,1 0-1,-1 0 1,1 0-1,-1 0 1,1 0-1,-1 0 1,1 0-1,-1 1 1,0-1-1,0 0 1,0 0-1,1 1 1,-1-1-1,0 1 1,0-1-1,0 1 0,0-1 1,0 1-1,0-1 1,0 1-1,0 0 1,0-1-1,0 1 1,0 0-1,0 0 1,0 0-1,0 0 1,0 0-1,0 0 1,0 0-1,0 0 1,0 0-1,0 1 1,0-1-1,0 0 1,0 1-1,0-1 1,0 1-1,0-1 1,0 1-1,0-1 1,0 1-1,-1 1 1,-2 1 136,1 1 1,0-1 0,1 1 0,-1 0 0,0 0 0,1 0-1,-3 7 1,-7 24 204,2 1 1,1 0-1,2 0 0,-4 69 0,10 152 2594,4-123-2463,-3-37-3467</inkml:trace>
</inkml:ink>
</file>

<file path=ppt/ink/ink3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7"/>
    </inkml:context>
    <inkml:brush xml:id="br0">
      <inkml:brushProperty name="width" value="0.025" units="cm"/>
      <inkml:brushProperty name="height" value="0.025" units="cm"/>
    </inkml:brush>
  </inkml:definitions>
  <inkml:trace contextRef="#ctx0" brushRef="#br0">88 111 2497,'0'0'8544,"1"-18"-6534,2-55-325,-7 56 254,-6 15-271,-6 14 160,7 7-1212,1 2 0,0-1 0,2 1 0,1 0 0,0 1 0,-2 36 0,5-45-400,-5 65 744,3 0 1,8 105 0,8-54-763,1 52-1267,-13-180 929,0 0 1,-1 0-1,1 1 1,0-1-1,1 0 1,-1 0-1,0 0 1,0 0-1,0 0 1,0 0-1,1 0 1,-1 0 0,1 0-1,-1 0 1,0 0-1,1 0 1,0-1-1,-1 1 1,1 0-1,0 0 1,-1 0-1,3 1 1,22 1-7983,-20-3 6146,14 0-8211</inkml:trace>
</inkml:ink>
</file>

<file path=ppt/ink/ink3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8"/>
    </inkml:context>
    <inkml:brush xml:id="br0">
      <inkml:brushProperty name="width" value="0.025" units="cm"/>
      <inkml:brushProperty name="height" value="0.025" units="cm"/>
    </inkml:brush>
  </inkml:definitions>
  <inkml:trace contextRef="#ctx0" brushRef="#br0">103 2 2280,'0'0'15409,"0"-1"-15310,-1 1-1,1 0 1,-1 0-1,0 0 1,1 0-1,-1 0 1,1 0 0,-1 0-1,0-1 1,1 2-1,-1-1 1,1 0-1,-1 0 1,0 0-1,1 0 1,-1 0 0,1 0-1,-1 1 1,1-1-1,-1 0 1,1 0-1,-1 1 1,1-1-1,-1 1 1,1-1 0,-1 0-1,1 1 1,-1-1-1,0 2 1,-1 2 110,-1 1 1,1 0-1,0-1 1,0 1-1,1 0 1,-1 0-1,0 9 0,-4 11 531,-12 44 467,4 1-1,2 0 1,-2 79-1,8 220-1145,7-250-830,10-134-11235,-11 14 10681,8-21-11593</inkml:trace>
</inkml:ink>
</file>

<file path=ppt/ink/ink3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59"/>
    </inkml:context>
    <inkml:brush xml:id="br0">
      <inkml:brushProperty name="width" value="0.025" units="cm"/>
      <inkml:brushProperty name="height" value="0.025" units="cm"/>
    </inkml:brush>
  </inkml:definitions>
  <inkml:trace contextRef="#ctx0" brushRef="#br0">59 42 2641,'0'0'15072,"-2"-4"-13850,1-1-883,-14-27 2145,14 32-1772,-6 13 660,0 3-936,2 0 0,0 0 0,0 1-1,2 0 1,0 0 0,0 18-1,2 110 1092,2-82-976,-1-23-282,2 0-1,2-1 0,14 61 1,-7-40-237,-3 0 0,-3 0 1,-2 70-1,-6-113 920,-2 2-3804,0-11-2783,6-23-1766,4-10-5019</inkml:trace>
</inkml:ink>
</file>

<file path=ppt/ink/ink3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0"/>
    </inkml:context>
    <inkml:brush xml:id="br0">
      <inkml:brushProperty name="width" value="0.025" units="cm"/>
      <inkml:brushProperty name="height" value="0.025" units="cm"/>
    </inkml:brush>
  </inkml:definitions>
  <inkml:trace contextRef="#ctx0" brushRef="#br0">68 29 2304,'0'0'15514,"-3"-5"-13538,1 2-1628,1 2-262,0 0 0,1-1 1,-1 1-1,0 0 0,0-1 0,0 1 0,0 0 0,0 0 0,0 0 0,0 0 0,0 0 0,0 0 0,0 0 0,0 1 1,-1-1-1,1 0 0,0 1 0,-1-1 0,1 0 0,-3 0 0,2 1 674,-11 38 1933,2 38-1812,4 0 0,2 1 0,7 77 0,0-47-539,-3-36-254,4-1 0,14 82 0,-14-131-493,-1 1-1,-1 28 1,2-53-4397,7-14 340,-4-10-2620</inkml:trace>
</inkml:ink>
</file>

<file path=ppt/ink/ink3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1"/>
    </inkml:context>
    <inkml:brush xml:id="br0">
      <inkml:brushProperty name="width" value="0.025" units="cm"/>
      <inkml:brushProperty name="height" value="0.025" units="cm"/>
    </inkml:brush>
  </inkml:definitions>
  <inkml:trace contextRef="#ctx0" brushRef="#br0">136 53 1296,'0'0'15494,"-4"-8"-14611,-10-26-11,14 33-833,0 1-1,0-1 0,0 1 0,0-1 1,0 1-1,-1-1 0,1 1 1,0-1-1,0 1 0,-1-1 1,1 1-1,0 0 0,-1-1 0,1 1 1,0 0-1,-1-1 0,1 1 1,0 0-1,-1-1 0,1 1 1,-1 0-1,1 0 0,-1-1 0,1 1 1,-1 0-1,1 0 0,-1 0 1,1 0-1,-1 0 0,1 0 1,-1 0-1,1 0 0,-1 0 0,1 0 1,-1 0-1,1 0 0,-1 0 1,1 0-1,-1 0 0,1 0 1,-1 1-1,1-1 0,-1 0 0,1 0 1,0 1-1,-1-1 0,1 0 1,-1 0-1,1 1 0,0-1 1,-1 1-1,1-1 0,-1 1 0,-12 19 874,-2 14-2,2 1 1,1 1 0,2 0-1,2 0 1,-7 62 0,5 187 1416,10-242-2038,2-2-76,8 55-1,-3-53-126,0 60-1,-7-102-214,-2-52-9166,5 28 3004,2-6-7179</inkml:trace>
</inkml:ink>
</file>

<file path=ppt/ink/ink3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2"/>
    </inkml:context>
    <inkml:brush xml:id="br0">
      <inkml:brushProperty name="width" value="0.025" units="cm"/>
      <inkml:brushProperty name="height" value="0.025" units="cm"/>
    </inkml:brush>
  </inkml:definitions>
  <inkml:trace contextRef="#ctx0" brushRef="#br0">84 7 1568,'0'0'15229,"-7"-1"-13817,-30-4 1894,30 25-789,-6 121 1708,3 73-2540,8-137-1191,-4 36 56,6-1 1,24 194-1,-18-275-465,-1-6 108,-2 0 1,2 46-1,-5-71-323,0-5-2378,0 0 1753,-1 0 0,1 0-1,-1 0 1,-1 0 0,1 0 0,-1 0-1,0 0 1,0 0 0,0 1-1,-5-9 1,-18-19-8824</inkml:trace>
</inkml:ink>
</file>

<file path=ppt/ink/ink3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3"/>
    </inkml:context>
    <inkml:brush xml:id="br0">
      <inkml:brushProperty name="width" value="0.025" units="cm"/>
      <inkml:brushProperty name="height" value="0.025" units="cm"/>
    </inkml:brush>
  </inkml:definitions>
  <inkml:trace contextRef="#ctx0" brushRef="#br0">79 10 3041,'0'0'9663,"0"-1"-9460,0 1-1,1 0 1,-1 0-1,0 0 1,0 0 0,0-1-1,0 1 1,0 0-1,1 0 1,-1-1-1,0 1 1,0 0 0,0 0-1,0 0 1,0-1-1,0 1 1,0 0 0,0 0-1,0-1 1,0 1-1,0 0 1,0 0 0,0-1-1,0 1 1,0 0-1,0 0 1,0-1-1,0 1 1,-1 0 0,1 0-1,0 0 1,0-1-1,0 1 1,0 0 0,0 0-1,0 0 1,-1-1-1,1 1 1,0 0-1,0 0 1,0 0 0,-1 0-1,-3 1-144,1 0 0,-1 0 0,1 1-1,-1 0 1,1-1 0,0 1 0,0 1-1,-1-1 1,1 0 0,1 1 0,-1 0-1,0-1 1,1 1 0,-1 0 0,1 0-1,-2 4 1,1-2-59,0 0 1,0 0-1,0 0 0,1 1 0,0-1 1,0 1-1,1-1 0,0 1 0,0-1 1,-1 9-1,1 13 5,1-21-1,-1 1-1,1 0 1,0 0 0,1 0 0,0-1-1,0 1 1,4 13 0,-4-18-3,0 0 1,1 0-1,-1 0 1,1 0-1,0 0 1,-1-1-1,1 1 1,0 0-1,0-1 1,0 1 0,0-1-1,0 0 1,1 0-1,-1 0 1,0 0-1,1 0 1,-1 0-1,0-1 1,1 1-1,-1-1 1,1 1-1,-1-1 1,1 0-1,-1 0 1,1 0-1,2-1 1,7 1 31,0 0-1,0-1 1,0 0 0,0-1-1,0 0 1,-1-1 0,1 0-1,13-6 1,-21 7-16,0-1 0,0 1 0,0-1 0,0 1 0,-1-1 0,0 0-1,1-1 1,-1 1 0,0 0 0,0-1 0,-1 0 0,1 1 0,-1-1 0,0 0 0,0 0 0,0-1 0,-1 1-1,1 0 1,-1-1 0,0 1 0,0 0 0,-1-1 0,1 1 0,-1-1 0,0-6 0,0 8 26,-1 1 1,1-1 0,-1 0-1,0 1 1,0-1-1,0 0 1,0 1 0,0 0-1,0-1 1,-1 1 0,1-1-1,-1 1 1,1 0 0,-1 0-1,0 0 1,0 0 0,0 0-1,0 1 1,0-1 0,-1 1-1,1-1 1,0 1-1,-1 0 1,1-1 0,-1 1-1,1 1 1,-1-1 0,0 0-1,-4 0 1,-8-2 78,-1 0-1,1 1 1,-30 1-1,44 1-533,10 1-5552,15-2 2779,-17 1 1237,24 0-5378</inkml:trace>
</inkml:ink>
</file>

<file path=ppt/ink/ink3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4"/>
    </inkml:context>
    <inkml:brush xml:id="br0">
      <inkml:brushProperty name="width" value="0.025" units="cm"/>
      <inkml:brushProperty name="height" value="0.025" units="cm"/>
    </inkml:brush>
  </inkml:definitions>
  <inkml:trace contextRef="#ctx0" brushRef="#br0">1 0 2505,'0'0'14265,"0"14"-9054,0 56-2747,0 173-601,-1-240-1883,1-1-1,0 1 0,0 0 0,1 0 1,-1 0-1,0-1 0,1 1 0,0 0 1,0-1-1,0 1 0,0 0 0,2 4 1,-1-6-249,-1 0 0,1 0 1,-1 0-1,1 1 0,-1-2 0,1 1 1,0 0-1,-1 0 0,1 0 1,0-1-1,0 1 0,-1-1 0,1 1 1,0-1-1,0 0 0,0 0 1,0 0-1,0 0 0,2 0 0,8 0-5232</inkml:trace>
</inkml:ink>
</file>

<file path=ppt/ink/ink3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5"/>
    </inkml:context>
    <inkml:brush xml:id="br0">
      <inkml:brushProperty name="width" value="0.025" units="cm"/>
      <inkml:brushProperty name="height" value="0.025" units="cm"/>
    </inkml:brush>
  </inkml:definitions>
  <inkml:trace contextRef="#ctx0" brushRef="#br0">16 1 3081,'0'0'12672,"-16"0"-9837,21 0-2660,-1 0 1,0 1-1,1-1 1,-1 1-1,0 0 1,1 0-1,-1 0 0,0 1 1,0 0-1,0-1 1,0 1-1,0 1 1,0-1-1,-1 1 1,1-1-1,-1 1 0,0 0 1,0 0-1,0 0 1,0 1-1,0-1 1,-1 1-1,1 0 0,-1 0 1,0-1-1,3 9 1,0 2 45,-1 1 0,0-1 0,-1 1 0,-1-1 0,0 1 0,-1 28 0,-1-42 343,7-27-568,-1 16-23,0 0 1,0 0-1,1 0 0,0 1 1,0 0-1,1 0 0,0 1 1,1 0-1,0 0 0,0 1 1,1 0-1,0 1 0,15-8 1,-16 10 59,1 1 0,0 0 1,0 0-1,1 1 0,-1 0 1,1 1-1,-1 0 0,12 1 1,-21 1 4,0 0-1,0-1 1,-1 1 0,1 0 0,0 0 0,-1 0-1,1 1 1,-1-1 0,0 0 0,1 0-1,-1 0 1,0 0 0,1 0 0,-1 0 0,0 1-1,0-1 1,0 0 0,0 0 0,0 0 0,-1 2-1,1 37 823,0-31-630,0 97 1365,0-106-1633,5 0-337,-1 0-4177,-2 0 3974,10-1-2389,-2-4-3706,2-1-5605</inkml:trace>
</inkml:ink>
</file>

<file path=ppt/ink/ink3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6"/>
    </inkml:context>
    <inkml:brush xml:id="br0">
      <inkml:brushProperty name="width" value="0.025" units="cm"/>
      <inkml:brushProperty name="height" value="0.025" units="cm"/>
    </inkml:brush>
  </inkml:definitions>
  <inkml:trace contextRef="#ctx0" brushRef="#br0">18 0 1712,'0'0'19011,"-18"0"-15753,119 0-4091,1 0-9231,-69 0 2645</inkml:trace>
</inkml:ink>
</file>

<file path=ppt/ink/ink3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7"/>
    </inkml:context>
    <inkml:brush xml:id="br0">
      <inkml:brushProperty name="width" value="0.025" units="cm"/>
      <inkml:brushProperty name="height" value="0.025" units="cm"/>
    </inkml:brush>
  </inkml:definitions>
  <inkml:trace contextRef="#ctx0" brushRef="#br0">45 1 1408,'0'0'18988,"-1"11"-17017,-18 122 1939,-4 20-4011,21-106-4002,3-34 1111,-1 8-5903</inkml:trace>
</inkml:ink>
</file>

<file path=ppt/ink/ink3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8"/>
    </inkml:context>
    <inkml:brush xml:id="br0">
      <inkml:brushProperty name="width" value="0.025" units="cm"/>
      <inkml:brushProperty name="height" value="0.025" units="cm"/>
    </inkml:brush>
  </inkml:definitions>
  <inkml:trace contextRef="#ctx0" brushRef="#br0">39 16 8282,'0'0'21023,"-7"0"-20366,-18 0-333,18 0 126,28-12-15459,-3 8 6676</inkml:trace>
</inkml:ink>
</file>

<file path=ppt/ink/ink3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69"/>
    </inkml:context>
    <inkml:brush xml:id="br0">
      <inkml:brushProperty name="width" value="0.025" units="cm"/>
      <inkml:brushProperty name="height" value="0.025" units="cm"/>
    </inkml:brush>
  </inkml:definitions>
  <inkml:trace contextRef="#ctx0" brushRef="#br0">58 0 1608,'0'0'23404,"-5"1"-21478,3-1-1674,-3 1 367,1-1 1,-1 1 0,1 0-1,-1 1 1,1-1 0,0 1 0,-1 0-1,-4 3 1,5-5-689,3 0-405,4 0-4827,-2 0 4487,0-1 0,1 1 1,-1 0-1,0-1 0,0 1 1,0-1-1,0 1 0,0-1 1,0 0-1,0 1 0,0-1 1,0 0-1,1-1 0,4-5-9884</inkml:trace>
</inkml:ink>
</file>

<file path=ppt/ink/ink3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0"/>
    </inkml:context>
    <inkml:brush xml:id="br0">
      <inkml:brushProperty name="width" value="0.025" units="cm"/>
      <inkml:brushProperty name="height" value="0.025" units="cm"/>
    </inkml:brush>
  </inkml:definitions>
  <inkml:trace contextRef="#ctx0" brushRef="#br0">20 20 2361,'0'0'22310,"-19"19"-14347,19-16-7931,0-2-719,0-27-11805,0 10-2490</inkml:trace>
</inkml:ink>
</file>

<file path=ppt/ink/ink3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1"/>
    </inkml:context>
    <inkml:brush xml:id="br0">
      <inkml:brushProperty name="width" value="0.025" units="cm"/>
      <inkml:brushProperty name="height" value="0.025" units="cm"/>
    </inkml:brush>
  </inkml:definitions>
  <inkml:trace contextRef="#ctx0" brushRef="#br0">110 20 2601,'0'0'13887,"0"-19"-7493,-7 22-6179,0 1 0,0 0 0,1 0 0,0 1 0,0 0-1,0 0 1,1 0 0,-8 10 0,6-8-134,4-4-79,0 0-1,-1 0 1,2 1-1,-1-1 1,0 1 0,1-1-1,-1 1 1,1 0-1,0 0 1,0 0-1,-2 9 1,10-12-41,0 0 0,0 0 0,0 0 0,1-1 0,-1 0 0,8-1 0,-7 1 25,3 0 18,1 0 0,0 1 0,0 0 0,-1 1 0,15 4 0,-22-5-4,1 1-1,-1-1 0,1 1 1,-1-1-1,0 1 0,1 0 0,-1 0 1,0 1-1,0-1 0,-1 0 1,1 1-1,-1 0 0,1 0 0,-1 0 1,0 0-1,0 0 0,0 0 1,2 5-1,-3-6 35,-1-1 0,1 0-1,-1 1 1,0-1 0,0 0 0,0 1 0,0-1 0,0 1-1,0-1 1,0 0 0,0 1 0,0-1 0,-1 0-1,1 1 1,-1-1 0,1 0 0,-1 1 0,1-1 0,-1 0-1,0 0 1,1 0 0,-1 1 0,0-1 0,0 0-1,0 0 1,0 0 0,0 0 0,0 0 0,0-1 0,0 1-1,0 0 1,-1 0 0,1-1 0,0 1 0,0-1-1,-3 1 1,-7 4 254,0-2 0,-1 1 0,-17 2 0,13-3-136,-6 3-154,1 1 0,-31 15-1,51-22-411,1-3-2443,0 2 2349,0 0 0,0-1 0,0 1 0,1 0 0,-1 0-1,0-1 1,1 1 0,-1 0 0,1 0 0,0-1 0,-1 1 0,1 0 0,0 0 0,1-1-1,15-14-6544</inkml:trace>
</inkml:ink>
</file>

<file path=ppt/ink/ink3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2"/>
    </inkml:context>
    <inkml:brush xml:id="br0">
      <inkml:brushProperty name="width" value="0.025" units="cm"/>
      <inkml:brushProperty name="height" value="0.025" units="cm"/>
    </inkml:brush>
  </inkml:definitions>
  <inkml:trace contextRef="#ctx0" brushRef="#br0">1 26 984,'0'0'7490,"5"-4"-5014,17-13 133,-17 13 6544,27 4-7633,3 0-1079,20 4-319,-54-3-466,0 1 1,0 0 0,0 0 0,0-1-1,-1 1 1,1 0 0,-1 0 0,1 0-1,-1 0 1,1 0 0,-1 0 0,0 0-1,0 0 1,0 0 0,0 0-1,-1 0 1,1 0 0,0 0 0,-1 0-1,0 0 1,1 0 0,-2 2 0,-14 7-7475</inkml:trace>
</inkml:ink>
</file>

<file path=ppt/ink/ink3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3"/>
    </inkml:context>
    <inkml:brush xml:id="br0">
      <inkml:brushProperty name="width" value="0.025" units="cm"/>
      <inkml:brushProperty name="height" value="0.025" units="cm"/>
    </inkml:brush>
  </inkml:definitions>
  <inkml:trace contextRef="#ctx0" brushRef="#br0">22 1 1072,'0'0'19107,"-4"22"-17871,4-22-1230,-7 57 1241,-2 65 1,9-94-853,-1-18-359,1-1-1,-1 1 0,2 0 1,0-1-1,0 1 0,0-1 1,1 0-1,1 1 0,-1-1 1,8 14-1,4 23-1984,-14-44 1322,1 0 0,-1-1 1,0 1-1,0 0 0,0 0 0,0 0 1,0-1-1,0 1 0,0 0 0,-1 0 1,1-1-1,0 1 0,-1 0 0,-1 2 1,-8 1-7483</inkml:trace>
</inkml:ink>
</file>

<file path=ppt/ink/ink3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4"/>
    </inkml:context>
    <inkml:brush xml:id="br0">
      <inkml:brushProperty name="width" value="0.025" units="cm"/>
      <inkml:brushProperty name="height" value="0.025" units="cm"/>
    </inkml:brush>
  </inkml:definitions>
  <inkml:trace contextRef="#ctx0" brushRef="#br0">1 93 184,'0'0'14298,"28"-10"-12686,96-34-274,-106 39-1108,-1 0-1,1 1 1,-1 1 0,1 1 0,0 0-1,20 1 1,11 0 63,17-5-30,60-4 72,-124 10 794,-23 2-335,5 2-706,0 1 0,0 1-1,0 1 1,1 0 0,0 1 0,0 0 0,0 2-1,2-1 1,-1 2 0,1 0 0,-12 13 0,23-22-86,1-1 1,-1 1-1,0 0 1,1 0-1,0 0 1,-1 0-1,1 0 1,0 0-1,0 0 1,0 0-1,1 0 1,-1 0-1,0 0 1,1 1-1,-1-1 1,1 0-1,0 1 1,0-1 0,0 0-1,0 1 1,0-1-1,0 0 1,1 0-1,-1 1 1,1-1-1,-1 0 1,1 0-1,0 1 1,2 3-1,-1-4 0,0 1 0,1-1 0,-1 1 0,1-1 0,-1 0 0,1 0 0,0 0 0,-1 0 0,1 0 0,0-1 0,0 1 0,1-1 0,-1 0 0,0 0 0,0 0 0,1 0 0,-1 0 0,6 0 0,-3-1 37,0 1 0,0-1 0,1-1 0,-1 1 0,0-1 0,0 0 0,0 0 0,0-1 0,0 1 1,-1-1-1,1-1 0,8-3 0,-11 3-8,0 1-1,0-1 1,-1 1 0,1-1 0,0 0 0,-1 0-1,0 0 1,0 0 0,0 0 0,0-1 0,0 1-1,-1 0 1,0-1 0,1 0 0,-1 1 0,-1-1-1,1 0 1,0 1 0,-1-1 0,0 0 0,0-7-1,0 11 644,29 31-2512,32-11-3530,-29-13-119</inkml:trace>
</inkml:ink>
</file>

<file path=ppt/ink/ink3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5"/>
    </inkml:context>
    <inkml:brush xml:id="br0">
      <inkml:brushProperty name="width" value="0.025" units="cm"/>
      <inkml:brushProperty name="height" value="0.025" units="cm"/>
    </inkml:brush>
  </inkml:definitions>
  <inkml:trace contextRef="#ctx0" brushRef="#br0">12 176 3465,'0'0'18605,"-2"21"-17839,-6 64-328,8-76-385,-1-8-45,1 0 0,0 0 1,0 0-1,0 0 1,0 0-1,0 0 0,0 0 1,0 0-1,0 0 0,0 0 1,0 0-1,0-1 1,1 1-1,-1 0 0,0 0 1,1 0-1,-1 0 0,1 0 1,-1 0-1,1-1 0,0 1 1,-1 0-1,1 0 1,-1-1-1,1 1 0,0 0 1,1 0-1,-1 0 68,-1-269-501,0 266 359,-1 0 0,1 0 1,0 0-1,1 0 1,-1 0-1,0 0 1,1 1-1,-1-1 0,1 0 1,-1 0-1,1 0 1,0 1-1,0-1 1,0 0-1,0 1 0,0-1 1,0 1-1,0-1 1,0 1-1,1-1 0,-1 1 1,0 0-1,1 0 1,0 0-1,-1 0 1,1 0-1,-1 0 0,1 0 1,2 0-1,0 0-281,-1 0 0,0 1 0,0 0 0,1 0 0,-1 0 1,0 0-1,1 0 0,-1 1 0,0-1 0,0 1 0,1 0 0,-1 0 0,0 0 0,0 1 0,0-1 0,0 1 0,3 1 0,19 18-4770</inkml:trace>
</inkml:ink>
</file>

<file path=ppt/ink/ink3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6"/>
    </inkml:context>
    <inkml:brush xml:id="br0">
      <inkml:brushProperty name="width" value="0.025" units="cm"/>
      <inkml:brushProperty name="height" value="0.025" units="cm"/>
    </inkml:brush>
  </inkml:definitions>
  <inkml:trace contextRef="#ctx0" brushRef="#br0">335 215 1488,'0'0'16102,"-28"-2"-14453,-85-5-616,111 6-1003,0 1 0,-1 0 0,1 0 0,0 0 0,0 0 0,0 0 0,-1 0 0,1 1 0,0-1 0,0 1 0,0-1-1,0 1 1,0 0 0,0 0 0,0 0 0,0 0 0,0 0 0,0 0 0,1 1 0,-1-1 0,0 0 0,1 1 0,-1 0 0,1-1-1,-1 1 1,1 0 0,0 0 0,0 0 0,-1 1 0,1 2-4,0 0-1,0 0 1,0 0-1,1 0 1,-1 0-1,1 0 1,1 0 0,0 7-1,0 0 52,-1-10-78,-1 0 1,1 1 0,0-1 0,0 0 0,0 1-1,1-1 1,-1 0 0,0 1 0,1-1 0,0 0 0,-1 0-1,1 1 1,0-1 0,0 0 0,0 0 0,0 0-1,1 0 1,-1 0 0,0 0 0,1-1 0,0 1 0,-1 0-1,1-1 1,0 1 0,0-1 0,0 0 0,0 1-1,0-1 1,0 0 0,0 0 0,0 0 0,0-1-1,0 1 1,1 0 0,-1-1 0,0 0 0,1 1 0,-1-1-1,0 0 1,1 0 0,-1 0 0,4-1 0,-2 1-19,0 0 1,0 0 0,1 0 0,-1 0-1,0 0 1,0-1 0,0 0-1,0 0 1,0 0 0,0-1 0,-1 1-1,1-1 1,0 0 0,-1 0 0,4-2-1,-3-1-31,0 1 0,-1-1-1,0 0 1,0 0 0,0 0 0,0-1-1,-1 1 1,0-1 0,0 1-1,0-7 1,1 3-65,-2 0 0,1 1 1,-2-1-1,1-17 0,-1 25 120,0-2 245,-1 26 468,-43 315 998,43-328-1719,-1 7 53,0-1 1,-1 0-1,0 0 0,-10 26 0,12-39-22,-1 1-1,1-1 1,-1 1-1,0-1 0,0 0 1,-1 0-1,1 0 0,-1 0 1,1 0-1,-1-1 1,0 1-1,0-1 0,0 1 1,0-1-1,0 0 1,-1 0-1,1-1 0,-1 1 1,1-1-1,-1 1 0,0-1 1,1 0-1,-1-1 1,0 1-1,-5 0 0,1-1-1,0 1-1,-1-1 0,1-1 1,-1 1-1,1-1 0,0-1 0,0 0 1,0 0-1,0 0 0,-11-6 1,15 6-25,0 0 0,1-1 1,-1 0-1,1 0 1,0 0-1,0 0 1,0 0-1,0 0 0,1-1 1,-1 0-1,1 1 1,0-1-1,0 0 0,0 0 1,1 0-1,-1 0 1,1 0-1,0-1 0,0 1 1,0 0-1,1-1 1,-1-4-1,0-1-33,1 0 0,-1-1-1,1 1 1,1-1 0,0 1 0,1 0-1,0 0 1,5-16 0,-4 20 17,0 0 1,0 0 0,1 0-1,-1 0 1,2 1 0,-1 0-1,0-1 1,1 2 0,0-1-1,0 1 1,1-1 0,-1 1-1,1 1 1,7-5 0,45-20-7,1 2-1,105-29 1,-36 13-187,-70 22 67,92-37-390,-133 49 446,0 0 0,0-2 0,-1 0 0,0-1 0,-1 0 0,15-15 0,-25 21 86,-1 0 0,1-1-1,-1 1 1,-1-1 0,1 0 0,-1 0 0,0 0 0,0-1 0,-1 1 0,0-1 0,3-10 0,-5 15 23,0 0 1,1 0 0,-1 0-1,0-1 1,0 1-1,0 0 1,0 0 0,0 0-1,-1 0 1,1 0-1,-1 0 1,1 0 0,-1 0-1,0 0 1,0 0-1,0 0 1,0 0 0,0 0-1,0 1 1,0-1-1,-1 0 1,1 1-1,-1-1 1,1 1 0,-1-1-1,0 1 1,1 0-1,-1 0 1,0-1 0,0 1-1,0 1 1,0-1-1,0 0 1,0 0 0,0 1-1,0-1 1,0 1-1,0 0 1,-4-1 0,-17-1 171,1 0 0,-1 1 0,0 2 0,-27 3 0,41-3-88,0 1 1,1 0-1,-1 0 0,1 0 1,0 1-1,0 1 1,0-1-1,0 1 0,1 0 1,-1 1-1,1 0 1,0 0-1,-12 13 0,16-15-70,1 0 0,0 0 0,0 0 0,0 0 0,1 0 0,-1 1-1,1-1 1,0 0 0,0 1 0,0 0 0,0-1 0,0 1 0,1 0-1,0-1 1,-1 1 0,2 0 0,-1-1 0,0 1 0,1 0-1,-1-1 1,1 1 0,2 6 0,0-4-8,-1 0 1,1 1-1,1-1 1,-1-1-1,1 1 1,0 0-1,0-1 1,0 0-1,1 0 1,10 9-1,7 2-88,1 0 0,0-2 0,1-1 0,1 0-1,31 10 1,6-5-2689,2-10-3619,-43-7-2457</inkml:trace>
</inkml:ink>
</file>

<file path=ppt/ink/ink3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7"/>
    </inkml:context>
    <inkml:brush xml:id="br0">
      <inkml:brushProperty name="width" value="0.025" units="cm"/>
      <inkml:brushProperty name="height" value="0.025" units="cm"/>
    </inkml:brush>
  </inkml:definitions>
  <inkml:trace contextRef="#ctx0" brushRef="#br0">65 1 2569,'0'0'16314,"0"4"-15017,-1 35-293,-1 0 0,-2 0 0,-1-1 0,-21 75 0,19-89-773,1 0-1,1 0 1,1 1 0,-1 46 0,5-69-232,0 0 1,0 0-1,0 0 1,1 0-1,-1 0 1,0 0-1,1 0 1,-1 0-1,1 0 1,0-1-1,0 1 1,-1 0-1,1 0 1,0-1-1,1 1 1,-1 0-1,0-1 1,0 1-1,1-1 1,-1 0-1,1 1 1,-1-1-1,1 0 1,-1 0-1,4 2 1,-1-2-74,1 1 0,-1-1 0,1 0 0,0 0 0,-1 0 0,1-1 0,0 0 1,0 0-1,0 0 0,6-1 0,54-14-3012,-19-7-3747,-22-2-3383</inkml:trace>
</inkml:ink>
</file>

<file path=ppt/ink/ink3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8"/>
    </inkml:context>
    <inkml:brush xml:id="br0">
      <inkml:brushProperty name="width" value="0.025" units="cm"/>
      <inkml:brushProperty name="height" value="0.025" units="cm"/>
    </inkml:brush>
  </inkml:definitions>
  <inkml:trace contextRef="#ctx0" brushRef="#br0">1 0 1672,'0'0'20861,"186"10"-20861,-129 6-1032,-18 0-2873,-13-3-4289</inkml:trace>
</inkml:ink>
</file>

<file path=ppt/ink/ink3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79"/>
    </inkml:context>
    <inkml:brush xml:id="br0">
      <inkml:brushProperty name="width" value="0.025" units="cm"/>
      <inkml:brushProperty name="height" value="0.025" units="cm"/>
    </inkml:brush>
  </inkml:definitions>
  <inkml:trace contextRef="#ctx0" brushRef="#br0">0 1 3025,'0'0'18306,"0"10"-16657,0 233 3255,0-158-6371,0 0-3723,3-85 1491,7 0 914,3-3-3700</inkml:trace>
</inkml:ink>
</file>

<file path=ppt/ink/ink3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80"/>
    </inkml:context>
    <inkml:brush xml:id="br0">
      <inkml:brushProperty name="width" value="0.025" units="cm"/>
      <inkml:brushProperty name="height" value="0.025" units="cm"/>
    </inkml:brush>
  </inkml:definitions>
  <inkml:trace contextRef="#ctx0" brushRef="#br0">33 103 2433,'0'0'13777,"3"1"-12437,22 4-810,0 0 0,1-2-1,-1-1 1,1-1 0,41-4-1,-33 1-470,45-5-22,-1-3 0,91-24 0,-80 15-75,-16 1-8,-48 11 41,-1 1 0,1 1 0,0 1 1,28-1-1,-52 5 209,-2 17 345,-1 0 0,0 0 1,-2 0-1,-6 19 0,5-19-348,1 0 0,0 0-1,1 0 1,0 23 0,2 40 446,4 0 0,26 150 1,-26-211-494,-11-22 199,-24-11-308,-4 8-106,-1 3 1,-39 1-1,-27-3-208,-205-5 174,240 10 89,44 0 29,0 1 0,1 1 0,-1 0 0,1 2 0,-1 1 0,2 1 1,-1 1-1,-21 10 0,43-16 650,26 8-401,-16-6-659,20 12-84,-24-6-3148,-3 3-3745</inkml:trace>
</inkml:ink>
</file>

<file path=ppt/ink/ink3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81"/>
    </inkml:context>
    <inkml:brush xml:id="br0">
      <inkml:brushProperty name="width" value="0.025" units="cm"/>
      <inkml:brushProperty name="height" value="0.025" units="cm"/>
    </inkml:brush>
  </inkml:definitions>
  <inkml:trace contextRef="#ctx0" brushRef="#br0">129 0 1712,'0'0'15740,"-1"0"-15537,-1 0 0,1 0 0,0 1 0,0-1 1,0 0-1,0 0 0,0 1 0,0-1 0,0 1 1,0-1-1,0 1 0,0-1 0,0 1 0,0-1 0,0 1 1,-1 1-1,-23 115 1985,23-110-1982,0 7 97,23-12-242,-18-2-43,20-2 36,-15 1-66,-1 0-1,1 1 1,0 0-1,0 0 0,0 1 1,0 0-1,7 1 1,-14 44 293,-1-44-262,0 0 0,0 0 1,-1 0-1,1 0 0,0 0 0,-1 0 0,0-1 0,1 1 1,-1 0-1,0 0 0,0 0 0,0-1 0,0 1 0,0 0 1,-1-1-1,1 1 0,0-1 0,-1 0 0,1 1 0,-1-1 1,0 0-1,1 0 0,-4 2 0,-50 16 453,14-5-190,36-12-260,-4 3 5,0-1-1,1 1 0,0 0 1,0 1-1,1-1 0,-1 2 1,-6 6-1,13-12-43,3-4-3491,27-25-3828,-15 17 1035</inkml:trace>
</inkml:ink>
</file>

<file path=ppt/ink/ink3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17.782"/>
    </inkml:context>
    <inkml:brush xml:id="br0">
      <inkml:brushProperty name="width" value="0.025" units="cm"/>
      <inkml:brushProperty name="height" value="0.025" units="cm"/>
    </inkml:brush>
  </inkml:definitions>
  <inkml:trace contextRef="#ctx0" brushRef="#br0">0 64 1744,'2'0'13315,"2"0"-9533,22-3-3244,20-6 156,-36 8-480,0-1 1,0 1-1,0-2 0,0 1 0,0-2 0,-1 1 1,1-1-1,-1-1 0,0 1 0,0-2 0,11-8 1,-18 12 121</inkml:trace>
</inkml:ink>
</file>

<file path=ppt/ink/ink3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24.030"/>
    </inkml:context>
    <inkml:brush xml:id="br0">
      <inkml:brushProperty name="width" value="0.025" units="cm"/>
      <inkml:brushProperty name="height" value="0.025" units="cm"/>
    </inkml:brush>
  </inkml:definitions>
  <inkml:trace contextRef="#ctx0" brushRef="#br0">0 87 6793,'0'0'9851,"32"-80"-8843,-25 77-600,-1 0 80,-6 19-2088,0 13-241,-19-7-3064,-7-3-5129</inkml:trace>
</inkml:ink>
</file>

<file path=ppt/ink/ink3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4.923"/>
    </inkml:context>
    <inkml:brush xml:id="br0">
      <inkml:brushProperty name="width" value="0.025" units="cm"/>
      <inkml:brushProperty name="height" value="0.025" units="cm"/>
    </inkml:brush>
  </inkml:definitions>
  <inkml:trace contextRef="#ctx0" brushRef="#br0">457 159 13291,'0'0'10867,"-8"-26"-9956,-32-77-297,39 101-597,0 0 1,0 0 0,0 1-1,0-1 1,-1 0-1,1 0 1,-1 1-1,1-1 1,-1 1-1,0-1 1,1 1 0,-1 0-1,0 0 1,0 0-1,0 0 1,0 0-1,0 0 1,0 0-1,0 1 1,0-1 0,-1 1-1,1-1 1,0 1-1,0 0 1,0 0-1,-1 0 1,1 0 0,0 0-1,0 1 1,0-1-1,-3 1 1,-5 1 37,7-2-48,0 0 0,0 1-1,0-1 1,0 1 0,1 0-1,-1 0 1,0 0-1,0 0 1,1 0 0,-1 1-1,1-1 1,-1 1 0,1 0-1,0-1 1,0 1 0,0 0-1,0 0 1,0 1 0,0-1-1,0 0 1,1 1 0,-1-1-1,1 1 1,0-1-1,-1 1 1,1 0 0,0 0-1,1-1 1,-1 1 0,0 0-1,1 0 1,0 3 0,-3 15-11,1 1 0,1-1 0,2 32 0,0-22 16,19 304-2120,-20-330 2093,-1-1 0,1 0-1,-1 1 1,0-1 0,0 0 0,0 1 0,0-1 0,-1 0-1,1 0 1,-1 0 0,0 0 0,-1 0 0,1 0 0,0-1 0,-1 1-1,0-1 1,0 0 0,0 1 0,-1-2 0,1 1 0,0 0-1,-1 0 1,0-1 0,0 0 0,0 0 0,0 0 0,0 0 0,0-1-1,0 0 1,-5 1 0,-15 4 61,-1-2 0,0 0 0,0-2 0,-32-1 0,9 0 103,45 0-41,13-2-260,159 3-2062,-165-1 2214,0 0-1,-1 0 1,1 0-1,-1 0 0,1 1 1,-1-1-1,0 1 1,1 0-1,-1 0 1,0 1-1,0-1 0,-1 0 1,1 1-1,0 0 1,-1 0-1,0-1 0,1 1 1,-1 1-1,0-1 1,-1 0-1,1 0 0,0 1 1,-1-1-1,0 1 1,0 0-1,0-1 1,0 6-1,2 4 85,-2 0 0,0 0 0,0-1 0,-2 1 0,1 0 0,-5 23 1,2-27 15,-1 1 0,0-1 1,-1 0-1,0 0 0,0 0 1,-1 0-1,0-1 0,0 0 1,-1-1-1,0 1 0,0-1 1,-14 9-1,-31 38 1407,51-53-1494,0 0 1,1 0-1,-1-1 1,0 1-1,1 0 1,-1 0-1,0 0 1,1 0-1,-1 0 1,1 0-1,0 0 1,-1 0-1,1 0 1,0 0-1,0 0 1,-1 0-1,1 0 1,0 0-1,0 0 1,0 0-1,0 1 1,1-1-1,-1 0 1,0 0-1,0 0 1,0 0-1,1 0 1,-1 0-1,1 0 1,-1 0-1,1 0 1,-1 0 0,1 0-1,0-1 1,-1 1-1,1 0 1,0 0-1,-1 0 1,1-1-1,0 1 1,0 0-1,0-1 1,0 1-1,0-1 1,0 1-1,2 0 1,5 2 32,0 0 1,0-1 0,1 1-1,14 1 1,-17-3-6,63 7-202,121 0 0,-189-8 118,-1 0 1,0 0 0,1 0-1,-1 1 1,0-1 0,0 0 0,1 0-1,-1 0 1,0 0 0,1 0-1,-1 0 1,0-1 0,1 1 0,-1 0-1,0 0 1,0 0 0,1 0-1,-1 0 1,0 0 0,1 0 0,-1-1-1,0 1 1,0 0 0,1 0 0,-1 0-1,0-1 1,0 1 0,0 0-1,1 0 1,-1 0 0,0-1 0,0 1-1,0 0 1,0-1 0,0 1-1,1 0 1,-1 0 0,0-1 0,0 1-1,0 0 1,0-1 0,0 1-1,0 0 1,0-1 0,0 1 0,0 0-1,0 0 1,0-1 0,0 1-1,0 0 1,0-1 0,-1 1 0,1 0-1,0 0 1,0-1 0,0 1-1,0 0 1,0-1 0,-1 1 0,1 0-1,0 0 1,0 0 0,0-1 0,-1 1-1,1 0 1,0 0 0,0 0-1,-1-1 1,-17-15-3048,-12 3-2217</inkml:trace>
</inkml:ink>
</file>

<file path=ppt/ink/ink3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2.129"/>
    </inkml:context>
    <inkml:brush xml:id="br0">
      <inkml:brushProperty name="width" value="0.025" units="cm"/>
      <inkml:brushProperty name="height" value="0.025" units="cm"/>
    </inkml:brush>
  </inkml:definitions>
  <inkml:trace contextRef="#ctx0" brushRef="#br0">302 14 5457,'0'0'10420,"10"-2"-8679,-1 0-1910,17-4 3216,-26 4-1243,-20 1-875,0 1-676,0 0 0,1 2 0,-1 0 1,1 2-1,-1 0 0,1 1 0,0 1 0,1 0 0,0 2 0,-24 13 1,40-21-269,0 1 1,0 0-1,1 0 1,-1 0 0,0 0-1,1 0 1,-1 1 0,1-1-1,0 0 1,-1 1 0,1-1-1,0 1 1,0-1-1,0 1 1,0 0 0,0 0-1,0-1 1,1 1 0,-1 0-1,0 0 1,1 0 0,-1 0-1,1-1 1,0 1-1,0 0 1,0 0 0,0 0-1,0 0 1,0 0 0,0 0-1,1 0 1,-1 0 0,1 0-1,0 2 1,2 0-43,-1 0 1,1 0-1,0 0 1,1 0-1,-1-1 0,1 1 1,-1-1-1,1 0 1,0 0-1,0 0 1,7 3-1,-2-1-42,10 5-68,0 0-1,-1 2 0,0 0 0,28 26 0,-43-35 163,1 0 0,-1 1 0,0-1-1,-1 0 1,1 1 0,-1 0 0,1 0 0,-1 0 0,0 0 0,0 0-1,-1 0 1,1 0 0,-1 0 0,0 1 0,0-1 0,-1 1 0,1-1-1,-1 0 1,0 1 0,0-1 0,0 1 0,-1-1 0,0 1-1,1-1 1,-2 0 0,1 1 0,0-1 0,-1 0 0,0 0 0,-2 4-1,-3 2 30,1 0-1,-2-1 0,1 0 1,-1-1-1,-1 1 0,0-1 1,-14 9-1,-78 47 418,60-39-310,29-18-177,10-6 11,0-1 0,-1 1 0,1 0 0,0 1 0,0-1 0,0 0 1,0 0-1,0 1 0,0 0 0,1-1 0,-1 1 0,0 0 0,1 0 0,-1-1 0,1 1 1,0 0-1,0 1 0,0-1 0,-1 2 0,42-1-1692,-34-3 1500,216 0-3521,-223 20 4804,-4-11-722,1 0 0,-1-1 0,-1 0 0,-9 11 0,-17 27 511,25-33-550,2 0 1,0 1 0,1 0-1,0 0 1,1 0-1,1 0 1,0 1-1,1-1 1,0 24-1,2-37-257,-1 1-1,0-1 1,1 0-1,-1 0 0,1 1 1,0-1-1,-1 0 1,1 0-1,0 0 1,0 1-1,-1-1 0,1 0 1,0 0-1,0 0 1,0 0-1,0-1 1,0 1-1,1 0 0,-1 0 1,0-1-1,0 1 1,1-1-1,-1 1 1,0-1-1,0 1 0,1-1 1,-1 0-1,0 1 1,1-1-1,-1 0 1,3 0-1,56 1 481,-45-2-441,8 1-528,-42 0-1923,-6 0-552,-11 0-3254</inkml:trace>
</inkml:ink>
</file>

<file path=ppt/ink/ink3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9.657"/>
    </inkml:context>
    <inkml:brush xml:id="br0">
      <inkml:brushProperty name="width" value="0.025" units="cm"/>
      <inkml:brushProperty name="height" value="0.025" units="cm"/>
    </inkml:brush>
  </inkml:definitions>
  <inkml:trace contextRef="#ctx0" brushRef="#br0">102 122 5025,'0'0'12615,"-7"0"-11408,-18 0-268,18 0-177,11-4 291,16-6-977,0 0 1,1 2 0,0 0 0,1 1 0,27-4 0,-12 1-56,-32 9-27,219-51-325,-242 57 407,0 1 0,1 1 0,0 0 0,0 2 0,1-1-1,0 2 1,0 0 0,1 1 0,0 1 0,1 0 0,1 1 0,-23 28 0,32-36-69,1 0 1,0 0-1,0 0 0,0 0 1,1 1-1,-1-1 0,1 1 1,1 0-1,-1 0 0,1 0 1,0 0-1,0 0 0,1 0 1,0 0-1,0 0 0,0 0 1,1 0-1,0 0 1,0 0-1,0 0 0,1-1 1,0 1-1,0 0 0,0-1 1,1 1-1,0-1 0,0 0 1,0 0-1,1 0 0,-1 0 1,1-1-1,0 1 0,1-1 1,-1 0-1,1 0 1,0-1-1,0 1 0,0-1 1,0 0-1,9 3 0,11 4-8,0-1 0,0-1 0,1-1 0,1-1-1,-1-2 1,1-1 0,-1 0 0,52-4 0,-77 1 22,-22 0 376,11 1-294,0-1 0,-1 1-1,1 1 1,0 0-1,0 0 1,1 1 0,-1 0-1,0 1 1,1 0 0,0 1-1,-15 9 1,18-10-47,1 0 0,-1 1 1,1 0-1,0-1 0,1 1 0,-1 1 1,1-1-1,0 1 0,0 0 0,1 0 1,0 0-1,0 0 0,0 0 1,1 1-1,-1-1 0,2 1 0,-1 0 1,0 9-1,0 111-16,3-73-26,-2-52 0,1 0 0,-1 1-1,1-1 1,-1 0-1,0 0 1,0 1-1,0-1 1,0 0-1,0 0 1,0 0 0,-1 0-1,1 0 1,-1-1-1,1 1 1,-1 0-1,0-1 1,0 1-1,1-1 1,-1 1-1,0-1 1,-1 0 0,1 0-1,0 0 1,0 0-1,0 0 1,0 0-1,-4 0 1,-6 2 181,0 0 0,0-1 0,-22 2-1,-150 2 962,105-5-7933</inkml:trace>
</inkml:ink>
</file>

<file path=ppt/ink/ink3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1.021"/>
    </inkml:context>
    <inkml:brush xml:id="br0">
      <inkml:brushProperty name="width" value="0.025" units="cm"/>
      <inkml:brushProperty name="height" value="0.025" units="cm"/>
    </inkml:brush>
  </inkml:definitions>
  <inkml:trace contextRef="#ctx0" brushRef="#br0">0 74 5513,'0'0'9079,"3"-25"-3988,6 20-5001,1 1 1,0 0-1,20-5 1,-17 5-76,10-4-5,-14 5-5,0 0 1,0 1 0,1 0-1,-1 0 1,0 0 0,1 2-1,12-1 1,-21 31 474,0-20-310,-1 0-1,-1 0 1,0 0-1,0 0 0,-1 0 1,0-1-1,-1 1 1,0 0-1,0-1 1,-1 1-1,-10 16 1,-1 1 19,5-11-80,0 0 0,2 1 0,-11 29 0,19-45-108,0 0 0,0 0 0,-1 0-1,1 0 1,0 0 0,0 0 0,0-1 0,0 1-1,0 0 1,0 0 0,1 0 0,-1 0 0,0 0-1,0 0 1,1 0 0,-1 0 0,0-1 0,1 1-1,-1 0 1,1 0 0,-1 0 0,1-1-1,0 1 1,-1 0 0,1-1 0,0 1 0,-1 0-1,1-1 1,0 1 0,0-1 0,-1 1 0,1-1-1,0 0 1,0 1 0,0-1 0,0 0 0,0 1-1,-1-1 1,1 0 0,0 0 0,0 0-1,1 0 1,51 1 14,-37-1-10,-4 0-2,54-4-202,-63 4 169,-1 0 0,1 0 0,-1-1 0,1 0 0,-1 1 1,0-1-1,0 0 0,1 0 0,-1 0 0,0 0 0,0 0 0,0-1 1,0 1-1,0-1 0,0 1 0,0-1 0,-1 0 0,1 0 0,0 1 0,-1-1 1,0 0-1,2-4 0,-3 6 35,0 0 0,0-1 0,0 1-1,0 0 1,0-1 0,0 1 0,0 0 0,0-1 0,0 1 0,0 0 0,0-1 0,0 1 0,-1 0 0,1 0-1,0-1 1,0 1 0,0 0 0,-1-1 0,1 1 0,0 0 0,0 0 0,-1 0 0,1-1 0,0 1 0,0 0-1,-1 0 1,1 0 0,0 0 0,-1-1 0,1 1 0,0 0 0,0 0 0,-1 0 0,1 0 0,0 0 0,-1 0-1,-23-3 119,-20 6 76,41-2-196,0 0 1,0 1-1,0-1 1,0 1 0,0 0-1,0 0 1,0 0-1,1 0 1,-1 1 0,1-1-1,-1 1 1,1-1-1,0 1 1,0 0 0,0 0-1,0 0 1,1 0-1,-1 0 1,1 0 0,0 1-1,0-1 1,0 0-1,-1 6 1,0 8 1,0 0 0,0 1 0,2 24 0,1-24 7,-1-8-6,0 0 0,1 0 0,1 0 0,0-1-1,0 1 1,1-1 0,0 1 0,1-1 0,0 0-1,6 10 1,-9-16 26,1 0-1,0 0 0,-1 1 1,0-1-1,0 0 1,0 0-1,0 1 0,0-1 1,-1 1-1,1-1 1,-1 1-1,0-1 0,-1 5 1,1-7 42,-1 1 0,1-1 0,-1 1 1,1-1-1,-1 0 0,0 1 0,0-1 0,0 0 1,0 0-1,0 0 0,0 1 0,0-1 0,0 0 1,0 0-1,0-1 0,-1 1 0,1 0 0,0 0 1,-1 0-1,1-1 0,-1 1 0,1-1 0,-1 1 1,1-1-1,-1 0 0,1 0 0,-1 1 0,-2-1 0,-50 2 1210,-14 3-886,68-5-462,-1 0 0,0 0-1,1 0 1,-1 1 0,1-1-1,-1 0 1,0 0 0,1 0-1,-1 1 1,1-1 0,-1 0-1,1 0 1,-1 1 0,1-1-1,-1 1 1,1-1 0,-1 0-1,1 1 1,0-1 0,-1 1-1,1-1 1,-1 1 0,1-1 0,0 1-1,0-1 1,-1 1 0,1 0-1,0-1 1,0 1 0,0-1-1,0 1 1,-1 0 0,1 0-1,1 0-346,-1 0-1,0 0 0,0 0 0,1 0 1,-1 0-1,1 0 0,-1 0 1,1 0-1,-1 0 0,1-1 0,-1 1 1,1 0-1,0 0 0,0-1 1,-1 1-1,1 0 0,0-1 0,0 1 1,0-1-1,1 2 0,16 5-11697</inkml:trace>
</inkml:ink>
</file>

<file path=ppt/ink/ink3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1.940"/>
    </inkml:context>
    <inkml:brush xml:id="br0">
      <inkml:brushProperty name="width" value="0.025" units="cm"/>
      <inkml:brushProperty name="height" value="0.025" units="cm"/>
    </inkml:brush>
  </inkml:definitions>
  <inkml:trace contextRef="#ctx0" brushRef="#br0">0 328 4385,'0'0'14416,"3"-6"-13653,4-3-606,1 1 0,0-1 0,1 2 0,-1-1 0,1 1 0,1 0 0,-1 1 0,14-7 0,-13 8-134,0-1 0,0 0 1,-1 0-1,0-1 1,-1 0-1,1 0 1,-1-1-1,-1 0 1,1 0-1,-1-1 0,7-12 1,-13 19-4,0 1 0,-1 0 0,1-1 0,0 1-1,-1 0 1,1-1 0,-1 1 0,0-1 0,1 1 0,-1-1 0,0 1 0,0-1 0,0 1 0,0-1 0,0 1-1,-1-1 1,1 1 0,0-1 0,-1 1 0,1-1 0,-1 1 0,1 0 0,-1-1 0,1 1 0,-1 0 0,0-1 0,0 1-1,0 0 1,0 0 0,0 0 0,0 0 0,0 0 0,0 0 0,0 0 0,-1 0 0,1 0 0,0 0 0,-1 1 0,1-1-1,0 0 1,-1 1 0,1-1 0,-2 1 0,2 0-5,3 1-21,1 1 2,-1-1 0,1 0 0,-1 0-1,1 0 1,0 0 0,-1 0 0,1-1 0,4 1-1,9 3 2,-8-1 0,0 0-1,-1 1 1,1 0-1,-1 0 1,0 1 0,0-1-1,0 2 1,0-1 0,-1 1-1,7 8 1,-11-12 1,0 1 0,0-1 1,0 1-1,0 0 0,0 0 1,-1 0-1,1 0 0,-1 0 1,0 0-1,0 0 0,0 1 0,0-1 1,-1 0-1,1 0 0,-1 1 1,0-1-1,0 1 0,0-1 1,0 0-1,-1 1 0,1-1 1,-1 0-1,0 0 0,0 1 0,0-1 1,0 0-1,-1 0 0,1 0 1,-3 4-1,-1-2 7,1-1 1,-1 1-1,0-1 1,0 0-1,0 0 0,0 0 1,-1-1-1,0 1 1,0-2-1,-8 4 0,-25 16 72,37-21-78,18-2-35,1-2 0,-1 0 0,0 0 0,0-1 0,0-2 0,-1 1 0,25-13 0,1 0-126,-1 2 6,-2-2-1,0-1 0,-1-2 1,-1-1-1,54-44 0,-87 63 170,0 1 0,0 0 0,-1-1 0,1 1 0,-1-1 0,0 0 1,1 0-1,-1 0 0,-1 0 0,1 0 0,0-1 0,-1 1 0,0 0 0,0-1 0,0 1 0,0-1 0,0 1 0,-1-1 0,1 0 0,-1 1 0,0-1 0,0 0 0,-1-6 1,0 9 15,0-1 1,0 1 0,0 0-1,0 0 1,0 0 0,0 0-1,0 0 1,0 0 0,0 0 0,0 0-1,-1 0 1,1 0 0,0 1-1,-1-1 1,1 0 0,0 1 0,-1-1-1,1 1 1,-1 0 0,1-1-1,-3 1 1,-37-5 166,35 5-127,-6-1-15,-1-1 158,0 1 0,1 1-1,-1 0 1,0 0-1,-17 4 1,27-3-171,0 0 0,1-1 0,-1 1 0,0 1 0,0-1 0,1 0 0,-1 1 0,1-1 0,0 1 0,-1 0 0,1-1 1,0 1-1,0 0 0,0 0 0,0 1 0,0-1 0,1 0 0,-1 1 0,1-1 0,-1 1 0,1 0 0,0-1 0,0 1 0,0 0 0,0-1 0,1 1 0,-1 0 0,1 0 1,-1 3-1,1 0-32,-1-1 1,1 1 0,0 0 0,1-1 0,-1 1 0,1-1-1,1 1 1,-1-1 0,0 1 0,1-1 0,0 0 0,1 0 0,-1 1-1,1-2 1,6 10 0,-4-8-74,1 0-1,0-1 1,0 1 0,0-1-1,1 0 1,-1-1 0,1 1-1,1-1 1,-1-1-1,0 1 1,9 1 0,7 2-1011,0-1-1,0-2 1,37 3 0,-1-5-4041</inkml:trace>
</inkml:ink>
</file>

<file path=ppt/ink/ink3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2.171"/>
    </inkml:context>
    <inkml:brush xml:id="br0">
      <inkml:brushProperty name="width" value="0.025" units="cm"/>
      <inkml:brushProperty name="height" value="0.025" units="cm"/>
    </inkml:brush>
  </inkml:definitions>
  <inkml:trace contextRef="#ctx0" brushRef="#br0">232 0 15987,'0'0'8570,"-90"199"-6425,70-119-729,8 1-456,5-8-552,1-5-328,-1-14-80,7-9-288,-6-16-656,0-10-784,-20-19-1193,0 0-2416,1-3-4001</inkml:trace>
</inkml:ink>
</file>

<file path=ppt/ink/ink3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2.656"/>
    </inkml:context>
    <inkml:brush xml:id="br0">
      <inkml:brushProperty name="width" value="0.025" units="cm"/>
      <inkml:brushProperty name="height" value="0.025" units="cm"/>
    </inkml:brush>
  </inkml:definitions>
  <inkml:trace contextRef="#ctx0" brushRef="#br0">1 19 12459,'0'0'8642,"30"0"-6754,227 0 1242,-205 2-2841,-37-1-253,1 0-1,0 0 0,-1-2 1,1 0-1,0 0 0,-1-2 1,1 0-1,-1-1 0,18-6 1,-32 9 984,-1 24-915,0-18-101,1-1 0,-1 1 0,1-1-1,0 1 1,1-1 0,-1 1-1,1-1 1,0 0 0,0 0 0,0 1-1,0-1 1,1-1 0,0 1 0,-1 0-1,2-1 1,-1 1 0,0-1 0,1 0-1,-1 0 1,1-1 0,0 1 0,0-1-1,5 3 1,1 0 19,0 0 0,0-1 0,1-1 0,0 1 0,-1-2 0,1 0 0,0 0 0,0-1 0,12 1 0,-21-3-11,0 0-1,0 1 1,0-1 0,-1 0-1,1 0 1,0 0-1,0 0 1,0 0-1,-1-1 1,1 1-1,0 0 1,-1-1-1,0 1 1,1-1-1,-1 0 1,0 1 0,0-1-1,0 0 1,2-3-1,4-5-279,-1 12-1023,-6-1 1085,1 0 0,0 0 0,0 0 0,0 0 0,0 0 1,0 0-1,0 0 0,0-1 0,0 1 0,0 0 0,0 0 0,0-1 0,0 1 0,1-1 0,-1 1 0,0-1 0,0 1 1,1-1-1,-1 0 0,2 1 0,29 1-2217,-26-2 1475,33 0-5369,0 0-4238</inkml:trace>
</inkml:ink>
</file>

<file path=ppt/ink/ink3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2.936"/>
    </inkml:context>
    <inkml:brush xml:id="br0">
      <inkml:brushProperty name="width" value="0.025" units="cm"/>
      <inkml:brushProperty name="height" value="0.025" units="cm"/>
    </inkml:brush>
  </inkml:definitions>
  <inkml:trace contextRef="#ctx0" brushRef="#br0">0 260 7042,'0'0'20533,"0"19"-19637,2 57-399,3-48-174,-5-28-317,0 0 0,0 0 0,0 0 0,0 0 0,0 0 0,0 0 0,0 0 0,0 0 0,0 0 0,0 0 0,0-1 0,0 1 0,0 0 0,0 0 0,0 0 0,0 0 0,0 0 0,1 0 0,-1 0 0,0 0 0,0 0 0,0 0 0,0 0 0,0 0 0,0 0 0,0 0 0,0 0 0,0 0 0,0 0 0,1 0 0,-1 0 0,0 0 0,0 0 0,0 0 0,0 0 0,0 0 0,0 0 0,0 0 0,0 0 0,0 0 0,0 0 0,1 0 0,-1 0 0,0 0 0,0 0 0,0 0 0,0 0 0,0 0 0,0 0 0,3-33 153,-3-26-270,-2-4-544,4 0 1,12-80-1,-14 142 554,0 0 0,0 0 0,1 0 0,-1 0 0,0 0 0,1 0 0,-1 0 0,1 1 0,-1-1 0,1 0 0,0 0 0,-1 0 0,1 1 0,0-1 0,-1 0 0,1 1 0,0-1 0,0 0 0,-1 1 0,1-1 0,0 1 0,0 0 0,0-1 0,0 1 0,0 0 0,1-1 0,17-1-4796,-6 2-823</inkml:trace>
</inkml:ink>
</file>

<file path=ppt/ink/ink3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3.289"/>
    </inkml:context>
    <inkml:brush xml:id="br0">
      <inkml:brushProperty name="width" value="0.025" units="cm"/>
      <inkml:brushProperty name="height" value="0.025" units="cm"/>
    </inkml:brush>
  </inkml:definitions>
  <inkml:trace contextRef="#ctx0" brushRef="#br0">1 1 11426,'0'0'16749,"15"18"-15871,45 56-435,-59-72-444,0-1 0,0 1 0,0 0 0,0-1 0,0 1-1,1-1 1,-1 1 0,1-1 0,-1 1 0,1-1 0,0 0 0,-1 0 0,1 0 0,0 0 0,0 0 0,0 0 0,0-1 0,-1 1 0,1-1 0,0 1 0,0-1 0,0 0 0,0 1 0,4-1 0,-4-1-59,0 0-1,0 0 1,1 0 0,-1-1-1,0 1 1,0 0 0,0-1-1,0 0 1,-1 1 0,1-1-1,0 0 1,1-2 0,6-5-119,21-12-444,-23 15 574,0 0 0,1 1 1,0 0-1,0 0 0,0 1 0,0 0 0,1 0 0,17-5 1,-24 9 462,11 9 849,-3 16-891,-8-20-429,-1 0-1,1-1 1,0 1 0,0-1-1,0 1 1,0-1 0,1 0-1,0 0 1,0 0 0,0 0-1,0 0 1,1-1 0,0 1-1,-1-1 1,1 0 0,0 0-1,6 3 1,36 6-2757,-11-8-1932,9-3-4073</inkml:trace>
</inkml:ink>
</file>

<file path=ppt/ink/ink3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3.650"/>
    </inkml:context>
    <inkml:brush xml:id="br0">
      <inkml:brushProperty name="width" value="0.025" units="cm"/>
      <inkml:brushProperty name="height" value="0.025" units="cm"/>
    </inkml:brush>
  </inkml:definitions>
  <inkml:trace contextRef="#ctx0" brushRef="#br0">1 81 11058,'0'0'12099,"218"-38"-12091,-160 31-8,6 1-192,13-7-1168,-13 10-2473,-6-10-2913</inkml:trace>
</inkml:ink>
</file>

<file path=ppt/ink/ink3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3.911"/>
    </inkml:context>
    <inkml:brush xml:id="br0">
      <inkml:brushProperty name="width" value="0.025" units="cm"/>
      <inkml:brushProperty name="height" value="0.025" units="cm"/>
    </inkml:brush>
  </inkml:definitions>
  <inkml:trace contextRef="#ctx0" brushRef="#br0">135 0 6345,'0'0'18972,"-77"158"-17211,65-107-1073,-8 4-488,14-7-200,-7 19-768,7-12-1841,6-14-4152</inkml:trace>
</inkml:ink>
</file>

<file path=ppt/ink/ink3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4.797"/>
    </inkml:context>
    <inkml:brush xml:id="br0">
      <inkml:brushProperty name="width" value="0.025" units="cm"/>
      <inkml:brushProperty name="height" value="0.025" units="cm"/>
    </inkml:brush>
  </inkml:definitions>
  <inkml:trace contextRef="#ctx0" brushRef="#br0">1 0 15715,'0'0'13491,"13"49"-13755,-13-24-1008,0 14-1617,0-7-3664,0-3-5666</inkml:trace>
</inkml:ink>
</file>

<file path=ppt/ink/ink3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4.966"/>
    </inkml:context>
    <inkml:brush xml:id="br0">
      <inkml:brushProperty name="width" value="0.025" units="cm"/>
      <inkml:brushProperty name="height" value="0.025" units="cm"/>
    </inkml:brush>
  </inkml:definitions>
  <inkml:trace contextRef="#ctx0" brushRef="#br0">726 1 12995,'0'0'7249,"-167"122"-4304,90-65-248,-6-2-1233,6 3-888,6-4-576,13-2-24,-19 15-1488,20-9-2537,-1-4-4337</inkml:trace>
</inkml:ink>
</file>

<file path=ppt/ink/ink3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7.664"/>
    </inkml:context>
    <inkml:brush xml:id="br0">
      <inkml:brushProperty name="width" value="0.025" units="cm"/>
      <inkml:brushProperty name="height" value="0.025" units="cm"/>
    </inkml:brush>
  </inkml:definitions>
  <inkml:trace contextRef="#ctx0" brushRef="#br0">116 183 4097,'0'0'13645,"0"13"-12190,1 64 795,-5 170 479,1-207-2700,-2 0 1,-2-1 0,-1 1-1,-17 46 1,25-85-38,-19 40-107,19-40 44,-1 1 0,0-1 0,0 1 0,0-1-1,0 0 1,-1 1 0,1-1 0,0 0 0,-1 0 0,1 0-1,0 0 1,-1 0 0,1 0 0,-1-1 0,1 1 0,-1 0-1,0-1 1,1 1 0,-1-1 0,0 1 0,-2-1-1,2-4-68,0 0-1,0 0 0,1 0 1,0 0-1,0 0 0,0-1 0,0 1 1,1 0-1,-1-1 0,1-7 0,0 7 64,-1-33-85,1 0 1,2 0 0,2 0-1,2 0 1,1 1 0,2-1-1,1 2 1,2-1 0,1 2-1,2 0 1,2 0-1,1 2 1,2 0 0,1 1-1,1 1 1,1 1 0,46-45-1,3 16 208,-66 55 97,1 0-1,0 0 1,0 0-1,0 1 1,0 0-1,0 1 1,1-1-1,-1 1 1,11-1-1,-16 3-54,0 0-1,-1 1 1,1-1-1,0 0 1,-1 1 0,1-1-1,-1 1 1,1 0-1,-1-1 1,1 1-1,-1 0 1,1 0-1,-1 0 1,0 0 0,0 0-1,1 0 1,-1 0-1,0 1 1,0-1-1,0 0 1,0 1-1,0-1 1,-1 1 0,1-1-1,0 1 1,-1-1-1,1 1 1,-1-1-1,1 1 1,-1 0-1,0-1 1,1 1 0,-1 2-1,4 63 733,-4-58-643,2 29 200,-1-26-304,0-1-1,0 0 1,-1 1-1,-1-1 1,0 0-1,-3 13 1,3-22-65,0-1-1,0 0 1,0 0 0,0 0 0,0 0 0,0 0 0,0 0 0,0-1 0,-1 1 0,1 0 0,0-1 0,-1 1 0,1 0 0,0-1 0,-1 0 0,1 1 0,-1-1 0,1 0 0,0 0-1,-1 1 1,1-1 0,-2-1 0,-45 2 130,32-2-162,15 1-282,1-1 94,-1-1 0,1 1 1,0-1-1,0 1 0,1-1 0,-1 1 0,0-1 0,0 1 0,1-1 0,-1 1 1,1-1-1,0 1 0,-1 0 0,1-1 0,0 1 0,0 0 0,-1-1 0,1 1 1,0 0-1,0 0 0,1 0 0,-1 0 0,2-1 0,21-13-3454,45-19 1,-67 33 3445,48-22-4632</inkml:trace>
</inkml:ink>
</file>

<file path=ppt/ink/ink3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8.036"/>
    </inkml:context>
    <inkml:brush xml:id="br0">
      <inkml:brushProperty name="width" value="0.025" units="cm"/>
      <inkml:brushProperty name="height" value="0.025" units="cm"/>
    </inkml:brush>
  </inkml:definitions>
  <inkml:trace contextRef="#ctx0" brushRef="#br0">1 2 2681,'0'0'15262,"0"0"-15154,1 0 0,-1 0 1,1-1-1,0 1 0,-1 0 1,1 0-1,-1 0 1,1 0-1,0 0 0,-1-1 1,1 1-1,-1 0 0,1 1 1,0-1-1,-1 0 1,1 0-1,0 0 0,-1 0 1,1 0-1,-1 1 1,1-1-1,-1 0 0,1 0 1,0 1-1,0-1 0,0 6 200,1 0 0,-1 0-1,0 0 1,0 0 0,-1 1-1,0-1 1,0 0 0,0 0-1,-2 7 1,1 9 116,1-20-412,-1 1-1,1 0 0,0-1 1,1 1-1,-1-1 1,0 1-1,1-1 1,-1 1-1,1-1 0,0 1 1,0-1-1,0 1 1,0-1-1,0 0 1,1 1-1,-1-1 0,1 0 1,-1 0-1,1 0 1,0 0-1,-1 0 1,1-1-1,0 1 0,1-1 1,-1 1-1,4 1 1,0-1-48,0 0 1,0-1-1,1 0 1,-1 0-1,1-1 1,-1 1 0,1-1-1,-1-1 1,0 1-1,9-3 1,-4 0-69,-1 0 1,1 0 0,-1-2-1,0 1 1,-1-1 0,1 0-1,-1-1 1,0 0 0,0-1-1,-1 0 1,1 0 0,-2-1-1,1 0 1,-1 0 0,7-11-1,-15 21 125,1 0 0,0 0 0,-1 0 0,1 0 0,0 0 0,0 0 1,0 0-1,0 0 0,0 0 0,1 0 0,-1 0 0,0 0 0,1 0 0,0-1 0,-1 1 0,1 0 0,0 0 0,0 0 0,0-1 0,0 1 0,0 0 0,1-1 0,-1 1 0,0-1 1,1 0-1,-1 1 0,1-1 0,-1 0 0,1 0 0,0 0 0,-1 0 0,5 1 0,-2-1-592,1 0-1,0-1 1,-1 0-1,1 0 1,0 0 0,-1 0-1,1-1 1,0 0-1,-1 0 1,1 0-1,-1-1 1,0 1 0,1-1-1,6-4 1,15-15-5565</inkml:trace>
</inkml:ink>
</file>

<file path=ppt/ink/ink3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8.409"/>
    </inkml:context>
    <inkml:brush xml:id="br0">
      <inkml:brushProperty name="width" value="0.025" units="cm"/>
      <inkml:brushProperty name="height" value="0.025" units="cm"/>
    </inkml:brush>
  </inkml:definitions>
  <inkml:trace contextRef="#ctx0" brushRef="#br0">140 1 10362,'0'0'8503,"-16"24"-5710,-53 84-363,61-91-2112,-1 1 0,2-1 0,0 1 0,2 0 0,0 1 0,0-1 0,2 1 0,1 0 1,0 0-1,1 0 0,1 0 0,3 26 0,-2 9-102,-1-54-218,0 1-1,0-1 0,0 0 0,0 0 1,0 0-1,0 0 0,0 1 1,0-1-1,1 0 0,-1 0 0,0 0 1,0 1-1,0-1 0,0 0 0,0 0 1,0 0-1,0 0 0,1 0 1,-1 1-1,0-1 0,0 0 0,0 0 1,0 0-1,0 0 0,1 0 0,-1 0 1,0 0-1,0 0 0,0 1 0,1-1 1,-1 0-1,0 0 0,0 0 1,0 0-1,1 0 0,-1 0 0,0 0 1,0 0-1,0 0 0,1 0 0,-1 0 1,0 0-1,0 0 0,0-1 1,0 1-1,1 0 0,-1 0 0,0 0 1,0 0-1,0 0 0,0 0 0,1 0 1,-1 0-1,0-1 0,0 1 1,0 0-1,0 0 0,0 0 0,1-1 1,0 1-21,40-23-220,-30 16 85,0 1-1,1-1 1,0 2-1,0-1 1,0 2 0,1 0-1,-1 0 1,1 1-1,25-3 1,-37 7 156,0-1 0,0 0 0,0 1 0,-1-1 0,1 1 0,0-1-1,0 1 1,0-1 0,-1 1 0,1 0 0,0-1 0,0 1 0,-1 0 0,1 0 0,-1-1 0,1 1 0,-1 0 0,1 0 0,-1 0 0,1 0 0,-1 0 0,0-1 0,1 1 0,-1 0 0,0 0 0,0 0 0,0 0 0,0 0 0,0 0 0,0 0 0,0 2 0,0 39 27,-1-30-15,1-8 18,0 0-1,0 1 1,-1-1-1,1 1 1,-1-1-1,0 1 0,0-1 1,-1 0-1,1 0 1,-1 0-1,0 0 1,-2 5-1,2-7-54,0 0-1,0 0 1,0 0-1,0-1 1,0 1 0,0 0-1,-1-1 1,1 1-1,0-1 1,-1 0 0,1 0-1,-1 0 1,0 0-1,1 0 1,-1 0 0,0-1-1,1 1 1,-1-1-1,0 0 1,-5 0 0,8 0-115,-1 0 0,0 0 0,1 0 1,-1 0-1,0-1 0,1 1 1,-1 0-1,1 0 0,-1-1 0,0 1 1,1 0-1,-1-1 0,1 1 0,-1-1 1,1 1-1,-1 0 0,1-1 1,-1 1-1,1-1 0,-1 1 0,1-1 1,0 0-1,-1 1 0,1-1 0,0 1 1,0-1-1,-1 0 0,1 1 1,0-1-1,0 0 0,0 1 0,0-1 1,0 0-1,0 1 0,0-1 0,0 0 1,0 1-1,0-1 0,0 0 1,0 1-1,0-1 0,1 0 0,-1 0 1,0-6-1016,0-15-4825</inkml:trace>
</inkml:ink>
</file>

<file path=ppt/ink/ink3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8.628"/>
    </inkml:context>
    <inkml:brush xml:id="br0">
      <inkml:brushProperty name="width" value="0.025" units="cm"/>
      <inkml:brushProperty name="height" value="0.025" units="cm"/>
    </inkml:brush>
  </inkml:definitions>
  <inkml:trace contextRef="#ctx0" brushRef="#br0">116 1 14419,'0'0'9018,"-103"192"-6722,90-131-1159,13-3-473,0-7-256,0-6-232,0-13-112,0-3-64,0-13-288,0-3-792,13-13-5530,0 0-119</inkml:trace>
</inkml:ink>
</file>

<file path=ppt/ink/ink3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8.816"/>
    </inkml:context>
    <inkml:brush xml:id="br0">
      <inkml:brushProperty name="width" value="0.025" units="cm"/>
      <inkml:brushProperty name="height" value="0.025" units="cm"/>
    </inkml:brush>
  </inkml:definitions>
  <inkml:trace contextRef="#ctx0" brushRef="#br0">1 0 11322,'0'0'15932,"0"84"-15884,0-81-48,6-13-3809,1-15-1080,-1-11-2569</inkml:trace>
</inkml:ink>
</file>

<file path=ppt/ink/ink3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8.954"/>
    </inkml:context>
    <inkml:brush xml:id="br0">
      <inkml:brushProperty name="width" value="0.025" units="cm"/>
      <inkml:brushProperty name="height" value="0.025" units="cm"/>
    </inkml:brush>
  </inkml:definitions>
  <inkml:trace contextRef="#ctx0" brushRef="#br0">27 0 5817,'0'0'18468,"-26"93"-18636,26-67-968,13 9-1273,12-9-2192,1-3-3528</inkml:trace>
</inkml:ink>
</file>

<file path=ppt/ink/ink3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9.182"/>
    </inkml:context>
    <inkml:brush xml:id="br0">
      <inkml:brushProperty name="width" value="0.025" units="cm"/>
      <inkml:brushProperty name="height" value="0.025" units="cm"/>
    </inkml:brush>
  </inkml:definitions>
  <inkml:trace contextRef="#ctx0" brushRef="#br0">135 1 11082,'0'0'17028,"-135"128"-16868,135-115-104,0 0-8,20-4-48,5-2-336,-6-1-488,26-3-841,-6-3-2127,-7 0-3178</inkml:trace>
</inkml:ink>
</file>

<file path=ppt/ink/ink3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8.364"/>
    </inkml:context>
    <inkml:brush xml:id="br0">
      <inkml:brushProperty name="width" value="0.025" units="cm"/>
      <inkml:brushProperty name="height" value="0.025" units="cm"/>
    </inkml:brush>
  </inkml:definitions>
  <inkml:trace contextRef="#ctx0" brushRef="#br0">1 193 1592,'0'0'15756,"25"-23"-14223,86-74-226,-102 90-1108,0 1-1,0 0 1,0 0 0,1 1-1,0 0 1,0 1-1,0 0 1,0 0-1,1 1 1,-1 1 0,1 0-1,13-1 1,11-3 427,-6 2 85,0 1 1,48 1 0,-76 2-698,0 0 1,0 0 0,0 1-1,0-1 1,0 1-1,0-1 1,0 1 0,0-1-1,0 1 1,0 0-1,0-1 1,-1 1 0,1 0-1,0 0 1,0 0-1,-1-1 1,1 1 0,0 0-1,-1 0 1,1 0-1,-1 0 1,1 0 0,-1 0-1,0 0 1,1 0-1,-1 1 1,0-1 0,0 0-1,0 0 1,0 0-1,0 0 1,0 2 0,1 47 315,-2-35-221,-4 67 172,2-63-271,1 0 0,1 0 0,1 0 0,0 0 0,2 0 0,0 0 0,7 27-1,-6-40-8,0 0 0,0 0 0,1 0 0,0 0-1,0-1 1,0 1 0,1-1 0,0 0 0,0 0 0,0-1-1,1 0 1,-1 0 0,1 0 0,0 0 0,0-1-1,0 0 1,1 0 0,-1-1 0,1 0 0,-1 0 0,11 2-1,4-1-106,-1 0 0,1-1-1,0-1 1,0-1 0,40-5-1,-48 3-29,-1-2 1,1 1-1,0-1 0,-1-1 0,0 0 1,0-1-1,12-8 0,3-4-812,44-36-1,-68 51 901,-2 3 33,0-1 0,1 0-1,-1 0 1,0 0 0,0 0-1,0 0 1,0-1 0,0 1-1,0 0 1,0 0 0,0-1 0,0 1-1,0-1 1,-1 1 0,1-1-1,-1 1 1,1-1 0,0-1-1,-1 1 158,-4 2 195,1 0-301,0 1 1,0 0-1,0 1 0,0-1 1,0 1-1,0-1 0,0 1 0,0 0 1,1 0-1,-1 0 0,1 0 1,-1 0-1,1 1 0,0-1 1,0 1-1,0 0 0,0-1 1,0 1-1,-2 6 0,-2 2 91,0 0 0,1 1 0,0-1 0,-4 20 1,5-9-88,0 0 0,2 1 0,1-1 0,1 0 0,0 1 0,2-1 0,0 0 0,2 1 1,11 38-1,7 3-44,57 114 0,-56-130 16,-19-38 0,0-4 7,0 2 0,0-1 0,-1 0-1,0 1 1,0 0 0,-1-1 0,0 1-1,0 0 1,-1 0 0,0 0 0,-1 1-1,0 13 1,-1-19 35,0-1-1,0 0 1,0 0-1,-1 0 1,1 0 0,-1 0-1,1-1 1,-1 1-1,1 0 1,-1-1 0,0 1-1,0-1 1,0 1-1,0-1 1,0 0 0,0 0-1,0 0 1,-1 0-1,1 0 1,0 0 0,0-1-1,-1 1 1,1-1-1,-3 1 1,-67 3 815,57-4-641,-46 2 414,-195-3 977,215-2-1566,0-1 0,1-3 0,-1-1 1,-46-16-1,83 23-108,0 0 0,0 0 0,0-1 0,0 0 0,0 0 0,0 0 0,0-1-1,1 1 1,-1-1 0,1 0 0,-1 0 0,1 0 0,0 0 0,0 0 0,1-1 0,-1 1 0,1-1 0,-3-4 0,3 1-407,1 0 0,-1 0 0,1 0 1,0 0-1,1-1 0,-1 1 0,2 0 0,-1 0 0,1 0 0,0-1 1,2-6-1,13-44-5562</inkml:trace>
</inkml:ink>
</file>

<file path=ppt/ink/ink3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0.068"/>
    </inkml:context>
    <inkml:brush xml:id="br0">
      <inkml:brushProperty name="width" value="0.025" units="cm"/>
      <inkml:brushProperty name="height" value="0.025" units="cm"/>
    </inkml:brush>
  </inkml:definitions>
  <inkml:trace contextRef="#ctx0" brushRef="#br0">0 145 10282,'0'0'13787,"4"-5"-13051,5-7-535,0 1 0,2 1-1,-1 0 1,1 0 0,22-14-1,-1 3-101,40-20-1,-70 40-65,-12 14 71,1-2-98,1 1 1,1 0-1,-1 0 1,2 0-1,0 1 0,0 0 1,1 0-1,-4 19 0,3-7-56,2 1 0,1 0 0,0 45 0,3-69-60,0 0 0,0-1-1,0 1 1,1 0 0,-1 0-1,1 0 1,-1 0 0,1 0-1,0 0 1,0-1 0,-1 1-1,1 0 1,1-1 0,-1 1 0,0 0-1,0-1 1,0 0 0,1 1-1,-1-1 1,1 0 0,-1 1-1,1-1 1,-1 0 0,1 0-1,0 0 1,0-1 0,-1 1-1,1 0 1,3 0 0,-1 0-557,-1 0 1,1-1-1,-1 1 0,1-1 1,-1 0-1,1 0 1,-1 0-1,1-1 0,6 0 1,9-7-4965</inkml:trace>
</inkml:ink>
</file>

<file path=ppt/ink/ink3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0.251"/>
    </inkml:context>
    <inkml:brush xml:id="br0">
      <inkml:brushProperty name="width" value="0.025" units="cm"/>
      <inkml:brushProperty name="height" value="0.025" units="cm"/>
    </inkml:brush>
  </inkml:definitions>
  <inkml:trace contextRef="#ctx0" brushRef="#br0">20 0 12939,'0'0'10514,"-20"32"-10658,20-13-992,0 4-1369,20-4-3168,-1-9-6346</inkml:trace>
</inkml:ink>
</file>

<file path=ppt/ink/ink3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0.671"/>
    </inkml:context>
    <inkml:brush xml:id="br0">
      <inkml:brushProperty name="width" value="0.025" units="cm"/>
      <inkml:brushProperty name="height" value="0.025" units="cm"/>
    </inkml:brush>
  </inkml:definitions>
  <inkml:trace contextRef="#ctx0" brushRef="#br0">497 1 11330,'0'0'13982,"-32"24"-12632,-106 80-407,98-76-484,-47 25 1,19-13-136,36-20-236,24-16-85,-1 0-1,1 1 1,0 1 0,0-1-1,0 1 1,1 1-1,0-1 1,0 1 0,1 1-1,0-1 1,-7 11 0,13-17-11,-1 0 1,1-1 0,-1 1-1,1 0 1,-1 0 0,1 0-1,0 0 1,-1 0 0,1 0-1,0 0 1,0 0 0,0 0-1,0 0 1,0 0 0,0 0-1,0 0 1,0 0 0,0 0-1,0 0 1,1 0 0,-1 0-1,0 0 1,1 0 0,-1 0-1,0 0 1,1 0 0,-1-1-1,1 1 1,0 0 0,-1 0-1,1 0 1,0-1 0,-1 1-1,1 0 1,0-1 0,0 1-1,0-1 1,0 1 0,-1-1-1,1 1 1,0-1 0,0 0 0,2 1-1,4 1-32,0-1 0,0 0 0,0 0 0,0 0 0,8-2 0,-3 2 22,269 0-800,-148-2 583,-132 1 205,-1 0-1,1 0 1,-1 0 0,1 0-1,0 0 1,-1 0 0,1 0-1,-1 0 1,1 0 0,-1 0-1,1 0 1,0-1 0,-1 1-1,1 0 1,-1 0 0,1-1 0,-1 1-1,1 0 1,-1-1 0,1 1-1,-1-1 1,1 1 0,-1 0-1,0-1 1,1 0 0,0-14-5681,-1 7 997,0 2-3325</inkml:trace>
</inkml:ink>
</file>

<file path=ppt/ink/ink3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1.367"/>
    </inkml:context>
    <inkml:brush xml:id="br0">
      <inkml:brushProperty name="width" value="0.025" units="cm"/>
      <inkml:brushProperty name="height" value="0.025" units="cm"/>
    </inkml:brush>
  </inkml:definitions>
  <inkml:trace contextRef="#ctx0" brushRef="#br0">0 55 1408,'0'0'5600,"0"-31"860,2 23 1267,13 8-6846,-7 0-443,0-1-1,-1 2 1,1-1-1,0 1 1,-1 0-1,9 3 1,-13-3-355,0 1 0,0-1 0,-1 1 0,1 0 0,0 0 0,0 0 0,-1 0 0,1 0 0,-1 1 0,0-1 0,0 1 0,0-1 0,0 1 0,0 0 1,-1 0-1,1 0 0,1 4 0,2 8 96,-1-1 1,0 1 0,-1 0-1,-1 0 1,0 0-1,-1 0 1,-1 0 0,-1 17-1,0 0-135,0-31-42,0 0 1,0-1-1,0 1 1,-1 0-1,1 0 0,0-1 1,-1 1-1,1-1 1,-1 1-1,1-1 0,-1 1 1,1-1-1,-1 0 1,1 0-1,-1 0 0,1 0 1,-1 0-1,1 0 1,-1 0-1,1-1 0,-1 1 1,1 0-1,0-1 1,-1 1-1,1-1 0,-1 1 1,1-1-1,0 0 1,-2-1-1,1-3-11,2 1 0,-1-1 0,0 1 0,1-1 0,0 1 0,0-1 0,0 0-1,1 1 1,-1-1 0,1 1 0,0-1 0,1 1 0,-1-1 0,1 1 0,2-6 0,1 1-30,1 1 0,0-1 0,0 1 0,0 0 0,1 1 0,13-12 0,0 2-37,1 2-1,1 0 1,0 2-1,38-18 1,-54 28 90,0 1-1,0 0 1,0 0-1,0 1 1,0-1 0,1 1-1,-1 1 1,8-1 0,-12 2 33,-1 0 0,0 0 0,1 0 1,-1 0-1,0 0 0,0 0 1,0 0-1,0 0 0,0 1 0,0-1 1,0 0-1,0 1 0,0-1 1,-1 1-1,1-1 0,0 1 0,-1-1 1,0 1-1,1 0 0,-1 2 0,1-4-5,3 23 289,-1 1 0,-2 0 0,-1 42-1,0-31-951,1-34 306,0-1 0,0 1 0,0 0 1,0 0-1,0-1 0,0 1 0,0 0 0,0-1 0,0 1 0,1-1 1,-1 1-1,0-1 0,0 0 0,0 0 0,1 1 0,-1-1 0,0 0 1,0 0-1,1 0 0,-1 0 0,0 0 0,1-1 0,-1 1 1,0 0-1,1-1 0,7 1-3815,15 0-10370</inkml:trace>
</inkml:ink>
</file>

<file path=ppt/ink/ink3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1.721"/>
    </inkml:context>
    <inkml:brush xml:id="br0">
      <inkml:brushProperty name="width" value="0.025" units="cm"/>
      <inkml:brushProperty name="height" value="0.025" units="cm"/>
    </inkml:brush>
  </inkml:definitions>
  <inkml:trace contextRef="#ctx0" brushRef="#br0">27 0 10098,'0'0'19492,"0"4"-19492,0-1-152,0 3-664,0 7-864,-7 3-1201,1 0-2936,-7 0-4553</inkml:trace>
</inkml:ink>
</file>

<file path=ppt/ink/ink3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1.909"/>
    </inkml:context>
    <inkml:brush xml:id="br0">
      <inkml:brushProperty name="width" value="0.025" units="cm"/>
      <inkml:brushProperty name="height" value="0.025" units="cm"/>
    </inkml:brush>
  </inkml:definitions>
  <inkml:trace contextRef="#ctx0" brushRef="#br0">257 1 13235,'0'0'12763,"-154"163"-11995,122-134-768,6 0-128,7-3-1625,6-14-3032,0-2-6441</inkml:trace>
</inkml:ink>
</file>

<file path=ppt/ink/ink3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2.656"/>
    </inkml:context>
    <inkml:brush xml:id="br0">
      <inkml:brushProperty name="width" value="0.025" units="cm"/>
      <inkml:brushProperty name="height" value="0.025" units="cm"/>
    </inkml:brush>
  </inkml:definitions>
  <inkml:trace contextRef="#ctx0" brushRef="#br0">0 120 8362,'0'0'6591,"35"-10"-5283,116-32-404,-37 5-92,-26 10 78,-88 27-890,31-3 2553,-30 4-2461,0 0 0,-1 0 0,1 0 0,-1 0 0,1 0 0,-1 1 0,1-1 0,-1 0 0,0 0 0,0 1 0,0-1 0,1 0 0,-1 0 0,0 1 0,-1-1-1,1 0 1,0 0 0,0 2 0,-1 6-539,1-3 450,0 0 0,0 0 0,1 1 0,0-1 0,0 0 0,2 9 0,-1-13-55,-1 0-1,0 1 1,0-1 0,1 0-1,-1 0 1,1-1-1,0 1 1,-1 0-1,1 0 1,0-1 0,0 1-1,0-1 1,0 0-1,1 1 1,-1-1-1,0 0 1,0 0-1,1-1 1,4 2 0,7 1-1615,0-1 1,0 0 0,29-1-1,-9-1-5198</inkml:trace>
</inkml:ink>
</file>

<file path=ppt/ink/ink3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2.843"/>
    </inkml:context>
    <inkml:brush xml:id="br0">
      <inkml:brushProperty name="width" value="0.025" units="cm"/>
      <inkml:brushProperty name="height" value="0.025" units="cm"/>
    </inkml:brush>
  </inkml:definitions>
  <inkml:trace contextRef="#ctx0" brushRef="#br0">0 0 15539,'0'0'9482,"26"22"-10490,13 1-1664,-14-4-3674</inkml:trace>
</inkml:ink>
</file>

<file path=ppt/ink/ink3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3.092"/>
    </inkml:context>
    <inkml:brush xml:id="br0">
      <inkml:brushProperty name="width" value="0.025" units="cm"/>
      <inkml:brushProperty name="height" value="0.025" units="cm"/>
    </inkml:brush>
  </inkml:definitions>
  <inkml:trace contextRef="#ctx0" brushRef="#br0">0 1 3441,'0'0'24421,"33"160"-24093,-27-125-232,-6 1-88,0-4-8,0-3 0,0-10-456,0-3-600,0-13-961,-6-3-1679,-7 0-2666</inkml:trace>
</inkml:ink>
</file>

<file path=ppt/ink/ink3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3.313"/>
    </inkml:context>
    <inkml:brush xml:id="br0">
      <inkml:brushProperty name="width" value="0.025" units="cm"/>
      <inkml:brushProperty name="height" value="0.025" units="cm"/>
    </inkml:brush>
  </inkml:definitions>
  <inkml:trace contextRef="#ctx0" brushRef="#br0">1 0 10338,'0'0'12251,"115"32"-12251,-83-29-320,26-3-1361,-13 0-2383,0 0-2666</inkml:trace>
</inkml:ink>
</file>

<file path=ppt/ink/ink3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3.496"/>
    </inkml:context>
    <inkml:brush xml:id="br0">
      <inkml:brushProperty name="width" value="0.025" units="cm"/>
      <inkml:brushProperty name="height" value="0.025" units="cm"/>
    </inkml:brush>
  </inkml:definitions>
  <inkml:trace contextRef="#ctx0" brushRef="#br0">7 0 13003,'0'0'14795,"-7"167"-14635,7-145-112,0-2-48,0-4-272,0-3-664,0-4-1057,0-6-935</inkml:trace>
</inkml:ink>
</file>

<file path=ppt/ink/ink3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3.805"/>
    </inkml:context>
    <inkml:brush xml:id="br0">
      <inkml:brushProperty name="width" value="0.025" units="cm"/>
      <inkml:brushProperty name="height" value="0.025" units="cm"/>
    </inkml:brush>
  </inkml:definitions>
  <inkml:trace contextRef="#ctx0" brushRef="#br0">0 14 2777,'0'0'17987,"77"0"-16986,-45 0-193,7 0-160,-7 0-352,6 0-208,1 0-88,25 0-424,-19-7-1705,6 1-3320</inkml:trace>
</inkml:ink>
</file>

<file path=ppt/ink/ink3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4.226"/>
    </inkml:context>
    <inkml:brush xml:id="br0">
      <inkml:brushProperty name="width" value="0.025" units="cm"/>
      <inkml:brushProperty name="height" value="0.025" units="cm"/>
    </inkml:brush>
  </inkml:definitions>
  <inkml:trace contextRef="#ctx0" brushRef="#br0">0 1 6969,'0'0'12387,"33"9"-11103,104 37-77,-125-41-1037,-1 1-1,0 0 0,0 1 1,0 0-1,-1 0 1,0 1-1,-1 0 0,0 1 1,0 0-1,-1 1 0,0 0 1,0 0-1,-1 0 0,-1 1 1,0 0-1,0 0 0,4 13 1,-10-23-162,7 15 127,-1 0 1,0 1-1,-1 0 0,-1 0 1,4 33-1,-3 89 45,-5-137-177,0 6 0,0 0-1,-1 0 1,0 0 0,0 0 0,-1 0 0,0 0-1,0 0 1,-1-1 0,0 1 0,0-1-1,-1 0 1,1 0 0,-2 0 0,-8 11 0,5-10-27,0 0 1,-1 0 0,0-1 0,-1 0-1,0 0 1,0-1 0,0-1 0,-1 1-1,-13 3 1,24-9 22,-62 22-1041,21-15-2909,26-6-2320</inkml:trace>
</inkml:ink>
</file>

<file path=ppt/ink/ink3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4.938"/>
    </inkml:context>
    <inkml:brush xml:id="br0">
      <inkml:brushProperty name="width" value="0.025" units="cm"/>
      <inkml:brushProperty name="height" value="0.025" units="cm"/>
    </inkml:brush>
  </inkml:definitions>
  <inkml:trace contextRef="#ctx0" brushRef="#br0">354 138 2601,'0'0'10136,"0"-35"-8983,0 31-1131,0 0 0,0 0 0,0 0 1,0 0-1,-1 0 0,1 0 0,-1 0 1,0 1-1,0-1 0,-1 0 0,1 1 1,-1-1-1,1 0 0,-1 1 0,0 0 1,-1-1-1,1 1 0,-1 0 0,1 0 1,-1 1-1,0-1 0,-3-3 0,-1 3-3,0 0-1,0 0 0,0 1 1,-1 0-1,1 0 0,-1 1 1,1-1-1,-1 2 0,1-1 1,-14 2-1,11-1 31,1 1-1,-1 0 1,1 1-1,-1 0 1,1 1-1,-1 0 0,1 0 1,0 1-1,0 0 1,1 1-1,-1 0 1,1 0-1,0 1 1,1 0-1,-1 0 1,1 0-1,0 1 1,1 1-1,-1-1 1,2 1-1,-1 0 1,1 0-1,0 1 1,1-1-1,-1 1 1,2 0-1,0 0 1,0 1-1,0-1 1,1 1-1,0-1 1,1 1-1,0 17 0,0 31 392,-1-32-241,2-1 0,0 1 0,2-1 1,1 1-1,0-1 0,11 36 0,2-18 165,-2 1-1,-3 0 0,-1 0 0,-2 1 1,-2 0-1,0 60 0,-6-104-442,1 0-1,-1 1 0,0-1 0,0 0 1,0 0-1,0 0 0,0 0 0,0 0 0,0 0 1,0 0-1,0 0 0,0 0 0,-1 0 1,1 0-1,0 0 0,-1 0 0,1 0 1,-1 0-1,1 0 0,-1 0 0,1 0 0,-1 0 1,0-1-1,1 1 0,-1 0 0,0 0 1,0-1-1,1 1 0,-1 0 0,0-1 1,0 1-1,0-1 0,0 1 0,0-1 0,0 1 1,0-1-1,0 0 0,0 0 0,0 1 1,0-1-1,0 0 0,0 0 0,0 0 1,0 0-1,0 0 0,0 0 0,-1-1 0,1 1 1,0 0-1,0 0 0,0-1 0,0 1 1,0 0-1,-1-2 0,-2 1-492,0-2 1,0 1-1,0 0 0,0-1 0,1 0 0,-1 1 0,1-2 1,-1 1-1,1 0 0,0-1 0,-3-5 0,-8-20-4902</inkml:trace>
</inkml:ink>
</file>

<file path=ppt/ink/ink3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5.728"/>
    </inkml:context>
    <inkml:brush xml:id="br0">
      <inkml:brushProperty name="width" value="0.025" units="cm"/>
      <inkml:brushProperty name="height" value="0.025" units="cm"/>
    </inkml:brush>
  </inkml:definitions>
  <inkml:trace contextRef="#ctx0" brushRef="#br0">0 231 6569,'0'0'6480,"29"-4"-4941,212-34 559,-191 26-1781,-37 7-269,1 2 1,-1 0-1,1 1 0,14-1 0,-25 3 777,-23 13-550,12-7-272,-3 2 48,1 0 0,0 1 0,-16 16 0,23-21-41,0 0-1,1 0 0,-1 0 1,1 0-1,0 0 1,0 1-1,1-1 0,-1 0 1,1 1-1,0 0 0,0-1 1,0 1-1,1 0 1,-1 5-1,1-7-8,0 0 0,0 0 1,0-1-1,0 1 0,0 0 0,1 0 1,-1 0-1,1-1 0,0 1 0,-1 0 1,1-1-1,1 1 0,-1 0 0,0-1 1,0 0-1,1 1 0,0-1 0,1 3 0,1-3 0,-1-1 0,0 1-1,1-1 1,-1 1 0,1-1-1,-1 0 1,1 0-1,-1-1 1,1 1 0,0-1-1,-1 0 1,1 1-1,5-2 1,6 1-1,-6 1 1,1-1 0,-1 0 1,1-1-1,-1 0 0,1-1 1,16-4-1,-24 5-7,1-1-1,-1 1 0,1-1 0,-1 1 1,0-1-1,0 0 0,0 0 1,0 0-1,0 0 0,0 0 0,0 0 1,-1-1-1,1 1 0,-1-1 1,0 1-1,0-1 0,0 1 0,0-1 1,0 0-1,0 1 0,-1-1 1,1 0-1,-1 0 0,0 0 0,0 1 1,0-1-1,0-4 0,0 3-19,0 0 0,-1 1 0,1-1 0,-1 0 0,0 0 0,0 1-1,0-1 1,0 0 0,-1 1 0,1-1 0,-1 1 0,0 0 0,0-1 0,0 1-1,0 0 1,-5-5 0,-17-26 260,23 33-212,1 0 1,-1 0-1,1 0 1,-1 0-1,1 1 1,0-1-1,-1 0 1,1 0-1,0 0 0,0 0 1,0 0-1,0 0 1,0 0-1,0 1 1,0-1-1,0 0 1,0 0-1,0 0 1,0 0-1,1 0 1,-1 0-1,0 0 1,1 1-1,-1-1 1,1 0-1,-1 0 1,1 0-1,0 0 1,0-1-14,1 1 0,0 0 0,-1 0 0,1 0 0,0 0 0,0 0 0,0 0 0,0 1 0,-1-1 0,1 1 0,0-1 0,3 1 0,0-1 18,-1 0-1,1 1 0,-1 0 1,1 0-1,-1 0 0,1 1 1,-1 0-1,1 0 0,-1 0 1,0 0-1,7 3 0,-5 1 133,-1 1 0,0-1 0,0 1 0,0 0 0,-1 0 1,0 0-1,0 1 0,-1 0 0,3 7 0,24 37 467,-15-38 898,-17-37-580,2 22-1016,-12-53 174,8 44-97,1 1 0,0-1 0,1 1 0,0-1 0,1 0 0,0 0 0,1 0-1,0 0 1,1 0 0,4-21 0,-4 29-30,0-1-1,0 1 1,1 0 0,-1 0 0,1 0-1,0 0 1,0 0 0,0 1-1,0-1 1,1 1 0,-1-1-1,1 1 1,-1 0 0,1 0-1,0 0 1,4-3 0,22-5-2714,2 3-4067,-17 1-407</inkml:trace>
</inkml:ink>
</file>

<file path=ppt/ink/ink3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6.071"/>
    </inkml:context>
    <inkml:brush xml:id="br0">
      <inkml:brushProperty name="width" value="0.025" units="cm"/>
      <inkml:brushProperty name="height" value="0.025" units="cm"/>
    </inkml:brush>
  </inkml:definitions>
  <inkml:trace contextRef="#ctx0" brushRef="#br0">327 1 11058,'0'0'7866,"-166"138"-6378,121-87-655,0 3-345,13-2-64,6-4-144,13-3-184,13-3-80,0-10-16,0-4-48,7-2-464,18 0-641,14-10-831,-1-7-929,-6-5-2488</inkml:trace>
</inkml:ink>
</file>

<file path=ppt/ink/ink3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6.450"/>
    </inkml:context>
    <inkml:brush xml:id="br0">
      <inkml:brushProperty name="width" value="0.025" units="cm"/>
      <inkml:brushProperty name="height" value="0.025" units="cm"/>
    </inkml:brush>
  </inkml:definitions>
  <inkml:trace contextRef="#ctx0" brushRef="#br0">0 81 9394,'0'0'8979,"12"-11"-8843,37-35-106,-47 44-23,0 0 1,0 0 0,0 0-1,1 0 1,-1 1 0,0-1-1,1 0 1,-1 1 0,1 0-1,0 0 1,-1 0 0,1 0-1,0 0 1,0 0 0,-1 1-1,1-1 1,0 1 0,4 0-1,-5 0 9,-1 26 1211,-1 162-1047,0-188-330,0 1-1,0-1 1,0 1 0,0-1 0,0 1-1,0-1 1,1 1 0,-1-1 0,0 1-1,0-1 1,0 0 0,1 1 0,-1-1-1,0 1 1,1-1 0,-1 0 0,0 1-1,1-1 1,-1 0 0,1 1 0,-1-1-1,0 0 1,1 1 0,-1-1 0,1 0-1,-1 0 1,1 0 0,-1 1 0,1-1-1,-1 0 1,1 0 0,-1 0 0,1 0-1,-1 0 1,1 0 0,-1 0 0,1 0-1,-1 0 1,1 0 0,-1 0 0,2-1-1,0 1-650,5 0-4400</inkml:trace>
</inkml:ink>
</file>

<file path=ppt/ink/ink3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6.619"/>
    </inkml:context>
    <inkml:brush xml:id="br0">
      <inkml:brushProperty name="width" value="0.025" units="cm"/>
      <inkml:brushProperty name="height" value="0.025" units="cm"/>
    </inkml:brush>
  </inkml:definitions>
  <inkml:trace contextRef="#ctx0" brushRef="#br0">58 10 8106,'0'0'11906,"-57"-9"-12866,57 25-1400,0 3-3818</inkml:trace>
</inkml:ink>
</file>

<file path=ppt/ink/ink3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7.409"/>
    </inkml:context>
    <inkml:brush xml:id="br0">
      <inkml:brushProperty name="width" value="0.025" units="cm"/>
      <inkml:brushProperty name="height" value="0.025" units="cm"/>
    </inkml:brush>
  </inkml:definitions>
  <inkml:trace contextRef="#ctx0" brushRef="#br0">6 19 5281,'0'0'12774,"0"0"-12706,0 0 0,-1 1 0,1-1 0,0 0 1,-1 0-1,1 0 0,0 0 0,0 0 0,-1 0 1,1 1-1,0-1 0,0 0 0,-1 0 0,1 0 1,0 1-1,0-1 0,0 0 0,-1 0 0,1 1 1,0-1-1,0 0 0,0 0 0,0 1 0,0-1 1,-1 0-1,1 1 0,0-1 0,0 0 0,0 0 1,0 1-1,0-1 0,0 0 0,0 1 0,0-1 1,0 0-1,0 1 0,0-1 0,0 0 1,0 0-1,1 1 0,-1 0 0,7 23 1065,19 45 1,-16-45-1082,-10-23-64,0 0 1,1-1-1,-1 1 0,0-1 0,1 1 0,-1 0 0,1-1 0,-1 1 0,1-1 1,-1 1-1,1-1 0,0 1 0,-1-1 0,1 0 0,-1 1 0,1-1 0,0 0 1,0 1-1,-1-1 0,1 0 0,0 0 0,-1 0 0,1 0 0,0 1 0,0-1 1,-1 0-1,1 0 0,0 0 0,-1-1 0,1 1 0,0 0 0,0 0 0,-1 0 1,1 0-1,0-1 0,-1 1 0,1 0 0,0-1 0,-1 1 0,1 0 0,0-1 1,-1 1-1,1-1 0,-1 1 0,1-1 0,-1 1 0,1-1 0,0 0 0,34-35-410,-28 27 381,107-96-541,-113 182 2499,-1-65-1955,3 21 116,-2-32-144,0 0 0,-1 0 0,1 0 0,0 0 0,0 0 0,0 0 0,0 0 0,1-1 0,-1 1 0,0 0 0,0-1-1,0 1 1,1-1 0,-1 1 0,0-1 0,0 1 0,1-1 0,-1 0 0,0 0 0,1 0 0,-1 0 0,0 0 0,1 0 0,1 0 0,30-3-3281,-10-5-1619,2-10-4965</inkml:trace>
</inkml:ink>
</file>

<file path=ppt/ink/ink3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7.704"/>
    </inkml:context>
    <inkml:brush xml:id="br0">
      <inkml:brushProperty name="width" value="0.025" units="cm"/>
      <inkml:brushProperty name="height" value="0.025" units="cm"/>
    </inkml:brush>
  </inkml:definitions>
  <inkml:trace contextRef="#ctx0" brushRef="#br0">97 1 7698,'0'0'10757,"-12"29"-8486,-41 96-341,47-109-1605,0 0 1,1 0 0,0 1 0,2-1 0,0 1 0,1 0 0,0 0 0,3 33-1,-1-15-268,0-32-88,1-1 0,-1 0 0,1 0-1,0 0 1,-1 0 0,1 0-1,0 1 1,0-2 0,0 1-1,1 0 1,-1 0 0,0 0-1,1 0 1,-1-1 0,1 1 0,0-1-1,-1 1 1,1-1 0,0 0-1,0 1 1,0-1 0,0 0-1,0 0 1,0-1 0,0 1-1,3 0 1,-3 1-227,1-2-1,0 1 0,0 0 1,0-1-1,0 1 1,0-1-1,0 0 1,0 0-1,0 0 1,0 0-1,0-1 1,0 1-1,0-1 1,0 0-1,0 1 0,0-1 1,-1-1-1,1 1 1,0 0-1,4-4 1,36-36-5423,-24 21 961</inkml:trace>
</inkml:ink>
</file>

<file path=ppt/ink/ink3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7.907"/>
    </inkml:context>
    <inkml:brush xml:id="br0">
      <inkml:brushProperty name="width" value="0.025" units="cm"/>
      <inkml:brushProperty name="height" value="0.025" units="cm"/>
    </inkml:brush>
  </inkml:definitions>
  <inkml:trace contextRef="#ctx0" brushRef="#br0">0 23 10402,'0'0'9658,"193"-12"-9346,-148 12-312,12-4-48,-5 4-1888,-7-6-3689</inkml:trace>
</inkml:ink>
</file>

<file path=ppt/ink/ink3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8.299"/>
    </inkml:context>
    <inkml:brush xml:id="br0">
      <inkml:brushProperty name="width" value="0.025" units="cm"/>
      <inkml:brushProperty name="height" value="0.025" units="cm"/>
    </inkml:brush>
  </inkml:definitions>
  <inkml:trace contextRef="#ctx0" brushRef="#br0">0 222 11626,'0'0'7627,"33"-20"-6740,109-66-401,-84 52-246,87-47 1179,-144 81-54,-1 42-921,-1-3-427,3 49-723,-2-86 564,0-1 0,1 1-1,0 0 1,-1 0 0,1-1 0,0 1 0,0 0 0,-1-1-1,1 1 1,0-1 0,1 1 0,-1-1 0,0 0-1,0 1 1,1-1 0,-1 0 0,1 0 0,-1 0-1,1 0 1,-1 0 0,3 1 0,16 4-3655,-2-5-1233</inkml:trace>
</inkml:ink>
</file>

<file path=ppt/ink/ink3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8.503"/>
    </inkml:context>
    <inkml:brush xml:id="br0">
      <inkml:brushProperty name="width" value="0.025" units="cm"/>
      <inkml:brushProperty name="height" value="0.025" units="cm"/>
    </inkml:brush>
  </inkml:definitions>
  <inkml:trace contextRef="#ctx0" brushRef="#br0">1 1 14635,'0'0'9202,"57"58"-10410,-31-33-1761,-7-5-3088</inkml:trace>
</inkml:ink>
</file>

<file path=ppt/ink/ink3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8.734"/>
    </inkml:context>
    <inkml:brush xml:id="br0">
      <inkml:brushProperty name="width" value="0.025" units="cm"/>
      <inkml:brushProperty name="height" value="0.025" units="cm"/>
    </inkml:brush>
  </inkml:definitions>
  <inkml:trace contextRef="#ctx0" brushRef="#br0">0 17 12755,'0'0'8706,"193"0"-7202,-142-4-792,0-2-456,-19 3-208,-12 0-48,-7 3-616,-26 0-3457,-19 6 176,-7 7-1064</inkml:trace>
</inkml:ink>
</file>

<file path=ppt/ink/ink3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8.872"/>
    </inkml:context>
    <inkml:brush xml:id="br0">
      <inkml:brushProperty name="width" value="0.025" units="cm"/>
      <inkml:brushProperty name="height" value="0.025" units="cm"/>
    </inkml:brush>
  </inkml:definitions>
  <inkml:trace contextRef="#ctx0" brushRef="#br0">0 1 6009,'71'99'4233,"-52"-96"-1304,20-3-225,-1 0-527,1 0-769,5 0-584,1 0-544,-6 0-280,-1-9-136,14-11-1392,-7 4-2241,0-3-3376</inkml:trace>
</inkml:ink>
</file>

<file path=ppt/ink/ink3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9.238"/>
    </inkml:context>
    <inkml:brush xml:id="br0">
      <inkml:brushProperty name="width" value="0.025" units="cm"/>
      <inkml:brushProperty name="height" value="0.025" units="cm"/>
    </inkml:brush>
  </inkml:definitions>
  <inkml:trace contextRef="#ctx0" brushRef="#br0">207 48 10282,'0'0'13847,"-28"26"-12501,-87 83-531,107-102-739,2 0 0,-1 0 1,1 0-1,0 1 1,0 0-1,1 1 1,-8 15-1,12-18-50,-1 0 1,1 0-1,0 1 1,0-1-1,0 0 0,1 1 1,1 9-1,0 6-22,-1-21-3,0 1-1,0-1 1,0 1-1,0-1 1,1 1-1,-1-1 1,1 1 0,-1-1-1,1 0 1,-1 1-1,1-1 1,0 0-1,0 1 1,-1-1-1,1 0 1,0 0-1,0 0 1,1 1-1,-1-1 1,0 0-1,0-1 1,2 3-1,1-1 1,0 0 0,0-1 0,1 1 0,-1-1 0,0 0 0,1 0 0,7 1 0,6-1 0,0 0 0,33-5 0,-51 4-1,9-1-12,0-1 0,-1 0 0,1 0 0,-1-1 0,1 0 0,-1-1 0,0 0 0,0 0 0,0-1 0,-1 0 0,0 0 0,0 0 0,0-1 0,-1 0 0,1-1 0,-1 0-1,-1 0 1,0 0 0,0 0 0,8-15 0,-6 8 10,-1 0-1,0 0 1,-1-1-1,-1 0 0,0 0 1,-1 0-1,0 0 0,-1 0 1,-1-1-1,-1 1 1,-1-19-1,1 30-13,-1 1 0,0 0 1,1 0-1,-1 0 0,0-1 0,-1 1 0,1 0 1,-1 0-1,1 1 0,-1-1 0,0 0 0,0 0 0,0 1 1,0-1-1,0 1 0,-1 0 0,1 0 0,-1-1 1,0 2-1,1-1 0,-1 0 0,0 1 0,0-1 1,0 1-1,-6-2 0,-28-3-4414,35 16-5005</inkml:trace>
</inkml:ink>
</file>

<file path=ppt/ink/ink3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9.467"/>
    </inkml:context>
    <inkml:brush xml:id="br0">
      <inkml:brushProperty name="width" value="0.025" units="cm"/>
      <inkml:brushProperty name="height" value="0.025" units="cm"/>
    </inkml:brush>
  </inkml:definitions>
  <inkml:trace contextRef="#ctx0" brushRef="#br0">52 0 8954,'0'0'20908,"6"122"-20844,-6-103-64,0-3-440,-12 1-968,-8 11-1537,7-8-2536,1-4-2737</inkml:trace>
</inkml:ink>
</file>

<file path=ppt/ink/ink3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9.631"/>
    </inkml:context>
    <inkml:brush xml:id="br0">
      <inkml:brushProperty name="width" value="0.025" units="cm"/>
      <inkml:brushProperty name="height" value="0.025" units="cm"/>
    </inkml:brush>
  </inkml:definitions>
  <inkml:trace contextRef="#ctx0" brushRef="#br0">199 0 6345,'0'0'15540,"-115"151"-13564,96-119-1048,-7-6-664,7-7-264,6-3-488,6-6-1272,7-7-2937</inkml:trace>
</inkml:ink>
</file>

<file path=ppt/ink/ink3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5.720"/>
    </inkml:context>
    <inkml:brush xml:id="br0">
      <inkml:brushProperty name="width" value="0.025" units="cm"/>
      <inkml:brushProperty name="height" value="0.025" units="cm"/>
    </inkml:brush>
  </inkml:definitions>
  <inkml:trace contextRef="#ctx0" brushRef="#br0">45 0 8362,'0'0'14643,"-38"138"-14139,31-109-304,7-6-128,0-4-16,0-3-56,0-10-160,0-3-648,0-9-5185,13-16-785</inkml:trace>
</inkml:ink>
</file>

<file path=ppt/ink/ink3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5.891"/>
    </inkml:context>
    <inkml:brush xml:id="br0">
      <inkml:brushProperty name="width" value="0.025" units="cm"/>
      <inkml:brushProperty name="height" value="0.025" units="cm"/>
    </inkml:brush>
  </inkml:definitions>
  <inkml:trace contextRef="#ctx0" brushRef="#br0">1 0 12603,'0'0'7185,"19"45"-11234,-6-26-1344</inkml:trace>
</inkml:ink>
</file>

<file path=ppt/ink/ink3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6.291"/>
    </inkml:context>
    <inkml:brush xml:id="br0">
      <inkml:brushProperty name="width" value="0.025" units="cm"/>
      <inkml:brushProperty name="height" value="0.025" units="cm"/>
    </inkml:brush>
  </inkml:definitions>
  <inkml:trace contextRef="#ctx0" brushRef="#br0">431 152 7962,'0'0'10601,"-6"-25"-9406,-24-73-255,29 96-917,1 1 0,-1-1 0,0 0 0,0 1 0,1-1 0,-1 1 0,0 0 0,0-1 0,0 1 0,-1 0 0,1 0 0,0-1 1,0 1-1,-1 0 0,1 0 0,0 0 0,-1 1 0,1-1 0,-1 0 0,0 0 0,1 1 0,-1-1 0,1 1 0,-1 0 0,0-1 0,1 1 0,-1 0 0,0 0 1,0 0-1,1 0 0,-1 0 0,0 0 0,1 1 0,-1-1 0,0 0 0,1 1 0,-3 1 0,-4-1 45,-3 2 9,1 1-1,0-1 1,0 2-1,0-1 1,0 1 0,1 1-1,0 0 1,0 0-1,0 1 1,1 0 0,0 0-1,-8 10 1,-3 5 189,0 0 1,2 2-1,-22 36 1,23-31-105,2 2 1,0 0 0,2 0-1,1 1 1,-11 61-1,13-31-98,3 1 0,1 76 0,5-131-78,-1 14-34,1 0 0,1 0-1,1 1 1,1-1-1,1 0 1,12 38 0,-15-128-11688,-1 32 4746</inkml:trace>
</inkml:ink>
</file>

<file path=ppt/ink/ink3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6.464"/>
    </inkml:context>
    <inkml:brush xml:id="br0">
      <inkml:brushProperty name="width" value="0.025" units="cm"/>
      <inkml:brushProperty name="height" value="0.025" units="cm"/>
    </inkml:brush>
  </inkml:definitions>
  <inkml:trace contextRef="#ctx0" brushRef="#br0">1 0 9642,'0'0'11138,"205"0"-10970,-147 0-168,-13 0-1592,-7 0-3497</inkml:trace>
</inkml:ink>
</file>

<file path=ppt/ink/ink3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8.431"/>
    </inkml:context>
    <inkml:brush xml:id="br0">
      <inkml:brushProperty name="width" value="0.025" units="cm"/>
      <inkml:brushProperty name="height" value="0.025" units="cm"/>
    </inkml:brush>
  </inkml:definitions>
  <inkml:trace contextRef="#ctx0" brushRef="#br0">325 6 576,'0'0'12295,"5"-4"-9361,-5 4-2866,0 0 1,0 0 0,0 0 0,0 0-1,0 0 1,0 0 0,0 0-1,0 0 1,0 0 0,0 0-1,0 0 1,0 0 0,0 0-1,0 0 1,0 0 0,0 0-1,0 0 1,-1-1 0,1 1-1,0 0 1,0 0 0,0 0-1,0 0 1,0 0 0,0 0-1,0 0 1,0 0 0,0 0 0,0 0-1,0 0 1,0 0 0,0 0-1,0-1 1,-15 8 240,-1 0 0,1 1 1,0 0-1,1 1 0,0 1 0,0 1 1,-20 19-1,18-16-39,-2 2-43,0 2 0,1 0 0,0 1 0,2 0 0,0 1 0,1 1 0,-21 44 0,31-56-219,0 0-1,0 0 0,1 1 1,0-1-1,1 1 1,0 0-1,0 0 0,1 0 1,0 0-1,1 0 1,0 0-1,1 0 0,0 0 1,0 0-1,1 0 1,0 0-1,1-1 0,0 1 1,1-1-1,0 0 0,0 0 1,10 14-1,-5-11-104,0-1-1,1 0 1,0-1-1,1 0 1,0 0 0,1-1-1,0-1 1,1 0-1,-1 0 1,1-1-1,1-1 1,19 7 0,-2-4-1361,1-2 1,0-1 0,0-1 0,51 1 0,-10-5-5571</inkml:trace>
</inkml:ink>
</file>

<file path=ppt/ink/ink3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8.700"/>
    </inkml:context>
    <inkml:brush xml:id="br0">
      <inkml:brushProperty name="width" value="0.025" units="cm"/>
      <inkml:brushProperty name="height" value="0.025" units="cm"/>
    </inkml:brush>
  </inkml:definitions>
  <inkml:trace contextRef="#ctx0" brushRef="#br0">168 1 9058,'0'0'10610,"-58"163"-8065,39-98-361,6 2-936,-6 0-647,12-9-313,1-7-192,6-9-88,-7-13-8,7-10-312,0-9-801,-12-10-911,5 0-1761,-12-3-2424</inkml:trace>
</inkml:ink>
</file>

<file path=ppt/ink/ink3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9.240"/>
    </inkml:context>
    <inkml:brush xml:id="br0">
      <inkml:brushProperty name="width" value="0.025" units="cm"/>
      <inkml:brushProperty name="height" value="0.025" units="cm"/>
    </inkml:brush>
  </inkml:definitions>
  <inkml:trace contextRef="#ctx0" brushRef="#br0">0 0 10866,'0'0'5179,"29"0"-2964,175 0 445,31 0-1610,-234 0-230,-4 0-382,-5 1-421,1 0 0,-1 0 0,1 1 0,-1 0 0,1 0 0,0 1 1,0-1-1,0 2 0,0-1 0,1 1 0,-1 0 0,1 0 1,0 1-1,-7 6 0,9-8-16,1 1 0,-1-1 1,1 1-1,0 0 0,0 0 1,0 0-1,0 0 0,1 0 0,-1 1 1,1-1-1,0 1 0,1 0 1,-1-1-1,1 1 0,0 0 0,0 0 1,1 0-1,-1 0 0,1 0 1,0 0-1,0 0 0,1 0 0,1 7 1,-1-10 0,1 0 0,-1 0 0,1 0 1,0 0-1,-1 0 0,1-1 0,0 1 1,0-1-1,0 1 0,0-1 0,1 0 1,-1 0-1,0 0 0,0 0 0,1 0 1,-1 0-1,0-1 0,1 1 0,-1-1 0,1 0 1,-1 0-1,1 0 0,3 0 0,4 1 16,0-1 0,0-1 0,-1 0 0,18-3-1,-21 2-7,0-1-1,0 0 0,0 0 0,0-1 0,-1 1 0,0-1 0,1-1 0,-1 1 0,0-1 1,-1 1-1,6-9 0,-9 13 63,-1-1 1,0 0-1,1 1 0,-1-1 1,1 1-1,-1-1 1,1 0-1,0 1 1,-1 0-1,1-1 0,-1 1 1,1-1-1,0 1 1,-1 0-1,1-1 0,0 1 1,-1 0-1,1 0 1,0-1-1,0 1 1,-1 0-1,1 0 0,0 0 1,0 0-1,-1 0 1,1 0-1,0 0 0,0 0 1,-1 1-1,1-1 1,1 0-1,25 17-815,7 3-1858,7-12-943,-10-4-1573,1-3-2506</inkml:trace>
</inkml:ink>
</file>

<file path=ppt/ink/ink3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49.535"/>
    </inkml:context>
    <inkml:brush xml:id="br0">
      <inkml:brushProperty name="width" value="0.025" units="cm"/>
      <inkml:brushProperty name="height" value="0.025" units="cm"/>
    </inkml:brush>
  </inkml:definitions>
  <inkml:trace contextRef="#ctx0" brushRef="#br0">1 199 10538,'0'0'12855,"1"27"-12312,4 79-48,-3-97 293,-1-12-336,1-27-246,0-46-380,-2 65 57,0 0 0,1 0 0,1 0-1,0 0 1,0 0 0,1 0 0,0 1 0,1-1 0,0 1 0,1 0 0,0 0 0,1 1 0,11-16 0,-12 19-334,1 0 1,0 0-1,0 0 1,0 1-1,1 0 1,0 0-1,0 1 1,0 0-1,0 0 1,1 1-1,-1 0 1,1 0-1,0 1 1,0 0 0,0 0-1,0 0 1,0 1-1,15 1 1,8 0-3593,-10 3-898</inkml:trace>
</inkml:ink>
</file>

<file path=ppt/ink/ink3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50.097"/>
    </inkml:context>
    <inkml:brush xml:id="br0">
      <inkml:brushProperty name="width" value="0.025" units="cm"/>
      <inkml:brushProperty name="height" value="0.025" units="cm"/>
    </inkml:brush>
  </inkml:definitions>
  <inkml:trace contextRef="#ctx0" brushRef="#br0">210 41 5737,'0'0'15123,"-28"2"-13197,-86 8-782,111-10-1113,0 1-1,0-1 0,0 0 0,0 1 1,0-1-1,0 1 0,0 0 0,0 0 0,0 0 1,0 0-1,1 1 0,-1-1 0,1 1 0,-1-1 1,1 1-1,-1 0 0,1 0 0,0 0 0,0 0 1,0 1-1,0-1 0,-2 4 0,3-2 14,0 0-1,0 0 1,0 0-1,0 0 1,1 1-1,0-1 0,0 0 1,0 0-1,0 1 1,2 5-1,0 11 17,-1-12-64,1 0-1,0-1 1,0 1 0,1-1 0,0 0 0,1 0 0,0 0-1,0 0 1,1 0 0,0-1 0,0 0 0,0 0 0,7 6-1,21 31-35,-32-43 34,6 9-42,0 0-1,-1 1 1,0-1 0,-1 1-1,0 0 1,0 0 0,-1 1-1,-1 0 1,0-1 0,2 17 0,-5-27 31,-1 0-1,0 0 1,1 0 0,-1-1 0,0 1 0,0 0 0,1-1 0,-1 1 0,0-1 0,0 1 0,0-1 0,0 1 0,0-1-1,0 1 1,0-1 0,0 0 0,0 0 0,0 1 0,0-1 0,0 0 0,0 0 0,0 0 0,0 0 0,0 0 0,0-1-1,0 1 1,0 0 0,0 0 0,-1-1 0,-2 1-43,0 0 11,0 0 0,0 0 1,0-1-1,0 1 0,0-1 0,1 0 0,-1 0 0,0 0 0,0 0 0,0-1 0,1 0 0,-1 0 0,1 0 0,0 0 0,-1 0 0,1-1 0,0 1 0,0-1 0,0 0 0,-4-6 0,4 4-57,-1-1 1,2 0 0,-1 0 0,1 0-1,-1 0 1,2-1 0,-1 1-1,1-1 1,0 1 0,0-1-1,1-12 1,0 14 89,1 1 0,-1-1 0,1 1 0,1-1 0,-1 1 0,1 0 0,0-1 0,-1 1 0,2 0 0,-1 0 0,0 0 0,1 1 0,0-1 0,0 1 0,0-1 0,0 1 0,1 0 0,-1 0 0,1 0 0,5-3 0,10-6 14,1 1 1,40-16-1,-44 20-9,37-13 44,58-14 1,-61 20 151,73-31 0,-120 44-89,1 0 1,-1-1-1,-1 1 0,1 0 0,0-1 0,0 0 0,0 0 1,-1 0-1,1 0 0,-1 0 0,0 0 0,1-1 0,-1 1 1,0-1-1,-1 1 0,1-1 0,0 0 0,-1 0 0,1 0 0,-1 0 1,0 0-1,0 0 0,0 0 0,0 0 0,-1-1 0,1 1 1,-1 0-1,0-6 0,-2 8-17,1-1-1,-1 1 1,1 0-1,-1 0 1,0 0 0,0 0-1,0 0 1,1 0 0,-1 1-1,0-1 1,0 0 0,0 1-1,0 0 1,0-1-1,0 1 1,0 0 0,0 0-1,0 0 1,0 0 0,-3 1-1,-47 2 662,49-1-727,1-1-1,0 0 1,0 1-1,0 0 1,0-1-1,0 1 1,0 0-1,0 0 1,1 0-1,-1 0 1,1 0-1,-1 1 1,1-1-1,0 0 1,0 1-1,0-1 1,0 1 0,0-1-1,1 1 1,-1 0-1,1-1 1,-1 1-1,1-1 1,0 1-1,0 0 1,0-1-1,1 4 1,-1-1-24,0-1 1,0 1 0,1 0 0,-1-1 0,1 1-1,0-1 1,1 1 0,-1-1 0,1 0-1,-1 1 1,1-1 0,0 0 0,1 0-1,-1 0 1,4 4 0,-1-5-212,-1-1 0,1 1 0,-1-1 1,1 0-1,0 0 0,0-1 0,0 1 1,0-1-1,0 0 0,0-1 0,0 1 1,0-1-1,0 0 0,6 0 0,0-1-797,1-1 0,-1 1 0,0-2 0,1 0 0,10-4 0,18-11-5020</inkml:trace>
</inkml:ink>
</file>

<file path=ppt/ink/ink3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50.373"/>
    </inkml:context>
    <inkml:brush xml:id="br0">
      <inkml:brushProperty name="width" value="0.025" units="cm"/>
      <inkml:brushProperty name="height" value="0.025" units="cm"/>
    </inkml:brush>
  </inkml:definitions>
  <inkml:trace contextRef="#ctx0" brushRef="#br0">59 0 13291,'0'0'14859,"0"29"-13696,-2 95-275,-1-100-648,0-1-1,-1 0 0,-1 0 1,-12 32-1,12-40-225,0 0 1,1 0-1,1 1 0,0-1 1,-1 27-1,4-41-44,0-1-1,0 1 1,1 0 0,-1 0 0,0-1-1,0 1 1,1 0 0,-1-1-1,0 1 1,1 0 0,-1-1 0,1 1-1,-1 0 1,1-1 0,-1 1-1,1-1 1,0 1 0,-1-1 0,1 1-1,-1-1 1,1 0 0,0 1-1,-1-1 1,1 0 0,0 1-1,0-1 1,-1 0 0,1 0 0,0 0-1,0 0 1,-1 0 0,1 0-1,1 0 1,32 0-819,-23-1 329,-3 1-129,-1-1 0,1-1 0,-1 1 0,0-1 0,1-1 0,-1 1 1,0-1-1,0 0 0,-1-1 0,1 0 0,-1 0 0,0 0 0,0-1 0,0 0 0,9-9 1,-12 11 29,30-26-6927</inkml:trace>
</inkml:ink>
</file>

<file path=ppt/ink/ink3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50.563"/>
    </inkml:context>
    <inkml:brush xml:id="br0">
      <inkml:brushProperty name="width" value="0.025" units="cm"/>
      <inkml:brushProperty name="height" value="0.025" units="cm"/>
    </inkml:brush>
  </inkml:definitions>
  <inkml:trace contextRef="#ctx0" brushRef="#br0">0 11 12827,'0'0'12498,"193"0"-12354,-148 0-144,0 0-584,-1 0-1496,-11 0-3289,-14-10-6970</inkml:trace>
</inkml:ink>
</file>

<file path=ppt/ink/ink3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6.484"/>
    </inkml:context>
    <inkml:brush xml:id="br0">
      <inkml:brushProperty name="width" value="0.025" units="cm"/>
      <inkml:brushProperty name="height" value="0.025" units="cm"/>
    </inkml:brush>
  </inkml:definitions>
  <inkml:trace contextRef="#ctx0" brushRef="#br0">0 49 2969,'0'0'14436,"9"0"-12230,23-2-1383,0-1 0,-1-2 0,34-9 0,-33 7-1320,0 0 0,1 2-1,35 0 1,-61 4-797,-4 1-2418,-9 2-176,-11 3-458</inkml:trace>
</inkml:ink>
</file>

<file path=ppt/ink/ink3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6.699"/>
    </inkml:context>
    <inkml:brush xml:id="br0">
      <inkml:brushProperty name="width" value="0.025" units="cm"/>
      <inkml:brushProperty name="height" value="0.025" units="cm"/>
    </inkml:brush>
  </inkml:definitions>
  <inkml:trace contextRef="#ctx0" brushRef="#br0">1 17 5449,'0'0'12619,"147"0"-12043,-121 0-304,-13 0-176,-7 0-88,1 0-8,-1-4-2128,0-2-1665,1 0-2689</inkml:trace>
</inkml:ink>
</file>

<file path=ppt/ink/ink3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6.999"/>
    </inkml:context>
    <inkml:brush xml:id="br0">
      <inkml:brushProperty name="width" value="0.025" units="cm"/>
      <inkml:brushProperty name="height" value="0.025" units="cm"/>
    </inkml:brush>
  </inkml:definitions>
  <inkml:trace contextRef="#ctx0" brushRef="#br0">0 20 9274,'0'0'9810,"212"-3"-9634,-173-4-104,-7 1-64,-7 3-8,-18 3-464,-20 0-2281,-19 0-1087,0 0-1113</inkml:trace>
</inkml:ink>
</file>

<file path=ppt/ink/ink3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7.180"/>
    </inkml:context>
    <inkml:brush xml:id="br0">
      <inkml:brushProperty name="width" value="0.025" units="cm"/>
      <inkml:brushProperty name="height" value="0.025" units="cm"/>
    </inkml:brush>
  </inkml:definitions>
  <inkml:trace contextRef="#ctx0" brushRef="#br0">26 1 6425,'-25'173'3305,"57"-173"584,6 0-1985,14 0-375,-1 0-561,7-10-472,-13 1-296,0 2-136,-13 1-64,19-4-984,-19 1-1625,-6 2-3624</inkml:trace>
</inkml:ink>
</file>

<file path=ppt/ink/ink3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7.909"/>
    </inkml:context>
    <inkml:brush xml:id="br0">
      <inkml:brushProperty name="width" value="0.025" units="cm"/>
      <inkml:brushProperty name="height" value="0.025" units="cm"/>
    </inkml:brush>
  </inkml:definitions>
  <inkml:trace contextRef="#ctx0" brushRef="#br0">149 24 3873,'0'0'12628,"1"-5"-11383,0 5-1185,-1 0 0,0-1-1,0 1 1,1-1-1,-1 1 1,0-1-1,0 1 1,0-1-1,1 1 1,-1 0-1,0-1 1,0 1-1,0-1 1,0 1-1,0-1 1,0 1-1,0-1 1,0 1-1,0-1 1,0 1-1,0-1 1,0 1-1,-1-1 1,1 1 0,0-1-1,0 1 1,0-1-1,-1 1 1,1 0-1,0-1 1,0 1-1,-1-1 1,1 1-1,0 0 1,-1-1-1,1 1 1,-1 0-1,1 0 1,0-1-1,-1 1 1,1 0-1,-1 0 1,1-1-1,-1 1 1,1 0 0,-1 0-1,1 0 1,-1 0-1,-31 13 1001,-33 38 158,61-47-1171,0 1-1,-1 0 1,2 0 0,-1 0 0,0 0-1,1 0 1,0 1 0,0 0 0,1-1-1,0 1 1,0 0 0,0 0 0,0 1-1,1-1 1,0 0 0,1 0 0,-1 1-1,1-1 1,2 12 0,-2-16-46,0-1-1,0 0 1,1 0 0,-1 0 0,1 0-1,-1 1 1,1-1 0,-1 0 0,1 0 0,0 0-1,-1 0 1,1 0 0,0 0 0,0-1 0,0 1-1,0 0 1,0 0 0,0-1 0,0 1-1,0 0 1,0-1 0,0 1 0,0-1 0,0 1-1,1-1 1,-1 0 0,0 1 0,0-1 0,0 0-1,1 0 1,-1 0 0,2 0 0,51 0 43,-37-1-13,-8 0-38,-1 0 1,1 0-1,-1 0 0,1-1 0,-1-1 1,0 0-1,0 0 0,0 0 1,0-1-1,0 0 0,-1 0 0,8-7 1,9-7-44,-1-2 0,21-23 1,-37 37 42,0-2-88,0 3 454,-6 21-40,-2-9-323,1-1 0,0 1 0,1-1 0,0 1 0,0-1 0,0 1 0,1-1-1,0 0 1,0 0 0,0 0 0,1 0 0,0 0 0,0 0 0,0-1 0,1 1 0,0-1 0,0 0-1,0 0 1,1-1 0,0 1 0,-1-1 0,2 0 0,-1 0 0,0 0 0,1-1 0,0 0 0,7 3 0,3-3-1224,1 0 1,-1-1-1,1-1 1,22-1-1,12 0-5851</inkml:trace>
</inkml:ink>
</file>

<file path=ppt/ink/ink3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8.732"/>
    </inkml:context>
    <inkml:brush xml:id="br0">
      <inkml:brushProperty name="width" value="0.025" units="cm"/>
      <inkml:brushProperty name="height" value="0.025" units="cm"/>
    </inkml:brush>
  </inkml:definitions>
  <inkml:trace contextRef="#ctx0" brushRef="#br0">591 0 4185,'0'0'12276,"0"0"-12174,1 0 0,-1 0 1,0 1-1,0-1 0,0 0 1,0 0-1,0 0 0,0 0 1,1 0-1,-1 0 0,0 0 0,0 1 1,0-1-1,0 0 0,0 0 1,0 0-1,0 0 0,0 0 1,0 1-1,0-1 0,0 0 0,0 0 1,0 0-1,0 0 0,0 0 1,0 1-1,0-1 0,0 0 1,0 0-1,0 0 0,0 0 0,0 1 1,0-1-1,0 0 0,0 0 1,0 0-1,0 0 0,0 0 1,0 1-1,0-1 0,0 0 0,-1 0 1,1 0-1,0 0 0,0 0 1,0 0-1,0 1 0,0-1 1,0 0-1,-1 0 0,1 0 0,0 0 1,0 0-1,0 0 0,0 0 1,0 0-1,-1 0 0,1 0 1,0 0-1,0 0 0,0 0 0,0 0 1,-1 0-1,1 0 0,-209 15 1669,130-12-1658,-141 23 1,219-26-122,-1 0 0,0 0-1,1 0 1,-1 1 0,1-1 0,-1 0 0,1 1 0,-1-1-1,1 1 1,-1-1 0,1 1 0,-1 0 0,1 0-1,0 0 1,-1 0 0,1 0 0,0 0 0,0 0 0,0 0-1,0 0 1,0 0 0,0 1 0,0-1 0,0 0-1,0 1 1,0-1 0,1 1 0,-1-1 0,1 1-1,-1-1 1,1 1 0,0-1 0,-1 1 0,1-1 0,0 1-1,0 0 1,0-1 0,1 3 0,1 4-64,1 0 1,0-1-1,0 1 1,0-1-1,1 0 1,7 9-1,6 12-35,-9-8 114,-1 0-1,-1 0 0,-1 1 1,0 0-1,3 41 1,-6-5 45,-5 57 0,0-92-1,-2 1-1,0-1 1,-1 0 0,-1-1-1,-1 0 1,-1 0 0,-1 0-1,-20 29 1,7-9-51,20-35 2,0 0 1,0 0-1,1 0 1,0 0-1,0 0 0,0 0 1,1 1-1,-1-1 1,1 8-1,6-11 51,15-1 61,0-1-1,1-1 0,-1-1 0,0-1 1,0-1-1,0 0 0,-1-2 0,1 0 1,-1-1-1,0-1 0,0 0 1,-1-2-1,0 0 0,17-13 0,-33 20-205,0 1-1,0-1 0,-1 0 1,1 0-1,-1 0 0,1-1 1,-1 1-1,0 0 0,0 0 1,0-1-1,1-2 1,5-17-3796,-6 18 2283,0-7-4256</inkml:trace>
</inkml:ink>
</file>

<file path=ppt/ink/ink3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9.120"/>
    </inkml:context>
    <inkml:brush xml:id="br0">
      <inkml:brushProperty name="width" value="0.025" units="cm"/>
      <inkml:brushProperty name="height" value="0.025" units="cm"/>
    </inkml:brush>
  </inkml:definitions>
  <inkml:trace contextRef="#ctx0" brushRef="#br0">0 96 8314,'0'0'13443,"24"-6"-13235,162-58-7,-173 59-176,-8 4-12,0-1-1,-1 0 1,1 0 0,-1 0-1,0 0 1,8-7-1,-10 8 846,-28 21-553,23-16-299,0 0 0,1 1-1,0-1 1,-1 1-1,2-1 1,-1 1-1,0 0 1,1 0 0,0 0-1,0 0 1,0 0-1,1 0 1,0 0 0,0 0-1,1 8 1,0-9-37,-1-1-1,1 0 1,0 0 0,0 0 0,0 0 0,1 0-1,-1 0 1,1 0 0,-1 0 0,1-1 0,0 1 0,0 0-1,0-1 1,1 0 0,-1 1 0,1-1 0,-1 0-1,1 0 1,0-1 0,-1 1 0,1 0 0,0-1-1,0 0 1,0 0 0,4 2 0,54 3-4634,-35-6-892</inkml:trace>
</inkml:ink>
</file>

<file path=ppt/ink/ink3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9.274"/>
    </inkml:context>
    <inkml:brush xml:id="br0">
      <inkml:brushProperty name="width" value="0.025" units="cm"/>
      <inkml:brushProperty name="height" value="0.025" units="cm"/>
    </inkml:brush>
  </inkml:definitions>
  <inkml:trace contextRef="#ctx0" brushRef="#br0">1 1 13531,'0'0'8482,"19"0"-10563,0 0-2440,1 0-4265</inkml:trace>
</inkml:ink>
</file>

<file path=ppt/ink/ink3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09.820"/>
    </inkml:context>
    <inkml:brush xml:id="br0">
      <inkml:brushProperty name="width" value="0.025" units="cm"/>
      <inkml:brushProperty name="height" value="0.025" units="cm"/>
    </inkml:brush>
  </inkml:definitions>
  <inkml:trace contextRef="#ctx0" brushRef="#br0">1 23 8970,'0'0'6691,"31"0"-5398,-24 0-1224,241-7 1529,-198-1-1445,-26 3 981,1 2 3591,-25 23-4321,-2 61-24,0-42-263,5 63 0,-2-88-114,2 0 0,0 0 0,0-1 0,1 1 1,1-1-1,0 0 0,1 0 0,9 14 0,42 51 26,-103-74 351,-18-6-170,16 0 60,-47 5 0,83-2-316,0 0 0,0 1 0,0 1 0,0 0 0,1 0 0,-1 1 0,1 1 0,0 0 0,-12 7 0,22-11-69,0-1 0,0 1 0,0-1 0,1 0 1,-1 1-1,0 0 0,1-1 0,-1 1 1,0-1-1,1 1 0,-1 0 0,1-1 0,-1 1 1,1 0-1,-1 0 0,1-1 0,-1 1 1,1 0-1,0 0 0,-1 0 0,1 0 0,0-1 1,0 1-1,0 1 0,0-1-179,1 0 0,-1-1 1,1 1-1,-1 0 0,1-1 0,0 1 0,0 0 1,-1-1-1,1 1 0,0-1 0,0 1 0,-1-1 1,1 1-1,0-1 0,0 0 0,0 1 0,0-1 1,0 0-1,0 0 0,0 0 0,-1 0 0,1 0 1,2 0-1,32 1-8681</inkml:trace>
</inkml:ink>
</file>

<file path=ppt/ink/ink3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0.964"/>
    </inkml:context>
    <inkml:brush xml:id="br0">
      <inkml:brushProperty name="width" value="0.025" units="cm"/>
      <inkml:brushProperty name="height" value="0.025" units="cm"/>
    </inkml:brush>
  </inkml:definitions>
  <inkml:trace contextRef="#ctx0" brushRef="#br0">1 1 5129,'0'0'10586,"20"2"-9727,12 2-434,-1 1 0,1 2 0,-1 1 0,0 1 0,30 14 0,-45-15-154,0 1-1,-1 0 1,0 1-1,0 0 1,-1 1-1,-1 1 1,18 19-1,-23-22-164,-1 0 0,0 1 0,-1 0 0,0 0 0,0 0 0,-1 1 0,-1 0 0,0 0 0,0 0 0,-1 1 0,0-1 0,1 18 0,-2-8 17,0 1 0,-2-1 0,-1 1 0,0 0 0,-1-1-1,-2 0 1,0 1 0,-1-2 0,-2 1 0,0 0 0,-1-1 0,0-1-1,-2 1 1,-13 18 0,-14 21-125,-3-2 1,-73 81-1,112-137-315,0 0 0,1-1 0,-1 1-1,0 0 1,0 0 0,0-1 0,0 1 0,0 0 0,0-1 0,0 1 0,0-1 0,0 1 0,0-1-1,0 1 1,0-1 0,0 0 0,-2 0 0</inkml:trace>
</inkml:ink>
</file>

<file path=ppt/ink/ink3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5.596"/>
    </inkml:context>
    <inkml:brush xml:id="br0">
      <inkml:brushProperty name="width" value="0.025" units="cm"/>
      <inkml:brushProperty name="height" value="0.025" units="cm"/>
    </inkml:brush>
  </inkml:definitions>
  <inkml:trace contextRef="#ctx0" brushRef="#br0">0 267 7314,'0'0'12453,"11"-4"-11968,11-6-354,0-1 1,-1-1-1,0-1 0,-1 0 0,0-2 0,-1 0 0,-1-1 0,-1-1 0,0-1 0,-1 0 0,-1-1 1,16-26-1,-28 65-174,-1-1 0,-1 33 1,-1 20-91,0-41-2592,27-32 2693,48-23 461,130-59 1,-197 78-350,0 1 1,0-1 0,0-1-1,-1 1 1,0-2 0,8-7-1,-13 13-33,-1-1 1,1 0-1,0 0 0,-1 0 0,1 0 0,-1-1 0,1 1 0,-1 0 0,0 0 0,0-1 0,0 1 0,0-1 1,0 1-1,-1-1 0,1 1 0,-1-1 0,0 0 0,0 1 0,0-1 0,0 0 0,0 1 0,0-1 1,-1 1-1,1-1 0,-1 1 0,-1-4 0,1 5-23,0 0 0,0 0 1,0 0-1,0 0 0,0 0 0,-1 0 1,1 0-1,0 0 0,-1 1 0,1-1 1,0 0-1,-1 1 0,1-1 0,-1 1 1,1 0-1,-1-1 0,1 1 0,-1 0 1,-1 0-1,-38 0 444,27 0-437,11 0-3,0-1-1,-1 1 1,1 0 0,0 0-1,0 1 1,0-1 0,0 1-1,0-1 1,0 1 0,0 0-1,0 0 1,0 0 0,0 1-1,0-1 1,1 1 0,-1-1-1,0 1 1,1 0-1,-1 0 1,1 0 0,0 0-1,0 1 1,0-1 0,0 0-1,0 1 1,0 0 0,1-1-1,-1 1 1,1 0 0,0 0-1,0 0 1,0 0 0,0 0-1,0 0 1,1 0-1,-1 0 1,1 0 0,0 0-1,0 0 1,0 6 0,0-4-18,0 0 0,0 0 0,1 0 0,-1-1 0,1 1 1,0 0-1,0 0 0,1 0 0,-1-1 0,1 1 0,0-1 1,0 1-1,4 5 0,-2-6-54,0 0 1,0 0 0,1-1-1,-1 0 1,1 0 0,-1 0-1,1 0 1,0 0 0,0-1-1,0 0 1,1 0 0,6 1-1,14 4-1420,0-1 1,27 3-1,-7-8-4080</inkml:trace>
</inkml:ink>
</file>

<file path=ppt/ink/ink3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5.854"/>
    </inkml:context>
    <inkml:brush xml:id="br0">
      <inkml:brushProperty name="width" value="0.025" units="cm"/>
      <inkml:brushProperty name="height" value="0.025" units="cm"/>
    </inkml:brush>
  </inkml:definitions>
  <inkml:trace contextRef="#ctx0" brushRef="#br0">276 1 12123,'0'0'12298,"-96"199"-10377,83-142-793,7-2-544,-1-7-304,1-6-200,6-10-80,-7-7-96,-5-5-512,-1-11-960,-32-9-1097,13 0-2688,-7 0-4225</inkml:trace>
</inkml:ink>
</file>

<file path=ppt/ink/ink3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6.307"/>
    </inkml:context>
    <inkml:brush xml:id="br0">
      <inkml:brushProperty name="width" value="0.025" units="cm"/>
      <inkml:brushProperty name="height" value="0.025" units="cm"/>
    </inkml:brush>
  </inkml:definitions>
  <inkml:trace contextRef="#ctx0" brushRef="#br0">1 13 8026,'0'0'7891,"29"-2"-5361,236-9 2676,-97 11-3207,-175 27-1539,3-17-424,2-5-33,0 0 0,0 0 0,0 0-1,0 1 1,1-1 0,0 0 0,-1 8 0,3-11-4,-1-1 1,0 0-1,1 0 0,-1 1 0,1-1 1,-1 0-1,1 0 0,-1 0 0,1 0 0,0 0 1,0 0-1,0 0 0,-1 0 0,1 0 0,0 0 1,0-1-1,0 1 0,0 0 0,0 0 1,1-1-1,-1 1 0,0-1 0,0 1 0,0-1 1,0 1-1,1-1 0,-1 0 0,0 0 1,0 0-1,1 0 0,-1 1 0,0-1 0,0-1 1,1 1-1,-1 0 0,0 0 0,2-1 1,7 2-11,1-1 0,-1-1 0,1 0 0,0 0 0,-1-1 0,0-1 0,1 1 0,-1-2 0,0 1 0,14-9 1,-3 0 4,-17 9 66,1 0 1,-1 0-1,1 1 0,0-1 0,0 1 0,9-3 1,-13 5 349,0 23-300,0-19-427,0 0 0,0 1 0,0-1-1,1 0 1,-1 0 0,1 0 0,0 0 0,1 0 0,-1-1 0,0 1 0,1-1 0,0 1 0,0-1 0,0 0 0,0 0 0,0 0 0,1 0 0,-1-1-1,1 1 1,0-1 0,0 0 0,0 0 0,0-1 0,0 1 0,0-1 0,0 0 0,1 0 0,-1 0 0,0 0 0,1-1 0,5 0 0,21 1-6037</inkml:trace>
</inkml:ink>
</file>

<file path=ppt/ink/ink3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6.573"/>
    </inkml:context>
    <inkml:brush xml:id="br0">
      <inkml:brushProperty name="width" value="0.025" units="cm"/>
      <inkml:brushProperty name="height" value="0.025" units="cm"/>
    </inkml:brush>
  </inkml:definitions>
  <inkml:trace contextRef="#ctx0" brushRef="#br0">65 177 13035,'0'0'12589,"-11"13"-12275,-31 40-142,31-39 149,11-27 470,0-7-701,1 0 1,0 0-1,6-24 1,-5 35-158,1 1 1,0-1-1,0 1 1,0 0-1,1 0 1,0 0 0,1 0-1,0 1 1,11-13-1,16-8-3203,5 15-3431,-22 7 435</inkml:trace>
</inkml:ink>
</file>

<file path=ppt/ink/ink3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7.066"/>
    </inkml:context>
    <inkml:brush xml:id="br0">
      <inkml:brushProperty name="width" value="0.025" units="cm"/>
      <inkml:brushProperty name="height" value="0.025" units="cm"/>
    </inkml:brush>
  </inkml:definitions>
  <inkml:trace contextRef="#ctx0" brushRef="#br0">1 1 11707,'0'0'14105,"9"8"-13597,31 27-254,-39-34-241,1 1-1,-1-1 1,1 1 0,-1-1 0,0 1 0,0-1 0,0 1 0,0-1 0,0 1 0,0 0-1,-1 0 1,1-1 0,0 1 0,-1 0 0,1 0 0,-1 0 0,0 0 0,0 0-1,0 0 1,0 0 0,0 0 0,0 0 0,0-1 0,0 1 0,-1 0 0,1 0 0,-1 0-1,0 0 1,1 0 0,-3 2 0,2-1 4,-1 1 0,0-1 0,0 0 0,-1 1 0,1-1 0,-1-1-1,1 1 1,-1 0 0,0-1 0,-7 5 0,9-6-13,17-2-3,9-2-37,0-2 0,0-1 0,43-17 0,4-1-233,-39 14 151,-15 5 75,0-1 1,-1 2-1,2 0 1,29-1-1,-47 5 585,-1 16 490,0-11-942,0 1 0,0 0 0,0-1 1,1 1-1,-1-1 0,3 8 0,-2-11-203,0 0 0,0-1 0,0 1 0,0 0-1,0-1 1,0 1 0,0-1 0,1 0 0,-1 1-1,1-1 1,-1 0 0,1 0 0,-1 0 0,1 0-1,0 0 1,-1 0 0,1 0 0,0 0 0,0-1-1,0 1 1,3 0 0,27 5-4085,0-2-2408</inkml:trace>
</inkml:ink>
</file>

<file path=ppt/ink/ink3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7.444"/>
    </inkml:context>
    <inkml:brush xml:id="br0">
      <inkml:brushProperty name="width" value="0.025" units="cm"/>
      <inkml:brushProperty name="height" value="0.025" units="cm"/>
    </inkml:brush>
  </inkml:definitions>
  <inkml:trace contextRef="#ctx0" brushRef="#br0">1 93 8210,'0'0'10590,"21"-15"-10485,67-47-47,-58 46-10,-28 16 142,-3 7 133,0-1 0,0 0-1,0 0 1,-1 0-1,0 0 1,0 0-1,-1 0 1,-6 10-1,5-10-248,1 1-1,0 0 0,0-1 0,0 1 0,1 0 1,-2 10-1,3-11-92,0 0 0,0 0 1,1 1-1,0-1 0,0 0 1,0 0-1,1 1 0,0-1 1,0 0-1,4 10 0,-4-14-118,0-1 0,0 1-1,0 0 1,1-1 0,-1 1 0,0 0 0,1-1-1,0 0 1,-1 1 0,1-1 0,0 0-1,-1 0 1,4 1 0,-1 0-524,1 0 1,-1-1-1,1 1 0,0-1 1,0 0-1,0-1 0,5 1 1,21-1-7279</inkml:trace>
</inkml:ink>
</file>

<file path=ppt/ink/ink3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7.643"/>
    </inkml:context>
    <inkml:brush xml:id="br0">
      <inkml:brushProperty name="width" value="0.025" units="cm"/>
      <inkml:brushProperty name="height" value="0.025" units="cm"/>
    </inkml:brush>
  </inkml:definitions>
  <inkml:trace contextRef="#ctx0" brushRef="#br0">1 0 17052,'0'0'9994,"0"49"-11571,25-24-2431,7-9-4810</inkml:trace>
</inkml:ink>
</file>

<file path=ppt/ink/ink3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7.892"/>
    </inkml:context>
    <inkml:brush xml:id="br0">
      <inkml:brushProperty name="width" value="0.025" units="cm"/>
      <inkml:brushProperty name="height" value="0.025" units="cm"/>
    </inkml:brush>
  </inkml:definitions>
  <inkml:trace contextRef="#ctx0" brushRef="#br0">0 1 13083,'0'0'15283,"13"9"-15283,-13-2-472,0 9-1000,0 13-1297,0-4-2944,0 1-2121</inkml:trace>
</inkml:ink>
</file>

<file path=ppt/ink/ink3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18.045"/>
    </inkml:context>
    <inkml:brush xml:id="br0">
      <inkml:brushProperty name="width" value="0.025" units="cm"/>
      <inkml:brushProperty name="height" value="0.025" units="cm"/>
    </inkml:brush>
  </inkml:definitions>
  <inkml:trace contextRef="#ctx0" brushRef="#br0">635 0 12459,'0'0'9170,"-198"141"-7330,133-93-1144,-5 4-696,-46 25-432,20-10-1648,6-6-3370</inkml:trace>
</inkml:ink>
</file>

<file path=ppt/ink/ink3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27.695"/>
    </inkml:context>
    <inkml:brush xml:id="br0">
      <inkml:brushProperty name="width" value="0.025" units="cm"/>
      <inkml:brushProperty name="height" value="0.025" units="cm"/>
    </inkml:brush>
  </inkml:definitions>
  <inkml:trace contextRef="#ctx0" brushRef="#br0">0 92 1792,'0'0'14006,"9"-5"-13258,1-1-614,0 0 0,1 1 0,18-6 0,-27 10-76,1 0 0,0 0 0,-1 0-1,1 0 1,0 1 0,-1-1 0,1 1-1,0 0 1,-1-1 0,1 1 0,0 1-1,0-1 1,-1 0 0,1 1-1,0-1 1,-1 1 0,1 0 0,-1 0-1,1 0 1,-1 0 0,1 0 0,-1 1-1,0-1 1,1 1 0,-1-1 0,3 4-1,1 4 136,-1-1 0,0 1-1,-1 1 1,0-1 0,-1 0-1,0 1 1,0 0 0,2 13-1,-2 4 226,1 52 0,-4-78-382,1-1-30,0-1 0,0 0 0,-1 1 0,1-1 0,0 1 0,-1-1 0,1 0 0,0 1 0,-1-1 0,1 0 0,-1 0 0,1 1 0,-1-1 0,1 0 0,-1 0 0,0 0 0,1 0 0,-1 0 0,0 1 0,0-1 0,0 0 0,1-2 0,2-5-17,13-25-132,2 1 0,0 1 0,3 0 0,0 2 0,50-53 0,-71 82 149,0-1-1,1 0 1,-1 1 0,1-1-1,-1 1 1,1-1-1,-1 0 1,1 1-1,-1-1 1,1 1-1,-1 0 1,1-1-1,0 1 1,-1-1-1,1 1 1,0 0 0,-1-1-1,1 1 1,0 0-1,-1 0 1,1 0-1,0 0 1,0-1-1,-1 1 1,1 0-1,0 0 1,0 0 0,-1 0-1,1 1 1,0-1-1,-1 0 1,1 0-1,0 0 1,0 1-1,-1-1 1,1 0-1,0 1 1,-1-1-1,1 0 1,-1 1 0,1-1-1,0 1 1,-1-1-1,1 1 1,-1-1-1,1 1 1,-1-1-1,0 1 1,1 0-1,-1-1 1,1 1 0,-1 0-1,0-1 1,0 1-1,1 0 1,-1-1-1,0 1 1,0 0-1,0 0 1,0-1-1,0 1 1,0 0-1,0 0 1,0-1 0,0 2-1,0 0 37,37 140 957,-35-130-965,-1 0-1,0-1 1,-1 1-1,-2 12 1,1 5-470,1-27 278,0-2 105,0 1 0,0-1 1,0 0-1,1 0 0,-1 1 1,0-1-1,0 0 0,0 1 1,0-1-1,0 0 1,0 0-1,1 1 0,-1-1 1,0 0-1,0 0 0,0 1 1,1-1-1,-1 0 0,0 0 1,0 0-1,1 1 1,-1-1-1,0 0 0,0 0 1,1 0-1,-1 0 0,0 0 1,0 0-1,1 0 0,-1 1 1,0-1-1,1 0 1,-1 0-1,0 0 0,1 0 1,-1 0-1,0 0 0,0 0 1,1 0-1,-1-1 0,0 1 1,1 0-1,-1 0 0,0 0 1,0 0-1,1 0 1,-1 0-1,0-1 0,1 1 1,-1 0-1,7-1-633,-1 1 0,0-1 0,0 0 1,1 0-1,-1-1 0,0 0 0,0 0 0,0 0 0,10-7 0,22-15-5130</inkml:trace>
</inkml:ink>
</file>

<file path=ppt/ink/ink3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27.932"/>
    </inkml:context>
    <inkml:brush xml:id="br0">
      <inkml:brushProperty name="width" value="0.025" units="cm"/>
      <inkml:brushProperty name="height" value="0.025" units="cm"/>
    </inkml:brush>
  </inkml:definitions>
  <inkml:trace contextRef="#ctx0" brushRef="#br0">1 3 6161,'0'0'10955,"29"0"-9738,193-3 41,-84 3-2808,-138 0 1469,0 0 0,0 1-1,1-1 1,-1 0 0,0 0 0,0 0-1,0 1 1,0-1 0,0 0 0,1 0-1,-1 1 1,0-1 0,0 0 0,0 0-1,0 1 1,0-1 0,0 0 0,0 0-1,0 1 1,0-1 0,0 0 0,0 0-1,0 1 1,0-1 0,0 0 0,0 0-1,0 1 1,0-1 0,0 0 0,0 0-1,-1 1 1,1-1 0,0 0 0,0 0-1,0 0 1,0 1 0,0-1 0,-1 0-1,1 0 1,0 0 0,0 1 0,0-1-1,-1 0 1,1 0 0,0 0 0,0 0-1,-1 0 1,1 1 0,-10 10-2279,-8-4-2403</inkml:trace>
</inkml:ink>
</file>

<file path=ppt/ink/ink3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28.116"/>
    </inkml:context>
    <inkml:brush xml:id="br0">
      <inkml:brushProperty name="width" value="0.025" units="cm"/>
      <inkml:brushProperty name="height" value="0.025" units="cm"/>
    </inkml:brush>
  </inkml:definitions>
  <inkml:trace contextRef="#ctx0" brushRef="#br0">0 7 4001,'0'0'13315,"193"19"-12707,-142-19-312,-6 0-176,-6 0-120,18-6-696,-12-4-1393,-6 1-3152</inkml:trace>
</inkml:ink>
</file>

<file path=ppt/ink/ink3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0.358"/>
    </inkml:context>
    <inkml:brush xml:id="br0">
      <inkml:brushProperty name="width" value="0.025" units="cm"/>
      <inkml:brushProperty name="height" value="0.025" units="cm"/>
    </inkml:brush>
  </inkml:definitions>
  <inkml:trace contextRef="#ctx0" brushRef="#br0">41 7 3393,'0'0'8152,"-5"13"-7337,5-10 5069,35-4-5807,45-9 1,-46 5-60,44-1 1,-75 6-3,-4 7 91,0 1-1,0-1 1,0 1-1,-1-1 1,0 0 0,-1 0-1,0 0 1,0 0-1,0 0 1,-1-1 0,0 1-1,0-1 1,-6 7-1,-10 10-9,-45 40-1,27-26-19,20-20-74,1 1 0,0 0-1,2 1 1,-14 23 0,28-42-3,1 0 1,-1 1-1,1-1 0,0 1 0,0-1 0,-1 1 0,1-1 0,0 1 0,0-1 0,-1 1 1,1-1-1,0 1 0,0 0 0,0-1 0,0 1 0,0-1 0,0 1 0,0-1 0,0 1 0,0-1 1,0 1-1,0 0 0,0-1 0,0 1 0,0-1 0,1 1 0,-1-1 0,0 1 0,0-1 1,1 1-1,-1-1 0,0 1 0,1-1 0,-1 1 0,0-1 0,1 0 0,-1 1 0,1-1 1,-1 1-1,1-1 0,-1 0 0,1 0 0,-1 1 0,1-1 0,-1 0 0,1 0 0,0 1 1,28 2 89,-27-3-71,18-1 156,-1-2 0,0 1 0,0-2 0,0-1-1,36-13 1,24-6-42,-76 23-444,0-1 1,0 1-1,0 0 0,-1-1 1,1 1-1,0-1 1,-1 0-1,1 0 1,4-4-1,9-7-1726,39-28-4179,-30 24 1779</inkml:trace>
</inkml:ink>
</file>

<file path=ppt/ink/ink3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0.856"/>
    </inkml:context>
    <inkml:brush xml:id="br0">
      <inkml:brushProperty name="width" value="0.025" units="cm"/>
      <inkml:brushProperty name="height" value="0.025" units="cm"/>
    </inkml:brush>
  </inkml:definitions>
  <inkml:trace contextRef="#ctx0" brushRef="#br0">227 62 1072,'0'0'10316,"4"-7"-9201,-1 3-772,-2 3-198,0-1 0,1 0-1,-1 1 1,0-1 0,0 0-1,0 0 1,0 0 0,0 0-1,-1 0 1,1 0 0,0 0-1,0-4 1,-36 9 1652,19 3-1534,1 1 0,0 1 0,0 1 0,0 0 0,1 0 0,0 2 0,1 0 0,0 0 0,1 1 0,0 1 0,1 0 0,0 0 0,-14 25 0,24-35-236,-1 0 0,1 0 1,-1 1-1,1-1 0,0 0 0,0 1 1,1-1-1,-1 1 0,1-1 1,0 1-1,0-1 0,0 1 0,0-1 1,1 7-1,0-8-9,0 0-1,-1 0 1,1 0 0,0 0-1,0 0 1,0 0 0,1 0-1,-1-1 1,0 1-1,1 0 1,-1-1 0,1 1-1,-1-1 1,1 0 0,-1 1-1,1-1 1,0 0 0,0 0-1,0 0 1,0 0 0,0-1-1,0 1 1,0 0 0,0-1-1,2 1 1,26 4 144,-1-2 0,1-1 1,0-1-1,0-2 0,30-4 0,-55 4-157,0 0-1,0 0 1,0-1-1,0 1 1,0-1-1,0-1 1,0 1-1,-1-1 0,1 1 1,-1-1-1,0-1 1,0 1-1,0-1 1,0 1-1,0-1 1,-1 0-1,0 0 1,0-1-1,0 1 1,0-1-1,-1 1 0,4-9 1,-3 2 6,1-1 0,-2 1 0,1 0 0,-2-1 0,1 1 0,-2-1 0,1 0 1,-2 1-1,-1-14 0,1 21-9,1 0 1,-1 1 0,0-1 0,0 0-1,-1 1 1,1-1 0,-1 1-1,0-1 1,0 1 0,0 0-1,0 0 1,-1 0 0,1 0-1,-1 0 1,0 0 0,0 1 0,0-1-1,0 1 1,0 0 0,0 0-1,-1 0 1,1 0 0,-1 1-1,1-1 1,-1 1 0,-5-1 0,-6-2-20,-1 1 1,0 0 0,-1 2 0,-26 0 0,42 1-53,0 0 1,0 0-1,0 1 1,1-1-1,-1 0 1,0 1 0,0-1-1,1 1 1,-1-1-1,0 1 1,1-1-1,-1 1 1,0-1-1,1 1 1,-1 0-1,1-1 1,-1 1-1,1 0 1,-1-1 0,1 1-1,0 0 1,-1 0-1,1 0 1,0-1-1,-1 1 1,1 0-1,0 0 1,0 0-1,0 1 1,0-1-206,0-1 0,0 1 0,0 0 0,0-1 0,0 1 0,0 0 1,0-1-1,0 1 0,0 0 0,0-1 0,0 1 0,0 0 0,1-1 0,-1 1 0,0 0 0,1-1 0,-1 1 1,0-1-1,1 1 0,-1-1 0,1 1 0,0 0 0,15 3-5951</inkml:trace>
</inkml:ink>
</file>

<file path=ppt/ink/ink3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1.741"/>
    </inkml:context>
    <inkml:brush xml:id="br0">
      <inkml:brushProperty name="width" value="0.025" units="cm"/>
      <inkml:brushProperty name="height" value="0.025" units="cm"/>
    </inkml:brush>
  </inkml:definitions>
  <inkml:trace contextRef="#ctx0" brushRef="#br0">124 104 3977,'0'0'6297,"4"-2"-5107,13-4 219,-12 4 1711,-18 12-1625,-5 3-1098,1 1 1,1 0-1,0 2 1,-17 20-1,29-31-374,0 0 0,0 1 0,1-1 0,-1 1 0,1-1 0,1 1-1,-1 0 1,1 0 0,0 0 0,0 1 0,1-1 0,0 0-1,0 1 1,1-1 0,-1 1 0,1-1 0,1 1 0,-1-1-1,2 7 1,-1-11-18,0 0 0,-1 0 0,1-1 0,0 1-1,0 0 1,0-1 0,0 1 0,1 0 0,-1-1 0,0 1 0,1-1-1,-1 0 1,1 1 0,-1-1 0,1 0 0,0 0 0,-1 0-1,1 0 1,0 0 0,0 0 0,0-1 0,0 1 0,0-1-1,0 1 1,3-1 0,55 2 225,-40-3-150,-14 1-73,1-1-1,-1 1 0,0-2 1,0 1-1,0-1 1,0 1-1,0-2 0,0 1 1,0-1-1,0 1 0,-1-2 1,0 1-1,1-1 0,-1 1 1,0-1-1,-1-1 0,1 1 1,-1-1-1,0 0 1,0 0-1,0 0 0,-1 0 1,5-9-1,-2 1 9,0-1 0,0 0 0,-2 0 0,0 0-1,0 0 1,-1-1 0,-1 1 0,0-1 0,-1-16 0,-1 22 58,0 0-1,0 0 1,-1 0 0,-1 0 0,1-1 0,-5-10 0,5 17-21,0 1 0,0-1 0,0 1 0,-1 0 0,1 0 0,-1 0 0,1-1 0,-1 2 0,0-1 0,0 0 0,0 0 0,0 0 0,0 1 0,0-1 0,0 1 0,-1 0 0,1 0 0,0-1 0,-1 1 0,1 1 0,-1-1 0,1 0 0,-1 1 0,0-1 0,1 1 0,-1 0 0,1 0 0,-4 0 0,3 0-43,0 0 0,0 0 1,0 0-1,0 0 1,0 1-1,0-1 1,0 1-1,0 0 1,0 0-1,0 0 1,0 0-1,0 0 1,0 1-1,1-1 1,-1 1-1,1 0 1,-1 0-1,-4 4 1,5-2-51,0 0-1,0 0 1,0 0 0,0 0 0,1 0 0,-1 0 0,1 0-1,0 0 1,0 1 0,1-1 0,-1 0 0,1 1 0,0 6-1,0-10-104,0 1-1,0-1 0,0 1 0,0-1 0,0 0 0,1 1 0,-1-1 0,0 0 0,1 1 0,-1-1 0,1 0 0,-1 0 1,1 1-1,0-1 0,-1 0 0,1 0 0,0 0 0,0 0 0,0 0 0,0 0 0,0 0 0,0 0 0,0 0 0,1 1 1,35 7-4587,-31-8 3942,26 3-4870</inkml:trace>
</inkml:ink>
</file>

<file path=ppt/ink/ink3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1.959"/>
    </inkml:context>
    <inkml:brush xml:id="br0">
      <inkml:brushProperty name="width" value="0.025" units="cm"/>
      <inkml:brushProperty name="height" value="0.025" units="cm"/>
    </inkml:brush>
  </inkml:definitions>
  <inkml:trace contextRef="#ctx0" brushRef="#br0">0 1 9874,'0'0'17020,"0"10"-16348,0-7-672,0 3-552,0 4-1169,7 9-687,-7-3-2569,0-3-2081</inkml:trace>
</inkml:ink>
</file>

<file path=ppt/ink/ink3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2:32.129"/>
    </inkml:context>
    <inkml:brush xml:id="br0">
      <inkml:brushProperty name="width" value="0.025" units="cm"/>
      <inkml:brushProperty name="height" value="0.025" units="cm"/>
    </inkml:brush>
  </inkml:definitions>
  <inkml:trace contextRef="#ctx0" brushRef="#br0">290 0 12467,'0'0'9090,"-193"160"-9090,155-111-464,5-11-2209,8-3-4081</inkml:trace>
</inkml:ink>
</file>

<file path=ppt/ink/ink3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9.663"/>
    </inkml:context>
    <inkml:brush xml:id="br0">
      <inkml:brushProperty name="width" value="0.025" units="cm"/>
      <inkml:brushProperty name="height" value="0.025" units="cm"/>
    </inkml:brush>
  </inkml:definitions>
  <inkml:trace contextRef="#ctx0" brushRef="#br0">399 0 11642,'0'0'9561,"-28"7"-7226,-91 27-697,109-30-1500,0 1 1,1 0-1,-1 0 0,1 1 1,0 0-1,0 1 0,1-1 0,0 2 1,0-1-1,1 1 0,0 0 1,0 1-1,1 0 0,0 0 1,0 0-1,-6 17 0,1-3-16,1 1-1,1 0 0,1 0 1,1 1-1,1 0 1,-5 48-1,7 158-923,5-140-1128,-1-91 1789,0 1-1,0-1 0,0 1 1,0-1-1,-1 1 0,1-1 1,0 1-1,0-1 0,0 1 1,-1-1-1,1 1 0,0-1 1,0 1-1,-1-1 0,1 1 1,-1-1-1,1 1 0,0-1 1,-1 0-1,1 1 0,-1-1 1,1 0-1,-1 1 0,1-1 1,-1 0-1,1 0 0,-1 0 1,1 1-1,-1-1 0,1 0 1,-1 0-1,1 0 0,-1 0 1,1 0-1,-1 0 0,1 0 0,-1 0 1,0 0-1,1 0 0,-1 0 1,1 0-1,-1 0 0,1-1 1,-1 1-1,0 0 0,-7-1-2787,-10 1-4324</inkml:trace>
</inkml:ink>
</file>

<file path=ppt/ink/ink3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29.974"/>
    </inkml:context>
    <inkml:brush xml:id="br0">
      <inkml:brushProperty name="width" value="0.025" units="cm"/>
      <inkml:brushProperty name="height" value="0.025" units="cm"/>
    </inkml:brush>
  </inkml:definitions>
  <inkml:trace contextRef="#ctx0" brushRef="#br0">1 3 9818,'0'0'12275,"32"0"-10738,231-3 1049,-85 6-2060,-177-2-516,0 0 0,0-1 0,-1 1 0,1 0 0,0 0 0,0 0 0,-1 0 0,1-1 0,-1 1 0,1 0 0,-1 0 1,1 0-1,-1 0 0,0 0 0,1 0 0,-1 0 0,0 1 0,0-1 0,0 0 0,0 0 0,0 0 0,0 0 0,0 0 0,0 0 0,0 0 0,0 0 1,-1 0-1,0 2 0,-5 35 96,4-23-599,-1 1-1,1 29 0,2-44 300,0 0 1,1-1-1,-1 1 1,1 0-1,-1 0 1,1 0-1,-1 0 1,1 0-1,-1-1 1,1 1-1,0 0 1,-1 0-1,1-1 1,0 1-1,0 0 1,-1-1-1,1 1 1,0-1-1,0 1 1,0-1-1,0 0 1,0 1-1,0-1 1,0 0-1,0 0 1,0 1-1,0-1 1,0 0-1,0 0 1,0 0-1,0 0 1,0 0-1,0 0 1,0-1-1,1 1 1,2 0-864,21 1-4993</inkml:trace>
</inkml:ink>
</file>

<file path=ppt/ink/ink3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0.161"/>
    </inkml:context>
    <inkml:brush xml:id="br0">
      <inkml:brushProperty name="width" value="0.025" units="cm"/>
      <inkml:brushProperty name="height" value="0.025" units="cm"/>
    </inkml:brush>
  </inkml:definitions>
  <inkml:trace contextRef="#ctx0" brushRef="#br0">1 23 7642,'0'0'15835,"44"-23"-16667,-18 26-1553,-13 10-2456,6 0-3440</inkml:trace>
</inkml:ink>
</file>

<file path=ppt/ink/ink3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0.487"/>
    </inkml:context>
    <inkml:brush xml:id="br0">
      <inkml:brushProperty name="width" value="0.025" units="cm"/>
      <inkml:brushProperty name="height" value="0.025" units="cm"/>
    </inkml:brush>
  </inkml:definitions>
  <inkml:trace contextRef="#ctx0" brushRef="#br0">1 1 11923,'139'56'4529,"-112"-45"-1922,-19-5 3386,10 7-4191,-16-11-1801,0 0 0,0-1-1,0 1 1,0-1 0,0 0 0,0 1 0,1-1 0,-1 0 0,0 0 0,1 0 0,-1-1 0,1 1-1,-1-1 1,1 1 0,-1-1 0,1 0 0,-1 0 0,1 0 0,-1 0 0,1 0 0,-1-1 0,1 1-1,-1-1 1,1 0 0,3-1 0,5-3-339,0 0-1,-1-1 0,1 0 1,10-9-1,9-4 854,-29 18-55,1 1-416,0 0 1,0 1-1,-1-1 1,1 0-1,0 1 1,0-1-1,-1 1 0,1-1 1,0 1-1,-1 0 1,1 0-1,-1-1 1,1 1-1,-1 0 1,1 1-1,-1-1 0,0 0 1,0 0-1,2 2 1,-1 0-272,0-1 0,1 0 0,-1 0 1,0 0-1,1 0 0,-1-1 0,1 1 1,0-1-1,3 2 0,49 12-7257,-29-14 1518</inkml:trace>
</inkml:ink>
</file>

<file path=ppt/ink/ink3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0.984"/>
    </inkml:context>
    <inkml:brush xml:id="br0">
      <inkml:brushProperty name="width" value="0.025" units="cm"/>
      <inkml:brushProperty name="height" value="0.025" units="cm"/>
    </inkml:brush>
  </inkml:definitions>
  <inkml:trace contextRef="#ctx0" brushRef="#br0">85 604 12163,'0'0'14167,"-14"-1"-13506,-41-2-234,54 3-413,0 0 0,1 0 1,-1 0-1,0 1 0,1-1 0,-1 0 0,0 0 1,1 1-1,-1-1 0,0 0 0,1 1 1,-1-1-1,1 0 0,-1 1 0,1-1 0,-1 1 1,1-1-1,-1 1 0,1 0 0,-1-1 0,1 1 1,0-1-1,-1 1 0,1 0 0,0-1 1,-1 1-1,1 0 0,0-1 0,0 1 0,0 0 1,0-1-1,0 2 0,0 24 85,1-19-80,-1-6-19,0 0 1,0 0 0,0 0 0,0 0 0,1 0 0,-1 0 0,0 0-1,1 0 1,-1 0 0,1 0 0,-1 0 0,1 0 0,-1-1-1,1 1 1,-1 0 0,1 0 0,0 0 0,0-1 0,-1 1-1,1 0 1,0-1 0,0 1 0,0-1 0,0 1 0,1 0-1,2 0 2,0 1 0,-1-1-1,1 0 1,0-1 0,-1 1-1,1-1 1,7 0-1,-3 0-27,-1 0-1,1-1 0,-1 0 0,1-1 0,-1 0 0,0 0 1,0 0-1,10-6 0,12-10-246,-2-2-1,0-1 1,-2-1-1,0-2 1,-2 0 0,32-42-1,-28 30-80,-3-2-1,-1 0 0,-1-1 0,23-61 0,-35 76 507,-2 0-1,-1 0 1,0-1-1,-2 0 1,-1-1-1,1-26 1,-5 51-110,0 1 0,0-1 0,0 1 0,0-1 0,0 1 0,0 0 1,0-1-1,0 1 0,0-1 0,0 1 0,-1-1 0,1 1 0,0-1 0,0 1 1,-1-1-1,1 1 0,0 0 0,0-1 0,-1 1 0,1 0 0,0-1 0,-1 1 0,1 0 1,-1-1-1,1 1 0,0 0 0,-1-1 0,1 1 0,-1 0 0,1 0 0,-1 0 1,1 0-1,-1-1 0,1 1 0,0 0 0,-1 0 0,1 0 0,-1 0 0,1 0 1,-1 0-1,1 0 0,-1 0 0,1 0 0,-1 0 0,0 1 0,-22 10 713,14-1-568,0 0 0,1 0 0,1 0-1,0 1 1,0 0 0,1 0 0,1 1 0,0 0-1,0 0 1,1 0 0,-3 15 0,0 8 148,0 0 1,-2 66 0,9 182 183,0-276-560,1-1 0,0 1 1,0-1-1,0 1 0,1-1 1,0 0-1,1 0 0,-1 1 1,1-1-1,0-1 0,7 11 1,-8-14-144,-1 0 0,1-1 0,0 1 0,0-1 0,0 0 0,-1 1 0,1-1 0,0 0 0,1 0 0,-1 0 0,0-1 0,0 1 1,0 0-1,0-1 0,1 1 0,-1-1 0,0 0 0,0 0 0,1 0 0,-1 0 0,0 0 0,1 0 0,-1-1 0,0 1 0,0-1 0,0 0 1,1 1-1,-1-1 0,0 0 0,0 0 0,0 0 0,0-1 0,-1 1 0,1 0 0,0-1 0,2-1 0,23-24-6789</inkml:trace>
</inkml:ink>
</file>

<file path=ppt/ink/ink3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2.059"/>
    </inkml:context>
    <inkml:brush xml:id="br0">
      <inkml:brushProperty name="width" value="0.025" units="cm"/>
      <inkml:brushProperty name="height" value="0.025" units="cm"/>
    </inkml:brush>
  </inkml:definitions>
  <inkml:trace contextRef="#ctx0" brushRef="#br0">537 0 4561,'0'0'12100,"-33"7"-9854,-111 25-377,129-28-1531,0 2 0,0-1-1,0 2 1,1 0-1,0 1 1,0 0-1,-22 19 1,18-14-1,0 1-74,1 1-1,0 0 1,1 1-1,1 1 1,1 1-1,0 0 1,1 0-1,1 2 1,-17 36-1,21-39-213,2 0-1,0 1 0,1-1 0,1 2 1,0-1-1,1 0 0,1 1 1,1-1-1,1 1 0,1-1 1,0 1-1,5 25 0,-3-36-47,-1 0 0,2 0 0,-1-1 1,1 0-1,0 0 0,0 0 0,0 0 0,1 0 0,1-1 0,-1 0 0,1 0 1,0 0-1,0-1 0,0 0 0,1 0 0,0 0 0,0-1 0,0 0 0,0-1 1,1 0-1,0 0 0,8 2 0,3 1-256,0-1 0,1-1 0,-1-1 0,1-1 0,-1 0 0,1-2-1,0 0 1,26-4 0,-35 2-609,0-1 0,0 1 0,-1-2 0,1 0-1,-1 0 1,0-1 0,16-10 0,8-11-5914</inkml:trace>
</inkml:ink>
</file>

<file path=ppt/ink/ink3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2.972"/>
    </inkml:context>
    <inkml:brush xml:id="br0">
      <inkml:brushProperty name="width" value="0.025" units="cm"/>
      <inkml:brushProperty name="height" value="0.025" units="cm"/>
    </inkml:brush>
  </inkml:definitions>
  <inkml:trace contextRef="#ctx0" brushRef="#br0">39 0 624,'0'0'23221,"-19"80"-22549,12-54-360,1-4-216,0-2-88,6-4-8,0-10-512,0 1-824</inkml:trace>
</inkml:ink>
</file>

<file path=ppt/ink/ink3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3.176"/>
    </inkml:context>
    <inkml:brush xml:id="br0">
      <inkml:brushProperty name="width" value="0.025" units="cm"/>
      <inkml:brushProperty name="height" value="0.025" units="cm"/>
    </inkml:brush>
  </inkml:definitions>
  <inkml:trace contextRef="#ctx0" brushRef="#br0">0 0 3265,'0'0'18388,"45"19"-18916,-25 13-1457,-8-3-2072,-5-6-2864</inkml:trace>
</inkml:ink>
</file>

<file path=ppt/ink/ink3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3.562"/>
    </inkml:context>
    <inkml:brush xml:id="br0">
      <inkml:brushProperty name="width" value="0.025" units="cm"/>
      <inkml:brushProperty name="height" value="0.025" units="cm"/>
    </inkml:brush>
  </inkml:definitions>
  <inkml:trace contextRef="#ctx0" brushRef="#br0">1 1 3873,'0'0'19132,"3"24"-18361,11 75-252,-14-97-506,0 1 0,0 0 0,1-1 1,-1 1-1,1-1 0,0 0 1,0 1-1,-1-1 0,2 0 0,-1 1 1,0-1-1,0 0 0,1 0 1,-1 0-1,1 0 0,0 0 1,-1 0-1,1 0 0,0-1 0,0 1 1,0-1-1,0 1 0,0-1 1,1 0-1,-1 0 0,0 0 1,1 0-1,-1 0 0,1 0 0,-1-1 1,1 1-1,-1-1 0,1 0 1,3 0-1,1 0-72,0-1 1,-1 0 0,1 0-1,-1-1 1,0 0-1,1 0 1,-1 0 0,0-1-1,6-4 1,34-23-499,61-54 0,-103 88 2906,-2 14-1451,-2-14-932,0 0 1,0 0-1,0 1 1,1-1-1,-1 0 1,1 0 0,0 0-1,0 0 1,1 0-1,-1 0 1,1 0-1,0 0 1,0-1-1,0 1 1,1-1 0,2 4-1,-1-4-443,0-1 1,0-1-1,1 1 0,-1-1 0,0 1 1,1-1-1,8 1 0,18-3-6512,-17-5-738</inkml:trace>
</inkml:ink>
</file>

<file path=ppt/ink/ink3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3.827"/>
    </inkml:context>
    <inkml:brush xml:id="br0">
      <inkml:brushProperty name="width" value="0.025" units="cm"/>
      <inkml:brushProperty name="height" value="0.025" units="cm"/>
    </inkml:brush>
  </inkml:definitions>
  <inkml:trace contextRef="#ctx0" brushRef="#br0">64 1 12291,'0'0'14675,"-64"195"-13651,64-143-160,0-4-408,0-7-328,0-5-80,0-11-48,0-5-144,0-8-600,0-8-656</inkml:trace>
</inkml:ink>
</file>

<file path=ppt/ink/ink3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4.011"/>
    </inkml:context>
    <inkml:brush xml:id="br0">
      <inkml:brushProperty name="width" value="0.025" units="cm"/>
      <inkml:brushProperty name="height" value="0.025" units="cm"/>
    </inkml:brush>
  </inkml:definitions>
  <inkml:trace contextRef="#ctx0" brushRef="#br0">0 1 13003,'0'0'9770,"199"0"-9770,-96 0-1160,-13 0-3313,-7 0-4649</inkml:trace>
</inkml:ink>
</file>

<file path=ppt/ink/ink3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4.232"/>
    </inkml:context>
    <inkml:brush xml:id="br0">
      <inkml:brushProperty name="width" value="0.025" units="cm"/>
      <inkml:brushProperty name="height" value="0.025" units="cm"/>
    </inkml:brush>
  </inkml:definitions>
  <inkml:trace contextRef="#ctx0" brushRef="#br0">199 1 15595,'0'0'12779,"-89"198"-11755,82-140-440,7-3-296,0-4-192,0-9-88,0-4-8,0-9-248,0-10-456,0-9-560,0-4-760,-13-6-769,-19-6-2296,7-23-1288,-7-3-2977</inkml:trace>
</inkml:ink>
</file>

<file path=ppt/ink/ink3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4.700"/>
    </inkml:context>
    <inkml:brush xml:id="br0">
      <inkml:brushProperty name="width" value="0.025" units="cm"/>
      <inkml:brushProperty name="height" value="0.025" units="cm"/>
    </inkml:brush>
  </inkml:definitions>
  <inkml:trace contextRef="#ctx0" brushRef="#br0">0 18 7938,'0'0'11670,"38"-3"-9708,121-8-451,70 7 1240,-144 5-2363,-83-1-132,-3 3-205,-1-1 0,0 0-1,0 0 1,0 0-1,0 0 1,0-1 0,-1 1-1,1-1 1,0 1 0,-1-1-1,1 0 1,-4 2 0,0 0 40,2 0-79,-1 0 0,1 0 1,0 0-1,0 1 0,0-1 1,0 1-1,1 0 0,0 1 1,-1-1-1,2 0 0,-1 1 1,0 0-1,1 0 0,0-1 1,0 1-1,0 1 0,1-1 1,0 0-1,0 0 0,0 0 1,1 1-1,-1-1 0,1 0 1,1 9-1,1-13-11,0 0 1,0 0 0,0-1-1,1 1 1,-1-1-1,0 1 1,0-1 0,0 0-1,1 1 1,-1-1-1,0 0 1,0-1-1,5 0 1,-3 1 1,4 0 0,1 0 0,-1-1-1,1 0 1,-1-1 0,1 0 0,-1 0-1,0-1 1,0 0 0,0 0-1,11-7 1,-3 0 11,-2 0-1,0-2 1,25-24-1,-38 35 1489,14 27-3254,-10-25 1026,0 1 1,0-1 0,0 0-1,0 0 1,1 0 0,-1-1-1,0 0 1,9-1 0,-1 1-2053,13 0-3394</inkml:trace>
</inkml:ink>
</file>

<file path=ppt/ink/ink3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4.966"/>
    </inkml:context>
    <inkml:brush xml:id="br0">
      <inkml:brushProperty name="width" value="0.025" units="cm"/>
      <inkml:brushProperty name="height" value="0.025" units="cm"/>
    </inkml:brush>
  </inkml:definitions>
  <inkml:trace contextRef="#ctx0" brushRef="#br0">1 177 10306,'0'0'16705,"4"17"-15737,19 84 197,-21-95-867,-1-8-148,-1-17-166,-4-29-327,2 38 212,-12-79-695,13 81 604,0 0 0,1 0 0,0 0 0,1 1 0,0-1 0,0 0 0,1 0 0,0 1 0,3-10 0,-3 15-18,-1-1-1,1 0 1,0 1-1,-1-1 1,1 1-1,0 0 0,0 0 1,1 0-1,-1 0 1,0 0-1,1 0 1,-1 1-1,1-1 1,0 1-1,-1-1 1,1 1-1,0 0 1,3-1-1,56-6-7009,-30 8 2112</inkml:trace>
</inkml:ink>
</file>

<file path=ppt/ink/ink3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5.492"/>
    </inkml:context>
    <inkml:brush xml:id="br0">
      <inkml:brushProperty name="width" value="0.025" units="cm"/>
      <inkml:brushProperty name="height" value="0.025" units="cm"/>
    </inkml:brush>
  </inkml:definitions>
  <inkml:trace contextRef="#ctx0" brushRef="#br0">255 81 6385,'0'0'19202,"-21"8"-17886,-61 23-462,80-30-830,0-1-1,0 1 1,0 0 0,0 0 0,1 0 0,-1 0 0,0 0 0,1 0 0,-1 0 0,0 0 0,1 1 0,-1-1 0,1 1 0,0-1-1,0 1 1,-1-1 0,1 1 0,0 0 0,0 0 0,0 0 0,1-1 0,-1 1 0,0 0 0,1 0 0,-1 0 0,1 0 0,0 0-1,0 0 1,-1 0 0,1 0 0,0 0 0,1 0 0,-1 0 0,0 0 0,2 3 0,-1 7 53,0 1-56,0 1-1,2-1 0,-1 1 0,2-1 0,0 0 0,6 15 1,-4-15-21,-2 0 0,0 0 0,0 0 0,-1 0 0,-1 0 0,1 18 0,-2-26 1,-1 0 1,0 0-1,-1 0 0,1 0 1,-1 0-1,0 0 1,0-1-1,0 1 0,-1 0 1,0 0-1,0-1 1,-2 5-1,1-6-1,1-1 0,0 0-1,-1 0 1,0 0 0,1 0 0,-1 0 0,0 0-1,0-1 1,0 1 0,0-1 0,-1 0 0,1 0 0,0 0-1,0 0 1,-1-1 0,1 1 0,0-1 0,-7 0-1,6 0 24,-5 1-124,0 0-1,0-1 0,0-1 0,0 1 1,-13-4-1,20 4 66,1-1 0,0 1 0,0 0-1,0-1 1,-1 1 0,1-1 0,0 0 0,0 1 0,0-1-1,0 0 1,0 0 0,0 0 0,0 0 0,0 0 0,0 0 0,1 0-1,-1 0 1,0 0 0,0-1 0,1 0-8,-1 0-1,1 0 1,0 0 0,0 0 0,0 0-1,0 0 1,0 1 0,0-1 0,1 0-1,-1 0 1,1 0 0,-1 0 0,1 1-1,0-1 1,-1 0 0,1 0 0,2-1-1,2-5-23,2 1-1,-1 0 1,1 1-1,0 0 1,0 0-1,1 0 0,-1 1 1,1 0-1,1 1 1,13-7-1,9-5-50,66-37-60,59-36-442,-136 76 554,-1-1 1,0-1-1,-1-1 0,0-1 0,18-21 1,-34 36 96,-1 0 1,1-1-1,0 1 0,0 0 1,-1-1-1,1 1 1,-1-1-1,0 1 1,0-1-1,0 0 1,0 1-1,0-1 0,-1 0 1,1 0-1,-1 0 1,0 0-1,0 1 1,0-1-1,0 0 1,0 0-1,-1-3 1,0 3 28,-1 1 0,1-1 1,0 1-1,-1 0 1,0 0-1,0 0 0,0 0 1,1 0-1,-2 0 1,1 0-1,0 1 1,0-1-1,-1 1 0,1 0 1,0-1-1,-1 1 1,1 0-1,-1 0 0,0 1 1,-4-2-1,-1 0 95,0 0 0,0 1 0,1 0-1,-1 0 1,0 0 0,0 1 0,-10 1-1,17-1-131,-1 1-1,0-1 1,0 1-1,0-1 1,1 1 0,-1 0-1,0 0 1,1 0-1,-1 0 1,0 0-1,1 0 1,-1 0 0,1 0-1,0 1 1,-1-1-1,1 0 1,0 1-1,0-1 1,0 1-1,0 0 1,0-1 0,0 1-1,0 0 1,1-1-1,-1 1 1,1 0-1,-1 0 1,1 0-1,-1 0 1,1-1 0,0 1-1,0 0 1,0 0-1,1 2 1,-2 3-81,1 0 0,0 1 0,0-1 1,1 0-1,0 1 0,0-1 0,1 0 1,0 0-1,0 0 0,1 0 0,0 0 0,0-1 1,0 1-1,1-1 0,0 0 0,0 0 1,1 0-1,0-1 0,0 1 0,0-1 1,1 0-1,-1 0 0,1-1 0,0 0 0,0 0 1,1 0-1,6 2 0,0-2-990,-1 0 1,1-1-1,0-1 0,0 0 1,20 0-1,12-1-5039</inkml:trace>
</inkml:ink>
</file>

<file path=ppt/ink/ink3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5.769"/>
    </inkml:context>
    <inkml:brush xml:id="br0">
      <inkml:brushProperty name="width" value="0.025" units="cm"/>
      <inkml:brushProperty name="height" value="0.025" units="cm"/>
    </inkml:brush>
  </inkml:definitions>
  <inkml:trace contextRef="#ctx0" brushRef="#br0">109 0 16700,'0'0'11175,"-14"27"-9268,-44 92-650,50-100-1098,2 1 0,0-1 0,1 1 0,1 0 0,1 1 0,0-1 0,2 1 0,0-1 0,5 38 0,-2 6-21,-2-52-199,1 8-522,0-19 542,-1-1 1,0 1 0,1 0 0,-1-1 0,1 1 0,-1-1 0,1 1 0,0-1 0,-1 0 0,1 1-1,-1-1 1,1 0 0,0 1 0,-1-1 0,1 0 0,0 0 0,-1 1 0,1-1 0,0 0 0,-1 0-1,1 0 1,0 0 0,-1 0 0,1 0 0,1 0 0,0-1-178,-1 0 0,1 0 0,-1 1-1,1-1 1,-1 0 0,0 0 0,1-1 0,-1 1 0,0 0 0,0 0-1,0-1 1,0 1 0,0 0 0,0-1 0,0 1 0,0-1 0,-1 1 0,1-1-1,-1 0 1,1 1 0,0-3 0,1-1-874,11-29-5605,-6-3-4073</inkml:trace>
</inkml:ink>
</file>

<file path=ppt/ink/ink3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5.941"/>
    </inkml:context>
    <inkml:brush xml:id="br0">
      <inkml:brushProperty name="width" value="0.025" units="cm"/>
      <inkml:brushProperty name="height" value="0.025" units="cm"/>
    </inkml:brush>
  </inkml:definitions>
  <inkml:trace contextRef="#ctx0" brushRef="#br0">1 20 13731,'0'0'11274,"179"0"-11274,-127 0-536,-1 0-1560,-6 0-2617,-7-20-3481</inkml:trace>
</inkml:ink>
</file>

<file path=ppt/ink/ink3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6.202"/>
    </inkml:context>
    <inkml:brush xml:id="br0">
      <inkml:brushProperty name="width" value="0.025" units="cm"/>
      <inkml:brushProperty name="height" value="0.025" units="cm"/>
    </inkml:brush>
  </inkml:definitions>
  <inkml:trace contextRef="#ctx0" brushRef="#br0">52 0 13395,'0'0'10493,"12"29"-7997,3 4-1888,67 140 1941,-71-151-2362,-1 0-1,-1 1 1,-1 0-1,-1 0 1,-1 1 0,-1 0-1,-2 0 1,0 0-1,-1 0 1,-1 1 0,-3 26-1,1-45-178,0 0-1,0 0 0,-1 0 1,0 0-1,0 0 1,0-1-1,-1 1 1,0-1-1,0 0 1,0 1-1,0-1 1,-1-1-1,0 1 1,0 0-1,-1-1 0,1 0 1,-1 0-1,0 0 1,0-1-1,-9 6 1,2-3-321,-1 1 0,0-1 0,-1-1 0,0-1 0,1 0 0,-1 0 0,-25 2 0,39-6 166,0 0 0,-1 0 0,1 0-1,-1 1 1,1-1 0,-1 0 0,1 0 0,-1 0 0,1 0 0,0 0-1,-1 0 1,1 0 0,-1 0 0,1 0 0,-1 0 0,1 0 0,-1-1-1,1 1 1,0 0 0,-1 0 0,1 0 0,-1-1 0,1 1 0,0 0-1,-1 0 1,1-1 0,0 1 0,-1 0 0,1 0 0,0-1 0,-1 1-1,1-1 1,0 1 0,0 0 0,-1-1 0,1 1 0,0-1 0,0 1-1,0 0 1,0-1 0,0 1 0,0-1 0,-1 1 0,1-1 0,-1-22-6430</inkml:trace>
</inkml:ink>
</file>

<file path=ppt/ink/ink3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36.857"/>
    </inkml:context>
    <inkml:brush xml:id="br0">
      <inkml:brushProperty name="width" value="0.025" units="cm"/>
      <inkml:brushProperty name="height" value="0.025" units="cm"/>
    </inkml:brush>
  </inkml:definitions>
  <inkml:trace contextRef="#ctx0" brushRef="#br0">495 121 544,'0'0'23516,"-28"-19"-22717,-97-58-277,118 73-480,1 1 0,-1 0-1,0 0 1,0 1-1,0-1 1,0 2 0,0-1-1,-1 1 1,1 0-1,0 0 1,-1 1-1,1 0 1,0 0 0,-1 1-1,1 0 1,0 0-1,-1 1 1,1 0 0,0 0-1,0 1 1,-8 4-1,12-6-34,0 1-1,1-1 1,-1 1-1,1 0 1,0 0-1,-1 0 1,1 0-1,0 0 0,0 0 1,0 1-1,0-1 1,1 0-1,-1 1 1,1 0-1,-1-1 1,1 1-1,0 0 1,0 0-1,0 0 1,0 0-1,1 0 1,-1 0-1,1 0 0,0 0 1,0 0-1,0 0 1,0 0-1,0 0 1,1 0-1,-1 0 1,1-1-1,0 1 1,2 5-1,3 6-6,0 1-1,2-1 0,0 0 1,19 25-1,-18-28 12,3 6-19,0 0 0,-1 1-1,-1 0 1,0 0-1,-2 1 1,0 0-1,-1 1 1,-1 0 0,0 0-1,-2 0 1,-1 0-1,2 42 1,-5-57 9,-1 0-1,1 0 1,-1 0 0,-1 0-1,1 0 1,-1 0 0,0 0-1,0-1 1,0 1 0,-1 0-1,0-1 1,1 0-1,-2 0 1,1 0 0,0 0-1,-1 0 1,0-1 0,0 1-1,0-1 1,0 0 0,0 0-1,-6 3 1,-12 5-27,-1 0-1,1-1 1,-34 9 0,40-14-32,16-5-6,0 0 1,1 0-1,-1 0 1,0 0 0,0-1-1,0 1 1,0 0-1,0 0 1,0 0-1,0 0 1,0-1-1,0 1 1,0 0-1,0 0 1,0 0-1,0-1 1,0 1-1,0 0 1,0 0-1,0 0 1,0 0-1,0-1 1,0 1-1,0 0 1,0 0-1,0 0 1,0-1-1,0 1 1,0 0-1,0 0 1,0 0-1,0 0 1,0 0-1,-1-1 1,1 1 0,0 0-1,0 0 1,0 0-1,0 0 1,0 0-1,0 0 1,-1-1-1,1 1 1,0 0-1,0 0 1,0 0-1,0 0 1,-1 0-1,1 0 1,0 0-1,0 0 1,0 0-1,-1 0 1,1 0-1,0 0 1,0 0-1,-1 0 1,13-14-1128,68-49-6067,-79 62 8165,-5 2-107,-5 2-323,0 1-1,1 0 0,0 1 1,0 0-1,0 0 1,0 1-1,1 0 0,0 0 1,-7 8-1,-1 2 504,1 0 0,-25 37 1,33-44-771,1 1 0,1-1 1,0 1-1,0 0 0,1 0 1,0 1-1,1-1 0,0 0 1,1 1-1,0 0 0,1-1 1,0 1-1,2 13 0,-1-20-166,0 0-1,0 0 1,1 0-1,-1 0 1,1 0-1,0 0 1,1 0-1,-1-1 1,1 1-1,-1-1 1,1 0-1,0 0 1,0 0-1,0 0 1,1 0-1,-1-1 1,1 1-1,-1-1 1,1 0-1,0 0 1,0 0-1,0-1 1,4 2-1,10 3 68,1 0 0,-1-1 0,35 4-1,-7-6 140,57-2 1,-48-1 79,-54 0-461,-4 1-570,-45 20-4157,16-5-994</inkml:trace>
</inkml:ink>
</file>

<file path=ppt/ink/ink3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52.534"/>
    </inkml:context>
    <inkml:brush xml:id="br0">
      <inkml:brushProperty name="width" value="0.025" units="cm"/>
      <inkml:brushProperty name="height" value="0.025" units="cm"/>
    </inkml:brush>
  </inkml:definitions>
  <inkml:trace contextRef="#ctx0" brushRef="#br0">443 223 1744,'0'0'21626,"-2"2"-20812,-45 34-415,2 3 1,2 1 0,1 2-1,2 2 1,2 2 0,3 1-1,1 2 1,-42 80 0,69-114-396,1 0 0,0 0 1,1 1-1,0 0 1,2 0-1,0 0 1,0 0-1,1 25 1,2-39-5,-1 0 0,1 1 0,1-1 0,-1 0 0,0 1 1,1-1-1,-1 0 0,1 0 0,-1 1 0,1-1 0,0 0 1,0 0-1,0 0 0,0 0 0,1 0 0,-1 0 0,0 0 1,1-1-1,0 1 0,-1 0 0,1-1 0,0 1 0,0-1 1,0 0-1,-1 1 0,2-1 0,-1 0 0,0 0 0,0 0 0,0-1 1,4 2-1,6 0 0,0-1 1,1 0 0,-1 0-1,0-2 1,14-1 0,-11 1-1,17-3-27,0-1 0,-1-1 0,0-2 0,0-2 0,-1 0 0,43-22 0,-16 3-71,-1-3 0,66-50 0,-91 59-50,-1-1 0,-1-2 0,-2 0-1,0-3 1,41-56 0,-58 70 99,-1 0-1,0 0 1,-1-1 0,0 0-1,-1 0 1,-1-1-1,-1 0 1,-1 0 0,0-1-1,-1 1 1,0-1 0,-2 0-1,0 1 1,-3-32 0,1 41 62,-1 1 1,1 0-1,-2-1 1,1 1-1,-1 0 1,0 0-1,0 0 1,-1 1-1,1-1 1,-2 1-1,1 0 1,-1 0-1,-8-9 1,3 7 20,1 0 1,-1 1 0,-1 0 0,1 0 0,-1 1 0,-1 0-1,-17-6 1,-3 2 12,-1 2 1,1 1-1,-1 2 0,0 1 0,-43 0 0,31 1-46,29 2-43,-1 0 0,1 1 1,-1 0-1,1 2 1,-17 2-1,32-4-65,0 1 1,-1-1-1,1 0 0,0 0 1,0 1-1,0-1 0,0 1 1,0-1-1,0 1 0,-1-1 0,1 1 1,0-1-1,1 1 0,-1 0 1,0 0-1,0 0 0,0 0 1,0-1-1,1 1 0,-1 0 1,0 0-1,1 0 0,-1 0 1,0 1-1,1-1 0,0 0 1,-1 0-1,1 0 0,0 0 1,-1 0-1,1 1 0,0-1 1,0 0-1,0 0 0,0 2 1,1-1-201,-1 0 1,1 0 0,0 0-1,0 0 1,0 1 0,0-1-1,0-1 1,0 1 0,0 0-1,1 0 1,-1 0 0,1-1 0,0 1-1,-1-1 1,1 1 0,0-1-1,2 2 1,30 13-4158,14-6-2928</inkml:trace>
</inkml:ink>
</file>

<file path=ppt/ink/ink3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52.847"/>
    </inkml:context>
    <inkml:brush xml:id="br0">
      <inkml:brushProperty name="width" value="0.025" units="cm"/>
      <inkml:brushProperty name="height" value="0.025" units="cm"/>
    </inkml:brush>
  </inkml:definitions>
  <inkml:trace contextRef="#ctx0" brushRef="#br0">623 1 10282,'0'0'6582,"-28"5"-4447,0-1-1555,1-1-79,0 2 0,1 0 0,0 2 1,0 1-1,-29 14 0,30-11-224,1 2 0,0 0 0,1 2 0,1 1 0,0 0-1,2 2 1,0 0 0,0 2 0,2 0 0,1 1 0,0 0 0,-15 27 0,17-21-243,2 1 1,0 1 0,2 0-1,1 0 1,1 1 0,2 0-1,1 1 1,1-1 0,2 1-1,0 42 1,3-65-165,0 0 1,1 1-1,0-1 0,0 0 0,1 0 1,0 0-1,0 0 0,7 13 1,-7-17-43,0 1 1,1-1-1,0-1 1,0 1-1,0 0 1,0-1 0,1 1-1,-1-1 1,1 0-1,0 0 1,0 0 0,0-1-1,0 1 1,1-1-1,-1 0 1,1 0 0,7 1-1,10 2-1631,0-2 1,0-1-1,33 0 0,-3-2-5522</inkml:trace>
</inkml:ink>
</file>

<file path=ppt/ink/ink3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53.344"/>
    </inkml:context>
    <inkml:brush xml:id="br0">
      <inkml:brushProperty name="width" value="0.025" units="cm"/>
      <inkml:brushProperty name="height" value="0.025" units="cm"/>
    </inkml:brush>
  </inkml:definitions>
  <inkml:trace contextRef="#ctx0" brushRef="#br0">0 15 10122,'0'0'11623,"16"-3"-10927,50-8-141,-64 11-515,-1 0 1,0 0-1,1-1 1,-1 1 0,1 0-1,-1 0 1,0 0-1,1 0 1,-1 0 0,0 1-1,1-1 1,-1 0 0,0 1-1,1-1 1,-1 1-1,0-1 1,0 1 0,1-1-1,-1 1 1,0 0-1,0 0 1,0 0 0,0 0-1,0 0 1,0 0-1,0 0 1,0 0 0,0 0-1,-1 0 1,1 0-1,0 0 1,-1 1 0,1-1-1,-1 0 1,1 0 0,0 3-1,0 3 115,0 0 0,-1 0 0,0 0 0,0 0 0,-2 12 0,1-4 187,1-5-228,1-8-96,-1 1 0,0-1 0,0 0 1,0 1-1,0-1 0,-1 1 0,1-1 1,-1 0-1,1 1 0,-1-1 1,0 0-1,0 0 0,0 1 0,0-1 1,0 0-1,0 0 0,-1 0 1,1 0-1,-1 0 0,1-1 0,-3 3 1,3-3-1,15-22-850,-3 9 755,2 0 0,-1 1 0,2 0 0,-1 1 0,1 1 0,1 0 0,0 1 0,0 1 0,26-10 0,17-9 43,-56 25 369,-9 33 1012,6-30-1324,-4 6-12,1 0 1,0 0-1,1 1 1,-1-1-1,2 1 0,-1-1 1,1 1-1,1 0 1,-1 11-1,2-19-105,0 0 1,1 0-1,0 0 1,-1 0-1,1 0 1,-1 0-1,1 0 1,0 0-1,0 0 0,0-1 1,-1 1-1,1 0 1,0 0-1,0-1 1,0 1-1,0 0 0,0-1 1,0 1-1,1-1 1,-1 0-1,0 1 1,0-1-1,0 0 1,0 0-1,0 0 0,2 1 1,38 4-3289,-36-5 2501,39 1-5254</inkml:trace>
</inkml:ink>
</file>

<file path=ppt/ink/ink3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3T16:13:53.671"/>
    </inkml:context>
    <inkml:brush xml:id="br0">
      <inkml:brushProperty name="width" value="0.025" units="cm"/>
      <inkml:brushProperty name="height" value="0.025" units="cm"/>
    </inkml:brush>
  </inkml:definitions>
  <inkml:trace contextRef="#ctx0" brushRef="#br0">122 1 6729,'0'0'12953,"14"29"-11632,-2-4-1017,10 22 350,2-1 1,41 59-1,-65-105-648,44 62 1393,56 103 0,-89-142-1277,-1 0 0,0 1 0,-2-1 0,-1 2 0,-1-1 0,-1 1 0,-1 0 0,1 43 0,-6-61-114,1 1 0,-1-1 0,0 0 0,-1 0 0,1 0 0,-1 0 0,-1 0 0,1-1 0,-1 1 0,-1 0 0,1-1 0,-1 0 0,0 0 0,0 0 0,-1-1 0,0 1 0,0-1 0,0 0 0,0 0 0,-1-1 0,0 0 0,0 0-1,0 0 1,-8 3 0,-17 7-331,0-1 0,-1-2 0,-67 15-1,26-7-2129,15-1-3125,11-4-4491</inkml:trace>
</inkml:ink>
</file>

<file path=ppt/ink/ink3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5.730"/>
    </inkml:context>
    <inkml:brush xml:id="br0">
      <inkml:brushProperty name="width" value="0.025" units="cm"/>
      <inkml:brushProperty name="height" value="0.025" units="cm"/>
    </inkml:brush>
  </inkml:definitions>
  <inkml:trace contextRef="#ctx0" brushRef="#br0">227 1 3929,'0'0'11024,"3"6"-1932,-13-6-9037,1 1 0,0 1 0,0 0 1,0 0-1,0 1 0,0 0 0,1 0 0,-1 1 0,1 0 0,0 0 0,0 1 0,0 0 0,1 1 1,0 0-1,0 0 0,0 0 0,1 1 0,-10 13 0,8-9 69,0 0 0,1 0 1,0 1-1,1 0 0,1 0 0,0 0 1,0 1-1,1 0 0,1-1 0,0 1 1,1 1-1,-1 21 0,3-32-113,1-1-1,-1 1 1,1 0-1,0-1 1,0 1-1,1-1 1,-1 1 0,0-1-1,1 1 1,-1-1-1,1 0 1,0 0-1,0 0 1,0 0 0,0 0-1,0 0 1,0 0-1,1-1 1,-1 1-1,3 1 1,0 0-16,1 0 0,-1 0 0,1-1 0,0 1-1,0-1 1,-1-1 0,1 1 0,8 0 0,-5 0-47,0-2 0,0 1 0,-1-1 0,1 0 0,0-1 0,0 0 0,0 0 0,0-1 0,-1 0 0,1-1 0,-1 0 0,0 0 0,0-1 0,0 0 0,0 0 0,12-10 0,-5 2-90,0 0 1,0-2 0,-1 0-1,19-25 1,-28 32 118,0-1 1,0 0-1,-1 1 1,0-2 0,0 1-1,-1 0 1,0-1-1,-1 1 1,0-1-1,0 0 1,-1 1-1,0-14 1,-1 19 19,-1 0 0,1 0 1,-1 0-1,0 0 0,0 1 0,0-1 1,-1 0-1,1 1 0,-1-1 0,1 1 1,-1-1-1,0 1 0,0 0 0,0 0 1,0 0-1,0 0 0,-1 0 0,1 0 1,-1 1-1,1-1 0,-1 1 0,1-1 1,-1 1-1,0 0 0,0 0 0,1 0 1,-4 0-1,-7-3 3,1 1 0,-1 1 1,0 0-1,-25-1 0,25 3-556,9 0 718,0-1 1,0 1-1,0 1 0,0-1 1,0 1-1,0-1 0,-6 3 0,0 3-3104,0 5-3963</inkml:trace>
</inkml:ink>
</file>

<file path=ppt/ink/ink3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6.620"/>
    </inkml:context>
    <inkml:brush xml:id="br0">
      <inkml:brushProperty name="width" value="0.025" units="cm"/>
      <inkml:brushProperty name="height" value="0.025" units="cm"/>
    </inkml:brush>
  </inkml:definitions>
  <inkml:trace contextRef="#ctx0" brushRef="#br0">250 1 6705,'0'0'12060,"-3"0"-9127,-12 1-1887,-1 6-525,1 0 1,0 1 0,0 1 0,-17 14 0,19-14-276,0 0-95,1 0 1,0 1-1,1 0 0,0 1 1,-18 23-1,25-28-84,-1 1 0,1 0-1,0 1 1,0-1 0,1 1 0,0 0 0,1 0-1,0 0 1,0 0 0,0 0 0,1 0-1,0 12 1,0-16-13,1 1-1,1-1 1,-1 1-1,0-1 1,1 0-1,0 1 1,0-1-1,0 0 1,1 0-1,-1 0 1,5 8-1,-4-10-11,0 1 0,1-1 0,-1 0 0,0 0 0,1 0 0,0 0 0,-1 0 1,1-1-1,0 1 0,0-1 0,0 0 0,0 0 0,0 0 0,0 0 0,0 0 0,0-1 0,5 1 0,3 0 25,-7-2-65,-1 1 0,1 0 0,-1 1 0,1-1 0,-1 1 0,1-1 0,-1 1 0,1 0 0,-1 0 0,5 3 0,-8-4-88,0 0-1,0 1 0,0-1 0,0 0 0,0 1 0,0-1 0,0 0 0,1 0 0,-1 1 0,0-1 0,0 0 0,0 1 0,0-1 0,-1 0 0,1 1 0,0-1 1,0 0-1,0 1 0,0-1 0,0 0 0,0 1 0,0-1 0,-1 0 0,1 0 0,0 1 0,0-1 0,0 0 0,-1 0 0,1 1 0,0-1 0,0 0 0,0 0 1,-1 0-1,1 1 0,0-1 0,-1 0 0,1 0 0,0 0 0,0 0 0,-1 0 0,0 1 0,-15 3-4049,12-3 1728,-7 2-4994</inkml:trace>
</inkml:ink>
</file>

<file path=ppt/ink/ink3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7.376"/>
    </inkml:context>
    <inkml:brush xml:id="br0">
      <inkml:brushProperty name="width" value="0.025" units="cm"/>
      <inkml:brushProperty name="height" value="0.025" units="cm"/>
    </inkml:brush>
  </inkml:definitions>
  <inkml:trace contextRef="#ctx0" brushRef="#br0">1 50 5617,'0'0'14311,"6"0"-12986,3 0-899,-6-1-255,0 1 0,0 0 1,0 0-1,0 0 0,0 0 1,0 0-1,0 0 1,4 2-1,-5-1-55,0 0-1,0 0 1,0 0 0,0 0 0,0 0-1,-1 0 1,1 1 0,0-1 0,-1 1-1,1-1 1,-1 1 0,1-1 0,-1 1-1,0 0 1,0 0 0,0 0 0,0 0-1,0 0 1,0 0 0,0 0 0,-1 0-1,1 0 1,0 4 0,1 5 31,-1 0-1,0 0 1,0 13 0,-1-20-94,0-4-21,-2-29 69,4 23-161,0 0 0,-1 1-1,2-1 1,-1 1-1,1 0 1,0 0 0,0 0-1,0 0 1,0 0-1,1 0 1,0 1 0,7-7-1,-2 3-138,0 1-1,0 0 0,0 0 1,1 0-1,16-7 0,-26 14 220,0 0 1,1 0-1,-1 0 0,1-1 0,-1 1 0,0 0 0,1 0 0,-1 0 0,1 0 0,-1 0 0,0 0 1,1 0-1,-1 0 0,1 0 0,-1 0 0,1 0 0,-1 0 0,0 0 0,1 0 0,-1 0 1,1 1-1,-1-1 0,0 0 0,1 0 0,-1 0 0,0 1 0,1-1 0,-1 0 0,0 0 1,1 1-1,0 0 0,4 16 584,-5 32 598,0-36-676,0-4-556,-1 18-280,-4-11-6317,3-11 64</inkml:trace>
</inkml:ink>
</file>

<file path=ppt/ink/ink3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20:18.468"/>
    </inkml:context>
    <inkml:brush xml:id="br0">
      <inkml:brushProperty name="width" value="0.025" units="cm"/>
      <inkml:brushProperty name="height" value="0.025" units="cm"/>
    </inkml:brush>
  </inkml:definitions>
  <inkml:trace contextRef="#ctx0" brushRef="#br0">33 1 5297,'0'0'12271,"46"0"-6763,-42 0-5407,0 0 0,0 0 1,0 1-1,0 0 0,0-1 1,0 2-1,0-1 0,0 0 0,0 1 1,-1 0-1,1-1 0,-1 2 1,1-1-1,-1 0 0,0 1 1,0-1-1,0 1 0,0 0 1,0 0-1,0 0 0,-1 0 1,0 1-1,1-1 0,-1 1 1,-1-1-1,1 1 0,0 0 0,-1 0 1,0-1-1,0 1 0,0 0 1,0 0-1,-1 0 0,1 5 1,-1 31 262,1-15-71,-4 44 0,2-62-241,0 1-1,0-1 1,-1 1 0,-1-1 0,1 0 0,-1 0 0,0 0-1,-1 0 1,1 0 0,-6 6 0,-130 156 3550,139-168-2939</inkml:trace>
</inkml:ink>
</file>

<file path=ppt/ink/ink3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5.562"/>
    </inkml:context>
    <inkml:brush xml:id="br0">
      <inkml:brushProperty name="width" value="0.025" units="cm"/>
      <inkml:brushProperty name="height" value="0.025" units="cm"/>
    </inkml:brush>
  </inkml:definitions>
  <inkml:trace contextRef="#ctx0" brushRef="#br0">114 1 3089,'0'0'8449,"0"4"-6884,-4 37 9621,4 2-8429,0-19-2998,-1 1 0,-5 31 0,-38 124 554,-1 2-150,39-154-128,-2 16-2074,8-91-4069,0 15-96</inkml:trace>
</inkml:ink>
</file>

<file path=ppt/ink/ink3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6.081"/>
    </inkml:context>
    <inkml:brush xml:id="br0">
      <inkml:brushProperty name="width" value="0.025" units="cm"/>
      <inkml:brushProperty name="height" value="0.025" units="cm"/>
    </inkml:brush>
  </inkml:definitions>
  <inkml:trace contextRef="#ctx0" brushRef="#br0">0 128 6305,'0'0'12999,"4"2"-11872,9 1-754,0 0 0,-1-1 0,1 0 0,0-1 0,0 0 0,0-2 0,13 0 0,8 0-248,5-1-77,60-10 1,-60 5-50,62-1 1,-25 7-291,1-3 1,-1-4 0,119-28-1,-112 19-249,-39 8-216,74-23 0,-117 31-174,4 0 2242</inkml:trace>
</inkml:ink>
</file>

<file path=ppt/ink/ink3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6.712"/>
    </inkml:context>
    <inkml:brush xml:id="br0">
      <inkml:brushProperty name="width" value="0.025" units="cm"/>
      <inkml:brushProperty name="height" value="0.025" units="cm"/>
    </inkml:brush>
  </inkml:definitions>
  <inkml:trace contextRef="#ctx0" brushRef="#br0">4 44 624,'0'0'17280,"-4"0"-12332,8 1-4872,-1 0 0,0 0 0,1 0 0,-1-1 0,1 0 0,-1 1 0,1-1 0,0 0 0,6-2 0,3 2 53,33-2 96,85-16 0,-2 0-212,-33 10-5,178 9 0,-187 13 40,-62-8 19,-1-2 1,44 2 0,28-6 471,-58 0-876,-32 0-662,-12 0-812,-2 1 796,-18-3-5891,15-3-915</inkml:trace>
</inkml:ink>
</file>

<file path=ppt/ink/ink3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7.231"/>
    </inkml:context>
    <inkml:brush xml:id="br0">
      <inkml:brushProperty name="width" value="0.025" units="cm"/>
      <inkml:brushProperty name="height" value="0.025" units="cm"/>
    </inkml:brush>
  </inkml:definitions>
  <inkml:trace contextRef="#ctx0" brushRef="#br0">1 0 1016,'0'0'18171,"12"7"-16752,41 25-238,-49-30-1073,0 1 0,0 0 0,0 1 0,-1-1 0,1 1 0,-1 0 0,0-1 1,0 1-1,0 1 0,-1-1 0,1 0 0,-1 1 0,0-1 0,0 1 0,0 0 0,-1 0 0,0-1 0,0 1 0,0 0 0,-1 0 0,1 0 0,-1 0 0,0 6 0,0-11-201,19-12-1088,5-17 699,-16 18 385,0 1 0,1-1-1,0 2 1,0-1 0,1 1 0,0 1-1,21-13 1,-29 20 160,-1 1 0,0 0 0,0-1 0,0 1 0,1 0 0,-1 0 0,0 0 0,0 0 0,1 0 0,-1 1 0,0-1 0,0 0 0,1 1 0,-1-1 0,0 0 0,0 1 0,0-1 1,0 1-1,0 0 0,0-1 0,0 1 0,0 0 0,0 0 0,0-1 0,0 1 0,0 0 0,0 0 0,-1 0 0,1 0 0,0 0 0,-1 0 0,1 1 0,-1-1 0,1 0 0,-1 0 0,1 2 0,3 8 113,0 0 1,5 22-1,-7-25-127,4 4-2396,9-10-6664,-1-2-2147</inkml:trace>
</inkml:ink>
</file>

<file path=ppt/ink/ink3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7.587"/>
    </inkml:context>
    <inkml:brush xml:id="br0">
      <inkml:brushProperty name="width" value="0.025" units="cm"/>
      <inkml:brushProperty name="height" value="0.025" units="cm"/>
    </inkml:brush>
  </inkml:definitions>
  <inkml:trace contextRef="#ctx0" brushRef="#br0">86 1 6857,'0'0'16165,"1"30"-14952,6 99-257,-6-100-830,-1 0 1,-1 0-1,-2-1 1,-1 1-1,-1-1 1,-2 1-1,-15 41 1,8-25-458,6-15-646,-8 24-1991,2-22-6978</inkml:trace>
</inkml:ink>
</file>

<file path=ppt/ink/ink3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7.965"/>
    </inkml:context>
    <inkml:brush xml:id="br0">
      <inkml:brushProperty name="width" value="0.025" units="cm"/>
      <inkml:brushProperty name="height" value="0.025" units="cm"/>
    </inkml:brush>
  </inkml:definitions>
  <inkml:trace contextRef="#ctx0" brushRef="#br0">0 0 5337,'0'0'14052,"24"5"-13243,77 20-189,-96-24-577,-1 1 1,0-1-1,0 1 0,0 0 1,0 0-1,-1 0 1,1 0-1,0 1 0,-1-1 1,1 1-1,-1 0 1,0 0-1,0 0 0,0 0 1,-1 1-1,1-1 1,-1 1-1,0 0 0,4 7 1,-4-2 93,0-1 1,0 1 0,-1 0-1,0 0 1,0 0 0,-2 15-1,1-10 226,-1-11-314,1 0 0,-2 1 0,1-1 0,0 0 1,-1 0-1,1 0 0,-1 0 0,0 0 1,0 0-1,0 0 0,0-1 0,0 1 1,-1-1-1,1 1 0,-1-1 0,0 0 0,0 0 1,0 0-1,-5 2 0,-6 4 4,0-1 1,-29 11-1,38-17-111,0 0 0,1 0 1,-1 0-1,0-1 0,0 1 1,-6-2-1,3 1-566,7-1 284,1 0 1,-1-1 0,1 1-1,-1-1 1,1 1 0,-1-1-1,1 0 1,0 1 0,0-1-1,0 1 1,0-1 0,0 1-1,0-1 1,0 0 0,1-2-1,-1 3-36,6-17-4979,9 3-3987</inkml:trace>
</inkml:ink>
</file>

<file path=ppt/ink/ink3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8.313"/>
    </inkml:context>
    <inkml:brush xml:id="br0">
      <inkml:brushProperty name="width" value="0.025" units="cm"/>
      <inkml:brushProperty name="height" value="0.025" units="cm"/>
    </inkml:brush>
  </inkml:definitions>
  <inkml:trace contextRef="#ctx0" brushRef="#br0">0 1 5577,'0'0'15075,"8"0"-14090,23 1-209,-31-1-736,1 0 1,0 1 0,0-1-1,-1 0 1,1 1 0,-1-1-1,1 1 1,0-1 0,-1 1-1,1-1 1,-1 1-1,1-1 1,-1 1 0,1-1-1,-1 1 1,0 0 0,1-1-1,-1 1 1,0 0-1,1-1 1,-1 1 0,0 0-1,0 0 1,0-1 0,0 1-1,0 0 1,0 0 0,0 0-1,0 25 354,0-20-283,-1 20 29,0-19-149,0 0-1,1 0 1,-1 1-1,2-1 0,-1 0 1,1 0-1,2 9 1,-2-15-79,0 0-1,1-1 1,-1 1 0,0 0 0,0 0-1,1-1 1,-1 1 0,0 0 0,1-1-1,-1 1 1,0-1 0,1 0 0,-1 1-1,1-1 1,-1 0 0,1 0 0,-1 0-1,0 0 1,3-1 0,35-1-2071,-35 2 1873,4-2-159,-1 1 1,1-2-1,0 1 1,0-1-1,-1 0 1,0 0-1,1-1 1,-1 0-1,-1 0 1,13-10 0,-6 2 544,1 0 0,-2-1 1,21-27-1,-32 39 271,0 1 1,-1-1-1,1 0 1,0 0-1,0 0 1,0 1-1,0-1 1,0 0-1,0 1 0,0-1 1,0 1-1,0-1 1,0 1-1,0 0 1,1-1-1,16 3 1575,-16-2-1949,0 1 0,0-1 0,-1 1 1,1 0-1,0 0 0,-1 0 0,1 0 0,-1 0 0,1 0 0,-1 1 0,0-1 1,1 0-1,-1 1 0,0-1 0,0 1 0,2 2 0,-2-1-305,0 0-1,0 0 0,0 0 0,1 0 0,-1 0 1,1-1-1,0 1 0,0 0 0,0-1 1,4 5-1,20 4-5278,-5-7-1106</inkml:trace>
</inkml:ink>
</file>

<file path=ppt/ink/ink3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8.650"/>
    </inkml:context>
    <inkml:brush xml:id="br0">
      <inkml:brushProperty name="width" value="0.025" units="cm"/>
      <inkml:brushProperty name="height" value="0.025" units="cm"/>
    </inkml:brush>
  </inkml:definitions>
  <inkml:trace contextRef="#ctx0" brushRef="#br0">175 0 8010,'0'0'17853,"-9"34"-16788,-29 105-320,-27 32 154,21-57-840,39-97-157,1 1 0,1-1 1,0 1-1,0 34 0,3-50 7,0 0 0,0 0 0,0 0 0,0 0-1,1 0 1,-1 0 0,1 0 0,-1 0 0,1 0 0,0 0 0,0-1 0,0 1 0,0 0 0,0 0-1,0-1 1,0 1 0,1-1 0,-1 1 0,0-1 0,1 1 0,-1-1 0,1 0 0,0 0 0,-1 0-1,1 0 1,0 0 0,0 0 0,0 0 0,0-1 0,0 1 0,0-1 0,-1 1 0,1-1-1,3 0 1,6 1-622,0 0-1,1-1 1,-1-1 0,19-2-1,-26 2 527,3 0-671,1-1 0,0 0 0,-1 0 0,10-4 0,26-17-4937</inkml:trace>
</inkml:ink>
</file>

<file path=ppt/ink/ink3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8.981"/>
    </inkml:context>
    <inkml:brush xml:id="br0">
      <inkml:brushProperty name="width" value="0.025" units="cm"/>
      <inkml:brushProperty name="height" value="0.025" units="cm"/>
    </inkml:brush>
  </inkml:definitions>
  <inkml:trace contextRef="#ctx0" brushRef="#br0">1 1 3329,'0'0'18284,"206"8"-17596,-149-5-336,11-3-352,39 0-96,-11 0-1801,-10 0-5272</inkml:trace>
</inkml:ink>
</file>

<file path=ppt/ink/ink3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9.422"/>
    </inkml:context>
    <inkml:brush xml:id="br0">
      <inkml:brushProperty name="width" value="0.025" units="cm"/>
      <inkml:brushProperty name="height" value="0.025" units="cm"/>
    </inkml:brush>
  </inkml:definitions>
  <inkml:trace contextRef="#ctx0" brushRef="#br0">355 1 9514,'0'0'13754,"-10"0"-12908,1 0-706,-11-1 18,0 2 0,1 0 0,-28 5-1,21 1-97,1 1 0,0 0 0,0 2 0,1 1 0,-43 26 0,64-34-113,0-1 0,-1 1 0,1 1 0,0-1 0,0 0 0,0 1 0,1-1 0,-1 1 0,1 0 0,0 0 0,-2 5 0,4-8 12,-1 0 1,1 1 0,-1-1 0,1 0-1,0 1 1,0-1 0,-1 0 0,1 1 0,0-1-1,0 0 1,0 1 0,0-1 0,1 0-1,-1 1 1,0-1 0,1 0 0,-1 0 0,1 1-1,-1-1 1,1 0 0,-1 0 0,1 0-1,0 0 1,0 1 0,-1-1 0,1 0-1,0 0 1,0-1 0,0 1 0,0 0 0,0 0-1,0 0 1,0-1 0,1 1 0,-1 0-1,0-1 1,0 1 0,1-1 0,1 1 0,29 7-446,0-2 1,0-1-1,57 2 1,-35-4-774,-30-1 660,-17-3 437,-1 1 0,1 1 0,0-1 0,0 1 0,0 1 0,-1-1 0,1 1 0,11 5 0,-17-6 179,0 0 0,0 0-1,0 0 1,0 1 0,0-1-1,0 0 1,-1 0-1,1 1 1,0-1 0,-1 1-1,1-1 1,-1 1-1,0-1 1,1 1 0,-1-1-1,0 1 1,0-1 0,0 1-1,0-1 1,0 1-1,0-1 1,-1 3 0,1 0 146,-1 0-1,1-1 1,-1 1 0,0 0 0,0-1 0,-1 1 0,1 0 0,-3 3 0,-8 8 187,0-1 0,-2 0 0,0-1-1,0 0 1,-1-1 0,-1-1 0,-30 18 0,40-26-510,-1-1 0,0 0 0,0 0 0,0 0 0,0-1 0,0 0 1,0-1-1,0 1 0,-10-2 0,16 1-4,1 0 25,0 0 1,-1 0-1,1 0 0,0 0 1,0 0-1,0 0 1,-1 0-1,1-1 0,0 1 1,0 0-1,0 0 0,0 0 1,0 0-1,0-1 0,-1 1 1,1 0-1,0 0 0,0 0 1,0-1-1,0 1 0,0 0 1,0 0-1,0 0 1,0-1-1,0 1 0,0 0 1,0 0-1,0 0 0,0-1 1,0 1-1,0 0 0,0 0 1,0-1-1,0 1 0,0 0 1,0 0-1,1-2-1068,-1-14-6009</inkml:trace>
</inkml:ink>
</file>

<file path=ppt/ink/ink3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39.763"/>
    </inkml:context>
    <inkml:brush xml:id="br0">
      <inkml:brushProperty name="width" value="0.025" units="cm"/>
      <inkml:brushProperty name="height" value="0.025" units="cm"/>
    </inkml:brush>
  </inkml:definitions>
  <inkml:trace contextRef="#ctx0" brushRef="#br0">11 0 3993,'0'0'20932,"0"187"-20660,0-173-160,0 0-112,0-4-136,0-2-608,-3-2-952,-1 2-1249,1-4-2168</inkml:trace>
</inkml:ink>
</file>

<file path=ppt/ink/ink3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0.091"/>
    </inkml:context>
    <inkml:brush xml:id="br0">
      <inkml:brushProperty name="width" value="0.025" units="cm"/>
      <inkml:brushProperty name="height" value="0.025" units="cm"/>
    </inkml:brush>
  </inkml:definitions>
  <inkml:trace contextRef="#ctx0" brushRef="#br0">1 0 11811,'0'0'11474,"17"29"-11650,-13-8-1520,0-7-2913,-1 4-4673</inkml:trace>
</inkml:ink>
</file>

<file path=ppt/ink/ink3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0.452"/>
    </inkml:context>
    <inkml:brush xml:id="br0">
      <inkml:brushProperty name="width" value="0.025" units="cm"/>
      <inkml:brushProperty name="height" value="0.025" units="cm"/>
    </inkml:brush>
  </inkml:definitions>
  <inkml:trace contextRef="#ctx0" brushRef="#br0">1 41 5433,'0'0'12416,"9"-5"-11466,2-1-825,0 1 0,0 0 0,1 1 1,0 0-1,0 1 0,0 0 0,0 1 0,21-1 1,13 3-104,-45 13 93,-2-6-56,1 1 0,-2-1 0,1 0 0,-1 0 0,0 0 0,0 0 0,-1 0 0,0 0 0,-6 10 1,-6 7 233,-22 27 0,1 0 45,31-44-304,0-1 0,1 1-1,0 0 1,1 0 0,-1 0 0,1 0-1,0 1 1,1-1 0,0 1 0,0 0 0,1-1-1,0 1 1,0 0 0,1 15 0,0-22-16,1 1 0,-1-1 0,1 0 0,0 0 0,-1 0 1,1 0-1,0 0 0,-1 0 0,1 0 0,0 0 0,0-1 0,0 1 1,0 0-1,0 0 0,0-1 0,0 1 0,0 0 0,0-1 0,0 1 1,0-1-1,0 0 0,1 1 0,-1-1 0,0 0 0,0 0 1,0 0-1,1 1 0,0-1 0,44-1 177,-31 1-151,-9 0-165,1 0-1,-1-1 1,1 1-1,0-1 1,-1 0 0,0-1-1,1 0 1,-1 0-1,0 0 1,10-5-1,-9 2-1645,1 0 0,-1-1-1,0 0 1,8-9-1,-8 9-2843</inkml:trace>
</inkml:ink>
</file>

<file path=ppt/ink/ink3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0.813"/>
    </inkml:context>
    <inkml:brush xml:id="br0">
      <inkml:brushProperty name="width" value="0.025" units="cm"/>
      <inkml:brushProperty name="height" value="0.025" units="cm"/>
    </inkml:brush>
  </inkml:definitions>
  <inkml:trace contextRef="#ctx0" brushRef="#br0">0 1 7890,'0'0'14411,"7"0"-14051,11 0 16,4 0-32,6 3 40,4 0-256,0-3-128,4 0-240,17 0-1600,-6 0-2585,-8 0-3297</inkml:trace>
</inkml:ink>
</file>

<file path=ppt/ink/ink3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1.548"/>
    </inkml:context>
    <inkml:brush xml:id="br0">
      <inkml:brushProperty name="width" value="0.025" units="cm"/>
      <inkml:brushProperty name="height" value="0.025" units="cm"/>
    </inkml:brush>
  </inkml:definitions>
  <inkml:trace contextRef="#ctx0" brushRef="#br0">0 43 4241,'0'0'14326,"12"10"-13194,38 30-244,-44-35-745,-1-1-1,2 0 1,-1-1 0,0 1 0,1-1-1,-1 0 1,1-1 0,0 1-1,0-1 1,8 1 0,1-1-170,0-1 1,30-2-1,-12 0 31,-32 1-14,1 0 0,-1 0-1,0 0 1,0 0 0,0 0 0,1 0 0,-1-1 0,0 1 0,0-1 0,0 1 0,0-1 0,1 0-1,-1 0 1,0 0 0,-1 0 0,1 0 0,0-1 0,0 1 0,2-3 0,-2 1 7,-1 0-1,1 0 1,-1 0 0,0-1 0,0 1-1,0 0 1,-1 0 0,1-1 0,-1 1-1,0-1 1,0 1 0,0-4 0,0 4-2,0 1 1,0-1 0,0 1-1,-1-1 1,1 0 0,-1 1-1,1-1 1,-1 1 0,0 0-1,0-1 1,0 1 0,0-1-1,0 1 1,0 0 0,-1 0-1,1 0 1,-1 0 0,0 0-1,1 0 1,-1 0 0,0 0-1,0 1 1,0-1 0,0 1 0,0 0-1,-1-1 1,1 1 0,0 0-1,-1 0 1,1 0 0,-1 1-1,1-1 1,-1 1 0,1-1-1,-1 1 1,-4 0 0,-26-4 256,-68 3 0,50 2 808,50 0-982,0-1-1,0 1 1,0-1 0,-1 1-1,1-1 1,0 1 0,0 0-1,0-1 1,0 1 0,0 0-1,1 0 1,-1 0 0,0 0-1,0 0 1,0 0 0,1 0-1,-1 0 1,0 0 0,1 0-1,-1 0 1,1 0 0,0 1-1,-1 1 1,-8 31 887,3 11-413,3 0 0,1 48 0,2-84-523,1-7-16,-1 1 0,0-1 0,1 0 0,0 0-1,-1 1 1,1-1 0,0 0 0,0 0 0,0 0 0,0 0-1,1 0 1,-1 0 0,1 0 0,-1-1 0,1 1 0,-1 0-1,1-1 1,0 1 0,0-1 0,0 0 0,0 0 0,0 1-1,0-1 1,0-1 0,0 1 0,0 0 0,1 0 0,-1-1-1,0 1 1,5-1 0,9 3 74,0-1 0,0-1-1,21 0 1,-26-1-64,31 1 42,-28 1-60,-1-1 0,1-1 0,-1 0 0,1-1 0,0 0 0,-1-1 1,23-6-1,-36 7-64,0 1 0,-1 0 1,1 0-1,0 0 1,0 0-1,0 0 0,0 0 1,-1 0-1,1-1 0,0 1 1,0 0-1,0 0 0,0 0 1,0 0-1,0 0 1,0-1-1,-1 1 0,1 0 1,0 0-1,0 0 0,0-1 1,0 1-1,0 0 0,0 0 1,0 0-1,0-1 0,0 1 1,0 0-1,0 0 1,0 0-1,0-1 0,0 1 1,0 0-1,0 0 0,0 0 1,0-1-1,0 1 0,1 0 1,-1 0-1,0 0 0,0 0 1,0-1-1,0 1 1,0 0-1,0 0 0,1 0 1,-1 0-1,0 0 0,0-1 1,0 1-1,0 0 0,0 0 1,1 0-1,-1 0 0,0 0 1,1 0-1,-17-3-9889</inkml:trace>
</inkml:ink>
</file>

<file path=ppt/ink/ink3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3.077"/>
    </inkml:context>
    <inkml:brush xml:id="br0">
      <inkml:brushProperty name="width" value="0.025" units="cm"/>
      <inkml:brushProperty name="height" value="0.025" units="cm"/>
    </inkml:brush>
  </inkml:definitions>
  <inkml:trace contextRef="#ctx0" brushRef="#br0">0 135 3697,'0'0'14228,"2"14"-11102,0-10 2673,3-5-5640,0 1 0,1-1 0,-1 0 0,0-1 0,0 1 0,0-1 0,0 0 0,0-1 1,-1 1-1,1-1 0,5-4 0,22-11-128,-20 13-39,0 0 0,1 1 0,0 0 0,0 1-1,0 1 1,0 0 0,1 0 0,17 1 0,-29 2 4,0-1 0,0 0 0,-1 1 1,1-1-1,0 1 0,0 0 0,-1-1 0,1 1 1,0 0-1,-1 0 0,1 0 0,-1 0 0,1 0 1,-1 1-1,1-1 0,-1 0 0,0 1 0,0-1 1,1 1-1,-1-1 0,0 1 0,-1 0 1,1-1-1,0 1 0,0 2 0,3 6-3,0 0 0,-1 1 1,1 11-1,-3-17 7,8 42 30,-3-1-1,1 75 0,-7-120-14,0-56 181,0 21-252,-1 12-136,2 0 1,3-26-1,-3 41 74,0 0-1,1-1 1,0 1 0,1 0-1,0 0 1,0 0 0,0 0 0,1 1-1,0-1 1,6-6 0,0 0-238,1 1 0,0 1 0,1 0 0,0 1 0,1 0 0,24-14 0,-29 20 295,1-1-1,0 1 0,0 0 1,0 1-1,1 0 1,-1 1-1,1 0 0,-1 0 1,1 1-1,0 1 0,0-1 1,10 2-1,-17 0 113,-1-1 0,0 1 0,0 0 0,1 0 0,-1 0 0,0 0 0,0 0-1,0 1 1,0-1 0,-1 1 0,1-1 0,0 1 0,0 0 0,-1-1 0,1 1 0,-1 0 0,2 4 0,21 41 816,-19-35-660,-1 2 23,-1-1 1,0 1-1,-1 0 0,0 0 0,-1 0 1,-1 0-1,0 0 0,-3 16 1,1 16 375,2 50 1036,0-96-1553</inkml:trace>
</inkml:ink>
</file>

<file path=ppt/ink/ink3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5.459"/>
    </inkml:context>
    <inkml:brush xml:id="br0">
      <inkml:brushProperty name="width" value="0.025" units="cm"/>
      <inkml:brushProperty name="height" value="0.025" units="cm"/>
    </inkml:brush>
  </inkml:definitions>
  <inkml:trace contextRef="#ctx0" brushRef="#br0">15 1130 200,'0'0'20207,"-3"0"-18896,-9-5 425,15-1-324,24-8 280,-6 3-1591,-7 3-9,54-33 34,-61 38-122,0-1 1,0 2 0,0-1-1,0 1 1,0 0 0,1 0 0,-1 1-1,10-1 1,-16 3-4,0 0 0,0 0 1,0 0-1,0 0 0,-1 1 0,1-1 0,0 0 1,-1 0-1,1 0 0,0 1 0,-1-1 0,0 0 1,1 1-1,-1-1 0,0 0 0,0 1 0,1-1 0,-1 0 1,0 1-1,0-1 0,-1 3 0,1-2 4,1 126 169,1-127-192,1 0 0,-1 0 0,1-1 0,-1 1-1,1 0 1,0-1 0,-1 0 0,1 0 0,0 0-1,-1 0 1,1 0 0,3-1 0,1 1 8,5 0-18,0-1 0,1-1 1,-1 0-1,0 0 0,0-1 1,0-1-1,0 0 1,-1 0-1,1-1 0,-1-1 1,0 0-1,-1 0 0,0-1 1,15-13-1,-24 19 22,17-14-245,1 1-1,26-15 1,-37 25 210,0 1 0,0 0 0,0 0 1,1 0-1,-1 1 0,1 0 0,-1 1 0,1 0 1,12 0-1,10 1 13,3-1-72,-1 2 0,43 6 0,-76-6 102,0-1 0,1 0 0,-1 0 0,0 0 0,1 0 0,-1 0 0,0 1 1,1-1-1,-1 0 0,1 0 0,-1 0 0,0 0 0,1 0 0,-1 0 0,0 0 0,1 0 0,-1-1 1,0 1-1,1 0 0,-1 0 0,0 0 0,1 0 0,-1 0 0,0 0 0,1-1 0,-1 1 1,0 0-1,1 0 0,-1-1 0,0 1 0,0 0 0,1 0 0,-1-1 0,0 1 0,0 0 0,0-1 1,1 1-1,-1 0 0,0-1 0,0 1 0,0 0 0,0-1 0,0 1 0,0 0 0,0-1 1,0 1-1,0 0 0,0-1 0,0 1 0,0 0 0,0-1 0,0 1 0,0 0 0,0-1 0,0 1 1,0-1-1,0 1 0,0 0 0,-1 0 0,1-1 0,0 0 0,-13-18 340,-13 0-183,-44-24-1,54 35-155,0-1 0,0-1 0,1 0 0,0-1-1,1-1 1,0 0 0,1-1 0,-22-26 0,34 36-38,-1 1 0,1-1 0,-1 0 1,1 0-1,0 0 0,0 0 1,0 0-1,1-1 0,-1 1 1,1 0-1,0 0 0,-1 0 1,2-4-1,-1 6 28,1 1 0,0-1-1,0 0 1,0 1 0,0-1 0,0 1 0,0-1-1,0 1 1,0-1 0,0 1 0,0 0 0,1-1 0,-1 1-1,0 0 1,0 0 0,0 0 0,0 0 0,0 0-1,3 0 1,0 0-5,50-5-5,11-1 10,115-25 0,-97 9-357,-2-5 0,111-52 0,-150 59-216,-1-2 0,-1-2-1,-2-2 1,0-1 0,-2-2-1,38-38 1,-62 53 473,0 0 0,0 0-1,-1-1 1,-1-1 0,-1 0 0,0 0 0,-1-1-1,-1 0 1,0 0 0,-2-1 0,0 0 0,0 0-1,-2 0 1,0 0 0,0-34 0,-3 32 281,1 15 99,-1-1-1,0 1 1,0 0-1,0 0 1,-1-1-1,-2-9 1,2 14-202,1 0 1,-1-1 0,0 1-1,0 0 1,0 0 0,1-1-1,-1 1 1,-1 0 0,1 0-1,0 0 1,0 0 0,0 0-1,0 1 1,-1-1-1,1 0 1,0 1 0,-1-1-1,1 0 1,-1 1 0,1 0-1,-1-1 1,1 1 0,-1 0-1,1 0 1,-1 0 0,1 0-1,-1 0 1,-1 0-1,-3 0-31,0 1 0,0 0 0,0 0 0,1 0 0,-1 1 0,0 0 0,1 0 0,-1 0 0,1 1 0,0 0 0,0 0 0,0 0 0,0 0 0,0 1 0,-5 5 0,-6 8 84,0 1 0,-21 31 1,20-26 28,-33 47 186,3 2 0,3 1-1,-58 136 1,77-147-296,3 2 0,3 0 1,2 1-1,4 1 0,-8 85 0,14-51 78,17-99 167,-5-2-265,-1 0 0,0 0 0,0 0 1,0 0-1,0-1 0,0 1 0,0-1 0,0 0 0,0 0 0,-1-1 0,1 1 1,-1-1-1,1 0 0,3-4 0,49-56-14,-31 33-62,-7 12-5,-12 13 44,-1-1 0,0 0-1,0 1 1,0-2 0,0 1 0,3-8-1,-8 13 802,2 37-648,3-17-237,1-1 1,1 1-1,1-1 0,13 22 1,-20-37-3,0-2-188,0 1 0,0-1 0,0 1-1,0-1 1,1 0 0,-1 0 0,0 0 0,1 1 0,-1-1 0,0 0 0,1 0-1,-1-1 1,1 1 0,-1 0 0,1 0 0,0-1 0,-1 1 0,1-1 0,0 0 0,0 1-1,2-1 1,23-4-7059,-6-11-2365</inkml:trace>
</inkml:ink>
</file>

<file path=ppt/ink/ink3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6.476"/>
    </inkml:context>
    <inkml:brush xml:id="br0">
      <inkml:brushProperty name="width" value="0.025" units="cm"/>
      <inkml:brushProperty name="height" value="0.025" units="cm"/>
    </inkml:brush>
  </inkml:definitions>
  <inkml:trace contextRef="#ctx0" brushRef="#br0">20 19 10538,'0'0'11445,"15"15"-10870,48 47-157,-61-60-393,1 1 1,0-1 0,0 0 0,0 0 0,0 0 0,1 0 0,-1-1 0,0 1 0,1-1 0,-1 0 0,1 0-1,-1 0 1,1-1 0,0 1 0,-1-1 0,1 0 0,0 0 0,-1 0 0,1 0 0,6-2 0,8 0 126,-17 2-30,0 0-107,-1 0 0,0-1-1,0 1 1,0 0-1,0-1 1,0 1-1,1-1 1,-1 1 0,0 0-1,0-1 1,0 1-1,0 0 1,0-1-1,0 1 1,0-1 0,0 1-1,-1 0 1,1-1-1,0 1 1,0 0-1,0-1 1,0 1 0,0 0-1,0-1 1,-1 1-1,1 0 1,0-1-1,0 1 1,-1 0 0,1-1-1,0 1 1,-1 0-1,-8-12 68,1 7 8,0 0-1,1 0 0,-2 1 1,1 0-1,0 0 0,-1 1 1,0 0-1,1 1 0,-1 0 1,0 0-1,0 1 0,0 0 1,-1 1-1,-12 0 0,20 0-66,1 1 0,-1-1 0,0 0 0,1 1 0,-1-1 0,0 1 0,1 0 0,-1-1 0,1 1 0,-1 0 0,1 0 0,-1 0 0,1 0 0,0 0 0,-1 0 0,1 1 0,0-1 0,0 0 0,0 1 0,0-1-1,0 1 1,0-1 0,0 1 0,1-1 0,-1 1 0,1 0 0,-1-1 0,1 1 0,-1 0 0,1-1 0,0 4 0,-2 8 30,1 0 0,0 1 1,2 15-1,-1-13-12,0-6-82,-1-1 46,1-1-1,1 1 1,-1 0 0,1-1 0,1 1-1,3 13 1,-4-20-101,1 1 0,-1-1 0,0 0 0,1 0 0,-1 1 0,1-1 0,0 0 0,0 0 0,0-1 0,0 1 0,0 0 0,0-1 0,0 1 0,1-1 0,-1 1 0,1-1-1,-1 0 1,1 0 0,-1 0 0,1-1 0,-1 1 0,1-1 0,0 1 0,-1-1 0,1 0 0,3 0 0,4 1-747,0-1 0,1 0 0,-1 0 0,0-1-1,0-1 1,0 0 0,0 0 0,0-1 0,0 0 0,0 0 0,-1-1-1,0-1 1,1 0 0,-2 0 0,1 0 0,-1-1 0,0-1-1,0 1 1,0-1 0,-1-1 0,10-12 0,13-21-1151,-12 15 3271,2 0 14294,-20 36-12832,0 80 1814,0-89-4249,0 0-292,1-1 0,-1 0-1,0 0 1,0 0 0,0 0 0,0 0-1,1 0 1,-1 0 0,0 0 0,0 0-1,0 0 1,0 0 0,1 0 0,-1 0 0,0 0-1,0 0 1,0 0 0,1 0 0,-1 0-1,0 0 1,0 0 0,0 0 0,0 0-1,1 0 1,-1 0 0,0 0 0,0 0 0,0-1-1,0 1 1,0 0 0,1 0 0,-1 0-1,0 0 1,0 0 0,0-1 0,0 1 0,0 0-1,0 0 1,0 0 0,1 0 0,-1 0-1,0-1 1,0 1 0,0 0 0,0 0-1,2-14 70,-1-1-1,0-23 1,-2 28-111,1-1 0,0 1 0,1 0 0,0-1 0,1 1 0,0 0 0,0 0 0,6-13 0,-7 21-125,0 0-1,0-1 1,0 1-1,0 0 0,1 0 1,-1 0-1,1 0 1,-1 0-1,1 0 0,0 1 1,0-1-1,0 1 1,0-1-1,0 1 0,0-1 1,0 1-1,0 0 0,5-2 1,-3 3-779,0-1 0,0 1 0,0 0-1,0 0 1,1 0 0,-1 0 0,0 1 0,0 0 0,0 0 0,0 0 0,4 2 0,33 16-8020,-17-2 6473,-6 1 3876,-2 3 4116,-13-17-4776,1 0-1,-1 0 1,1 0 0,0 0 0,0-1-1,0 1 1,1-1 0,-1 0 0,1 0-1,-1-1 1,1 0 0,0 0 0,0 0-1,0 0 1,9 1 0,4 0 213,0 0-1,1-2 1,20-1 0,-30 0-759,-8 0-172,-1 0-1,1 0 0,-1 0 1,1 0-1,-1 0 0,1-1 1,-1 1-1,1 0 0,-1 0 1,1-1-1,-1 1 0,0 0 0,1-1 1,-1 1-1,0 0 0,1-1 1,-1 1-1,0 0 0,1-1 1,-1 1-1,0-1 0,0 1 1,1-1-1,-1 1 0,0-1 0,0 1 1,0-1-1,0 1 0,0-1 1,0 1-1,1-1 0,-1 1 1,0-1-1,0 1 0,-1-1 0,1 1 1,0-1-1,0 1 0,0-1 1,0 1-1,0-1 0,-1 1 1,1 0-1,0-1 0,0 1 1,-1-1-1,1-1 0,-1 0 0,0 1-1,1-1 1,-1 0 0,0 1 0,0-1 0,0 1 0,0-1 0,0 1-1,0 0 1,0-1 0,-1 1 0,1 0 0,-2-1 0,-11-3 140,-1 1 1,0 1 0,0 1-1,1 0 1,-2 0 0,1 2 0,0 0-1,0 0 1,-23 5 0,36-4-121,-1 0 0,0 0 1,0 0-1,1 0 1,-1 0-1,1 1 0,-1 0 1,1-1-1,0 1 1,0 0-1,-1 0 0,1 0 1,0 0-1,1 1 1,-1-1-1,0 0 0,1 1 1,-1-1-1,1 1 1,0 0-1,0-1 0,0 1 1,0 0-1,0 0 1,1 0-1,-1-1 0,1 1 1,0 5-1,-1-2-28,1 0-1,0 1 1,0-1-1,1 0 1,0 1-1,0-1 1,0 0 0,1 0-1,0 0 1,0 0-1,0 0 1,5 8-1,-1-6-105,0-1 0,0 1 0,1-1 0,0 0 0,0-1 0,1 0 0,-1 0 0,1-1 0,0 1 0,1-2 0,0 1 0,-1-1 0,1-1 1,1 1-1,16 3 0,7-2-1494,1 0 1,0-3-1,41-1 1,-39 0-962,83-1-10042</inkml:trace>
</inkml:ink>
</file>

<file path=ppt/ink/ink3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7.092"/>
    </inkml:context>
    <inkml:brush xml:id="br0">
      <inkml:brushProperty name="width" value="0.025" units="cm"/>
      <inkml:brushProperty name="height" value="0.025" units="cm"/>
    </inkml:brush>
  </inkml:definitions>
  <inkml:trace contextRef="#ctx0" brushRef="#br0">0 0 8754,'0'0'15765,"13"7"-14421,3 0-1062,8 6 379,1 0-1,22 17 1,-40-25-593,-1 0-1,1 1 0,-1 0 0,0 0 0,0 0 0,-1 0 0,1 1 0,-2 0 0,1 0 0,-1 0 0,0 1 0,4 9 1,-6-7-65,0 0 1,0 0-1,-1 1 1,0-1-1,-1 15 1,0-22-4,-21-5-587,21-3 542,0 0 0,0 0-1,1 0 1,0 0 0,0 0 0,0 0 0,1 1-1,0-1 1,0 0 0,0 1 0,3-5-1,2-2 9,1 1 0,0 0 0,13-11 0,-3 3-44,-7 5 51,1 1-1,0 1 1,1 0-1,27-17 1,-40 27 49,1 1-1,0-1 1,0 0 0,0 1 0,0 0-1,0-1 1,0 1 0,0-1 0,0 1-1,0 0 1,0 0 0,0 0 0,0 0-1,0-1 1,0 1 0,0 1 0,0-1 0,0 0-1,0 0 1,0 0 0,0 0 0,0 1-1,0-1 1,0 1 0,0-1 0,0 0-1,0 1 1,0 0 0,0-1 0,0 1-1,-1-1 1,1 1 0,0 0 0,0 0-1,-1-1 1,1 1 0,0 0 0,-1 0-1,1 0 1,-1 0 0,1 0 0,-1 0-1,0 0 1,1 0 0,-1 0 0,0 0-1,0 0 1,1 2 0,1 7 141,-1 0 0,0 0 1,-1 1-1,0 9 0,0-11 48,0 127 815,0-136-1094,0 1 0,0 0-1,0-1 1,0 1 0,0-1 0,0 1-1,1 0 1,-1-1 0,0 1 0,0-1-1,1 1 1,-1-1 0,0 1 0,1-1 0,-1 1-1,0-1 1,1 1 0,-1-1 0,1 1-1,-1-1 1,1 0 0,-1 1 0,1-1-1,-1 0 1,1 1 0,-1-1 0,1 0-1,-1 0 1,2 1 0,19 2-3262,-16-3 2436,26 0-5545</inkml:trace>
</inkml:ink>
</file>

<file path=ppt/ink/ink3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7.950"/>
    </inkml:context>
    <inkml:brush xml:id="br0">
      <inkml:brushProperty name="width" value="0.025" units="cm"/>
      <inkml:brushProperty name="height" value="0.025" units="cm"/>
    </inkml:brush>
  </inkml:definitions>
  <inkml:trace contextRef="#ctx0" brushRef="#br0">0 1 496,'0'0'20007,"10"0"-18789,32 1-71,-40-1-1062,-1 0 0,0 1 0,1-1 1,-1 1-1,0-1 0,1 1 0,-1-1 1,0 1-1,0 0 0,0 0 0,0-1 0,0 1 1,0 0-1,0 0 0,0 0 0,0 0 1,0 0-1,0 0 0,-1 1 0,1-1 1,0 0-1,-1 0 0,1 0 0,-1 1 1,1-1-1,-1 0 0,1 2 0,2 35 1630,-3-35-1549,0 128 1388,0-131-1584,1 0 1,-1 0 0,0 0-1,0 0 1,0 0 0,1 0-1,-1 0 1,0 0 0,0 0-1,0 0 1,1 0 0,-1 0-1,0 0 1,0 0 0,1 0-1,-1 0 1,0 0 0,0 0-1,0 0 1,1 0 0,-1 0-1,0 0 1,0 0 0,0-1-1,0 1 1,1 0 0,-1 0-1,0 0 1,0 0 0,0 0-1,0-1 1,0 1 0,1 0-1,-1 0 1,0 0 0,0-1-1,0 1 1,0 0 0,0 0-1,0 0 1,0-1 0,0 1-1,0 0 1,0 0 0,0 0-1,0-1 1,0 1 0,0 0-1,0-1 1,17-79-9150,-12 34-1678</inkml:trace>
</inkml:ink>
</file>

<file path=ppt/ink/ink3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8.297"/>
    </inkml:context>
    <inkml:brush xml:id="br0">
      <inkml:brushProperty name="width" value="0.025" units="cm"/>
      <inkml:brushProperty name="height" value="0.025" units="cm"/>
    </inkml:brush>
  </inkml:definitions>
  <inkml:trace contextRef="#ctx0" brushRef="#br0">1 1 10730,'0'0'15972,"0"32"-15908,0-15-64,0-2-312,0 2-1137,0 8-2423,0-3-1834,3-4-8025</inkml:trace>
</inkml:ink>
</file>

<file path=ppt/ink/ink3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8.634"/>
    </inkml:context>
    <inkml:brush xml:id="br0">
      <inkml:brushProperty name="width" value="0.025" units="cm"/>
      <inkml:brushProperty name="height" value="0.025" units="cm"/>
    </inkml:brush>
  </inkml:definitions>
  <inkml:trace contextRef="#ctx0" brushRef="#br0">193 0 11498,'0'0'14510,"-14"15"-13299,-18 18-364,-54 41 0,78-67-799,0-1-1,0 1 1,1 0 0,-8 10 0,13-16-66,1 1 0,-1 0 1,1 0-1,0 0 0,0 0 0,0 0 1,0 0-1,0 1 0,0-1 1,0 0-1,1 0 0,-1 1 1,1-1-1,0 0 0,0 1 0,0-1 1,0 0-1,0 1 0,0-1 1,0 0-1,1 1 0,-1-1 1,1 0-1,0 1 0,1 1 0,-1-2-10,0-1-1,0 1 0,0-1 0,1 0 1,-1 0-1,1 0 0,-1 0 0,1 0 0,-1 0 1,1 0-1,-1 0 0,1 0 0,0-1 0,0 1 1,2 0-1,33 6-334,-27-6 228,98 11-1119,-107-12 1257,-1 0 1,0 0-1,0 0 1,1 0-1,-1 0 1,0 0-1,1 0 1,-1 0-1,0 0 1,0 0-1,1 0 0,-1 0 1,0 0-1,0 1 1,1-1-1,-1 0 1,0 0-1,0 0 1,1 0-1,-1 0 1,0 0-1,0 1 1,0-1-1,1 0 0,-1 0 1,0 0-1,0 1 1,0-1-1,0 0 1,1 0-1,-1 0 1,0 1-1,0-1 1,0 0-1,0 0 0,0 1 1,0-1-1,0 0 1,0 1-1,0-1 1,0 0-1,0 0 1,0 1-1,0-1 1,0 0-1,0 0 0,0 1 1,0-1-1,0 0 1,0 0-1,0 1 1,0-1-1,0 1 1,-12 10 181,-23 12 1,22-15-192,1 0 0,-1 1 0,-17 16-1,29-23-679,5-4-1546,21-9-2778,10-8-3392</inkml:trace>
</inkml:ink>
</file>

<file path=ppt/ink/ink3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49.031"/>
    </inkml:context>
    <inkml:brush xml:id="br0">
      <inkml:brushProperty name="width" value="0.025" units="cm"/>
      <inkml:brushProperty name="height" value="0.025" units="cm"/>
    </inkml:brush>
  </inkml:definitions>
  <inkml:trace contextRef="#ctx0" brushRef="#br0">325 0 10266,'0'0'16312,"-17"11"-15172,-11 6-844,-96 59 1349,99-60-1387,2 1-1,0 1 1,-24 26-1,43-40-258,1-1-1,-1 2 1,1-1-1,0 0 0,0 1 1,1-1-1,-1 1 1,1 0-1,0 0 1,0 0-1,1 0 0,-1 0 1,1 0-1,0 0 1,1 0-1,-1 7 1,2-11-25,-1 0 0,1 0 0,0 0 0,-1 0 0,1-1 1,0 1-1,0 0 0,0-1 0,0 1 0,0 0 0,0-1 0,0 1 1,0-1-1,0 1 0,0-1 0,0 0 0,0 1 0,0-1 1,0 0-1,0 0 0,0 0 0,0 0 0,0 0 0,0 0 1,1 0-1,1 0 0,43-1-410,-37 0 317,-1 0 30,1 0 0,0-1 0,-1 0 0,1-1 0,-1 0 0,0 0 0,0-1 0,0 1 0,0-2-1,13-9 1,-2 0-12,-1-1 0,31-34 0,-38 35-147,-2 3 1997,-9 12-1719,0-1 0,1 0 1,-1 1-1,0-1 0,1 0 0,-1 1 1,0-1-1,0 0 0,1 1 1,-1-1-1,0 0 0,0 1 0,0-1 1,0 1-1,1-1 0,-1 1 1,0-1-1,0 0 0,0 1 0,0-1 1,0 1-1,0-1 0,0 1 1,0-1-1,0 0 0,0 1 0,-1-1 1,1 1-1,0-1 0,0 1 1,0 2-83,0 0 1,0 1 0,0-1 0,1 0-1,-1 0 1,1 0 0,0 1 0,0-1-1,0 0 1,0 0 0,1-1 0,-1 1 0,1 0-1,0 0 1,0-1 0,0 1 0,0-1-1,0 1 1,0-1 0,1 0 0,-1 0-1,1 0 1,-1 0 0,1 0 0,0-1 0,0 1-1,0-1 1,6 2 0,5 1-1568,1-1 0,-1 0 0,1-1 0,30 0 0,-30-2-902,52 1-13832</inkml:trace>
</inkml:ink>
</file>

<file path=ppt/ink/ink3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0.210"/>
    </inkml:context>
    <inkml:brush xml:id="br0">
      <inkml:brushProperty name="width" value="0.025" units="cm"/>
      <inkml:brushProperty name="height" value="0.025" units="cm"/>
    </inkml:brush>
  </inkml:definitions>
  <inkml:trace contextRef="#ctx0" brushRef="#br0">61 772 10002,'0'0'15473,"-2"12"-14293,2-10-1140,-4 21 686,0 0 1,-15 43-1,12-49-629,1-1 0,1 2 1,1-1-1,0 1 0,2-1 0,-2 30 0,5-47-106,-1 1 0,1 0 0,0-1 0,0 1 0,-1-1 0,1 1 0,0-1 0,0 1 0,0-1 0,0 0 1,0 0-1,-1 1 0,1-1 0,0 0 0,0 0 0,0 0 0,0 0 0,0 0 0,0 0 0,0 0 0,0 0 0,0 0 0,0 0 0,0-1 0,3 1-41,5 0-61,0-1 0,0 0 0,0 0 0,0-1 0,0 0 1,0 0-1,-1-1 0,1 0 0,-1-1 0,0 0 0,0 0 1,0-1-1,0 0 0,-1 0 0,0-1 0,0 1 0,7-9 0,-1 2 19,0-2-1,15-21 0,-28 35 420,27 1-254,-21 2-69,0-1 0,0 2 0,0-1 0,0 1 0,0 0 0,-1 0 0,10 10 0,-9-9-5,-1 0 0,1-1 0,0 1-1,0-1 1,0 0 0,1-1 0,10 6 0,-16-10-6,0 1 1,-1-1-1,1 1 1,-1-1-1,1 1 1,0-1-1,-1 1 1,1-1-1,-1 0 1,0 1-1,1-1 1,-1 0-1,0 1 1,1-1-1,-1 0 1,0 0-1,0 1 1,1-1-1,-1 0 1,0 0-1,0 1 1,0-1-1,0 0 1,0 0-1,0 1 1,0-1-1,0 0 1,-1-1-1,1-34-85,0 29 78,0-209-98,0 215 60,23 3-613,0-1 501,0-1 0,1-1 0,-1-1 1,0-2-1,-1 0 0,1-1 1,37-14-1,4-7-698,94-53 1,-103 49-250,-2-2 0,89-71 1,-122 86 878,0 0 0,-2-2 1,0 0-1,-2-2 0,0 0 0,-1 0 1,-1-1-1,-1-1 0,13-32 0,-21 40 616,0 1 0,-2-1-1,0 0 1,-1 0-1,0 0 1,-1 0 0,-1-19-1,0 32-270,0 1-1,0-1 1,-1 0-1,1 0 1,0 0 0,-1 1-1,1-1 1,-1 0-1,1 1 1,-1-1-1,0 0 1,0 1 0,0-1-1,0 1 1,0-1-1,0 1 1,0 0 0,0-1-1,-1 1 1,1 0-1,0 0 1,-1 0-1,1 0 1,-1 0 0,1 0-1,-1 0 1,0 0-1,1 1 1,-1-1-1,0 1 1,-3-1 0,-5-1 111,0 1 1,0 0-1,0 1 1,-16 1-1,13 0-31,6 0-137,1 0-1,0 0 1,-1 1-1,1 0 0,0 1 1,0-1-1,0 1 1,0 0-1,1 0 0,-1 1 1,1 0-1,0 0 1,0 0-1,0 1 0,0-1 1,-3 6-1,-11 14 208,1-1-1,-18 33 1,28-43-165,-76 135 653,-83 208 1,87-176-580,62-144-130,10-20-22,0-1 0,1 1 0,0 1 0,1 0 0,1-1 0,1 2 0,0-1 0,-1 23 0,5-40-21,0 0 0,1 1-1,-1-1 1,0 1-1,0-1 1,1 0 0,-1 1-1,0-1 1,0 0 0,1 1-1,-1-1 1,1 0-1,-1 1 1,0-1 0,1 0-1,-1 0 1,1 0 0,-1 1-1,0-1 1,1 0-1,-1 0 1,1 0 0,-1 0-1,1 0 1,-1 0 0,1 0-1,-1 0 1,0 0 0,1 0-1,-1 0 1,1 0-1,-1 0 1,1 0 0,-1 0-1,1-1 1,1 1-11,4-1-9,0 0 0,1 0-1,-1-1 1,0 0 0,-1 0 0,1-1-1,0 0 1,-1 0 0,1 0 0,-1 0 0,0-1-1,0 0 1,7-7 0,5-5-82,0-1-1,17-24 1,-12 5 187,-22 35 138,2 2-225,0-1 0,-1 1 1,1-1-1,-1 1 1,1 0-1,-1 0 0,0 0 1,1 0-1,-1 0 1,0 0-1,0 0 0,0 0 1,1 1-1,-1-1 1,0 0-1,-1 1 0,1-1 1,0 0-1,0 1 1,-1-1-1,1 1 0,0 2 1,5 6-111,-4-8-166,0 0-1,1 0 0,-1 0 1,1 0-1,0 0 0,-1 0 1,1-1-1,0 1 0,0-1 0,0 0 1,0 0-1,1 0 0,-1 0 1,0 0-1,0-1 0,0 1 1,1-1-1,-1 0 0,0 0 1,0 0-1,1-1 0,5-1 0,0 1-977,0-1-1,-1-1 0,1 1 0,-1-1 0,0-1 0,15-8 1,7-9-4511</inkml:trace>
</inkml:ink>
</file>

<file path=ppt/ink/ink3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0.540"/>
    </inkml:context>
    <inkml:brush xml:id="br0">
      <inkml:brushProperty name="width" value="0.025" units="cm"/>
      <inkml:brushProperty name="height" value="0.025" units="cm"/>
    </inkml:brush>
  </inkml:definitions>
  <inkml:trace contextRef="#ctx0" brushRef="#br0">94 18 3425,'0'0'17407,"-7"0"-15900,4 0-1342,-1-1 1,1 1-1,0 1 0,0-1 0,-1 0 0,1 1 0,0 0 0,0-1 0,-1 1 0,1 1 0,0-1 0,0 0 0,0 1 0,1-1 0,-1 1 0,0 0 0,0 0 0,1 0 0,0 0 0,-1 1 0,1-1 0,0 1 0,0-1 0,0 1 0,0 0 0,1 0 0,-1-1 0,1 1 0,-1 1 1,1-1-1,-1 5 0,0 1-88,1 0-1,0 0 1,0 1 0,2 15 0,-1-7-59,0-16-17,0-1 0,1 0-1,-1 0 1,1 0 0,-1 0 0,1 0-1,-1 0 1,1 0 0,-1 0 0,1 0-1,0 0 1,0 0 0,-1 0-1,1 0 1,0 0 0,0-1 0,0 1-1,0 0 1,0-1 0,0 1-1,0-1 1,0 1 0,0-1 0,1 1-1,-1-1 1,0 0 0,0 1 0,0-1-1,0 0 1,1 0 0,-1 0-1,2 0 1,48-1-73,-44 0 30,-5 1 36,0 0 0,0-1 0,0 1 0,0-1 0,1 1 1,-1-1-1,0 0 0,0 0 0,-1 0 0,1 0 0,0 0 1,0-1-1,0 1 0,-1 0 0,1-1 0,-1 1 0,1-1 1,-1 0-1,1 1 0,-1-1 0,0 0 0,0 0 0,0 0 1,0 0-1,0 0 0,-1 0 0,1 0 0,0-3 0,1-6 3,0 0 0,-1 0 0,0-1-1,-1-13 1,0 14-10,0 9-16,0 0-1,0 1 1,-1-1 0,1 1-1,0-1 1,-1 0 0,1 1-1,-1-1 1,1 1 0,-1-1-1,0 1 1,0-1 0,0 1-1,0 0 1,0-1 0,0 1-1,0 0 1,0 0 0,0 0-1,0 0 1,-1 0 0,1 0-1,0 0 1,-1 0-1,1 0 1,-1 1 0,1-1-1,-1 0 1,-1 0 0,-7-1-466,0 0-1,0 0 1,1 1 0,-12 0-1,-20-4-7064,32 1 353</inkml:trace>
</inkml:ink>
</file>

<file path=ppt/ink/ink3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0.887"/>
    </inkml:context>
    <inkml:brush xml:id="br0">
      <inkml:brushProperty name="width" value="0.025" units="cm"/>
      <inkml:brushProperty name="height" value="0.025" units="cm"/>
    </inkml:brush>
  </inkml:definitions>
  <inkml:trace contextRef="#ctx0" brushRef="#br0">264 1 13363,'0'0'13797,"-6"32"-12182,-25 107-306,21-103-804,-2-1 1,-21 45 0,4-13-83,4-1-313,-92 270-1411,133-356-11108,-7 7 8545,15-17-8712</inkml:trace>
</inkml:ink>
</file>

<file path=ppt/ink/ink3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1.219"/>
    </inkml:context>
    <inkml:brush xml:id="br0">
      <inkml:brushProperty name="width" value="0.025" units="cm"/>
      <inkml:brushProperty name="height" value="0.025" units="cm"/>
    </inkml:brush>
  </inkml:definitions>
  <inkml:trace contextRef="#ctx0" brushRef="#br0">0 0 10138,'0'0'13216,"8"16"-12378,30 47-217,-35-59-570,0-1-1,0 0 1,0 0-1,1 0 1,0-1 0,-1 1-1,1-1 1,0 0-1,0 0 1,0 0-1,0 0 1,0-1-1,1 0 1,-1 0-1,1 0 1,-1 0-1,0-1 1,1 1-1,-1-1 1,1 0 0,8-2-1,-2 2-8,15 1 7,-17 0-61,1 0 1,0-1-1,0-1 1,19-3 0,-27 4-24,0 0 1,-1-1 0,1 1 0,0-1 0,0 0 0,-1 0 0,1 0 0,-1 0 0,1 0 0,-1 0 0,1 0 0,-1 0 0,1 0 0,-1-1 0,0 1 0,0-1 0,0 1 0,0-1 0,0 1 0,0-1 0,0 1 0,0-1 0,-1 0 0,1 0 0,-1 1 0,1-1 0,-1 0-1,0 0 1,1 0 0,-1 0 0,0-2 0,-1 2 32,1 1 0,0-1 0,-1 1 0,1-1 0,-1 1 0,0 0 0,1-1 0,-1 1 0,0 0 0,0 0 0,0 0-1,0-1 1,0 1 0,0 0 0,0 0 0,0 0 0,0 0 0,0 1 0,0-1 0,-1 0 0,1 0 0,0 1 0,-1-1 0,1 1 0,-1-1 0,1 1-1,-1 0 1,-2-1 0,-47-5 374,51 6-370,-13-1 127,-8 0 340,0 0 0,-26 4 0,47-3-429,-1 0 0,0 1-1,1-1 1,-1 0 0,0 1 0,1-1-1,-1 1 1,0-1 0,1 1 0,-1-1 0,1 1-1,-1 0 1,1-1 0,-1 1 0,1-1-1,0 1 1,-1 0 0,1-1 0,0 1 0,-1 0-1,1 0 1,0-1 0,0 1 0,0 0-1,0 0 1,-1-1 0,1 3 0,0 26 585,1-19-406,-1-7-194,-1 8 70,2 0-1,-1 0 1,1 0 0,5 18 0,-5-26-138,0 0 0,0 0 0,0 0 0,0 0 0,1 0 0,0 0 0,-1 0 1,1-1-1,0 1 0,0-1 0,0 1 0,1-1 0,-1 0 0,0 0 0,1 0 0,0 0 0,-1 0 0,1-1 0,0 1 0,0-1 1,0 0-1,4 2 0,5-1-694,1 0 1,-1 0 0,15-1-1,21 0-4598,12-1-6219</inkml:trace>
</inkml:ink>
</file>

<file path=ppt/ink/ink3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1.782"/>
    </inkml:context>
    <inkml:brush xml:id="br0">
      <inkml:brushProperty name="width" value="0.025" units="cm"/>
      <inkml:brushProperty name="height" value="0.025" units="cm"/>
    </inkml:brush>
  </inkml:definitions>
  <inkml:trace contextRef="#ctx0" brushRef="#br0">1 0 4241,'0'0'20110,"3"8"-18782,36 57 1216,-36-57-2453,0 1 0,-1-1-1,0 0 1,0 1-1,-1 0 1,0-1-1,-1 1 1,0 0 0,-2 16-1,1 4-54,1-24-65,0-1 0,0 1 0,-1 0 0,0 0-1,0 0 1,0 0 0,0 0 0,-1-1 0,0 1 0,0 0 0,0-1 0,-1 0 0,1 1 0,-1-1 0,-4 4-1,7-7-260,1-12-810,1 7 1054,0-1 0,0 0 1,0 0-1,1 1 1,0-1-1,0 1 1,0 0-1,1 0 1,-1 0-1,8-6 1,46-34-154,-50 39 178,24-19 9,-11 9 39,0 1 0,43-23-1,-62 38 100,0-1-1,-1 1 1,1 0 0,-1 0-1,0 0 1,1 0-1,-1 0 1,0-1-1,1 1 1,-1 0-1,0 0 1,0 0-1,0 0 1,0 0-1,0 0 1,0 0 0,0 0-1,0 0 1,0 1-1,0 31-144,0-28 224,0 22-194,0 8 25,0-12-4377</inkml:trace>
</inkml:ink>
</file>

<file path=ppt/ink/ink3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2.192"/>
    </inkml:context>
    <inkml:brush xml:id="br0">
      <inkml:brushProperty name="width" value="0.025" units="cm"/>
      <inkml:brushProperty name="height" value="0.025" units="cm"/>
    </inkml:brush>
  </inkml:definitions>
  <inkml:trace contextRef="#ctx0" brushRef="#br0">1 1 8450,'0'0'15881,"1"5"-14196,3 30 483,-3-23-1820,0 0-1,1-1 0,0 1 0,5 14 0,-6-24-345,0 1 0,0-1 0,0 1 0,0-1 0,1 1 1,-1-1-1,1 0 0,-1 0 0,1 0 0,0 0 0,0 0 0,0 0 0,0 0 0,0 0 0,1-1 1,-1 1-1,0-1 0,1 0 0,-1 0 0,1 0 0,-1 0 0,1 0 0,5 1 0,2 0-148,1-1 0,0 0-1,0-1 1,0 0 0,0-1-1,0 0 1,11-2 0,-16 1 19,1 0 1,-1-1-1,1 0 1,-1 0-1,0 0 1,0 0-1,0-1 1,-1 0-1,1 0 1,-1-1-1,0 0 1,5-6-1,6-12 26,-13 17 3567,-2 6-3465,0 1 0,0 0 0,0-1 1,0 1-1,0 0 0,0-1 0,-1 1 0,1 0 1,0 0-1,0 0 0,-1 0 0,1-1 0,-1 1 1,1 0-1,-1 0 0,1 0 0,-1 0 0,1 1 1,-1 1-1,1-2-93,-1 1 1,1-1 0,-1 1-1,1-1 1,0 0-1,-1 1 1,1-1 0,0 0-1,0 0 1,0 0-1,0 1 1,2 0 0,22 7-5679,-12-9-636</inkml:trace>
</inkml:ink>
</file>

<file path=ppt/ink/ink3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2.852"/>
    </inkml:context>
    <inkml:brush xml:id="br0">
      <inkml:brushProperty name="width" value="0.025" units="cm"/>
      <inkml:brushProperty name="height" value="0.025" units="cm"/>
    </inkml:brush>
  </inkml:definitions>
  <inkml:trace contextRef="#ctx0" brushRef="#br0">1 18 8266,'0'0'18981,"0"14"-17715,0 45-487,2-32-298,5-16-161,5 2-200,-12-13-179,1 1 0,-1-1-1,0 0 1,1 0 0,-1 1 0,1-1 0,-1 0-1,1 0 1,-1 0 0,1 1 0,-1-1 0,0 0-1,1 0 1,-1 0 0,1 0 0,-1 0-1,1 0 1,-1 0 0,1 0 0,-1 0 0,1-1-1,-1 1 1,1 0 0,-1 0 0,1 0 0,-1 0-1,1-1 1,-1 1 0,0 0 0,1-1-1,-1 1 1,1 0 0,-1 0 0,0-1 0,1 0-1,12-12-1088,-13 13 1126,11-11-443,0 0 0,0 1-1,1 0 1,0 1 0,1 0-1,0 1 1,0 0 0,19-6 0,-30 13 839,0 0 1,1 0 0,-1 1-1,0-1 1,1 1 0,-1-1-1,1 1 1,-1 0 0,1 0-1,-1 0 1,1 1 0,-1-1-1,4 1 1,-5 0-313,0-1 0,0 1-1,0-1 1,0 1 0,0-1 0,-1 1 0,1 0-1,0-1 1,0 1 0,0 0 0,0 0 0,-1 0-1,1-1 1,0 1 0,-1 0 0,1 0-1,-1 0 1,1 0 0,-1 0 0,0 0 0,1 0-1,-1 0 1,0 1 0,0-1 0,1 0 0,-1 0-1,0 0 1,0 2 0,0 70 242,36-73-1554,-24-2 1037,-1-2-1,1 1 1,-1-2-1,1 1 1,-1-2-1,-1 1 1,1-1-1,14-12 1,1 1-251,11-3-253,-23 13 644,-1 0-1,0-1 1,18-14 2709,-31 37-1151,0 46-1115,0-35-4122,11-25-10886</inkml:trace>
</inkml:ink>
</file>

<file path=ppt/ink/ink3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3.402"/>
    </inkml:context>
    <inkml:brush xml:id="br0">
      <inkml:brushProperty name="width" value="0.025" units="cm"/>
      <inkml:brushProperty name="height" value="0.025" units="cm"/>
    </inkml:brush>
  </inkml:definitions>
  <inkml:trace contextRef="#ctx0" brushRef="#br0">245 0 9378,'0'0'17760,"-10"31"-16059,-34 101-390,0-27 169,36-89-1340,1 1 0,0 0 0,1 1 0,1-1 0,0 1 0,1 0 0,-1 24 0,1 19-126,4-60-56,5-13-795,-2 8 768,1 1-1,-1-1 1,1 1-1,0 0 1,0 0-1,0 0 1,1 0-1,-1 1 1,1-1-1,-1 1 1,1 0-1,0 1 1,0-1-1,0 1 1,6-1-1,-9 2 46,-2 2-77,0 6 127,0 2-15,0 0 0,0 0 0,-1 0 1,-1 0-1,-3 15 0,4-22-3,0 0 1,0 0-1,-1-1 0,1 1 1,-1-1-1,1 1 0,-1-1 1,0 0-1,0 0 0,0 0 1,0 0-1,0 0 0,0 0 1,-1 0-1,1 0 0,-1-1 1,1 0-1,-1 1 0,1-1 1,-1 0-1,0 0 0,0 0 1,0-1-1,-4 1 0,-14 2-94,0-2 0,-23-1 0,17 0-4182,34-2-487,2-3 1996,-3 1 216,18-9-7190</inkml:trace>
</inkml:ink>
</file>

<file path=ppt/ink/ink3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3.807"/>
    </inkml:context>
    <inkml:brush xml:id="br0">
      <inkml:brushProperty name="width" value="0.025" units="cm"/>
      <inkml:brushProperty name="height" value="0.025" units="cm"/>
    </inkml:brush>
  </inkml:definitions>
  <inkml:trace contextRef="#ctx0" brushRef="#br0">1 0 7618,'0'0'15914,"8"10"-14690,-2-3-1067,29 34 828,-31-38-873,0 1 1,0-1-1,0 1 1,1-1-1,-1-1 1,1 1-1,0 0 1,-1-1 0,11 3-1,-9-2-56,-5-3-49,1 1-1,-1 0 1,1-1 0,-1 1-1,1-1 1,-1 1 0,1-1-1,-1 0 1,1 0 0,0 0-1,-1 1 1,1-1 0,-1-1-1,1 1 1,-1 0 0,1 0-1,1-1 1,-2-2-49,0 0 0,0 0 0,0 0-1,0 0 1,-1 0 0,1-1 0,-1 1 0,0 0 0,0 0-1,0 0 1,0 0 0,-1-4 0,0-1-25,1 6 82,0 1 0,1 0-1,-1 0 1,0 0 0,0 0-1,0 0 1,-1 0 0,1 0-1,0 0 1,0 0 0,-1 0-1,1 0 1,0 0 0,-1 0-1,1 0 1,-1 0 0,1 0-1,-1 0 1,0 0 0,1 1-1,-1-1 1,-1-1 0,-22 0 871,10 2-464,12 0-390,1 1 0,0-1 0,-1 1 0,1 0 0,0 0 0,0-1 0,-1 1 0,1 0 0,0 0 0,0 0 0,0 0 0,0 0 0,0 1 0,0-1-1,0 0 1,0 0 0,1 1 0,-1-1 0,0 0 0,1 1 0,-1-1 0,1 0 0,0 1 0,-1-1 0,1 1 0,0-1 0,0 3 0,-5 45 115,5 22-373,0-70 169,0 0-1,0 0 1,0 0-1,1 0 0,-1 0 1,0 0-1,0 0 1,1 0-1,-1 0 1,0 0-1,1-1 1,-1 1-1,1 0 0,0 0 1,-1 0-1,1 0 1,-1-1-1,1 1 1,0 0-1,0 0 1,-1-1-1,1 1 0,0-1 1,0 1-1,0-1 1,0 1-1,0-1 1,0 1-1,0-1 1,-1 0-1,3 1 0,36 0-3811,-27-1 1352,10 0-3418</inkml:trace>
</inkml:ink>
</file>

<file path=ppt/ink/ink3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0:54.186"/>
    </inkml:context>
    <inkml:brush xml:id="br0">
      <inkml:brushProperty name="width" value="0.025" units="cm"/>
      <inkml:brushProperty name="height" value="0.025" units="cm"/>
    </inkml:brush>
  </inkml:definitions>
  <inkml:trace contextRef="#ctx0" brushRef="#br0">28 91 11682,'0'0'17712,"-2"23"-16667,-3 10-737,2-6 127,0 1 1,2 31 0,0-59-451,1 0 0,-1 0 0,1 0 1,-1-1-1,1 1 0,-1 0 1,1 0-1,-1-1 0,1 1 0,-1 0 1,1-1-1,-1 1 0,1-1 0,0 1 1,-1 0-1,1-1 0,0 1 1,-1-1-1,1 1 0,0-1 0,0 1 1,-1-1-1,1 1 0,0-1 1,0 0-1,0 1 0,0-2 0,-2-10-107,1-1 0,1 1-1,0-1 1,1 0 0,0 1-1,4-17 1,-3 21 51,1 0 1,0 0 0,0 1-1,1-1 1,0 1-1,0 0 1,0 0 0,1 0-1,0 1 1,10-10-1,-7 8-39,26-23-91,-31 29 171,-1 0-1,0 0 0,1 1 1,0-1-1,-1 1 0,1 0 1,0 0-1,-1 0 0,1 0 1,0 0-1,0 1 1,4-1-1,-5 1-29,0 1 0,0 0 0,0 0 0,-1-1 0,1 1 1,0 1-1,-1-1 0,1 0 0,-1 0 0,1 0 0,-1 1 0,0-1 0,0 1 0,1-1 1,-1 1-1,0 0 0,0-1 0,1 4 0,7 9-661,-4-10-56,-1 0 0,1 1-1,0-1 1,0-1 0,1 1 0,-1-1 0,9 4 0,11 1-5797</inkml:trace>
</inkml:ink>
</file>

<file path=ppt/ink/ink3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5.759"/>
    </inkml:context>
    <inkml:brush xml:id="br0">
      <inkml:brushProperty name="width" value="0.025" units="cm"/>
      <inkml:brushProperty name="height" value="0.025" units="cm"/>
    </inkml:brush>
  </inkml:definitions>
  <inkml:trace contextRef="#ctx0" brushRef="#br0">325 1 3625,'0'0'6647,"1"0"-7091,7 3 10517,-6 0-8867,-3 10-1189,1 1-1,-2-1 0,1 1 1,-2-1-1,0 0 0,0 0 1,-2 0-1,1 0 0,-2-1 1,-10 19-1,-76 114 502,-2 2-350,79-119-162,0 0 1,3 0-1,-15 45 0,24-48 1,3-21-4,0-1 1,0 1-1,-1 0 0,0 0 1,1 0-1,-1-1 1,-1 1-1,-1 5 0,3-9-11,0 0-1,0 0 1,-1 1-1,1-1 1,0 0-1,0 0 1,0 0-1,0 0 1,0 0-1,-1 0 1,1 0-1,0 0 1,0 0-1,0 1 1,0-1-1,-1 0 1,1 0-1,0 0 1,0 0-1,0 0 1,-1 0-1,1 0 1,0 0-1,0 0 1,0 0-1,-1 0 1,1-1-1,0 1 1,0 0 0,0 0-1,0 0 1,-1 0-1,1 0 1,0 0-1,0 0 1,0 0-1,0 0 1,-1-1-1,1 1 1,0 0-1,0 0 1,0 0-1,0 0 1,0-1-1,-4-11-1188,-6-68-5585,5 34 462</inkml:trace>
</inkml:ink>
</file>

<file path=ppt/ink/ink3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6.216"/>
    </inkml:context>
    <inkml:brush xml:id="br0">
      <inkml:brushProperty name="width" value="0.025" units="cm"/>
      <inkml:brushProperty name="height" value="0.025" units="cm"/>
    </inkml:brush>
  </inkml:definitions>
  <inkml:trace contextRef="#ctx0" brushRef="#br0">1 193 7562,'0'0'5435,"30"-4"-4409,209-29 182,-48 3-484,489-63 67,-248 71-149,-431 23-642,0-1 0,-1 0 0,1 0 0,-1 0 0,1 0-1,0 0 1,-1 0 0,1 0 0,-1 0 0,1-1 0,0 1 0,-1 0 0,1 0 0,-1 0 0,1-1 0,-1 1 0,1 0 0,0 0 0,-1-1 0,1 1 0,-1-1 0,0 1 0,1 0 0,-1-1 0,1 1 0,-1-1 0,0 1 0,1-1 0,-1 1 0,0-1 0,1 1 0,-1-1-1,0 0 1,1 0 0,-16 0-2396,-14 2-982,-6 6-2913</inkml:trace>
</inkml:ink>
</file>

<file path=ppt/ink/ink3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6.607"/>
    </inkml:context>
    <inkml:brush xml:id="br0">
      <inkml:brushProperty name="width" value="0.025" units="cm"/>
      <inkml:brushProperty name="height" value="0.025" units="cm"/>
    </inkml:brush>
  </inkml:definitions>
  <inkml:trace contextRef="#ctx0" brushRef="#br0">45 1 3425,'0'0'9695,"4"0"-8444,15 0-41,-14 0 982,-5 7-1320,-1 1-766,0 0 1,-1-1-1,0 1 0,-1-1 0,1 0 0,-1 0 1,-1 0-1,1 0 0,-1 0 0,-6 7 0,4-6-73,1 0-1,0 1 1,1-1-1,0 1 0,0 0 1,-4 17-1,7-21-1994,1-16-2610,1 3 2818,-1-16-7101</inkml:trace>
</inkml:ink>
</file>

<file path=ppt/ink/ink3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6.937"/>
    </inkml:context>
    <inkml:brush xml:id="br0">
      <inkml:brushProperty name="width" value="0.025" units="cm"/>
      <inkml:brushProperty name="height" value="0.025" units="cm"/>
    </inkml:brush>
  </inkml:definitions>
  <inkml:trace contextRef="#ctx0" brushRef="#br0">0 0 10522,'0'0'8834,"29"18"-8834,-26 14 0,-3-5-2400,0-1-3066</inkml:trace>
</inkml:ink>
</file>

<file path=ppt/ink/ink3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7.547"/>
    </inkml:context>
    <inkml:brush xml:id="br0">
      <inkml:brushProperty name="width" value="0.025" units="cm"/>
      <inkml:brushProperty name="height" value="0.025" units="cm"/>
    </inkml:brush>
  </inkml:definitions>
  <inkml:trace contextRef="#ctx0" brushRef="#br0">0 60 7666,'0'0'7344,"19"-4"-6705,60-16 11,-45 17 215,-33 3-826,0 0 1,0 0 0,0 0 0,0 1-1,0-1 1,0 0 0,0 1 0,0-1 0,0 1-1,0-1 1,0 1 0,0-1 0,0 1-1,0-1 1,1 3 0,-1-2 4,0 1-1,0 0 1,0 0-1,-1 1 1,1-1-1,-1 0 1,1 0-1,-1 0 1,0 0-1,0 0 1,0 1-1,0-1 1,0 0-1,-1 3 1,1 10 7,0 3 68,1-11-95,-1-1 0,0 1 1,-1 0-1,1-1 0,-1 1 0,-2 8 0,2-14-14,1 1-1,-1-1 1,0 1 0,0-1-1,0 1 1,0-1 0,0 1 0,0-1-1,0 0 1,0 0 0,-1 0 0,1 1-1,0-1 1,-1 0 0,1 0 0,-1-1-1,1 1 1,-1 0 0,1-1 0,-1 1-1,1 0 1,-1-1 0,0 0 0,1 1-1,-1-1 1,0 0 0,0 0 0,1 0-1,-3 0 1,5-9-55,1 4 41,1 1 0,0-1 1,-1 1-1,2 0 0,-1 0 1,0 0-1,1 1 0,0-1 1,-1 1-1,9-5 0,52-31-86,-44 28 13,14-10-297,1 3 1,51-21-1,-85 39 375,-1-1 0,1 1 0,0-1-1,0 1 1,-1 0 0,1 0 0,0-1 0,0 1-1,-1 0 1,1 0 0,0 0 0,0 0-1,-1 0 1,1 0 0,0 0 0,0 0-1,0 0 1,-1 0 0,1 0 0,0 0-1,0 1 1,-1-1 0,1 0 0,0 1-1,-1-1 1,1 0 0,0 1 0,-1-1-1,1 1 1,0-1 0,0 2 0,2 23 283,-4-15-178,1-6-75,0-1 0,0 0-1,0 0 1,-1 1 0,1-1-1,-1 0 1,0 0 0,0 0-1,0 0 1,-1 0 0,1 0-1,-1 0 1,1 0 0,-1-1-1,0 1 1,0 0 0,0-1-1,-1 0 1,1 1 0,-5 2-1,6-4 74,4-2-340,1 0 140,-1 0-1,0 0 1,0-1 0,0 1 0,0-1-1,-1 0 1,5-3 0,3-1-102,16-8-64,1 2-1,1 0 1,0 2-1,0 1 0,1 1 1,33-4-1,-61 12 305,-1 0 0,1 0 0,-1 0 0,1 1-1,-1-1 1,1 0 0,-1 0 0,1 0 0,-1 1-1,1-1 1,-1 0 0,0 0 0,1 1 0,-1-1 0,0 0-1,1 1 1,-1-1 0,0 1 0,1-1 0,-1 0-1,0 1 1,0-1 0,1 1 0,-1-1 0,0 1-1,0-1 1,0 1 0,0-1 0,1 1 0,-1-1-1,0 1 1,0-1 0,0 1 0,0-1 0,0 1 0,0-1-1,0 1 1,-1-1 0,1 1 0,0-1 0,0 1-1,0 0 1,-5 23 444,-5 1-124,0 0 0,-2-1 0,-19 30 0,16-34-1484,-2-4-4299,9-11-838</inkml:trace>
</inkml:ink>
</file>

<file path=ppt/ink/ink3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8.196"/>
    </inkml:context>
    <inkml:brush xml:id="br0">
      <inkml:brushProperty name="width" value="0.025" units="cm"/>
      <inkml:brushProperty name="height" value="0.025" units="cm"/>
    </inkml:brush>
  </inkml:definitions>
  <inkml:trace contextRef="#ctx0" brushRef="#br0">147 54 5169,'0'0'8699,"1"14"-8024,5 42-75,-6-55-552,1 1 0,-1 0 0,0-1 0,1 1 0,-1-1-1,1 1 1,-1-1 0,1 1 0,0-1 0,-1 0 0,1 1 0,0-1-1,0 0 1,0 0 0,0 0 0,0 1 0,1-1 0,-1 0 0,0 0-1,0-1 1,1 1 0,-1 0 0,0 0 0,1-1 0,2 2 0,0-1 15,1 0 0,0-1 1,-1 1-1,1-1 0,-1 0 1,7-1-1,1 0 22,-4 1-60,0 0 0,1 0 0,-1-1 1,0-1-1,1 1 0,11-5 0,-18 5-22,0 0 0,0 0 1,0 0-1,0 0 0,0 0 0,0 0 0,0-1 0,0 1 0,0-1 0,-1 0 0,1 1 0,-1-1 0,1 0 0,-1 0 0,0 0 0,1 0 1,-1 0-1,0 0 0,0-1 0,-1 1 0,1 0 0,0 0 0,-1-1 0,1 1 0,-1 0 0,0-1 0,0-3 0,0 4-4,0-1 0,0 0-1,0 1 1,0-1 0,-1 1-1,1-1 1,-1 1 0,0-1-1,0 1 1,0-1 0,0 1-1,0-1 1,-2-2-1,-1 2 26,1-1 0,0 1-1,-1 0 1,0 0 0,0 0-1,-8-4 1,0 2 28,0 0 0,0 1 0,0 0 1,0 1-1,-1 0 0,1 1 0,-1 1 0,0 0 0,0 0 0,-14 2 0,21 0 32,1 0-1,-1 0 0,1 0 0,0 1 1,-1 0-1,1 0 0,0 0 0,0 1 1,0-1-1,1 1 0,-1 0 0,1 1 1,-1-1-1,1 1 0,0 0 0,0 0 1,1 0-1,-1 0 0,1 1 0,0-1 1,-3 7-1,1-2 90,-1 1 1,2 0-1,-1 0 1,1 0-1,1 0 1,0 1-1,0-1 1,1 1-1,-1 20 1,3-29-148,-1 0 1,1 1 0,0-1 0,0 0-1,0 0 1,1 0 0,-1 0 0,1 0-1,-1 1 1,1-1 0,-1 0 0,1 0-1,0 0 1,0 0 0,0-1 0,0 1-1,1 0 1,-1 0 0,3 2 0,-1-2 10,1 0 1,-1-1-1,1 0 1,0 1-1,0-2 1,-1 1 0,1 0-1,0-1 1,0 1-1,7-2 1,37 4 180,0-3 1,1-2-1,89-15 0,-130 15-792,-5 0-5673,-2-3 5056,2-1-4849</inkml:trace>
</inkml:ink>
</file>

<file path=ppt/ink/ink3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29.458"/>
    </inkml:context>
    <inkml:brush xml:id="br0">
      <inkml:brushProperty name="width" value="0.025" units="cm"/>
      <inkml:brushProperty name="height" value="0.025" units="cm"/>
    </inkml:brush>
  </inkml:definitions>
  <inkml:trace contextRef="#ctx0" brushRef="#br0">346 339 6001,'0'0'8950,"16"-10"-7976,0 2-737,1-1 357,1-1 0,-1-1-1,0-1 1,-1 0 0,16-16-1,-26 20-413,0 0-1,0 0 1,-1 0 0,0 0-1,-1-1 1,0 0-1,0 0 1,-1 0-1,4-15 1,-3 3-207,-1 0 0,-1 1-1,0-30 1,-2 49 23,0 0 0,0 0 0,-1 0 0,1-1 0,0 1 0,-1 0 0,1 0 0,-1 0 0,1 0 1,-1 0-1,0 0 0,1 0 0,-1 0 0,0 0 0,0 0 0,0 0 0,1 0 0,-1 0 0,0 1 0,0-1 0,0 0 0,0 1 0,-1-1 0,1 1 0,0-1 0,0 1 0,0-1 0,0 1 0,-1 0 0,1 0 0,0-1 0,-2 1 0,-50-1-96,37 2 101,3-1-18,0 2 1,0 0 0,1 0-1,-1 1 1,1 0 0,0 1 0,0 1-1,0 0 1,0 0 0,1 2 0,0-1-1,0 1 1,1 1 0,0 0-1,-11 10 1,8-5 4,0 1 0,1 0-1,0 1 1,1 0 0,1 0 0,0 2-1,1-1 1,1 1 0,-11 34 0,-4 41 26,-14 121 0,-14 60 78,23-165 45,23-83-5454,5-46 349</inkml:trace>
</inkml:ink>
</file>

<file path=ppt/ink/ink3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0.166"/>
    </inkml:context>
    <inkml:brush xml:id="br0">
      <inkml:brushProperty name="width" value="0.025" units="cm"/>
      <inkml:brushProperty name="height" value="0.025" units="cm"/>
    </inkml:brush>
  </inkml:definitions>
  <inkml:trace contextRef="#ctx0" brushRef="#br0">0 325 6913,'0'0'7503,"32"-7"-5788,9-3-1152,148-27 1488,-87 24-946,114-1-1,-214 14-692,-5 0-293,-2 1-93,1 0 1,-1 0 0,1 0 0,0 1 0,-1 0 0,1 0 0,0 0 0,0 0 0,0 1 0,1 0-1,-6 4 1,-40 39-13,46-41-30,-1 0 0,1 0 1,0 0-1,1 1 0,-1-1 1,1 1-1,0-1 0,1 1 1,-1 0-1,1 0 0,0-1 1,0 8-1,0-9-18,1 0 1,0 0-1,0 0 0,0 0 0,0 0 1,1 0-1,0 0 0,-1 0 1,1 0-1,1 0 0,-1-1 0,1 1 1,-1 0-1,1-1 0,0 1 1,0-1-1,1 0 0,3 5 0,2-2-56,-1-1 0,2 1-1,-1-2 1,1 1 0,-1-1-1,1-1 1,0 1 0,1-2-1,-1 1 1,0-1 0,1 0-1,0-1 1,-1-1 0,1 1-1,13-2 1,-21 1 34,-1 0 0,1 0 0,0-1 1,0 1-1,0 0 0,-1-1 0,1 1 0,0-1 0,0 0 1,-1 1-1,1-1 0,0 0 0,-1 0 0,1 0 0,-1 0 1,1-1-1,-1 1 0,0 0 0,2-3 0,0 1-54,-1-1 0,0 0 0,0 0 0,0 0 0,0 0 0,-1 0 0,0 0 0,2-5 0,0-10-138,-1 0 0,-1 1 0,-1-21 0,0 27 280,0-3-46,-1-1 0,0 0 0,-1 1 0,-8-29 0,10 43 25,1 1 1,-1-1-1,0 1 0,0-1 0,1 1 0,-1-1 0,0 1 1,1-1-1,-1 1 0,0-1 0,1 1 0,-1-1 0,1 1 1,-1 0-1,1-1 0,-1 1 0,1 0 0,-1-1 1,1 1-1,-1 0 0,1 0 0,-1 0 0,1-1 0,0 1 1,-1 0-1,1 0 0,-1 0 0,1 0 0,0 0 0,-1 0 1,1 0-1,-1 0 0,1 0 0,-1 0 0,2 1 0,30-1 25,-25 0 22,43-1 117,-16 0 87,44 4-1,-75-3-194,0 1 0,0-1 0,0 1 0,0 0 0,0 0 0,-1 0 0,1 0 0,0 0 0,0 0 1,-1 1-1,1 0 0,-1-1 0,1 1 0,-1 0 0,0 0 0,0 0 0,1 0 0,-2 1 0,1-1 0,0 0 0,0 1 0,-1 0 1,3 4-1,-2-1 75,-1 0 0,1 0 1,-1 0-1,0 0 1,0 0-1,-1 0 1,0 0-1,0 0 1,-1 0-1,-1 11 0,1-15-102,1 0-1,-1 0 0,0 0 0,1 0 1,-1 0-1,0 0 0,0 0 0,0 0 0,0-1 1,-1 1-1,1 0 0,0-1 0,-1 1 1,1-1-1,-1 1 0,0-1 0,1 0 0,-1 0 1,0 0-1,0 0 0,0 0 0,1 0 0,-1 0 1,0 0-1,0-1 0,-4 1 0,5-23 281,1 12-296,1 1-1,0-1 0,0 1 0,1 0 0,0-1 0,1 1 1,0 0-1,0 0 0,1 0 0,0 1 0,1-1 0,0 1 1,0 0-1,1 0 0,11-12 0,-13 14-21,27-34-1,2 0 1,2 2-1,58-50 0,-92 87-102,13-8 257,-13 9-220,-1 0 1,0-1-1,0 1 1,1 0-1,-1 0 1,0 0-1,0 0 1,1 0-1,-1 0 1,0 0-1,0 0 1,1 0-1,-1 0 1,0 0-1,0 0 1,1 0-1,-1 0 1,0 0-1,0 0 1,0 0-1,1 1 1,-1-1 0,0 0-1,0 0 1,1 0-1,-1 0 1,0 0-1,0 1 1,0-1-1,1 0 1,-1 0-1,0 0 1,0 1-1,0-1 1,0 0-1,0 0 1,0 0-1,1 1 1,-1-1-1,0 0 1,0 0-1,0 1 1,0-1-1,0 0 1,0 0-1,0 1 1,0-1-1,0 0 1,0 0-1,0 1 1,0-1 0,0 0-1,0 0 1,0 1-1,0 20-5193</inkml:trace>
</inkml:ink>
</file>

<file path=ppt/ink/ink3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0.522"/>
    </inkml:context>
    <inkml:brush xml:id="br0">
      <inkml:brushProperty name="width" value="0.025" units="cm"/>
      <inkml:brushProperty name="height" value="0.025" units="cm"/>
    </inkml:brush>
  </inkml:definitions>
  <inkml:trace contextRef="#ctx0" brushRef="#br0">168 1 10538,'0'0'12732,"-11"30"-11759,-37 104-220,30-71-260,2 0 0,-12 105 0,3-8-716,19-134-484,-4 21-1710,6-16-2594,2-6-3760</inkml:trace>
</inkml:ink>
</file>

<file path=ppt/ink/ink3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0.995"/>
    </inkml:context>
    <inkml:brush xml:id="br0">
      <inkml:brushProperty name="width" value="0.025" units="cm"/>
      <inkml:brushProperty name="height" value="0.025" units="cm"/>
    </inkml:brush>
  </inkml:definitions>
  <inkml:trace contextRef="#ctx0" brushRef="#br0">294 0 9858,'0'0'12463,"-31"6"-11819,-102 19-199,125-24-411,-1 1-1,1 0 1,0 1-1,0-1 1,0 2-1,0-1 1,0 1-1,0 0 1,1 1-1,0 0 1,0 0-1,-9 9 1,11-9-30,3-4-7,1 0 0,0-1 0,0 1 0,0 0 0,1 0 0,-1 0 0,0 0 0,0 0 0,0 0 0,1 1 0,-1-1 0,1 0 0,-1 0 0,1 0 0,-1 1 0,1-1 0,0 0 0,-1 1 0,1-1 0,0 2 0,0-2-8,1 0 1,-1 0-1,0 1 0,1-1 0,0 0 0,-1 0 0,1 0 0,-1 0 1,1-1-1,0 1 0,0 0 0,-1 0 0,1 0 0,0-1 0,0 1 1,0 0-1,0-1 0,1 2 0,6 1-67,0 1 0,0-1 0,0-1 0,14 3 0,-21-4 75,25 4-253,0 0-298,-1 1 1,0 0-1,-1 2 1,33 15-1,-54-22 551,-1 0-1,0 0 1,0 1-1,0-1 1,-1 0-1,1 1 1,0-1-1,0 1 1,-1-1-1,1 1 0,-1 0 1,1 0-1,-1-1 1,0 1-1,0 0 1,0 0-1,0 0 1,0 1-1,0-1 1,0 0-1,-1 0 1,1 0-1,-1 1 1,0-1-1,0 0 1,0 1-1,0-1 0,0 0 1,0 0-1,0 1 1,-1-1-1,1 0 1,-1 0-1,1 1 1,-1-1-1,0 0 1,0 0-1,0 0 1,0 0-1,-1 0 1,1 0-1,0-1 1,-1 1-1,1 0 0,-1-1 1,0 1-1,-2 2 1,-22 11 524,-1 0 0,1-2 0,-2-1 1,-55 17-1,38-18-363,26-10-2821</inkml:trace>
</inkml:ink>
</file>

<file path=ppt/ink/ink3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1.388"/>
    </inkml:context>
    <inkml:brush xml:id="br0">
      <inkml:brushProperty name="width" value="0.025" units="cm"/>
      <inkml:brushProperty name="height" value="0.025" units="cm"/>
    </inkml:brush>
  </inkml:definitions>
  <inkml:trace contextRef="#ctx0" brushRef="#br0">226 37 1528,'0'0'17321,"0"-4"-16076,0-23 1232,-2 26-2409,1 0-1,-1 1 0,1-1 1,-1 0-1,0 1 0,0 0 1,1-1-1,-1 1 0,0 0 1,0 0-1,1 0 0,-1 0 0,0 0 1,0 0-1,-1 1 0,-1-1 71,-13-1-63,1 2-1,-1 0 0,1 0 1,-1 2-1,-21 5 0,34-6-70,0-1-1,0 1 1,0-1-1,0 1 1,1 0-1,-1 1 1,1-1 0,-1 0-1,1 1 1,0 0-1,0 0 1,0 0-1,0 0 1,1 0 0,-1 1-1,1-1 1,0 1-1,0 0 1,0 0-1,1-1 1,-1 1-1,1 0 1,0 0 0,0 1-1,0-1 1,1 0-1,-1 5 1,0-2-2,1 0 1,-1 0-1,2 1 0,-1-1 1,1 0-1,2 10 0,-2-14-7,0-1-1,0 0 1,0 1 0,0-1-1,1 0 1,-1 1-1,1-1 1,0 0-1,0 0 1,-1 0 0,1-1-1,0 1 1,1 0-1,-1-1 1,0 1 0,0-1-1,1 0 1,-1 0-1,5 2 1,16 5-751,1 0-1,30 5 1,14-3-6036,-42-7-441</inkml:trace>
</inkml:ink>
</file>

<file path=ppt/ink/ink3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1.743"/>
    </inkml:context>
    <inkml:brush xml:id="br0">
      <inkml:brushProperty name="width" value="0.025" units="cm"/>
      <inkml:brushProperty name="height" value="0.025" units="cm"/>
    </inkml:brush>
  </inkml:definitions>
  <inkml:trace contextRef="#ctx0" brushRef="#br0">1 68 7042</inkml:trace>
  <inkml:trace contextRef="#ctx0" brushRef="#br0" timeOffset="1">1 68 7042,'151'51'5534,"-120"-41"-2648,-31-5 1967,0 12-3630,1 1-131,0 29 491,-1-45-1531,0 0-1,0 0 1,0 0-1,-1 0 1,1 0 0,0 0-1,-1 0 1,0-1-1,1 1 1,-1 0-1,0 0 1,0 0 0,0-1-1,0 1 1,0-1-1,0 1 1,-2 1-1,2-2-39,1-1 0,-1 0-1,1 1 1,-1-1-1,1 0 1,-1 0 0,0 0-1,1 1 1,-1-1-1,1 0 1,-1 0 0,0 0-1,1 0 1,-1 0 0,0 0-1,1 0 1,-1 0-1,1 0 1,-1 0 0,0-1-1,1 1 1,-1 0-1,1 0 1,-1-1 0,0 1-1,1 0 1,-1-1-1,1 1 1,-1 0 0,1-1-1,-1 1 1,1-1-1,0 1 1,-1-1 0,1 1-1,-1-1 1,1 1 0,0-1-1,-1 1 1,1-1-1,0 1 1,0-1 0,0 0-1,-1 0 1,-7-29-8,8 29 3,-3-13 6,1 0 1,1-1 0,0 1-1,1 0 1,0-1-1,1 1 1,4-19 0,-4 30-171,0-1 1,0 0-1,0 0 1,0 0-1,1 1 1,-1-1-1,1 1 1,0-1-1,0 1 1,1 0-1,-1 0 1,0 0-1,1 0 1,0 0-1,0 0 1,0 1 0,0-1-1,0 1 1,0 0-1,1 0 1,-1 0-1,1 1 1,-1-1-1,1 1 1,0-1-1,0 1 1,-1 1-1,1-1 1,0 0-1,0 1 1,6 0-1,6 0-3902,-4 0-1848</inkml:trace>
</inkml:ink>
</file>

<file path=ppt/ink/ink3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2.074"/>
    </inkml:context>
    <inkml:brush xml:id="br0">
      <inkml:brushProperty name="width" value="0.025" units="cm"/>
      <inkml:brushProperty name="height" value="0.025" units="cm"/>
    </inkml:brush>
  </inkml:definitions>
  <inkml:trace contextRef="#ctx0" brushRef="#br0">58 1 5601,'0'0'18060,"-4"102"-17948,-3-87-104,-4-1-8,1 4-120,-1-7-1008,0-1-2649,8-6-3240</inkml:trace>
</inkml:ink>
</file>

<file path=ppt/ink/ink3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2.407"/>
    </inkml:context>
    <inkml:brush xml:id="br0">
      <inkml:brushProperty name="width" value="0.025" units="cm"/>
      <inkml:brushProperty name="height" value="0.025" units="cm"/>
    </inkml:brush>
  </inkml:definitions>
  <inkml:trace contextRef="#ctx0" brushRef="#br0">29 1 10138,'0'0'12579,"-18"24"-12579,15 1-200,-1 11-904,1-4-1625,3-8-3040</inkml:trace>
  <inkml:trace contextRef="#ctx0" brushRef="#br0" timeOffset="1">197 389 5841,'0'0'13307,"3"195"-11435,-3-148-767,0-4-545,-3-4-176,-4-4-248,-1-3-80,1 0-56,0-6-96,0-2-672,-4-6-945,-6-7-935,-1-8-2233,0-3-2657</inkml:trace>
</inkml:ink>
</file>

<file path=ppt/ink/ink3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2.759"/>
    </inkml:context>
    <inkml:brush xml:id="br0">
      <inkml:brushProperty name="width" value="0.025" units="cm"/>
      <inkml:brushProperty name="height" value="0.025" units="cm"/>
    </inkml:brush>
  </inkml:definitions>
  <inkml:trace contextRef="#ctx0" brushRef="#br0">11 26 8890,'0'0'7982,"30"-6"-7354,89-13 36,-118 19-654,1 0 0,-1 0 0,0 0 0,0 0 0,1 0 0,-1 0 0,0 0 0,1 0-1,-1 0 1,0 0 0,0 1 0,1-1 0,-1 0 0,0 1 0,0-1 0,0 1 0,0 0 0,0-1 0,0 1 0,1 0 0,-2 0 0,1-1 0,0 1 0,0 0 0,0 0 0,0 0 0,0 0 0,-1 0 0,1 0 0,0 1 0,-1-1-1,1 0 1,-1 0 0,0 0 0,1 1 0,-1-1 0,0 0 0,0 0 0,1 1 0,-1-1 0,0 0 0,0 0 0,0 1 0,-1-1 0,1 0 0,0 0 0,0 1 0,-1-1 0,0 2 0,0 6 71,0-5 23,1 0 0,-1 0 0,0 0 1,0 1-1,0-1 0,-1-1 0,1 1 0,-1 0 1,0 0-1,0 0 0,0-1 0,-1 0 0,0 1 1,1-1-1,-1 0 0,0 0 0,0 0 1,0 0-1,-1-1 0,1 1 0,-1-1 0,0 0 1,1 0-1,-1 0 0,-7 1 0,3 1-33,0-2 0,0 1 0,-1-1 0,1 0-1,0-1 1,-1 0 0,0-1 0,1 1 0,-1-1-1,1-1 1,-1 0 0,-8-2 0,16 3-180,1 0 1,0 0-1,0 0 0,-1 0 1,1 0-1,0-1 1,0 1-1,-1 0 0,1 0 1,0 0-1,0 0 1,-1 0-1,1-1 0,0 1 1,0 0-1,0 0 1,-1-1-1,1 1 0,0 0 1,0 0-1,0-1 1,0 1-1,0 0 1,0 0-1,-1-1 0,1 1 1,0 0-1,0 0 1,0-1-1,0 1 0,0 0 1,0-1-1,0 1 1,0-1-1,0-5-5196</inkml:trace>
</inkml:ink>
</file>

<file path=ppt/ink/ink3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3.104"/>
    </inkml:context>
    <inkml:brush xml:id="br0">
      <inkml:brushProperty name="width" value="0.025" units="cm"/>
      <inkml:brushProperty name="height" value="0.025" units="cm"/>
    </inkml:brush>
  </inkml:definitions>
  <inkml:trace contextRef="#ctx0" brushRef="#br0">196 0 9858,'0'0'14609,"-16"38"-13760,-54 122-225,47-107-307,2 0 0,-26 113 0,40-124-345,1 1-1,2-1 1,2 54 0,2-94-56,1-1 0,-1 0 0,0 1 0,0-1 0,1 1-1,-1-1 1,1 1 0,-1-1 0,1 0 0,0 1 0,-1-1 0,1 0 0,0 0 0,0 0 0,0 1 0,0-1 0,0 0 0,0 0 0,0 0 0,0-1 0,0 1 0,1 0 0,-1 0 0,0-1 0,1 1 0,-1 0 0,0-1-1,1 1 1,-1-1 0,1 0 0,-1 1 0,1-1 0,-1 0 0,1 0 0,-1 0 0,0 0 0,3-1 0,0 1-433,-1 0-1,1 0 1,-1-1-1,1 1 1,0-1-1,-1 0 1,0 0-1,1 0 1,-1-1-1,0 1 1,0-1-1,1 0 1,-1 0 0,5-4-1,10-18-5334</inkml:trace>
</inkml:ink>
</file>

<file path=ppt/ink/ink3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3.459"/>
    </inkml:context>
    <inkml:brush xml:id="br0">
      <inkml:brushProperty name="width" value="0.025" units="cm"/>
      <inkml:brushProperty name="height" value="0.025" units="cm"/>
    </inkml:brush>
  </inkml:definitions>
  <inkml:trace contextRef="#ctx0" brushRef="#br0">1 55 5457,'0'0'12027,"181"-32"-10227,-124 24-360,0 1-191,-3 4-313,-11-2-176,-15 5-328,-10 0-240,-7 0-192,-11 5-3281,0 2-2400</inkml:trace>
</inkml:ink>
</file>

<file path=ppt/ink/ink3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4.685"/>
    </inkml:context>
    <inkml:brush xml:id="br0">
      <inkml:brushProperty name="width" value="0.025" units="cm"/>
      <inkml:brushProperty name="height" value="0.025" units="cm"/>
    </inkml:brush>
  </inkml:definitions>
  <inkml:trace contextRef="#ctx0" brushRef="#br0">0 120 5457,'0'0'9267,"8"-10"-8358,23-30-53,-23 29 2278,3 8-580,16-8-2448,0 1 0,0 2 0,0 1 0,1 1 0,50-5 0,144 8-190,-213 4 96,7-1-22,1 0 0,-1 2 0,0 0 0,0 1 0,0 0 0,0 2 0,0 0 0,-1 0 0,0 1 0,18 11 1,-32-16-2,0-1 0,0 1 1,0 0-1,0 0 0,0 0 1,0 0-1,0 0 1,-1 0-1,1 0 0,0 0 1,0 0-1,-1 0 1,1 0-1,-1 0 0,1 0 1,-1 0-1,0 1 1,0-1-1,1 0 0,-1 0 1,0 0-1,0 1 1,0-1-1,0 0 0,0 0 1,0 1-1,0-1 1,-1 0-1,1 0 0,0 0 1,-1 1-1,1-1 0,-1 0 1,1 0-1,-1 0 1,0 0-1,1 0 0,-1 0 1,0 0-1,0 0 1,-1 1-1,-2 3 31,-1 0 0,0 0 0,0-1 0,0 1 0,-9 4 0,-174 91 636,123-69-572,64-31-89,0 0-1,0 1 1,1-1-1,-1 0 1,0 0-1,0 1 1,1-1-1,-1 0 1,0 1-1,1-1 1,-1 0-1,0 1 1,1-1-1,-1 1 1,1 0-1,-1-1 1,0 1-1,1-1 1,0 1-1,-1 0 1,1-1-1,-1 1 1,1 1-1,17 0-422,7 0 371,10 3-30,-1 1 0,36 13 1,-57-15-60,1 1 0,-1 0 1,1 1-1,-2 0 0,1 1 1,-1 0-1,0 1 0,13 12 1,-23-19 129,0-1 0,0 1-1,0 0 1,0 0 0,0 0 0,0 0 0,0 0 0,0 0 0,-1 0 0,1 0 0,0 0-1,-1 0 1,1 1 0,-1-1 0,0 0 0,1 0 0,-1 0 0,0 1 0,1-1 0,-1 0-1,0 1 1,0-1 0,0 0 0,0 0 0,-1 1 0,1-1 0,0 0 0,0 0 0,-1 1-1,1-1 1,-1 0 0,1 0 0,-1 0 0,1 0 0,-1 1 0,0-1 0,0 0 0,1 0-1,-1 0 1,0 0 0,0-1 0,0 1 0,0 0 0,0 0 0,0 0 0,-2 0 0,-7 5 202,0-1 0,-1 0 1,0 0-1,-15 4 0,9-3-21,-229 70 2030,205-71-2013,41-5-452,3 0-1011,44-5-7216,-12-8-604</inkml:trace>
</inkml:ink>
</file>

<file path=ppt/ink/ink3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5.409"/>
    </inkml:context>
    <inkml:brush xml:id="br0">
      <inkml:brushProperty name="width" value="0.025" units="cm"/>
      <inkml:brushProperty name="height" value="0.025" units="cm"/>
    </inkml:brush>
  </inkml:definitions>
  <inkml:trace contextRef="#ctx0" brushRef="#br0">0 42 7466,'0'0'13234,"17"0"-12219,52 0-257,-67 0-714,0 0 0,0 0 0,0 0 0,0 1 0,0-1 0,0 1 1,0-1-1,0 1 0,0 0 0,0-1 0,0 1 0,0 0 0,-1 0 0,1 0 0,0 1 1,-1-1-1,1 0 0,-1 1 0,1-1 0,-1 1 0,1-1 0,-1 1 0,0-1 0,0 1 1,0 0-1,0 0 0,1 2 0,0 3-1,0-1-1,-1 1 1,1 0-1,-1 0 1,0 12 0,-1-11 31,1 71 87,-1-78-43,3-11-154,8-3-101,1 0 0,0 1 0,1 0-1,1 1 1,0 1 0,24-14 0,-26 16 13,5-3-41,81-49-513,-88 55 606,0 1 0,0 0 0,0 0 0,1 1 1,-1 0-1,1 1 0,0 0 0,15 0 0,-26 26-254,0-22 330,0 4 81,0 1 0,0-1 0,0 0 0,-1 0 0,0 0 0,0 0 0,0 0 0,-1 0 0,0-1 0,-4 10-1,5-14-17,4-1-876,9-1 652,-1-2 0,0 1 1,0-1-1,-1-1 0,1 0 0,14-8 1,24-8 30,-13 8 6,-19 5 86,1 1 0,0 1 1,0 1-1,0 0 0,31-2 0,-48 6 262,-2 20 330,-1 0 0,0 0 0,-11 38 0,14-58-624,-1 0 0,0 0-1,0 0 1,0 0-1,0 1 1,-1-1-1,1 0 1,0 0-1,0 0 1,0 1-1,0-1 1,0 0-1,0 0 1,0 0-1,0 0 1,0 1-1,0-1 1,0 0-1,-1 0 1,1 0-1,0 0 1,0 0-1,0 0 1,0 1-1,0-1 1,-1 0-1,1 0 1,0 0-1,0 0 1,0 0-1,0 0 1,-1 0-1,1 0 1,0 0-1,0 0 1,0 0-1,0 0 1,-1 0 0,1 0-1,0 0 1,0 0-1,0 0 1,-1 0-1,-1 0-2233</inkml:trace>
</inkml:ink>
</file>

<file path=ppt/ink/ink3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5.750"/>
    </inkml:context>
    <inkml:brush xml:id="br0">
      <inkml:brushProperty name="width" value="0.025" units="cm"/>
      <inkml:brushProperty name="height" value="0.025" units="cm"/>
    </inkml:brush>
  </inkml:definitions>
  <inkml:trace contextRef="#ctx0" brushRef="#br0">40 0 8242,'0'0'14739,"-25"117"-14619,21-110-120,1-2-160,-1-5-896,0 0-1489,4-23-4016</inkml:trace>
</inkml:ink>
</file>

<file path=ppt/ink/ink3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6.097"/>
    </inkml:context>
    <inkml:brush xml:id="br0">
      <inkml:brushProperty name="width" value="0.025" units="cm"/>
      <inkml:brushProperty name="height" value="0.025" units="cm"/>
    </inkml:brush>
  </inkml:definitions>
  <inkml:trace contextRef="#ctx0" brushRef="#br0">89 0 9074,'0'0'6177,"-89"196"-18227</inkml:trace>
</inkml:ink>
</file>

<file path=ppt/ink/ink3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6.427"/>
    </inkml:context>
    <inkml:brush xml:id="br0">
      <inkml:brushProperty name="width" value="0.025" units="cm"/>
      <inkml:brushProperty name="height" value="0.025" units="cm"/>
    </inkml:brush>
  </inkml:definitions>
  <inkml:trace contextRef="#ctx0" brushRef="#br0">14 25 7138,'0'0'11686,"7"7"-11041,-3-4-597,-1 1 0,0-1 0,0 1-1,0 0 1,0 0 0,-1 1-1,1-1 1,-1 0 0,0 1 0,0-1-1,-1 1 1,1 0 0,-1-1-1,0 1 1,-1 0 0,1 0 0,-1 0-1,0 0 1,0 0 0,0-1-1,-2 10 1,0-5 74,0 0 0,-1 0 0,0-1-1,0 0 1,0 1 0,-1-1 0,-1 0 0,1-1 0,-1 1-1,-12 12 1,17-20-120,0 0 0,-1 0 0,1 0 0,0 0 0,0 0-1,-1-1 1,1 1 0,0 0 0,0 0 0,0 0 0,-1-1-1,1 1 1,0 0 0,0 0 0,0 0 0,0-1 0,0 1-1,0 0 1,-1 0 0,1-1 0,0 1 0,0 0 0,0-1-1,0 1 1,0 0 0,0 0 0,0-1 0,0 1 0,0 0 0,0 0-1,0-1 1,0 1 0,0 0 0,0-1 0,1 1 0,-1 0-1,0 0 1,0-1 0,0 1 0,2-16-124,2 8 59,1-1 0,0 1 0,0 0 0,0 0 0,1 1-1,0 0 1,12-11 0,54-42-313,-62 53 346,11-10-48,34-18-1,-48 31 107,-1 1-1,1 0 0,0 0 1,-1 1-1,1 0 1,0 0-1,1 0 0,-1 1 1,0 0-1,12 1 1,-19 14 642,-1-3-493,0 1 0,-1-1 0,0 0 0,-1 0 0,-1 0 1,1 0-1,-10 17 0,1-11-1348,4-6-2910,7-7-1196</inkml:trace>
</inkml:ink>
</file>

<file path=ppt/ink/ink3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6.749"/>
    </inkml:context>
    <inkml:brush xml:id="br0">
      <inkml:brushProperty name="width" value="0.025" units="cm"/>
      <inkml:brushProperty name="height" value="0.025" units="cm"/>
    </inkml:brush>
  </inkml:definitions>
  <inkml:trace contextRef="#ctx0" brushRef="#br0">38 1 10850,'0'0'11573,"-6"11"-10823,-18 37-210,23-46-494,-1 1-1,1 0 1,0 0 0,0 0-1,1 0 1,-1 0 0,1 1-1,-1-1 1,1 0 0,0 0 0,0 0-1,1 6 1,0 4-24,0-12-37,-1 0-1,1-1 1,-1 1 0,1 0-1,0-1 1,-1 1 0,1-1-1,0 1 1,-1-1-1,1 1 1,0-1 0,0 0-1,0 1 1,-1-1 0,1 0-1,0 1 1,0-1-1,0 0 1,0 0 0,0 0-1,-1 0 1,1 0 0,0 0-1,0 0 1,1 0-1,34-1-645,-26 1 338,-5 0 157,0-1-1,0 1 1,0-1 0,0-1-1,0 1 1,-1-1 0,1 1-1,-1-1 1,1 0 0,-1-1-1,5-3 1,43-35-384,-46 36 2908,-6 26-1773,1-14-648,1-1-1,-1 1 0,1-1 1,0 0-1,1 1 0,0-1 1,0 0-1,0-1 0,1 1 1,4 6-1,-4-8-916,0 1 0,0-1-1,0 1 1,1-1 0,0 0 0,8 5 0,5-1-5631</inkml:trace>
</inkml:ink>
</file>

<file path=ppt/ink/ink3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7.080"/>
    </inkml:context>
    <inkml:brush xml:id="br0">
      <inkml:brushProperty name="width" value="0.025" units="cm"/>
      <inkml:brushProperty name="height" value="0.025" units="cm"/>
    </inkml:brush>
  </inkml:definitions>
  <inkml:trace contextRef="#ctx0" brushRef="#br0">140 0 9914,'0'0'13866,"-3"20"-12857,3-16-953,-3 23 175,-2 0 0,0-1-1,-1 0 1,-12 29 0,-1-10 54,-36 104 280,48-126-547,2 0 1,0 0 0,1 1-1,0 41 1,3-59-44,1 1 1,0 0-1,1 0 1,0-1-1,0 1 1,0-1-1,5 13 1,-5-17-69,1 0 0,-1 0 1,1 0-1,-1 0 0,1 0 1,0 0-1,-1 0 0,1 0 1,0-1-1,1 1 0,-1-1 1,0 0-1,0 1 0,0-1 1,1 0-1,-1 0 1,1 0-1,-1-1 0,1 1 1,-1-1-1,1 1 0,-1-1 1,1 0-1,3 0 0,56 1-6444,-36-1 888</inkml:trace>
</inkml:ink>
</file>

<file path=ppt/ink/ink3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7.424"/>
    </inkml:context>
    <inkml:brush xml:id="br0">
      <inkml:brushProperty name="width" value="0.025" units="cm"/>
      <inkml:brushProperty name="height" value="0.025" units="cm"/>
    </inkml:brush>
  </inkml:definitions>
  <inkml:trace contextRef="#ctx0" brushRef="#br0">1 26 8586,'0'0'13707,"217"-26"-13355,-170 26-256,-4 0-96,-1 3-288,8 20-744,-11-6-3609,-10 1-2889</inkml:trace>
</inkml:ink>
</file>

<file path=ppt/ink/ink3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7.772"/>
    </inkml:context>
    <inkml:brush xml:id="br0">
      <inkml:brushProperty name="width" value="0.025" units="cm"/>
      <inkml:brushProperty name="height" value="0.025" units="cm"/>
    </inkml:brush>
  </inkml:definitions>
  <inkml:trace contextRef="#ctx0" brushRef="#br0">1 53 5569,'0'0'12655,"13"11"-11799,46 32-202,-52-39-503,0 0 1,0 0 0,1-1 0,-1 0 0,1-1 0,0 0-1,0 0 1,0 0 0,0-1 0,0 0 0,1-1 0,-1 0-1,0 0 1,9-2 0,12 1-190,-28 1 37,1-1 1,-1 1-1,0-1 1,0 1-1,0-1 1,0 1-1,0-1 1,0 1-1,0-1 1,0 0-1,0 0 1,0 1-1,0-1 1,0 0-1,0 0 1,0 0-1,-1 0 1,1 0-1,0 0 1,-1 0-1,1 0 1,-1-1 0,1 1-1,-1 0 1,0 0-1,1 0 1,-1-1-1,0 1 1,0 0-1,0 0 1,0 0-1,0-1 1,0-1-1,0 0-13,0 0 0,0 1 0,0-1 0,-1 0 0,1 1 0,0-1 0,-1 0 0,0 1 0,0-1 0,0 0 0,0 1 1,0-1-1,0 1 0,-1 0 0,-2-4 0,-3 0 52,-1 0-1,1 1 1,-1-1 0,0 2 0,-1-1 0,1 1 0,-1 1 0,0 0 0,0 0 0,0 0 0,0 1 0,-1 1 0,-12-2-1,20 7 17,1-1 0,0 1 0,1 0-1,-1-1 1,0 1 0,1 0-1,0-1 1,0 1 0,0 0 0,1 4-1,-1-3-11,0 109-298,1-112 112,-1 0 0,0 1 1,1-1-1,-1 0 1,1 1-1,0-1 0,0 0 1,0 0-1,0 0 1,0 0-1,0 0 0,1 0 1,-1 0-1,1 0 1,-1 0-1,1 0 0,0-1 1,0 1-1,-1-1 1,1 1-1,3 1 1,5 2-1212,-1 0 1,1-1-1,16 6 1,22 3-3587</inkml:trace>
</inkml:ink>
</file>

<file path=ppt/ink/ink3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8.102"/>
    </inkml:context>
    <inkml:brush xml:id="br0">
      <inkml:brushProperty name="width" value="0.025" units="cm"/>
      <inkml:brushProperty name="height" value="0.025" units="cm"/>
    </inkml:brush>
  </inkml:definitions>
  <inkml:trace contextRef="#ctx0" brushRef="#br0">374 13 10522,'0'0'12334,"-20"-2"-11454,-66-7-135,83 9-707,1-1-1,0 1 0,0 0 0,0 0 1,-1 0-1,1 0 0,0 0 0,0 0 1,-1 0-1,1 1 0,0-1 0,0 1 1,0-1-1,0 1 0,0 0 1,0 0-1,0 0 0,-3 2 0,4-1-29,0-1-1,1 0 1,-1 1-1,1-1 0,-1 1 1,1-1-1,-1 1 0,1-1 1,0 1-1,0-1 1,0 1-1,0-1 0,0 1 1,0-1-1,0 1 1,1 1-1,0 10-46,0-8 14,1 0 1,-1 0-1,1 0 1,0-1-1,0 1 1,1-1-1,-1 1 0,1-1 1,0 0-1,0 0 1,1 0-1,-1 0 1,1-1-1,-1 1 0,6 2 1,-3 0-159,1 1 0,-1-1 0,9 14 0,-13-17 144,-1 0 0,1 0 0,-1 0 0,1 0 0,-1 0 0,0 0 0,0 1 0,-1-1 0,1 0 1,-1 0-1,1 1 0,-1-1 0,0 0 0,0 0 0,-1 1 0,0 5 0,0-7 42,0 0 0,0 1-1,0-1 1,0 0 0,-1 0-1,1 0 1,-1 0 0,1 0-1,-1 0 1,0-1 0,0 1-1,1 0 1,-1-1-1,0 1 1,-1-1 0,1 0-1,0 0 1,0 0 0,0 0-1,-1 0 1,-3 1 0,-22 4 291,-46 6 0,51-9-744,0 0 0,0 2 0,-26 8-1,23-3-5282,1-6-5540</inkml:trace>
</inkml:ink>
</file>

<file path=ppt/ink/ink3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39.945"/>
    </inkml:context>
    <inkml:brush xml:id="br0">
      <inkml:brushProperty name="width" value="0.025" units="cm"/>
      <inkml:brushProperty name="height" value="0.025" units="cm"/>
    </inkml:brush>
  </inkml:definitions>
  <inkml:trace contextRef="#ctx0" brushRef="#br0">0 44 5049,'0'0'10178,"89"-43"-10114</inkml:trace>
</inkml:ink>
</file>

<file path=ppt/ink/ink3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0.292"/>
    </inkml:context>
    <inkml:brush xml:id="br0">
      <inkml:brushProperty name="width" value="0.025" units="cm"/>
      <inkml:brushProperty name="height" value="0.025" units="cm"/>
    </inkml:brush>
  </inkml:definitions>
  <inkml:trace contextRef="#ctx0" brushRef="#br0">0 36 7009,'96'-35'14732,"-96"41"-14676,0-1-40,0 1 32,0-3-48,0 5-376,18-8-4465,-3 0 48,6-22-5450</inkml:trace>
</inkml:ink>
</file>

<file path=ppt/ink/ink3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0.633"/>
    </inkml:context>
    <inkml:brush xml:id="br0">
      <inkml:brushProperty name="width" value="0.025" units="cm"/>
      <inkml:brushProperty name="height" value="0.025" units="cm"/>
    </inkml:brush>
  </inkml:definitions>
  <inkml:trace contextRef="#ctx0" brushRef="#br0">0 0 7282,'0'0'11362,"36"89"-11290,-26-78-72,5-8-3937,-1-3-9922</inkml:trace>
</inkml:ink>
</file>

<file path=ppt/ink/ink3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0.964"/>
    </inkml:context>
    <inkml:brush xml:id="br0">
      <inkml:brushProperty name="width" value="0.025" units="cm"/>
      <inkml:brushProperty name="height" value="0.025" units="cm"/>
    </inkml:brush>
  </inkml:definitions>
  <inkml:trace contextRef="#ctx0" brushRef="#br0">26 70 8794,'0'0'11304,"-4"6"-10771,1-2-552,0 0-1,1 0 1,0 1 0,0-1-1,0 1 1,0-1-1,1 1 1,0 0 0,0-1-1,0 1 1,0 0-1,1 8 1,5-12-4159,15-2 1024,-16 0 2523,-1 0 0,0 0 0,0 0 0,0 0 0,0 0 0,0-1 0,0 1 1,0-1-1,-1 0 0,1 0 0,-1 0 0,1 0 0,3-5 0,32-39-942,-25 27 3582,0 5 202,14-23 11056,-19 43-12022,12 25-1703,0-15-4315,0-8-3983</inkml:trace>
</inkml:ink>
</file>

<file path=ppt/ink/ink3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1.711"/>
    </inkml:context>
    <inkml:brush xml:id="br0">
      <inkml:brushProperty name="width" value="0.025" units="cm"/>
      <inkml:brushProperty name="height" value="0.025" units="cm"/>
    </inkml:brush>
  </inkml:definitions>
  <inkml:trace contextRef="#ctx0" brushRef="#br0">296 70 2937,'0'0'17067,"-9"-2"-15868,0 0-966,0-1 0,0 2 0,0-1-1,-1 2 1,1-1 0,0 1 0,-1 0-1,1 1 1,0 0 0,0 1 0,0 0-1,-15 5 1,8-1-112,0 2 0,0 0 0,1 1 0,1 1 0,0 0 0,0 1 0,-17 17 0,30-26-123,-1-1 0,1 1 0,-1-1-1,1 1 1,0 0 0,0 0 0,0 0-1,0-1 1,0 1 0,0 0 0,0 0-1,1 0 1,-1 1 0,1-1 0,-1 0-1,1 0 1,0 0 0,0 0 0,0 0-1,0 0 1,0 1 0,1-1 0,-1 0-1,0 0 1,1 0 0,0 0 0,-1 0-1,1 0 1,0 0 0,0 0 0,0 0-1,1-1 1,-1 1 0,0 0 0,0-1-1,1 1 1,2 2 0,6 3-21,0 0 0,0 0-1,0-1 1,0-1 0,17 7 0,-12-5 15,5 2-14,58 30-349,-70-34 309,-1 0 0,0 0 0,0 0-1,0 1 1,0 0 0,-1 0 0,8 11-1,-12-13 41,0 0 0,0 0 0,0 0-1,0 0 1,-1 0 0,0 0-1,0 0 1,0 1 0,0-1 0,-1 0-1,1 1 1,-1-1 0,0 0 0,-1 1-1,1-1 1,-1 1 0,1-1-1,-2 0 1,1 0 0,0 0 0,-1 1-1,0-1 1,1-1 0,-2 1-1,1 0 1,0 0 0,-1-1 0,0 1-1,1-1 1,-5 4 0,-9 6 39,0 0 0,-1-1 0,0-1 0,-21 10 0,27-16-14,0 0-1,0 0 1,-1-1 0,1-1 0,-1 0 0,0 0 0,0-1 0,-16 0-1,27-2-4,0 0 0,-1-1 0,1 1 0,0-1 0,0 1 0,0-1-1,0 1 1,0-1 0,0 0 0,0 1 0,0-1 0,0 0 0,0 0-1,0 0 1,1 0 0,-1 0 0,0 0 0,1 0 0,-1 0 0,0 0-1,1 0 1,0 0 0,-1 0 0,1-1 0,-1 1 0,1 0 0,0 0-1,0 0 1,0-1 0,0 1 0,0 0 0,0 0 0,0 0 0,1-3 0,-1-2-9,0 1 0,1-1 1,-1 0-1,1 1 0,1-1 1,-1 1-1,4-8 0,-1 6 19,1-1 1,0 0-1,0 1 0,1 0 0,0 0 0,11-9 0,48-37 94,-50 42-93,61-42 54,45-35-21,-110 78-27,-1 0 0,1 0 0,-2-1 0,1 0 0,-2-1 0,1 0 0,11-24-1,-17 27 25,0 1-1,-1-1 1,0 0-1,0 0 1,-1 0-1,0 0 0,-1 0 1,-1-12-1,1 7 52,0 12-68,0 0 0,0 0-1,0 0 1,0 0-1,-1 0 1,1 0-1,0 0 1,-1 0-1,0 1 1,1-1-1,-1 0 1,0 0-1,0 1 1,0-1-1,0 0 1,0 1-1,-1-1 1,1 1-1,0 0 1,-1-1-1,1 1 1,-1 0-1,1 0 1,-1 0-1,0 0 1,1 0-1,-1 0 1,0 0-1,0 1 1,-2-2-1,-6 0 6,1 1 0,-1 0 0,1 0 0,-1 1 0,-9 0 0,3 1-45,11-1 26,1 0 1,-1 1-1,1-1 0,-1 1 0,1 0 0,0 1 0,-1-1 0,1 1 0,0 0 0,0 0 1,0 0-1,0 0 0,1 1 0,-1 0 0,1 0 0,-1 0 0,1 0 0,0 0 0,-5 7 1,4-4-436,0 0 0,1-1 0,0 1 0,0 0 0,-3 10 0,4-9-1177,1 0 0,-1-1 0,1 1 0,0 0 0,0 8-1,1 1-9480</inkml:trace>
</inkml:ink>
</file>

<file path=ppt/ink/ink3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2.137"/>
    </inkml:context>
    <inkml:brush xml:id="br0">
      <inkml:brushProperty name="width" value="0.025" units="cm"/>
      <inkml:brushProperty name="height" value="0.025" units="cm"/>
    </inkml:brush>
  </inkml:definitions>
  <inkml:trace contextRef="#ctx0" brushRef="#br0">72 169 10562,'0'0'12446,"2"-2"-11322,5-3-408,-10 5 66,-14 13-154,11-7-582,1 0 1,0 0-1,0 1 1,0 0-1,1 0 1,0 0 0,0 1-1,1-1 1,0 1-1,0 0 1,-1 8-1,0 4-64,1 0 0,1-1 0,1 29 0,1-46-10,0-1 0,0 1 0,1 0-1,-1 0 1,0-1 0,1 1 0,-1 0-1,1-1 1,-1 1 0,1-1 0,0 1-1,0 0 1,0-1 0,0 1 0,0-1-1,0 0 1,0 1 0,0-1 0,3 2-1,-1-1-24,0 0 0,0 0 0,0-1 0,0 1 0,1-1 0,-1 0 0,1 0 0,-1 0 0,5 1 0,8-1-142,1 0 0,-1-1 0,24-3 1,-33 2 140,-1 0 40,0 0 0,-1 0 0,0-1 1,1 0-1,-1 0 0,0 0 0,0 0 0,0-1 0,0 0 0,0 0 1,-1-1-1,1 1 0,-1-1 0,0 0 0,0 0 0,0 0 0,-1-1 1,0 1-1,1-1 0,-2 0 0,1 0 0,0 0 0,1-6 0,2-5 24,0 0-1,-1-1 1,-1 1-1,0-1 0,-2 0 1,2-25-1,-3 20 105,-1 1 1,-4-35-1,3 50-97,0-1 1,-1 1 0,0-1-1,0 1 1,0 0 0,-1 0-1,0 0 1,0 0 0,-1 1-1,1-1 1,-1 1 0,-9-9-1,-4 5-580,10 9-2009,3 2-3484,4 4-2000</inkml:trace>
</inkml:ink>
</file>

<file path=ppt/ink/ink3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2.734"/>
    </inkml:context>
    <inkml:brush xml:id="br0">
      <inkml:brushProperty name="width" value="0.025" units="cm"/>
      <inkml:brushProperty name="height" value="0.025" units="cm"/>
    </inkml:brush>
  </inkml:definitions>
  <inkml:trace contextRef="#ctx0" brushRef="#br0">7 0 600,'-5'4'25125,"3"1"-25930,2 92 1772,0-57-5648,7-38-3788,4-2-2244</inkml:trace>
</inkml:ink>
</file>

<file path=ppt/ink/ink3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3.065"/>
    </inkml:context>
    <inkml:brush xml:id="br0">
      <inkml:brushProperty name="width" value="0.025" units="cm"/>
      <inkml:brushProperty name="height" value="0.025" units="cm"/>
    </inkml:brush>
  </inkml:definitions>
  <inkml:trace contextRef="#ctx0" brushRef="#br0">0 0 9722,'171'51'14195,"-171"-38"-13851,0 2-216,0-1-128,0 0-216,0-6-2056</inkml:trace>
</inkml:ink>
</file>

<file path=ppt/ink/ink3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8.875"/>
    </inkml:context>
    <inkml:brush xml:id="br0">
      <inkml:brushProperty name="width" value="0.025" units="cm"/>
      <inkml:brushProperty name="height" value="0.025" units="cm"/>
    </inkml:brush>
  </inkml:definitions>
  <inkml:trace contextRef="#ctx0" brushRef="#br0">1 73 3993,'0'0'16051,"12"-2"-14962,42-7-112,-52 9-914,0 0-1,0 0 1,0 0-1,0 0 1,1 1-1,-1-1 1,0 1-1,0-1 1,0 1-1,0 0 1,0 0 0,0 0-1,0 0 1,-1 0-1,1 0 1,0 0-1,0 0 1,-1 1-1,1-1 1,-1 1-1,1 0 1,-1-1-1,0 1 1,1 0-1,1 3 1,1 3 48,-1 1 0,1 0 0,-1-1 1,2 15-1,0-6 26,-3-8-101,0 0 0,-1 0 0,0 0-1,0 0 1,-1 10 0,-22-18 247,21-1-276,-1 0 2,1 0 0,-1 0 1,1 0-1,-1 0 1,1 0-1,-1 0 0,0 0 1,1 0-1,-1-1 1,1 1-1,0-1 0,-1 1 1,-1-2-1,2 1-12,0-1 0,1 1 0,-1-1-1,1 0 1,-1 1 0,1-1 0,0 0 0,-1 1 0,1-1-1,0 0 1,0 1 0,1-4 0,0 0-3,-1 0 0,2 1 1,-1-1-1,0 1 0,1-1 0,0 1 0,0 0 0,0-1 1,0 1-1,1 0 0,0 0 0,0 1 0,0-1 0,0 1 1,0-1-1,1 1 0,6-5 0,11-7-35,45-26 1,-47 30-6,-8 3 4,0 1 0,0 1-1,1 0 1,0 1 0,0 0 0,1 1 0,-1 0-1,1 1 1,0 0 0,21-1 0,-33 5 34,0-1-1,0 1 1,1 0 0,-1-1 0,0 1 0,0 0 0,0 0-1,1 0 1,-1 0 0,0 0 0,-1 0 0,1 0-1,0 1 1,0-1 0,0 0 0,-1 0 0,1 1-1,0-1 1,-1 1 0,0-1 0,1 0 0,-1 1 0,0-1-1,1 1 1,-1-1 0,0 3 0,3 45-14,-3 29 318,10-81-724,24-18 103,-3 1 175,50-24 0,-69 39 161,1 0 0,0 0 0,0 2-1,1-1 1,-1 2 0,0 0 0,25-1-1,-37 7 37,0-1 0,0 1 0,0-1 0,0 1 0,-1-1 0,0 1-1,1-1 1,-1 1 0,-1 0 0,0 4 0,1-3 8,0 8-4,1-11-55,-1 1-1,1-1 1,-1 1-1,0-1 0,0 1 1,0-1-1,0 0 1,0 1-1,-1-1 0,1 1 1,-1-1-1,0 1 1,0-1-1,0 0 0,0 1 1,0-1-1,0 0 1,0 0-1,-1 0 1,1 0-1,-1 0 0,1 0 1,-1 0-1,0-1 1,0 1-1,0-1 0,-4 3 1,-37 13-4414,24-13-1205</inkml:trace>
</inkml:ink>
</file>

<file path=ppt/ink/ink3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9.221"/>
    </inkml:context>
    <inkml:brush xml:id="br0">
      <inkml:brushProperty name="width" value="0.025" units="cm"/>
      <inkml:brushProperty name="height" value="0.025" units="cm"/>
    </inkml:brush>
  </inkml:definitions>
  <inkml:trace contextRef="#ctx0" brushRef="#br0">68 0 9234,'0'0'12171,"-39"129"-12123,36-121-48,-1-2 0,-3 1-264,0-7-1129,0 0-1559</inkml:trace>
</inkml:ink>
</file>

<file path=ppt/ink/ink3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9.575"/>
    </inkml:context>
    <inkml:brush xml:id="br0">
      <inkml:brushProperty name="width" value="0.025" units="cm"/>
      <inkml:brushProperty name="height" value="0.025" units="cm"/>
    </inkml:brush>
  </inkml:definitions>
  <inkml:trace contextRef="#ctx0" brushRef="#br0">4 1 13379,'0'0'8810,"0"90"-10387,0-49-3496,-3 0-1488</inkml:trace>
</inkml:ink>
</file>

<file path=ppt/ink/ink3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49.906"/>
    </inkml:context>
    <inkml:brush xml:id="br0">
      <inkml:brushProperty name="width" value="0.025" units="cm"/>
      <inkml:brushProperty name="height" value="0.025" units="cm"/>
    </inkml:brush>
  </inkml:definitions>
  <inkml:trace contextRef="#ctx0" brushRef="#br0">1 33 7362,'0'0'12003,"17"2"-10868,52 8-210,-67-10-884,-1 1 0,1-1 0,-1 1 0,0 0 0,0-1 1,1 1-1,-1 0 0,0 0 0,0 0 0,0 0 1,0 0-1,0 0 0,0 0 0,0 0 0,0 1 0,0-1 1,-1 0-1,1 0 0,0 1 0,-1-1 0,1 1 0,-1-1 1,0 0-1,1 2 0,0 33 492,-2-27-403,1 74 940,8-86-945,94-63-43,19-11-117,-100 66 35,-12 5-6,1 0 1,0 1 0,1 0-1,-1 1 1,1 0 0,-1 1-1,1 0 1,22-3 0,-33 6 46,-1 21 236,-1-1 0,-1 1 0,0-1 0,-9 24 0,-2 14-275,13-39-1883,5-9-5863,11-10 2496</inkml:trace>
</inkml:ink>
</file>

<file path=ppt/ink/ink3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0.236"/>
    </inkml:context>
    <inkml:brush xml:id="br0">
      <inkml:brushProperty name="width" value="0.025" units="cm"/>
      <inkml:brushProperty name="height" value="0.025" units="cm"/>
    </inkml:brush>
  </inkml:definitions>
  <inkml:trace contextRef="#ctx0" brushRef="#br0">40 15 3633,'0'0'16437,"0"-1"-16406,-1 1 0,1 0 0,-1 0 1,1 0-1,0 0 0,-1 0 1,1 0-1,-1 0 0,1 0 0,-1 0 1,1 0-1,-1 0 0,1 0 0,0 0 1,-1 0-1,1 0 0,-1 0 1,1 0-1,-1 1 0,1-1 0,0 0 1,-1 0-1,1 1 0,-1-1 1,1 0-1,0 0 0,-1 1 0,1-1 1,0 0-1,-1 1 0,-2 3 129,1 0 1,-1 1-1,1-1 0,0 0 0,0 1 0,0-1 1,0 1-1,1 0 0,0-1 0,0 1 0,-1 7 1,-1 55 121,4-66-298,1 0 0,-1 0 1,1 0-1,-1-1 0,1 1 0,0-1 1,-1 1-1,1-1 0,-1 0 1,1 0-1,0 0 0,-1 1 1,1-2-1,0 1 0,-1 0 0,1 0 1,2-1-1,2 1-57,2-1-5,0 0 0,0 0 0,0-1 1,0 0-1,-1-1 0,1 0 0,-1 0 1,0 0-1,0-1 0,0 0 0,0 0 1,7-7-1,12-11-439,36-36 1,-57 53 508,-2 2 24,-2 2 32,0 0-1,0 0 1,0 0 0,0 0-1,0 0 1,0 0-1,0 0 1,-1 0 0,1 0-1,0-1 1,-1 1 0,1 0-1,-1-1 1,1 1-1,0-2 1,-1 2 1178,-2 10-396,-3 2-720,0 0 0,0 0 0,2 0 0,-1 1 1,2-1-1,-1 1 0,2 0 0,-1 0 0,1 13 0,1-25-156,1 1-1,-1 0 1,0 0 0,0-1 0,0 1 0,1 0 0,-1 0 0,0-1-1,0 1 1,1 0 0,-1-1 0,1 1 0,-1 0 0,1-1 0,-1 1 0,1-1-1,-1 1 1,1 0 0,0-1 0,-1 1 0,1-1 0,0 0 0,-1 1 0,1-1-1,0 0 1,-1 1 0,1-1 0,0 0 0,0 0 0,1 1 0,30 2-2105,-22-3 1172,28 0-4101</inkml:trace>
</inkml:ink>
</file>

<file path=ppt/ink/ink3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0.576"/>
    </inkml:context>
    <inkml:brush xml:id="br0">
      <inkml:brushProperty name="width" value="0.025" units="cm"/>
      <inkml:brushProperty name="height" value="0.025" units="cm"/>
    </inkml:brush>
  </inkml:definitions>
  <inkml:trace contextRef="#ctx0" brushRef="#br0">172 1 9818,'0'0'10306,"-17"31"-8120,-52 102-718,59-113-1062,1 0 1,1 1-1,1 0 0,1 0 0,-7 40 0,6-22-51,-3 27 13,2 1 0,1 106 0,7-172-380,0 1 1,0 0-1,0-1 1,1 1-1,-1 0 0,0-1 1,1 1-1,-1-1 1,1 1-1,0-1 1,0 1-1,-1-1 0,1 1 1,0-1-1,0 0 1,0 1-1,0-1 1,1 0-1,1 2 0,0-1-41,0 0-1,1 0 1,-1 0-1,1-1 1,-1 1-1,1-1 0,-1 0 1,7 1-1,6 0-534,1 0-1,-1-1 1,20-2 0,-29 1 149,1 0-221,-1-1 0,1 1 0,-1-1 0,0-1 0,1 1 0,-1-1 0,0 0 0,0-1 0,0 0 0,0 0 1,-1 0-1,7-6 0,22-22-8088</inkml:trace>
</inkml:ink>
</file>

<file path=ppt/ink/ink3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0.922"/>
    </inkml:context>
    <inkml:brush xml:id="br0">
      <inkml:brushProperty name="width" value="0.025" units="cm"/>
      <inkml:brushProperty name="height" value="0.025" units="cm"/>
    </inkml:brush>
  </inkml:definitions>
  <inkml:trace contextRef="#ctx0" brushRef="#br0">0 4 10666,'0'0'11299,"207"-3"-11243,-161 3-56,1 3-136,3 11-1057,-11 1-2567,-7-9-2770</inkml:trace>
</inkml:ink>
</file>

<file path=ppt/ink/ink3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1.286"/>
    </inkml:context>
    <inkml:brush xml:id="br0">
      <inkml:brushProperty name="width" value="0.025" units="cm"/>
      <inkml:brushProperty name="height" value="0.025" units="cm"/>
    </inkml:brush>
  </inkml:definitions>
  <inkml:trace contextRef="#ctx0" brushRef="#br0">0 19 7818,'0'0'12330,"16"15"-11726,49 46-143,-61-58-378,1 1 0,-1-1 0,1 0 0,-1 0 1,1 0-1,0-1 0,0 1 0,0-1 1,1-1-1,-1 1 0,0-1 0,1 0 1,-1 0-1,1 0 0,-1-1 0,1 0 1,-1 0-1,1 0 0,6-2 0,12 1-24,-23 0-56,0 1 0,0-1 0,0 0 0,0 0 0,0 0 1,-1 0-1,1 0 0,0 0 0,0 0 0,-1-1 1,1 1-1,0 0 0,-1 0 0,1-1 0,-1 1 0,0 0 1,1-1-1,-1 1 0,0 0 0,0-1 0,0 1 1,0 0-1,0-1 0,0 1 0,0 0 0,-1-2 0,-1-40 13,2 40-14,-1 1 0,0 0 0,0-1 0,0 1 0,0 0 0,0-1-1,-1 1 1,1 0 0,-1 0 0,1 0 0,-1 0 0,0 0 0,0 1 0,0-1 0,0 1 0,0-1 0,0 1 0,0-1 0,0 1 0,0 0 0,-1 0 0,1 0-1,-1 0 1,1 1 0,-1-1 0,1 1 0,-4-1 0,-4-1 67,1 1 0,0 0 0,-1 1 0,1 0 0,-1 1 0,-10 1 0,17-1-49,1 0-1,-1 0 0,1 1 0,-1-1 1,1 1-1,-1 0 0,1 0 0,0 0 1,0 0-1,0 0 0,0 0 0,0 0 1,0 1-1,1-1 0,-1 1 0,1-1 1,-3 6-1,-16 47 190,15-34-194,2 1-1,0-1 0,2 0 0,1 26 0,0-42-16,0-3-38,0 1 1,0-1 0,1 1 0,-1-1 0,1 0 0,-1 1 0,1-1 0,0 0 0,0 1-1,0-1 1,0 0 0,1 0 0,-1 0 0,0 0 0,1 0 0,0 0 0,-1-1 0,1 1 0,0 0-1,0-1 1,0 1 0,0-1 0,0 0 0,0 1 0,0-1 0,1 0 0,-1-1 0,0 1-1,1 0 1,3 0 0,7 2-479,1-1-1,-1-1 1,1 0-1,17-1 1,-19 0-61,67 0-4858,0 0-3380</inkml:trace>
</inkml:ink>
</file>

<file path=ppt/ink/ink3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1:51.638"/>
    </inkml:context>
    <inkml:brush xml:id="br0">
      <inkml:brushProperty name="width" value="0.025" units="cm"/>
      <inkml:brushProperty name="height" value="0.025" units="cm"/>
    </inkml:brush>
  </inkml:definitions>
  <inkml:trace contextRef="#ctx0" brushRef="#br0">254 1 8490,'0'0'14152,"-21"0"-13292,-69 1-37,81-1-696,1 0 1,-1 0-1,1 1 0,-1 0 0,1 1 1,-1 0-1,1 0 0,0 1 0,0 0 0,0 0 1,0 1-1,1 0 0,0 0 0,-12 9 1,18-12-129,0 0 0,1 0 0,-1 0 0,0 0 0,0 0 0,0 1 0,1-1 0,-1 0 0,1 0 0,-1 1 0,1-1 0,-1 0 0,1 1 0,0-1 1,0 0-1,0 1 0,0-1 0,0 0 0,0 1 0,0-1 0,0 0 0,0 1 0,0-1 0,1 1 0,-1-1 0,1 0 0,-1 0 0,2 3 0,-1-1-31,1 0-1,0 0 0,0-1 1,0 1-1,1 0 0,-1 0 1,0-1-1,6 5 0,35 20-545,-31-21 422,-1 1 1,0 0-1,0 1 0,-1 0 1,1 0-1,-2 1 0,1 1 1,14 19-1,-23-27 176,0-1-1,-1 0 1,1 0-1,-1 1 1,1-1-1,-1 1 1,0-1-1,1 0 1,-1 1-1,0-1 1,0 1-1,0-1 1,0 0-1,0 1 1,0-1-1,-1 1 1,1-1 0,0 0-1,-1 1 1,1-1-1,-1 0 1,0 1-1,1-1 1,-1 0-1,0 0 1,0 1-1,1-1 1,-1 0-1,0 0 1,0 0-1,0 0 1,-1 0-1,1-1 1,0 1-1,-2 1 1,-6 3 208,0 0 1,1-1-1,-1 0 1,-11 3-1,8-3-72,6-1-283,-22 9 896,27-12-911,1 1 0,-1-1 0,0 0 0,1 1 0,-1-1 0,1 1 1,-1-1-1,1 0 0,-1 1 0,1-1 0,0 1 0,-1 0 0,1-1 0,-1 1 0,1-1 0,0 1 0,0 0 0,-1-1 1,1 1-1,0 0 0</inkml:trace>
</inkml:ink>
</file>

<file path=ppt/ink/ink3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09.128"/>
    </inkml:context>
    <inkml:brush xml:id="br0">
      <inkml:brushProperty name="width" value="0.025" units="cm"/>
      <inkml:brushProperty name="height" value="0.025" units="cm"/>
    </inkml:brush>
  </inkml:definitions>
  <inkml:trace contextRef="#ctx0" brushRef="#br0">80 117 4233,'0'0'8555,"-10"0"-2308,-13 0-5118,20 0-1079,-1-1 0,1 0 0,-1 0 0,1 0-1,-1 0 1,1-1 0,-5-2 0,7 4-37,0 0 1,0-1-1,1 1 1,-1 0 0,0-1-1,0 1 1,1-1-1,-1 1 1,0-1-1,1 1 1,-1-1-1,1 1 1,-1-1-1,0 0 1,1 1-1,0-1 1,-1 0-1,1 1 1,-1-1-1,1 0 1,0 0-1,-1 1 1,1-1-1,0 0 1,0 0-1,0 0 1,-1 1-1,1-1 1,0 0-1,0 0 1,0 0-1,0 1 1,1-1-1,-1 0 1,0 0-1,0 0 1,0 1-1,1-1 1,-1 0-1,1-1 1,0 1-11,0 0 1,1 0 0,-1 0 0,0 0 0,1 0 0,-1 0 0,1 0 0,-1 0 0,1 1 0,-1-1 0,1 1 0,0-1 0,-1 1 0,1 0 0,3-1 0,7-2 29,174-46 57,-151 44-116,-1 0 1,1 2 0,54 3 0,-86 0 26,0 1-1,0 0 1,0-1 0,0 1 0,-1 0 0,1 1-1,0-1 1,-1 0 0,1 1 0,-1-1 0,1 1-1,-1 0 1,1 0 0,-1 0 0,0 0 0,0 1-1,0-1 1,-1 0 0,1 1 0,0-1 0,-1 1-1,0 0 1,1-1 0,-1 1 0,0 0 0,0 0-1,-1 0 1,1 0 0,-1 0 0,1 0 0,-1 0-1,0 0 1,0 0 0,0 0 0,0 0-1,-1-1 1,1 1 0,-1 0 0,0 0 0,0 0-1,0 0 1,0 0 0,-1-1 0,1 1 0,0-1-1,-1 1 1,0-1 0,0 1 0,0-1 0,0 0-1,-3 3 1,-19 12 44,-1 0 0,-1-2 0,-30 13 0,22-11-34,-37 23 0,70-37-29,0-1-1,0 1 1,0-1 0,1 1 0,-1-1 0,1 1 0,-1 0 0,1-1 0,0 1 0,0 0 0,0-1 0,0 1 0,1-1 0,-1 1-1,1 0 1,-1-1 0,3 5 0,1-1-33,0-1 1,0 0-1,0 0 0,1 0 1,-1 0-1,1-1 0,0 0 0,9 6 1,53 28-330,-51-29 364,28 12-29,-29-15 5,0 1 0,-1 1 0,21 14 0,-35-21 40,1-1 1,-1 0 0,1 0 0,-1 1-1,0-1 1,1 0 0,-1 1 0,0-1 0,1 0-1,-1 1 1,0-1 0,0 0 0,1 1-1,-1-1 1,0 1 0,0-1 0,1 1 0,-1-1-1,0 1 1,0-1 0,0 1 0,0-1-1,0 0 1,0 1 0,0-1 0,0 1 0,0-1-1,0 1 1,0-1 0,0 1 0,0-1-1,0 1 1,-1-1 0,1 1 0,0-1 0,0 1-1,0-1 1,-1 0 0,1 1 0,0-1-1,-1 1 1,1-1 0,0 0 0,-1 1 0,1-1-1,0 0 1,-1 0 0,1 1 0,-1-1-1,1 0 1,0 0 0,-1 1 0,1-1-1,-1 0 1,0 0 0,-30 11 188,26-10-160,-87 29 545,-129 34 1337,212-63-1911,8-1-435,8 0-452,0-1 1,0 0-1,0 0 0,-1-1 1,1 0-1,0 0 1,-1-1-1,1 0 0,11-6 1,24-16-6316</inkml:trace>
</inkml:ink>
</file>

<file path=ppt/ink/ink3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09.560"/>
    </inkml:context>
    <inkml:brush xml:id="br0">
      <inkml:brushProperty name="width" value="0.025" units="cm"/>
      <inkml:brushProperty name="height" value="0.025" units="cm"/>
    </inkml:brush>
  </inkml:definitions>
  <inkml:trace contextRef="#ctx0" brushRef="#br0">394 0 5697,'0'0'12843,"-4"0"-12163,1 0-634,0 1 0,1-1 0,-1 0 0,1 1 0,-1-1 0,0 1 0,1 0 0,0 0 0,-1 0 0,1 0 0,-1 0 0,1 1 0,0-1 0,0 1 0,0-1 0,0 1 0,0 0 0,0 0 0,0 0 0,-2 3 0,-89 100 652,34-42-695,3 3 0,-66 101-1,119-160-1020,-2 4-902</inkml:trace>
</inkml:ink>
</file>

<file path=ppt/ink/ink3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09.907"/>
    </inkml:context>
    <inkml:brush xml:id="br0">
      <inkml:brushProperty name="width" value="0.025" units="cm"/>
      <inkml:brushProperty name="height" value="0.025" units="cm"/>
    </inkml:brush>
  </inkml:definitions>
  <inkml:trace contextRef="#ctx0" brushRef="#br0">0 1 2481,'0'0'15542,"22"3"-14540,68 12-369,-84-14-589,-1 1 1,1 0-1,-1 0 1,0 0-1,1 1 1,-1 0-1,0 0 1,-1 0-1,1 1 1,0-1 0,-1 1-1,0 0 1,0 0-1,6 9 1,9 8 73,18 19-283,-24-26 421,0 1 1,18 13 0,-27-25-678,0 0 1,0 0-1,0 0 1,1-1-1,-1 0 1,0 0-1,1 0 1,0 0-1,-1-1 1,1 0-1,0 0 1,0 0-1,7 0 1,-4-1-4684</inkml:trace>
</inkml:ink>
</file>

<file path=ppt/ink/ink3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10.501"/>
    </inkml:context>
    <inkml:brush xml:id="br0">
      <inkml:brushProperty name="width" value="0.025" units="cm"/>
      <inkml:brushProperty name="height" value="0.025" units="cm"/>
    </inkml:brush>
  </inkml:definitions>
  <inkml:trace contextRef="#ctx0" brushRef="#br0">330 5 9026,'0'0'11025,"-26"-1"-10577,-85-2-119,108 3-316,0 0 0,0 0 0,0 0-1,1 0 1,-1 1 0,0-1 0,0 1-1,0 0 1,0 0 0,1 0 0,-1 0-1,0 0 1,1 0 0,-1 1 0,1 0-1,-1-1 1,1 1 0,0 0 0,0 0-1,0 0 1,0 0 0,0 0 0,0 1-1,1-1 1,-4 5 0,4 0-7,-1-1 1,0 0-1,1 0 0,0 1 1,1-1-1,0 0 1,0 1-1,1 7 0,-1 0-12,1 6 3,1 1-1,0-1 1,2 1-1,0-1 0,1 0 1,2-1-1,0 1 1,14 28-1,-13-34-7,-1 1 0,-1 0-1,-1 0 1,0 0 0,-1 0 0,0 1-1,-1 0 1,-1-1 0,-1 1-1,0 31 1,-2-43 10,0 1 0,-1 0 0,1 0-1,-1-1 1,0 1 0,0-1 0,0 0 0,-1 0 0,0 0-1,0 0 1,0 0 0,0 0 0,0-1 0,-1 1-1,1-1 1,-1 0 0,0 0 0,0 0 0,0-1 0,0 1-1,-10 3 1,3-2-21,-1 1 1,0-1-1,0-1 0,0 0 0,0-1 1,0 0-1,-21 0 0,32-2 16,0 0 0,0 0-1,0-1 1,0 1 0,0 0 0,0 0 0,0-1-1,1 1 1,-1-1 0,0 1 0,0-1-1,0 1 1,0-1 0,0 0 0,1 1 0,-1-1-1,0 0 1,0 1 0,1-1 0,-1 0-1,1 0 1,-1 0 0,0-1 0,-1-2-39,1 0-1,-1 1 1,1-1 0,0 0 0,0 0-1,0-6 1,0 0-53,0 1-1,1 0 1,1 0 0,-1 0-1,4-15 1,-2 18 97,1 1 0,-1-1 0,1 1 0,0 0 0,0 0 0,0 0 0,1 0 0,0 0 0,0 1 0,6-6 0,52-38 35,-39 31-37,-11 8 15,12-8 3,-2 0 1,26-28-1,-42 39 5,-1 0 0,0 0-1,0 0 1,0-1 0,-1 0 0,0 0-1,-1 0 1,0 0 0,0-1 0,0 1-1,-1-1 1,0 0 0,1-8 0,-1-7 274,-3-46 0,0 67-284,1 0 0,-1 0 0,1 0 0,-1 1 0,1-1 0,-1 0-1,0 1 1,0-1 0,0 0 0,0 1 0,0-1 0,0 1 0,-1-1 0,1 1 0,0 0 0,-1-1 0,1 1 0,-1 0 0,1 0 0,-1 0 0,1 0 0,-1 0 0,0 1 0,0-1 0,1 0 0,-1 1 0,0-1 0,0 1 0,0 0 0,0 0 0,1 0 0,-1-1-1,0 2 1,0-1 0,-4 1 0,3-1-70,0 0-1,0 0 0,1 0 0,-1 1 0,0 0 0,0 0 1,0-1-1,0 2 0,0-1 0,1 0 0,-1 0 1,1 1-1,-1 0 0,1-1 0,-1 1 0,1 0 0,0 0 1,0 0-1,0 1 0,0-1 0,0 0 0,-2 4 1,3-1-795,0 0 1,0 0 0,0 0 0,1 0 0,-1 9-1,1 0-4063</inkml:trace>
</inkml:ink>
</file>

<file path=ppt/ink/ink3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11.036"/>
    </inkml:context>
    <inkml:brush xml:id="br0">
      <inkml:brushProperty name="width" value="0.025" units="cm"/>
      <inkml:brushProperty name="height" value="0.025" units="cm"/>
    </inkml:brush>
  </inkml:definitions>
  <inkml:trace contextRef="#ctx0" brushRef="#br0">201 116 8106,'0'0'10582,"0"6"-10170,-1 3-271,-1 1-1,0 0 1,0-1 0,-1 1-1,0-1 1,-1 0 0,0 0-1,0 0 1,-1 0 0,0-1-1,-1 0 1,-8 10-1,-12 19 154,-1-1-32,-24 46 1,45-70-259,0 0 1,0 0 0,1 1-1,1 0 1,0 0 0,1 1-1,0-1 1,0 17 0,2-20-12,0-1 8,1-1 0,0 1 1,1-1-1,1 12 0,-2-18-4,1 0-1,-1-1 1,1 1-1,-1 0 1,1 0-1,0 0 0,0-1 1,0 1-1,0 0 1,0-1-1,0 1 1,1-1-1,-1 1 1,0-1-1,1 1 1,-1-1-1,1 0 1,-1 0-1,1 0 0,0 0 1,0 0-1,-1 0 1,4 1-1,6 0-15,0 0 0,0-1 1,0 0-1,0-1 0,15-1 0,0 1 30,-19 0-9,0-1 0,0 0 1,0 0-1,0 0 0,0-1 0,0 0 1,0-1-1,0 1 0,-1-1 1,1 0-1,9-7 0,-6 2-6,0 1 0,-1-1 0,0-1 0,-1 0 0,0 0-1,10-15 1,-5 5 3,-2-1 0,0-1 0,-1 0 0,-1 0 0,-1-1-1,10-43 1,-14 35 21,0-1-1,-3 0 0,-1-33 0,-1 20 72,1 37-66,0-1 0,-1 1-1,0 0 1,0 0 0,-1-1 0,0 1-1,0 0 1,-1 0 0,0 1-1,0-1 1,0 1 0,-6-8 0,6 10-15,0 0 1,0 1-1,-1-1 1,1 1-1,-1-1 0,0 1 1,0 0-1,0 1 1,0-1-1,0 1 1,-1 0-1,1 0 1,-1 0-1,1 0 1,-1 1-1,0 0 1,0 0-1,0 0 1,-5 0-1,-6 0 23,-1 0 35,1 0 1,-32 4-1,45-3-66,-1 0-1,1 1 1,0 0-1,0-1 1,0 1-1,0 0 1,0 0-1,0 1 1,0-1 0,0 1-1,1-1 1,-1 1-1,0 0 1,1 0-1,0 0 1,-1 0-1,1 1 1,0-1 0,0 1-1,0-1 1,-2 5-1,4-7-39,-1 1 0,1-1 0,0 1 0,-1-1-1,1 1 1,0-1 0,0 1 0,0 0 0,-1-1 0,1 1 0,0-1-1,0 1 1,0 0 0,0-1 0,0 1 0,0-1 0,0 1 0,0 0 0,0-1-1,1 1 1,-1-1 0,0 1 0,0-1 0,0 1 0,1-1 0,-1 1-1,0 0 1,1-1 0,-1 1 0,0-1 0,1 0 0,-1 1 0,1-1-1,-1 1 1,1-1 0,-1 0 0,1 1 0,-1-1 0,1 1 0,23 3-3261,-22-4 3123,26 1-4503</inkml:trace>
</inkml:ink>
</file>

<file path=ppt/ink/ink3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7.117"/>
    </inkml:context>
    <inkml:brush xml:id="br0">
      <inkml:brushProperty name="width" value="0.025" units="cm"/>
      <inkml:brushProperty name="height" value="0.025" units="cm"/>
    </inkml:brush>
  </inkml:definitions>
  <inkml:trace contextRef="#ctx0" brushRef="#br0">229 1 3817,'0'0'-28,"-31"8"-123,-96 26 443,119-32 21,1 0 0,0 0 0,0 0 0,-1-1 0,1 0 0,-9 0 0,5-1 1636,11-16-1428,0-1-112,0 11 3622,1 6-3776,0-1-1,-1 1 1,1-1 0,-1 1 0,1-1 0,0 1 0,-1 0-1,1-1 1,0 1 0,-1 0 0,1 0 0,0 0-1,0-1 1,-1 1 0,1 0 0,0 0 0,0 0 0,-1 0-1,1 0 1,0 0 0,0 0 0,-1 0 0,1 1-1,0-1 1,1 1 0,-1-1-88,1 0-1,-1 0 1,0 0 0,1 1 0,-1-1-1,0 1 1,1-1 0,-1 1-1,0-1 1,1 1 0,-1 0 0,0-1-1,0 1 1,0 0 0,0 0-1,2 1 1,2 14-102,-1-1 0,0 1 0,0 0 0,-2 0 1,0 0-1,-1 0 0,-1 29 0,0-45-86,-1 1-331,0-1-1,1 1 1,-1-1-1,1 1 1,-1-1-1,0 0 1,0 1-1,1-1 0,-1 0 1,0 0-1,1 1 1,-1-1-1,0 0 1,0 0-1,1 0 1,-1 0-1,0 0 1,0 0-1,0 0 1,1 0-1,-1 0 1,0 0-1,-1-1 0,-1 1-1683,-11 0-7640</inkml:trace>
</inkml:ink>
</file>

<file path=ppt/ink/ink3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7.474"/>
    </inkml:context>
    <inkml:brush xml:id="br0">
      <inkml:brushProperty name="width" value="0.025" units="cm"/>
      <inkml:brushProperty name="height" value="0.025" units="cm"/>
    </inkml:brush>
  </inkml:definitions>
  <inkml:trace contextRef="#ctx0" brushRef="#br0">0 15 11242,'0'0'7170,"15"-14"-8722,-1 32-1305,-4-1-3888</inkml:trace>
</inkml:ink>
</file>

<file path=ppt/ink/ink3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7.803"/>
    </inkml:context>
    <inkml:brush xml:id="br0">
      <inkml:brushProperty name="width" value="0.025" units="cm"/>
      <inkml:brushProperty name="height" value="0.025" units="cm"/>
    </inkml:brush>
  </inkml:definitions>
  <inkml:trace contextRef="#ctx0" brushRef="#br0">381 286 8266,'0'0'6300,"8"-33"-5153,20-105-526,-27 132-496,1 0 0,-2-1 0,1 1 0,-1 0 0,0-1 0,0 1 0,-1-1 0,0 1 0,-2-8 0,3 12-63,-1-1 0,0 1 1,0 0-1,0 0 0,0 0 0,-1 0 0,1 0 0,-1 0 0,1 0 1,-1 0-1,0 1 0,1-1 0,-1 1 0,0-1 0,0 1 0,-4-3 1,-1 2 27,-1 0 1,0 0 0,1 1 0,-1 0 0,0 0 0,1 1 0,-1 0 0,0 0 0,-15 3 0,12-2-139,3 0 66,0 1 1,0-1 0,0 1 0,0 1 0,1 0 0,-1 0-1,1 0 1,0 1 0,0 0 0,0 0 0,0 1 0,1 0-1,-1 0 1,1 0 0,1 1 0,-1 0 0,1 0 0,0 1-1,0-1 1,1 1 0,0 0 0,0 0 0,-4 11-1,0 5 163,0-1-1,2 1 1,0 0-1,2 0 1,0 0-1,0 46 1,2 305 673,3-203-672,-1-170-270,0 0 0,0 0 0,0 0 1,0 0-1,0 0 0,0 0 0,-1 0 1,1 0-1,0 0 0,-1 0 0,1 0 1,0 0-1,-1 0 0,1 0 0,-1 0 1,0-1-1,1 1 0,-1 0 0,0 0 1,1-1-1,-1 1 0,0 0 0,0-1 1,0 1-1,1-1 0,-1 1 0,0-1 1,0 1-1,0-1 0,0 0 0,0 1 1,0-1-1,0 0 0,0 0 0,0 0 0,0 0 1,0 0-1,0 0 0,0 0 0,0 0 1,-2 0-1,0-1-475,0 1 1,-1-1-1,1 0 1,0 0-1,0 0 1,0 0-1,0 0 1,0-1-1,0 1 1,0-1-1,1 0 1,-4-2-1,-12-19-8202</inkml:trace>
</inkml:ink>
</file>

<file path=ppt/ink/ink3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8.134"/>
    </inkml:context>
    <inkml:brush xml:id="br0">
      <inkml:brushProperty name="width" value="0.025" units="cm"/>
      <inkml:brushProperty name="height" value="0.025" units="cm"/>
    </inkml:brush>
  </inkml:definitions>
  <inkml:trace contextRef="#ctx0" brushRef="#br0">1 7 13315,'0'0'6225,"181"-6"-5369,-109 6-704,31 0-152,-17 0-1496,-11 0-4297</inkml:trace>
</inkml:ink>
</file>

<file path=ppt/ink/ink3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8.712"/>
    </inkml:context>
    <inkml:brush xml:id="br0">
      <inkml:brushProperty name="width" value="0.025" units="cm"/>
      <inkml:brushProperty name="height" value="0.025" units="cm"/>
    </inkml:brush>
  </inkml:definitions>
  <inkml:trace contextRef="#ctx0" brushRef="#br0">1 28 9330,'0'0'11714,"20"-5"-11001,-7 2-581,10-3 162,1 1 1,1 2 0,40-2 0,-64 5-281,1 0 0,-1 0 0,0 0 1,1 0-1,-1 0 0,0 1 0,1-1 1,-1 1-1,0-1 0,0 1 0,1-1 1,-1 1-1,0 0 0,0-1 1,0 1-1,0 0 0,0 0 0,0 0 1,0 0-1,1 2 0,0 0 10,0-1 0,-1 1 0,0 0 0,1 0 0,-1 0 0,-1 0 0,1 0 0,1 6 0,-1 6 42,-1 0 1,0 0-1,-3 16 0,3-21-30,-2 3 4,-1-1 0,0 0 0,0 1 0,-1-1 0,-1-1 1,0 1-1,0-1 0,-1 1 0,-1-2 0,-9 14 0,16-24-40,0-1-1,0 1 0,0 0 1,0 0-1,0 0 0,0 0 1,0 0-1,0 0 0,-1 0 1,1 0-1,0 0 0,0 0 1,0 0-1,0 0 0,0 0 1,0 0-1,0 0 0,0-1 1,0 1-1,0 0 0,0 0 1,0 0-1,0 0 0,0 0 1,0 0-1,0 0 1,-1 0-1,1 0 0,0 0 1,0 0-1,0 0 0,0 0 1,0 0-1,0 0 0,0 0 1,0 0-1,0 0 0,0 0 1,0 0-1,0 0 0,-1 0 1,1 0-1,0 0 0,0 0 1,0 0-1,0 0 0,0 1 1,0-1-1,0 0 0,3-10-24,9-7 22,0 0 0,1 0 0,1 1 1,24-21-1,71-52-95,-43 45 29,-60 41 66,0 0 0,0 0 0,1 0 0,-1 1 0,1 0 0,-1 0 0,1 1 0,-1-1 0,9 1 0,-14 1 5,-1 0-1,1 0 1,0 1 0,0-1 0,-1 0 0,1 1-1,0-1 1,-1 1 0,1-1 0,-1 1 0,1-1-1,-1 1 1,1-1 0,-1 1 0,1-1 0,-1 1 0,1-1-1,-1 1 1,1 0 0,-1-1 0,0 1 0,0 0-1,1 0 1,-1-1 0,0 1 0,0 0 0,0 0-1,0-1 1,0 1 0,1 0 0,-2 0 0,1 0-1,0 34 232,-1-25-100,1 103 765,5-112-6405,5-1-954</inkml:trace>
</inkml:ink>
</file>

<file path=ppt/ink/ink3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9.042"/>
    </inkml:context>
    <inkml:brush xml:id="br0">
      <inkml:brushProperty name="width" value="0.025" units="cm"/>
      <inkml:brushProperty name="height" value="0.025" units="cm"/>
    </inkml:brush>
  </inkml:definitions>
  <inkml:trace contextRef="#ctx0" brushRef="#br0">1 1 9706,'0'0'12523,"178"0"-12347,-149 0-104,-8 0-56,-3 0-16,-8 0-552,-2 3-1273,-8 8-1087,0-5-1969,-4 3-2185</inkml:trace>
</inkml:ink>
</file>

<file path=ppt/ink/ink3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9.374"/>
    </inkml:context>
    <inkml:brush xml:id="br0">
      <inkml:brushProperty name="width" value="0.025" units="cm"/>
      <inkml:brushProperty name="height" value="0.025" units="cm"/>
    </inkml:brush>
  </inkml:definitions>
  <inkml:trace contextRef="#ctx0" brushRef="#br0">93 1 11682,'-93'181'6290,"104"-176"-4202,17-2 201,12-3-1009,2 0-824,5 0-328,-5 0-128,1 0-176,18 0-1264,-15 0-1641,-3 0-3040</inkml:trace>
</inkml:ink>
</file>

<file path=ppt/ink/ink3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2:59.715"/>
    </inkml:context>
    <inkml:brush xml:id="br0">
      <inkml:brushProperty name="width" value="0.025" units="cm"/>
      <inkml:brushProperty name="height" value="0.025" units="cm"/>
    </inkml:brush>
  </inkml:definitions>
  <inkml:trace contextRef="#ctx0" brushRef="#br0">122 79 14123,'0'0'10213,"-6"16"-10098,-20 54-58,24-64-57,1-1 1,0 1-1,1-1 1,-1 1-1,1-1 0,0 1 1,1-1-1,-1 1 1,1-1-1,0 1 0,0-1 1,1 1-1,0-1 1,0 0-1,0 0 0,0 0 1,1 0-1,0 0 1,0-1-1,7 9 0,-1 1 1,30 40-40,-22-33-152,24 42 0,-38-56-32,1 0 0,-1 0 0,-1 0-1,1 1 1,-1-1 0,0 1 0,-1-1-1,0 1 1,0-1 0,-1 15 0,0-20 138,0 0-1,0 0 1,-1 0 0,1 0 0,-1 0 0,0-1 0,0 1 0,1 0 0,-1 0 0,0-1 0,-1 1 0,1-1 0,0 1 0,0-1 0,-1 1 0,1-1 0,0 0 0,-4 3-1,0-1-44,0 0 0,0-1 0,0 1 0,-1-1 0,1 0 0,-8 2 0,-6 0-135,0-1 0,-37 1 0,41-3 208,-43-2-10,57 0 72,0 1 0,0-1 1,0 1-1,1 0 1,-1-1-1,0 1 0,0-1 1,1 0-1,-1 1 0,0-1 1,1 0-1,-1 1 1,0-1-1,1 0 0,-1 0 1,1 0-1,0 1 1,-1-1-1,1 0 0,-1 0 1,1 0-1,0 0 1,0 0-1,0 0 0,-1 0 1,1 1-1,0-1 1,0 0-1,0 0 0,1 0 1,-1 0-1,0 0 1,0 0-1,0 0 0,1 0 1,-1 0-1,0 0 1,1 1-1,-1-1 0,1 0 1,-1 0-1,1 0 1,-1 1-1,1-2 0,5-5 47,0-1-1,0 1 1,0 1-1,1-1 0,0 1 1,0 0-1,1 1 1,0-1-1,13-5 0,-13 6-14,105-60 383,44-29 95,-134 78-315,0-1 1,0-1 0,-2-1 0,24-27 0,-38 38-14,-1 0 0,0-1 0,0 0-1,-1 0 1,0 0 0,-1-1 0,0 1-1,0-1 1,-1 0 0,0-1 0,-1 1 0,0 0-1,-1-1 1,0 1 0,0-11 0,-1 19-135,0 0 1,0 1 0,0-1 0,-1 0-1,1 1 1,0-1 0,-1 0-1,1 1 1,-1-1 0,1 1-1,-1-1 1,0 1 0,0-1 0,1 1-1,-1-1 1,0 1 0,-1 0-1,1-1 1,0 1 0,0 0 0,0 0-1,-1 0 1,1 0 0,0 0-1,-1 0 1,1 0 0,-1 1-1,0-1 1,-2-1 0,-4 1 4,1-1-1,-1 1 1,0 0 0,1 1-1,-11 0 1,7 1-86,7-1-85,0 1 1,-1-1-1,1 1 0,0 1 1,0-1-1,0 1 0,0-1 1,0 1-1,1 0 0,-1 0 1,0 1-1,1-1 0,0 1 1,-1 0-1,1 0 0,0 0 1,0 0-1,1 0 0,-1 1 0,1-1 1,-4 8-1,-5 22-3854,11-30 3127,0 0 0,0 0 1,0 0-1,0 0 0,0 0 0,1 0 0,-1 1 1,3 4-1,9 10-9851</inkml:trace>
</inkml:ink>
</file>

<file path=ppt/ink/ink3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0.077"/>
    </inkml:context>
    <inkml:brush xml:id="br0">
      <inkml:brushProperty name="width" value="0.025" units="cm"/>
      <inkml:brushProperty name="height" value="0.025" units="cm"/>
    </inkml:brush>
  </inkml:definitions>
  <inkml:trace contextRef="#ctx0" brushRef="#br0">108 314 8426,'0'0'17885,"-1"19"-16070,-1-11-1810,-1 0 0,-1 0 0,1-1 0,-1 1-1,-1-1 1,0 0 0,-6 9 0,-14 22-13,17-22-110,1 0 1,1 0 0,0 1-1,2 0 1,0 0 0,0 1-1,2-1 1,0 1-1,1 28 1,1-44 69,0-1 1,0 1-1,1-1 0,-1 1 0,1-1 0,-1 1 1,1-1-1,-1 1 0,1-1 0,0 0 0,0 1 1,0-1-1,-1 0 0,1 1 0,1-1 0,-1 0 1,0 0-1,0 0 0,0 0 0,0 0 0,1 0 1,-1 0-1,1-1 0,-1 1 0,0 0 0,1-1 1,-1 1-1,1-1 0,-1 0 0,1 1 0,-1-1 1,4 0-1,1 1-33,0-1 0,0 1-1,0-2 1,0 1 0,0-1 0,0 1 0,0-2 0,6-1 0,-5 0 70,0 0-1,-1 0 1,1-1 0,-1 0 0,0 0 0,0-1-1,0 1 1,-1-1 0,7-7 0,4-7 3,21-31 1,-25 31 53,-1-1 0,-1 0 0,0 0 0,-2-1 1,0-1-1,-2 1 0,8-42 0,-8 20 103,-2-1 1,-2 1 0,-5-49-1,3 85-65,0 0 0,-1-1 0,0 1 0,-1-1 0,1 1 0,-1 0 0,-1 0 0,1 0-1,-1 0 1,-5-7 0,6 11-41,-1 0 0,1 0-1,-1 0 1,1 1 0,-1-1 0,0 1-1,0 0 1,0 0 0,0 0 0,-1 0-1,1 0 1,-1 1 0,1 0-1,-1-1 1,1 1 0,-1 1 0,0-1-1,1 0 1,-1 1 0,0 0-1,-6 0 1,5 0-46,0 0 0,0 1 0,0 0 0,0 0-1,0 0 1,0 0 0,0 1 0,1 0 0,-1 0 0,0 0-1,1 0 1,0 1 0,-1 0 0,1 0 0,0 0 0,0 0-1,1 1 1,-1-1 0,1 1 0,-1 0 0,1 0 0,0 0 0,-3 8-1,0 0-790,0 1-1,1 0 1,1 0-1,0 0 1,1 1-1,0-1 1,-1 24-1,3 4-7333</inkml:trace>
</inkml:ink>
</file>

<file path=ppt/ink/ink3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1.030"/>
    </inkml:context>
    <inkml:brush xml:id="br0">
      <inkml:brushProperty name="width" value="0.025" units="cm"/>
      <inkml:brushProperty name="height" value="0.025" units="cm"/>
    </inkml:brush>
  </inkml:definitions>
  <inkml:trace contextRef="#ctx0" brushRef="#br0">161 9 4913,'0'0'9471,"4"-2"-7812,21-4 2662,-26 104-561,0-62-3437,-2-1 0,-1 1 0,-1 0 0,-13 40 0,-94 260-877,93-294-3617,0-18-1988,12-20 1594</inkml:trace>
</inkml:ink>
</file>

<file path=ppt/ink/ink3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1.528"/>
    </inkml:context>
    <inkml:brush xml:id="br0">
      <inkml:brushProperty name="width" value="0.025" units="cm"/>
      <inkml:brushProperty name="height" value="0.025" units="cm"/>
    </inkml:brush>
  </inkml:definitions>
  <inkml:trace contextRef="#ctx0" brushRef="#br0">1 94 56,'0'0'15722,"2"-3"-14467,0 1-1108,-1 0 0,1 0-1,0 1 1,0-1 0,0 1 0,0-1-1,0 1 1,0 0 0,1 0 0,-1 0-1,0 0 1,0 0 0,1 1 0,-1-1 0,1 1-1,-1-1 1,4 1 0,54-2 1491,-31 2-1064,351-23 1485,102-1-1641,-429 25-372,-24 0 11,0-1-1,0-1 0,0-1 1,29-7-1,-32-1 436,-24 9-2656,-15 6-1943,-5 5-1707</inkml:trace>
</inkml:ink>
</file>

<file path=ppt/ink/ink3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2.267"/>
    </inkml:context>
    <inkml:brush xml:id="br0">
      <inkml:brushProperty name="width" value="0.025" units="cm"/>
      <inkml:brushProperty name="height" value="0.025" units="cm"/>
    </inkml:brush>
  </inkml:definitions>
  <inkml:trace contextRef="#ctx0" brushRef="#br0">395 23 3369,'0'0'11145,"4"-4"-10236,14-14 2119,-44 18-297,15 0-2614,1 1-1,0 0 1,0 1 0,0 0-1,0 1 1,0 0 0,1 0-1,-1 1 1,1 0 0,0 1-1,0 0 1,0 0 0,-14 12 0,-3 2 86,0 1 0,2 0 1,0 2-1,-35 41 0,49-50-173,1 0-1,1 0 1,0 0-1,1 1 1,0 0-1,1 1 1,1 0-1,0 0 1,1 0-1,0 0 1,-2 26 0,6-31-28,-2 9-2,1 0 0,1 0 1,2 25-1,-1-39-4,0 0 0,-1-1 0,2 1 0,-1-1 0,1 1 0,-1-1 0,1 1 0,0-1 0,1 0 0,-1 0 0,1 0 0,0 0 0,0-1 0,0 1 0,0-1 0,0 0 0,1 1 0,5 3 0,0-3-16,-1 0 1,0 0-1,1-1 0,0 0 0,0 0 0,0-1 0,0 0 0,9 0 0,77 1-2921,-71-3 704,-1 0-3341</inkml:trace>
</inkml:ink>
</file>

<file path=ppt/ink/ink3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2.779"/>
    </inkml:context>
    <inkml:brush xml:id="br0">
      <inkml:brushProperty name="width" value="0.025" units="cm"/>
      <inkml:brushProperty name="height" value="0.025" units="cm"/>
    </inkml:brush>
  </inkml:definitions>
  <inkml:trace contextRef="#ctx0" brushRef="#br0">1 47 4721,'0'0'16401,"11"-1"-15222,-5 0-1069,-4 1-59,1-1 0,-1 0 1,1 1-1,0 0 0,-1-1 1,1 1-1,-1 0 0,1 1 0,0-1 1,-1 0-1,1 1 0,-1-1 1,1 1-1,-1 0 0,1 0 1,-1 0-1,1 0 0,-1 0 1,0 1-1,0-1 0,0 0 1,1 1-1,-2 0 0,1 0 0,0-1 1,0 1-1,0 0 0,-1 1 1,1-1-1,-1 0 0,0 0 1,1 1-1,-1-1 0,0 3 0,4 7 40,0 0 0,-1 0 0,-1 0 0,0 0 0,-1 1 0,0-1-1,-1 15 1,0-27-95,0 0 0,-1 0 0,1 0-1,0 0 1,-1 0 0,1 0 0,0 0-1,0 0 1,-1 0 0,1 0 0,-1-1 0,1 1-1,0 0 1,-1 0 0,1-1 0,-1 1-1,1-1 1,0 1 0,-1 0 0,1-1-1,-1 1 1,1-2 0,19-28-440,-15 21 373,0 1 1,1-1 0,0 1-1,1 0 1,9-9-1,1 3 32,1 1 1,1 1-1,0 1 0,0 1 1,1 1-1,0 0 0,32-8 1,-44 15 36,-1 1 1,2 0 0,-1 0-1,13 1 1,-18 0 1,-2 1 9,0 1-1,0-1 1,-1 1-1,1-1 1,-1 1-1,1-1 1,-1 1-1,1 0 1,-1-1-1,0 1 1,0 0-1,0-1 1,0 1 0,0 0-1,0-1 1,0 1-1,-1 2 1,1 1 90,-1 5 49,0-1 0,0 1-1,-1-1 1,0 0 0,-4 11-1,-6 22 57,13-41-294,-1-1 0,0 1-1,0-1 1,0 1 0,0-1 0,0 0-1,1 1 1,-1-1 0,0 1-1,0-1 1,1 0 0,-1 1 0,0-1-1,0 1 1,1-1 0,-1 0 0,0 0-1,1 1 1,-1-1 0,1 0 0,-1 0-1,0 1 1,1-1 0,-1 0 0,1 0-1,-1 0 1,1 0 0,-1 1 0,1-1-1,-1 0 1,0 0 0,1 0 0,-1 0-1,1 0 1,-1 0 0,2-1 0,23 1-2044,-18 0 1064,22 0-3820</inkml:trace>
</inkml:ink>
</file>

<file path=ppt/ink/ink3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3.189"/>
    </inkml:context>
    <inkml:brush xml:id="br0">
      <inkml:brushProperty name="width" value="0.025" units="cm"/>
      <inkml:brushProperty name="height" value="0.025" units="cm"/>
    </inkml:brush>
  </inkml:definitions>
  <inkml:trace contextRef="#ctx0" brushRef="#br0">0 0 9178,'0'0'10469,"22"33"-9416,138 195 1443,-146-209-2186,95 147 1265,-98-147-1500,-2 0-1,0 1 1,-1-1 0,-1 2 0,-1-1-1,-1 1 1,4 25 0,-7-28 1,-1 1 0,-1 0-1,-2 21 1,1-31-37,-1-1 0,1 0-1,-1-1 1,-1 1 0,0 0 0,0 0-1,0-1 1,-1 0 0,-7 11 0,-4 1 86,-2 0 1,0-1 0,-1-1-1,-1 0 1,-1-2 0,0 0-1,-43 23 1,53-34-192</inkml:trace>
</inkml:ink>
</file>

<file path=ppt/ink/ink3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4.115"/>
    </inkml:context>
    <inkml:brush xml:id="br0">
      <inkml:brushProperty name="width" value="0.025" units="cm"/>
      <inkml:brushProperty name="height" value="0.025" units="cm"/>
    </inkml:brush>
  </inkml:definitions>
  <inkml:trace contextRef="#ctx0" brushRef="#br0">1 83 6545,'0'0'11438,"15"0"-9210,32 1-1852,-1-2 1,1-2-1,-1-2 0,49-12 1,85-35-363,-165 46-92,-16 7-744,-23 10-1458,-43 41-7594,46-38 3694</inkml:trace>
</inkml:ink>
</file>

<file path=ppt/ink/ink3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4.487"/>
    </inkml:context>
    <inkml:brush xml:id="br0">
      <inkml:brushProperty name="width" value="0.025" units="cm"/>
      <inkml:brushProperty name="height" value="0.025" units="cm"/>
    </inkml:brush>
  </inkml:definitions>
  <inkml:trace contextRef="#ctx0" brushRef="#br0">0 26 5169,'0'0'14310,"17"0"-13469,-14 0-805,45-2 712,55-9 1,-66 6 227,0 2 1,62 3-1,-44 1 156,-29-4-4258,3 1-4592,-9 2 1970</inkml:trace>
</inkml:ink>
</file>

<file path=ppt/ink/ink3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7.746"/>
    </inkml:context>
    <inkml:brush xml:id="br0">
      <inkml:brushProperty name="width" value="0.025" units="cm"/>
      <inkml:brushProperty name="height" value="0.025" units="cm"/>
    </inkml:brush>
  </inkml:definitions>
  <inkml:trace contextRef="#ctx0" brushRef="#br0">0 1 2481,'0'0'18053,"26"0"-17941,364 0-130,-387 0 16,0 0-1,1 0 1,-1 1-1,0 0 0,0-1 1,0 1-1,0 1 0,0-1 1,0 0-1,0 1 0,0-1 1,0 1-1,-1 0 1,1 0-1,0 0 0,-1 0 1,0 0-1,0 1 0,1-1 1,-1 1-1,2 3 0,-3-4 12,0 0-1,0 1 0,0-1 0,0 0 0,0 1 0,0-1 1,-1 0-1,1 1 0,-1-1 0,0 1 0,0-1 0,0 1 1,0-1-1,0 1 0,0-1 0,0 1 0,-1-1 0,0 1 1,1-1-1,-1 1 0,0-1 0,0 0 0,0 0 0,0 1 0,-1-1 1,1 0-1,-1 0 0,-2 3 0,-4 3 35,0-1-1,-1 0 1,0 0-1,0 0 1,-1-1 0,-11 5-1,-67 28 123,44-22-136,10-3 29,21-10 8,0 1-1,1 0 1,-16 10-1,28-15-64,-1 0 0,1 0-1,0 0 1,-1 1-1,1-1 1,0 0 0,-1 0-1,1 1 1,0-1-1,-1 0 1,1 0 0,0 1-1,-1-1 1,1 0-1,0 1 1,0-1 0,0 0-1,-1 1 1,1-1-1,0 0 1,0 1 0,0-1-1,0 1 1,0-1-1,0 0 1,-1 1 0,1-1-1,0 1 1,0-1-1,0 1 1,0-1 0,1 0-1,-1 1 1,0-1-1,0 1 1,0-1 0,0 0-1,0 1 1,0-1-1,1 0 1,-1 1 0,0-1-1,0 0 1,0 1-1,1-1 1,-1 0 0,0 1-1,1-1 1,-1 0-1,0 1 1,1-1 0,-1 0-1,0 0 1,1 0-1,-1 1 1,0-1 0,1 0-1,-1 0 1,1 0 0,-1 0-1,0 0 1,1 0-1,-1 0 1,1 0 0,29 8-11,-28-8 31,-1 1-21,35 5-20,-1 2-1,0 1 1,56 23 0,-89-31 13,0 0 1,0 0 0,0 1-1,-1-1 1,1 0 0,0 1-1,-1-1 1,1 1 0,-1-1-1,1 1 1,-1 0 0,0-1 0,0 1-1,0 0 1,0 0 0,0 0-1,0 0 1,0 0 0,-1 0-1,1 0 1,-1 0 0,1 0-1,-1 0 1,0 1 0,0-1-1,0 0 1,0 0 0,0 0 0,-1 0-1,1 0 1,-1 4 0,-1 0 36,0 0 1,0 0 0,-1 0 0,0 0 0,0-1 0,0 1 0,0-1 0,-9 10 0,-4 3 214,-1 0 0,0-2 0,-37 27 0,46-37-151,-1-1 0,0 0 0,0 0 0,0-1 1,-1 0-1,1-1 0,-1 0 0,0-1 0,0 0 0,0 0 0,-18 0 0,-68-2 851,96 0-1059,4 0-1187,50 0-3327,-20 0-1125</inkml:trace>
</inkml:ink>
</file>

<file path=ppt/ink/ink3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8.967"/>
    </inkml:context>
    <inkml:brush xml:id="br0">
      <inkml:brushProperty name="width" value="0.025" units="cm"/>
      <inkml:brushProperty name="height" value="0.025" units="cm"/>
    </inkml:brush>
  </inkml:definitions>
  <inkml:trace contextRef="#ctx0" brushRef="#br0">403 3 7098,'0'0'9922,"-4"-1"-6938,3 1-2954,-1-1-1,1 1 1,-1 0-1,0 0 0,1 0 1,-1 0-1,0 0 1,1 0-1,-1 0 1,0 0-1,1 1 0,-1-1 1,-1 1-1,-7 6 66,1 1-1,0 0 1,0 0-1,1 1 0,0-1 1,1 2-1,-8 12 1,-3 1 44,-103 111 469,79-91-537,-68 90 0,102-120 82,8-11-3238,0-9-7850</inkml:trace>
</inkml:ink>
</file>

<file path=ppt/ink/ink3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09.526"/>
    </inkml:context>
    <inkml:brush xml:id="br0">
      <inkml:brushProperty name="width" value="0.025" units="cm"/>
      <inkml:brushProperty name="height" value="0.025" units="cm"/>
    </inkml:brush>
  </inkml:definitions>
  <inkml:trace contextRef="#ctx0" brushRef="#br0">0 16 384,'0'0'15501,"3"-3"-14922,-2 2-475,0 0 0,1 0 1,-1 0-1,0 0 0,0 0 1,0 0-1,1 0 0,-1 1 1,0-1-1,1 0 0,-1 1 1,0-1-1,1 1 1,-1-1-1,1 1 0,-1 0 1,1 0-1,-1-1 0,1 1 1,-1 0-1,1 0 0,-1 0 1,1 1-1,-1-1 0,1 0 1,-1 1-1,1-1 0,-1 1 1,1-1-1,-1 1 1,0 0-1,1-1 0,-1 1 1,0 0-1,0 0 0,1 0 1,-1 0-1,0 0 0,1 2 1,51 50 894,-14-16-450,-2 2-1,-2 2 0,32 47 0,-38-55 1357,-29-19-6061,0-10 1385,0 4-1794</inkml:trace>
</inkml:ink>
</file>

<file path=ppt/ink/ink3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3:10.579"/>
    </inkml:context>
    <inkml:brush xml:id="br0">
      <inkml:brushProperty name="width" value="0.025" units="cm"/>
      <inkml:brushProperty name="height" value="0.025" units="cm"/>
    </inkml:brush>
  </inkml:definitions>
  <inkml:trace contextRef="#ctx0" brushRef="#br0">1 94 7034,'0'0'10986,"13"0"-9943,40 1-95,-52-1-924,-1 0 1,1 0-1,0 0 0,0 0 1,0 1-1,-1-1 0,1 0 1,0 0-1,0 1 1,-1-1-1,1 0 0,0 1 1,-1-1-1,1 1 0,0-1 1,-1 1-1,1-1 0,0 1 1,-1 0-1,1-1 0,-1 1 1,1 0-1,-1-1 1,0 1-1,1 0 0,-1 0 1,0-1-1,1 1 0,-1 0 1,0 0-1,0-1 0,0 1 1,0 0-1,0 0 0,0 0 1,0 0-1,0-1 1,0 1-1,0 0 0,0 0 1,0 0-1,0-1 0,-1 1 1,0 1-1,1 3 122,2 47 480,-1-32-433,0-1-1,-1 1 1,-1-1 0,-6 38-1,5-52-152,0 0 0,0-1-1,0 0 1,0 1 0,-1-1 0,-6 8-1,9-11-13,-1 0-1,0 0 0,0 0 0,0 0 0,0 0 0,0 0 0,0 0 0,0 0 1,0 0-1,0-1 0,0 1 0,-1 0 0,1-1 0,0 1 0,-1-1 0,1 1 0,0-1 1,-1 1-1,1-1 0,0 0 0,-1 0 0,1 0 0,0 0 0,-1 0 0,1 0 1,-1 0-1,-1-1 0,2 0-24,0-1 0,0 1 1,0-1-1,1 1 0,-1-1 1,0 0-1,1 0 0,-1 1 0,1-1 1,-1 0-1,1 0 0,0 1 1,0-1-1,0 0 0,0 0 1,0 0-1,1-3 0,-1 0-6,0-16-11,0-1-1,6-27 1,-5 41 13,1 0 0,1 0 0,0 0 0,0 0 0,0 0 0,1 1 0,0-1 1,1 1-1,5-7 0,0 1-9,0 1 1,1 0-1,1 0 1,-1 1-1,2 1 1,0 0-1,0 1 1,0 0-1,1 1 1,1 1-1,-1 0 1,1 1-1,1 0 1,-1 1-1,1 1 1,-1 1-1,1 0 1,29-1-1,-43 4 18,-1 0 0,1 0 1,0 0-1,0 1 0,-1-1 0,1 1 1,-1-1-1,1 1 0,0 0 0,-1-1 0,1 1 1,-1 0-1,1 0 0,-1 0 0,0 0 1,1 0-1,-1 1 0,2 1 0,0 1 37,-1 0 0,1 0 0,-1 0 0,0 0 0,0 1 0,3 7 0,-1 3 63,-1 1-1,0 0 1,1 17 0,-3 66 219,-1-55-62,-1-33-52,0 0 0,-1 0 0,0 0 0,-6 17 0,4-17-33,1 0-1,0 0 1,1 0-1,-1 19 1,4-29-164,-1 0 0,1-1 0,0 1-1,0 0 1,-1-1 0,1 1 0,0 0 0,0-1 0,0 1 0,0-1 0,0 1 0,-1-1 0,1 0 0,0 1 0,0-1 0,0 0 0,0 0 0,0 0-1,0 0 1,0 0 0,0 0 0,0 0 0,0 0 0,2 0 0,-2 0-275,1 0-1,-1 0 1,0 0-1,1 0 1,-1 0 0,0 0-1,0 0 1,1 1-1,-1-1 1,0 0 0,0 1-1,1-1 1,-1 1-1,0 0 1,2 1 0,-2 1-5035</inkml:trace>
</inkml:ink>
</file>

<file path=ppt/ink/ink3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4.228"/>
    </inkml:context>
    <inkml:brush xml:id="br0">
      <inkml:brushProperty name="width" value="0.025" units="cm"/>
      <inkml:brushProperty name="height" value="0.025" units="cm"/>
    </inkml:brush>
  </inkml:definitions>
  <inkml:trace contextRef="#ctx0" brushRef="#br0">1 0 3745,'0'0'5810,"0"5"-4169,0 14-64,0-14 4145,4 13-1051,60 6-4373,-45-18-254,0 0 0,31 17 0,-46-20-22,3 0 8,0 1 1,0 0-1,-1 1 0,0 0 1,0 0-1,0 0 1,9 11-1,-15-16-140,0 0 1,0 0-1,0 1 0,0-1 0,0 0 1,0 0-1,0 0 0,0 1 0,0-1 0,0 0 1,0 0-1,0 0 0,0 1 0,0-1 1,0 0-1,-1 0 0,1 0 0,0 1 1,0-1-1,0 0 0,0 0 0,0 0 1,-1 0-1,1 0 0,0 0 0,0 1 1,0-1-1,0 0 0,-1 0 0,1 0 1,0 0-1,0 0 0,0 0 0,-1 0 0,1 0 1,0 0-1,0 0 0,-1 0 0,1 0 1,0 0-1,0 0 0,0 0 0,-1 0 1,1 0-1,0 0 0,0 0 0,0 0 1,-1 0-1,1 0 0,-13 0-2972,2 0-2999</inkml:trace>
</inkml:ink>
</file>

<file path=ppt/ink/ink3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4.660"/>
    </inkml:context>
    <inkml:brush xml:id="br0">
      <inkml:brushProperty name="width" value="0.025" units="cm"/>
      <inkml:brushProperty name="height" value="0.025" units="cm"/>
    </inkml:brush>
  </inkml:definitions>
  <inkml:trace contextRef="#ctx0" brushRef="#br0">460 0 1120,'0'0'13227,"-5"14"-10706,-65 104 1695,17-33-2803,-50 102 643,-82 140-870,179-317-1300,0 1 1,0 1-1,1-1 1,1 1-1,0 0 1,-3 15-1,3 7-3015,2 1-3413,2-17 303</inkml:trace>
</inkml:ink>
</file>

<file path=ppt/ink/ink3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5.147"/>
    </inkml:context>
    <inkml:brush xml:id="br0">
      <inkml:brushProperty name="width" value="0.025" units="cm"/>
      <inkml:brushProperty name="height" value="0.025" units="cm"/>
    </inkml:brush>
  </inkml:definitions>
  <inkml:trace contextRef="#ctx0" brushRef="#br0">1 32 7906,'0'0'9502,"32"-2"-8814,101-9 40,-116 9-310,0 0-1,26-7 1,-37 7-201,-1 1 1,1 0 0,-1 0 0,1 0-1,8 1 1,-13 0-196,0 0 402,1 0-2414</inkml:trace>
</inkml:ink>
</file>

<file path=ppt/ink/ink3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5.494"/>
    </inkml:context>
    <inkml:brush xml:id="br0">
      <inkml:brushProperty name="width" value="0.025" units="cm"/>
      <inkml:brushProperty name="height" value="0.025" units="cm"/>
    </inkml:brush>
  </inkml:definitions>
  <inkml:trace contextRef="#ctx0" brushRef="#br0">0 62 3329,'0'0'15452,"15"1"-13799,23 1-444,0-1 0,1-2-1,74-11 1,61-22-1540,-56 21-7899,-71 8-2141</inkml:trace>
</inkml:ink>
</file>

<file path=ppt/ink/ink3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6.142"/>
    </inkml:context>
    <inkml:brush xml:id="br0">
      <inkml:brushProperty name="width" value="0.025" units="cm"/>
      <inkml:brushProperty name="height" value="0.025" units="cm"/>
    </inkml:brush>
  </inkml:definitions>
  <inkml:trace contextRef="#ctx0" brushRef="#br0">0 45 6265,'0'0'14417,"10"-2"-13450,46-11-132,-19 4-539,-1 1 0,46-3 0,-75 11-279,5-1 14,0 0 1,0 2 0,0-1-1,17 4 1,-25-3-28,-1 0-1,1 1 1,-1-1-1,1 1 1,-1-1 0,0 1-1,0 0 1,0 0 0,0 0-1,0 1 1,0-1-1,0 1 1,-1 0 0,1 0-1,-1-1 1,0 1-1,0 1 1,2 4 0,0-2 11,-2 0 0,1 1 0,-1 0 0,0 0-1,0-1 1,-1 1 0,0 0 0,0 0 0,-1 0 0,0 1 0,-1 9 0,0-12 0,0 1-1,0-1 1,0 0-1,0 0 0,-1 0 1,0 0-1,0 0 1,0 0-1,-1-1 1,0 1-1,0-1 1,0 0-1,0 0 1,-1 0-1,-5 6 0,-8 3 80,0-1 1,-1-1-1,-36 17 0,99-28-404,-18 1 87,-10-1 55,1 0-1,-1 1 0,0 1 1,26 6-1,-38-6 150,1 0-1,0 0 0,-1 0 1,0 1-1,1 0 0,-1 0 1,0 1-1,0-1 0,-1 1 1,1 0-1,-1 0 0,0 1 1,0-1-1,0 1 0,-1 0 1,5 8-1,-4-5 15,0 0 0,-1 0 0,-1 0 0,1 0 0,-1 0 0,0 1 0,-1-1 0,1 14 0,-2-18 49,0 1 1,0-1 0,0 0 0,-1 0 0,1 1-1,-1-1 1,0 0 0,0 0 0,-1 1 0,1-1 0,-1 0-1,0 0 1,0-1 0,0 1 0,0 0 0,-1-1 0,-4 6-1,-1-3 200,1 0-1,-1-1 0,0 0 0,0-1 0,0 1 1,0-2-1,-1 1 0,0-1 0,0 0 0,-15 2 1,-4-2 426,1-1 1,-36-1 0,30-2-566,45-15-6278,4 7 607</inkml:trace>
</inkml:ink>
</file>

<file path=ppt/ink/ink3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7.737"/>
    </inkml:context>
    <inkml:brush xml:id="br0">
      <inkml:brushProperty name="width" value="0.025" units="cm"/>
      <inkml:brushProperty name="height" value="0.025" units="cm"/>
    </inkml:brush>
  </inkml:definitions>
  <inkml:trace contextRef="#ctx0" brushRef="#br0">75 1 2985,'0'0'10194,"-1"0"-9068,-5 4 7313,7-3-8365,0-1 1,0 1 0,0 0-1,0-1 1,0 1 0,0-1-1,0 1 1,0-1 0,0 1-1,0-1 1,0 0 0,0 0-1,0 1 1,0-1 0,0 0-1,0 0 1,0 0 0,0 0-1,1 0 1,0-1 0,34 1-300,-30-1 337,114 0-178,-119 1 68,-1 0-1,1 1 0,-1-1 1,1 0-1,-1 1 0,0-1 1,1 0-1,-1 1 0,1-1 1,-1 1-1,1-1 0,-1 0 1,0 1-1,1-1 1,-1 1-1,0-1 0,0 1 1,1-1-1,-1 1 0,0 0 1,0-1-1,0 1 0,0-1 1,0 1-1,0-1 0,0 1 1,0-1-1,0 1 1,0 0-1,0 0 0,0 24 29,0-19-30,0-2 12,0 0 0,0 0 0,-1 0 0,1 0 0,-1 0 0,0 0 0,0 0 0,0 0 0,-1-1 0,1 1 0,-1 0 0,0-1 0,0 0 0,0 1 0,0-1 0,-1 0 0,1 0 0,-1 0 0,0 0 0,0 0 0,0-1 0,0 0 0,0 1 0,-1-1 0,1 0 0,-1 0 0,1-1 0,-7 3 0,-5 1 104,0-1-1,0 0 0,-1-1 1,1 0-1,-1-2 1,0 1-1,1-2 1,-22-2-1,2 2-956,35 0 430,6 0-7936,13 0 3184,5 0-4091</inkml:trace>
</inkml:ink>
</file>

<file path=ppt/ink/ink3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48.831"/>
    </inkml:context>
    <inkml:brush xml:id="br0">
      <inkml:brushProperty name="width" value="0.025" units="cm"/>
      <inkml:brushProperty name="height" value="0.025" units="cm"/>
    </inkml:brush>
  </inkml:definitions>
  <inkml:trace contextRef="#ctx0" brushRef="#br0">322 0 1224,'0'0'22688,"-9"0"-22127,0 1-537,0 0 0,0 1 0,0 0-1,1 0 1,-1 0 0,0 2 0,1-1-1,-12 6 1,3 1-25,0 0 0,-29 23 0,30-17 9,1 0 0,1 1 1,0 0-1,1 1 0,0 1 0,-11 25 0,9-26 0,13-17 3,1 0 0,-1 1 0,1-1 0,-1 1-1,1-1 1,0 1 0,0-1 0,0 1 0,0 0 0,0 0-1,0-1 1,0 1 0,0 0 0,1 0 0,-1 2 0,1-3 727,3 8-427,-3-9-306,0 1 1,0-1-1,0 0 0,0 1 1,0-1-1,0 1 1,0-1-1,0 0 0,0 1 1,0-1-1,0 0 0,0 1 1,0-1-1,1 0 1,-1 1-1,0-1 0,0 0 1,0 1-1,1-1 0,-1 0 1,0 1-1,0-1 1,1 0-1,-1 0 0,0 1 1,1-1-1,-1 0 1,0 0-1,1 0 0,-1 0 1,0 1-1,1-1 0,-1 0 1,0 0-1,1 0 1,0 0-1,13 6 171,1-1 1,0 0-1,1-1 1,-1-1-1,1 0 0,20 0 1,-33-3-149,0 0 0,-1 0-1,1 0 1,0 0 0,-1 0 0,1 1 0,-1-1 0,1 1-1,0 0 1,-1 0 0,0 0 0,1 0 0,-1 0 0,1 0-1,2 3 1,-3-3 114,-1 0 1,1 0-1,-1-1 0,1 1 0,0 0 1,-1-1-1,1 1 0,0-1 0,-1 0 0,1 1 1,0-1-1,-1 0 0,1 0 0,0 0 1,0 0-1,1-1 0,-1 1-127,1 0-1,-1 0 1,0 0-1,0 0 1,0 0 0,0 0-1,0 0 1,0 1-1,0-1 1,0 1-1,0 0 1,0-1 0,0 1-1,3 2 1,-5-3-51,1 0 1,-1 1-1,0-1 0,0 0 1,0 0-1,0 0 1,0 0-1,0 1 0,-1-1 1,1 0-1,0 0 1,0 0-1,0 0 0,0 1 1,0-1-1,0 0 0,0 0 1,0 0-1,0 0 1,0 0-1,0 0 0,0 1 1,-1-1-1,1 0 1,0 0-1,0 0 0,0 0 1,0 0-1,0 0 1,-1 0-1,1 0 0,0 0 1,0 1-1,0-1 0,0 0 1,0 0-1,-1 0 1,1 0-1,0 0 0,0 0 1,0 0-1,0 0 1,-1 0-1,1 0 0,0 0 1,0 0-1,-18 2-1195,-25-2-2978,37 0 2497,-19 0-4683</inkml:trace>
</inkml:ink>
</file>

<file path=ppt/ink/ink3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58.445"/>
    </inkml:context>
    <inkml:brush xml:id="br0">
      <inkml:brushProperty name="width" value="0.025" units="cm"/>
      <inkml:brushProperty name="height" value="0.025" units="cm"/>
    </inkml:brush>
  </inkml:definitions>
  <inkml:trace contextRef="#ctx0" brushRef="#br0">457 1 2681,'0'0'6873,"0"6"-5543,0 161 3670,-7 484-2667,2-371-2257,5-122-25,-28 228 0,-34-58-17,-3 20-11,53-223-28,7 212 1,7-188 4,-16 234 0,-9 567 24,24-676 165,-8 32 338,-50 331 0,16-15-52,29-323-448,-38 658 271,43-583-135,2-66 128,2-219-57,-3-1-1,-5 0 1,-28 113-1,38-197-204,1-169-5075,0 92-465</inkml:trace>
</inkml:ink>
</file>

<file path=ppt/ink/ink3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00.180"/>
    </inkml:context>
    <inkml:brush xml:id="br0">
      <inkml:brushProperty name="width" value="0.025" units="cm"/>
      <inkml:brushProperty name="height" value="0.025" units="cm"/>
    </inkml:brush>
  </inkml:definitions>
  <inkml:trace contextRef="#ctx0" brushRef="#br0">446 26 1320,'0'0'10110,"2"-5"-8855,5-12-41,-5 13 5671,-2 8-6866,-1-1 0,0 1 0,0-1 0,0 1 0,0-1-1,0 1 1,-1-1 0,1 0 0,-1 0 0,0 0 0,0 0-1,-3 4 1,-1 2 18,-280 421 1002,179-275-478,97-143-546,7-8-12,0 0 0,0 0-1,0 1 1,0-1-1,1 1 1,-1-1 0,1 1-1,0 0 1,-1 7 0,3-11 27,2-9 70,14-21-141,1 0 1,1 1-1,24-28 0,19-30-612,143-282-1141,-204 367 1809,1-1 0,-1 1-1,1 0 1,-1 0-1,1-1 1,-1 1 0,1 0-1,0 0 1,0 0-1,0 0 1,0 0 0,0 0-1,0 0 1,0 0-1,0 0 1,0 0 0,0 0-1,0 1 1,1-1 0,-1 0-1,0 1 1,0-1-1,1 1 1,-1-1 0,1 1-1,-1 0 1,0 0-1,1 0 1,-1-1 0,0 1-1,1 0 1,-1 1-1,1-1 1,2 1 0,3-1 462,-5 1-431,1 1 1,-1 0 0,1-1-1,-1 1 1,0 0 0,0 1-1,0-1 1,0 0 0,0 0-1,-1 1 1,1-1 0,-1 1-1,3 5 1,5 7 72,9 6 85,2 0-1,0-1 1,1-1 0,29 20 0,-27-22-54,-1 1 1,0 1-1,-2 1 0,23 28 1,-1 22 580,-35-57-482,1 1 1,0-1 0,0 0-1,1-1 1,1 0-1,20 19 1,-18-25-83,-11-6-156,0 1 1,0-1-1,0 0 0,0 0 0,0 1 1,0-1-1,0 1 0,-1-1 1,1 1-1,0-1 0,0 1 0,0 0 1,0-1-1,-1 1 0,1 0 1,0-1-1,-1 1 0,1 0 0,0 0 1,-1 0-1,1 0 0,-1 0 1,1 0-1,-1 0 0,0 0 0,1 1 1,-1-2 205,-11 0-678,-39-13-3952,22 5-1901</inkml:trace>
</inkml:ink>
</file>

<file path=ppt/ink/ink3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1.832"/>
    </inkml:context>
    <inkml:brush xml:id="br0">
      <inkml:brushProperty name="width" value="0.025" units="cm"/>
      <inkml:brushProperty name="height" value="0.025" units="cm"/>
    </inkml:brush>
  </inkml:definitions>
  <inkml:trace contextRef="#ctx0" brushRef="#br0">40 47 1744,'0'0'2733,"-5"9"-2656,-26 46-738,30-59 729,0-1 1,0 1 0,1-1-1,0 0 1,0 1 0,0-1-1,2-8 1,-1-2 170,-1-11-183,0 2-256</inkml:trace>
</inkml:ink>
</file>

<file path=ppt/ink/ink3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2.525"/>
    </inkml:context>
    <inkml:brush xml:id="br0">
      <inkml:brushProperty name="width" value="0.025" units="cm"/>
      <inkml:brushProperty name="height" value="0.025" units="cm"/>
    </inkml:brush>
  </inkml:definitions>
  <inkml:trace contextRef="#ctx0" brushRef="#br0">72 108 3065,'0'0'11058,"1"33"-1180,2-34-9759,1 0-1,-1 1 1,1-1-1,-1 0 1,0 0-1,1-1 1,-1 1 0,0-1-1,0 0 1,0 0-1,0 0 1,0 0-1,0 0 1,-1 0-1,1-1 1,-1 0 0,0 1-1,1-1 1,1-5-1,7-8-207,-1-2 0,11-23 0,-12 23 170,-8 13-99,-1 4 29,0 15 257,-3 14 5,0 0 1,-2 0-1,-1 0 0,-16 45 0,-10 45 295,13 1-374,-9 44-107,27-157-223,0 0 1,-1 0-1,0-1 0,0 1 1,0 0-1,-4 4 0,5-8-156,1-1 1,-1 0-1,0 0 0,0 0 0,0 0 0,0 0 1,0-1-1,0 1 0,0 0 0,0 0 0,-1-1 1,1 1-1,-2 0 0,1 0-307,1-1-1,-1 0 1,1 0 0,-1 0 0,1 0-1,-1 0 1,1 0 0,-1 0 0,1 0-1,-1 0 1,1-1 0,-1 1-1,1-1 1,-3-1 0,-7-6-7494</inkml:trace>
</inkml:ink>
</file>

<file path=ppt/ink/ink3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3.060"/>
    </inkml:context>
    <inkml:brush xml:id="br0">
      <inkml:brushProperty name="width" value="0.025" units="cm"/>
      <inkml:brushProperty name="height" value="0.025" units="cm"/>
    </inkml:brush>
  </inkml:definitions>
  <inkml:trace contextRef="#ctx0" brushRef="#br0">1 99 4945,'0'0'11008,"21"-12"-8796,-9 10-1814,0 0-1,0 1 1,1 0-1,-1 1 1,18 2-1,5-1-124,109 1 138,173-5-247,-139-19-151,-28 2 174,-5-1 502,-59 7-533,-66 9-2576,-48 12-667,-8 12-2532,3 3-4802</inkml:trace>
</inkml:ink>
</file>

<file path=ppt/ink/ink3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3.477"/>
    </inkml:context>
    <inkml:brush xml:id="br0">
      <inkml:brushProperty name="width" value="0.025" units="cm"/>
      <inkml:brushProperty name="height" value="0.025" units="cm"/>
    </inkml:brush>
  </inkml:definitions>
  <inkml:trace contextRef="#ctx0" brushRef="#br0">347 0 312,'0'0'18749,"-24"6"-17843,-73 18-35,91-22-747,0-1 0,0 1 0,0 1 0,1-1 0,-1 1 0,1 0 0,0 0 1,-1 0-1,1 1 0,1 0 0,-1 0 0,1 0 0,-1 1 0,-4 6 0,-4 5 177,-3 1-46,1 1 0,1 1 0,1 0 1,-20 40-1,26-45-242,1 0-1,1 1 1,0-1 0,1 1 0,0 1-1,1-1 1,1 0 0,0 20 0,2-34-55,0 0 1,0 0-1,0 1 1,0-1-1,0 0 1,1 1 0,-1-1-1,0 0 1,1 0-1,-1 1 1,1-1 0,-1 0-1,1 0 1,0 0-1,0 0 1,-1 0 0,1 0-1,0 0 1,0 0-1,0 0 1,0 0-1,0 0 1,0-1 0,0 1-1,0 0 1,1-1-1,-1 1 1,0 0 0,0-1-1,0 0 1,3 1-1,3 0-273,-1 0-1,1 0 0,0-1 0,13-1 0,-4 0-304,28 0-2976,-1-6-4136</inkml:trace>
</inkml:ink>
</file>

<file path=ppt/ink/ink3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4.074"/>
    </inkml:context>
    <inkml:brush xml:id="br0">
      <inkml:brushProperty name="width" value="0.025" units="cm"/>
      <inkml:brushProperty name="height" value="0.025" units="cm"/>
    </inkml:brush>
  </inkml:definitions>
  <inkml:trace contextRef="#ctx0" brushRef="#br0">0 1 3545,'0'0'16258,"7"11"-15409,-3-5-752,1 2-20,1 1-1,-1-1 1,0 2 0,-1-1 0,0 0 0,-1 1-1,0 0 1,0-1 0,2 20 0,-4-9 42,-2 26 213,1-44-320,0 0 0,0 0 0,-1 0-1,1 0 1,-1 0 0,1 0 0,-1 0 0,0 0 0,0 0 0,0-1 0,0 1 0,0 0 0,0-1-1,0 1 1,-1 0 0,1-1 0,-3 2 0,3-2 15,1-11-39,2 0-13,0 1-1,1-1 1,0 0 0,0 1 0,1 0-1,1 0 1,-1 0 0,1 0 0,1 1-1,0 0 1,0 0 0,9-9 0,-11 15 40,0 0 1,0 0 0,1 0 0,-1 1-1,0 0 1,1-1 0,-1 2-1,1-1 1,-1 0 0,1 1 0,-1 0-1,1 0 1,0 0 0,-1 1-1,6 0 1,10 0 478,-19 0-471,0-1 1,0 1-1,0 0 0,-1 0 0,1-1 0,0 1 0,-1 0 0,1 0 1,0 0-1,-1 0 0,1 0 0,-1 0 0,1 0 0,-1 0 1,0 0-1,0 0 0,1 0 0,-1 0 0,0 0 0,0 0 1,0 0-1,0 0 0,0 0 0,0 0 0,0 1 0,0 39 100,0-33-34,1 10-80,0-13-465,-1 0 1,0 0-1,0 0 0,0 0 0,0-1 1,-3 9-1,0-9-2837,0-4-1818</inkml:trace>
</inkml:ink>
</file>

<file path=ppt/ink/ink3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4.446"/>
    </inkml:context>
    <inkml:brush xml:id="br0">
      <inkml:brushProperty name="width" value="0.025" units="cm"/>
      <inkml:brushProperty name="height" value="0.025" units="cm"/>
    </inkml:brush>
  </inkml:definitions>
  <inkml:trace contextRef="#ctx0" brushRef="#br0">57 1 2577,'0'0'18812,"8"29"-17598,27 94-163,-27-95-678,-2 0 1,-1 0-1,-1 1 0,-1 0 0,-2 0 0,-3 47 0,1-65-295,1-4-32,-1 1 0,-1-1-1,1 1 1,-1-1-1,0 0 1,-1 0 0,0 0-1,0 0 1,-1 0-1,1-1 1,-6 7 0,-6 6-8,0 0 0,-20 17 0,13-13-124,21-22-557,-1 1 1090</inkml:trace>
</inkml:ink>
</file>

<file path=ppt/ink/ink3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02.283"/>
    </inkml:context>
    <inkml:brush xml:id="br0">
      <inkml:brushProperty name="width" value="0.025" units="cm"/>
      <inkml:brushProperty name="height" value="0.025" units="cm"/>
    </inkml:brush>
  </inkml:definitions>
  <inkml:trace contextRef="#ctx0" brushRef="#br0">0 107 3041,'0'0'3778,"36"0"-2641,117 0-127,161-1 1105,284 4-89,304 4 96,-576-8-2100,64-10-8,-96 0-2,321-22 19,-61 2-8,703 18-1,-703 14 376,1221-13 476,13 7 2239,-1550 7-2919,708 11 757,-383-4-534,39 1 48,1800-10 1046,-2024 17-290,-398-17 2377,-72 0-5668,53 0 806,-14 0-1924,2 0-2590</inkml:trace>
</inkml:ink>
</file>

<file path=ppt/ink/ink3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05.223"/>
    </inkml:context>
    <inkml:brush xml:id="br0">
      <inkml:brushProperty name="width" value="0.025" units="cm"/>
      <inkml:brushProperty name="height" value="0.025" units="cm"/>
    </inkml:brush>
  </inkml:definitions>
  <inkml:trace contextRef="#ctx0" brushRef="#br0">0 5883 80,'0'0'8083,"1"-4"-6988,2-18 677,-3 21-1705,11-12 2636,-8 9 1788,13 2-4417,-14 2-45,0 0-1,0 0 1,-1 0-1,1 0 1,0 0 0,0-1-1,-1 1 1,1 0-1,0-1 1,-1 1-1,4-2 1,223-136 1499,329-126-1495,-145 76 0,622-291-43,-761 357 1,42-18-2,571-270-193,-81 7-345,-244 146 546,-47 22 3,185-62 2,17 39 1,-361 133-1,809-317 619,-628 244-123,10 33-132,-296 92-345,148-68-271,-317 105 221,-3-3 0,133-90 0,-125 73 44,2 3-1,142-62 0,201-54-368,-244 99-572,-54 20 238,17-5 111,230-120 0,-225 88 570,303-166 18,-390 222-5,96-30-1,-92 35 11,-2 6 8,-53 17 191,0-2 0,-1 0-1,1-1 1,-1 0 0,0-1 0,-1-1 0,18-12 0,-22 11 873,-11 6-998,-18 7-1487,4 1 485,-16 0-1703,-1 1-1832</inkml:trace>
</inkml:ink>
</file>

<file path=ppt/ink/ink3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7.279"/>
    </inkml:context>
    <inkml:brush xml:id="br0">
      <inkml:brushProperty name="width" value="0.025" units="cm"/>
      <inkml:brushProperty name="height" value="0.025" units="cm"/>
    </inkml:brush>
  </inkml:definitions>
  <inkml:trace contextRef="#ctx0" brushRef="#br0">3 0 2937,'0'0'7845,"-3"19"4565,4-13-12365,1-3 11,1-1 1,-1 0-1,1 0 0,-1 0 1,1-1-1,0 1 1,0-1-1,0 1 0,-1-1 1,1 0-1,1 0 0,-1 0 1,0-1-1,4 1 1,51 5 462,-43-5-500,2 1 14,0 1-1,0 1 0,0 1 1,-1 0-1,0 2 1,30 15-1,-32-15-9,0 0-1,0 0 1,1-2-1,0 0 1,0 0-1,0-2 1,0 0-1,27 2 1,56-5 58,-97 0-106,-5 3-14,1-1 89,0 0 0,-1-1 0,0 1 1,1-1-1,-1 1 0,0-1 1,0 0-1,0 0 0,-5 0 0,-12 4-55,-17 13 3,1 2 0,1 1 0,-35 27 0,55-37 63,0 0-1,1 2 0,1 0 0,-1 0 0,2 1 1,-16 21-1,18-22-22,9-12 117,1 0 0,0 0 0,-1 1 0,1-1-1,0 1 1,0-1 0,0 1 0,0-1 0,0 1 0,0-1-1,0 4 1,18-13-2399,-6 0-846,0-2-2783</inkml:trace>
</inkml:ink>
</file>

<file path=ppt/ink/ink3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18.195"/>
    </inkml:context>
    <inkml:brush xml:id="br0">
      <inkml:brushProperty name="width" value="0.025" units="cm"/>
      <inkml:brushProperty name="height" value="0.025" units="cm"/>
    </inkml:brush>
  </inkml:definitions>
  <inkml:trace contextRef="#ctx0" brushRef="#br0">1 1 4761,'0'0'13360,"4"0"-12117,0 1-1034,1 0-1,0 0 0,0 1 1,-1 0-1,1-1 0,0 2 1,-1-1-1,0 0 0,0 1 1,0 0-1,0 0 1,0 0-1,7 7 0,-6-3-116,0 0 0,0 0 0,0 0-1,-1 1 1,0-1 0,0 1 0,4 13-1,-4-3-33,1-1 0,-2 1-1,0 0 1,-1 0 0,-1 1 0,-1-1-1,-2 24 1,1-39-39,0 1 0,-1-1 0,1 1 1,-1-1-1,1 1 0,-1-1 0,-4 5 0,5-6-12,0-1-1,0 1 1,0-1 0,0 1-1,0-1 1,-1 1-1,1-1 1,-1 0 0,1 0-1,-1 0 1,1 0-1,-1 0 1,0 0 0,1 0-1,-1 0 1,-2 0-1,4-1 370,0-9 285,-1 0-650,1-1 1,0 1 0,0 0 0,1-1 0,1 1 0,0-1-1,0 1 1,0 0 0,2 0 0,-1 0 0,1 1-1,0-1 1,9-13 0,0 3-180,2 1 0,0 0 0,21-19-1,-29 30 23,1 0-1,1 0 0,-1 1 0,1 1 0,0-1 1,0 1-1,1 1 0,0 0 0,17-5 1,-26 8 140,1 1 1,0 0 0,0 0 0,0 0-1,0 0 1,0 0 0,0 0-1,0 1 1,0-1 0,0 1 0,0-1-1,0 1 1,0 0 0,-1-1 0,1 1-1,0 0 1,-1 0 0,1 0 0,0 1-1,-1-1 1,1 0 0,-1 1 0,0-1-1,1 0 1,-1 1 0,0 0 0,2 2-1,2 6 80,1 0 0,-1 1 0,6 19 0,-2-4 203,-5-15-142,-1-1 0,0 1 0,0 1 0,-1-1 0,1 21 0,-3-24-23,0 0 0,0-1 0,0 1 0,-1 0-1,0-1 1,-1 1 0,0 0 0,0-1 0,-5 11-1,-1-3 90,5-10-126,0 0 0,0-1-1,1 2 1,-1-1 0,1 0 0,0 0-1,1 1 1,0-1 0,-1 1-1,2 0 1,-1 7 0,-24-13-6326,10-4-1030</inkml:trace>
</inkml:ink>
</file>

<file path=ppt/ink/ink3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2.089"/>
    </inkml:context>
    <inkml:brush xml:id="br0">
      <inkml:brushProperty name="width" value="0.025" units="cm"/>
      <inkml:brushProperty name="height" value="0.025" units="cm"/>
    </inkml:brush>
  </inkml:definitions>
  <inkml:trace contextRef="#ctx0" brushRef="#br0">226 1 3321,'0'0'17187,"-8"12"-16246,4-7-796,-6 10 488,1 0 0,1 1-1,-14 33 1,-8 25 483,-40 74 0,45-98-1095,25-49-71,-1 0 1,1 0-1,-1 0 0,1-1 1,-1 1-1,0 0 1,1 0-1,-1 0 1,0 0-1,0-1 0,0 1 1,1 0-1,-1-1 1,0 1-1,0-1 1,-2 1-1,-15 1-6030,16-2 4872,-3 0-4356</inkml:trace>
</inkml:ink>
</file>

<file path=ppt/ink/ink3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2.490"/>
    </inkml:context>
    <inkml:brush xml:id="br0">
      <inkml:brushProperty name="width" value="0.025" units="cm"/>
      <inkml:brushProperty name="height" value="0.025" units="cm"/>
    </inkml:brush>
  </inkml:definitions>
  <inkml:trace contextRef="#ctx0" brushRef="#br0">39 5 3545,'0'0'16946,"-6"-1"-16379,-20-2-210,26 3-341,-1 0-1,1 0 1,0 0-1,0 0 1,-1 0-1,1 0 1,0 0-1,0 0 1,0 0-1,-1 0 1,1 0-1,0 0 1,0 0-1,0 0 1,-1 0-1,1 0 1,0 0-1,0 1 1,0-1-1,0 0 1,-1 0-1,1 0 1,0 0-1,0 0 1,0 1-1,0-1 1,0 0 0,-1 0-1,1 0 1,0 0-1,0 1 1,0-1-1,0 0 1,0 0-1,0 0 1,0 1-1,0-1 1,0 0-1,0 0 1,0 0-1,0 1 1,0-1-1,0 0 1,0 0-1,0 0 1,0 1-1,0-1 1,0 0-1,0 0 1,0 0-1,0 1 1,0-1-1,0 0 1,0 0-1,1 0 1,-1 1-1,0-1 1,0 0-1,0 0 1,0 0-1,0 0 1,1 0-1,-1 1 1,0-1-1,0 0 1,0 0-1,0 0 1,1 0-1,9 12 506,-2-8-351,0 0-1,0-1 1,1 1-1,0-2 0,-1 1 1,1-1-1,0-1 1,14 2-1,79-3 30,-51-1-124,297-3-1224,-355 19-6781,0-4 2086</inkml:trace>
</inkml:ink>
</file>

<file path=ppt/ink/ink3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2.820"/>
    </inkml:context>
    <inkml:brush xml:id="br0">
      <inkml:brushProperty name="width" value="0.025" units="cm"/>
      <inkml:brushProperty name="height" value="0.025" units="cm"/>
    </inkml:brush>
  </inkml:definitions>
  <inkml:trace contextRef="#ctx0" brushRef="#br0">171 1 3593,'0'0'18784,"-11"12"-17756,-91 103 571,96-107-1617,0 0 0,0 1 0,0-1-1,1 1 1,0 0 0,1 0 0,0 1 0,1-1 0,-1 1 0,2 0-1,0 0 1,0 0 0,0 0 0,1 13 0,14-22-4376,6-1-325</inkml:trace>
</inkml:ink>
</file>

<file path=ppt/ink/ink3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3.271"/>
    </inkml:context>
    <inkml:brush xml:id="br0">
      <inkml:brushProperty name="width" value="0.025" units="cm"/>
      <inkml:brushProperty name="height" value="0.025" units="cm"/>
    </inkml:brush>
  </inkml:definitions>
  <inkml:trace contextRef="#ctx0" brushRef="#br0">1 4 3689,'0'0'16735,"9"8"-15710,26 28-289,-33-33-621,0 0 0,0 0 0,-1 0 0,1 0 1,-1 0-1,0 1 0,0-1 0,0 0 0,0 0 1,-1 1-1,1-1 0,-1 1 0,0-1 0,0 1 0,0-1 1,-1 6-1,0 6 258,1-15-385,0 1 0,0-1 0,0 0 0,0 1-1,1-1 1,-1 0 0,0 0 0,0 1 0,0-1 0,1 0 0,-1 0 0,0 1 0,0-1 0,1 0 0,-1 0-1,0 1 1,0-1 0,1 0 0,-1 0 0,0 0 0,1 0 0,-1 1 0,0-1 0,1 0 0,-1 0-1,0 0 1,1 0 0,-1 0 0,0 0 0,1 0 0,-1 0 0,0 0 0,1 0 0,-1 0 0,0 0 0,1 0-1,11-2-602,-6-2 464,1 1 1,-1-1-1,0 0 0,0-1 1,0 1-1,-1-1 0,6-7 1,14-10-5,-8 8 172,27-19-172,-41 31 234,0-1-1,1 1 1,0 1 0,-1-1-1,1 0 1,0 1-1,0 0 1,0 0-1,0 0 1,5 0 0,-9 7 882,0 107-115</inkml:trace>
</inkml:ink>
</file>

<file path=ppt/ink/ink3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3.630"/>
    </inkml:context>
    <inkml:brush xml:id="br0">
      <inkml:brushProperty name="width" value="0.025" units="cm"/>
      <inkml:brushProperty name="height" value="0.025" units="cm"/>
    </inkml:brush>
  </inkml:definitions>
  <inkml:trace contextRef="#ctx0" brushRef="#br0">133 0 4241,'0'0'19016,"4"28"-17730,-1-3-966,29 164 1928,-29-164-1826,0 0-1,-2 38 1,-1-51-357,-1-7-43,1-1 1,-1 1 0,-1 0-1,1 0 1,-1 0-1,1-1 1,-1 1 0,-1-1-1,1 0 1,-1 1-1,0-1 1,1 0 0,-2 0-1,1-1 1,-7 7-1,-8 6-875,-40 27 0,42-32-357,-7 5-1675,8-5-3239,7-6-3487</inkml:trace>
</inkml:ink>
</file>

<file path=ppt/ink/ink3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3.961"/>
    </inkml:context>
    <inkml:brush xml:id="br0">
      <inkml:brushProperty name="width" value="0.025" units="cm"/>
      <inkml:brushProperty name="height" value="0.025" units="cm"/>
    </inkml:brush>
  </inkml:definitions>
  <inkml:trace contextRef="#ctx0" brushRef="#br0">0 0 5089,'0'0'18973,"11"1"-18004,106 17 501,-43-5-1417,-73-13-98,-1 0 1,0 0 0,0 0-1,1 0 1,-1 0 0,0 0-1,1 0 1,-1 0 0,0 0-1,1 0 1,-1 0 0,0 0-1,0 0 1,1 0 0,-1 0 0,0 1-1,0-1 1,1 0 0,-1 0-1,0 0 1,0 0 0,1 1-1,-1-1 1,0 0 0,0 0-1,0 0 1,1 1 0,-1-1-1,0 0 1,0 0 0,0 1-1,0-1 1,0 0 0,0 1-1,1-1 1,-1 0 0,0 0-1,0 1 1,0-1 0,0 0-1,0 1 1,0-1 0,0 0-1,0 0 1,0 1 0,0-1-1,-1 0 1,1 1 0,0-1 0,0 0-1,0 0 1,0 1 0,0-1-1,0 0 1,-1 0 0,1 1-1,0-1 1,0 0 0,0 0-1,-1 1 1,1-1 0,0 0-1,0 0 1,-18 14-2519,-11-1-1703,-3-2-1620</inkml:trace>
</inkml:ink>
</file>

<file path=ppt/ink/ink3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4.293"/>
    </inkml:context>
    <inkml:brush xml:id="br0">
      <inkml:brushProperty name="width" value="0.025" units="cm"/>
      <inkml:brushProperty name="height" value="0.025" units="cm"/>
    </inkml:brush>
  </inkml:definitions>
  <inkml:trace contextRef="#ctx0" brushRef="#br0">89 0 9378,'-89'196'5289,"114"-193"-2600,7-3 207,4 0-799,-4 0-905,-7 0-432,-7 0-144,0 0-336,-8 0-216,1 0-64,21 0-512,-3 0-1800,6 0-4962</inkml:trace>
</inkml:ink>
</file>

<file path=ppt/ink/ink3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4.934"/>
    </inkml:context>
    <inkml:brush xml:id="br0">
      <inkml:brushProperty name="width" value="0.025" units="cm"/>
      <inkml:brushProperty name="height" value="0.025" units="cm"/>
    </inkml:brush>
  </inkml:definitions>
  <inkml:trace contextRef="#ctx0" brushRef="#br0">4 4 6969,'0'0'14782,"-3"0"-13237,22-1 2082,26-1-3122,0 2-1,72 9 1,-109-7-521,0 0 1,0 1-1,0 0 1,-1 0-1,15 9 0,-20-11 3,1 0-1,-1 1 1,0 0-1,0-1 1,0 1-1,0 0 1,0 0-1,0 1 1,0-1-1,-1 0 1,1 0-1,-1 1 1,0-1-1,1 1 1,-1-1-1,0 1 1,-1 0-1,1-1 1,0 1-1,-1 0 1,1 3-1,-1-3 10,0-1 0,0 1 0,-1 0-1,1 0 1,0 0 0,-1 0 0,0 0 0,0 0 0,0 0 0,0-1-1,0 1 1,-1 0 0,1-1 0,-1 1 0,0-1 0,-2 3 0,-2 1-17,0-1 1,-1-1-1,1 1 1,-14 6-1,12-6-26,-135 63-859,98-48 257,44-17-242,8-1 451,1-2 357,31 0-271,42 6 1,-71-5 281,1 0 0,-1 1 0,0 1 0,0 0 0,0 0 0,0 1 0,-1 0 0,1 1 0,13 8 0,-21-11 76,0 0 0,0-1 0,0 1 0,0 0 0,0 0 0,0 1 0,0-1 0,-1 0 0,1 0 0,-1 1 0,0-1 0,0 1 0,0-1 0,0 1 0,0 0 0,0-1 0,-1 1 0,0 0 0,1-1 0,-1 1 0,0 0 0,0 0 0,0-1 0,0 1 0,-1 0 0,1-1 0,-1 1 0,0 0 0,0-1 0,0 1 0,-1 2 0,-2 2 115,1 0 0,-1-1 0,0 0 0,-1 1 0,0-2 0,0 1 0,0 0 0,0-1 0,-1 0 0,-7 4 0,7-5 10,0 0-1,-1 0 1,0-1 0,0 0 0,0-1 0,0 0 0,0 0-1,0 0 1,-9 0 0,-8 0 206,-36-2 1,26 0-175,33 0-164,1 0 0,-1 0 0,0 0-1,0 0 1,1 0 0,-1 0 0,0 0 0,1 0 0,-1 0 0,0 0-1,1 0 1,-1-1 0,0 1 0,1 0 0,-1 0 0,0-1 0,1 1-1,-1 0 1,0-1 0,1 1 0,-1-1 0,1 1 0,-1-1 0,-1-8-2492,24 4-4733,2 4 465</inkml:trace>
</inkml:ink>
</file>

<file path=ppt/ink/ink3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25.727"/>
    </inkml:context>
    <inkml:brush xml:id="br0">
      <inkml:brushProperty name="width" value="0.025" units="cm"/>
      <inkml:brushProperty name="height" value="0.025" units="cm"/>
    </inkml:brush>
  </inkml:definitions>
  <inkml:trace contextRef="#ctx0" brushRef="#br0">0 21 8938,'0'0'14496,"3"2"-13493,31 29 716,20 18-684,-50-45-1032,0 0 0,-1 1-1,0-1 1,1 1 0,-2-1-1,1 1 1,0 0 0,-1 0-1,0 0 1,2 7-1,-4-11 0,0 0 0,0 1 0,0-1 0,1 0 0,-1 1 0,0-1 0,-1 0 0,1 1-1,0-1 1,0 0 0,-1 0 0,1 1 0,0-1 0,-1 0 0,1 0 0,-1 1-1,0-1 1,1 0 0,-1 0 0,0 0 0,0 0 0,1 0 0,-1 0 0,0 0 0,0 0-1,0 0 1,0-1 0,-1 1 0,1 0 0,-2 1 0,-1-1 16,0 1 0,-1-1 0,1 0 0,-1 0 0,1 0 0,-1 0 0,1-1 0,-6 0 0,9 0 4,1-4-53,0 0-1,0 0 1,1 0-1,-1-1 1,1 1-1,0 0 1,0 0 0,0 0-1,1 0 1,0 0-1,-1 0 1,1 1-1,0-1 1,1 0-1,-1 1 1,1 0-1,0 0 1,0-1-1,0 2 1,0-1 0,6-4-1,4-5-21,7-7-37,1 2 0,31-22 0,-44 34 82,1 1 1,-1 0-1,1 0 1,0 1-1,-1 0 1,1 0 0,1 1-1,-1 0 1,0 1-1,18-1 1,-25 2 31,1 0 1,0 1-1,0-1 1,-1 1-1,1 0 0,-1-1 1,1 1-1,0 0 1,-1 1-1,0-1 1,1 0-1,-1 1 1,0-1-1,1 1 1,-1 0-1,0 0 1,0-1-1,-1 2 1,1-1-1,0 0 1,-1 0-1,1 0 1,-1 1-1,0-1 0,1 1 1,-1-1-1,0 1 1,-1-1-1,1 1 1,0 0-1,-1-1 1,0 1-1,1 0 1,-1-1-1,0 1 1,-1 3-1,1 5 154,1-4-40,-1 0 0,0-1 0,0 1 0,-1 0 0,0-1 0,0 1 0,0-1 0,-1 1 0,0-1 0,0 0 0,-6 12 0,5-14-119,1 0 0,0 0 0,1 0 0,-1 0 0,1 0 0,0 0 0,0 1 0,0-1 0,0 1 0,1-1 0,0 0 0,0 9 0,-1-11-235,0 0-1,0-1 1,0 1 0,0 0 0,0-1 0,0 1 0,-1-1 0,1 1 0,-1-1 0,1 0 0,-1 0 0,1 0 0,-1 1 0,0-2 0,1 1 0,-3 1 0,1 0-691,-15 8-5077</inkml:trace>
</inkml:ink>
</file>

<file path=ppt/ink/ink3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7:58.923"/>
    </inkml:context>
    <inkml:brush xml:id="br0">
      <inkml:brushProperty name="width" value="0.025" units="cm"/>
      <inkml:brushProperty name="height" value="0.025" units="cm"/>
    </inkml:brush>
  </inkml:definitions>
  <inkml:trace contextRef="#ctx0" brushRef="#br0">624 119 4737,'0'0'5218,"3"-2"-3971,0-1-2088,4-3 5301,-19 3 1812,11 3-6038,-27 0 122,-7-1-350,25 0 4,0 0 1,-1 0 0,1 2-1,0-1 1,0 1 0,0 0-1,0 1 1,0 1 0,1-1-1,-14 6 1,-12 15 176,0 2 0,2 1 0,1 1-1,1 2 1,1 1 0,2 1 0,1 2 0,-24 38 0,40-53-17,1 1-1,1 1 1,1-1 0,-6 22 0,-5 11 112,6-15-118,2 0 0,1 0 0,-8 66 0,5 117 661,14-212-824,0-1-1,1 1 1,0-1-1,0 1 1,0-1-1,1 0 1,0 0-1,0 0 0,1 0 1,0 0-1,8 9 1,2 2 0,0-1 0,29 26 1,-33-34-7,0-1 1,0 0-1,1-1 1,0 0 0,1 0-1,-1-1 1,1-1 0,16 5-1,-9-5-3,1-1-1,-1-1 0,0-1 1,36 0-1,-26-1 12,-4-1-41,37-4 0,-53 3 33,0-1 1,0 0-1,0 0 1,-1-1-1,1 0 1,-1-1-1,15-8 1,10-11-37,-1-1 0,0-2 0,-2-1 0,-2-1 0,0-1 0,-2-2 0,-1-1 0,-1-1 0,-2-1 0,-2 0 0,-1-2 0,-2-1 0,-1 0 0,-2-1 0,-1 0 0,13-75 0,-21 76 92,-2 0-1,-3-50 0,0 46 61,-1 33-89,0 0 1,0 0-1,-1 1 1,0-1-1,-1 1 1,0-1-1,0 1 1,0 0-1,-6-8 1,5 7-5,-1 0-1,1 0 1,1-1 0,0 1-1,0-1 1,1 0 0,-3-11 0,4 0 41,-2 1 1,0 0 0,-1 1 0,-1-1-1,-1 1 1,-1 0 0,0 0-1,-1 1 1,-19-31 0,23 44-42,1 1 0,0-1 0,-1 1 1,1 0-1,-1 0 0,0 0 0,0 1 0,-1-1 1,1 1-1,0 0 0,-1 0 0,1 1 0,-1-1 0,0 1 1,1 0-1,-10-1 0,-3 0 70,1 1 0,-1 1 0,-25 3 0,32 0-85,0 0-1,0 1 0,0 0 0,1 1 0,-1 0 0,1 1 0,-14 11 0,10-8-1,6-4 2,-1 0 0,0-1 0,0 1 1,-17 5-1,23-10 5,1 1 0,0-1 0,-1 1 0,1-1 0,0 1 0,0 0 0,0 0 0,0-1 0,-1 1 0,1 0 0,0 0 0,0 0 0,1 0 1,-1 0-1,0 0 0,0 1 0,0-1 0,1 0 0,-1 0 0,1 1 0,-1-1 0,1 0 0,-1 1 0,1-1 0,0 0 0,-1 1 0,1-1 0,0 0 0,0 1 0,0-1 0,0 1 0,0-1 0,1 0 1,0 3-1,-1 2-17,0-5-8,1 0 0,-1-1 1,1 1-1,-1 0 0,1 0 0,-1 0 0,1 0 0,0-1 0,-1 1 0,1 0 1,0-1-1,0 1 0,0-1 0,0 1 0,-1-1 0,1 1 0,0-1 0,0 1 1,0-1-1,0 0 0,0 0 0,0 1 0,0-1 0,2 0 0,25 3-1851,-10-3-1938,0 0-4382</inkml:trace>
</inkml:ink>
</file>

<file path=ppt/ink/ink3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01.231"/>
    </inkml:context>
    <inkml:brush xml:id="br0">
      <inkml:brushProperty name="width" value="0.025" units="cm"/>
      <inkml:brushProperty name="height" value="0.025" units="cm"/>
    </inkml:brush>
  </inkml:definitions>
  <inkml:trace contextRef="#ctx0" brushRef="#br0">335 1 1664,'0'0'11328,"-22"2"-3387,8 0-6415,-67 34-59,74-32-1360,1 2 0,0-1 1,0 1-1,0-1 0,0 2 0,1-1 0,0 1 0,1-1 0,-1 1 0,-4 10 0,-2 9 366,-14 46 1,-3 6-22,7-26-378,3 1 0,-21 94-1,35-125-56,1-1-1,1 1 0,0 0 0,2-1 1,5 40-1,-4-56-15,1 0 0,0 0 0,0 0 0,0 0 0,1 0 0,-1 0 0,1 0 0,0-1 0,1 0 0,-1 1 0,1-1 0,0-1 0,0 1 0,6 4 0,-1-1 17,1 0-1,0-1 0,0-1 1,0 1-1,19 5 1,-7-4 128,36 4 0,11 4 1114,-69-15-1249,0 0 0,1-1 0,-1 1 0,0 0 0,0 0 0,1-1 0,-1 1 0,0 0 0,0-1 0,0 1 0,0 0 0,0 0 0,1-1 0,-1 1 0,0 0 0,0-1 0,0 1 0,0 0 0,0-1 0,0 1 0,0-1 0,0 1 0,0 0 0,0-1 0,0 1 0,0 0 0,-1-1 0,1 1 0,0 0 0,0 0 0,0-1 0,0 1 0,-1 0 0,1-1 0,0 1 0,0 0 0,0 0 0,-1-1 0,1 1 0,0 0 0,-12-27-3063,7 16-81,-2-8-3199</inkml:trace>
</inkml:ink>
</file>

<file path=ppt/ink/ink3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02.359"/>
    </inkml:context>
    <inkml:brush xml:id="br0">
      <inkml:brushProperty name="width" value="0.025" units="cm"/>
      <inkml:brushProperty name="height" value="0.025" units="cm"/>
    </inkml:brush>
  </inkml:definitions>
  <inkml:trace contextRef="#ctx0" brushRef="#br0">29 79 2817,'0'0'9126,"-5"2"-8592,-14 8-16,14-8 934,17-5 6088,40-8-6741,-46 10-696,0 1-1,0-1 0,0 1 1,-1 0-1,1 1 0,0-1 1,11 4-1,-15-3-86,1 0-1,-1 1 1,1-1 0,-1 1-1,0 0 1,0 0-1,0-1 1,0 1 0,0 1-1,0-1 1,0 0 0,-1 0-1,1 1 1,-1-1 0,0 1-1,1-1 1,0 5-1,4 6 117,-1 1 0,-1 0-1,0 1 1,-1-1 0,-1 1-1,0 0 1,-1-1 0,0 1-1,-2 0 1,-2 22 0,3-36-126,0 0 1,0 0-1,0 1 1,0-1-1,-1 0 1,1 0-1,0 1 1,-1-1-1,1 0 1,-1 0-1,0 0 1,1 0-1,-1 0 1,0 0-1,0 0 1,1 0-1,-1 0 1,0 0-1,0 0 1,0 0-1,0 0 1,0-1-1,-2 2 1,-1-1 11,1 0 1,-1-1 0,1 1 0,-1-1 0,1 0 0,-1 0-1,-4 0 1,-2 0-9,9-19-86,2 10 63,0 0 0,0 0 0,1-1 0,1 1-1,-1 0 1,1 1 0,1-1 0,-1 0 0,9-13 0,8-9-18,26-33-1,-19 28-41,-22 29 60,-1 0 0,2 0 1,-1 1-1,1-1 0,-1 1 0,2 1 0,-1-1 0,1 1 1,0 0-1,0 0 0,0 1 0,9-4 0,-15 8 13,0 0-1,0 0 1,0 0-1,0 0 0,0-1 1,0 2-1,0-1 0,0 0 1,0 0-1,0 0 1,0 0-1,0 1 0,0-1 1,0 0-1,0 1 1,0-1-1,0 1 0,-1-1 1,1 1-1,0-1 0,0 1 1,0 0-1,-1-1 1,1 1-1,0 0 0,-1 0 1,1-1-1,0 1 1,-1 0-1,0 0 0,1 0 1,-1 0-1,1 1 1,15 41 62,-12-28-56,-1-6 69,0 0-1,-1 1 0,0-1 0,0 0 0,-1 1 0,0-1 0,-1 1 0,0-1 1,-2 12-1,-1-3 138,-1-1 0,0 0 0,-14 33 0,16-45-185,0 0 0,1 0 0,0 0 0,0 0 0,0 0-1,0 0 1,1 0 0,-1 0 0,1 0 0,1 0 0,0 7 0,1-10-26,0 0 1,0 0 0,1 0-1,-1 0 1,0 0 0,1-1-1,-1 1 1,1-1 0,-1 0-1,1 0 1,4 2 0,16 8-142,-22-10-431,-16-1-6276,-2 0-818</inkml:trace>
</inkml:ink>
</file>

<file path=ppt/ink/ink3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03.710"/>
    </inkml:context>
    <inkml:brush xml:id="br0">
      <inkml:brushProperty name="width" value="0.025" units="cm"/>
      <inkml:brushProperty name="height" value="0.025" units="cm"/>
    </inkml:brush>
  </inkml:definitions>
  <inkml:trace contextRef="#ctx0" brushRef="#br0">65 44 368,'0'0'4000,"-14"-21"4220,14 21-7950,-1-1-1,1 1 1,0-1-1,0 1 1,-1-1-1,1 1 1,0-1-1,0 1 1,-1-1-1,1 1 0,0-1 1,-1 1-1,1 0 1,-1-1-1,1 1 1,-1 0-1,1-1 1,0 1-1,-1 0 1,1-1-1,-1 1 1,0 0-1,-2-3 3199,15 0-2872,34-1 298,76 1 1,-87 3-546,-32 0-320,-1 1 0,1-1 0,0 1 0,-1 0 0,1 0 0,0 0 0,-1 0 0,1 0 0,-1 0 0,0 1 0,1 0-1,-1-1 1,0 1 0,0 0 0,0 0 0,2 2 0,31 42 407,-23-29-281,-8-11-123,0 1 1,0 0-1,0 0 1,-1 0-1,0 0 1,0 1 0,-1-1-1,0 1 1,2 13-1,-2 3 104,-2 44 0,0-32 2,-2-17-94,-1 1 0,0-1 0,-2-1 0,0 1 1,-1-1-1,0 0 0,-18 33 0,12-33 4,0-2 0,-2 0 0,1 0 0,-2-1 0,-29 24 0,22-20 24,-102 90 426,67-54 363,54-53-814,3-1 18,-1-1 0,1 0 1,-1 1-1,0-1 0,1 1 1,-1-1-1,1 0 0,0 1 1,-1-1-1,1 1 0,-1 0 1,1-1-1,0 1 1,-1-1-1,1 1 0,0-1 1,0 1-1,-1 0 0,1-1 1,0 1-1,0 0 0,0-1 1,0 1-1,0 0 0,0 0 1,0 0-165,4-1-664,1 0 205,0 0-1,0-1 1,-1 1 0,1-1 0,0 0 0,-1 0 0,7-3 0,16-15-5654,-10 4-1863</inkml:trace>
</inkml:ink>
</file>

<file path=ppt/ink/ink3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3.543"/>
    </inkml:context>
    <inkml:brush xml:id="br0">
      <inkml:brushProperty name="width" value="0.025" units="cm"/>
      <inkml:brushProperty name="height" value="0.025" units="cm"/>
    </inkml:brush>
  </inkml:definitions>
  <inkml:trace contextRef="#ctx0" brushRef="#br0">93 0 4977,'0'0'3369,"-86"99"-2713,83-78-496,-1 2-112,4-6-48,0-2 0,0-9-112,0 6-632,4-12-3161</inkml:trace>
</inkml:ink>
</file>

<file path=ppt/ink/ink3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4.160"/>
    </inkml:context>
    <inkml:brush xml:id="br0">
      <inkml:brushProperty name="width" value="0.025" units="cm"/>
      <inkml:brushProperty name="height" value="0.025" units="cm"/>
    </inkml:brush>
  </inkml:definitions>
  <inkml:trace contextRef="#ctx0" brushRef="#br0">349 0 2921,'-49'147'2735,"44"-125"-610,5-22-2095,0 0 1,0 0 0,0 1 0,0-1-1,0 0 1,0 0 0,0 0 0,0 0-1,0 0 1,0 0 0,0 0 0,0 0-1,1 0 1,-1 1 0,0-1 0,0 0 0,0 0-1,0 0 1,0 0 0,0 0 0,0 0-1,0 0 1,0 0 0,0 0 0,1 0-1,-1 0 1,0 0 0,0 0 0,0 0-1,0 0 1,0 0 0,0 0 0,0 0-1,1 0 1,-1 0 0,0 0 0,0 0 0,0 0-1,0 0 1,0 0 0,0 0 0,0 0-1,0 0 1,0 0 0,1 0 0,-1 0-1,0 0 1,0-1 0,0 1 0,0 0-1,0 0 1,0 0 0,0 0 0,0 0-1,0 0 1,0 0 0,0 0 0,0 0 0,0 0-1,0-1 1,0 1 0,1 0 0,-1 0-1,0 0 1,10-15 3150,-7 13-2402,1 0 0,-1 1 0,0 0 0,0 0 0,1 0-1,-1 0 1,0 0 0,1 0 0,-1 1 0,1 0 0,5 0 2099,-5 19-1134,-5-4-1734,0 0 1,-1 0-1,-1 0 1,0 0-1,-1 0 1,-11 27 0,-46 79 115,40-83-89,-77 134 25,-52 100-81,150-271 9,1-1-1,0 1 1,-1-1-1,1 1 1,-1-1-1,1 0 1,0 1-1,0-1 1,-1 0-1,1 1 1,0-1 0,0 0-1,-1 0 1,1 1-1,0-1 1,0 0-1,-1 0 1,1 0-1,0 0 1,0 0-1,0 0 1,-1 0 0,1-1-1,0 1 1,1 0-1,1 0-16,29 0 22,222-6 9,-197 2-24,-1-2 0,81-21 0,-117 23 49,-19 4-41,-18-4-6173,9 1 1113,-3-4-6734</inkml:trace>
</inkml:ink>
</file>

<file path=ppt/ink/ink3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4.512"/>
    </inkml:context>
    <inkml:brush xml:id="br0">
      <inkml:brushProperty name="width" value="0.025" units="cm"/>
      <inkml:brushProperty name="height" value="0.025" units="cm"/>
    </inkml:brush>
  </inkml:definitions>
  <inkml:trace contextRef="#ctx0" brushRef="#br0">90 1 14307,'0'0'10274,"-68"204"-10098,61-166-80,3 2-96,-3-5-48,4-3-512,3-3-1184,0-8-2033</inkml:trace>
</inkml:ink>
</file>

<file path=ppt/ink/ink3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4.827"/>
    </inkml:context>
    <inkml:brush xml:id="br0">
      <inkml:brushProperty name="width" value="0.025" units="cm"/>
      <inkml:brushProperty name="height" value="0.025" units="cm"/>
    </inkml:brush>
  </inkml:definitions>
  <inkml:trace contextRef="#ctx0" brushRef="#br0">1 0 11666,'0'0'12323,"32"55"-12779,-4-17-1896,1-6-2954,-8-3-4144</inkml:trace>
</inkml:ink>
</file>

<file path=ppt/ink/ink3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5.174"/>
    </inkml:context>
    <inkml:brush xml:id="br0">
      <inkml:brushProperty name="width" value="0.025" units="cm"/>
      <inkml:brushProperty name="height" value="0.025" units="cm"/>
    </inkml:brush>
  </inkml:definitions>
  <inkml:trace contextRef="#ctx0" brushRef="#br0">45 0 3929,'0'0'15918,"0"10"-14915,1 21-251,-4 83 1226,2-98-1897,-1 0 0,-1 0 1,0-1-1,-2 1 0,-7 19 1,4-17 433,0 6-2205,9-25 1586,1 1-1,0-1 1,-1 0 0,1 1 0,0-1 0,-1 0 0,1 0-1,-1 0 1,1 0 0,-1 0 0,0 0 0,1 0-1,-1-1 1,0 1 0,1-2 0,57-50 86,-19 16 201,62-45 0,-102 82-147,0 0 0,1 0 0,-1-1 0,0 1-1,0 0 1,0 0 0,0 0 0,1 0 0,-1 0 0,0 0 0,0 0 0,1 0 0,-1 0-1,0 0 1,0 0 0,0 0 0,1 0 0,-1 0 0,0 0 0,0 0 0,1 0 0,-1 0 0,0 0-1,0 0 1,0 0 0,1 0 0,-1 0 0,0 0 0,0 0 0,0 1 0,1-1 0,-1 0-1,0 0 1,0 0 0,0 0 0,0 0 0,0 1 0,1-1 0,-1 0 0,0 0 0,0 0 0,0 1-1,0-1 1,0 0 0,4 16 532,-4 27-633,0-34 222,0-4-234,0 0 1,0 0-1,1 0 1,-1 0-1,1 0 0,0 0 1,1 0-1,-1-1 0,1 1 1,2 5-1,-2-8-209,0 1 1,0-1-1,0 0 1,0 1-1,0-1 0,0 0 1,1 0-1,-1 0 1,1-1-1,-1 1 0,1-1 1,0 1-1,-1-1 1,1 0-1,0 0 0,0 0 1,4 1-1,15-1-4592</inkml:trace>
</inkml:ink>
</file>

<file path=ppt/ink/ink3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5.535"/>
    </inkml:context>
    <inkml:brush xml:id="br0">
      <inkml:brushProperty name="width" value="0.025" units="cm"/>
      <inkml:brushProperty name="height" value="0.025" units="cm"/>
    </inkml:brush>
  </inkml:definitions>
  <inkml:trace contextRef="#ctx0" brushRef="#br0">1 1 9162,'0'0'10582,"14"10"-10222,-14-10-359,12 9 86,1-1-1,0 0 0,1 0 0,0-1 1,0-1-1,0-1 0,1 0 1,15 4-1,-5-7-123,39 0-1,-48-2-54,-15-1 92,0 1 0,0 0 1,-1-1-1,1 1 0,0 0 0,0-1 0,-1 1 0,1-1 1,0 1-1,-1-1 0,1 1 0,-1-1 0,1 1 0,-1-1 1,1 0-1,-1 1 0,1-1 0,-1 0 0,0 0 0,1 1 1,-1-1-1,0 0 0,1 0 0,-1 1 0,0-1 0,0 0 1,0 0-1,0-1 0,0 1 24,1 0 0,-1 0 0,0 0 0,0 0 0,0-1 0,0 1 0,0 0 0,0 0 0,0 0 0,-1 0 0,1 0 0,0 0-1,0-1 1,-1 1 0,1 0 0,-1 0 0,1 0 0,-1 0 0,0 0 0,0-1 0,-5-1 82,1 0 0,-1 1-1,0 0 1,0 0 0,0 0 0,0 1-1,-12-2 1,-47-1 518,-19 5 624,83-1-1238,-1 1 0,1-1 0,0 1 0,0-1 0,0 1 0,0-1 1,-1 1-1,1 0 0,0-1 0,0 1 0,0 0 0,1 0 0,-1 0 0,0 0 0,0 0 0,0 0 0,1 0 0,-1 0 0,0 0 0,1 0 0,-1 0 0,1 1 0,-1-1 0,1 0 1,0 0-1,-1 1 0,1-1 0,0 0 0,0 2 0,-1 45-46,2-35 50,-1-2-24,-1 2-45,1 0-1,1-1 0,0 1 0,5 20 0,-5-28-62,1-1-1,0 0 1,-1 0 0,1 0 0,1-1-1,-1 1 1,0 0 0,1-1-1,0 1 1,0-1 0,0 0 0,0 0-1,0 0 1,1 0 0,-1-1-1,1 0 1,0 1 0,4 1 0,7 1-1169,0 0 1,1-1 0,-1-1-1,1 0 1,0-1-1,27-1 1,21 0-7985</inkml:trace>
</inkml:ink>
</file>

<file path=ppt/ink/ink3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5.897"/>
    </inkml:context>
    <inkml:brush xml:id="br0">
      <inkml:brushProperty name="width" value="0.025" units="cm"/>
      <inkml:brushProperty name="height" value="0.025" units="cm"/>
    </inkml:brush>
  </inkml:definitions>
  <inkml:trace contextRef="#ctx0" brushRef="#br0">386 0 11843,'0'0'9570,"-32"14"-8009,-102 45-643,124-54-801,-1 1 0,1 0 1,0 0-1,1 1 0,-1 0 0,1 1 1,1 0-1,-13 15 0,7-7 109,-2 1 11,2 1-1,-1 1 0,-14 26 0,24-36-216,0 0 0,1 1 0,0 0 0,1 0 1,-1 0-1,2 0 0,0 1 0,0-1 0,0 18 0,2-27-45,0-1 1,1 1-1,-1 0 0,1 0 0,-1-1 1,1 1-1,-1 0 0,1-1 0,-1 1 1,1 0-1,0-1 0,-1 1 1,1-1-1,0 1 0,-1-1 0,1 1 1,0-1-1,0 0 0,0 1 0,-1-1 1,1 0-1,0 0 0,0 1 0,0-1 1,0 0-1,-1 0 0,1 0 1,0 0-1,0 0 0,0 0 0,0 0 1,0-1-1,0 1 0,-1 0 0,3-1 1,3 1-106,1-1-48,1 1 0,0-1 0,-1-1 0,1 1 1,-1-1-1,0 0 0,0-1 0,1 0 0,-2 0 0,1-1 1,0 0-1,-1 0 0,8-6 0,-4 2 93,0-1 0,-1-1-1,0 1 1,0-1 0,-1-1 0,-1 1 0,7-14-1,-4 11 1806,-10 25 1079,-2 10-3183,2 2 311,-1-15-202,1 1 0,0 0 0,1 0-1,3 17 1,-3-23-82,0-1 0,0 0-1,1 0 1,-1 0-1,1 0 1,-1-1 0,1 1-1,0 0 1,0-1-1,0 1 1,1-1-1,-1 1 1,0-1 0,1 0-1,0 0 1,-1 0-1,1-1 1,5 3 0,20 6-5327</inkml:trace>
</inkml:ink>
</file>

<file path=ppt/ink/ink3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6.244"/>
    </inkml:context>
    <inkml:brush xml:id="br0">
      <inkml:brushProperty name="width" value="0.025" units="cm"/>
      <inkml:brushProperty name="height" value="0.025" units="cm"/>
    </inkml:brush>
  </inkml:definitions>
  <inkml:trace contextRef="#ctx0" brushRef="#br0">11 107 5905,'0'0'16553,"2"17"-15881,2 6-466,-1-8 47,0 0-1,-2 0 1,0 25 0,-9-69 162,2 10-434,2 0-28,1-1 1,1 0 0,1 0-1,0 0 1,2 0 0,3-24 0,-4 43 24,1 0 0,-1 0 0,1 0 0,-1-1 0,1 1 0,-1 0 0,1 1 0,0-1 0,-1 0 0,1 0 0,0 0 0,0 0 0,0 0 0,0 1 0,0-1 0,0 0 0,0 1 0,0-1 0,0 1 0,0-1 0,0 1 0,0 0 0,0-1 0,0 1 0,0 0 0,2-1 0,33 1-847,-27 0 468,40 0-2813,3 0-2852</inkml:trace>
</inkml:ink>
</file>

<file path=ppt/ink/ink3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6.600"/>
    </inkml:context>
    <inkml:brush xml:id="br0">
      <inkml:brushProperty name="width" value="0.025" units="cm"/>
      <inkml:brushProperty name="height" value="0.025" units="cm"/>
    </inkml:brush>
  </inkml:definitions>
  <inkml:trace contextRef="#ctx0" brushRef="#br0">101 0 4545,'0'0'14880,"0"4"-13506,0 57 2014,-3 133-190,0-154-3320,-1 0 0,-18 71 0,19-100-330,-1-1 0,0 1-1,0-1 1,-7 10 0,-13 15-3987,6-14-749</inkml:trace>
</inkml:ink>
</file>

<file path=ppt/ink/ink3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6.945"/>
    </inkml:context>
    <inkml:brush xml:id="br0">
      <inkml:brushProperty name="width" value="0.025" units="cm"/>
      <inkml:brushProperty name="height" value="0.025" units="cm"/>
    </inkml:brush>
  </inkml:definitions>
  <inkml:trace contextRef="#ctx0" brushRef="#br0">0 323 12323,'0'0'9092,"38"-9"-8440,10-3-457,185-50 589,95-52-209,25-8-1347,-331 118 310,-18 6-6072,-7 13 11</inkml:trace>
</inkml:ink>
</file>

<file path=ppt/ink/ink3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7.276"/>
    </inkml:context>
    <inkml:brush xml:id="br0">
      <inkml:brushProperty name="width" value="0.025" units="cm"/>
      <inkml:brushProperty name="height" value="0.025" units="cm"/>
    </inkml:brush>
  </inkml:definitions>
  <inkml:trace contextRef="#ctx0" brushRef="#br0">64 216 1384,'0'0'22269,"0"71"-21485,0-39-216,-10 3-272,3-3-208,-1-3-88,-2 0-112,-1-5-1264,0-10-1585,4-6-2808</inkml:trace>
  <inkml:trace contextRef="#ctx0" brushRef="#br0" timeOffset="1">139 1 14299,'0'0'9058,"97"37"-12115,-72-10-4552</inkml:trace>
</inkml:ink>
</file>

<file path=ppt/ink/ink3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7.800"/>
    </inkml:context>
    <inkml:brush xml:id="br0">
      <inkml:brushProperty name="width" value="0.025" units="cm"/>
      <inkml:brushProperty name="height" value="0.025" units="cm"/>
    </inkml:brush>
  </inkml:definitions>
  <inkml:trace contextRef="#ctx0" brushRef="#br0">0 185 11666,'0'0'9993,"13"0"-9253,43 1-277,-52-1-437,0 1 0,-1-1 0,1 0 0,0 1 0,-1 0 0,1 0 0,0 0 0,-1 0 0,1 1 0,-1-1 0,0 1 1,1 0-1,-1 0 0,0 0 0,0 0 0,0 1 0,-1-1 0,1 1 0,0-1 0,-1 1 0,0 0 0,1 0 0,-1 1 0,-1-1 0,1 0 0,0 0 0,-1 1 0,1-1 0,-1 1 0,0 0 0,-1-1 0,1 1 0,0 0 0,-1 6 0,16-32-1023,-3-1 671,2 0 1,1 1 0,0 0 0,23-21 0,-31 35 364,0 0 0,0 1 0,1 0 0,0 0 0,1 1 0,-1 1 0,1-1 0,0 1 0,0 1 0,1 0 0,0 1 0,21-5 0,-31 8-1,0-1 1,1 1-1,-1 0 1,0 0-1,1 0 1,-1 0-1,0 0 1,1 0-1,-1 0 1,0 1-1,1-1 1,-1 0-1,0 1 1,0-1-1,1 1 1,-1-1-1,0 1 1,0 0-1,0-1 1,0 1-1,0 0 1,0 0-1,0 0 1,0 0-1,0 0 1,0 0-1,0 1 1,1 2 29,0 0 1,-1 0 0,0 0 0,0 0 0,0 0-1,0 0 1,0 7 0,-1 38 98,1-49-233,-1 1 1,1-1-1,-1 1 1,1-1-1,-1 0 0,1 1 1,-1-1-1,1 1 1,-1-1-1,1 0 1,0 0-1,-1 1 1,1-1-1,0 0 1,-1 0-1,1 0 1,0 0-1,-1 0 1,1 0-1,0 0 0,-1 0 1,1 0-1,0 0 1,-1 0-1,1 0 1,-1 0-1,1-1 1,0 1-1,-1 0 1,1 0-1,0-1 1,-1 1-1,1 0 1,-1-1-1,2 0 1,52-42-1787,28-21 1568,-66 55 348,16-13 2114,-32 22-2125,0-1-1,0 1 1,1 0 0,-1 0-1,0-1 1,0 1 0,1 0-1,-1 0 1,0-1-1,0 1 1,1 0 0,-1 0-1,0 0 1,0 0-1,1 0 1,-1-1 0,0 1-1,1 0 1,-1 0 0,0 0-1,1 0 1,-1 0-1,0 0 1,1 0 0,-1 0-1,0 0 1,1 0-1,-1 0 1,0 0 0,0 0-1,1 0 1,-1 1 0,0-1-1,1 0 1,-1 0-1,0 0 1,0 0 0,1 1-1,-1-1 1,0 0-1,0 0 1,1 0 0,-1 1-1,0-1 1,0 0 0,1 0-1,-1 1 1,0-1-1,0 0 1,0 1 0,0-1-1,0 0 1,0 0-1,1 1 1,-1-1 0,0 0-1,0 1 1,0-1 0,0 0-1,0 1 1,0-1-1,0 0 1,0 1 0,3 23-188,-3-23 275,1 34-172,-1-27-961,0 1 1,1-1-1,-1 0 1,3 10 0,3-7-5039</inkml:trace>
</inkml:ink>
</file>

<file path=ppt/ink/ink3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48.290"/>
    </inkml:context>
    <inkml:brush xml:id="br0">
      <inkml:brushProperty name="width" value="0.025" units="cm"/>
      <inkml:brushProperty name="height" value="0.025" units="cm"/>
    </inkml:brush>
  </inkml:definitions>
  <inkml:trace contextRef="#ctx0" brushRef="#br0">2 1 10970,'0'0'8776,"0"8"-8295,-1-4-436,1 0 1,0 0-1,-1 0 1,2 0-1,-1-1 1,0 1-1,1 0 1,0 0-1,0 0 0,0-1 1,0 1-1,1 0 1,-1-1-1,1 1 1,0-1-1,0 0 1,0 1-1,0-1 0,1 0 1,-1 0-1,1 0 1,0-1-1,0 1 1,0-1-1,0 0 0,7 4 1,1-2-46,1-1 1,0 0-1,0-1 0,0-1 1,0 0-1,0 0 0,0-1 1,15-2-1,10 1-144,-36 1 144,0 0 0,0 0 0,1 0 0,-1 0 0,0 0 0,0 0 1,0 0-1,1 0 0,-1-1 0,0 1 0,0 0 0,0-1 0,0 1 1,0-1-1,0 1 0,0-1 0,0 1 0,0-1 0,0 0 0,0 0 1,0 1-1,0-1 0,0 0 0,0 0 0,-1 0 0,1 0 0,0 0 0,-1 0 1,1 0-1,-1 0 0,1 0 0,-1 0 0,0 0 0,1-1 0,-1 1 1,0 0-1,1-2 0,-2 0 11,1 1-1,0 0 1,-1-1-1,1 1 1,-1 0 0,0 0-1,0-1 1,0 1 0,0 0-1,0 0 1,0 0-1,-1 0 1,1 0 0,-1 0-1,1 0 1,-1 1 0,0-1-1,0 1 1,0-1-1,1 1 1,-1 0 0,-1-1-1,1 1 1,0 0 0,0 0-1,0 0 1,-1 1-1,1-1 1,0 1 0,-3-1-1,-5-1 165,0 0 0,1 1-1,-1 0 1,0 1 0,0 0 0,-11 2-1,18-1-124,-1-1 0,1 1 1,-1 0-1,1 1 0,-1-1 0,1 1 0,0-1 0,0 1 0,0 0 0,0 0 0,0 0 1,0 1-1,0-1 0,1 1 0,-1-1 0,1 1 0,0 0 0,0 0 0,0 0 0,0 0 0,0 0 1,-1 5-1,-1 1 38,1 1 0,1-1 1,-1 0-1,2 1 0,-1-1 1,1 1-1,0 12 0,1-19-85,1-1 0,-1 1 0,1 0 0,-1-1 0,1 1 0,0 0 0,0-1 0,0 1 0,0-1 0,0 1 1,1-1-1,-1 0 0,1 1 0,-1-1 0,1 0 0,0 0 0,0 0 0,0 0 0,0-1 0,0 1 0,1 0 0,-1-1 0,0 0 0,1 1 0,-1-1 0,1 0 0,0 0 0,-1-1 0,6 2 0,8 2-47,0-2-1,0 0 1,31 0-1,-37-1 0,11-1-50,110 0-2195,-107-2-596,37-7 1,0-9-4018</inkml:trace>
</inkml:ink>
</file>

<file path=ppt/ink/ink3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8:50.343"/>
    </inkml:context>
    <inkml:brush xml:id="br0">
      <inkml:brushProperty name="width" value="0.025" units="cm"/>
      <inkml:brushProperty name="height" value="0.025" units="cm"/>
    </inkml:brush>
  </inkml:definitions>
  <inkml:trace contextRef="#ctx0" brushRef="#br0">214 593 4417,'0'0'7115,"-25"4"-6816,-77 18-146,52-8-178,31-9 2105,1-4 5712,21-1-7770,276-64 236,-103 21-236,-81 21-11,204-41 8,265-8 7,-270 36 5,31-1 24,-278 34-54,73-2-1,191-30-1,278-79-77,-461 89 86,1 6 0,177-1 0,-188 16 8,127-19 0,-75 2 52,77-11 144,-174 23 155,131 2 0,-174 6-368,1396 0 6345,-1431 0-8316,-52 0-5320,23 0-1083</inkml:trace>
</inkml:ink>
</file>

<file path=ppt/ink/ink3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08.649"/>
    </inkml:context>
    <inkml:brush xml:id="br0">
      <inkml:brushProperty name="width" value="0.025" units="cm"/>
      <inkml:brushProperty name="height" value="0.025" units="cm"/>
    </inkml:brush>
  </inkml:definitions>
  <inkml:trace contextRef="#ctx0" brushRef="#br0">0 0 2865,'0'0'5074,"0"6"-3106,0 11-939,0-3 8518,12-5-9506,1-2 24,1-1 0,-1 2 0,0 0 0,0 0 0,16 16 0,-15-13 151,21 13 324,-34-23-683,-1-1 0,1 0 0,-1 1 0,0-1 0,0 0 0,1 1 0,-1-1 0,0 0 0,1 1 0,-1-1 0,0 0 0,0 1 0,0-1 0,0 1 0,1-1 0,-1 1 0,0-1 0,0 0 0,0 1 0,0-1 0,0 1 0,0-1 0,0 1 0,0-1 0,0 1 0,0 3-1627,0 0-2417</inkml:trace>
</inkml:ink>
</file>

<file path=ppt/ink/ink3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09.264"/>
    </inkml:context>
    <inkml:brush xml:id="br0">
      <inkml:brushProperty name="width" value="0.025" units="cm"/>
      <inkml:brushProperty name="height" value="0.025" units="cm"/>
    </inkml:brush>
  </inkml:definitions>
  <inkml:trace contextRef="#ctx0" brushRef="#br0">453 19 4321,'0'0'5200,"5"-1"-4503,14-7 162,-19 8-704,0 0 0,1 0 0,-1 0 0,0 0 0,0 0 0,1 0 0,-1 0-1,0 0 1,0-1 0,0 1 0,1 0 0,-1 0 0,0 0 0,0 0 0,0 0 0,0-1 0,1 1 0,-1 0 0,0 0 0,0 0-1,0-1 1,0 1 0,0 0 0,0 0 0,1 0 0,-1-1 0,0 1 0,0 0 0,0 0 0,0-1 0,0 1 0,0 0 0,0 0-1,0 0 1,0-1 0,0 1 0,0 0 0,0 0 0,0-1 0,0 1 0,0 0 0,-1-1 0,1 1-113,0 0 1,0 0-1,-1 0 0,1-1 1,0 1-1,-1 0 1,1 0-1,0 0 0,-1 0 1,1 0-1,0 0 1,-1 0-1,1 0 0,0 0 1,-1 0-1,1 0 1,0 0-1,-1 0 0,1 0 1,0 0-1,-1 0 1,1 0-1,0 1 0,-1-1 1,1 0-1,0 0 1,-1 0-1,1 0 0,0 1 1,0-1-1,-1 0 1,1 0-1,0 1 0,-1-1 1,-26 26 403,2 2-1,0 0 1,-33 52 0,16-23-38,-42 49-80,36-47-256,2 1-1,-46 82 1,88-136-78,1 1 0,0 0 1,0 1-1,1-1 0,0 0 1,0 1-1,1-1 0,0 1 0,0 0 1,0 10-1,18-17-1536,-14-1 1330,3 0-536,0 0 0,1 0 1,-1-1-1,0 0 1,8-2-1,14-10-4256</inkml:trace>
</inkml:ink>
</file>

<file path=ppt/ink/ink3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09.840"/>
    </inkml:context>
    <inkml:brush xml:id="br0">
      <inkml:brushProperty name="width" value="0.025" units="cm"/>
      <inkml:brushProperty name="height" value="0.025" units="cm"/>
    </inkml:brush>
  </inkml:definitions>
  <inkml:trace contextRef="#ctx0" brushRef="#br0">4 0 3425,'0'0'11898,"-3"0"-10026,5 0-486,288 3-1084,-290 7-6012,0-5 1883</inkml:trace>
</inkml:ink>
</file>

<file path=ppt/ink/ink3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0.281"/>
    </inkml:context>
    <inkml:brush xml:id="br0">
      <inkml:brushProperty name="width" value="0.025" units="cm"/>
      <inkml:brushProperty name="height" value="0.025" units="cm"/>
    </inkml:brush>
  </inkml:definitions>
  <inkml:trace contextRef="#ctx0" brushRef="#br0">0 1 5977,'0'0'11548,"15"6"-10169,60 1-641,0-3 0,134-9 0,-198 2-143,-7 1-1616,0 1-4320</inkml:trace>
</inkml:ink>
</file>

<file path=ppt/ink/ink3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1.143"/>
    </inkml:context>
    <inkml:brush xml:id="br0">
      <inkml:brushProperty name="width" value="0.025" units="cm"/>
      <inkml:brushProperty name="height" value="0.025" units="cm"/>
    </inkml:brush>
  </inkml:definitions>
  <inkml:trace contextRef="#ctx0" brushRef="#br0">0 60 8010,'0'0'10155,"7"-2"-9327,-5 1-702,22-8 403,-23 9-479,1-1-1,-1 1 1,0 0-1,1 0 0,-1 0 1,0 0-1,0 0 1,1 0-1,-1 0 0,0 0 1,1 0-1,-1 1 1,0-1-1,1 0 0,-1 1 1,0-1-1,0 1 1,0-1-1,0 1 0,2 1 1,0 1 70,-1 1 0,1-1 0,-1 1 0,1 0 0,-1 0 1,0 0-1,-1 1 0,1-1 0,-1 0 0,0 1 0,0-1 0,0 0 1,0 8-1,0 66 757,-2-45-669,1-33 261,0-26-413,0 20-66,0 0 0,1 0 0,-1 0 0,1 0 0,1 0-1,-1 1 1,1-1 0,0 0 0,1 1 0,-1 0 0,1-1 0,0 1-1,0 0 1,1 0 0,-1 0 0,1 1 0,0 0 0,0-1-1,1 1 1,8-6 0,12-8-87,0 1 0,1 1 0,32-14 0,-58 30 94,1-1-3,0 1 0,-1 0 0,1-1 0,0 1 0,0-1 0,-1 1 0,1 0 0,0 0-1,0-1 1,-1 1 0,1 0 0,0 0 0,0 0 0,-1 0 0,1 0 0,0 0 0,0 0 0,0 0-1,-1 0 1,1 0 0,0 1 0,0-1 0,0 0 0,-1 0 0,1 1 0,0-1 0,-1 0 0,1 1 0,0-1-1,-1 1 1,1-1 0,0 1 0,-1-1 0,1 1 0,-1 0 0,1-1 0,-1 1 0,1 0 0,-1-1-1,0 1 1,1 0 0,-1-1 0,0 1 0,0 0 0,1 0 0,-1-1 0,0 1 0,0 0 0,0 0-1,0 1 1,1 6 57,0 1 1,-1 0-1,-1 16 0,0-11-34,1 61 504,0-74-494,16-11-1132,16-17 805,1 2 0,60-34 1,-78 55 285,-15 36 969,0 71 90,0-69-3975,0-2-4432,0-23-1056</inkml:trace>
</inkml:ink>
</file>

<file path=ppt/ink/ink3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2.097"/>
    </inkml:context>
    <inkml:brush xml:id="br0">
      <inkml:brushProperty name="width" value="0.025" units="cm"/>
      <inkml:brushProperty name="height" value="0.025" units="cm"/>
    </inkml:brush>
  </inkml:definitions>
  <inkml:trace contextRef="#ctx0" brushRef="#br0">1 33 4337,'0'0'12112,"5"3"-7412,4-3-4526,34-10-117,-1 1-1,1 2 0,74-2 1,-116 9-47,1 1 1,-1 0-1,0-1 1,0 1-1,0 0 1,0 0 0,0 0-1,0 0 1,0 0-1,0 0 1,0 0-1,-1 0 1,1 0 0,0 0-1,-1 1 1,1-1-1,0 0 1,-1 0 0,0 1-1,1-1 1,-1 0-1,0 1 1,0-1-1,0 0 1,0 1 0,0-1-1,0 3 1,0 41 381,-1-42-361,0 0 0,0-1 0,0 1 0,0-1 0,-1 1 1,1-1-1,-1 1 0,0-1 0,1 0 0,-1 0 0,0 0 0,0 0 0,-1 0 1,-3 3-1,-39 22 101,40-24-118,-45 21 9,34-17-17,1 0 0,-17 11 1,25-13-4433,19-12 1354,-7 3 1622,16-9-3972</inkml:trace>
</inkml:ink>
</file>

<file path=ppt/ink/ink3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2.687"/>
    </inkml:context>
    <inkml:brush xml:id="br0">
      <inkml:brushProperty name="width" value="0.025" units="cm"/>
      <inkml:brushProperty name="height" value="0.025" units="cm"/>
    </inkml:brush>
  </inkml:definitions>
  <inkml:trace contextRef="#ctx0" brushRef="#br0">316 9 6121,'0'0'11264,"0"0"-11159,0-1 0,1 1 0,-1 0 0,0 0 0,0 0 1,0 0-1,0-1 0,1 1 0,-1 0 0,0 0 0,0 0 0,0-1 0,0 1 0,0 0 0,1 0 0,-1-1 0,0 1 1,0 0-1,0 0 0,0-1 0,0 1 0,0 0 0,0 0 0,0-1 0,0 1 0,0 0 0,0 0 0,0-1 0,0 1 0,0 0 1,0 0-1,0-1 0,-1 1 0,-11-1-37,-1 1 0,0 1 0,1 0 0,-1 0 0,1 2 0,-1-1 0,1 2 0,0-1 0,0 2 0,1-1 0,-1 2 0,1 0 0,-14 9 0,-47 40 84,64-48-125,1 1 0,-1 0 0,1 0 0,1 0 0,-1 1 0,-6 12 0,12-20-19,1 0-1,-1 0 1,0 0 0,1 0-1,-1 0 1,1 0-1,-1 0 1,1 0-1,0 0 1,-1 0-1,1 0 1,0 0-1,0 0 1,-1 1 0,1-1-1,0 0 1,0 0-1,1 0 1,-1 0-1,0 0 1,0 0-1,0 0 1,1 0-1,-1 1 1,0-1-1,1 0 1,-1 0 0,1 0-1,0-1 1,-1 1-1,1 0 1,0 0-1,-1 0 1,1 0-1,0 0 1,0-1-1,0 1 1,0 0 0,-1-1-1,1 1 1,0-1-1,0 1 1,0-1-1,1 1 1,-1-1-1,0 0 1,0 0-1,1 1 1,8 0 193,0 0 0,0 0 0,0-1 0,16-1 1,-6 0 83,94 1 2153,-114 0-2248,4 0-4499,-1 0-798</inkml:trace>
</inkml:ink>
</file>

<file path=ppt/ink/ink3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3.286"/>
    </inkml:context>
    <inkml:brush xml:id="br0">
      <inkml:brushProperty name="width" value="0.025" units="cm"/>
      <inkml:brushProperty name="height" value="0.025" units="cm"/>
    </inkml:brush>
  </inkml:definitions>
  <inkml:trace contextRef="#ctx0" brushRef="#br0">64 19 4401,'0'0'11040,"0"-19"-4160,0 72-6326,-3-1 1,-2 0-1,-2 0 1,-23 84-1,26-124-1400,1 0-1,0 1 1,1-1-1,-1 22 0,0-34-3781</inkml:trace>
</inkml:ink>
</file>

<file path=ppt/ink/ink3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3.854"/>
    </inkml:context>
    <inkml:brush xml:id="br0">
      <inkml:brushProperty name="width" value="0.025" units="cm"/>
      <inkml:brushProperty name="height" value="0.025" units="cm"/>
    </inkml:brush>
  </inkml:definitions>
  <inkml:trace contextRef="#ctx0" brushRef="#br0">1 44 4865,'0'0'11781,"0"-3"-10730,1 2-957,-1 0 1,0 0-1,0 0 0,0 1 0,1-1 0,-1 0 0,0 0 1,1 1-1,-1-1 0,1 0 0,-1 0 0,1 1 1,-1-1-1,1 1 0,0-1 0,-1 0 0,1 1 1,0-1-1,-1 1 0,1-1 0,0 1 0,0 0 1,-1-1-1,1 1 0,0 0 0,0 0 0,0-1 1,-1 1-1,1 0 0,0 0 0,0 0 0,0 0 0,0 0 1,0 0-1,-1 0 0,1 0 0,0 0 0,1 1 1,8-2-396,36-3 905,167-11 457,-71 11 2610,-141 4-3189,28 0-7874,-15 0 1515</inkml:trace>
</inkml:ink>
</file>

<file path=ppt/ink/ink3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15.139"/>
    </inkml:context>
    <inkml:brush xml:id="br0">
      <inkml:brushProperty name="width" value="0.025" units="cm"/>
      <inkml:brushProperty name="height" value="0.025" units="cm"/>
    </inkml:brush>
  </inkml:definitions>
  <inkml:trace contextRef="#ctx0" brushRef="#br0">414 1 2721,'0'0'19376,"-18"0"-19131,-4 0-220,0 0 0,1 2-1,-1 1 1,0 0 0,1 2-1,0 0 1,0 1 0,0 2 0,1 0-1,0 1 1,1 1 0,-31 20 0,40-21 80,1 0 0,0 1 0,0 0 1,1 0-1,1 1 0,0 0 0,-7 13 1,1-1 118,11-18-195,1 0 0,0-1 0,-1 1 0,2 0 0,-1 0-1,0 0 1,1 0 0,0 0 0,0 0 0,1 0 0,0 6-1,1 17 67,0-27-82,-1 0 0,1 0 0,0 0 0,0 0 0,0 0 0,0-1 0,0 1 0,0 0 1,0-1-1,0 0 0,0 1 0,3-1 0,17 6 207,-13-3-165,-1 1 0,1-1 0,0 0-1,1-1 1,-1 0 0,19 1 0,61-1 346,-54-3-156,144-13 2573,-179 10-4980</inkml:trace>
</inkml:ink>
</file>

<file path=ppt/ink/ink3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3.021"/>
    </inkml:context>
    <inkml:brush xml:id="br0">
      <inkml:brushProperty name="width" value="0.025" units="cm"/>
      <inkml:brushProperty name="height" value="0.025" units="cm"/>
    </inkml:brush>
  </inkml:definitions>
  <inkml:trace contextRef="#ctx0" brushRef="#br0">385 0 4505,'0'0'3374,"3"5"-3005,1 4 350,-1 0-1,0 1 1,0 0-1,-1-1 0,0 1 1,-1 0-1,0 0 0,-1 19 1,0-7-339,1 0 1,0 0-1,10 43 0,-3-23 388,-1-1 1,0 84-1,1 3-196,6 15-238,32 195 338,-33-269-441,-3-1 0,1 77 0,-11 142 242,-2-129-495,-19 366 533,-61 14-34,-18 163 139,60-372-550,9-100-18,-69 640 521,75-326-141,1-233-349,-5 130 105,24-223-129,-15 315 105,12-313-132,5-102 4,0 2 0,-16 220 17,10-78-65,4-57 48,1-17 41,5-135 33,-8-8 385,5-33-454,0-1 0,0 0-1,0 17 1,2-26-110,0-8-942,0-35-2130,8-59 0,2 37-2351</inkml:trace>
</inkml:ink>
</file>

<file path=ppt/ink/ink3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4.914"/>
    </inkml:context>
    <inkml:brush xml:id="br0">
      <inkml:brushProperty name="width" value="0.025" units="cm"/>
      <inkml:brushProperty name="height" value="0.025" units="cm"/>
    </inkml:brush>
  </inkml:definitions>
  <inkml:trace contextRef="#ctx0" brushRef="#br0">403 24 336,'0'0'3789,"-12"17"-3724,-35 52-62,35-48 41,12-20 1008,-1-2-852,0 1 0,0 0 0,0-1 0,0 1 0,0 0 0,0-1 0,0 1 0,0-1 0,0 0 0,0 1 0,0-1 0,0 0 0,1 1 0,-1-1 0,0 0 0,1 0 0,-1 0 0,0 0 0,1 0 0,-1 1 0,1-1 0,-1 0 0,1 0 0,0 0 0,-1 0 0,1-1 0,0 1 0,0 0 0,0 0 0,0 0 0,0-1 0,-2-42 4235,2 35-2366,0 9-1690,-2-5 1471,2 5-1813,0-1 0,0 1-1,-1-1 1,1 0 0,0 1-1,0-1 1,0 1 0,0-1 0,-1 1-1,1-1 1,0 1 0,0-1 0,-1 1-1,1-1 1,0 1 0,-1-1 0,1 1-1,-1 0 1,1-1 0,-1 1 0,1-1-1,0 1 1,-1 0 0,1 0 0,-1-1-1,0 1 1,1 0 0,-1 0 0,1-1-1,-1 1 1,1 0 0,-1 0-1,1 0 1,-1 0 0,0 0 0,1 0-1,-1 0 1,1 0 0,-1 0 0,0 0-1,1 0 1,-1 1 0,1-1 0,-2 0-1,-4 6 51,0-1-1,0 1 1,0 0-1,0 0 1,1 1 0,-7 11-1,-9 10-43,-12 15-28,2 0 0,1 3 0,3 0 0,2 1 0,-20 54 0,33-88 5,11-12-19,0 0 0,-1 0 1,1 0-1,0 0 0,0 0 1,0 1-1,0-1 1,0 0-1,0 0 0,0 1 1,0-1-1,0 1 0,1-1 1,-1 1-1,1-1 0,-1 1 1,1-1-1,-1 3 1,1-4-24,9-15-363,27-37 486,40-64 14,-61 90-111,22-41 62,29-70 0,-52 77 257,-14 59-316,0 1 1,0-1-1,0 1 1,0 0-1,0-1 1,1 1-1,-1-1 1,0 1-1,0-1 1,1 1-1,-1-1 1,0 1-1,1 0 1,-1-1-1,0 1 1,1 0-1,-1-1 1,0 1 0,1 0-1,-1 0 1,1-1-1,-1 1 1,0 0-1,1 0 1,-1-1-1,1 1 1,-1 0-1,1 0 1,-1 0-1,1 0 1,-1 0-1,1 0 1,-1 0-1,1 0 1,-1 0-1,1 0 1,-1 0-1,1 0 1,-1 0-1,1 1 1,-1-1 0,1 0-1,-1 0 1,0 0-1,1 1 1,-1-1-1,1 1 1,1 0-13,0 0 0,-1 0 1,1 0-1,-1 0 0,1 0 1,-1 1-1,1-1 1,-1 1-1,0-1 0,0 1 1,2 1-1,4 11 98,1 0 0,1-1 0,0 0 0,1 0-1,0-1 1,1-1 0,1 0 0,0 0 0,0-1 0,1-1 0,0 0 0,0 0-1,1-2 1,0 1 0,1-2 0,24 8 0,-30-11-28,0 0 0,0 0 0,0 1 0,0 0 0,-1 1 0,0 0 0,0 0 0,0 1 1,0 0-1,-1 0 0,0 1 0,0 0 0,8 11 0,130 161 1863,-145-179-1940,0 0-1,0 0 1,0 0-1,-1 0 1,1 0-1,0 0 1,0 0-1,-1 0 1,1 0-1,0 0 1,0 0-1,0 0 1,-1 0-1,1 0 1,0 0-1,0 0 1,-1 0-1,1 0 1,0 0-1,0 0 1,-1 0-1,1 0 1,0 0-1,0 0 1,0 1-1,-1-1 1,1 0 0,0 0-1,0 0 1,0 0-1,0 1 1,0-1-1,-1 0 1,1 0-1,0 0 1,0 0-1,0 1 1,0-1-1,0 0 1,0 0-1,0 1 1,-1-1-1,1 0 1,0 0-1,0 0 1,0 1-1,0-1 1,0 0-1,0 0 1,0 1-1,0-1 1,0 0-1,0 0 1,1 0-1,-1 1 1,0-1-1,0 0 1,0 0-1,0 1 1,0-1-1,0 0 1,0 0-1,0 0 1,1 0-1,-1 1 1,0-1-1,0 0 1,0 0-1,1 0 1,-24-4-4588,9-5-1534</inkml:trace>
</inkml:ink>
</file>

<file path=ppt/ink/ink3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5.618"/>
    </inkml:context>
    <inkml:brush xml:id="br0">
      <inkml:brushProperty name="width" value="0.025" units="cm"/>
      <inkml:brushProperty name="height" value="0.025" units="cm"/>
    </inkml:brush>
  </inkml:definitions>
  <inkml:trace contextRef="#ctx0" brushRef="#br0">0 0 2633,'0'0'8045,"16"6"2359,15 13-10213,1-1 0,0-2 0,1 0 0,0-3-1,51 14 1,-81-26-121,0 0 0,0 0 0,0 1 0,0-1-1,-1 1 1,1 0 0,0 0 0,3 3 0,16 10-1915,-6-11-6894</inkml:trace>
</inkml:ink>
</file>

<file path=ppt/ink/ink3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6.202"/>
    </inkml:context>
    <inkml:brush xml:id="br0">
      <inkml:brushProperty name="width" value="0.025" units="cm"/>
      <inkml:brushProperty name="height" value="0.025" units="cm"/>
    </inkml:brush>
  </inkml:definitions>
  <inkml:trace contextRef="#ctx0" brushRef="#br0">318 0 4625,'0'0'10135,"-25"2"-6099,23-1-3985,1 1-1,-1-1 1,1 1 0,0 0-1,-1-1 1,1 1 0,0 0 0,0 0-1,0 0 1,0 0 0,1 0-1,-1 0 1,1 0 0,-1 0-1,1 0 1,-1 3 0,0 41 195,1-34-134,-1 30 53,2-1-1,2 1 0,2 0 0,12 49 1,-8-58-106,-1-5 69,0 0-1,-2 0 0,-1 0 1,2 47-1,-8-74-105,1 0-1,0 0 1,0 0 0,-1 0 0,1 0-1,0 0 1,-1 0 0,1 0 0,-1-1-1,1 1 1,-1 0 0,1 0 0,-1 0-1,0-1 1,1 1 0,-1 0-1,0-1 1,0 1 0,0-1 0,1 1-1,-1-1 1,0 1 0,0-1 0,0 1-1,0-1 1,0 0 0,-1 1 0,-28 5 85,27-6-87,-46 4 87,-61-3 0,55-2-4,51 1-90,0 0 0,-1 0-1,1 0 1,0-1-1,0 0 1,0 0-1,0 0 1,0 0-1,0 0 1,0-1-1,0 0 1,0 0-1,0 0 1,1 0-1,-1-1 1,1 1-1,-5-6 1,6 6 89</inkml:trace>
</inkml:ink>
</file>

<file path=ppt/ink/ink3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29.788"/>
    </inkml:context>
    <inkml:brush xml:id="br0">
      <inkml:brushProperty name="width" value="0.025" units="cm"/>
      <inkml:brushProperty name="height" value="0.025" units="cm"/>
    </inkml:brush>
  </inkml:definitions>
  <inkml:trace contextRef="#ctx0" brushRef="#br0">1 298 3833,'0'0'6835,"8"9"-5978,23 26-81,-30-34-597,1 0 0,-1 1 0,0-1 0,1 0 0,-1 0 0,1-1 0,-1 1 0,1 0 0,0 0 0,-1-1 0,1 1 0,0-1 0,-1 1 0,1-1 0,0 0 0,0 0 0,-1 0 0,1 0 0,0 0 0,2 0 0,3-1 71,15 4 179,1-2 0,29-3 0,-5 1-62,28-3-262,93-16 0,-51 5-47,149-18 238,159-16-33,648-20 61,-190-13 355,-665 57-546,291 1 0,518 3-61,-405 10-56,-483 11-16,341 27 4,-232-8-1,1022 2 69,-846-36 264,-114 3-280,1714-1-32,-1295 15-20,444 22 488,-1034-15-268,247 8 1878,27-11 552,-513-6-4096,1 0-4954,69-2 618,4-9-4084</inkml:trace>
</inkml:ink>
</file>

<file path=ppt/ink/ink3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30.444"/>
    </inkml:context>
    <inkml:brush xml:id="br0">
      <inkml:brushProperty name="width" value="0.025" units="cm"/>
      <inkml:brushProperty name="height" value="0.025" units="cm"/>
    </inkml:brush>
  </inkml:definitions>
  <inkml:trace contextRef="#ctx0" brushRef="#br0">7 1 4625,'0'0'10530,"4"1"-9744,8 2-138,-7-2-92,1 0-1,-1 1 1,0 0 0,1 0-1,-1 0 1,0 1-1,0-1 1,-1 1-1,10 7 1,11 15-225,1-1 1,2-1-1,0-2 0,1 0 1,49 24-1,-59-36-229,38 10 1,10 4 58,-66-23-145,-1 0 0,1 0 0,-1 0 0,0 0 0,1 1 1,-1-1-1,1 0 0,-1 0 0,0 1 0,1-1 0,-1 0 1,0 1-1,1-1 0,-1 0 0,0 1 0,0-1 0,1 1 1,-1-1-1,0 0 0,0 1 0,0-1 0,1 1 0,-1-1 1,0 0-1,0 1 0,0-1 0,0 1 0,0-1 1,0 1-1,0-1 0,0 1 0,0-1 0,0 1 0,0-1 1,0 0-1,-1 1 0,1-1 0,0 1 0,0-1 0,0 0 1,0 1-1,-1-1 0,1 1 0,0-1 0,-1 0 0,1 1 1,0-1-1,0 0 0,-1 1 0,-17 13 398,-333 145 440,320-147-807,30-11-64,-1 0 1,1 0 0,0-1 0,0 1-1,-1 0 1,1 0 0,0 0 0,0 1-1,0-1 1,0 0 0,0 0-1,0 1 1,1-1 0,-1 0 0,0 1-1,1-1 1,-1 0 0,0 1 0,1-1-1,0 1 1,-1-1 0,1 4-1,0 41-2349,-1-6-1521,-8-20 567,-5-4-1896</inkml:trace>
</inkml:ink>
</file>

<file path=ppt/ink/ink3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31.216"/>
    </inkml:context>
    <inkml:brush xml:id="br0">
      <inkml:brushProperty name="width" value="0.025" units="cm"/>
      <inkml:brushProperty name="height" value="0.025" units="cm"/>
    </inkml:brush>
  </inkml:definitions>
  <inkml:trace contextRef="#ctx0" brushRef="#br0">154 1 2032,'0'1'4906,"5"14"10370,125-17-14253,-129 2-1025,1 0 0,0 0 0,-1 0 1,1 0-1,-1 1 0,1-1 0,-1 1 0,1-1 1,-1 1-1,1-1 0,-1 1 0,1 0 0,-1-1 0,0 1 1,1 0-1,-1 0 0,0 0 0,0 0 0,0 1 0,0-1 1,0 0-1,0 0 0,0 0 0,0 1 0,0-1 0,-1 1 1,1-1-1,0 1 0,0 2 0,0 1-11,0 0 1,0 1-1,-1-1 1,1 0-1,-1 1 0,0-1 1,-2 10-1,1-13 17,1 0 0,-1 0 0,0 0 1,0-1-1,0 1 0,-1 0 0,1 0 0,0-1 0,-1 1 0,1 0 1,-1-1-1,1 0 0,-1 1 0,0-1 0,1 0 0,-1 0 0,0 0 1,0 0-1,-4 2 0,-41 12 97,-200 34 30,246-49-189,1 1-18,0-1 0,1 0 0,-1 1 0,0-1 1,0 0-1,1 1 0,-1-1 0,0 0 0,1 0 0,-1 1 0,1-1 0,-1 0 0,0 0 0,1 0 0,-1 0 0,1 1 0,-1-1 0,0 0 0,1 0 0,-1 0 0,1 0 0,-1 0 0,0 0 0,1 0 0,-1 0 0,1 0 0,-1 0 0,1 0 0,-1-1 1,0 1-1,1 0 0,5 0-596,64 0-5313,-37 0 1640</inkml:trace>
</inkml:ink>
</file>

<file path=ppt/ink/ink3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4:31.941"/>
    </inkml:context>
    <inkml:brush xml:id="br0">
      <inkml:brushProperty name="width" value="0.025" units="cm"/>
      <inkml:brushProperty name="height" value="0.025" units="cm"/>
    </inkml:brush>
  </inkml:definitions>
  <inkml:trace contextRef="#ctx0" brushRef="#br0">127 23 2905,'0'0'11711,"6"0"-10761,24 0 1377,-30-1-2235,0 1-1,0 0 1,0-1-1,0 1 1,0-1 0,0 1-1,1 0 1,-1-1-1,0 1 1,0 0-1,0-1 1,0 1-1,1 0 1,-1 0 0,0-1-1,0 1 1,1 0-1,-1 0 1,0-1-1,1 1 1,-1 0 0,0 0-1,1 0 1,-1-1-1,0 1 1,1 0-1,-1 0 1,0 0-1,1 0 1,-1 0 0,1 0-1,41-7 320,-61 2 104,-18 4-417,-35 0 238,68 1-260,-1 1 1,1-1 0,-1 1-1,1 0 1,0 0-1,-1 1 1,1-1-1,0 1 1,0 0 0,0 0-1,0 0 1,-5 5-1,6-4-49,0 1-1,1 0 1,-1 0 0,1 0-1,0 1 1,0-1-1,1 0 1,-1 1-1,1-1 1,0 1 0,0-1-1,0 1 1,1 0-1,0-1 1,0 1-1,0 0 1,1 8 0,-1 0 28,1-10-37,0-1 1,0 1 0,0-1 0,0 0-1,0 0 1,0 0 0,1 0-1,-1 1 1,1-2 0,-1 1-1,1 0 1,0 0 0,0 0-1,0-1 1,0 1 0,0-1 0,4 2-1,38 20 347,-24-17-240,-1-2 0,1 0 0,-1-1-1,25 0 1,-6-2-5858,-48-1-584</inkml:trace>
</inkml:ink>
</file>

<file path=ppt/ink/ink3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4.591"/>
    </inkml:context>
    <inkml:brush xml:id="br0">
      <inkml:brushProperty name="width" value="0.025" units="cm"/>
      <inkml:brushProperty name="height" value="0.025" units="cm"/>
    </inkml:brush>
  </inkml:definitions>
  <inkml:trace contextRef="#ctx0" brushRef="#br0">1 1 3817,'0'0'9662,"7"8"-5513,-2-3 995,-2 10-3540,-4 20-2481,1-26 1383,0 86 502,0-56-2672,0-31-2165,0-12-2932,0-14-2021</inkml:trace>
</inkml:ink>
</file>

<file path=ppt/ink/ink3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4.937"/>
    </inkml:context>
    <inkml:brush xml:id="br0">
      <inkml:brushProperty name="width" value="0.025" units="cm"/>
      <inkml:brushProperty name="height" value="0.025" units="cm"/>
    </inkml:brush>
  </inkml:definitions>
  <inkml:trace contextRef="#ctx0" brushRef="#br0">1 0 7922,'0'0'8754,"0"15"-8866,0-4-1441,0-2-3400</inkml:trace>
</inkml:ink>
</file>

<file path=ppt/ink/ink3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5.380"/>
    </inkml:context>
    <inkml:brush xml:id="br0">
      <inkml:brushProperty name="width" value="0.025" units="cm"/>
      <inkml:brushProperty name="height" value="0.025" units="cm"/>
    </inkml:brush>
  </inkml:definitions>
  <inkml:trace contextRef="#ctx0" brushRef="#br0">511 83 8346,'0'0'7753,"-19"-11"-7323,-61-35-115,74 42-262,0 1 1,0 0-1,0 0 1,-1 1-1,1-1 1,-1 1-1,1 1 1,-1-1-1,0 1 1,1 0-1,-1 1 1,0 0-1,0 0 0,0 0 1,0 1-1,1 0 1,-9 2-1,9-1 39,0 1 0,0-1-1,0 1 1,0 0-1,0 0 1,1 1 0,-1 0-1,1 0 1,0 0-1,0 1 1,1 0 0,-1 0-1,1 0 1,0 0-1,-3 6 1,-9 14 525,-24 50 1,11-9-230,3 1 0,4 1-1,2 1 1,-14 90 0,28-112-326,0 95 0,6-142-357,0-22-4982,0-6 448,0-3-2275</inkml:trace>
</inkml:ink>
</file>

<file path=ppt/ink/ink3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5.701"/>
    </inkml:context>
    <inkml:brush xml:id="br0">
      <inkml:brushProperty name="width" value="0.025" units="cm"/>
      <inkml:brushProperty name="height" value="0.025" units="cm"/>
    </inkml:brush>
  </inkml:definitions>
  <inkml:trace contextRef="#ctx0" brushRef="#br0">0 0 7786,'0'0'11666,"154"76"-11666,-104-73-704,-8-3-2417,1 0-9473</inkml:trace>
</inkml:ink>
</file>

<file path=ppt/ink/ink3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6.473"/>
    </inkml:context>
    <inkml:brush xml:id="br0">
      <inkml:brushProperty name="width" value="0.025" units="cm"/>
      <inkml:brushProperty name="height" value="0.025" units="cm"/>
    </inkml:brush>
  </inkml:definitions>
  <inkml:trace contextRef="#ctx0" brushRef="#br0">0 0 5817,'0'0'12470,"2"4"-11722,20 30 505,-15-26-1009,-1 1 0,0 0 0,-1 0 0,7 18 1,-6-5 16,-1 0 0,-2 0 0,0 0 0,-1 0 0,-2 36 1,0-52-189,0-5 352,0-31-459,0 23 2,1 1 1,0 0-1,1 1 1,0-1 0,-1 0-1,2 0 1,-1 1-1,1-1 1,-1 1-1,2 0 1,-1-1 0,0 1-1,1 1 1,0-1-1,5-4 1,2-2-103,1 1 0,0 0-1,0 0 1,24-13 0,-32 21 120,-1 1-1,1-1 0,0 1 1,-1 0-1,1 0 1,0 0-1,0 0 1,0 1-1,0-1 1,0 1-1,6 1 1,-4-1 8,-5 0 13,0 1-1,-1-1 1,1 0-1,0 1 1,0 0-1,-1-1 1,1 1-1,-1-1 1,1 1-1,0 0 1,-1-1-1,1 1 1,-1 0 0,0-1-1,1 1 1,-1 0-1,0 0 1,1 0-1,-1-1 1,0 1-1,0 0 1,0 0-1,1 0 1,-1 0-1,0 0 1,0-1 0,0 1-1,-1 1 1,1 35 215,0-28-112,2 86 552,11-118-992,0 0 1,1 1-1,1 1 0,1 1 0,1 0 0,1 1 0,30-26 0,-46 43 347,1 0-1,-1 0 1,1 0 0,-1 0-1,1 1 1,0-1-1,-1 1 1,1 0 0,0-1-1,0 1 1,0 1-1,0-1 1,0 0 0,0 1-1,0-1 1,4 1 0,-5 0 42,1 1 0,-1 0 0,0 0 0,0 0 0,0 0 0,0 0 0,0 0 0,0 0 1,0 1-1,-1-1 0,1 1 0,0 0 0,-1-1 0,1 1 0,-1 0 0,0 0 1,1 0-1,-1 0 0,0 0 0,0 0 0,1 2 0,1 6 323,0-1 0,0 1 1,-1 0-1,-1 0 0,0 0 0,0 1 0,0-1 0,-2 0 1,0 12-1,0 12 169,1-34-854</inkml:trace>
</inkml:ink>
</file>

<file path=ppt/ink/ink3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08.106"/>
    </inkml:context>
    <inkml:brush xml:id="br0">
      <inkml:brushProperty name="width" value="0.025" units="cm"/>
      <inkml:brushProperty name="height" value="0.025" units="cm"/>
    </inkml:brush>
  </inkml:definitions>
  <inkml:trace contextRef="#ctx0" brushRef="#br0">87 0 1304,'0'0'11331,"-3"4"-10354,0-1-573,2 0 0,-1 1-1,0-1 1,1 0 0,-1 1 0,1-1-1,0 1 1,0-1 0,0 6 0,0-7-277,1 0 0,0 0 0,0 0 1,0 0-1,0-1 0,0 1 0,0 0 1,1 0-1,-1 0 0,1 0 0,-1-1 1,1 1-1,0 0 0,-1 0 0,1-1 1,0 1-1,0-1 0,0 1 1,0 0-1,1-1 0,-1 0 0,0 1 1,1-1-1,2 2 0,72 36 673,-31-18-524,-29-15-212,0 0 0,1-1 0,-1-1 0,1 0 1,34 2-1,22 5-23,-20-7 336,-52-4-405,-1 0 36,0 1-1,0-1 1,1 0 0,-1 0-1,0 0 1,0 0 0,0 1-1,1-1 1,-1 0 0,0 0 0,0 0-1,0 1 1,0-1 0,0 0-1,1 0 1,-1 0 0,0 1-1,0-1 1,0 0 0,0 0 0,0 1-1,0-1 1,0 0 0,0 0-1,0 1 1,0-1 0,0 0-1,0 0 1,0 1 0,0-1 0,0 0-1,0 0 1,0 1 0,0-1-1,0 0 1,-1 0 0,1 1 0,0-1-1,0 0 1,0 0 0,0 0-1,0 1 1,-1-1 0,1 0-1,0 0 1,0 0 0,0 0 0,-1 1-1,1-1 1,0 0 0,-1 0-1,-10 1 16,0 0 0,0 1 0,1 0 0,-1 1 0,0 0 0,-16 8 0,15-6-10,0 0 0,-1-1 0,1-1 0,-21 3 0,-4 0 251,0 2 1,0 1 0,1 2 0,0 2-1,-45 22 1,73-27-465,-2 2-3762,0-2-1665</inkml:trace>
</inkml:ink>
</file>

<file path=ppt/ink/ink3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10.592"/>
    </inkml:context>
    <inkml:brush xml:id="br0">
      <inkml:brushProperty name="width" value="0.025" units="cm"/>
      <inkml:brushProperty name="height" value="0.025" units="cm"/>
    </inkml:brush>
  </inkml:definitions>
  <inkml:trace contextRef="#ctx0" brushRef="#br0">93 74 3185,'0'0'8041,"-15"14"-7344,-44 45-63,57-58-574,0 0-1,1 1 0,0-1 0,-1 1 1,1 0-1,0-1 0,-1 1 1,1 0-1,0 0 0,1 0 0,-1 0 1,0 0-1,0 0 0,1 0 0,-1 0 1,1 0-1,0 0 0,-1 0 1,1 0-1,0 0 0,0 1 0,1-1 1,-1 0-1,1 4 0,1 6 260,-1-2-137,0 0 0,0 1 0,2-1 0,-1 0 1,1 0-1,1 0 0,-1 0 0,2-1 0,-1 1 1,2-1-1,-1 0 0,1-1 0,0 1 0,1-1 0,0 0 1,0-1-1,1 0 0,0 0 0,0 0 0,0-1 1,1 0-1,18 8 0,-16-11 6,0-1-1,0 0 1,0-1 0,0 0-1,1-1 1,21-2 0,2 0-83,-27 1-99,1 0 1,-1 0-1,0-1 1,-1 0-1,1-1 1,0 0-1,-1 0 1,1-1-1,-1 0 0,0 0 1,10-8-1,-5 3 71,0-1-1,0 0 0,-1-1 0,-1 0 0,12-16 1,-16 18 10,0 0-1,0 0 1,-1-1 0,0 0 0,-1-1 0,0 1 0,0 0-1,-2-1 1,1 0 0,-1 0 0,-1 0 0,0 0 0,0 0 0,-1 0-1,0 0 1,-4-19 0,3 27-81,-1-1 1,0 0-1,0 0 0,0 0 0,-1 1 1,1 0-1,-1-1 0,0 1 0,0 0 1,0 0-1,0 0 0,-6-3 0,-44-28-67,43 30 55,0 0 0,1 0 1,-2 1-1,1 0 0,0 1 0,0 0 0,-15 0 0,-78 2 338,44 2 3292</inkml:trace>
</inkml:ink>
</file>

<file path=ppt/ink/ink3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18.185"/>
    </inkml:context>
    <inkml:brush xml:id="br0">
      <inkml:brushProperty name="width" value="0.025" units="cm"/>
      <inkml:brushProperty name="height" value="0.025" units="cm"/>
    </inkml:brush>
  </inkml:definitions>
  <inkml:trace contextRef="#ctx0" brushRef="#br0">2 5814 3089,'0'0'8181,"0"-3"-7230,0-3-810,-1 5-34,1 0 1,0 1 0,0-1-1,0 0 1,-1 0 0,1 0-1,0 0 1,0 0 0,0 0-1,0 0 1,1 0 0,-1 0 0,0 0-1,0 1 1,0-1 0,1 0-1,-1 0 1,0 0 0,1 0-1,-1 1 1,1-1 0,-1 0-1,1 0 1,0 1 0,-1-1 0,1 0-1,-1 1 1,1-1 0,0 0-1,0 1 1,-1-1 0,3 0-1,79-27 4444,-40 16-4407,-1-2-1,0-1 1,-1-3 0,61-36 0,-69 37-92,218-142 256,-43 24-266,164-63 1,-127 72-51,-15 3 3,297-164-46,119-44-42,37-23 57,17-7-95,-165 91 84,35-13-26,-169 88-89,-138 53 126,8-5 20,523-291 40,-471 253-17,281-145-12,-344 208-7,-127 64-2,28-13-105,-56 27 84,-2-4 0,97-63-1,-59 26-330,3 7-1,208-81 1,-23 8-127,-18 8 391,19 11 85,-298 117 73,32-20 0,21-11 47,44-7-98,47-23 462,61-23-290,-222 93 12,1 1 0,0 0 0,0 1 0,0 1 0,1 1-1,-1 0 1,18 0 0,-31 2-50,14 0 751,-20 0-1210,-39 4-3403,22 2 819,2 2-1515</inkml:trace>
</inkml:ink>
</file>

<file path=ppt/ink/ink3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3.055"/>
    </inkml:context>
    <inkml:brush xml:id="br0">
      <inkml:brushProperty name="width" value="0.025" units="cm"/>
      <inkml:brushProperty name="height" value="0.025" units="cm"/>
    </inkml:brush>
  </inkml:definitions>
  <inkml:trace contextRef="#ctx0" brushRef="#br0">179 6 1672,'0'0'3005,"0"5"-3178,-1-4 174,1 0 0,0 0 1,0 0-1,0 1 1,0-1-1,0 0 1,0 0-1,0 0 0,0 0 1,1 1-1,-1-1 1,0 0-1,1 0 1,-1 0-1,1 0 0,-1 0 1,1 0-1,0 0 1,-1 0-1,1 0 1,1 1-1,7-4 42,-8 2-36,-1 0 1,4 0-604,11-1 8663,-14 0-7833,0 0 1,0 0-1,0 1 1,0-1-1,0 0 1,0 0-1,0 1 0,0-1 1,1 1-1,-1-1 1,0 1-1,0 0 1,1-1-1,-1 1 0,0 0 1,0 0-1,1 0 1,1 0-1,19-15 164,-21 14-278,0 0 0,0 0 0,1 0 0,-1 0 0,1 1 0,-1-1 0,0 0 0,1 1 0,-1-1 0,1 1 0,-1 0 0,1-1-1,0 1 1,-1 0 0,1 0 0,-1 0 0,1 0 0,-1 0 0,3 1 0,46-1-567,-39 0 647,132 12-151,-124-12-39,13-1-12,-1 2 1,62 9 0,-69-6 4,1-2-1,38-1 1,-58-1-1,73 0 883,-943 0 2911,864 0-2795,3 0-1010,0 0 0,0 0 1,0 0-1,0 1 1,0-1-1,0 0 1,-1 1-1,1-1 0,0 1 1,0-1-1,-1 1 1,1 0-1,2 2 1,-3 14-4628,-1-13-828</inkml:trace>
</inkml:ink>
</file>

<file path=ppt/ink/ink3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4.440"/>
    </inkml:context>
    <inkml:brush xml:id="br0">
      <inkml:brushProperty name="width" value="0.025" units="cm"/>
      <inkml:brushProperty name="height" value="0.025" units="cm"/>
    </inkml:brush>
  </inkml:definitions>
  <inkml:trace contextRef="#ctx0" brushRef="#br0">350 38 3633,'0'0'9288,"0"-4"-8514,0-1-726,0 4 32,1 1 1,-1-1-1,0 0 0,0 0 0,0 0 0,0 0 0,0 0 0,0 0 0,0 0 0,0 1 0,0-1 0,0 0 0,0 0 0,-1 0 0,1 0 0,0 0 0,-1 1 1,1-1-1,-1 0 0,1 0 0,0 0 0,-1 1 0,0-1 0,1 0 0,-1 1 0,1-1 0,-1 0 0,0 1 0,0-1 0,1 1 0,-1-1 0,0 1 0,0 0 1,0-1-1,1 1 0,-1 0 0,0-1 0,0 1 0,0 0 0,0 0 0,0 0 0,0 0 0,1 0 0,-1 0 0,0 0 0,0 0 0,0 0 0,-1 0 0,-33 0 758,19-1-550,0 0-1,0 2 1,1 0-1,-1 0 1,0 2-1,0 0 1,-23 8-1,29-7-301,-8 3 337,0 1 0,-21 13 0,35-19-266,0 1 1,0 0-1,1-1 0,-1 1 0,1 1 1,-1-1-1,1 0 0,0 1 1,0 0-1,1-1 0,-1 1 0,1 0 1,0 1-1,0-1 0,-2 6 1,3-7-46,0 0 1,0 0-1,1 0 1,-1 0-1,1 0 1,0 0 0,0 0-1,0 0 1,0 0-1,1 0 1,-1 0-1,1 0 1,-1-1 0,1 1-1,2 4 1,-2-5 1,1 0 1,0 1 0,0-1-1,0 0 1,0 0-1,0-1 1,0 1 0,1 0-1,-1-1 1,1 1-1,-1-1 1,1 0-1,-1 0 1,1 0 0,4 1-1,17 3 214,1-1 0,-1-1-1,1-1 1,-1-1 0,41-4-1,1 1-227,-41 4 13,-18-1-8,0-1-1,0 0 0,0 0 1,0 0-1,0-1 0,0 1 1,11-4-1,-17 3 1176,-2 1-1376,0-1 1,0 1-1,0 0 0,0-1 1,0 1-1,0 0 0,0 0 1,0 0-1,0 0 0,0 0 1,0 0-1,0 0 0,0 0 1,0 0-1,0 1 0,0-1 1,0 0-1,0 0 0,0 1 1,0-1-1,-1 2 0,-22 7-5528</inkml:trace>
</inkml:ink>
</file>

<file path=ppt/ink/ink3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6.755"/>
    </inkml:context>
    <inkml:brush xml:id="br0">
      <inkml:brushProperty name="width" value="0.025" units="cm"/>
      <inkml:brushProperty name="height" value="0.025" units="cm"/>
    </inkml:brush>
  </inkml:definitions>
  <inkml:trace contextRef="#ctx0" brushRef="#br0">79 1 5281,'0'0'2733,"5"0"-1317,10 0-501,-3 0 4927,-12 23-4919,1 43 630,0-4-1093,-2 0 1,-3 0-1,-14 77 0,1-65 230,2 1-1,-7 142 1,19-173-538,3-44 272,-1 16-560,-18 108 409,14-88-3391,4-69-1677,-5 15 192</inkml:trace>
</inkml:ink>
</file>

<file path=ppt/ink/ink3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7.231"/>
    </inkml:context>
    <inkml:brush xml:id="br0">
      <inkml:brushProperty name="width" value="0.025" units="cm"/>
      <inkml:brushProperty name="height" value="0.025" units="cm"/>
    </inkml:brush>
  </inkml:definitions>
  <inkml:trace contextRef="#ctx0" brushRef="#br0">0 4 2721,'0'0'11067,"30"-3"-4659,-25 4-6200,0 0 0,0 0 0,0 0 0,0 0 0,-1 1 0,1 0 0,0 0 0,-1 1 0,0-1 0,7 5 0,43 35 158,-44-33-295,13 9 237,0 2-1,-2 0 1,27 33 0,-40-44 697,-6-5-6275,-11-3-2162,-2-1-3015</inkml:trace>
</inkml:ink>
</file>

<file path=ppt/ink/ink3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7.723"/>
    </inkml:context>
    <inkml:brush xml:id="br0">
      <inkml:brushProperty name="width" value="0.025" units="cm"/>
      <inkml:brushProperty name="height" value="0.025" units="cm"/>
    </inkml:brush>
  </inkml:definitions>
  <inkml:trace contextRef="#ctx0" brushRef="#br0">186 0 2697,'0'0'11387,"3"0"-10106,6 0 412,-11 0 1804,-9 3-540,1 2-3795,-8 7 1199,1 0-1,0 2 1,1-1 0,0 2-1,1 0 1,-25 34 0,35-37-308,4-11-324,1 0-1,-1 0 1,1 0 0,0 0 0,-1 0 0,0-1 0,1 1 0,-1 0 0,0 0 0,1 0 0,-1 0-1,0-1 1,0 1 0,1 0 0,-1-1 0,0 1 0,0-1 0,0 1 0,0-1 0,0 1 0,0-1 0,0 0-1,-2 1 1,-7 2-4991</inkml:trace>
</inkml:ink>
</file>

<file path=ppt/ink/ink3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5:59.105"/>
    </inkml:context>
    <inkml:brush xml:id="br0">
      <inkml:brushProperty name="width" value="0.025" units="cm"/>
      <inkml:brushProperty name="height" value="0.025" units="cm"/>
    </inkml:brush>
  </inkml:definitions>
  <inkml:trace contextRef="#ctx0" brushRef="#br0">107 1 1528,'0'0'3862,"0"7"-3516,1 21 1182,-1-27-1401,2 32 6869,-3-6-4963,0-22-1890,0 0 0,0 0-1,-1-1 1,1 1-1,-1 0 1,0 0 0,-1-1-1,-4 8 1,-27 38 1023,-20 31-584,76-119 688,59-116-1285,-80 152 13,-1 1 2,1 0-1,-1 0 0,0-1 1,1 1-1,-1 0 0,1 0 1,-1 0-1,1 0 1,0 0-1,-1 0 0,1 0 1,0 0-1,0 1 0,0-1 1,0 0-1,0 0 0,1 0 1,1 0 6,-2 1 28,28 1 817,-10 23-66,-4-3-109,-5-13-351,-1 0-1,2 0 1,15 8 0,1 1 55,-21-12-366,-1-1 162,0-1 0,0 0 0,0 1 0,1-1 1,-1-1-1,0 1 0,1-1 0,0 0 0,10 2 0,-33-11-7417,3-1-776</inkml:trace>
</inkml:ink>
</file>

<file path=ppt/ink/ink3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4.142"/>
    </inkml:context>
    <inkml:brush xml:id="br0">
      <inkml:brushProperty name="width" value="0.025" units="cm"/>
      <inkml:brushProperty name="height" value="0.025" units="cm"/>
    </inkml:brush>
  </inkml:definitions>
  <inkml:trace contextRef="#ctx0" brushRef="#br0">150 0 1400,'0'0'3858,"4"6"-3758,-2-4-214,0 1 260,0 0 0,0 1 0,-1-1 1,1 0-1,-1 1 0,1-1 0,-1 1 1,0-1-1,-1 1 0,1 0 0,0-1 0,-1 1 1,0 7-1,0-10-271,0-1 213,0-1 0,1 1 1,-1 0-1,0 0 0,0 0 1,1 0-1,-1 0 0,0 0 1,0 0-1,1 0 0,-1 0 1,0 0-1,0 0 0,1 0 1,-1 0-1,0 0 0,0 1 1,1-1-1,-1 0 0,0 0 1,0 0-1,0 0 0,1 0 1,-1 0-1,0 1 0,0-1 1,0 0-1,1 0 1,-1 0-1,0 1 0,0-1 1,0 0-1,0 0 0,1 0 1,-1 1-1,0-1 0,0 0 1,0 0-1,0 1 0,0-1 1,0 0-1,0 0 0,0 1 1,0-1-1,0 0 0,0 0 1,0 1-1,0-1 0,0 0 1,0 0-1,0 1 0,0-1 1,0 0-1,-1 4 6389,15 19-4492,-13-16-1555,0 1 0,0-1 1,1 1-1,-1-1 0,5 9 1,4 25 125,-6-21-267,11 35 0,-3-13-102,1 22 529,4 78-1,-15-123-680,4 308 1328,-8-191-1084,0-38-89,-5-1 1,-3 1 0,-31 122-1,34-179-146,2 1-1,1 0 0,4 72 1,-1 36 81,-2 87 154,4-147-39,-11 110 0,-4 36 243,13-236-487,1 0 1,-1 0 0,0-1 0,1 1-1,-1 0 1,0 0 0,1-1 0,-1 1 0,1-1-1,-1 1 1,0 0 0,1-1 0,-1 1-1,1-1 1,-1 0 0,1 1 0,0-1-1,-1 1 1,1-1 0,-1 0 0,-4-6-394,0 1 0,-1 0 0,1 0 0,-1 0 0,-1 1 0,1 0 1,-1 0-1,0 1 0,0-1 0,0 2 0,-14-6 0,-10-8-2798,-15-7-2832</inkml:trace>
</inkml:ink>
</file>

<file path=ppt/ink/ink3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6.304"/>
    </inkml:context>
    <inkml:brush xml:id="br0">
      <inkml:brushProperty name="width" value="0.025" units="cm"/>
      <inkml:brushProperty name="height" value="0.025" units="cm"/>
    </inkml:brush>
  </inkml:definitions>
  <inkml:trace contextRef="#ctx0" brushRef="#br0">1 210 3697,'0'0'876,"4"1"416,15 2 1609,43 3 8472,-19-8-11669,380-61 1066,-197 33-524,312-17-195,-56 6 208,-447 37-255,560-29-27,441 33 942,-693 21-854,-106-2 316,215-17-258,-234-4 41,176 9 730,-393-7-642,35 0 352,449 0 2478,-584 0-5147,32 0-2365,41 0 1330,-29 0-7425</inkml:trace>
</inkml:ink>
</file>

<file path=ppt/ink/ink3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6.912"/>
    </inkml:context>
    <inkml:brush xml:id="br0">
      <inkml:brushProperty name="width" value="0.025" units="cm"/>
      <inkml:brushProperty name="height" value="0.025" units="cm"/>
    </inkml:brush>
  </inkml:definitions>
  <inkml:trace contextRef="#ctx0" brushRef="#br0">1 0 1840,'0'0'15949,"9"10"-14366,-5-6-1382,3 4 93,0-1 1,0 1 0,-1 0-1,0 0 1,-1 0 0,1 1-1,4 13 1,-7-15-125,-1-1 0,1 1 0,1-1 0,-1 0 0,1 0 0,0 0 0,0 0 0,8 7 0,-11-12-97,-1-1-3,0 0 0,0-1-1,1 1 1,-1 0 0,0 0 0,1-1 0,-1 1 0,0 0-1,0 0 1,1-1 0,-1 1 0,0 0 0,0-1 0,0 1-1,0 0 1,1-1 0,-1 1 0,0 0 0,0-1-1,0 1 1,0 0 0,0-1 0,0 1 0,0 0 0,0-1-1,0 1 1,0 0 0,0-1 0,0 1 0,0-1-1,-1-6-1779,1 3-2964</inkml:trace>
</inkml:ink>
</file>

<file path=ppt/ink/ink3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7.582"/>
    </inkml:context>
    <inkml:brush xml:id="br0">
      <inkml:brushProperty name="width" value="0.025" units="cm"/>
      <inkml:brushProperty name="height" value="0.025" units="cm"/>
    </inkml:brush>
  </inkml:definitions>
  <inkml:trace contextRef="#ctx0" brushRef="#br0">2 172 2513,'0'0'16000,"0"0"-15945,-1 0-1,1 0 1,0 0-1,0 0 1,0-1 0,0 1-1,0 0 1,0 0-1,0 0 1,0 0-1,0 0 1,0-1-1,0 1 1,-1 0-1,1 0 1,0 0 0,0 0-1,0 0 1,0-1-1,0 1 1,0 0-1,0 0 1,0 0-1,0 0 1,0 0-1,0-1 1,1 1 0,-1 0-1,0 0 1,0 0-1,0 0 1,0 0-1,0-1 1,0 1-1,0 0 1,0 0-1,0 0 1,0 0 0,0 0-1,1 0 1,-1-1-1,0 1 1,0 0-1,0 0 1,0 0-1,0 0 1,1 0-1,-1 0 1,0 0 0,0 0-1,0 0 1,0 0-1,0 0 1,1 0-1,-1 0 1,0 0-1,0 0 1,0 0-1,0 0 1,0 0 0,1 0-1,-1 0 1,0 0-1,0 0 1,0 0-1,0 0 1,0 0-1,1 0 1,-1 0-1,5 7 112,-1-1-1,0 1 0,0 0 0,-1 0 1,1 0-1,-2 0 0,1 1 0,-1-1 1,2 9-1,-4-15 318,0-26-98,-1-9-296,0-30-103,1 59-21,1 0 1,-1 0-1,1 0 0,0 0 0,1 0 0,-1 0 0,1 1 0,0-1 0,4-7 1,2 0-62,-5 6 76,-1 1 1,1 0-1,1 0 1,-1 1-1,1-1 1,-1 1-1,1 0 0,1 0 1,-1 0-1,6-4 1,-9 8-124,0 0 1,0 0 0,0 0-1,0 0 1,0 0-1,0 0 1,0 1 0,-1-1-1,1 0 1,0 1-1,0-1 1,0 0 0,0 1-1,0-1 1,-1 1-1,1-1 1,0 1 0,0 0-1,-1-1 1,1 1-1,-1 0 1,1-1 0,0 1-1,-1 0 1,1 1-1,17 27-4039,-10-14 16,6 7-4418</inkml:trace>
</inkml:ink>
</file>

<file path=ppt/ink/ink3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7.930"/>
    </inkml:context>
    <inkml:brush xml:id="br0">
      <inkml:brushProperty name="width" value="0.025" units="cm"/>
      <inkml:brushProperty name="height" value="0.025" units="cm"/>
    </inkml:brush>
  </inkml:definitions>
  <inkml:trace contextRef="#ctx0" brushRef="#br0">1 1 8466,'0'0'14731,"11"81"-14363,-8-74-232,-3-4-128,0 2-216,-11-5-12355</inkml:trace>
</inkml:ink>
</file>

<file path=ppt/ink/ink3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8.261"/>
    </inkml:context>
    <inkml:brush xml:id="br0">
      <inkml:brushProperty name="width" value="0.025" units="cm"/>
      <inkml:brushProperty name="height" value="0.025" units="cm"/>
    </inkml:brush>
  </inkml:definitions>
  <inkml:trace contextRef="#ctx0" brushRef="#br0">0 3 5961,'0'0'12843,"47"-3"-12843,-19 24-480,-6-3-1336,3-1-3618</inkml:trace>
</inkml:ink>
</file>

<file path=ppt/ink/ink3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8.605"/>
    </inkml:context>
    <inkml:brush xml:id="br0">
      <inkml:brushProperty name="width" value="0.025" units="cm"/>
      <inkml:brushProperty name="height" value="0.025" units="cm"/>
    </inkml:brush>
  </inkml:definitions>
  <inkml:trace contextRef="#ctx0" brushRef="#br0">86 0 5945,'0'0'15705,"-9"12"-14705,-56 61 459,64-73-1464,1 1 0,0-1 0,-1 0 0,1 0 0,0 1 0,-1-1-1,1 0 1,0 0 0,0 1 0,-1-1 0,1 0 0,0 1 0,0-1 0,0 0 0,0 1-1,-1-1 1,1 0 0,0 1 0,0-1 0,0 1 0,0-1 0,0 0 0,0 1 0,0-1 0,0 1-1,0-1 1,0 0 0,0 1 0,0-1 0,0 0 0,0 1 0,0-1 0,1 1 0,-1-1-1,0 0 1,0 1 0,0-1 0,0 0 0,1 1 0,-1-1 0,0 0 0,0 0 0,1 1 0,13 2-101,-12-2 81,3 0 7,7 2-133,0 1 0,-1 0 1,1 1-1,14 8 0,-25-13 144,1 1-1,0 0 1,-1 0 0,1 0 0,-1 0 0,0 0-1,1 0 1,-1 0 0,0 1 0,1-1 0,-1 0-1,0 1 1,0-1 0,0 1 0,0-1-1,0 1 1,-1-1 0,1 1 0,0 0 0,-1-1-1,1 1 1,-1 0 0,0 0 0,1-1 0,-1 1-1,0 0 1,0 0 0,0-1 0,0 1 0,-1 0-1,1 0 1,0 0 0,-1-1 0,1 1-1,-1 0 1,0-1 0,1 1 0,-1-1 0,0 1-1,-1 2 1,-7 4 182,0 1-1,0-1 1,-1-1-1,0 0 1,0 0 0,0-1-1,-1 0 1,0-1-1,-14 6 1,19-11-227,4 0-407,14 0-7557,1 0 2233</inkml:trace>
</inkml:ink>
</file>

<file path=ppt/ink/ink3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8.968"/>
    </inkml:context>
    <inkml:brush xml:id="br0">
      <inkml:brushProperty name="width" value="0.025" units="cm"/>
      <inkml:brushProperty name="height" value="0.025" units="cm"/>
    </inkml:brush>
  </inkml:definitions>
  <inkml:trace contextRef="#ctx0" brushRef="#br0">0 67 7946,'0'0'10025,"5"0"-9125,1 1-696,-1-1 0,1 1 0,-1 0 1,1 1-1,-1-1 0,0 1 0,0 0 1,0 0-1,0 1 0,0 0 0,0 0 1,5 4-1,-5-4-152,-1 0 0,1-1 0,0 1 0,0-1 0,0 0-1,0 0 1,0-1 0,0 0 0,1 0 0,-1 0 0,0 0 0,1-1 0,7 0 0,-12-1-44,-1 1 0,1-1 0,0 1 0,-1-1-1,1 0 1,-1 1 0,0-1 0,1 0 0,-1 1 0,1-1 0,-1 0 0,0 0 0,0 1 0,1-1 0,-1 0 0,0 0 0,0 1 0,0-1 0,0 0 0,0 0 0,0 0 0,0 1-1,0-2 1,0-26-46,0 25 42,1-2-16,-1 0 0,0 1 0,-1-1 1,1 1-1,-1-1 0,0 1 0,0-1 0,-2-5 1,2 9 24,0-1 0,0 1-1,0 0 1,0-1 0,-1 1 0,1 0 0,0 0 0,-1 0 0,1 0 0,-1 0 0,1 0 0,-1 0 0,1 1 0,-1-1 0,0 0 0,1 1 0,-1-1 0,0 1 0,0 0-1,1 0 1,-1-1 0,0 1 0,0 0 0,-3 1 0,-7-1 184,10-1-155,0 1 0,0-1-1,0 1 1,0 0 0,0 0 0,0 0-1,0 0 1,-1 0 0,1 1 0,0-1 0,0 1-1,0-1 1,0 1 0,0 0 0,0-1-1,1 1 1,-1 0 0,0 0 0,0 0 0,0 1-1,1-1 1,-1 0 0,1 1 0,-1-1-1,1 1 1,0 0 0,-1-1 0,0 3-1,-3 11 132,0-1-1,1 1 0,1 0 0,0 0 0,1 0 1,1 1-1,0-1 0,3 28 0,-2-12 42,0-25-194,0-1 1,0 1 0,1-1 0,0 0-1,0 1 1,0-1 0,1 0 0,0 0 0,0 0-1,0 0 1,0 0 0,1-1 0,0 1-1,0 0 1,0-1 0,1 0 0,-1 0 0,1 0-1,0 0 1,0-1 0,0 0 0,1 1 0,-1-1-1,1-1 1,-1 1 0,1-1 0,0 0-1,6 2 1,13 3-198,0-1 0,0-1 0,1-1 0,44 1 0,-40-3-505,-15 0-1718</inkml:trace>
</inkml:ink>
</file>

<file path=ppt/ink/ink3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09.769"/>
    </inkml:context>
    <inkml:brush xml:id="br0">
      <inkml:brushProperty name="width" value="0.025" units="cm"/>
      <inkml:brushProperty name="height" value="0.025" units="cm"/>
    </inkml:brush>
  </inkml:definitions>
  <inkml:trace contextRef="#ctx0" brushRef="#br0">0 221 4977,'0'0'15994,"7"2"-14640,-1 0-1193,-1 0 0,1 1 0,-1-1-1,0 1 1,0 0 0,0 0 0,0 1 0,0 0 0,-1 0 0,0 0 0,0 0 0,0 0 0,0 1 0,0 0 0,-1 0 0,0 0-1,0 0 1,-1 0 0,1 1 0,1 7 0,0-2-71,0 0 1,-1 0-1,-1 0 0,0 0 0,1 19 1,-3-30 221,-1-2-288,0 0 1,0 0 0,0 0 0,1 0-1,-1-1 1,1 1 0,-1 0 0,1 0 0,0-1-1,0 1 1,0-4 0,0 0 3,-2-21-9,4-53-1,-1 69-25,1 0 0,0 0 0,1 0 0,0 1 0,0-1 0,2 1 0,8-17 0,0 4-28,2 1-1,18-23 0,-27 38 25,-1 1 1,1 0-1,0 1 0,0-1 1,0 1-1,1 0 0,0 1 0,0 0 1,0 0-1,1 0 0,9-3 0,-16 7-10,-1 0 0,1 0-1,0 0 1,0 0 0,0 0-1,0 0 1,-1 0 0,1 0-1,0 0 1,0 0 0,0 1-1,-1-1 1,1 0-1,0 1 1,0-1 0,0 0-1,-1 1 1,1-1 0,0 1-1,-1-1 1,1 1 0,-1-1-1,1 1 1,0 0 0,-1-1-1,1 1 1,-1 0 0,0-1-1,1 1 1,-1 0 0,1 0-1,-1-1 1,0 1 0,0 0-1,1 0 1,-1 0-1,0-1 1,0 1 0,0 0-1,0 0 1,0 0 0,0 1-1,-1 50-2373,0-35 843,1 15-2894,0-7-1789</inkml:trace>
</inkml:ink>
</file>

<file path=ppt/ink/ink3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0.243"/>
    </inkml:context>
    <inkml:brush xml:id="br0">
      <inkml:brushProperty name="width" value="0.025" units="cm"/>
      <inkml:brushProperty name="height" value="0.025" units="cm"/>
    </inkml:brush>
  </inkml:definitions>
  <inkml:trace contextRef="#ctx0" brushRef="#br0">0 1 5393,'0'0'14594,"4"0"-13480,-3 0-1026,1 0 0,-1 0 1,1-1-1,-1 1 1,1 1-1,-1-1 1,1 0-1,-1 0 1,1 0-1,-1 1 1,1-1-1,-1 1 1,1-1-1,-1 1 1,0 0-1,1-1 1,-1 1-1,0 0 1,0 0-1,1 0 1,-1 0-1,0 0 1,0 0-1,0 0 1,0 1-1,0-1 1,-1 0-1,1 0 1,0 1-1,1 2 1,43 84 718,-44-87-827,0 0 0,1 0 0,-1 0 0,0 0 0,0-1 0,1 1 0,-1 0 0,0 0 0,1-1 0,-1 1 0,1-1 0,-1 1 0,0-1 0,1 0 0,-1 1 0,1-1 0,-1 0 0,1 0 0,0 0 0,-1 0 0,1 0 0,-1 0 0,1-1 0,-1 1 0,2-1 0,1 0-85,0 0 0,-1 0 0,1 0 0,-1 0 0,1-1 0,-1 0 0,1 0 0,4-3 0,6-9-75,-1-1 0,0-1-1,17-28 1,-30 47 372,-1 0 1,0-1 0,1 1-1,0-1 1,0 1-1,0 0 1,0-1 0,0 1-1,0 0 1,1-1 0,-1 1-1,1 0 1,0-1-1,0 1 1,0-1 0,0 0-1,2 5 1,28 46-506,-26-45-246,1 0 1,1-1-1,-1 0 1,1 0-1,1-1 1,-1 0-1,1 0 1,9 5-1,11 5-5110</inkml:trace>
</inkml:ink>
</file>

<file path=ppt/ink/ink3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0.803"/>
    </inkml:context>
    <inkml:brush xml:id="br0">
      <inkml:brushProperty name="width" value="0.025" units="cm"/>
      <inkml:brushProperty name="height" value="0.025" units="cm"/>
    </inkml:brush>
  </inkml:definitions>
  <inkml:trace contextRef="#ctx0" brushRef="#br0">1 86 9026,'0'0'12799,"13"-6"-11843,46-18-189,-55 23-666,1-1 0,0 1 1,0 0-1,0 0 0,0 0 0,0 1 1,1 0-1,-1 0 0,7 1 1,4 0 153,-13-1-233,-1 0 0,1 1 0,-1-1 0,1 1 1,-1 0-1,1 0 0,-1 0 0,0 0 0,0 1 0,1-1 0,-1 0 1,0 1-1,0 0 0,-1-1 0,1 1 0,0 0 0,0 0 0,-1 0 0,1 0 1,-1 0-1,0 0 0,1 1 0,-1-1 0,0 0 0,-1 1 0,1-1 0,0 1 1,-1-1-1,1 3 0,2 9 31,0-1 0,-1 1-1,-1 0 1,0 14 0,-1-28 223,0-11-196,0 3-126,1 0 0,1 0 0,-1 0 0,1 0 0,1 0 0,-1 1 0,1-1 0,1 1 0,-1 0 0,1 0 0,1 0 0,-1 1 0,1-1 0,0 1 0,0 0 0,1 1 0,0-1 0,0 1 0,0 0 0,1 0 0,0 1 0,0 0 1,0 0-1,0 1 0,0 0 0,1 0 0,-1 0 0,1 1 0,0 1 0,0-1 0,0 1 0,11 0 0,-17 1 82,-1 0 0,1 0 1,-1 0-1,1 0 0,-1 0 0,1 0 1,-1 0-1,1 1 0,-1-1 1,0 1-1,1-1 0,-1 1 1,0 0-1,1-1 0,-1 1 1,0 0-1,0 0 0,0 0 1,1 0-1,-1 0 0,0 0 0,1 1 1,0 2 108,-1 0 0,1 1 0,0-1 0,-1 0-1,0 0 1,1 8 0,2 46 1446,-4-50-1428,0-7-154,-1 0-655,1 1 78,0-1 0,-1 1 0,1-1 0,-1 1 0,1-1 0,-1 0 0,0 1 0,0-1 0,0 0 0,0 0 1,1 0-1,-4 2 0,-9 6-6603</inkml:trace>
</inkml:ink>
</file>

<file path=ppt/ink/ink3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4.307"/>
    </inkml:context>
    <inkml:brush xml:id="br0">
      <inkml:brushProperty name="width" value="0.025" units="cm"/>
      <inkml:brushProperty name="height" value="0.025" units="cm"/>
    </inkml:brush>
  </inkml:definitions>
  <inkml:trace contextRef="#ctx0" brushRef="#br0">0 1 3473,'0'0'11101,"15"1"-8986,103 4 3213,-113-5-5139,1 0-1,0 0 1,-1 0 0,1 1 0,0 0-1,-1 0 1,1 0 0,-1 1 0,1 0 0,-1 0-1,7 4 1,-9-4-144,0 1 0,0-1 0,-1 1 0,1 0 1,0 0-1,-1 1 0,0-1 0,0 0 0,0 1 0,0-1 0,0 1 0,-1 0 0,0-1 0,0 1 0,0 0 0,0 0 0,0 6 0,1 51 268,-2-36-224,-1-25-84,1 1 1,0 0-1,0-1 1,0 1 0,0 0-1,-1-1 1,1 1-1,0-1 1,0 1-1,-1 0 1,1-1-1,-1 1 1,1-1-1,0 1 1,-1-1 0,1 1-1,-1-1 1,1 0-1,-1 1 1,0-1-1,1 1 1,-1-1-1,1 0 1,-1 0 0,0 1-1,1-1 1,-1 0-1,1 0 1,-1 0-1,0 1 1,0-1-1,-25 1 281,21-1-209,7-27-138,3 19 29,0-1 1,0 1-1,1 0 0,0 1 1,0-1-1,14-11 1,48-37-478,-60 51 449,0 0 0,0 0-1,1 0 1,-1 1 0,13-4 0,-17 7 51,1-1 0,0 1 0,0 0 0,-1 0-1,1 1 1,0 0 0,0-1 0,0 1 0,0 1 0,-1-1 0,1 1 0,5 1 0,-9-1 12,1 0-1,-1 0 1,1 0-1,-1 0 1,1 1 0,-1-1-1,0 0 1,0 1-1,0-1 1,0 1-1,0-1 1,0 1-1,0 0 1,0-1-1,0 1 1,-1 0-1,1-1 1,-1 1-1,1 0 1,-1 3 0,4 38 209,-4 36 489,15-95-1185,-6 5 283,5-7 61,1 0 1,17-15-1,-28 30 113,0-1 0,0 1 0,1 0 0,-1 0 0,1 0 0,-1 0 0,1 1 0,0 0 0,0 0 0,0 0 0,0 0 0,0 1 0,1 0 0,7-1 0,-12 3 24,0-1 1,0 0 0,0 1 0,0-1 0,0 0-1,0 1 1,0-1 0,0 1 0,0 0 0,-1-1 0,1 1-1,0 0 1,0-1 0,0 1 0,-1 0 0,1 0 0,0 0-1,-1 0 1,1-1 0,-1 1 0,1 0 0,-1 0 0,1 0-1,-1 0 1,0 0 0,1 2 0,6 33 149,-6-28-106,0-1-21,5 25 307,2 57 1,-8-88-507,0 0 0,-1 0 0,1 0 0,0 0 0,-1 0 0,1 0 0,-1 0 0,1 0 0,-1 0 0,0 0 0,1 0 0,-1 0 0,0 0 0,1-1 1,-1 1-1,0 0 0,0 0 0,0-1 0,0 1 0,0-1 0,0 1 0,-1 0 0,0 0-313,-9 5-4468</inkml:trace>
</inkml:ink>
</file>

<file path=ppt/ink/ink3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4.652"/>
    </inkml:context>
    <inkml:brush xml:id="br0">
      <inkml:brushProperty name="width" value="0.025" units="cm"/>
      <inkml:brushProperty name="height" value="0.025" units="cm"/>
    </inkml:brush>
  </inkml:definitions>
  <inkml:trace contextRef="#ctx0" brushRef="#br0">1 18 4505,'0'0'16269,"13"0"-15101,180-10 759,-96 3-1877,-55 6-3385,-44 1 2993,1 0 0,-1 1-1,1-1 1,-1 1 0,1-1-1,0 1 1,-1-1-1,1 1 1,0 0 0,-1-1-1,1 1 1,-2 2 0,-6 2-1214,-19 7-4028</inkml:trace>
</inkml:ink>
</file>

<file path=ppt/ink/ink3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4.983"/>
    </inkml:context>
    <inkml:brush xml:id="br0">
      <inkml:brushProperty name="width" value="0.025" units="cm"/>
      <inkml:brushProperty name="height" value="0.025" units="cm"/>
    </inkml:brush>
  </inkml:definitions>
  <inkml:trace contextRef="#ctx0" brushRef="#br0">1 1 8306,'3'160'6209,"12"-160"-3504,9 0-401,9 0-663,6 0-337,0-3-336,0-7-336,-3 2-288,-4 5-184,-7 0-112,-4-2-48,-3 5-72,0 0-480,10 0-824,1 0-2753,3 0-5929</inkml:trace>
</inkml:ink>
</file>

<file path=ppt/ink/ink3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5.434"/>
    </inkml:context>
    <inkml:brush xml:id="br0">
      <inkml:brushProperty name="width" value="0.025" units="cm"/>
      <inkml:brushProperty name="height" value="0.025" units="cm"/>
    </inkml:brush>
  </inkml:definitions>
  <inkml:trace contextRef="#ctx0" brushRef="#br0">0 131 7666,'0'0'12773,"13"16"-11878,37 49-223,-49-64-625,0 1 0,1 0 1,-1-1-1,0 1 0,0 0 0,0 0 0,0 0 0,0 0 0,0 0 1,-1 0-1,1 0 0,-1 0 0,1 0 0,-1 0 0,0 0 1,1 0-1,-1 1 0,-1-1 0,1 3 0,-1 3 302,1-7-229,-2-1-86,0 0 0,0 0-1,0 0 1,0 0 0,0 0 0,0-1-1,0 1 1,1-1 0,-1 1 0,0-1-1,0 0 1,0 0 0,1 1-1,-1-1 1,0 0 0,1-1 0,-1 1-1,1 0 1,-1 0 0,-2-4-1,3 2-32,-1 0 0,1 0 0,0 0 0,0 0-1,0 0 1,0 0 0,0 0 0,1-1-1,-1 1 1,1 0 0,0-7 0,0 9-3,4-51-64,-3 48 66,0 1 0,0-1 0,0 1 1,1-1-1,0 1 0,0 0 0,0-1 0,0 1 1,0 0-1,0 0 0,5-3 0,6-8-99,1 0-1,1 1 0,0 1 0,1 0 0,0 1 0,1 0 0,17-7 1,-34 18 30,0 0 1,0 0 0,0 0-1,0 1 1,0-1 0,0 0-1,0 0 1,0 0 0,0 0-1,0 0 1,0 1 0,0-1-1,0 0 1,0 0 0,0 0-1,0 0 1,0 0 0,0 1-1,0-1 1,0 0 0,0 0-1,0 0 1,0 0 0,0 0-1,0 0 1,1 1 0,-1-1-1,0 0 1,0 0 0,0 0-1,0 0 1,0 0 0,0 0-1,0 0 1,0 0 0,1 1 0,-1-1-1,0 0 1,0 0 0,0 0-1,0 0 1,0 0 0,1 0-1,-1 0 1,0 0 0,0 0-1,0 0 1,0 0 0,0 0-1,1 0 1,-1 0 0,0 0-1,0 0 1,0 0 0,0 0-1,0 0 1,1 0 0,-1 0-1,0 0 1,0-1 0,0 1-1,0 0 1,0 0 0,0 0-1,0 0 1,1 0 0,-1 0-1,0 0-37,0 13-4706</inkml:trace>
</inkml:ink>
</file>

<file path=ppt/ink/ink3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5.780"/>
    </inkml:context>
    <inkml:brush xml:id="br0">
      <inkml:brushProperty name="width" value="0.025" units="cm"/>
      <inkml:brushProperty name="height" value="0.025" units="cm"/>
    </inkml:brush>
  </inkml:definitions>
  <inkml:trace contextRef="#ctx0" brushRef="#br0">1 0 7618,'0'0'15899,"14"96"-15635,-14-81-176,4-4-88,-4 2-72,0-5-1040,-7-8-8738</inkml:trace>
</inkml:ink>
</file>

<file path=ppt/ink/ink3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6.111"/>
    </inkml:context>
    <inkml:brush xml:id="br0">
      <inkml:brushProperty name="width" value="0.025" units="cm"/>
      <inkml:brushProperty name="height" value="0.025" units="cm"/>
    </inkml:brush>
  </inkml:definitions>
  <inkml:trace contextRef="#ctx0" brushRef="#br0">0 1 7634,'0'0'14107,"43"9"-14107,-32 9-592,10 11-1577,-3-7-2424,0-1-3545</inkml:trace>
</inkml:ink>
</file>

<file path=ppt/ink/ink3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6.447"/>
    </inkml:context>
    <inkml:brush xml:id="br0">
      <inkml:brushProperty name="width" value="0.025" units="cm"/>
      <inkml:brushProperty name="height" value="0.025" units="cm"/>
    </inkml:brush>
  </inkml:definitions>
  <inkml:trace contextRef="#ctx0" brushRef="#br0">151 1 7762,'0'0'15179,"-8"4"-14082,4-1-974,-26 17 597,28-19-711,1 1-1,-1-1 0,1 1 0,0-1 0,-1 1 0,1-1 0,0 1 1,0 0-1,0 0 0,0-1 0,0 1 0,0 0 0,0 0 0,1 0 1,-1 0-1,1 0 0,-1 3 0,2-3-105,1 0 1,-1 0-1,1 0 1,-1 0-1,1 0 1,0-1-1,0 1 1,-1-1-1,1 1 1,0-1-1,1 1 0,-1-1 1,0 0-1,0 0 1,0 0-1,4 1 1,15 9-1000,-19-10 1057,0 1 0,-1-1 0,1 1 0,-1-1 0,0 1 0,1 0 0,-1-1-1,0 1 1,0 0 0,0 0 0,-1 0 0,1 0 0,0 0 0,-1 0 0,1 0-1,-1 0 1,1 0 0,-1 0 0,0 0 0,0 0 0,0 0 0,0 0-1,0 1 1,-1-1 0,1 0 0,-1 0 0,1 0 0,-1 0 0,0 0 0,1 0-1,-3 2 1,-1 2 114,1 0 0,-2-1 0,1 0 0,0 1-1,-1-1 1,0-1 0,-1 1 0,-5 3 0,-4 3 74,0-1 0,0 0 1,-1-1-1,-31 12 0,45-20-859,2-3-2062,0-10-3354</inkml:trace>
  <inkml:trace contextRef="#ctx0" brushRef="#br0" timeOffset="1">151 1 4417</inkml:trace>
</inkml:ink>
</file>

<file path=ppt/ink/ink3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6.795"/>
    </inkml:context>
    <inkml:brush xml:id="br0">
      <inkml:brushProperty name="width" value="0.025" units="cm"/>
      <inkml:brushProperty name="height" value="0.025" units="cm"/>
    </inkml:brush>
  </inkml:definitions>
  <inkml:trace contextRef="#ctx0" brushRef="#br0">1 9 4417,'190'27'5681,"-148"-18"-2547,-31-3-1405,0 1 0,0-1-1,16 5 1,36 6 570,-31-12-2125,0-2 0,37-1 0,-68-2-170,0 0 0,0 0-1,0-1 1,0 1 0,1 0 0,-1 0 0,0-1 0,0 1 0,0 0 0,0-1 0,0 1 0,0-1 0,0 1 0,0-1 0,-1 0 0,1 1 0,0-1 0,0 0 0,0 0 0,-1 0 0,1 1 0,0-1 0,-1 0 0,1 0 0,-1 0 0,1 0 0,-1 0 0,1 0 0,-1 0 0,0 0 0,1-2 0,2-37 16,-4 30-11,1 9 20,0-1 1,-1 1 0,1-1 0,-1 1 0,1 0 0,-1-1 0,0 1 0,0 0 0,0-1 0,0 1-1,0 0 1,0 0 0,0 0 0,0 0 0,0 0 0,0 0 0,0 0 0,-1 0 0,1 1-1,0-1 1,-1 0 0,1 1 0,0-1 0,-1 1 0,1-1 0,-1 1 0,1 0 0,-1 0 0,1-1-1,-1 1 1,-1 0 0,-58-2 1684,49 3-1234,11-1-454,0 0 0,1 1-1,-1-1 1,1 0 0,-1 1 0,1-1 0,-1 1 0,1-1 0,-1 1 0,1-1 0,0 1 0,-1-1 0,1 1 0,0-1 0,-1 1 0,1-1 0,0 1 0,0 0 0,-1-1 0,1 1-1,0-1 1,0 1 0,0 0 0,0-1 0,0 1 0,0 0 0,0-1 0,0 2 0,0 27 227,1-20-157,-1 0 6,0 1 0,1-1-1,0 0 1,1 0 0,0 1-1,1-1 1,-1-1 0,9 18-1,-9-22-279,1 0 0,-1 0 0,1-1-1,-1 1 1,1-1 0,0 0-1,0 0 1,8 5 0,-8-6-525,0 0 0,0 0 1,1-1-1,-1 1 0,0-1 0,1 0 1,0 0-1,-1 0 0,1-1 1,0 1-1,6-1 0,5 0-10036</inkml:trace>
</inkml:ink>
</file>

<file path=ppt/ink/ink3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7.287"/>
    </inkml:context>
    <inkml:brush xml:id="br0">
      <inkml:brushProperty name="width" value="0.025" units="cm"/>
      <inkml:brushProperty name="height" value="0.025" units="cm"/>
    </inkml:brush>
  </inkml:definitions>
  <inkml:trace contextRef="#ctx0" brushRef="#br0">0 154 5817,'0'0'11684,"29"3"-10570,92 6-122,21-4 67,271-26-1,-252 7-963,1151-94-2385,-1206 99 2303,114-9 1055,-216 17 1834,-19 1-3093,-30 5-3894,10 5-1092</inkml:trace>
</inkml:ink>
</file>

<file path=ppt/ink/ink3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8.008"/>
    </inkml:context>
    <inkml:brush xml:id="br0">
      <inkml:brushProperty name="width" value="0.025" units="cm"/>
      <inkml:brushProperty name="height" value="0.025" units="cm"/>
    </inkml:brush>
  </inkml:definitions>
  <inkml:trace contextRef="#ctx0" brushRef="#br0">0 223 8914,'0'0'12488,"15"0"-11343,43-1-99,-57 1-989,1 0 1,-1 1-1,1-1 1,0 0-1,-1 0 0,1 1 1,-1-1-1,1 1 1,-1 0-1,0-1 0,1 1 1,-1 0-1,1 0 1,-1 0-1,0 0 0,0 0 1,0 0-1,0 0 1,0 0-1,0 1 0,0-1 1,0 0-1,0 1 1,0-1-1,-1 0 0,1 1 1,0 2-1,2 2 227,3 7 942,-8-30-858,3 4-381,0-1 0,1 0 0,1 1 0,0-1 1,1 1-1,0 0 0,12-25 0,-11 27-14,1 1 0,0 0 0,0 0 0,1 1 0,0 0 0,1 0 1,0 0-1,0 1 0,18-13 0,-23 19-42,0 0 0,-1 1-1,1-1 1,1 1 0,-1 0 0,0 0 0,5-1 0,-7 2-15,-1 0 0,1-1 1,0 1-1,-1 0 0,1 0 1,0 0-1,-1 1 0,1-1 0,0 0 1,-1 0-1,1 0 0,-1 0 0,1 1 1,0-1-1,-1 0 0,1 0 0,-1 1 1,1-1-1,-1 0 0,1 1 0,-1-1 1,1 1-1,-1-1 0,1 1 1,-1-1-1,1 1 0,-1-1 0,0 1 1,1-1-1,-1 1 0,0 0 0,0-1 1,1 1-1,-1-1 0,0 1 0,0 0 1,0-1-1,0 1 0,0 0 0,0-1 1,0 1-1,0 0 0,0-1 0,0 2 1,0 23-4705,0 0-2807</inkml:trace>
</inkml:ink>
</file>

<file path=ppt/ink/ink3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8.503"/>
    </inkml:context>
    <inkml:brush xml:id="br0">
      <inkml:brushProperty name="width" value="0.025" units="cm"/>
      <inkml:brushProperty name="height" value="0.025" units="cm"/>
    </inkml:brush>
  </inkml:definitions>
  <inkml:trace contextRef="#ctx0" brushRef="#br0">0 62 8754,'0'0'14395,"22"2"-12192,-20 0-2165,-1 1-1,0 0 0,1-1 1,-1 1-1,0 0 1,-1 0-1,1 0 1,0 0-1,-1 5 0,0-6-38,0 0 0,0 0 0,0 0 0,1 0 0,-1 0-1,0 0 1,1 0 0,0 0 0,-1 0 0,1 0-1,0 0 1,0-1 0,0 1 0,0 0 0,0 0-1,0-1 1,1 1 0,-1-1 0,0 1 0,3 1-1,3-2-384,1 0-1,0 0 0,0-1 0,0 0 0,0 0 0,0-1 0,0 0 0,11-3 0,-3-4 127,0 0 0,-1-1 0,0-1 0,0 0 0,-1-1 0,-1 0-1,14-15 1,-9 9 294,-8 6-649,3-1 4747,-12 12-4066,-1 0 0,1-1 1,-1 1-1,1 0 0,-1 0 0,0 0 0,1 1 1,-1-1-1,1 0 0,-1 0 0,1 0 0,-1 0 0,1 0 1,-1 0-1,1 1 0,-1-1 0,1 0 0,-1 0 1,0 1-1,1-1 0,-1 0 0,0 1 0,1-1 1,-1 0-1,0 1 0,1-1 0,-1 1 0,0-1 0,0 0 1,1 1-1,-1-1 0,0 1 0,0-1 0,0 1 1,8 13-252,21 35-1239,-4-20-8107,-12-19-3511</inkml:trace>
</inkml:ink>
</file>

<file path=ppt/ink/ink3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16:19.086"/>
    </inkml:context>
    <inkml:brush xml:id="br0">
      <inkml:brushProperty name="width" value="0.025" units="cm"/>
      <inkml:brushProperty name="height" value="0.025" units="cm"/>
    </inkml:brush>
  </inkml:definitions>
  <inkml:trace contextRef="#ctx0" brushRef="#br0">0 82 8674,'0'0'15086,"14"4"-13959,43 13-290,-54-17-790,0 1 0,-1 0 0,1 0 0,-1 0 0,1 0 0,-1 1 0,0-1 0,1 1 0,-1-1 0,0 1 0,0 0 0,0 0 0,0 0 0,0 0 0,-1 0 0,1 1 0,0-1 0,-1 0 0,2 4 0,-2-1 6,0 0-1,0 0 1,0 0 0,-1 0-1,1 0 1,-1 0 0,-1 8-1,0 4 260,1-17-295,1-18-515,0 12 424,1 0-1,0 0 0,0 0 1,0 1-1,1-1 0,-1 1 1,1-1-1,1 1 0,-1 0 1,1 0-1,0 1 0,6-7 1,6-4-23,0 0 1,20-13-1,-28 21 50,0 2 1,0-1-1,0 1 0,1 1 1,-1-1-1,1 2 0,0-1 1,1 1-1,-1 0 0,0 1 1,1 0-1,12-1 0,-21 4 72,0-1-1,0 0 0,0 1 0,0-1 0,0 1 0,0-1 1,0 1-1,0 0 0,0-1 0,0 1 0,0 0 0,-1-1 1,1 1-1,0 0 0,0 0 0,-1 0 0,1 0 0,-1 0 1,1 0-1,0 0 0,-1 0 0,0 0 0,1 0 0,-1 0 1,0 0-1,1 0 0,-1 0 0,0 0 0,0 3 0,2 37 844,-2-37-738,4 65 1729,-2-64-1737,3 9-1335,-10-6-2437,-8-4-3732</inkml:trace>
</inkml:ink>
</file>

<file path=ppt/ink/ink3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5.418"/>
    </inkml:context>
    <inkml:brush xml:id="br0">
      <inkml:brushProperty name="width" value="0.025" units="cm"/>
      <inkml:brushProperty name="height" value="0.025" units="cm"/>
    </inkml:brush>
  </inkml:definitions>
  <inkml:trace contextRef="#ctx0" brushRef="#br0">145 1 936,'0'0'4692,"5"0"-3577,12 0-351,-12 0 5421,-5 14-5682,-1 18-292,-2 1-1,-1 0 1,-15 57-1,-39 93 119,19-65-165,22-71-152,11-34 71,1 0-1,0 0 1,1 1 0,1 0-1,0 0 1,-1 18 0,4-31 67,6-19-4685,4-3-1464</inkml:trace>
</inkml:ink>
</file>

<file path=ppt/ink/ink3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6.043"/>
    </inkml:context>
    <inkml:brush xml:id="br0">
      <inkml:brushProperty name="width" value="0.025" units="cm"/>
      <inkml:brushProperty name="height" value="0.025" units="cm"/>
    </inkml:brush>
  </inkml:definitions>
  <inkml:trace contextRef="#ctx0" brushRef="#br0">1 21 936,'0'0'7599,"5"-3"-6551,3 0-711,0 0-1,0 0 1,0 1-1,0 0 1,1 0-1,-1 1 1,1 0-1,-1 1 1,1 0-1,12 1 0,17 4 403,40 9 0,-30-4-370,36 2 157,103 2-1,85-13-44,-138-2-382,124-10 145,-3 0 448,131 6 1650,-381 5-2158,-6-2 285,-9 0-538,2 1-208,6 1 50,0 0 1,-1 0-1,1 0 1,-1 0 0,1 0-1,-1 0 1,1 0-1,-1 1 1,1-1-1,0 1 1,-1 0-1,1 0 1,0-1 0,0 2-1,-1-1 1,1 0-1,0 0 1,0 1-1,0-1 1,0 1 0,1 0-1,-1-1 1,0 1-1,-1 2 1,-17 22-5042</inkml:trace>
</inkml:ink>
</file>

<file path=ppt/ink/ink3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6.699"/>
    </inkml:context>
    <inkml:brush xml:id="br0">
      <inkml:brushProperty name="width" value="0.025" units="cm"/>
      <inkml:brushProperty name="height" value="0.025" units="cm"/>
    </inkml:brush>
  </inkml:definitions>
  <inkml:trace contextRef="#ctx0" brushRef="#br0">306 85 1880,'0'0'8756,"1"-8"-8011,2-32-99,-1 4 2729,-16 36-2699,10 0-628,0 1-1,-1 0 1,1 0-1,0 0 1,0 1-1,-1 0 1,1-1-1,1 2 1,-1-1-1,0 0 1,0 1-1,1-1 1,-5 5-1,-48 50 154,36-35-85,-5 3 58,2 2 1,-39 56-1,55-72-93,0 1 0,1 0 0,1 1 0,0-1-1,0 1 1,1 0 0,1 0 0,0 1-1,1-1 1,-2 25 0,4-16-29,0-11-6,0 0 1,0 0 0,4 19-1,-3-26-32,0 0 1,0 0-1,1 0 0,0 0 0,0 0 0,0-1 0,0 1 0,0-1 0,1 0 1,-1 1-1,1-1 0,0 0 0,5 4 0,-1-2 1,0 0-1,0-1 1,1 0 0,-1 0-1,1 0 1,0-1 0,0 0-1,1-1 1,-1 1 0,16 1 0,5-2-1348,55-2 1,-38-1-2822,-12 1-1728</inkml:trace>
</inkml:ink>
</file>

<file path=ppt/ink/ink3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7.423"/>
    </inkml:context>
    <inkml:brush xml:id="br0">
      <inkml:brushProperty name="width" value="0.025" units="cm"/>
      <inkml:brushProperty name="height" value="0.025" units="cm"/>
    </inkml:brush>
  </inkml:definitions>
  <inkml:trace contextRef="#ctx0" brushRef="#br0">1 20 1744,'0'0'12031,"7"-2"-11348,-1 0-751,43-11 2150,-46 12-1957,1 1 0,-1-1 0,0 1 0,0 0 0,1-1 0,-1 2 0,0-1 0,0 0 0,1 0 0,-1 1 0,0 0 0,0 0 0,5 2 1,8 11 83,-1 0 0,-1 1 0,20 28 0,-28-37-165,-4-2-20,1 1-1,-1-1 1,0 0 0,0 1 0,0-1 0,0 1-1,-1 0 1,0-1 0,0 1 0,0 0 0,0 6-1,-3 61 612,1-34-486,2-50-166,1 0 0,1-1 1,0 2-1,1-1 0,0 0 0,1 1 0,0-1 0,10-14 0,1-3-100,3 2-1,31-40 1,-49 66 116,1-1-1,-1 0 0,1 1 1,0-1-1,0 1 0,-1 0 0,1 0 1,0-1-1,0 1 0,0 0 1,0 1-1,0-1 0,0 0 1,0 1-1,1-1 0,-1 1 1,0-1-1,0 1 0,0 0 1,0 0-1,1 0 0,3 1 1,-1-1-17,-3 0 20,-1 1 0,0 0-1,1-1 1,-1 1 0,0 0-1,0-1 1,0 1 0,0 0-1,1 0 1,-1 0 0,0 0-1,-1 0 1,1 1 0,0-1-1,0 0 1,0 0 0,-1 1-1,1-1 1,-1 0 0,1 0-1,-1 1 1,1-1 0,-1 1-1,0 1 1,10 41 205,-9-41-176,6 46 604,3 53-1,-9-86-484,-2 0 0,0 0-1,0 0 1,-1 0-1,-1 0 1,-1 0 0,-8 21-1,9-30-150,0 0 0,1 1 0,0-1-1,0 0 1,1 1 0,-1-1 0,1 11 0,1-17-193,0-4-4103,0-11-1174</inkml:trace>
</inkml:ink>
</file>

<file path=ppt/ink/ink3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8.052"/>
    </inkml:context>
    <inkml:brush xml:id="br0">
      <inkml:brushProperty name="width" value="0.025" units="cm"/>
      <inkml:brushProperty name="height" value="0.025" units="cm"/>
    </inkml:brush>
  </inkml:definitions>
  <inkml:trace contextRef="#ctx0" brushRef="#br0">7 22 3001,'0'0'7540,"-2"-3"-6719,1 2-700,1 1 0,0-1 0,-1 1 0,1 0 0,0-1 0,-1 1 0,1-1 0,0 1 0,-1-1 0,1 1 0,0-1 0,0 1 0,0-1 0,-1 1 0,1-1 0,0 1 0,0-1 0,0 0 0,0 1-1,0-1 1,0 1 0,0-1 0,0 1 0,0-1 0,1 1 0,-1-1 0,0 1 0,0-1 0,0 1 0,1-1 0,-1 1 0,0-1 0,0 1 0,1-2 0,1 2-41,-1 0 1,1 0 0,-1 0-1,0 1 1,1-1 0,-1 0-1,0 1 1,1-1 0,-1 0-1,0 1 1,1 0 0,-1-1-1,1 2 1,8 3 24,-1 1-1,0 0 1,12 11 0,13 17 350,-2 2 1,49 69 0,-77-96-381,1 0 0,-1 0 0,-1 0 0,0 1 0,0 0 0,0-1 1,-2 1-1,1 0 0,-1 0 0,-1 0 0,1 0 0,-3 14 0,2-13 66,0-6-109,-1 0-1,0 0 1,0-1-1,0 1 1,0 0-1,-1 0 1,0-1-1,0 1 1,0-1-1,0 0 1,-1 0-1,0 0 1,0 0-1,-5 5 0,-6 7 57,-1-2-1,-20 15 1,25-21-71,9-7-18,0 0 6,0 0 0,0 0 0,0 0 0,-1 0 0,1-1 0,0 1 0,0 0 0,-1-1 0,1 1 0,0 0 0,0-1 0,-1 0 0,1 1-1,-1-1 1,1 0 0,0 0 0,-4 0 0,5 0 75,-2 3 90,10-1-2061,6-2-16,1-1 1,0 0-1,15-4 1,13-9-7071</inkml:trace>
</inkml:ink>
</file>

<file path=ppt/ink/ink3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8.502"/>
    </inkml:context>
    <inkml:brush xml:id="br0">
      <inkml:brushProperty name="width" value="0.025" units="cm"/>
      <inkml:brushProperty name="height" value="0.025" units="cm"/>
    </inkml:brush>
  </inkml:definitions>
  <inkml:trace contextRef="#ctx0" brushRef="#br0">1 11 3225,'0'0'8726,"8"0"-7758,113 1 1599,-9 2-1643,143-16-1,-239 12-1558,-11 1-3407,-14 0-396</inkml:trace>
</inkml:ink>
</file>

<file path=ppt/ink/ink3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49.131"/>
    </inkml:context>
    <inkml:brush xml:id="br0">
      <inkml:brushProperty name="width" value="0.025" units="cm"/>
      <inkml:brushProperty name="height" value="0.025" units="cm"/>
    </inkml:brush>
  </inkml:definitions>
  <inkml:trace contextRef="#ctx0" brushRef="#br0">0 29 3673,'0'0'13845,"13"0"-13462,26 1 159,0-3-1,52-7 1,-38 1-288,1 2 1,72 2 0,-124 4 2177,-37-1-7446,17 2-121,2-1-3861</inkml:trace>
</inkml:ink>
</file>

<file path=ppt/ink/ink3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2.165"/>
    </inkml:context>
    <inkml:brush xml:id="br0">
      <inkml:brushProperty name="width" value="0.025" units="cm"/>
      <inkml:brushProperty name="height" value="0.025" units="cm"/>
    </inkml:brush>
  </inkml:definitions>
  <inkml:trace contextRef="#ctx0" brushRef="#br0">444 1 5049,'0'0'14815,"0"21"-14669,-1-15-89,-1 0-1,0 0 1,0 0 0,0 0 0,-1-1 0,0 1 0,0-1 0,0 0 0,-1 1 0,-5 5 0,-1 2-26,-77 106 283,40-56-143,-68 117 0,110-170-161,-103 176 100,94-168-111,11-16 1,1 0 0,0 1-1,0-1 1,0 0-1,0 1 1,1-1-1,-1 1 1,1 0-1,0 0 1,-1-1-1,1 1 1,0 0-1,1 0 1,-2 4-1,2-6-27,4-1-265,573 0 365,-372 0-3505,-226 0 79,0 0-2075</inkml:trace>
</inkml:ink>
</file>

<file path=ppt/ink/ink3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2.502"/>
    </inkml:context>
    <inkml:brush xml:id="br0">
      <inkml:brushProperty name="width" value="0.025" units="cm"/>
      <inkml:brushProperty name="height" value="0.025" units="cm"/>
    </inkml:brush>
  </inkml:definitions>
  <inkml:trace contextRef="#ctx0" brushRef="#br0">97 0 3745,'0'0'12853,"-4"9"-11893,-5 13-459,1 0 0,1 1 0,1 0 0,-3 28 0,-13 72 612,-3 17-923,19-46-2801,8-83-1440,12 0-2147</inkml:trace>
</inkml:ink>
</file>

<file path=ppt/ink/ink3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3.258"/>
    </inkml:context>
    <inkml:brush xml:id="br0">
      <inkml:brushProperty name="width" value="0.025" units="cm"/>
      <inkml:brushProperty name="height" value="0.025" units="cm"/>
    </inkml:brush>
  </inkml:definitions>
  <inkml:trace contextRef="#ctx0" brushRef="#br0">0 118 4353,'0'0'10978,"2"-14"-9963,1 12-934,-1 0 0,1 1 0,0-1 0,-1 1 0,1 0 0,0-1 0,0 1 0,0 1 0,0-1 0,0 0 0,0 1 0,0 0 0,0-1 0,4 2 0,-4-2-43,0 1-1,-1 0 1,1 0-1,-1 1 1,1-1-1,-1 0 1,1 1-1,0 0 1,-1-1-1,0 1 1,1 0-1,-1 0 0,0 1 1,1-1-1,-1 0 1,0 1-1,0-1 1,3 3-1,1 6 57,-1 0-1,0 1 0,0-1 1,-1 1-1,0 0 0,0 0 1,-2 0-1,3 18 0,-1 8 291,-1 49-1,-3-84-525,0-13-901,0 5 952,1-1 0,1 1 0,-1-1 1,1 1-1,0 0 0,0-1 0,1 1 0,0 0 1,0 1-1,0-1 0,1 0 0,0 1 0,0 0 1,6-7-1,12-10-228,44-35 1,-43 38 179,20-20 68,-32 27 122,1 1 0,1 0 1,-1 1-1,2 0 1,-1 1-1,1 0 1,19-7-1,-22 10 246,5 0 1013,-15 11-686,4 49 940,-4 105-1,-2-72-1252,0-83-329,0 1-1,0-1 0,0 0 1,0 0-1,-1 0 0,1 0 1,-1 0-1,0-1 0,0 1 1,-1 0-1,-4 5 1,4-5-475,0 0 0,0 1 1,0-1-1,1 1 1,0-1-1,0 1 0,0 0 1,-2 6-1,4 2-4445</inkml:trace>
</inkml:ink>
</file>

<file path=ppt/ink/ink3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3.792"/>
    </inkml:context>
    <inkml:brush xml:id="br0">
      <inkml:brushProperty name="width" value="0.025" units="cm"/>
      <inkml:brushProperty name="height" value="0.025" units="cm"/>
    </inkml:brush>
  </inkml:definitions>
  <inkml:trace contextRef="#ctx0" brushRef="#br0">76 1 3833,'0'0'11832,"-16"1"-8478,15 5-3267,-1 0 0,1 0 0,-1-1 0,2 1 1,-1 0-1,1 0 0,0 0 0,1 10 0,-1 0 61,-22 280 835,21-287-1035,1-6-18,0 0 1,0 0-1,-1 1 1,1-1-1,-1 0 1,0 0-1,0 0 1,0 0-1,-2 4 1,-13-6-7053,10-1 1683</inkml:trace>
</inkml:ink>
</file>

<file path=ppt/ink/ink3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4.138"/>
    </inkml:context>
    <inkml:brush xml:id="br0">
      <inkml:brushProperty name="width" value="0.025" units="cm"/>
      <inkml:brushProperty name="height" value="0.025" units="cm"/>
    </inkml:brush>
  </inkml:definitions>
  <inkml:trace contextRef="#ctx0" brushRef="#br0">0 0 5297,'0'0'11200,"16"0"-10559,288 0 1368,-289 0-1993,-14 0-24,-1 0 1,0 0 0,1 0-1,-1 0 1,0 0 0,0 1-1,1-1 1,-1 0-1,0 0 1,1 0 0,-1 0-1,0 0 1,0 0 0,1 0-1,-1 1 1,0-1 0,0 0-1,1 0 1,-1 0-1,0 1 1,0-1 0,0 0-1,0 0 1,1 1 0,-1-1-1,0 0 1,0 0 0,0 1-1,0-1 1,0 0-1,0 0 1,1 1 0,-1-1-1,0 0 1,0 1 0,0-1-1,0 0 1,0 0 0,0 1-1,0-1 1,0 0-1,0 1 1,0-1 0,-1 0-1,1 0 1,0 1 0,0-1-1,0 0 1,0 1 0,0-1-1,0 0 1,-1 0-1,1 1 1,0-1 0,0 0-1,0 0 1,-1 0 0,1 1-1,0-1-39,-15 14-2197,-10 3-2166</inkml:trace>
</inkml:ink>
</file>

<file path=ppt/ink/ink3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4.714"/>
    </inkml:context>
    <inkml:brush xml:id="br0">
      <inkml:brushProperty name="width" value="0.025" units="cm"/>
      <inkml:brushProperty name="height" value="0.025" units="cm"/>
    </inkml:brush>
  </inkml:definitions>
  <inkml:trace contextRef="#ctx0" brushRef="#br0">113 1 8602,'0'0'7553,"29"0"-7202,134 0 21,-162 0-364,0 0-1,0 0 0,0 0 1,0 0-1,0 0 0,0 1 0,-1-1 1,1 0-1,0 1 0,0-1 1,0 0-1,0 1 0,0-1 1,-1 1-1,1-1 0,0 1 1,0 0-1,-1-1 0,1 1 1,-1 0-1,1-1 0,0 1 1,-1 0-1,1 0 0,-1 0 0,0-1 1,1 1-1,-1 0 0,0 0 1,1 0-1,-1 0 0,0 2 1,1 36 160,-2-23-104,2-10-50,-1-1 1,0 1 0,-1-1-1,1 0 1,-1 1 0,0-1-1,0 0 1,-1 1 0,0-1-1,0 0 1,0 0 0,0 0-1,-1 0 1,0-1 0,0 1-1,0-1 1,0 0 0,-1 0-1,-7 7 1,-83 77 252,49-49-226,2 2-1,-41 52 0,82-90-41,0 0 1,0 0-1,0 0 0,0 1 0,1-1 0,0 0 0,-1 1 1,1 0-1,0-1 0,1 1 0,-1 0 0,1-1 0,0 1 1,-1 0-1,2 7 0,-1-9 1,0-1 1,1-1 1,-1 1-1,0 0 0,1-1 1,-1 1-1,0-1 1,1 1-1,-1-1 0,0 1 1,1-1-1,-1 1 0,1-1 1,-1 1-1,1-1 1,0 0-1,-1 1 0,1-1 1,-1 0-1,1 1 0,0-1 1,-1 0-1,1 0 1,0 1-1,-1-1 0,1 0 1,-1 0-1,1 0 0,0 0 1,0 0-1,-1 0 1,2 0-1,30 0 101,-21-1-48,52 2 184,67-2 286,-113 0-491,1-1 0,0-1 0,-1 0-1,0-2 1,20-7 0,-34 11-31,-1 0-1,1 0 1,-1 0 0,1 0-1,-1-1 1,1 1 0,-1-1 0,0 0-1,0 1 1,1-1 0,-1 0 0,-1 0-1,4-4 1,-1-12-6616,-4 13-1734</inkml:trace>
</inkml:ink>
</file>

<file path=ppt/ink/ink3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5.186"/>
    </inkml:context>
    <inkml:brush xml:id="br0">
      <inkml:brushProperty name="width" value="0.025" units="cm"/>
      <inkml:brushProperty name="height" value="0.025" units="cm"/>
    </inkml:brush>
  </inkml:definitions>
  <inkml:trace contextRef="#ctx0" brushRef="#br0">316 93 6409,'0'0'12442,"-27"3"-12304,-90 16-96,110-17-38,0 0 0,0 0 0,0 0 0,1 1 0,-1 0 0,1 0 0,0 1 0,0-1 0,0 1 0,0 1 0,1-1 0,-1 1 0,1 0 0,0 0 0,1 1 0,-1-1 0,1 1 1,0 0-1,0 0 0,-2 8 0,2-8-5,-4 9-56,1 0 0,1 1 0,0 0 0,1 0 0,0 0 0,2 1 0,0-1 0,0 1 0,2 0 0,0 17 0,1-32 36,0-1 0,0 0 0,0 1 0,1-1 0,-1 0 0,0 0 0,1 1 0,-1-1 0,1 0 0,-1 0 0,1 1 0,0-1 0,0 0 0,-1 0 0,1 0 0,0 0 0,0 0 1,0 0-1,0 0 0,0 0 0,0-1 0,0 1 0,0 0 0,1-1 0,-1 1 0,0-1 0,0 1 0,0-1 0,1 1 0,-1-1 0,2 1 0,6 0-20,-1 0 0,1 0 0,-1-1 0,9-1 0,-4 1-43,4 0 40,-4 1 24,0-1 0,1-1 1,-1 0-1,25-6 1,-33 6 22,-1-1 1,0 0 0,0 0-1,0 0 1,0 0 0,0-1-1,-1 1 1,1-1 0,0 0-1,-1 0 1,0 0 0,0-1 0,0 1-1,0-1 1,-1 0 0,1 0-1,-1 1 1,2-7 0,3-6 58,-2 0-1,0 1 1,-1-2 0,-1 1 0,0 0 0,1-21 0,-4-105 1085,-2 69 671,2 72-1788,0 0 1,0 0-1,0 0 0,0 0 1,0-1-1,0 1 1,0 0-1,0 0 0,0 0 1,0 0-1,-1 0 1,1 0-1,-1 0 0,1 0 1,-1 0-1,1 0 1,-1 0-1,1 1 0,-1-1 1,0 0-1,1 0 1,-1 0-1,0 1 0,-1-2 1,0 1-26,-1 1-1,1-1 1,-1 1 0,1-1 0,-1 1-1,1 0 1,-1 0 0,-4 1 0,-10-1-195,13 0-3,1 0 1,-1 0-1,1 0 0,-1 0 0,1 1 0,-1-1 1,1 1-1,0 0 0,-6 2 0,8-1 8,-1-1 0,0 1 0,1-1 0,-1 1 0,1 0-1,0-1 1,0 1 0,-1 0 0,1 0 0,0 0 0,1 0 0,-1 0 0,0 0-1,0 5 1,-8 24-3830,7-8-1779</inkml:trace>
</inkml:ink>
</file>

<file path=ppt/ink/ink3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5.665"/>
    </inkml:context>
    <inkml:brush xml:id="br0">
      <inkml:brushProperty name="width" value="0.025" units="cm"/>
      <inkml:brushProperty name="height" value="0.025" units="cm"/>
    </inkml:brush>
  </inkml:definitions>
  <inkml:trace contextRef="#ctx0" brushRef="#br0">381 83 6873,'0'0'10360,"-30"12"-10112,-97 39-121,120-48-120,-1 0 1,1 0 0,0 1-1,1 0 1,-1 0 0,1 1-1,-1 0 1,1 0 0,-9 10-1,2-1-1,-6 5 31,1 0 0,1 1 0,-27 42-1,39-54-170,0 0-1,1 0 1,0 1 0,0-1-1,1 1 1,0 0-1,1 0 1,0 0-1,0 0 1,1 1-1,0-1 1,0 0 0,1 1-1,2 12 1,-1-21 107,-1 0-1,1 0 1,-1 0 0,1 0 0,0 0-1,-1 0 1,1-1 0,0 1 0,0 0 0,0-1-1,0 1 1,-1 0 0,1-1 0,0 1 0,0-1-1,0 1 1,0-1 0,0 0 0,0 1-1,1-1 1,-1 0 0,0 0 0,0 0 0,0 0-1,0 0 1,1 0 0,40 0-43,-29-1 33,14 1 18,-9 1 4,-1-1 0,0-1 0,21-4 1,-32 4 18,1-1 1,-1 0 0,0 0 0,0-1-1,0 0 1,0 0 0,0 0 0,-1-1 0,1 0-1,-1 0 1,9-9 0,-7 5 91,-1 0 0,0 0 0,0-1 0,-1 1 0,0-1 0,-1 0 0,0-1 1,0 1-1,-1-1 0,-1 0 0,1 1 0,0-15 0,0-1 578,-1 1-1,-2-1 1,-5-47-1,4 62-506,-1 0-1,0 0 0,0 1 1,-1 0-1,-1-1 1,0 1-1,0 0 0,0 0 1,-1 1-1,-6-9 0,8 13-190,-1 0-1,0 0 1,1 0-1,-1 0 0,0 0 1,-1 1-1,1 0 0,-1 0 1,1 0-1,-1 0 1,0 1-1,0 0 0,0 0 1,0 0-1,-1 1 0,1-1 1,0 1-1,-1 1 1,-8-1-1,13 0-129,0 1 1,1 0-1,-1 0 0,0 0 0,1 0 1,-1 0-1,0 0 0,1 0 1,-1 0-1,0 0 0,1 0 0,-1 0 1,0 0-1,1 0 0,-1 0 0,0 1 1,1-1-1,-1 0 0,0 0 1,1 1-1,-1-1 0,0 0 0,1 1 1,-1-1-1,1 1 0,-1-1 1,1 1-1,-1-1 0,1 1 0,0-1 1,-1 1-1,1 0 0,0-1 1,-1 1-1,1-1 0,0 1 0,-1 0 1,1-1-1,0 1 0,0 0 1,0 0-1,0-1 0,0 1 0,0 0 1,0-1-1,0 1 0,0 0 1,0-1-1,0 1 0,0 0 0,1-1 1,-1 2-1,0 20-5481</inkml:trace>
</inkml:ink>
</file>

<file path=ppt/ink/ink3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6.186"/>
    </inkml:context>
    <inkml:brush xml:id="br0">
      <inkml:brushProperty name="width" value="0.025" units="cm"/>
      <inkml:brushProperty name="height" value="0.025" units="cm"/>
    </inkml:brush>
  </inkml:definitions>
  <inkml:trace contextRef="#ctx0" brushRef="#br0">300 113 6953,'0'0'12062,"-22"-5"-9784,15 6-2256,1 0 1,-1 0-1,1 0 1,0 1-1,0 0 1,-1 0-1,1 0 1,1 1-1,-1 0 1,0 0-1,1 1 1,-9 6-1,-6 6-26,-30 34 0,43-43 6,-4 4-321,0 1-1,1 0 1,0 0-1,1 1 1,0 1-1,1-1 1,1 1-1,0 0 1,1 1-1,0 0 1,1 0-1,1 0 1,1 0-1,0 1 1,-1 23 0,4-38 300,0-1 0,0 1 1,0 0-1,0 0 0,0-1 1,0 1-1,0 0 1,1-1-1,-1 1 0,0 0 1,1-1-1,-1 1 0,0 0 1,1-1-1,-1 1 1,1-1-1,-1 1 0,1-1 1,-1 1-1,1-1 1,-1 1-1,1-1 0,-1 1 1,1-1-1,0 0 0,-1 1 1,1-1-1,0 0 1,-1 0-1,1 1 0,1-1 1,25 1-112,-19-1 50,23 1-127,-19 0 176,-1-1-1,0 1 1,0-2-1,1 0 1,-1 0 0,0-1-1,0 0 1,0-1-1,0 0 1,-1-1-1,11-4 1,-8 0 113,-1 1 0,0-1 0,-1-1 0,0 0 0,-1-1 0,14-15 0,-20 19 169,1 0 0,-1-1-1,-1 1 1,1-1 0,-1 0-1,0 0 1,-1 0 0,0 0-1,0-1 1,0 1 0,-1-1-1,0 1 1,0-14-1,-1-13 521,1 14-343,-1 1 0,-1-1 0,-1 1 0,-4-21 0,5 34-327,-1 0 0,0 0 0,-1 0 0,1 1-1,-1-1 1,0 1 0,-1-1 0,1 1 0,-1 0 0,0 0-1,0 1 1,0-1 0,-1 1 0,0 0 0,0 0 0,-9-5-1,3 4 23,0 0 0,0 1 0,-1 1 0,1 0 0,-1 1 0,0 0-1,1 0 1,-1 2 0,0-1 0,-23 3 0,5-1-96,25-2-38,1 1 0,0 0 0,-1 1 0,1-1 0,0 1-1,-1 0 1,1 0 0,0 0 0,0 1 0,-1-1-1,1 1 1,1 0 0,-1 0 0,-6 5 0,8-5-107,-1 1 1,1-1-1,0 1 1,0 0-1,0 0 1,1 0-1,-1 0 1,1 1-1,0-1 0,-1 0 1,1 1-1,1-1 1,-1 1-1,0-1 1,1 1-1,0-1 1,0 7-1,0 28-2846,0-5-1703</inkml:trace>
</inkml:ink>
</file>

<file path=ppt/ink/ink3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8.218"/>
    </inkml:context>
    <inkml:brush xml:id="br0">
      <inkml:brushProperty name="width" value="0.025" units="cm"/>
      <inkml:brushProperty name="height" value="0.025" units="cm"/>
    </inkml:brush>
  </inkml:definitions>
  <inkml:trace contextRef="#ctx0" brushRef="#br0">542 1 3937,'0'0'7958,"-38"22"-6990,-120 73-49,142-85-727,1 0 0,0 1 0,0 1 1,1 0-1,-18 20 0,13-11 18,-6 5 35,1 2 0,1 0 1,2 2-1,1 0 0,1 1 1,-19 46-1,28-52-124,1 0-1,1 0 1,2 0 0,0 1 0,2 0-1,1 1 1,1-1 0,1 0-1,3 39 1,-1-58-116,0 0-1,1-1 1,-1 1-1,1-1 1,1 0-1,-1 0 1,1 0-1,0 0 0,0 0 1,1 0-1,0-1 1,0 0-1,0 1 1,1-2-1,-1 1 1,1 0-1,0-1 1,1 0-1,-1 0 1,1-1-1,-1 1 1,1-1-1,0 0 1,0-1-1,10 3 1,6 2 3,1-1 0,0-1 1,1-2-1,-1 0 1,44-1-1,-63-2-8,122-5 26,-111 3-22,0-1 1,-1 0 0,0-1 0,1 0 0,-1-2 0,17-8 0,-8 2 1,-1-1 1,-1-1-1,0-1 1,-1-1-1,0 0 1,18-23-1,-27 28 11,-1-2 0,-1 0 0,0 0 0,-1 0-1,0-1 1,-1 0 0,0-1 0,-2 1 0,1-1 0,5-31 0,-6 4 135,-1 0 0,-2-1 1,-8-80-1,4 105-27,-1 0-1,-1 1 1,-1-1 0,0 1-1,-1 0 1,-16-30 0,16 36-46,-1 0 0,0 0 0,0 1 0,-1 0 0,0 0 1,-1 1-1,0 0 0,-1 0 0,1 1 0,-15-9 0,17 14-55,0 0-1,0 0 0,-1 0 1,1 1-1,0 0 0,-1 1 1,0 0-1,1 0 0,-9 0 1,-68 5-315,82-4 197,1 0 1,-1 1-1,0-1 1,1 0-1,-1 0 1,0 1 0,1-1-1,-1 1 1,0-1-1,1 1 1,-1 0-1,1 0 1,-1-1-1,1 1 1,0 0-1,-1 0 1,1 1-1,0-1 1,0 0-1,-1 0 1,1 1 0,0-1-1,0 0 1,0 2-1,0 0-276,0-1 1,1 0-1,-1 0 0,1 1 0,0-1 1,0 0-1,0 0 0,0 1 1,0-1-1,1 0 0,0 3 0,3 6-4316</inkml:trace>
</inkml:ink>
</file>

<file path=ppt/ink/ink3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8.698"/>
    </inkml:context>
    <inkml:brush xml:id="br0">
      <inkml:brushProperty name="width" value="0.025" units="cm"/>
      <inkml:brushProperty name="height" value="0.025" units="cm"/>
    </inkml:brush>
  </inkml:definitions>
  <inkml:trace contextRef="#ctx0" brushRef="#br0">788 11 6161,'0'0'12718,"-28"-2"-12132,-93-6-176,105 7-366,0 1 1,0 1-1,0 1 0,0 0 0,0 1 1,1 0-1,-1 1 0,1 1 1,0 1-1,0 0 0,0 1 1,1 1-1,0 0 0,-16 13 0,-3 6 28,1 2 1,1 2-1,-44 56 0,74-85-66,-30 36 32,2 2 1,1 0-1,-25 53 1,40-66-30,1 1 0,1 0 0,1 1 0,2 0 0,1 0 0,-5 41 0,8-29-11,1-1 0,2 1 0,6 45 0,-4-78 1,0 0-1,1-1 0,0 1 1,1-1-1,0 1 1,0-1-1,0 0 1,1 0-1,0 0 1,0-1-1,1 1 1,0-1-1,0 0 0,0 0 1,1-1-1,0 0 1,0 0-1,1 0 1,-1-1-1,1 1 1,0-2-1,0 1 0,0-1 1,0 0-1,11 3 1,11 1-139,0-1 1,1-1-1,0-1 1,0-2-1,36-1 1,-23-1-3525,-36 0-283</inkml:trace>
</inkml:ink>
</file>

<file path=ppt/ink/ink3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8:59.393"/>
    </inkml:context>
    <inkml:brush xml:id="br0">
      <inkml:brushProperty name="width" value="0.025" units="cm"/>
      <inkml:brushProperty name="height" value="0.025" units="cm"/>
    </inkml:brush>
  </inkml:definitions>
  <inkml:trace contextRef="#ctx0" brushRef="#br0">1 61 7698,'0'0'8694,"15"-10"-7973,50-28 18,-62 36-644,1 0-1,0 0 1,-1 1 0,1 0 0,0 0 0,-1 0 0,1 0-1,0 0 1,0 1 0,0 0 0,0 0 0,0 0-1,5 1 1,8 0 394,-15-1-441,0 1-1,0 0 0,1-1 1,-1 1-1,0 0 1,0 0-1,0 0 1,0 0-1,0 1 1,-1-1-1,1 0 0,0 1 1,-1-1-1,1 1 1,-1 0-1,1 0 1,-1-1-1,0 1 0,1 0 1,-1 0-1,0 0 1,0 0-1,-1 0 1,2 4-1,3 7 97,-1 0 0,4 23 0,-4-2 86,-1 1 1,-3 61-1,-1-38-13,1-57-206,0-1 0,0 1 0,0-1 0,0 1 0,-1-1 1,1 0-1,0 1 0,0-1 0,0 1 0,-1-1 0,1 0 0,0 1 0,-1-1 0,1 0 0,0 1 0,-1-1 0,1 0 1,0 1-1,-1-1 0,1 0 0,-1 0 0,1 1 0,0-1 0,-1 0 0,1 0 0,-1 0 0,1 0 0,-1 0 0,1 0 1,0 0-1,-1 0 0,1 0 0,-1 0 0,1 0 0,-1 0 0,1 0 0,-1 0 0,1 0 0,-1 0 0,1 0 0,0 0 1,-1-1-1,-4 1 50,4-16-21,0-12-123,0 16 11,1 0 0,0-1 0,0 1 0,2-1 0,-1 1 1,1 0-1,1-1 0,9-22 0,-3 18-21,1 0-1,1 1 1,0 1 0,1-1-1,17-14 1,-28 28 90,0 1 0,1-1 1,0 1-1,-1-1 0,1 1 0,0 0 1,0 0-1,0 0 0,0 0 0,0 0 1,0 0-1,0 1 0,0-1 0,0 1 1,0-1-1,0 1 0,0 0 0,0 0 0,0 0 1,1 0-1,-1 0 0,2 0 0,0 0 12,-2 1 7,-1-1 0,0 1-1,1-1 1,-1 1 0,0 0-1,1-1 1,-1 1 0,0 0-1,0 0 1,0 0 0,0 0-1,0 0 1,0 0 0,0 0 0,0 0-1,0 0 1,-1 1 0,1-1-1,0 0 1,-1 0 0,1 1-1,-1-1 1,1 0 0,-1 1-1,1 1 1,9 46 518,-8-40-380,5 33 377,-1-4-135,12 42 0,-16-71-399,0 1 0,-1 0 0,0 0 0,-1 19 0,0-19-126,0-9-349,0 1-1269,0-1 1053,0 0 1,0 1 0,0-1-1,-1 1 1,1-1-1,0 0 1,-1 1 0,1-1-1,-1 0 1,0 1-1,1-1 1,-1 0 0,-1 1-1,-12 6-9603</inkml:trace>
</inkml:ink>
</file>

<file path=ppt/ink/ink3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0.075"/>
    </inkml:context>
    <inkml:brush xml:id="br0">
      <inkml:brushProperty name="width" value="0.025" units="cm"/>
      <inkml:brushProperty name="height" value="0.025" units="cm"/>
    </inkml:brush>
  </inkml:definitions>
  <inkml:trace contextRef="#ctx0" brushRef="#br0">0 33 4929,'0'0'9118,"13"-5"-8099,-5 1-860,47-15 833,-50 17-848,0 1-1,-1 0 1,1 1 0,0-1-1,-1 1 1,1 0 0,0 0 0,0 1-1,0-1 1,-1 1 0,1 0-1,7 3 1,-6-1-11,0 1 0,0-1 1,-1 1-1,0 1 0,0-1 0,0 1 0,0 0 0,-1 0 0,7 10 1,33 59 512,-40-65-598,26 48 240,-4 1-1,-2 1 1,-2 1-1,-3 2 1,-3 0 0,-2 0-1,-4 1 1,6 125 0,-15-128 165,0-11 23,-6 55 0,3-89-372,0 0 0,-1 0 0,-1 0 0,0-1 0,-1 0 0,-1 0 0,-13 26 0,-6-2 329,-1-1-1,-1-2 1,-45 45-1,65-71-126,4-6-2451,2-10-4551,1 2-154</inkml:trace>
</inkml:ink>
</file>

<file path=ppt/ink/ink3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1.445"/>
    </inkml:context>
    <inkml:brush xml:id="br0">
      <inkml:brushProperty name="width" value="0.025" units="cm"/>
      <inkml:brushProperty name="height" value="0.025" units="cm"/>
    </inkml:brush>
  </inkml:definitions>
  <inkml:trace contextRef="#ctx0" brushRef="#br0">156 0 5577,'0'1'15116,"0"22"-14631,0 16 45,1-18-391,0 0 0,-2 0 1,0 0-1,-2 0 0,0 0 1,-1 0-1,-8 22 0,-30 53 19,-27 78-1508,55-103-5984,6-58 2536</inkml:trace>
</inkml:ink>
</file>

<file path=ppt/ink/ink3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1.791"/>
    </inkml:context>
    <inkml:brush xml:id="br0">
      <inkml:brushProperty name="width" value="0.025" units="cm"/>
      <inkml:brushProperty name="height" value="0.025" units="cm"/>
    </inkml:brush>
  </inkml:definitions>
  <inkml:trace contextRef="#ctx0" brushRef="#br0">1 106 7946,'0'0'8798,"44"-12"-7825,148-38-39,-170 45-735,-1 1-1,1 1 1,0 1 0,0 1 0,28 2 0,-5 1 107,113-2 402,205-1-361,-64-29-222,-299 30-194,0 0-1,1 0 1,-1 0 0,0 0 0,1-1 0,-1 1-1,0 0 1,0 0 0,1 0 0,-1 0 0,0 0-1,0 0 1,1 0 0,-1 0 0,0 0 0,1 0-1,-1 1 1,0-1 0,0 0 0,1 0 0,-1 0-1,0 0 1,0 0 0,1 0 0,-1 0-1,0 1 1,0-1 0,1 0 0,-1 0 0,0 0-1,0 1 1,0-1 0,0 0 0,1 1 0,-5 8-2111,-15 12-2132,18-19 3753,-25 20-8329</inkml:trace>
</inkml:ink>
</file>

<file path=ppt/ink/ink3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2.138"/>
    </inkml:context>
    <inkml:brush xml:id="br0">
      <inkml:brushProperty name="width" value="0.025" units="cm"/>
      <inkml:brushProperty name="height" value="0.025" units="cm"/>
    </inkml:brush>
  </inkml:definitions>
  <inkml:trace contextRef="#ctx0" brushRef="#br0">349 1 160,'0'0'20199,"-20"14"-19503,-8 5-534,9-7-61,0 1 0,1 1-1,0 1 1,-21 23 0,19-14-75,0 1 1,2 0 0,0 1 0,2 1 0,1 1 0,1 0 0,2 1-1,1 0 1,1 1 0,1 0 0,2 0 0,1 1 0,1 0-1,2 0 1,0 34 0,2-47-83,1 27-125,1-43 158,-1-1 0,0 1 0,1 0-1,-1-1 1,1 1 0,-1-1 0,1 1 0,0-1 0,-1 1-1,1-1 1,0 0 0,0 1 0,0-1 0,0 0 0,0 0-1,1 0 1,-1 1 0,0-1 0,0-1 0,1 1 0,-1 0-1,1 0 1,-1 0 0,2 0 0,15 2-847,-1 0 1,1-2-1,32 0 1,-43-1 345,46 0-5310</inkml:trace>
</inkml:ink>
</file>

<file path=ppt/ink/ink3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2.619"/>
    </inkml:context>
    <inkml:brush xml:id="br0">
      <inkml:brushProperty name="width" value="0.025" units="cm"/>
      <inkml:brushProperty name="height" value="0.025" units="cm"/>
    </inkml:brush>
  </inkml:definitions>
  <inkml:trace contextRef="#ctx0" brushRef="#br0">1 1 8674,'0'0'10930,"17"19"-10060,56 64-166,-70-78-625,1 1 0,-1-1 1,0 0-1,0 1 0,-1-1 0,1 1 1,-1 0-1,-1 0 0,1 0 0,-1 0 1,0 0-1,0 0 0,-1 0 0,0 1 1,0-1-1,-1 7 0,0 6 44,0 4 51,1-2-478,1-22 272,0 1 0,0-1-1,0 1 1,0 0 0,-1-1-1,1 0 1,0 1 0,-1-1 0,1 1-1,0-1 1,-1 0 0,1 1-1,-1-1 1,1 0 0,-1 0-1,1 0 1,-1 1 0,0-1 0,1 0-1,-1 0 1,0 0 0,1-1-1,14-25-597,2 1-1,34-41 0,-40 54 586,1 1-1,1 0 1,0 0 0,0 1-1,1 1 1,21-12 0,-34 21 104,0 0 1,0 1-1,0-1 1,0 1-1,0-1 1,0 1 0,0-1-1,0 1 1,1-1-1,-1 1 1,0 0 0,0 0-1,0 0 1,1 0-1,-1 0 1,0 0 0,0 0-1,0 0 1,0 0-1,1 0 1,-1 1 0,0-1-1,0 0 1,0 1-1,0-1 1,0 1 0,0-1-1,0 1 1,0 0-1,0-1 1,0 1 0,0 0-1,0 0 1,1 1-1,1 3 119,-1-1 0,1 1 0,-1 0 0,-1 0 0,1 0-1,1 9 1,8 18 251,46 55-808,-29-56-6078,-17-20-1238</inkml:trace>
</inkml:ink>
</file>

<file path=ppt/ink/ink3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2.965"/>
    </inkml:context>
    <inkml:brush xml:id="br0">
      <inkml:brushProperty name="width" value="0.025" units="cm"/>
      <inkml:brushProperty name="height" value="0.025" units="cm"/>
    </inkml:brush>
  </inkml:definitions>
  <inkml:trace contextRef="#ctx0" brushRef="#br0">0 1 11306,'0'0'10167,"33"19"-9331,105 64-180,-131-79-602,0 0 0,-1 1 0,0 0 0,0 0 0,0 0 0,0 1 0,-1 0 0,0 0 0,0 0 0,-1 1 0,1-1 0,-1 1 0,-1 0 0,6 14 0,-2-3 72,7 12 41,-2 0 0,-1 0-1,-1 2 1,-2-1 0,-1 1-1,5 61 1,-13 104 320,0-186-454,-2 0 1,1 0-1,-1 0 1,-1 0 0,0-1-1,-1 0 1,0 1-1,0-2 1,-1 1-1,-12 16 1,-4 0-11,-1-1 0,-33 28 1,56-53-29,-4 5-116,-1-1 1,0 0-1,0 0 1,0-1-1,-6 4 1,-18-2-3912,22-5-1439</inkml:trace>
</inkml:ink>
</file>

<file path=ppt/ink/ink3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3.539"/>
    </inkml:context>
    <inkml:brush xml:id="br0">
      <inkml:brushProperty name="width" value="0.025" units="cm"/>
      <inkml:brushProperty name="height" value="0.025" units="cm"/>
    </inkml:brush>
  </inkml:definitions>
  <inkml:trace contextRef="#ctx0" brushRef="#br0">1 1 7058,'0'0'14424,"8"2"-13844,72 16 0,2-3-1,158 7 1,-225-22-742,15 0-90,-29 0 152,-1 0-1,1 0 1,0 0-1,-1 1 1,1-1-1,0 0 1,-1 0 0,1 0-1,-1 0 1,1 1-1,-1-1 1,1 0-1,0 0 1,-1 1-1,1-1 1,-1 0-1,1 1 1,-1-1 0,0 1-1,1-1 1,-1 1-1,1-1 1,-1 1-1,0-1 1,1 1-1,-1-1 1,0 1 0,1-1-1,-1 1 1,0-1-1,0 1 1,0 0-1,0 0-79,0-1-1,0 1 1,0-1-1,0 1 0,0-1 1,0 0-1,0 1 1,0-1-1,0 1 1,0-1-1,0 1 0,0-1 1,-1 0-1,1 1 1,0-1-1,0 1 1,-1-1-1,1 0 0,0 1 1,0-1-1,-1 0 1,1 1-1,0-1 1,-1 0-1,-21 10-5887</inkml:trace>
</inkml:ink>
</file>

<file path=ppt/ink/ink3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3.870"/>
    </inkml:context>
    <inkml:brush xml:id="br0">
      <inkml:brushProperty name="width" value="0.025" units="cm"/>
      <inkml:brushProperty name="height" value="0.025" units="cm"/>
    </inkml:brush>
  </inkml:definitions>
  <inkml:trace contextRef="#ctx0" brushRef="#br0">54 1 7154,'-54'320'7417,"81"-320"-4752,16 0-145,5 0-495,5 0-521,-4 0-704,-1 0-440,0 0-232,-11 0-128,-5 0-160,32 0-928,-10-5-3769,10-17-9418</inkml:trace>
</inkml:ink>
</file>

<file path=ppt/ink/ink3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4.327"/>
    </inkml:context>
    <inkml:brush xml:id="br0">
      <inkml:brushProperty name="width" value="0.025" units="cm"/>
      <inkml:brushProperty name="height" value="0.025" units="cm"/>
    </inkml:brush>
  </inkml:definitions>
  <inkml:trace contextRef="#ctx0" brushRef="#br0">315 1 9938,'0'0'10949,"42"2"-10377,135 8-213,-157-8-284,1 0 1,20 6-1,3 11 107,-44-18-181,4 1 4,-1 0-1,0 0 1,1 1-1,-1-1 1,0 1-1,0 0 0,-1 0 1,1 0-1,-1 0 1,0 1-1,1-1 1,-1 0-1,-1 1 1,1 0-1,0-1 0,-1 1 1,0 0-1,0 0 1,0 0-1,0 0 1,-1 0-1,1 0 0,-1 0 1,-1 4-1,1 1 6,-1-1-1,0 0 1,-1 0-1,0 0 0,0 0 1,-1 0-1,0 0 1,0-1-1,-1 1 1,0-1-1,-5 7 0,-9 9 51,-1-1-1,0-1 1,-2 0-1,-42 31 1,-105 63 106,126-88-155,-22 14 123,3 2 0,-97 87 0,155-126-99,-1-1 0,1 0 0,0 0-1,0 1 1,0 0 0,0 0 0,1 0 0,-1 0 0,1 0 0,0 0 0,0 0 0,1 1 0,-1-1 0,1 1 0,0-1 0,0 1 0,1 0 0,-1 7 0,1-11-27,0 0 0,0-1 1,0 1-1,0 0 0,1-1 0,-1 1 1,0 0-1,0-1 0,1 1 0,-1 0 1,0-1-1,1 1 0,-1 0 0,1-1 1,-1 1-1,1-1 0,-1 1 0,1-1 1,-1 1-1,1-1 0,-1 0 0,1 1 1,0-1-1,-1 1 0,1-1 0,0 0 1,-1 0-1,1 1 0,0-1 1,1 0-1,25 2 29,-19-1 7,23 0 2,22 3 133,106-7 0,-151 2-491,0-1 0,0 1 1,-1-1-1,1-1 0,-1 0 0,0 0 0,1 0 0,-1-1 0,-1 0 0,1 0 0,0-1 0,-1 0 1,0 0-1,0 0 0,5-7 0,-4 1-5220</inkml:trace>
</inkml:ink>
</file>

<file path=ppt/ink/ink3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5.217"/>
    </inkml:context>
    <inkml:brush xml:id="br0">
      <inkml:brushProperty name="width" value="0.025" units="cm"/>
      <inkml:brushProperty name="height" value="0.025" units="cm"/>
    </inkml:brush>
  </inkml:definitions>
  <inkml:trace contextRef="#ctx0" brushRef="#br0">0 39 3409,'0'0'13797,"7"-6"-12158,22-20-250,-22 20 1810,-7 8-2644,0 449 293,0-450-865,-4 25-2113,4-25 1863,0 0-1,-1 0 0,1 0 0,-1-1 0,1 1 0,-1 0 0,1-1 0,-1 1 1,0 0-1,1-1 0,-1 1 0,0-1 0,0 1 0,1-1 0,-1 0 1,0 1-1,-1 0 0,-9 0-5101</inkml:trace>
</inkml:ink>
</file>

<file path=ppt/ink/ink3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5.807"/>
    </inkml:context>
    <inkml:brush xml:id="br0">
      <inkml:brushProperty name="width" value="0.025" units="cm"/>
      <inkml:brushProperty name="height" value="0.025" units="cm"/>
    </inkml:brush>
  </inkml:definitions>
  <inkml:trace contextRef="#ctx0" brushRef="#br0">495 82 9842,'0'0'12413,"-16"-12"-11815,-51-35-237,59 43-321,1 1 0,-1 0 0,0 0 0,0 1 0,0 0 0,0 0 0,0 1 0,0 0 0,0 0 0,-1 1 0,1 0 0,-16 2 0,-10 0 3,23-2-43,0 0 0,0 0 0,0 2 0,0-1 0,0 1 0,0 1 0,0 0 0,1 0 0,-1 1-1,1 1 1,0-1 0,0 2 0,1-1 0,-1 1 0,1 1 0,1 0 0,-1 0 0,1 1 0,0 0 0,1 0 0,-12 17 0,14-15-126,0 1 0,1-1 0,0 1 0,1 0 0,0 1 0,0-1 0,2 0 0,-1 1 0,1-1 0,1 1 0,2 20 0,-2-12-180,0-16 264,0-1 0,0 1 0,1-1 0,0 0 0,-1 1 0,1-1 0,0 0 0,1 0 0,-1 1 0,1-1-1,-1 0 1,1 0 0,0-1 0,0 1 0,0 0 0,0-1 0,1 1 0,-1-1 0,1 1 0,-1-1 0,1 0 0,0 0 0,0-1 0,0 1 0,0 0 0,0-1 0,0 0 0,0 0 0,1 0-1,5 1 1,10 2-283,1-1-1,-1-1 0,0-1 0,25-1 0,-25-1-27,-10 2 329,1-1 1,-1 0-1,0-1 1,0 0-1,0-1 1,0 0-1,0 0 1,-1-1-1,1 0 0,-1 0 1,11-6-1,51-28 850,-70 37-712,0 0 0,1 0 1,-1 0-1,0 0 0,1 0 1,-1 0-1,1 0 0,-1 1 1,0-1-1,1 0 0,-1 0 1,0 0-1,0 1 0,1-1 1,-1 0-1,0 1 0,0-1 1,1 0-1,-1 1 1,0-1-1,0 0 0,0 1 1,1-1-1,-1 0 0,0 1 1,0-1-1,0 0 0,0 1 1,0-1-1,0 0 0,0 1 1,0-1-1,0 1 0,0-1 1,0 0-1,0 1 0,0-1 1,0 1-1,0-1 0,-1 1 1,2 25-367,-1-21 645,-3 45 130,-1 1-1,-3-1 1,-22 81 0,12-65-451,-52 229-862,65-265-1323,3-11-3591</inkml:trace>
</inkml:ink>
</file>

<file path=ppt/ink/ink3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6.392"/>
    </inkml:context>
    <inkml:brush xml:id="br0">
      <inkml:brushProperty name="width" value="0.025" units="cm"/>
      <inkml:brushProperty name="height" value="0.025" units="cm"/>
    </inkml:brush>
  </inkml:definitions>
  <inkml:trace contextRef="#ctx0" brushRef="#br0">38 71 6665,'0'0'12878,"-6"-5"-11761,-26-21 40,36 19-952,2 4-204,1-1 0,-1 0 0,1 1 0,0 1 1,0-1-1,0 1 0,0 0 0,0 0 0,11 0 0,71-3 3,116 5-22,-204 0 18,0 0 0,0 0-1,0 0 1,0 0-1,0 0 1,1 1-1,-1-1 1,0 0 0,0 1-1,0-1 1,0 1-1,0-1 1,0 1 0,0-1-1,0 1 1,0 0-1,0 0 1,0-1-1,-1 1 1,1 0 0,0 0-1,0 0 1,-1 0-1,1 0 1,0 0 0,-1 0-1,1 0 1,-1 0-1,0 0 1,1 2-1,0 3 3,0 0 0,0-1 0,-1 1-1,0 12 1,0-7 10,0-7-5,1 19 66,-1-1 1,-2 1-1,0-1 0,-1 0 1,-1 0-1,-9 30 0,-16 24 40,4 2 0,3 1 0,4 0 0,3 1-1,4 1 1,-1 91 0,12-170-194,-11-9-9643,0-8 433</inkml:trace>
</inkml:ink>
</file>

<file path=ppt/ink/ink3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6.737"/>
    </inkml:context>
    <inkml:brush xml:id="br0">
      <inkml:brushProperty name="width" value="0.025" units="cm"/>
      <inkml:brushProperty name="height" value="0.025" units="cm"/>
    </inkml:brush>
  </inkml:definitions>
  <inkml:trace contextRef="#ctx0" brushRef="#br0">0 118 1736,'0'0'18844,"289"-69"-18091,-230 54-457,-6 3-224,-10 2-72,-11-2-408,-5 12-1537,-6 0-2752,-10 0-5097</inkml:trace>
</inkml:ink>
</file>

<file path=ppt/ink/ink3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7.165"/>
    </inkml:context>
    <inkml:brush xml:id="br0">
      <inkml:brushProperty name="width" value="0.025" units="cm"/>
      <inkml:brushProperty name="height" value="0.025" units="cm"/>
    </inkml:brush>
  </inkml:definitions>
  <inkml:trace contextRef="#ctx0" brushRef="#br0">0 37 8242,'0'0'12931,"13"0"-12085,-2-1-715,42 1 468,-48 0-539,0 0 1,0 1-1,0-1 1,0 1 0,0 1-1,-1-1 1,1 1-1,0 0 1,6 3-1,-8-3-42,0 1 0,-1-1 0,1 1 0,-1-1 0,0 1 0,0 0 0,0 0 0,0-1 0,0 2 0,-1-1-1,1 0 1,-1 0 0,0 0 0,0 1 0,0-1 0,0 5 0,1 6 30,-1 1 0,-1 22 0,0-21-37,1 7 67,0 28 120,-1-49-184,0 1 0,0-1 1,0 1-1,-1-1 1,1 1-1,-1-1 0,0 1 1,0-1-1,0 0 0,0 1 1,0-1-1,0 0 0,0 0 1,-3 4-1,4-6-26,-1 0-1,1 0 1,0 0-1,0 0 1,0 0-1,0 0 0,0 0 1,0 0-1,-1 0 1,1 0-1,0 0 1,0 0-1,0 0 1,0 0-1,0 0 1,0 0-1,-1 0 1,1 0-1,0 0 1,0 0-1,0 0 1,0 0-1,0-1 1,0 1-1,0 0 0,-1 0 1,1 0-1,0 0 1,0 0-1,0 0 1,0 0-1,0 0 1,0 0-1,0 0 1,0-1-1,0 1 1,0 0-1,0 0 1,0 0-1,-1 0 1,1 0-1,0 0 0,0-1 1,0 1-1,0 0 1,0 0-1,0 0 1,0 0-1,0 0 1,0 0-1,0-1 1,0 1-1,0 0 1,0 0-1,1 0 1,-1 0-1,0 0 1,0 0-1,0 0 0,0-1 1,0 1-1,0 0 1,0 0-1,0 0 1,0 0-1,5-15-324,12-6-97,0 1 0,1 1 0,1 0 0,34-25 0,96-60-1399,-120 86 1611,-19 11 343,-6 4-1,0 0 0,0 0 0,-1 1 0,2-1 1,-1 1-1,0 0 0,0 1 0,1-1 0,-1 1 1,1-1-1,-1 1 0,8 0 0,-12 9 1982,0 164 2705,0-113-6541,0-2-4504,0-50-975</inkml:trace>
</inkml:ink>
</file>

<file path=ppt/ink/ink3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8.052"/>
    </inkml:context>
    <inkml:brush xml:id="br0">
      <inkml:brushProperty name="width" value="0.025" units="cm"/>
      <inkml:brushProperty name="height" value="0.025" units="cm"/>
    </inkml:brush>
  </inkml:definitions>
  <inkml:trace contextRef="#ctx0" brushRef="#br0">18 7 10074,'0'0'10294,"-5"2"-9854,-7 4-165,16-3 183,32-3 283,-13-1-893,495 1 299,-462-5 1305,-56 3-4133,0-8-2340</inkml:trace>
</inkml:ink>
</file>

<file path=ppt/ink/ink3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8.636"/>
    </inkml:context>
    <inkml:brush xml:id="br0">
      <inkml:brushProperty name="width" value="0.025" units="cm"/>
      <inkml:brushProperty name="height" value="0.025" units="cm"/>
    </inkml:brush>
  </inkml:definitions>
  <inkml:trace contextRef="#ctx0" brushRef="#br0">595 50 7786,'0'0'14528,"-11"-8"-13402,9 6-1080,-3-2 36,-1 0 0,1 0 0,-1 0 0,0 1 0,0-1 1,-1 2-1,1-1 0,0 1 0,-1 0 0,0 0 0,1 0 0,-1 1 0,0 0 0,-7 1 0,-31-1 218,10 0-61,-37 4 0,60-1-220,1-1-1,0 2 1,0-1 0,0 1-1,0 1 1,1 0 0,-15 8-1,-2 3-13,0 2-1,1 1 1,-31 27-1,49-38-26,0 1-1,1 0 1,-1 1-1,2-1 1,-1 1-1,1 1 0,1-1 1,0 1-1,0 0 1,0 0-1,2 0 1,-1 1-1,-1 10 1,2-6-221,1 0 0,0 0 0,1 29 0,2-41 202,-1 1-1,0-1 1,1 1 0,0-1-1,0 1 1,0-1 0,0 0-1,0 1 1,1-1 0,-1 0-1,1 0 1,0 0-1,0 0 1,0 0 0,0 0-1,1-1 1,-1 1 0,1-1-1,-1 1 1,1-1-1,6 3 1,0 0-48,0-1 0,1-1 1,-1 0-1,1 0 0,0-1 0,0 0 0,12 0 0,74-1-868,-69-2 590,-4-1-34,1-1 0,-1 0 0,0-2 0,0-1 0,-1 0 0,29-13 0,124-70-1014,-154 74 983,-12 10 6905,-10 25-3220,-36 114-2176,14-36-1002,-13 62 112,32-131-1923,-1 50 0,10-77-1190,22-3-2212,5-3-2213</inkml:trace>
</inkml:ink>
</file>

<file path=ppt/ink/ink3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9.155"/>
    </inkml:context>
    <inkml:brush xml:id="br0">
      <inkml:brushProperty name="width" value="0.025" units="cm"/>
      <inkml:brushProperty name="height" value="0.025" units="cm"/>
    </inkml:brush>
  </inkml:definitions>
  <inkml:trace contextRef="#ctx0" brushRef="#br0">1 45 9690,'0'0'13539,"18"-4"-13279,84-13-40,166-5 0,-267 21-210,-1 1 0,1 0 0,-1 0 0,1 0-1,-1 0 1,1-1 0,-1 1 0,1 0 0,-1 0 0,1 0-1,-1 0 1,1 0 0,-1 0 0,1 0 0,-1 1 0,1-1 0,-1 0-1,1 0 1,-1 0 0,1 0 0,-1 1 0,1-1 0,-1 0-1,0 0 1,1 1 0,-1-1 0,1 0 0,-1 1 0,0-1 0,1 1-1,-1-1 1,0 0 0,1 1 0,-1-1 0,0 1 0,0-1 0,1 1-1,-1-1 1,0 1 0,0-1 0,0 1 0,0-1 0,0 1-1,0-1 1,1 1 0,-1-1 0,0 1 0,-1-1 0,1 1 0,0-1-1,0 1 1,0-1 0,0 1 0,0-1 0,0 1 0,-1-1 0,1 1-1,0-1 1,0 1 0,-1-1 0,0 1 0,-23 29 366,23-29-352,-34 31 385,-45 31 1,-30 28-69,106-88-359,1 0 0,-1 0 1,1 1-1,0-1 0,0 1 0,1 0 0,-1 0 0,1 0 0,0 1 0,0-1 0,0 0 0,0 1 0,1-1 1,0 1-1,0-1 0,0 1 0,0 0 0,1 0 0,0-1 0,0 6 0,0-8-16,0 0 1,1 0-1,-1 0 0,1 0 0,-1 0 1,1 0-1,0 0 0,0-1 0,0 1 1,0 0-1,0 0 0,0-1 0,1 1 0,-1 0 1,0-1-1,1 0 0,-1 1 0,1-1 1,3 2-1,40 22-195,-27-16 122,35 16-115,-22-11 98,42 26-1,-66-35 122,0 0-1,0 0 0,0 0 0,-1 1 0,0 0 1,0 0-1,-1 1 0,0-1 0,0 1 1,0 0-1,3 8 0,-7-13 12,0 0 0,0 0 0,0 1-1,0-1 1,0 0 0,-1 0 0,1 1 0,-1-1-1,0 0 1,0 1 0,0-1 0,0 0 0,0 1 0,0-1-1,0 0 1,-1 1 0,1-1 0,-1 0 0,0 0-1,1 1 1,-1-1 0,0 0 0,0 0 0,-1 0 0,1 0-1,0 0 1,-1 0 0,1-1 0,-1 1 0,0 0-1,1-1 1,-1 1 0,0-1 0,-2 2 0,-7 3 139,-1-1 1,1 0 0,-1 0-1,1-1 1,-17 3 0,1 1 144,-185 59 891,179-61-2762,13-6-4657,13 0-1931</inkml:trace>
</inkml:ink>
</file>

<file path=ppt/ink/ink3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9.563"/>
    </inkml:context>
    <inkml:brush xml:id="br0">
      <inkml:brushProperty name="width" value="0.025" units="cm"/>
      <inkml:brushProperty name="height" value="0.025" units="cm"/>
    </inkml:brush>
  </inkml:definitions>
  <inkml:trace contextRef="#ctx0" brushRef="#br0">188 1 10426,'0'0'15159,"-2"12"-14338,-3 6-554,0-1 1,-1 0 0,0-1 0,-18 31 0,-5 2 178,-39 86 0,60-113-457,0-1-1,1 2 0,2-1 1,0 1-1,1-1 0,-1 46 0,5-64 12,0 3-14,0 1-1,0-1 0,1 0 1,-1 0-1,4 12 0,-2-17 9,-1 1 0,0 0 0,1-1 0,-1 1 0,1-1 0,0 0 0,0 1 1,0-1-1,0 0 0,0 0 0,0 0 0,1 0 0,-1-1 0,1 1 0,-1-1 0,6 3 0,10 4-4,1-1-1,0-1 1,0 0 0,1-2 0,-1 0-1,25 2 1,121-3-561,-101-4-17,-63 1 532,0 0 1,0 0-1,0 0 0,0 0 0,0 0 1,1 0-1,-1 0 0,0-1 1,0 1-1,0 0 0,0-1 0,0 1 1,0-1-1,0 1 0,0-1 0,0 0 1,0 1-1,0-1 0,0 0 1,0 0-1,0 0 0,-1 1 0,1-1 1,0 0-1,0 0 0,-1 0 0,1 0 1,-1 0-1,1 0 0,-1 0 1,1-1-1,-1 1 0,0-1 0,1-4-1183,-1 1-1,1-1 0,-1 0 1,-1 0-1,-1-9 0,-2-6-4199</inkml:trace>
</inkml:ink>
</file>

<file path=ppt/ink/ink3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09.894"/>
    </inkml:context>
    <inkml:brush xml:id="br0">
      <inkml:brushProperty name="width" value="0.025" units="cm"/>
      <inkml:brushProperty name="height" value="0.025" units="cm"/>
    </inkml:brush>
  </inkml:definitions>
  <inkml:trace contextRef="#ctx0" brushRef="#br0">284 1 8026,'0'0'18436,"-96"293"-17588,64-213-304,0 1-224,-6-1-208,6-6-112,5 1-40,11-5-552,6 16-1481,10-23-2119,0-20-4146</inkml:trace>
</inkml:ink>
</file>

<file path=ppt/ink/ink3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1.129"/>
    </inkml:context>
    <inkml:brush xml:id="br0">
      <inkml:brushProperty name="width" value="0.025" units="cm"/>
      <inkml:brushProperty name="height" value="0.025" units="cm"/>
    </inkml:brush>
  </inkml:definitions>
  <inkml:trace contextRef="#ctx0" brushRef="#br0">591 114 992,'0'0'15526,"-16"-4"-14351,-53-14-501,63 17-639,0 0 1,0 1 0,0-1-1,0 1 1,0 1 0,0-1-1,0 1 1,0 0 0,0 0-1,0 1 1,0-1 0,0 1 0,1 1-1,-1-1 1,1 1 0,0 0-1,0 0 1,0 1 0,0-1-1,0 1 1,-4 5 0,-11 6 104,-20 14 133,1 3-1,2 1 1,1 1-1,-40 51 1,61-67-210,0 2-1,2 0 0,1 1 1,0 0-1,1 1 1,2 0-1,0 0 1,1 1-1,1 0 0,-6 48 1,10-49-45,1 1 1,2 0-1,0-1 0,5 31 1,-4-45-19,1-1 0,0 1 0,0-1 0,0 0 1,1 0-1,0 0 0,0 0 0,1-1 0,0 1 0,0-1 1,1 0-1,0 0 0,0 0 0,0-1 0,0 1 0,8 4 1,-4-4-1,0 0 0,1-1 0,-1-1 0,1 0 0,0 0 0,0 0 0,0-2 0,20 4 0,3-2 3,50-2-1,-71-2-1,8 0 0,0 0 1,0-2-1,1 0 0,-1-2 0,0 0 0,-1-1 0,1-1 0,-1-1 0,0 0 1,-1-2-1,0 0 0,28-19 0,-24 13-5,-1-1 0,-1-1 0,0-1 1,-2 0-1,20-25 0,-29 30 3,1-1-1,-2 1 1,0-1 0,-1-1-1,0 1 1,-1-1 0,-1 0-1,0-1 1,4-25 0,-4-4 30,-2-70 0,-3 100-18,-1-6 17,-1 0 0,-1 0 0,-1 1 0,-1 0 0,0 0 0,-2 0 0,0 0 0,-2 1 0,0 0 0,-1 1 0,0 0 0,-2 0 0,0 1 0,-1 1 0,0 0 0,-2 1 0,0 0 0,-20-14 0,30 25-40,-1 0 0,0 1 0,0 0 0,0 0 0,0 0 0,-1 1 0,1 0 0,-1 0 0,0 1-1,1-1 1,-1 1 0,0 1 0,0 0 0,-11 0 0,17 0-72,-1 0 0,1 0 0,-1 0 1,1 1-1,0-1 0,-1 0 0,1 1 0,-1-1 0,1 1 0,0-1 1,-1 1-1,1-1 0,0 1 0,0 0 0,-1 0 0,1 0 0,0 0 1,0 0-1,0 0 0,0 0 0,-1 2 0,0 0-338,0 0 0,1 1 0,-1-1-1,1 0 1,0 1 0,0-1 0,-1 8 0,0 22-4275</inkml:trace>
</inkml:ink>
</file>

<file path=ppt/ink/ink3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1.671"/>
    </inkml:context>
    <inkml:brush xml:id="br0">
      <inkml:brushProperty name="width" value="0.025" units="cm"/>
      <inkml:brushProperty name="height" value="0.025" units="cm"/>
    </inkml:brush>
  </inkml:definitions>
  <inkml:trace contextRef="#ctx0" brushRef="#br0">680 13 7154,'0'0'12392,"-3"-1"-11192,-1-1-1004,-1 0 1,1 0 0,-1 1-1,0 0 1,1 0 0,-1 0-1,0 0 1,-9 1 0,-48 2 285,37-1-363,7 1-77,-1 1 0,0 0 1,1 1-1,0 1 0,0 0 0,-18 9 0,-1 3 33,-60 37 0,78-41-59,-1 1-1,2 0 0,-1 2 0,2 0 0,1 1 0,0 0 0,1 2 1,0 0-1,2 0 0,0 1 0,2 1 0,0 0 0,1 1 1,1 0-1,1 0 0,1 1 0,1 0 0,1 0 0,1 0 0,2 1 1,-1 27-1,2-23-9,1 97 37,1-113-36,0 0 0,1 0-1,0-1 1,1 1 0,1-1-1,0 1 1,0-1 0,7 12-1,-3-9 17,1 0-1,1 0 1,0-1 0,22 22-1,-26-29 12,1-1 0,1 1 0,-1-1 0,1 0 0,0-1 0,0 0 0,0 0 0,0-1 0,1 0 0,11 3 0,6 0 60,1-2 1,0 0-1,31-1 0,-57-3-294,-18 9-2648,14-8 2338,-31 7-3997,-3 1-1895</inkml:trace>
</inkml:ink>
</file>

<file path=ppt/ink/ink3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2.303"/>
    </inkml:context>
    <inkml:brush xml:id="br0">
      <inkml:brushProperty name="width" value="0.025" units="cm"/>
      <inkml:brushProperty name="height" value="0.025" units="cm"/>
    </inkml:brush>
  </inkml:definitions>
  <inkml:trace contextRef="#ctx0" brushRef="#br0">0 66 7498,'0'0'10554,"10"-4"-9865,31-14 57,-39 17-671,0 0 0,0 0 1,1 1-1,-1-1 0,0 1 1,0-1-1,1 1 0,-1 0 1,0 0-1,1 0 0,-1 0 1,0 0-1,0 0 0,1 1 0,-1-1 1,0 1-1,0-1 0,1 1 1,-1 0-1,0 0 0,0 0 1,0 0-1,0 0 0,0 1 1,-1-1-1,1 1 0,0-1 1,0 1-1,1 2 0,1 2-8,0 0-1,0 0 1,-1 0-1,0 1 1,0-1-1,-1 1 1,3 10-1,-2-1-12,-1 0 0,0 0 1,-2 0-1,0 25 0,-1-3 290,1-38-344,1 0 1,-1 0 0,1 0-1,-1 0 1,1 0-1,-1 0 1,1 0-1,-1 0 1,1 0 0,-1 0-1,1 0 1,-1-1-1,1 1 1,-1 0-1,0 0 1,1 0-1,-1-1 1,1 1 0,-1 0-1,0-1 1,1 1-1,-1 0 1,1-1-1,-1 1 1,1-1 0,42-61-148,-31 42 55,1 1 0,19-22 0,-8 15-5,-8 8 55,1 0 0,1 1 1,23-18-1,-40 35 65,-1 0 0,1-1 1,0 1-1,0 0 0,-1 0 1,1-1-1,0 1 0,0 0 1,0 0-1,-1 0 1,1 0-1,0 0 0,0 0 1,0 0-1,-1 0 0,1 0 1,0 1-1,0-1 0,-1 0 1,1 0-1,0 1 0,0-1 1,-1 1-1,1-1 0,0 0 1,-1 1-1,1-1 0,0 2 1,17 17 451,-13-13-323,12 15 334,-2 1 1,0 1-1,14 27 0,-21-35-431,-7-11-265,0-1-1,0 1 1,0-1-1,-1 1 0,0-1 1,0 1-1,0-1 0,0 1 1,0-1-1,-2 6 0,-6 17-4700,-6-9 201</inkml:trace>
</inkml:ink>
</file>

<file path=ppt/ink/ink3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12.831"/>
    </inkml:context>
    <inkml:brush xml:id="br0">
      <inkml:brushProperty name="width" value="0.025" units="cm"/>
      <inkml:brushProperty name="height" value="0.025" units="cm"/>
    </inkml:brush>
  </inkml:definitions>
  <inkml:trace contextRef="#ctx0" brushRef="#br0">0 7 1088,'0'0'13783,"13"-2"-12580,-6 1-1012,-3 0-92,0 0 0,0 1 0,0-1 0,1 1 0,-1 0-1,0 0 1,0 0 0,0 1 0,0-1 0,0 1 0,0 0 0,0 0-1,0 1 1,0-1 0,0 1 0,0 0 0,-1 0 0,1 0 0,-1 0-1,7 6 1,25 29 425,-2 2 0,-2 1 0,-1 1 0,47 90-1,-54-87-282,-2 2 0,-2 1 0,-2 0 0,-2 1 0,-2 0 0,-3 2-1,-1-1 1,-3 1 0,1 73 0,-7-98-162,1-16-13,-1 1-1,1-1 1,-2 1-1,0 0 0,0-1 1,0 1-1,-1-1 1,-1 0-1,0 1 0,0-1 1,-7 13-1,0-7 202,0 1-1,-26 25 1,31-35-154,0-1 1,0 0 0,-1 0 0,0-1 0,0 1-1,0-1 1,0-1 0,-1 1 0,1-1 0,-11 3-1,16-6-692,-2 1 1934,1-1-3359,-9 0-9121</inkml:trace>
</inkml:ink>
</file>

<file path=ppt/ink/ink3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1.288"/>
    </inkml:context>
    <inkml:brush xml:id="br0">
      <inkml:brushProperty name="width" value="0.025" units="cm"/>
      <inkml:brushProperty name="height" value="0.025" units="cm"/>
    </inkml:brush>
  </inkml:definitions>
  <inkml:trace contextRef="#ctx0" brushRef="#br0">80 260 936,'0'0'8022,"-8"-25"-6598,-3-8-924,-23-80 2060,22 39 1111,5 63-2509,7 11-1074,0 0 1,0 0-1,0 0 0,0-1 0,0 1 1,0 0-1,0 0 0,-1 0 1,1 0-1,0-1 0,0 1 0,0 0 1,0 0-1,0 0 0,0 0 0,-1 0 1,1 0-1,0-1 0,0 1 1,0 0-1,0 0 0,-1 0 0,1 0 1,0 0-1,0 0 0,0 0 1,-1 0-1,1 0 0,0 0 0,0 0 1,0 0-1,0 0 0,-1 0 1,1 0-1,0 0 0,0 0 0,0 0 1,-1 0-1,1 0 0,0 0 1,0 0-1,0 0 0,0 0 0,-1 1 1,1-1-1,0 0 0,0 0 1,0 0-1,0 0 0,0 0 0,-1 0 1,1 1-1,0-1 0,2 10 107,-1-1 0,0 1 0,-1 0 0,0 0-1,-2 13 1,0 13 41,2-25-166,10 260 1194,2 7 215,-12-161-4032,-1-25-5168,1-119 2632,0-5-2439</inkml:trace>
</inkml:ink>
</file>

<file path=ppt/ink/ink3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1.751"/>
    </inkml:context>
    <inkml:brush xml:id="br0">
      <inkml:brushProperty name="width" value="0.025" units="cm"/>
      <inkml:brushProperty name="height" value="0.025" units="cm"/>
    </inkml:brush>
  </inkml:definitions>
  <inkml:trace contextRef="#ctx0" brushRef="#br0">73 195 968,'0'0'10776,"-11"-22"-9972,-32-67-84,27 60-220,14 25-40,3 3 1783,0 1-1868,76 8 596,-5 1-387,448-5 1337,-501-4-1880,419-31 568,-49 1-320,-255 22 1548,-142 8-1944,5 0-44,1-1 1,-1 1 0,0 0-1,0 0 1,1 0 0,-1 0-1,0 1 1,0-1 0,1 1-1,-1 0 1,0-1 0,1 1-1,-1 1 1,1-1 0,-1 0-1,1 0 1,-1 1 0,1 0-1,0-1 1,0 1 0,0 0-1,0 0 1,-2 3 0,-14 25-3218,-3-7-1957</inkml:trace>
</inkml:ink>
</file>

<file path=ppt/ink/ink3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2.177"/>
    </inkml:context>
    <inkml:brush xml:id="br0">
      <inkml:brushProperty name="width" value="0.025" units="cm"/>
      <inkml:brushProperty name="height" value="0.025" units="cm"/>
    </inkml:brush>
  </inkml:definitions>
  <inkml:trace contextRef="#ctx0" brushRef="#br0">849 1 1568,'0'0'15580,"-51"10"-14724,-167 41-313,195-45-437,1 1 0,1 2 0,-1 0 0,2 1 0,-1 1 0,-35 26 0,18-11 80,-8 3-4,1 2 1,2 2-1,1 2 1,-38 41-1,68-63-114,1 2 0,0 0-1,1 0 1,0 0 0,1 2-1,-12 29 1,17-34-51,1 0 0,0 0 0,1 0 0,0 0 0,0 1 0,2-1 1,-1 1-1,2-1 0,-1 1 0,2-1 0,2 14 0,-2-20-20,0-1 1,1 1-1,0 0 1,-1-1-1,2 1 1,-1-1-1,0 0 0,1 0 1,0 0-1,1-1 1,-1 1-1,1-1 1,-1 0-1,1 0 1,0-1-1,10 6 0,-4-3-30,0 0-1,1-1 0,0-1 0,-1 0 0,2 0 0,-1-1 0,18 2 0,131 0-3347,-113-5 1274,15 0-3474</inkml:trace>
</inkml:ink>
</file>

<file path=ppt/ink/ink3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2.656"/>
    </inkml:context>
    <inkml:brush xml:id="br0">
      <inkml:brushProperty name="width" value="0.025" units="cm"/>
      <inkml:brushProperty name="height" value="0.025" units="cm"/>
    </inkml:brush>
  </inkml:definitions>
  <inkml:trace contextRef="#ctx0" brushRef="#br0">1 13 1696,'0'0'16182,"19"-2"-15339,62-8-144,-79 10-668,-1 0 0,1 0-1,-1-1 1,1 1 0,-1 0-1,1 0 1,-1 1 0,1-1-1,-1 0 1,1 0 0,-1 1 0,0-1-1,1 1 1,-1-1 0,1 1-1,-1 0 1,0-1 0,0 1-1,1 0 1,-1 0 0,0 0-1,0 0 1,0 0 0,0 0 0,0 0-1,0 1 1,0-1 0,0 0-1,-1 0 1,1 1 0,0-1-1,-1 0 1,1 1 0,-1-1 0,1 1-1,-1-1 1,0 1 0,0-1-1,0 1 1,0 2 0,2 5 141,6 26 186,-3 1 1,0-1-1,-2 1 0,-3 45 0,0-79-286,1-2-57,0 0-1,0 1 0,0-1 1,0 0-1,0 0 1,0 0-1,0 0 1,0 0-1,0 0 1,0 0-1,0 0 0,0-1 1,-1 1-1,1 0 1,0-1-1,0 1 1,0 0-1,0-1 0,0 1 1,-1-1-1,1 1 1,1-2-1,3-6-12,0 0-1,0-1 1,0 0-1,3-12 1,12-22-35,-15 34 33,0 1 0,0-1 0,1 1-1,0 1 1,0-1 0,1 1 0,0 0 0,0 1 0,1 0 0,0 0 0,0 0 0,0 1-1,1 0 1,-1 1 0,1 0 0,1 0 0,-1 1 0,0 0 0,1 0 0,-1 1-1,1 1 1,19-1 0,-28 2 13,0 1 1,0-1-1,1 1 0,-1-1 0,0 1 0,0 0 0,0-1 0,0 1 1,0 0-1,0 0 0,0 0 0,0 0 0,0 0 0,-1 0 1,1 0-1,0 0 0,0 0 0,-1 0 0,1 0 0,-1 1 0,1-1 1,-1 0-1,1 2 0,9 35 136,-9-35-142,1 5-51,-2-5 21,0-1-1,0 1 1,1 0 0,-1 0-1,1-1 1,-1 1 0,1 0-1,0-1 1,1 1-1,-1 0 1,0-1 0,1 0-1,-1 1 1,1-1 0,0 0-1,-1 0 1,1 0-1,0 0 1,0 0 0,1 0-1,-1 0 1,0-1 0,1 1-1,-1-1 1,1 0-1,-1 0 1,1 0 0,-1 0-1,6 1 1,87 13-7545,-52-14 257</inkml:trace>
</inkml:ink>
</file>

<file path=ppt/ink/ink3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2.986"/>
    </inkml:context>
    <inkml:brush xml:id="br0">
      <inkml:brushProperty name="width" value="0.025" units="cm"/>
      <inkml:brushProperty name="height" value="0.025" units="cm"/>
    </inkml:brush>
  </inkml:definitions>
  <inkml:trace contextRef="#ctx0" brushRef="#br0">1 0 2617,'0'0'17825,"2"28"-16376,-1-6-1179,-1-4-88,1 0-1,1 0 0,0 0 0,1-1 0,2 1 0,-1-1 0,2 0 1,11 23-1,32 53 665,-24-49-618,-2 2 1,18 49-1,-38-82-197,0 1 1,0-1-1,-2 1 1,0-1-1,-1 27 1,0-23 15,0-14-44,0 0 0,-1 1 0,1-1 1,-1 0-1,0 0 0,0 0 0,0 0 0,0 0 1,0 0-1,-1 0 0,1 0 0,-1-1 0,0 1 0,-3 3 1,-38 33 49,37-35-93,0 1 1,0-1 0,1 1 0,-1 0-1,1 0 1,0 1 0,1 0 0,0 0 0,-1 0-1,-5 12 1,9-9-479,-1 0-1,1 1 0,0-1 1,2 19-1,-1-13-1350,0 3-4646</inkml:trace>
</inkml:ink>
</file>

<file path=ppt/ink/ink3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3.609"/>
    </inkml:context>
    <inkml:brush xml:id="br0">
      <inkml:brushProperty name="width" value="0.025" units="cm"/>
      <inkml:brushProperty name="height" value="0.025" units="cm"/>
    </inkml:brush>
  </inkml:definitions>
  <inkml:trace contextRef="#ctx0" brushRef="#br0">60 0 1880,'0'0'14712,"-10"3"-13049,-29 9-339,29-5 1710,18-4-2163,15-1-717,618-2 957,-639 0-1017,-5 0-2060,-11 0 1636,11 1-3373,2 15-12196</inkml:trace>
</inkml:ink>
</file>

<file path=ppt/ink/ink3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3.956"/>
    </inkml:context>
    <inkml:brush xml:id="br0">
      <inkml:brushProperty name="width" value="0.025" units="cm"/>
      <inkml:brushProperty name="height" value="0.025" units="cm"/>
    </inkml:brush>
  </inkml:definitions>
  <inkml:trace contextRef="#ctx0" brushRef="#br0">38 0 2473,'0'0'13959,"-8"4"-12617,5-3-1073,-19 10 402,22-11-643,0 0-1,-1 0 1,1 0 0,0 0-1,0 0 1,-1 1 0,1-1-1,0 0 1,0 0-1,-1 0 1,1 1 0,0-1-1,0 0 1,0 0 0,-1 0-1,1 1 1,0-1 0,0 0-1,0 1 1,0-1 0,0 0-1,0 0 1,-1 1-1,1-1 1,0 0 0,0 1-1,0-1 1,0 0 0,0 1-1,0-1 1,0 0 0,0 0-1,0 1 1,0-1 0,1 0-1,-1 1 1,0-1-1,0 0 1,0 1 0,0-1-1,0 0 1,0 0 0,1 1-1,-1-1 1,0 0 0,0 0-1,0 1 1,1-1 0,-1 0-1,0 0 1,0 0-1,1 0 1,-1 1 0,0-1-1,0 0 1,1 0 0,-1 0-1,0 0 1,1 0 0,-1 0-1,0 0 1,1 0-1,-1 0 1,0 0 0,0 0-1,1 0 1,-1 0 0,18 6 522,-1-2-1,1 0 1,0-2 0,24 2 0,77-4 206,-59-1-435,40 1-530,101 0 1495,-54 0-9242,-130 0-983</inkml:trace>
</inkml:ink>
</file>

<file path=ppt/ink/ink3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4.774"/>
    </inkml:context>
    <inkml:brush xml:id="br0">
      <inkml:brushProperty name="width" value="0.025" units="cm"/>
      <inkml:brushProperty name="height" value="0.025" units="cm"/>
    </inkml:brush>
  </inkml:definitions>
  <inkml:trace contextRef="#ctx0" brushRef="#br0">1 64 1584,'0'0'11731,"14"-7"-10319,44-20-217,-56 26-1054,-1 0 0,1 0-1,0 0 1,-1 0 0,1 0-1,0 1 1,0-1 0,0 1 0,0 0-1,-1-1 1,1 1 0,0 0-1,0 0 1,0 0 0,0 0 0,0 1-1,0-1 1,0 0 0,-1 1-1,1-1 1,0 1 0,0 0 0,0-1-1,-1 1 1,1 0 0,0 0 0,-1 0-1,1 0 1,-1 1 0,2 1-1,1 2-57,-1-1 0,-1 1-1,1 0 1,-1 1-1,0-1 1,0 0 0,2 10-1,2 3 424,11 29-106,-2 0 0,-2 1 1,-2 1-1,-2 0 0,-2 0 0,0 70 0,-7-117-61,0-17-193,1-7-162,1 0-1,1 1 1,1-1-1,1 1 1,1 0 0,0 0-1,2 0 1,0 1-1,21-35 1,-11 26 3,1 1 0,1 1 0,1 1 0,1 0 0,47-39 0,-62 59 16,0 0 0,1 1 1,-1 0-1,1 1 1,1-1-1,-1 2 1,1-1-1,-1 1 1,1 0-1,0 1 1,0 0-1,0 1 0,0 0 1,0 0-1,0 0 1,11 2-1,-18-1 12,-1 0-1,1 1 1,0-1-1,0 0 1,-1 1-1,1-1 1,0 1 0,-1 0-1,1 0 1,0-1-1,-1 1 1,1 0-1,-1 0 1,1 0-1,-1 1 1,0-1-1,1 0 1,-1 0 0,0 1-1,0-1 1,0 1-1,0-1 1,0 1-1,0-1 1,-1 1-1,1 0 1,0-1-1,-1 1 1,1 2-1,2 8 88,-1-1 0,0 1 0,0 19 0,-1-12 64,5 231 2045,-7-160-1372,20-77-2328,21 26-4623,-19-25-321</inkml:trace>
</inkml:ink>
</file>

<file path=ppt/ink/ink3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5.324"/>
    </inkml:context>
    <inkml:brush xml:id="br0">
      <inkml:brushProperty name="width" value="0.025" units="cm"/>
      <inkml:brushProperty name="height" value="0.025" units="cm"/>
    </inkml:brush>
  </inkml:definitions>
  <inkml:trace contextRef="#ctx0" brushRef="#br0">0 32 2721,'2'2'15442,"6"1"-14394,88-1 3232,-2 0-3665,75-1-368,555-21-3,-652 12-128,-7 1 951,85 1 0,-150 18-4501,-1 10-682,-3-3-1370</inkml:trace>
</inkml:ink>
</file>

<file path=ppt/ink/ink3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25.892"/>
    </inkml:context>
    <inkml:brush xml:id="br0">
      <inkml:brushProperty name="width" value="0.025" units="cm"/>
      <inkml:brushProperty name="height" value="0.025" units="cm"/>
    </inkml:brush>
  </inkml:definitions>
  <inkml:trace contextRef="#ctx0" brushRef="#br0">1 0 2881,'0'0'17094,"20"1"-15742,296 3 2132,-157-3-3095,-156-1-385,-1 0 0,1 1 0,-1-1 1,1 1-1,-1 0 0,1 0 0,-1 0 0,1 0 0,-1 0 0,0 1 0,1-1 0,-1 1 1,0-1-1,0 1 0,0 0 0,0 0 0,-1 0 0,1 0 0,0 0 0,-1 0 1,1 0-1,-1 0 0,0 1 0,0-1 0,0 1 0,0-1 0,0 1 0,-1-1 0,1 1 1,-1-1-1,1 4 0,0 5 29,0-1 0,-1 1 0,0 0 0,0-1 0,-1 1 0,-4 16 0,2-17-13,-1-1 0,1 0 0,-1 0 1,-1 0-1,0 0 0,0-1 0,-1 0 1,0 0-1,-13 13 0,-8 6 31,-34 27-1,58-52-45,-117 84 83,91-67-83,24-16-4,4-3-2,-1 1 0,1-1 0,0 1 1,0-1-1,0 1 0,0 0 1,0-1-1,0 1 0,0 0 1,0 0-1,1 0 0,-1 0 1,0-1-1,0 1 0,1 0 1,-1 1-1,0 0 0,1-2-1,0 0 1,0 0-1,0 0 0,0 0 0,0 0 0,0 1 0,0-1 1,0 0-1,0 0 0,0 0 0,0 0 0,0 0 0,0 1 1,0-1-1,0 0 0,0 0 0,0 0 0,0 0 0,0 0 1,0 0-1,0 1 0,0-1 0,0 0 0,0 0 0,0 0 1,1 0-1,-1 0 0,0 0 0,0 0 0,0 1 0,0-1 1,0 0-1,0 0 0,0 0 0,1 0 0,-1 0 1,0 0-1,0 0 0,0 0 0,0 0 0,0 0 0,0 0 1,1 0-1,-1 0 0,0 0 0,0 0 0,0 0 0,0 0 1,0 0-1,1 0 0,-1 0 0,13 1-31,-9-1 21,65 0 275,232-4 620,-212-2-666,122-22-1,-161 22 158,-49 6-12</inkml:trace>
</inkml:ink>
</file>

<file path=ppt/ink/ink3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2.492"/>
    </inkml:context>
    <inkml:brush xml:id="br0">
      <inkml:brushProperty name="width" value="0.025" units="cm"/>
      <inkml:brushProperty name="height" value="0.025" units="cm"/>
    </inkml:brush>
  </inkml:definitions>
  <inkml:trace contextRef="#ctx0" brushRef="#br0">391 556 744,'0'0'1483,"2"-28"185,1-8-748,3-91 2902,-6 124-3197,1 0-1,-1 0 1,0 0 0,0 1 0,0-1 0,-1 0 0,1 0 0,-1 0 0,1 0 0,-1 0 0,0 1 0,0-1 0,-2-3 0,2 5-231,0 1 0,0-1 0,0 0-1,0 1 1,0-1 0,-1 1 0,1-1-1,0 1 1,0 0 0,0-1 0,-1 1-1,1 0 1,0 0 0,-2 0 0,-21-1 768,17 1-1131,1 0 1,-1 0 0,1 1 0,-1 0 0,1 0 0,-1 0 0,1 1 0,0 0 0,-1 1 0,1-1 0,0 1 0,1 0 0,-1 0 0,0 1-1,1 0 1,-7 6 0,-9 8-32,1 1-1,1 2 1,0-1-1,2 2 1,1 0-1,0 2 1,2-1-1,1 2 1,-12 29-1,13-22-21,0 0 0,3 1 0,1 0 0,1 1 0,2 0 1,-2 68-1,6-72-14,4 46-115,-3-74 141,1 0 0,-1 1 0,1-1-1,0 1 1,0-1 0,0 0 0,0 0 0,0 1 0,1-1 0,-1 0 0,0 0 0,1 0-1,0-1 1,0 1 0,-1 0 0,1 0 0,0-1 0,0 0 0,0 1 0,1-1 0,-1 0-1,0 0 1,0 0 0,1 0 0,-1 0 0,0-1 0,1 1 0,2 0 0,10 1 4,-1-1 0,1 0 0,27-2 0,-12 0 40,-6-1-23,-1 0-1,1-1 1,-1-2 0,0 0-1,0-1 1,-1-2 0,32-14-1,-6-1-5,-1-3 0,55-38 0,-84 52 4,-1-1 0,-1-1 0,0 0 0,-1-1 0,17-21-1,-25 28 3,-1-1 0,-1-1 0,1 1 0,-1-1-1,-1 0 1,0 0 0,0-1 0,-1 1-1,0-1 1,-1 1 0,-1-1 0,2-12 0,-2 1 29,1 5-15,-1-1 0,-1 0 0,0 1 0,-2-1 0,1 0 0,-2 1 0,-7-25 0,1 22-18,-1 0 0,0 1 0,-1 1 1,-18-22-1,-62-66 79,-114-108 37,200 209-137,4 4 1,-1-1-1,1 1 1,0 0-1,0-1 1,-1 1 0,1 0-1,-1 0 1,0 0-1,1 0 1,-1 0-1,0 0 1,1 0-1,-1 1 1,0-1-1,0 0 1,0 1 0,1 0-1,-5-1 1,5 9-377,1 4 153,-1-6 97,0 0 1,1 0 0,0 0-1,1 0 1,-1-1 0,1 1 0,0 0-1,0 0 1,1 0 0,0-1-1,0 1 1,3 5 0,13 15-1190,1-2 0,2-1 0,0 0-1,27 21 1,21 4-4960</inkml:trace>
</inkml:ink>
</file>

<file path=ppt/ink/ink3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2.996"/>
    </inkml:context>
    <inkml:brush xml:id="br0">
      <inkml:brushProperty name="width" value="0.025" units="cm"/>
      <inkml:brushProperty name="height" value="0.025" units="cm"/>
    </inkml:brush>
  </inkml:definitions>
  <inkml:trace contextRef="#ctx0" brushRef="#br0">751 9 1224,'0'0'17560,"-15"-2"-16256,4 0-1086,4 1-131,0-1-1,0 1 1,1 1 0,-1-1-1,0 1 1,0 1-1,0-1 1,0 1-1,0 0 1,1 0-1,-1 1 1,0 0-1,1 1 1,-9 3 0,-11 10 161,1 1 0,1 1 0,-39 36 1,-59 74 315,73-73-459,3 2-1,2 2 0,2 2 0,3 2 1,-49 110-1,79-153-121,1 0 0,1 1 0,1 0 0,1 0 0,1 1 0,1-1 1,0 1-1,2 0 0,1-1 0,0 1 0,5 29 0,-3-44 7,1 0 0,0 0 0,1 0 0,-1 0 0,1-1 0,0 1 0,1-1 0,0 0 0,0 0 0,0-1 0,0 0-1,1 1 1,0-2 0,0 1 0,1-1 0,-1 0 0,12 5 0,6 3 37,0-2-1,0 0 1,48 11-1,19-8-85,-23-5-2418,-53-7-3146,-12-1 1466</inkml:trace>
</inkml:ink>
</file>

<file path=ppt/ink/ink3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3.650"/>
    </inkml:context>
    <inkml:brush xml:id="br0">
      <inkml:brushProperty name="width" value="0.025" units="cm"/>
      <inkml:brushProperty name="height" value="0.025" units="cm"/>
    </inkml:brush>
  </inkml:definitions>
  <inkml:trace contextRef="#ctx0" brushRef="#br0">1 220 1176,'0'0'15244,"0"-14"-13880,0-43-309,0 55-975,0 1 0,0 0 1,0 0-1,0 0 0,0-1 1,0 1-1,0 0 0,1 0 0,-1 0 1,0 0-1,1-1 0,-1 1 1,1 0-1,-1 0 0,1 0 1,-1 0-1,1 0 0,0 0 1,0 0-1,-1 0 0,1 0 0,0 1 1,0-1-1,0 0 0,0 0 1,0 1-1,0-1 0,0 1 1,2-2-1,0 2 11,0-1 0,1 1 0,-1-1 0,0 1 0,0 0 0,1 0 0,5 2 0,0-1 267,-5-2-321,0 1 0,0 1 1,0-1-1,0 1 0,0 0 0,0 0 0,0 0 0,0 0 0,0 0 0,0 1 1,-1 0-1,1 0 0,0 0 0,-1 0 0,0 1 0,0-1 0,1 1 0,-2 0 1,1 0-1,0 0 0,0 0 0,-1 0 0,0 0 0,4 8 0,1 0 18,0 1 0,-1-1 1,-1 1-1,0 1 0,0-1 0,-1 1 0,-1-1 0,0 1 0,-1 0 0,0 0 0,-1 1 0,-1 14 0,0-27 576,5-20-343,4-16-220,-5 13-122,1 1 0,1-1 0,1 1-1,1 0 1,1 0 0,14-22-1,-12 25-4,1 1 1,28-30-1,-36 43 55,0 0 0,1 0-1,-1 0 1,1 1 0,0 0 0,0 0 0,0 0 0,0 1 0,0-1-1,1 1 1,-1 0 0,1 1 0,-1-1 0,1 1 0,11 0 0,-16 1 8,0 0 1,-1 1-1,1-1 1,0 0-1,0 1 1,0 0-1,0-1 1,-1 1 0,1-1-1,0 1 1,-1 0-1,1-1 1,0 1-1,-1 0 1,1 0 0,-1-1-1,1 1 1,-1 0-1,1 0 1,-1 0-1,0 0 1,1 0-1,-1 1 1,8 28 154,-6-22-111,4 23 407,3 44 1,2 10 225,-9-75-769,3 9 376,7-11-2931,7-5-3528,-12-1 1754,8-2-7587</inkml:trace>
</inkml:ink>
</file>

<file path=ppt/ink/ink3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9:34.202"/>
    </inkml:context>
    <inkml:brush xml:id="br0">
      <inkml:brushProperty name="width" value="0.025" units="cm"/>
      <inkml:brushProperty name="height" value="0.025" units="cm"/>
    </inkml:brush>
  </inkml:definitions>
  <inkml:trace contextRef="#ctx0" brushRef="#br0">32 94 1744,'0'0'10613,"-6"-12"-9122,-15-39-494,20 50-889,1 1 0,-1-2 0,1 1 1,-1 0-1,1 0 0,0 0 0,0 0 1,-1 0-1,1 0 0,0 0 0,0 0 1,0 0-1,0-1 0,0 1 0,0 0 1,0 0-1,1 0 0,-1 0 0,0 0 1,1 0-1,0-2 0,-1 3-53,1-1 1,0 0-1,-1 1 0,1-1 1,0 1-1,0-1 0,0 1 1,-1 0-1,1-1 0,0 1 0,0 0 1,0 0-1,0-1 0,0 1 1,0 0-1,-1 0 0,1 0 1,0 0-1,0 0 0,1 1 1,2-1 56,0 1 0,-1-1 1,1 1-1,0 0 0,-1 1 1,1-1-1,-1 1 0,1-1 1,5 5-1,8 12 224,-1 1-1,0 1 1,15 25 0,1 1 44,143 165 864,12 16 294,-175-211-1462,0 1 1,-1 1-1,-1-1 1,0 1-1,-1 1 1,-1 0-1,-1 0 1,-1 1 0,-1 0-1,0 0 1,-2 0-1,2 31 1,-5-40-12,1 1 66,0 1 0,-2 0 0,1 0 0,-1 0 0,-1-1 0,-1 1 0,0 0 0,0-1 1,-1 0-1,-9 20 0,-3-9 101,-1-1 1,0-1-1,-2 0 1,0-2-1,-40 32 1,10-9 64,49-41-258,12-1-2748,54-6-3256,-23-6-3984,-25 3 1147</inkml:trace>
</inkml:ink>
</file>

<file path=ppt/ink/ink3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6.619"/>
    </inkml:context>
    <inkml:brush xml:id="br0">
      <inkml:brushProperty name="width" value="0.025" units="cm"/>
      <inkml:brushProperty name="height" value="0.025" units="cm"/>
    </inkml:brush>
  </inkml:definitions>
  <inkml:trace contextRef="#ctx0" brushRef="#br0">75 0 5169,'0'0'7400,"13"0"-5985,-10 2 1857,-2 33-2888,-2 1 1,-2 0-1,-10 48 0,-5-6-381,-32 152-860,46-204-1151,2 0 0,1 30 1,1-38-531,0 2-4880</inkml:trace>
</inkml:ink>
</file>

<file path=ppt/ink/ink3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7.263"/>
    </inkml:context>
    <inkml:brush xml:id="br0">
      <inkml:brushProperty name="width" value="0.025" units="cm"/>
      <inkml:brushProperty name="height" value="0.025" units="cm"/>
    </inkml:brush>
  </inkml:definitions>
  <inkml:trace contextRef="#ctx0" brushRef="#br0">71 62 3321,'0'0'11443,"22"-10"-10916,75-28-16,-88 35-403,1 0-1,0 0 1,0 2-1,0-1 1,0 1-1,0 0 1,0 1-1,19 2 1,5 0 148,-29-2-228,-1 1 0,1-1 0,-1 1 0,1 0-1,-1 0 1,0 1 0,0-1 0,0 1 0,1 0 0,-1 0 0,-1 0-1,1 1 1,0-1 0,-1 1 0,1 0 0,-1 0 0,0 0-1,0 1 1,0-1 0,0 1 0,-1-1 0,1 1 0,-1 0-1,0 0 1,0 0 0,2 6 0,1 4 8,-1 0-1,0 1 1,-1 0 0,0-1-1,-1 1 1,0 27 0,-2-38-26,-1 0-1,1 0 1,-1 0 0,1 0 0,-1 0-1,-1 0 1,1-1 0,0 1-1,-1-1 1,0 1 0,0-1 0,0 1-1,0-1 1,0 0 0,-1 0 0,1 0-1,-1 0 1,0 0 0,-3 2 0,-6 4 26,-1-1 1,0 0 0,-24 10 0,4-2-43,-109 46 58,141-61-69,0 1 1,-1-1-1,2 0 0,-1 1 1,0-1-1,0 1 0,0 0 1,1-1-1,-1 1 0,1-1 1,-1 1-1,1 0 0,0-1 1,-1 1-1,1 0 1,0 0-1,0-1 0,0 1 1,0 0-1,1 0 0,-1-1 1,1 3-1,0 8-82,-1-8 85,1-1 0,0 1 0,0-1-1,0 1 1,0-1 0,1 1 0,-1-1-1,1 1 1,0-1 0,0 0 0,0 0-1,0 0 1,1 0 0,-1-1 0,4 4-1,53 43-100,-30-26 6,-22-18 66,-1 0-1,0 0 0,-1 1 0,0 0 0,1 0 1,-2 0-1,1 0 0,-1 1 0,0-1 0,0 1 1,-1 0-1,0 1 0,0-1 0,0 0 0,-1 1 0,-1 0 1,1-1-1,-1 1 0,0 13 0,0-6 28,-1-11 31,1-1-1,-1 1 1,0-1 0,0 1 0,0-1 0,-1 1 0,1-1-1,-1 1 1,0-1 0,0 1 0,0-1 0,0 1 0,0-1-1,-1 0 1,0 0 0,1 0 0,-1 0 0,-4 5 0,-5 2 85,1-1 0,-2-1 0,1 0 0,-1 0 0,0-1 0,0 0 0,-1-1 0,0-1 0,-26 8-1,12-7 89,0-1 0,0-1 0,-1-1 0,-30-2 0,57-1-214,0 0 1,0 0-1,0 0 1,0 0-1,0-1 1,1 1-1,-1 0 1,0-1-1,0 1 1,0-1 0,1 1-1,-1-1 1,0 1-1,1-1 1,-1 0-1,0 1 1,1-1-1,-1 0 1,1 1-1,-1-1 1,1 0-1,-1 0 1,1 0 0,0 1-1,-1-1 1,1 0-1,0 0 1,-1 0-1,1 0 1,0 0-1,0 1 1,0-1-1,0 0 1,0 0-1,0 0 1,0 0-1,0 0 1,1 0 0,-1 0-1,0 1 1,0-1-1,1 0 1,-1 0-1,0 0 1,1 0-1,-1 1 1,1-1-1,-1 0 1,1 1-1,0-1 1,-1 0-1,1 1 1,0-1 0,-1 1-1,1-1 1,0 1-1,0-1 1,-1 1-1,1-1 1,0 1-1,0 0 1,1-1-1,76-19-2305,80-26-3597,-82 20 310</inkml:trace>
</inkml:ink>
</file>

<file path=ppt/ink/ink3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7.685"/>
    </inkml:context>
    <inkml:brush xml:id="br0">
      <inkml:brushProperty name="width" value="0.025" units="cm"/>
      <inkml:brushProperty name="height" value="0.025" units="cm"/>
    </inkml:brush>
  </inkml:definitions>
  <inkml:trace contextRef="#ctx0" brushRef="#br0">0 53 4825,'0'0'10480,"7"-9"-9542,18-26-51,-19 26 1673,-6 14-2448,0 176 321,0-179-445,0-1 0,0 1 1,0 0-1,0 0 0,0-1 0,1 1 0,-1 0 0,1-1 1,-1 1-1,1 0 0,0-1 0,0 1 0,-1-1 1,1 1-1,0-1 0,0 1 0,1-1 0,-1 0 0,0 1 1,0-1-1,1 0 0,-1 0 0,0 0 0,1 0 1,-1 0-1,1 0 0,0-1 0,-1 1 0,1 0 0,0-1 1,-1 1-1,4-1 0,5 2-143,0-1 1,0-1-1,0 0 1,17-2-1,-12 1 90,-6-1 29,0 1 0,0-2 0,0 1 0,-1-1 0,1-1 0,-1 1 0,0-1 0,0-1 0,0 1 0,-1-2 0,0 1 0,0-1 0,9-9 0,-1 1 73,-1-1 0,-1-1 0,0 0 0,18-33 0,-30 47 1319,-1 26-1337,0-1-248,0-1 0,2 1 0,1-1 0,0 0 0,12 39 0,-13-57-11,0 0 0,0 1-1,0-1 1,0 0-1,1 0 1,0 0 0,0 0-1,0-1 1,0 1 0,1-1-1,-1 0 1,1 0-1,0 0 1,6 4 0,0-2-700,0-1 0,0 0 0,0 0-1,0-1 1,18 3 0,29 1-4462</inkml:trace>
</inkml:ink>
</file>

<file path=ppt/ink/ink3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8.220"/>
    </inkml:context>
    <inkml:brush xml:id="br0">
      <inkml:brushProperty name="width" value="0.025" units="cm"/>
      <inkml:brushProperty name="height" value="0.025" units="cm"/>
    </inkml:brush>
  </inkml:definitions>
  <inkml:trace contextRef="#ctx0" brushRef="#br0">158 1 9090,'0'0'9067,"-3"36"-8367,-13 122 39,9-72-75,-4 1-1,-4-1 1,-50 158-1,62-236-672,2-7-4,1 1 0,-1-1 0,1 0 0,-1 1 0,1-1 0,-1 1-1,1-1 1,0 1 0,0-1 0,0 1 0,0-1 0,0 1 0,0-1-1,0 0 1,0 1 0,1 1 0,18-17-1010,-2-1 727,1 0 1,35-22-1,-44 32 176,-1 1-1,1-1 1,0 2 0,0 0 0,0 0-1,0 0 1,1 1 0,-1 0 0,1 1 0,10 0-1,-19 23-44,0-18 204,-1-1 0,0 1-1,0-1 1,0 1 0,0-1 0,-1 1 0,1-1 0,-1 1 0,0-1-1,0 0 1,-1 1 0,1-1 0,0 0 0,-1 0 0,0 0-1,0 0 1,0 0 0,0 0 0,0 0 0,-1-1 0,1 1-1,-1-1 1,0 0 0,1 0 0,-1 0 0,0 0 0,0 0-1,0 0 1,-1-1 0,1 0 0,0 1 0,-7 0 0,-6 3 82,0-1 1,-1-1 0,0-1 0,1 0-1,-1-1 1,-23-1 0,30 0-94,8 0-55,1-1 0,-1 1-1,0-1 1,0 0 0,0 1 0,0-1 0,1 0 0,-1 0 0,0 0 0,1 0 0,-1 0 0,1 0 0,-1-1-1,1 1 1,0-1 0,-1 1 0,1-1 0,0 1 0,0-1 0,0 1 0,0-1 0,0 0 0,1 0-1,-1 0 1,0-2 0,0 2-260,0 0 0,0-1 0,1 1-1,-1 0 1,1 0 0,0-1 0,-1 1-1,1-1 1,0 1 0,0 0 0,1-1-1,-1 1 1,0 0 0,1 0 0,0-1 0,-1 1-1,1 0 1,0 0 0,0-1 0,0 1-1,0 0 1,2-2 0,16-12-4022</inkml:trace>
</inkml:ink>
</file>

<file path=ppt/ink/ink3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8.828"/>
    </inkml:context>
    <inkml:brush xml:id="br0">
      <inkml:brushProperty name="width" value="0.025" units="cm"/>
      <inkml:brushProperty name="height" value="0.025" units="cm"/>
    </inkml:brush>
  </inkml:definitions>
  <inkml:trace contextRef="#ctx0" brushRef="#br0">241 0 8490,'0'0'10113,"-12"39"-9415,-36 130-97,34-111-120,-8 71 1,0-5-89,4-50-278,-3-2 1,-32 70 0,47-132-120,5-8-28,0-1 1,0 0 0,0 1-1,1-1 1,-1 1 0,0-1-1,0 1 1,1 0 0,-1-1-1,1 1 1,0 0 0,-1-1-1,1 1 1,0 0 0,0 2-1,9-11-957,12-7 865,43-22 0,-55 32 84,1 0-1,0 1 0,0 0 1,0 0-1,0 1 1,1 1-1,18-2 1,-29 4 37,1 0 0,0 0 0,-1 0 0,1 0 0,0 0 0,-1 0 1,1 0-1,-1 0 0,0 0 0,1 0 0,-1 0 0,0 0 0,0 0 1,1 0-1,-1 0 0,0 0 0,0 0 0,0 0 0,0 1 0,0-1 1,-1 0-1,1 0 0,-1 1 0,1 4 19,0 96 910,0-100-870,-1 1-1,0 0 1,1-1-1,-1 1 1,0-1-1,0 1 1,-1-1 0,1 0-1,0 1 1,-1-1-1,1 0 1,-1 0-1,0 0 1,0 0 0,0 0-1,0 0 1,0-1-1,0 1 1,0-1 0,-1 1-1,1-1 1,0 0-1,-1 0 1,1 0-1,-1 0 1,0 0 0,-3 0-1,-6 2 159,-1 0-1,1-1 1,0 0 0,-21 0 0,-46-2 196,78 0-562,1-10-3171,0 5 2663,0-1 0,1 0 0,0 0 1,0 1-1,0-1 0,0 1 0,1-1 0,5-10 0,17-19-5210</inkml:trace>
</inkml:ink>
</file>

<file path=ppt/ink/ink3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9.159"/>
    </inkml:context>
    <inkml:brush xml:id="br0">
      <inkml:brushProperty name="width" value="0.025" units="cm"/>
      <inkml:brushProperty name="height" value="0.025" units="cm"/>
    </inkml:brush>
  </inkml:definitions>
  <inkml:trace contextRef="#ctx0" brushRef="#br0">198 1 1456,'0'0'14781,"0"8"-13554,-1 14-430,-1 1 0,-1-1 0,-10 36 0,-27 73 584,14-48-718,-43 179 4,51-187-634,9-42-43,5-19-507,0 1 0,1-1 0,1 1 0,-2 23-1,4 9-5990,3-42 2986,10-4-1623</inkml:trace>
</inkml:ink>
</file>

<file path=ppt/ink/ink3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19.748"/>
    </inkml:context>
    <inkml:brush xml:id="br0">
      <inkml:brushProperty name="width" value="0.025" units="cm"/>
      <inkml:brushProperty name="height" value="0.025" units="cm"/>
    </inkml:brush>
  </inkml:definitions>
  <inkml:trace contextRef="#ctx0" brushRef="#br0">220 0 8666,'0'0'7241,"-4"18"-6889,-14 58-43,16-66-187,0-1 0,1 1 0,0 0 1,1 0-1,1 15 0,0-1 61,-1-21-166,1 0-1,0-1 1,-1 1 0,1-1 0,1 1 0,-1-1-1,0 1 1,1-1 0,-1 0 0,1 1 0,-1-1-1,1 0 1,0 0 0,0 0 0,0-1 0,0 1-1,0 0 1,1-1 0,2 2 0,0 0 10,-1 0-1,1-1 1,-1 1 0,1-1-1,0-1 1,0 1 0,0-1-1,0 1 1,10 0 0,-14-2 0,0-1 1,0 1-1,0 0 1,0 0-1,0-1 1,0 1-1,-1-1 1,1 1-1,0-1 1,0 1-1,0-1 1,0 1-1,0-1 1,-1 0-1,1 1 1,0-1-1,0 0 1,-1 0 0,1 1-1,-1-1 1,1 0-1,-1 0 1,1 0-1,0-1 1,0-2 30,1-1 0,-1 1 1,1-1-1,-1 1 1,-1-1-1,1-5 0,0 6-38,-1-1 1,1 1-1,-1-1 0,-1 1 0,1-1 0,-1 1 0,1 0 0,-1-1 1,0 1-1,-1 0 0,1-1 0,-1 1 0,0 0 0,-2-4 1,-2 3-19,0 0 1,-1 0 0,1 1 0,-1-1 0,0 1 0,0 1 0,0-1 0,-15-3 0,18 5-7,1 1-1,-1 0 0,0 1 1,0-1-1,1 1 1,-1-1-1,0 1 1,0 0-1,0 1 1,1-1-1,-1 1 1,0-1-1,0 1 0,1 0 1,-1 1-1,0-1 1,1 1-1,0-1 1,-1 1-1,1 0 1,-5 4-1,-8 12 17,1 1-1,0 1 1,2 0 0,0 1-1,1 1 1,-9 24 0,13-23 48,1 0 1,1 0 0,1 0 0,2 0 0,0 1 0,1-1-1,2 44 1,0-64-45,0 1 1,0-1-1,0 1 0,1-1 0,-1 1 0,1-1 0,0 1 1,0-1-1,0 0 0,0 1 0,1-1 0,0 0 0,3 6 1,-3-7 4,0 0 1,0 0-1,0-1 1,1 1-1,-1 0 1,1-1-1,-1 1 1,1-1-1,0 0 1,-1 0-1,1 0 1,0 0-1,0-1 1,0 1-1,0-1 1,-1 1-1,4-1 1,2 0 27,22 3 166,36-3 0,-58 0-260,0-1 0,0 0 0,1 0 0,-1-1 0,0 0 0,0-1 0,-1 0 0,1 0 0,10-6 0,48-42-3805,-53 40 1563,19-15-7014</inkml:trace>
</inkml:ink>
</file>

<file path=ppt/ink/ink3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0.346"/>
    </inkml:context>
    <inkml:brush xml:id="br0">
      <inkml:brushProperty name="width" value="0.025" units="cm"/>
      <inkml:brushProperty name="height" value="0.025" units="cm"/>
    </inkml:brush>
  </inkml:definitions>
  <inkml:trace contextRef="#ctx0" brushRef="#br0">867 77 10458,'0'0'11333,"-17"-12"-10798,5 4-455,4 1-39,0 1 0,0 1-1,-1 0 1,0 0-1,0 0 1,0 1 0,0 1-1,-1 0 1,1 0-1,-1 0 1,0 1 0,-16-1-1,-1 1-12,-1 2 0,1 0-1,0 2 1,0 1 0,0 1-1,0 1 1,-37 12 0,30-3-20,1 2 1,-57 35-1,73-40-11,1 1 0,1 0-1,-1 1 1,2 1 0,0 0 0,-22 30-1,31-36-50,0 1 0,1-1 0,0 1 0,1 0 0,0-1 0,0 1 0,1 1 0,-2 12 0,4-18-21,-1 1 1,1-1 0,0 1-1,0-1 1,0 0-1,0 1 1,1-1 0,0 0-1,0 1 1,0-1 0,0 0-1,1 0 1,0 0-1,0 0 1,0 0 0,0 0-1,0 0 1,1-1 0,0 1-1,3 3 1,13 6-210,1-1 1,-1 0-1,2-2 1,0 0-1,42 13 1,9 4-230,-54-20 393,-2 1 0,1 1-1,28 19 1,-41-25 111,0 0 1,0 1-1,0-1 1,-1 1-1,1-1 0,-1 1 1,0 0-1,-1 1 0,1-1 1,0 0-1,-1 1 1,0-1-1,0 1 0,-1 0 1,1-1-1,-1 1 0,0 0 1,0 0-1,0 8 1,-1-10 71,1 0 1,-1 1 0,0-1 0,0 0 0,-1 0 0,1 1 0,0-1 0,-1 0-1,0 0 1,0 1 0,0-1 0,0 0 0,0 0 0,-1 0 0,0 0 0,1-1-1,-1 1 1,0 0 0,0-1 0,0 1 0,-1-1 0,1 1 0,-1-1-1,1 0 1,-1 0 0,0 0 0,-2 1 0,-58 35 472,-1-2 0,-2-4-1,-1-2 1,-86 26 0,143-53-650,1-1 0,-1 1 0,0-1 0,-1-1 0,1 0-1,-16-1 1,25 0-962,27 0-3710,23 0-35,9 0-2110</inkml:trace>
</inkml:ink>
</file>

<file path=ppt/ink/ink3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0.731"/>
    </inkml:context>
    <inkml:brush xml:id="br0">
      <inkml:brushProperty name="width" value="0.025" units="cm"/>
      <inkml:brushProperty name="height" value="0.025" units="cm"/>
    </inkml:brush>
  </inkml:definitions>
  <inkml:trace contextRef="#ctx0" brushRef="#br0">343 49 5265,'0'0'14698,"-33"10"-14349,-100 35-163,126-42-175,1 0 0,0 0 1,0 0-1,0 1 0,1 0 1,-1 0-1,1 1 0,0-1 1,0 1-1,0 0 0,1 1 1,-8 10-1,0 1 6,4-6-27,1 0 0,1 1-1,0 0 1,0-1 0,1 2 0,1-1 0,0 1 0,1-1 0,0 1 0,1 0 0,0 0 0,1 0 0,1 0 0,0 1-1,3 24 1,-2-36-23,-1 0 0,1 0-1,0 0 1,0-1 0,0 1-1,0 0 1,0-1 0,0 1-1,0 0 1,0-1 0,1 0-1,-1 1 1,1-1 0,-1 0-1,1 1 1,-1-1 0,1 0-1,0 0 1,-1 0 0,1-1-1,0 1 1,0 0 0,0-1-1,0 1 1,0-1 0,-1 1-1,1-1 1,0 0 0,4 0-1,9 1-354,1 0 0,25-3-1,-29 1 237,-8 1 109,0-1 1,-1 1 0,1-1 0,0 0-1,-1 0 1,1 0 0,-1 0 0,1-1-1,-1 1 1,0-1 0,1 0 0,-1 0 0,0 0-1,0 0 1,-1 0 0,6-6 0,-4 3 22,-1 0 1,1 0 0,-1 0 0,0-1 0,-1 1-1,1-1 1,-1 0 0,0 1 0,1-9 0,1-9 123,-2-1 1,0 1 0,-1-1-1,-4-25 1,2 41-4,0-1 0,-1 1 0,-1 0 0,1 0 0,-1 0 0,-1 0 0,1 0 0,-1 1 0,-1 0 0,1 0 0,-1 0 0,-1 0 0,1 1 0,-1-1 0,-9-6 0,4 3 2,-1 0 0,0 1 1,-1 1-1,0 0 0,0 0 0,-1 1 0,-25-8 1,31 12-374,-1 2 1,0-1-1,0 1 1,0 1 0,-10 0-1,19 1-280,-1 1 0,1 0-1,0-1 1,0 1 0,0 0-1,-1-1 1,2 1 0,-1 0-1,0 0 1,0-1 0,1 3-1,8 22-6169</inkml:trace>
</inkml:ink>
</file>

<file path=ppt/ink/ink3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1.061"/>
    </inkml:context>
    <inkml:brush xml:id="br0">
      <inkml:brushProperty name="width" value="0.025" units="cm"/>
      <inkml:brushProperty name="height" value="0.025" units="cm"/>
    </inkml:brush>
  </inkml:definitions>
  <inkml:trace contextRef="#ctx0" brushRef="#br0">1 1 8834</inkml:trace>
</inkml:ink>
</file>

<file path=ppt/ink/ink3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1.393"/>
    </inkml:context>
    <inkml:brush xml:id="br0">
      <inkml:brushProperty name="width" value="0.025" units="cm"/>
      <inkml:brushProperty name="height" value="0.025" units="cm"/>
    </inkml:brush>
  </inkml:definitions>
  <inkml:trace contextRef="#ctx0" brushRef="#br0">1 220 8834,'90'129'2910,"-59"-93"-524,-14-28-229,0 1-297,-13-6-1700,0 1 0,0-1 1,0 1-1,-1 0 0,1 0 1,-1 1-1,0-1 0,0 1 1,-1 0-1,1 0 0,-1-1 1,0 2-1,0-1 0,-1 0 1,1 0-1,0 8 0,-2-12 870,0-11-301,-1-4-700,-1 0-1,0 0 0,-5-16 0,2 11-34,1 1-1,-1-20 1,4 18-5,-2-11-66,2 0 0,1-1-1,7-45 1,-5 69-41,0 0 1,1 0 0,0 1-1,0 0 1,1 0 0,-1 0-1,2 0 1,-1 0 0,1 1-1,0 0 1,0 0 0,1 0-1,0 0 1,0 1 0,13-8 0,-14 9-1123,1 1 0,0-1 0,1 2 0,-1-1 1,0 1-1,14-3 0,-5 4-6592</inkml:trace>
</inkml:ink>
</file>

<file path=ppt/ink/ink3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1.731"/>
    </inkml:context>
    <inkml:brush xml:id="br0">
      <inkml:brushProperty name="width" value="0.025" units="cm"/>
      <inkml:brushProperty name="height" value="0.025" units="cm"/>
    </inkml:brush>
  </inkml:definitions>
  <inkml:trace contextRef="#ctx0" brushRef="#br0">166 60 9722,'0'0'12736,"0"-10"-11968,0-30-302,0 30-234,0 17-169,-1 0 0,0 0 0,0-1 0,-5 13 0,-1 8 87,-74 266 154,40-158-296,32-96-87,2 1 0,1 0 0,2 0-1,2 58 1,2-95 56,0 1 0,0-1 0,0 0 0,1 0 0,-1 0 0,1 0 0,-1 0 0,1 0 0,0 0 0,0 0 0,1 0 0,-1 0 0,1 0 0,-1-1 0,1 1 0,0 0 0,0-1 0,0 0 0,0 1 0,0-1 0,1 0 0,-1 0 0,1 0 0,-1 0-1,1-1 1,5 3 0,1 0-115,1-2 0,0 1 0,0-1 0,0-1 0,0 0-1,0 0 1,12-1 0,-19-1 62,1 1 0,-1-1 0,0 0-1,1 0 1,-1 0 0,0 0 0,0 0-1,0-1 1,0 1 0,0-1 0,0 0 0,0 0-1,-1 0 1,1 0 0,-1 0 0,1-1 0,-1 1-1,0-1 1,0 0 0,0 1 0,0-1 0,-1 0-1,1 0 1,-1 0 0,1 0 0,-1-1-1,0 1 1,0-4 0,3-8-902,0 0 1,-2 0-1,0 0 0,1-29 0,-3 39 364,0 1-1,0-1 1,-1 0 0,1 1-1,-1-1 1,-2-6-1,-19-23-5674</inkml:trace>
</inkml:ink>
</file>

<file path=ppt/ink/ink3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22.061"/>
    </inkml:context>
    <inkml:brush xml:id="br0">
      <inkml:brushProperty name="width" value="0.025" units="cm"/>
      <inkml:brushProperty name="height" value="0.025" units="cm"/>
    </inkml:brush>
  </inkml:definitions>
  <inkml:trace contextRef="#ctx0" brushRef="#br0">0 132 6081,'0'0'14209,"64"-2"-12758,213-9-308,-222 7-765,0-3 0,86-22 0,-77 14-132,206-43 103,-238 53-870,-21 4-96,-13 2-211,-40 9-1972,-11 10-2596</inkml:trace>
</inkml:ink>
</file>

<file path=ppt/ink/ink3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4.629"/>
    </inkml:context>
    <inkml:brush xml:id="br0">
      <inkml:brushProperty name="width" value="0.025" units="cm"/>
      <inkml:brushProperty name="height" value="0.025" units="cm"/>
    </inkml:brush>
  </inkml:definitions>
  <inkml:trace contextRef="#ctx0" brushRef="#br0">1 107 3577,'0'0'9933,"21"1"-8704,66 4-110,-85-5-1044,1 1-1,-1-1 1,0 0 0,0-1 0,0 1-1,0 0 1,0-1 0,0 1 0,0-1-1,0 1 1,0-1 0,0 0-1,0 0 1,0 0 0,0 0 0,2-3-1,-3 3 19,0 0 0,0-1 0,0 1 0,0 0 0,-1-1 0,1 1 0,0-1 0,-1 1 0,0-1-1,1 0 1,-1 1 0,0-4 0,6-11 1403,-5 15-713,-1-37 548,1 13-1281,1 45-27,1 15-3,60 559 687,-46-212 64,-18-380-769,1-2-2,0 1 0,0-1 0,0 1 1,0-1-1,0 1 0,0 0 0,0-1 0,0 1 1,0-1-1,0 1 0,0-1 0,0 1 0,0-1 0,1 1 1,-1-1-1,0 1 0,0-1 0,1 1 0,-1-1 1,0 1-1,1-1 0,-1 1 0,0-1 0,1 0 0,0 1 1,0 1-59,-3-10-1191,0 2 813,0 0 1,-1 1-1,0-1 1,0 0-1,0 1 1,0 0-1,-1 0 0,0 0 1,0 0-1,-1 0 1,-5-4-1,-28-29-5088</inkml:trace>
</inkml:ink>
</file>

<file path=ppt/ink/ink3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8.227"/>
    </inkml:context>
    <inkml:brush xml:id="br0">
      <inkml:brushProperty name="width" value="0.025" units="cm"/>
      <inkml:brushProperty name="height" value="0.025" units="cm"/>
    </inkml:brush>
  </inkml:definitions>
  <inkml:trace contextRef="#ctx0" brushRef="#br0">38 430 2817,'0'0'8660,"16"10"-4971,-15-7-3539,0 0-1,1-1 1,-1 1-1,1 0 1,0-1 0,0 1-1,0-1 1,0 0-1,0 0 1,1 1 0,-1-1-1,1-1 1,-1 1-1,1 0 1,0-1 0,-1 1-1,6 1 1,4 4-142,1-1 0,27 8-1,11-4 65,0-2-1,0-3 0,55-1 0,16 1-65,1022 19-86,-815-25-95,1272 1-298,-1146-27 454,-163 5 13,164-9 7,644-78 270,-396 24 406,-523 68-603,117-8-48,81-1 152,139-5-118,150-3-52,155-57-4,9 50-39,-45 29 58,-197 2 570,-399 9-558,219 3 485,-183 7 5372,-227-3-5873,0 1662 1821,-1-1671-1833,0 0 0,0-1 1,0 1-1,-1 0 0,1 0 0,-1 0 0,0 0 1,0 1-1,0-1 0,-4-3 0,1-1 1,-4-4-14,0 1 1,0 0 0,-1 1-1,0 0 1,-1 1 0,1 0-1,-2 0 1,1 1-1,-1 1 1,0 0 0,-1 0-1,1 1 1,-1 1 0,0 0-1,-19-3 1,-16 1-8,1 2-1,-1 1 1,-50 5-1,22-1 12,-193-1-63,-502 4 17,-685 4 69,867-10 5,497 1-27,-9 0 18,-133 15-1,-414 59-39,254-40 14,146-17 3,154-8 5,-153 15 0,-192 6-7,-2-29 1,189-2-1,-262 19 15,463-13-6,-465 24 0,398-29-1,-504 13-16,178 2 8,8-1 2,368-9 6,-563 50 12,260-12-3,255-38-9,27-2 0,-816 12 23,594-16-63,15 2 113,189-7-113,28 7 97,42 0 245,38 0-554,0 1 0,0 0 0,0-1 0,0 1 0,0 0 0,-1 0 0,1 0 1,0 0-1,-1 0 0,1 0 0,0 0 0,-1 0 0,1 0 0,-1 0 0,0 0 0,1 0 1,-1 0-1,0 0 0,1 0 0,-1 0 0,0 1 0,0-1 0,0 0 0,0 0 0,0 0 1,0 0-1,-1 0 0,1 3 0,0-4-230,-1 1 1,1-1-1,0 1 0,0 0 1,0-1-1,0 1 0,-1 0 0,1-1 1,0 1-1,-1-1 0,1 1 1,0-1-1,-1 1 0,1-1 1,0 1-1,-1-1 0,1 1 1,-1-1-1,0 1 0,-5 0-7695</inkml:trace>
</inkml:ink>
</file>

<file path=ppt/ink/ink3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8.726"/>
    </inkml:context>
    <inkml:brush xml:id="br0">
      <inkml:brushProperty name="width" value="0.025" units="cm"/>
      <inkml:brushProperty name="height" value="0.025" units="cm"/>
    </inkml:brush>
  </inkml:definitions>
  <inkml:trace contextRef="#ctx0" brushRef="#br0">43 16 2937,'0'0'8636,"12"-14"-3460,-11 13-5116,0 1 0,0 0 0,0 0 0,0 0 0,0 0 0,0 0 0,0 0 0,0 0 0,0 0 0,0 0 0,0 0 0,0 0 0,0 1 0,0-1 0,0 0 0,0 1 0,0-1 0,0 1 0,0-1 0,-1 1 0,1-1 0,0 1 0,0 0-1,0-1 1,-1 1 0,1 0 0,0 0 0,-1 0 0,1-1 0,0 1 0,-1 0 0,0 0 0,1 0 0,-1 0 0,1 0 0,-1 0 0,0 0 0,0 0 0,1 0 0,-1 0 0,0 0 0,0 2 0,5 33 445,-1-1 0,-2 1 0,-2 45-1,-1-32-312,1-44-185,0 0 0,-1 0 0,0 1 0,0-1 0,-1 0 0,1 0 0,-1 0 0,0-1 0,-1 1 0,1 0 0,-7 7 0,3-4-510,0 0 1,0-1 0,-1 0 0,0 0 0,-11 8-1,-4-1-3831</inkml:trace>
</inkml:ink>
</file>

<file path=ppt/ink/ink3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39.685"/>
    </inkml:context>
    <inkml:brush xml:id="br0">
      <inkml:brushProperty name="width" value="0.025" units="cm"/>
      <inkml:brushProperty name="height" value="0.025" units="cm"/>
    </inkml:brush>
  </inkml:definitions>
  <inkml:trace contextRef="#ctx0" brushRef="#br0">0 1 3913,'0'0'12120,"2"0"-11723,0 0 0,0 0 0,-1 0-1,1 0 1,0 0 0,-1 0 0,1 0 0,0 1 0,-1-1 0,4 1 0,-5 13-246,-1 60 1118,19 146 1,-6-153-941,3 13 151,-3 0 1,1 96 0,-13 189 732,0-223-8433,0-173-839</inkml:trace>
</inkml:ink>
</file>

<file path=ppt/ink/ink3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0.465"/>
    </inkml:context>
    <inkml:brush xml:id="br0">
      <inkml:brushProperty name="width" value="0.025" units="cm"/>
      <inkml:brushProperty name="height" value="0.025" units="cm"/>
    </inkml:brush>
  </inkml:definitions>
  <inkml:trace contextRef="#ctx0" brushRef="#br0">27 54 4233,'0'0'11481,"-11"-2"-10331,11-49 1315,0 71-791,-2 147 1377,5 192-1129,12-226-1673,-7-78 0,1 66-1,-4-3-30,-5-117-224,0 35-2163,0-30 1778,-1 0 0,0-1 0,0 1 0,0-1 0,-1 1 0,1-1 0,-1 0-1,-1 0 1,1 0 0,-1 0 0,1 0 0,-2 0 0,1 0 0,-8 7 0,-6 11-4273</inkml:trace>
</inkml:ink>
</file>

<file path=ppt/ink/ink3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1.205"/>
    </inkml:context>
    <inkml:brush xml:id="br0">
      <inkml:brushProperty name="width" value="0.025" units="cm"/>
      <inkml:brushProperty name="height" value="0.025" units="cm"/>
    </inkml:brush>
  </inkml:definitions>
  <inkml:trace contextRef="#ctx0" brushRef="#br0">0 1 6545,'0'0'9248,"1"14"-8417,0 1-544,-1-5-30,1 1-1,0-1 0,0 0 0,1 1 0,1-1 0,3 11 0,2 4 699,-2 0-1,-1 0 1,-1 0 0,1 30 0,-5 108-431,-1-81 297,0 18-346,3 116 171,5-161-601,3-1 0,27 89 0,-28-108-22,-6-22 7,-1 1 1,0-1-1,-1 1 1,-1 21-1,-1-20-555,2 0 0,3 27 0,-4-40-212,1 0 0,-1-1 0,1 1 0,0 0 0,-1-1 1,1 1-1,0 0 0,0-1 0,0 1 0,0-1 1,2 2-1,6-1-11259</inkml:trace>
</inkml:ink>
</file>

<file path=ppt/ink/ink3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4.896"/>
    </inkml:context>
    <inkml:brush xml:id="br0">
      <inkml:brushProperty name="width" value="0.025" units="cm"/>
      <inkml:brushProperty name="height" value="0.025" units="cm"/>
    </inkml:brush>
  </inkml:definitions>
  <inkml:trace contextRef="#ctx0" brushRef="#br0">108 92 5433,'0'0'7666,"0"14"-4686,-1-29-2906,1 8-120,-1 1 0,1-1 0,0 1 0,1-1 0,-1 1 0,1 0 0,1-1-1,-1 1 1,1 0 0,0 0 0,0-1 0,5-6 2473,-9 23-1548,1 1 1,1 0 0,-1-1 0,3 19 0,0 3 215,15 300 3519,-8-226-4355,-1 465 1296,-10-347-1112,2-13-1345,-6-211-21,-81 0-4880,25 0-918</inkml:trace>
</inkml:ink>
</file>

<file path=ppt/ink/ink3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7.013"/>
    </inkml:context>
    <inkml:brush xml:id="br0">
      <inkml:brushProperty name="width" value="0.025" units="cm"/>
      <inkml:brushProperty name="height" value="0.025" units="cm"/>
    </inkml:brush>
  </inkml:definitions>
  <inkml:trace contextRef="#ctx0" brushRef="#br0">391 735 5521,'0'0'7015,"-23"1"-6611,-74 10-58,91-10-291,1 1 1,0 0 0,-1 0 0,1 0-1,0 1 1,1 0 0,-1 0 0,0 0-1,1 0 1,0 1 0,0 0 0,0 0 0,0 0-1,0 0 1,1 0 0,0 1 0,0 0-1,0-1 1,-3 9 0,1-5 27,-13 19 261,13-21-87,1-1 1,0 1-1,0 0 0,0 1 0,1-1 0,0 1 0,0-1 0,-3 15 4573,1-22-4769,1 0-1,0 1 1,0-1-1,-1 1 1,1 0-1,0 0 0,0 0 1,-7 2-1,-10-1 7,19-1-66,0 0-1,0 0 0,0 0 1,0 0-1,0 0 1,0 0-1,0 1 0,0-1 1,0 1-1,0 0 1,0-1-1,0 1 0,0 0 1,0 0-1,0 0 1,0 0-1,1 1 0,-1-1 1,0 0-1,1 1 1,0-1-1,-1 1 0,1 0 1,0-1-1,-1 1 1,1 0-1,-1 3 0,0 2-2,0 0 0,1 0 0,0 0 0,0 1 0,0-1-1,2 12 1,-1-15 3,0-3-1,0-1 0,0 1 0,1-1 0,-1 1 0,0-1 0,0 1-1,1-1 1,-1 1 0,1-1 0,-1 1 0,0-1 0,1 1 0,-1-1 0,1 0-1,-1 1 1,1-1 0,0 0 0,-1 1 0,1-1 0,-1 0 0,1 0-1,-1 1 1,1-1 0,0 0 0,-1 0 0,1 0 0,-1 0 0,1 0 0,1 0-1,23 1-1,-21-1 3,20 0 2,-16 1-1,1 0-1,-1-1 1,1 0-1,-1-1 1,1 0 0,-1 0-1,0-1 1,0 0 0,1 0-1,-1-1 1,13-6 0,0-7-22,-1 0 0,-1-1 1,32-38-1,-6 6-51,-10 15-11,113-125-781,-133 140 744,0 0 0,-2-1 0,0-1 0,-2 0 1,0-1-1,14-43 0,-18 34 106,-3 0-1,0 0 1,-2 0 0,-2 0 0,-2-33 0,0-9 10,2-114 473,0 186 479,-16 19-475,4-7-414,-4 10 19,0 1 0,2 1-1,1 0 1,0 1 0,2 0 0,0 1 0,2 0 0,1 0 0,1 1 0,-5 37 0,2 24 151,1 160 0,9-238-229,1 20 20,7 51-1,-6-67-17,1 0 0,0 0 0,1 0 0,0-1 1,1 0-1,8 15 0,-12-25-20,1 0 1,-1-1-1,1 1 0,-1 0 0,1-1 1,0 1-1,0-1 0,-1 1 0,1-1 1,0 0-1,0 0 0,0 1 0,0-2 1,1 1-1,-1 0 0,0 0 0,0-1 1,4 1-1,43 0-711,-30-2 351,-9 0 34,0 0 0,0-2-1,0 1 1,0-1 0,-1 0-1,1-1 1,-1 0 0,0-1 0,0 1-1,0-2 1,-1 1 0,13-12 0,9-4-1647,20-13-2834</inkml:trace>
</inkml:ink>
</file>

<file path=ppt/ink/ink3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7.448"/>
    </inkml:context>
    <inkml:brush xml:id="br0">
      <inkml:brushProperty name="width" value="0.025" units="cm"/>
      <inkml:brushProperty name="height" value="0.025" units="cm"/>
    </inkml:brush>
  </inkml:definitions>
  <inkml:trace contextRef="#ctx0" brushRef="#br0">338 8 3977,'0'0'17744,"-13"-1"-16902,-4-2-624,10 2-145,-1 0 1,1 0 0,-1 0 0,0 1 0,1 0-1,-1 1 1,1 0 0,-1 0 0,-8 2-1,6 2 3,-1-1 0,1 1 0,0 1-1,1 0 1,-1 0 0,1 1-1,0 0 1,-13 14 0,2-1 20,1 2 0,-21 31 0,34-45-92,1 0 1,0 1 0,1-1-1,-1 1 1,1 0-1,1 1 1,0-1-1,1 1 1,-1-1-1,2 1 1,-1 0-1,1 0 1,1 0-1,0 10 1,0-18-8,0-1 0,1 0 1,-1 1-1,0-1 0,0 1 0,1-1 1,-1 1-1,1-1 0,-1 0 0,1 1 0,0-1 1,-1 0-1,1 0 0,0 0 0,0 1 1,0-1-1,0 0 0,0 0 0,0 0 1,0 0-1,2 1 0,1 0-33,-1 0 0,1-1-1,-1 1 1,1-1 0,0 0 0,-1 0 0,1 0-1,5 0 1,2 0-84,1-1 0,-1 0-1,1 0 1,-1-2 0,12-1 0,-16 0 68,0 0 1,0 0-1,0 0 0,0-1 1,-1 0-1,1 0 1,-1 0-1,0-1 0,0 0 1,9-11-1,-4 4-30,-1 0 0,-1-1-1,0 0 1,10-20 0,-8 11 1050,-11 203-2950,0-181 1848,-1 1-1,1-1 1,0 1 0,0 0-1,0-1 1,0 1-1,0 0 1,0-1 0,0 1-1,0-1 1,1 1-1,-1 0 1,0-1-1,0 1 1,0-1 0,1 1-1,-1-1 1,0 1-1,0-1 1,1 1 0,-1-1-1,0 1 1,1-1-1,-1 1 1,1-1 0,-1 1-1,1-1 1,-1 0-1,1 1 1,-1-1-1,1 0 1,-1 1 0,1-1-1,-1 0 1,1 0-1,0 1 1,-1-1 0,1 0-1,-1 0 1,1 0-1,0 0 1,-1 0 0,1 0-1,0 0 1,-1 0-1,1 0 1,-1 0-1,1-1 1,0 1 0,0 0-1,7 0-1746,8 0-3861</inkml:trace>
</inkml:ink>
</file>

<file path=ppt/ink/ink3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7.796"/>
    </inkml:context>
    <inkml:brush xml:id="br0">
      <inkml:brushProperty name="width" value="0.025" units="cm"/>
      <inkml:brushProperty name="height" value="0.025" units="cm"/>
    </inkml:brush>
  </inkml:definitions>
  <inkml:trace contextRef="#ctx0" brushRef="#br0">172 0 8194,'0'0'13672,"2"32"-12832,0-9-662,10 196 1155,-11-103-596,-3 135 248,0-230-993,-2-1 0,0 1 0,-1 0 0,-1-1 0,0 0 0,-2-1 0,-10 20 0,17-37-116,-1 1-1,0-1 1,1 0 0,-1 0-1,0 1 1,0-1 0,-1 0-1,1-1 1,0 1 0,-1 0-1,-2 1 1,4-2-95,-1-1 0,1 1 0,0-1 0,0 1 0,-1-1 0,1 1 1,-1-1-1,1 1 0,0-1 0,-1 0 0,1 0 0,-1 0 0,1 0 0,0 0 0,-1 0 0,1 0 0,-1-1 0,1 1 1,0 0-1,-1-1 0,1 1 0,0-1 0,-1 1 0,1-1 0,0 0 0,0 0 0,-2 0 0,-5-10-1584,-1 0-1,1-1 0,1 1 1,-7-15-1,-7-15-4494</inkml:trace>
</inkml:ink>
</file>

<file path=ppt/ink/ink3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8.282"/>
    </inkml:context>
    <inkml:brush xml:id="br0">
      <inkml:brushProperty name="width" value="0.025" units="cm"/>
      <inkml:brushProperty name="height" value="0.025" units="cm"/>
    </inkml:brush>
  </inkml:definitions>
  <inkml:trace contextRef="#ctx0" brushRef="#br0">0 163 5705,'0'0'10186,"46"-10"-9145,150-31-167,-83 18-196,-57 13-120,55-19-1,23-17 456,-133 45-959,-1 1-1,1 0 1,-1-1-1,1 1 1,0 0-1,-1 0 0,1-1 1,0 1-1,-1 0 1,1 0-1,0 0 0,-1 0 1,1 0-1,0 0 1,-1 0-1,1 0 1,0 0-1,-1 0 0,1 0 1,0 1-1,-1-1 1,1 0-1,-1 0 1,1 1-1,0-1 0,-1 0 1,1 1-1,-1-1 1,1 1-1,-1-1 0,1 1 1,-1-1-1,1 1 1,-1-1-1,1 1 1,-1-1-1,0 1 0,1-1 1,-1 1-1,0 0 1,0-1-1,1 1 1,-1-1-1,0 1 0,0 0 1,0 1-1,0 1 15,0 0 0,-1 0 0,1 0 0,-1 0 0,1 0 1,-1 0-1,0 0 0,-1-1 0,1 1 0,-3 4 0,-21 32 42,-48 57 1,43-60-100,-45 74 0,67-97-29,1 0 1,1 0-1,1 1 1,0 0-1,0 1 1,1-1-1,1 1 1,1-1-1,-2 31 1,3-27-44,1-14 50,0 0-1,-1 0 0,1 0 0,1 0 0,-1 0 0,2 8 0,-1-11 11,0 0 0,-1-1 0,1 1 1,0 0-1,0 0 0,0-1 0,0 1 1,0-1-1,-1 1 0,1-1 0,0 1 1,0-1-1,0 0 0,1 1 0,-1-1 1,0 0-1,0 0 0,0 0 0,0 0 1,0 0-1,0 0 0,2 0 0,30-2-31,-30 1 27,3 0 5,-1 0 0,1-1 0,-1 0 0,0-1-1,1 1 1,-1-1 0,0 0 0,0 0 0,-1-1 0,1 1 0,-1-1 0,1 0 0,-1 0-1,0-1 1,-1 1 0,4-6 0,9-12 3,-2-1 1,12-25-1,-24 45-3,17-36 74,-1 0 1,-2-2-1,15-58 0,-28 83 1688,-4 39-1016,0 72-555,3 120-110,-2-210-221,1 0 0,0-1 0,0 1 0,0 0 1,0-1-1,1 1 0,0-1 0,0 1 0,0-1 0,0 0 1,1 0-1,0 0 0,5 7 0,-1-3-1426</inkml:trace>
</inkml:ink>
</file>

<file path=ppt/ink/ink3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8.684"/>
    </inkml:context>
    <inkml:brush xml:id="br0">
      <inkml:brushProperty name="width" value="0.025" units="cm"/>
      <inkml:brushProperty name="height" value="0.025" units="cm"/>
    </inkml:brush>
  </inkml:definitions>
  <inkml:trace contextRef="#ctx0" brushRef="#br0">38 46 7890,'0'0'12314,"9"-11"-11429,-3 5-728,-3 2-74,0 0 0,1 1 0,-1-1 0,1 1 0,8-6 0,-12 9-70,1 0 0,-1 0-1,0-1 1,1 1 0,-1 0 0,1 0 0,-1 0 0,0 0 0,1 0 0,-1 0 0,1 0 0,-1 0 0,1 0-1,-1 0 1,1 0 0,-1 0 0,0 0 0,1 0 0,-1 0 0,1 0 0,-1 0 0,1 0 0,-1 1 0,0-1-1,1 0 1,-1 0 0,1 0 0,-1 1 0,1 1 28,0-1 1,0 0-1,0 1 1,-1-1-1,1 1 1,-1-1-1,1 1 1,-1 0-1,1-1 0,-1 1 1,0-1-1,0 1 1,0 1-1,0 370 2601,-3-324-2587,-2-1-1,-14 57 1,-32 92-1367,45-175 858,5-16-123,1-5 408,0-1 0,0 1 0,0 0 0,0 0 0,-1-1 0,1 1 0,0 0 0,0-1 1,0 1-1,-1 0 0,1 0 0,0-1 0,-1 1 0,1-1 0,-1 1 0,1 0 0,-1-1 0,1 1 0,-1-1 0,1 1 0,-1-1 0,1 1 0,-1-1 0,-1 1 0,-4-15-10918</inkml:trace>
</inkml:ink>
</file>

<file path=ppt/ink/ink3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59.504"/>
    </inkml:context>
    <inkml:brush xml:id="br0">
      <inkml:brushProperty name="width" value="0.025" units="cm"/>
      <inkml:brushProperty name="height" value="0.025" units="cm"/>
    </inkml:brush>
  </inkml:definitions>
  <inkml:trace contextRef="#ctx0" brushRef="#br0">35 123 8130,'0'0'7988,"22"-14"-7281,71-38 41,-89 49-669,-1 1-1,0 1 0,1-1 1,-1 0-1,1 1 1,-1 0-1,1 0 1,0 0-1,-1 0 1,1 0-1,0 1 1,0 0-1,-1 0 0,1 0 1,0 0-1,0 0 1,-1 1-1,6 1 1,0 0 134,54 14 887,-37-8-737,0-2 0,27 3 0,181-2 582,-159-8-810,49-4 0,-1-7 0,145-31 0,-228 35-105,18-1 129,0 2 0,86 0 0,-144 7-134,1 0-1,0 1 1,0-1-1,-1 0 1,1 1-1,0-1 1,-1 1-1,1-1 1,0 1-1,-1-1 1,1 1-1,-1-1 1,1 1-1,-1-1 1,1 1-1,-1 0 1,1-1-1,-1 1 0,0 0 1,1 0-1,-1-1 1,0 1-1,0 0 1,1 0-1,-1-1 1,0 1-1,0 0 1,0 0-1,0-1 1,0 1-1,0 1 1,0 36 440,-1-25-260,1-1-83,0 35 295,-11 91 0,-1-49-232,-3 108-1,15 92-105,1-144-36,-1 288 6,0-432 65,0-26 150,-1 12-257,-1 0 1,0 0 0,0 0-1,-2 0 1,1 1-1,-1-1 1,-1 1 0,-1 0-1,1 0 1,-2 1-1,0 0 1,0 0 0,-1 0-1,0 1 1,-12-12-1,5 8-13,0 0 0,-1 0 0,0 2 0,-1 0 0,0 1-1,-1 1 1,0 0 0,0 1 0,-29-8 0,14 8-14,0 1 1,0 2 0,-42-2 0,-105 4-31,134 4 42,-40 2-16,1 3 0,0 5-1,0 3 1,1 3 0,-128 44 0,165-44 20,14-6-2,2 1-1,-32 16 1,63-26 3,0-1 1,0 0-1,0 0 1,1 0-1,-1 0 0,0 0 1,0 0-1,0 0 1,0 0-1,0 1 1,1-1-1,-1 0 0,0 0 1,0 0-1,0 0 1,0 0-1,0 1 0,0-1 1,0 0-1,0 0 1,0 0-1,1 0 0,-1 1 1,0-1-1,0 0 1,0 0-1,0 0 0,0 1 1,0-1-1,0 0 1,0 0-1,0 0 0,0 0 1,-1 1-1,1-1 1,0 0-1,0 0 1,0 0-1,0 0 0,0 1 1,0-1-1,0 0 1,0 0-1,0 0 0,0 0 1,-1 0-1,1 1 1,0-1-1,0 0 0,24 0 33,-19 0-27,33-1 202,-1-1 0,0-2 0,40-10 0,-101 7-9292,12-3 2983</inkml:trace>
</inkml:ink>
</file>

<file path=ppt/ink/ink3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1.153"/>
    </inkml:context>
    <inkml:brush xml:id="br0">
      <inkml:brushProperty name="width" value="0.025" units="cm"/>
      <inkml:brushProperty name="height" value="0.025" units="cm"/>
    </inkml:brush>
  </inkml:definitions>
  <inkml:trace contextRef="#ctx0" brushRef="#br0">29 1750 2801,'0'0'9412,"-4"6"-8191,-14 20 44,17-25-1014,0 0 0,1 0 1,-1 1-1,0-1 0,1 0 0,-1 0 0,1 0 0,-1 0 0,1 0 1,0 1-1,0-1 0,-1 0 0,1 0 0,0 1 0,0-1 0,0 0 1,1 2-1,-1-2-162,0-1 0,1 1 0,-1 0 0,0-1 0,1 1 1,-1-1-1,1 1 0,-1 0 0,1-1 0,-1 1 0,1-1 1,0 0-1,-1 1 0,1-1 0,0 1 0,-1-1 0,1 0 1,0 0-1,-1 1 0,1-1 0,1 0 0,4 1-12,1 0 1,-1-1-1,1 0 0,0 0 1,7-2-1,-1 2 293,578-23 821,-148 13-1184,-414 12-8,0 1 0,0 2 0,-1 1 0,0 1 0,0 1 0,43 19 0,-18-1-2,0 2 0,58 42 0,-63-33-1,-37-28 70,1 1 1,0-2 0,0 1 0,17 7-1,-28-15-12,0-1 1,0 1-1,0 0 0,0-1 0,-1 1 0,1-1 0,0 1 0,1-1 0,-1 0 0,0 1 0,0-1 0,0 0 1,0 0-1,0 0 0,0 0 0,0 0 0,0 0 0,0 0 0,0 0 0,1 0 0,-1-1 0,0 1 0,0 0 1,0-1-1,0 1 0,0 0 0,0-1 0,0 0 0,0 1 0,-1-1 0,1 1 0,0-1 0,0 0 0,0 0 1,-1 1-1,1-1 0,0 0 0,-1 0 0,1 0 0,0 0 0,-1 0 0,1 0 0,0-2 0,0-4 195,0 0 0,0 0 0,0 0 0,-1 0 0,-1-12 0,1 4-555,0-1500 498,10 1284-217,1 7 222,-11 222-116,0 5-295,0 7 208,1 0 0,0 0 1,1-1-1,0 1 0,1 0 0,0-1 1,0 0-1,1 1 0,0-2 1,0 1-1,1 0 0,0-1 1,1 0-1,0 0 0,9 10 1,-7-9 6,1 1 0,0-1 0,0 0 0,1-1 0,0 0 0,1-1 0,0 0 1,0 0-1,0-1 0,24 9 0,67 16-128,2-4 0,1-5 1,1-4-1,204 7 0,402-20-604,-468-6-79,-207 0 804,0-3-1,47-9 1,-16 1 6,-32 11 19,-35 1 194,32 0 403,7-5-325,-40 5-309,1 0 0,-1 0 0,0 0 1,0 0-1,0 0 0,0-1 0,0 1 0,0 0 1,0 0-1,1 0 0,-1 0 0,0-1 0,0 1 0,0 0 1,0 0-1,0 0 0,0-1 0,0 1 0,0 0 1,0 0-1,0 0 0,0-1 0,0 1 0,0 0 0,0 0 1,0 0-1,0-1 0,0 1 0,0 0 0,-1 0 1,1 0-1,0 0 0,0-1 0,0 1 0,0 0 0,0 0 1,0 0-1,0 0 0,-1 0 0,1-1 0,0 1 1,0 0-1,0 0 0,0 0 0,-1 0 0,1 0 0,0 0 1,0 0-1,0 0 0,0 0 0,-1-1 0,1 1 0,0 0 1,0 0-1,0 0 0,-1 0 0,1 0 0,0 0 1,0 0-1,0 0 0,-1 1 0,1-1 0,0 0 0,0 0 1,0 0-1,-1 0 0,1 0 0,0 0 0,-55 0-9309,42 0 2343</inkml:trace>
</inkml:ink>
</file>

<file path=ppt/ink/ink3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2.542"/>
    </inkml:context>
    <inkml:brush xml:id="br0">
      <inkml:brushProperty name="width" value="0.025" units="cm"/>
      <inkml:brushProperty name="height" value="0.025" units="cm"/>
    </inkml:brush>
  </inkml:definitions>
  <inkml:trace contextRef="#ctx0" brushRef="#br0">56 1 7666,'0'0'12962,"0"8"-11344,-6 551 2140,3-620-3726,-3 0 0,-18-76 0,15 91-29,5 7 27,1 1 0,3-67 0,1 42 320,-1 62-207,3 2-135,1 1 1,-1-1 0,0 0-1,0 1 1,0 0 0,0-1 0,-1 1-1,1 0 1,0 0 0,-1 1-1,0-1 1,1 1 0,-1-1-1,0 1 1,0 0 0,2 3-1,13 15 11,-3-9 14,0-1-1,0 0 0,1 0 0,0-2 0,1 0 0,0-1 0,1 0 0,-1-1 0,1-1 0,1-1 1,-1 0-1,1-1 0,32 2 0,-3 0 29,-14-3-39,0 1 0,-1 2 0,1 1 0,40 16 0,-55-17 16,-1-1 0,1-1 0,-1-1 1,20 2-1,10 2 153,-16 2 457,-35-6 47,-17-2-527,7-1-157,0-1-7,1 1-1,-1 1 0,1 0 0,0 1 1,-18 5-1,-242 63-275,163-43 109,74-18 101,-68 29-1,103-38 57,0 1 0,0-1 0,0 0 0,0 1 0,1-1 0,-1 1 0,0-1 0,0 1 0,0 0 0,0-1 0,1 1 0,-1 0 0,0 0 0,0-1 0,1 1 0,-1 0 0,1 0 0,-1 0 0,1 0 0,-1 0 0,0 1 0,1-1 902,-16-1-272,12 0-3702</inkml:trace>
</inkml:ink>
</file>

<file path=ppt/ink/ink3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3.684"/>
    </inkml:context>
    <inkml:brush xml:id="br0">
      <inkml:brushProperty name="width" value="0.025" units="cm"/>
      <inkml:brushProperty name="height" value="0.025" units="cm"/>
    </inkml:brush>
  </inkml:definitions>
  <inkml:trace contextRef="#ctx0" brushRef="#br0">177 37 5473,'0'0'10574,"-3"3"-9880,-32 27 3128,18-17-3464,0 2 0,-18 21-1,29-29-365,1 0-1,1 0 0,-1 0 0,1 0 1,0 1-1,1-1 0,0 1 0,0 0 0,-3 15 1,3 0 13,1 0 0,2 27 0,0-38-6,0-9 1,1-1 1,0 1-1,0 0 0,0-1 0,0 1 0,0-1 0,0 1 0,1-1 0,-1 0 1,1 1-1,0-1 0,0 0 0,-1 0 0,1 0 0,1 0 0,-1-1 0,0 1 1,0-1-1,1 1 0,-1-1 0,1 0 0,-1 1 0,1-1 0,-1-1 0,4 2 1,7 2 6,0 0 1,0-1-1,26 4 1,-27-5-7,1-1 0,0-1 1,-1 0-1,1 0 1,-1-1-1,17-4 1,-23 3-2,-1 0 0,0 0 1,0 0-1,0-1 0,0 1 1,0-1-1,-1-1 0,1 1 1,-1 0-1,0-1 1,0 0-1,0 0 0,-1-1 1,1 1-1,-1 0 0,4-8 1,-2 2 30,1 0 0,-2-1 0,0 0 0,0 0 0,-1 0 0,0 0 0,2-18 0,-2-6 178,-2-40 1,-1 51-144,0 21-19,0 0-1,0 0 1,-1 0-1,1 0 1,-1 0-1,0 0 1,1 0-1,-1 0 1,-1 1-1,1-1 1,0 0-1,-1 1 1,1-1-1,-1 1 1,0-1-1,0 1 1,-3-4-1,0 3-2,1-1-1,-1 1 0,0 0 0,0 0 0,0 1 0,0 0 0,0-1 0,-11-1 1,-5-1 137,0 2 0,-1 1 0,-40 0 0,40 1 12,17 0-185,-1 0 0,1 1 0,0-1-1,-1 1 1,1 1 0,0-1 0,-1 1 0,1 0-1,0 0 1,0 0 0,0 1 0,-6 2 0,-21 16-2534,11-11-3019,4-7-5326</inkml:trace>
</inkml:ink>
</file>

<file path=ppt/ink/ink3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4.463"/>
    </inkml:context>
    <inkml:brush xml:id="br0">
      <inkml:brushProperty name="width" value="0.025" units="cm"/>
      <inkml:brushProperty name="height" value="0.025" units="cm"/>
    </inkml:brush>
  </inkml:definitions>
  <inkml:trace contextRef="#ctx0" brushRef="#br0">0 1 9026,'0'0'10892,"3"2"-10168,0 1-565,-1 0-1,0 0 1,1 1 0,-1-1 0,0 1-1,-1-1 1,1 1 0,-1 0 0,1 0 0,-1-1-1,0 1 1,-1 0 0,1 0 0,0 5-1,0 68 499,-1-24-319,6 39-40,18 154 595,-23-240-1323,0 9 943,-13-9-17027</inkml:trace>
</inkml:ink>
</file>

<file path=ppt/ink/ink3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5.557"/>
    </inkml:context>
    <inkml:brush xml:id="br0">
      <inkml:brushProperty name="width" value="0.025" units="cm"/>
      <inkml:brushProperty name="height" value="0.025" units="cm"/>
    </inkml:brush>
  </inkml:definitions>
  <inkml:trace contextRef="#ctx0" brushRef="#br0">0 5 3977,'0'0'16402,"12"0"-15447,210-5-692,-221 5-263,1 1 0,-1-1 0,1 1 0,-1-1 0,1 1 0,-1-1 0,1 1 0,-1 0 0,0 0 0,1 0 0,-1 0 0,0 0 0,0 0 0,0 0 0,0 0 0,0 0 1,0 0-1,0 1 0,0-1 0,0 0 0,0 1 0,-1-1 0,1 1 0,-1-1 0,1 1 0,-1-1 0,1 1 0,-1-1 0,0 1 0,0 3 0,2 7 2,-1 1-1,0 22 1,-1-25 0,0-3-3,0 9 31,0-1 0,-2 0 0,-2 17 0,3-27-9,-1 0 0,1 1 0,-1-2 0,0 1 0,-1 0 0,1 0 0,-1-1 0,0 1 0,0-1 0,0 0 0,-1 0 0,-4 4 0,-19 15 348,-44 29 1,31-24-26,39-28-337,-1 1 0,1-1 0,0 1 0,0-1 0,1 1 0,-1-1 0,0 1 0,0 0 0,0 0 0,0 0 0,0-1 0,1 1 0,-1 0 0,0 0 0,1 0 0,-1 0 0,1 0 0,-1 0 0,1 0 0,0 0 0,-1 0 0,1 1 0,0-1 1,0 0-1,-1 0 0,1 0 0,0 0 0,0 0 0,0 1 0,0-1 0,1 0 0,-1 0 0,0 0 0,0 0 0,1 2 0,1-2-1,-1 1-1,1-1 1,0 1 0,-1-1-1,1 0 1,0 0 0,0 1-1,-1-1 1,1-1 0,0 1 0,0 0-1,0 0 1,0-1 0,0 1-1,0-1 1,0 0 0,1 1-1,1-1 1,181 2 607,-89-3-416,-96 1-270,11 0-11182</inkml:trace>
</inkml:ink>
</file>

<file path=ppt/ink/ink3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6.283"/>
    </inkml:context>
    <inkml:brush xml:id="br0">
      <inkml:brushProperty name="width" value="0.025" units="cm"/>
      <inkml:brushProperty name="height" value="0.025" units="cm"/>
    </inkml:brush>
  </inkml:definitions>
  <inkml:trace contextRef="#ctx0" brushRef="#br0">28 1 7402,'0'0'11153,"-2"3"-10505,2-3-619,-1 0 0,1 1 0,0-1 0,0 0 1,0 1-1,0-1 0,0 0 0,0 1 0,0-1 1,0 0-1,0 1 0,0-1 0,0 0 0,0 1 0,0-1 1,0 1-1,0-1 0,0 0 0,0 1 0,0-1 1,0 0-1,0 1 0,0-1 0,1 0 0,-1 1 0,0-1 1,0 0-1,0 1 0,1-1 0,-1 0 0,0 0 0,1 1 1,-1-1-1,0 0 0,19 10 510,40 6-231,-24-7-121,-18-4-172,0 1 1,-1 0-1,0 1 0,0 1 1,0 0-1,-1 1 0,14 12 1,-25-17 13,-1 1 1,-1-1 0,1 1-1,-1-1 1,0 1 0,0 0-1,0 0 1,-1 0 0,1 0 0,-1 0-1,0 1 1,-1-1 0,1 0-1,-1 0 1,0 1 0,-1-1 0,1 0-1,-1 1 1,0-1 0,0 0-1,-3 6 1,-1-4 79,-1 0 1,0-1-1,0 0 1,0 1-1,-1-2 1,0 1-1,0-1 0,-11 5 1,-26 22 241,43-31-370,1-1 0,-1 1 0,1-1-1,-1 1 1,1 0 0,-1-1 0,1 1-1,-1-1 1,1 1 0,0 0 0,-1 0-1,1-1 1,0 1 0,0 0 0,-1 0-1,1-1 1,0 1 0,0 0 0,0 0 0,0-1-1,0 1 1,0 0 0,0 0 0,0-1-1,0 1 1,1 0 0,-1 0 0,0-1-1,0 1 1,1 0 0,-1 0 0,0-1-1,1 1 1,-1 0 0,1-1 0,-1 1-1,1-1 1,-1 1 0,1 0 0,-1-1-1,1 1 1,0-1 0,-1 0 0,1 1-1,0-1 1,-1 1 0,1-1 0,0 0 0,-1 0-1,1 1 1,1-1 0,1 2 24,8 6-66,-1 1-1,0 0 0,0 1 0,-1 0 0,0 0 1,10 16-1,-16-22 88,0 0-1,0 1 1,-1-1 0,0 1 0,0-1 0,0 1 0,0 0 0,0 0 0,-1 0-1,0 0 1,0 0 0,-1 0 0,1 0 0,-1 0 0,0 0 0,0 0 0,-1 1 0,0-1-1,0 0 1,-2 8 0,0-9 64,1 0 0,-1 0 0,0 0 0,0 0 0,0-1 0,0 1 0,-1-1 0,1 0 0,-1 0 0,-6 4 0,-46 24 688,44-25-557,-6 3 99,-59 27 939,67-32-1127,1-1 1,-1 0-1,1-1 0,-1 0 1,0 0-1,-13 0 0,22-2-144,1 0 0,0 0-1,0 0 1,0 0-1,-1 0 1,1 0-1,0 0 1,0 0 0,0 0-1,-1 0 1,1 0-1,0 0 1,0 0-1,0 0 1,-1 1 0,1-1-1,0 0 1,0 0-1,0 0 1,0 0 0,-1 0-1,1 0 1,0 1-1,0-1 1,0 0-1,0 0 1,0 0 0,-1 0-1,1 1 1,0-1-1,0 0 1,0 0-1,0 0 1,0 1 0,0-1-1,0 0 1,0 0-1,0 0 1,0 1-1,0-1 1,0 0 0,0 0-1,0 0 1,0 1-1,0-1 1,0 0 0,0 0-1,0 0 1,0 1-1,0-1 1,0 0-1,0 0 1,1 1 0,-3 7-6263,-2-7-677</inkml:trace>
</inkml:ink>
</file>

<file path=ppt/ink/ink3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7.864"/>
    </inkml:context>
    <inkml:brush xml:id="br0">
      <inkml:brushProperty name="width" value="0.025" units="cm"/>
      <inkml:brushProperty name="height" value="0.025" units="cm"/>
    </inkml:brush>
  </inkml:definitions>
  <inkml:trace contextRef="#ctx0" brushRef="#br0">0 0 6905,'0'0'13023,"0"21"-11602,2-5-1234,-1 0 0,2 0 0,0 0 1,7 19-1,-5-19-124,-1 1 1,0-1-1,-2 1 1,2 21-1,-5-25 10,-1 3-80,4-14 245,2-9 325,5-13-560,2 0-1,1 1 1,0 0-1,1 1 1,1 1-1,1 0 1,1 0-1,0 2 1,1 0 0,0 1-1,36-22 1,-47 34-5,0 0 1,-1 0-1,1 0 1,0 1 0,0 0-1,0 0 1,0 1-1,0-1 1,10 2 0,-4-1 0,-11 1 9,1-1 0,0 1 0,0 0 0,-1-1 0,1 1-1,0 0 1,-1 0 0,1 0 0,-1 1 0,0-1 0,1 0 0,-1 1 0,0-1 0,1 0-1,-1 1 1,0-1 0,0 1 0,0 0 0,-1-1 0,1 1 0,0 0 0,-1 0 0,1-1 0,-1 1-1,1 4 1,10 52 430,-10 54 1342,-2-64-1324,1-46-457</inkml:trace>
</inkml:ink>
</file>

<file path=ppt/ink/ink3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8.226"/>
    </inkml:context>
    <inkml:brush xml:id="br0">
      <inkml:brushProperty name="width" value="0.025" units="cm"/>
      <inkml:brushProperty name="height" value="0.025" units="cm"/>
    </inkml:brush>
  </inkml:definitions>
  <inkml:trace contextRef="#ctx0" brushRef="#br0">1 3 3809,'0'0'15387,"9"0"-14667,21-1-198,-2 0-59,-1 1-1,0 1 0,0 1 1,33 7-1,-47-7-921,-1 0 0,1 0 0,-1-1 0,1-1 0,18-2-1,3 1-6200,-12 1-2586</inkml:trace>
</inkml:ink>
</file>

<file path=ppt/ink/ink3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08.722"/>
    </inkml:context>
    <inkml:brush xml:id="br0">
      <inkml:brushProperty name="width" value="0.025" units="cm"/>
      <inkml:brushProperty name="height" value="0.025" units="cm"/>
    </inkml:brush>
  </inkml:definitions>
  <inkml:trace contextRef="#ctx0" brushRef="#br0">0 0 3625,'0'0'16791,"2"6"-15645,6 31 238,-1 1-1,2 55 1,-2-21-909,3 204 408,-10-273-877,0 0 1,0 1-1,0-1 0,1 1 1,-1-1-1,1 1 0,0-1 1,0 0-1,0 1 0,2 3 1,-2-6 6,0 0 0,0 1 0,0-1 1,0 0-1,1 0 0,-1 0 0,0 0 0,1 0 1,-1 0-1,1-1 0,-1 1 0,1 0 0,-1-1 1,1 1-1,-1-1 0,1 0 0,-1 1 1,1-1-1,0 0 0,-1 0 0,1 0 0,2 0 1,-3-1-13,1 1 0,-1-1 0,0 0 0,0 0 1,1 0-1,-1 1 0,0-1 0,0 0 0,0 0 1,0-1-1,0 1 0,0 0 0,0 0 0,-1 0 1,1-1-1,0 1 0,-1 0 0,1-1 0,-1 1 1,1 0-1,-1-1 0,0 1 0,1-1 1,-1-1-1,6-35-2004,-10 24-1242,-14 4-2923</inkml:trace>
</inkml:ink>
</file>

<file path=ppt/ink/ink3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7.327"/>
    </inkml:context>
    <inkml:brush xml:id="br0">
      <inkml:brushProperty name="width" value="0.025" units="cm"/>
      <inkml:brushProperty name="height" value="0.025" units="cm"/>
    </inkml:brush>
  </inkml:definitions>
  <inkml:trace contextRef="#ctx0" brushRef="#br0">231 152 1344,'0'0'4367,"-13"-6"-3586,-40-19 66,51 24-725,1 0-1,0 0 1,0 0 0,0 0 0,0 0 0,0 0-1,0 0 1,0 0 0,0 0 0,0 0 0,0-1-1,1 1 1,-1 0 0,0-1 0,1 1 0,-1-1-1,1 1 1,0-1 0,-1 1 0,1-1 0,0 1-1,0-1 1,0 1 0,0 0 0,0-1 0,0 1-1,1-1 1,-1 1 0,1-4 0,0-2 410,0-1 26,-1 5-268,0 1 0,0-1 0,0 1 1,0-1-1,0 1 0,0-1 0,0 1 0,-1 0 1,1-1-1,-1 1 0,0 0 0,-1-4 0,-42-19 5092,43 24-5364,1 1 0,-1 0 1,0-1-1,0 1 1,0 0-1,0-1 1,0 1-1,0 0 0,0 0 1,0 0-1,1 0 1,-1 0-1,0 0 1,0 0-1,0 0 1,0 0-1,0 0 0,0 1 1,0-1-1,0 0 1,1 1-1,-1-1 1,0 0-1,0 1 0,0-1 1,0 1-1,1 0 1,-1-1-1,0 1 1,1-1-1,-1 1 0,0 0 1,1 0-1,-2 1 1,-10 31 186,11-25-173,-17 59 102,4 1 0,3 1 0,3 0 0,1 99 0,6-121-92,1 23 120,2 0 1,12 74-1,-4-67 455,2 157 0,-11-211-502,2 1 0,0 0-1,10 34 1,0 2 669,-9-47-653,0 0 1,1-1-1,11 23 1,2 5-2,21 43 1093,-31-71 76,-3-8-3797</inkml:trace>
</inkml:ink>
</file>

<file path=ppt/ink/ink3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8.446"/>
    </inkml:context>
    <inkml:brush xml:id="br0">
      <inkml:brushProperty name="width" value="0.025" units="cm"/>
      <inkml:brushProperty name="height" value="0.025" units="cm"/>
    </inkml:brush>
  </inkml:definitions>
  <inkml:trace contextRef="#ctx0" brushRef="#br0">8 86 7274,'0'0'10662,"0"0"-10610,0 0 0,-1 0-1,1 0 1,0 0 0,0 0 0,-1 0 0,1 0 0,0 0-1,0 0 1,-1 0 0,1 0 0,0 0 0,0 0 0,0 1-1,-1-1 1,1 0 0,0 0 0,0 0 0,0 0 0,0 0-1,-1 1 1,1-1 0,0 0 0,0 0 0,0 0 0,0 1-1,0-1 1,0 0 0,0 0 0,-1 1 0,1-1 0,0 0-1,0 0 1,0 0 0,0 1 0,0-1 0,0 0 0,0 0-1,0 1 1,0-1 0,0 0 0,0 0 0,0 1 0,1-1-1,-1 0 1,-1 50 739,0-19-653,1 0 0,1 0-1,9 52 1,-7-71-130,-1-1-1,-1 1 1,0-1 0,-1 13 0,0-18 8,0-5 244,0-5-123,0-4-95,-1-9-37,1 0-1,1 0 1,1 0 0,0 0-1,1 0 1,7-19 0,2 7-19,1 0 0,2 1 1,0 1-1,2 0 0,1 1 0,28-30 1,-27 39 13,-18 16-6,-1 0 1,1 1 0,-1-1-1,1 1 1,0-1-1,-1 1 1,1 0-1,0-1 1,-1 1 0,1 0-1,0-1 1,0 1-1,-1 0 1,1 0-1,0 0 1,0 0-1,-1 0 1,1 0 0,0 0-1,0 0 1,0 0-1,-1 0 1,1 0-1,0 0 1,0 0 0,-1 1-1,2-1 1,0 4 13,-1-1 0,0 1 0,0-1 0,0 1 0,0-1 0,0 1 0,-1 0 0,1-1 0,-1 1 1,-1 4-1,3 10 68,2 9 51,1 5 152,12 43-1,-14-61-208,-1 0 1,0 1-1,0 0 0,-2-1 0,-2 28 0,1-2-6216</inkml:trace>
</inkml:ink>
</file>

<file path=ppt/ink/ink3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8.826"/>
    </inkml:context>
    <inkml:brush xml:id="br0">
      <inkml:brushProperty name="width" value="0.025" units="cm"/>
      <inkml:brushProperty name="height" value="0.025" units="cm"/>
    </inkml:brush>
  </inkml:definitions>
  <inkml:trace contextRef="#ctx0" brushRef="#br0">0 1 6265,'0'0'11692,"6"21"-7246,-1-18-4361,0-1-1,0 0 0,0 0 0,1 0 0,-1-1 0,1 1 0,-1-1 0,1-1 0,-1 1 1,1-1-1,10-1 0,10 2-20,54 1-44,-40-3-453,-37 1 158,1 0 1,0 0 0,0-1 0,0 1 0,0-1 0,0 0 0,0 0 0,-1-1 0,1 1-1,0-1 1,-1 1 0,7-5 0,8-9-4215</inkml:trace>
</inkml:ink>
</file>

<file path=ppt/ink/ink3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39.574"/>
    </inkml:context>
    <inkml:brush xml:id="br0">
      <inkml:brushProperty name="width" value="0.025" units="cm"/>
      <inkml:brushProperty name="height" value="0.025" units="cm"/>
    </inkml:brush>
  </inkml:definitions>
  <inkml:trace contextRef="#ctx0" brushRef="#br0">1 49 3977,'0'0'15822,"2"-6"-15173,0 4-639,1-1 0,0 1 0,0 0 0,0 0 0,0 0 0,1 0 0,-1 0 0,0 1 0,1-1 0,-1 1 0,6-1 0,45-10-18,-42 10 19,2 0-21,0 0 1,27 1-1,-40 1 6,-1 0-1,0 0 1,1 1 0,-1-1 0,1 0 0,-1 0-1,1 1 1,-1-1 0,0 0 0,1 1 0,-1-1 0,0 1-1,1-1 1,-1 0 0,0 1 0,0-1 0,1 1 0,-1-1-1,0 1 1,0-1 0,0 1 0,1-1 0,-1 1 0,0-1-1,0 1 1,0-1 0,0 1 0,0-1 0,0 1-1,0 0 1,0 23 1,-1-16 0,2-1 23,-1-1 0,0 1 0,0-1 0,-1 1 0,0-1 0,0 1 0,0-1 0,-1 0 1,0 1-1,0-1 0,0 0 0,-1 0 0,0-1 0,-7 11 0,-69 72 72,9-10-16,68-76-76,0 1-1,1 0 1,0 0 0,0 0-1,0 0 1,0 0 0,0 0-1,0 1 1,1-1 0,-1 0-1,1 0 1,0 1 0,0-1-1,1 4 1,-1 3 5,1-9 3,-1-1-1,1 1 1,-1-1-1,1 1 0,0-1 1,-1 0-1,1 1 1,0-1-1,-1 0 1,1 1-1,0-1 1,-1 0-1,1 0 1,0 0-1,0 1 1,-1-1-1,1 0 0,0 0 1,0 0-1,0 0 1,1-1-1,27 1 205,-20 0-108,5 0 2,0 0-1,0-1 1,-1-1-1,1 0 1,0 0-1,-1-2 1,18-6-1,-9 0-73,17-7 818,-15 12-4751</inkml:trace>
</inkml:ink>
</file>

<file path=ppt/ink/ink3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0:42.040"/>
    </inkml:context>
    <inkml:brush xml:id="br0">
      <inkml:brushProperty name="width" value="0.025" units="cm"/>
      <inkml:brushProperty name="height" value="0.025" units="cm"/>
    </inkml:brush>
  </inkml:definitions>
  <inkml:trace contextRef="#ctx0" brushRef="#br0">33 133 4297,'0'0'4718,"-4"-11"-5056,-18-87-91,16 75 9231,6 351-1681,2 4-4943,1 338-1211,-3-669-941,-1-49-7968,-3 11 1361</inkml:trace>
</inkml:ink>
</file>

<file path=ppt/ink/ink3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53.525"/>
    </inkml:context>
    <inkml:brush xml:id="br0">
      <inkml:brushProperty name="width" value="0.025" units="cm"/>
      <inkml:brushProperty name="height" value="0.025" units="cm"/>
    </inkml:brush>
  </inkml:definitions>
  <inkml:trace contextRef="#ctx0" brushRef="#br0">33 49 3817,'0'0'12240,"16"2"-8762,-10 3-3294,-1 1 1,0 0-1,-1 0 1,1 1-1,-1-1 1,0 1 0,-1 0-1,1 0 1,-2 0-1,4 12 1,-4-20 681,-4-7-525,-2 0-339,0 1 1,1-1-1,1 0 1,-1 0-1,1 0 1,1 0 0,0-1-1,0 1 1,0 0-1,1-1 1,1-10 0,-1 15-16,0 3 12,0 1 0,0 0 0,0-1 0,0 1 0,0-1 0,0 1 1,0-1-1,0 1 0,0 0 0,0-1 0,0 1 0,1-1 0,-1 1 0,0 0 0,0-1 0,0 1 0,0 0 0,1-1 0,-1 1 0,0 0 0,1-1 0,-1 1 0,0 0 0,0-1 0,1 1 0,16-2 28,-16 3-10,0-1 0,-1 1 1,1 0-1,-1 0 1,1 0-1,-1-1 1,1 1-1,-1 0 1,0 0-1,1 0 1,-1 0-1,0 0 1,0 0-1,1 0 1,-1 0-1,0 0 1,0 0-1,0 0 0,-1 0 1,1 1-1,0 33 142,0-25 128,-1-9-272,1-1 0,-1 1 0,1 0 0,-1-1 0,1 1 0,-1 0 0,1-1 0,-1 1 0,0 0 0,1-1 0,-1 1 0,0-1 0,0 1 0,1-1 1,-1 0-1,0 1 0,0-1 0,0 0 0,1 1 0,-1-1 0,0 0 0,0 0 0,0 0 0,0 0 0,0 0 0,1 0 0,-3 0 0,-28 1 313,27-1-256,2 0-7,0 0-1,0 1 0,1-1 0,-1 0 1,0 0-1,0-1 0,0 1 1,1 0-1,-1 0 0,0-1 0,1 1 1,-1-1-1,0 0 0,1 1 1,-1-1-1,0 0 0,1 0 0,-1 0 1,1 0-1,0 0 0,-3-3 1,3 0-6,0 0 0,-1 0 0,1 0 0,1 0 0,-1 0 0,1 0 1,0-1-1,0 1 0,0-6 0,0 10-130,6 0-16,2-1 73,1 1-1,-1 0 1,0 1-1,0 0 1,0 0 0,13 5-1,-19-6 21,0 2 1,0-1-1,0 0 0,0 0 1,0 1-1,0-1 0,-1 1 0,1-1 1,-1 1-1,1 0 0,-1 0 1,1 0-1,-1 0 0,0 0 0,0 0 1,0 0-1,0 0 0,0 0 1,-1 0-1,1 0 0,0 1 1,-1-1-1,0 0 0,0 1 0,1-1 1,-1 0-1,-1 4 0,1 6 75,-2 21 248,2-32-322,-1 0 0,1-1-1,-1 1 1,1 0 0,-1 0 0,1 0-1,-1-1 1,1 1 0,-1 0 0,0 0-1,1-1 1,-1 1 0,0-1 0,0 1-1,0-1 1,1 1 0,-1-1 0,0 1-1,0-1 1,0 0 0,0 1-1,0-1 1,0 0 0,0 0 0,0 0-1,0 1 1,1-1 0,-1 0 0,-2-1-1,2 1 214,7-11-188,-4 5-37,1 1 0,0-1-1,0 1 1,0 0 0,1 0-1,4-5 1,-6 8-1,0 0-1,0 0 1,0 0-1,1 0 1,-1 0-1,0 0 1,1 0-1,-1 1 1,1-1-1,0 1 1,-1 0-1,1-1 1,0 1-1,0 1 1,0-1-1,0 0 1,0 1-1,0-1 0,0 1 1,0 0-1,0 0 1,0 0-1,0 1 1,3 0-1,-5 0 7,1 0-1,-1 0 0,1 0 0,-1 0 1,0 1-1,0-1 0,0 0 1,1 1-1,-1-1 0,-1 1 0,1-1 1,0 1-1,0 0 0,-1-1 0,1 1 1,0 0-1,-1 0 0,0-1 0,1 1 1,-1 0-1,0 0 0,0 2 0,2 45 16,-2-46-11,1 14 44,-1-12-23,0-1 1,0 1 0,0 0 0,0-1-1,-1 1 1,0 0 0,-2 7 0,3-11-8,-1 1 0,0-1 0,0 0 0,0 1 0,0-1 0,0 0 0,-1 0 1,1 0-1,0 0 0,0 0 0,-1 0 0,1 0 0,-1-1 0,1 1 0,-1 0 0,1-1 1,-1 1-1,1-1 0,-1 1 0,1-1 0,-1 0 0,0 0 0,1 0 0,-1 0 0,1 0 1,-3 0-1,3 0 5,0 0-1,1 0 1,-1 1 0,0-1 0,0 0 0,1 0 0,-1 0 0,0 0 0,1 0 0,-1 0 0,0 0 0,0 0 0,1 0 0,-1-1 0,0 1 0,1 0 0,-1 0 0,0-1 0,1 1-1,-1 0 1,1-1 0,-1 1 0,0 0 0,1-1 0,-1 1 0,1-1 0,-1 1 0,1-1 0,-1 1 0,1-1 0,0 0 0,-1 1 0,1-1 0,0 1 0,-1-1 0,1 0-1,0 1 1,0-1 0,-1 0 0,1 0 0,0 1 0,0-1 0,0 0 0,0 1 0,0-1 0,0 0 0,0 1 0,1-3 0,-2 0-53,-3-81 412,4 46-5497</inkml:trace>
</inkml:ink>
</file>

<file path=ppt/ink/ink3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54.542"/>
    </inkml:context>
    <inkml:brush xml:id="br0">
      <inkml:brushProperty name="width" value="0.025" units="cm"/>
      <inkml:brushProperty name="height" value="0.025" units="cm"/>
    </inkml:brush>
  </inkml:definitions>
  <inkml:trace contextRef="#ctx0" brushRef="#br0">212 135 3777,'0'0'13856,"-3"-7"-12554,-9-23-93,11 29-1006,0 0 0,0 0-1,0 0 1,0 0-1,0 0 1,0 0 0,0 0-1,-1 0 1,1 1-1,0-1 1,-1 0 0,1 1-1,-1-1 1,1 1 0,-1 0-1,1-1 1,0 1-1,-1 0 1,1 0 0,-1 0-1,0 0 1,-1 0-1,-31 3 741,31-2-843,-7 1 95,-1 0 0,1 0 0,-14 0 0,24-2 249,0-12-224,-1-3-212,1 9-5,-1 1 1,1 0-1,1-1 0,-1 1 0,1 0 0,2-10 0,-2 13-2,-1 1-1,1-1 0,0 1 0,0 0 0,0-1 0,0 1 1,0 0-1,0 0 0,0 0 0,1 0 0,-1 0 0,0 0 0,0 0 1,1 0-1,-1 0 0,1 1 0,-1-1 0,1 0 0,-1 1 1,1-1-1,-1 1 0,1 0 0,0 0 0,-1-1 0,1 1 0,-1 0 1,1 0-1,1 1 0,-2-2 4,0 1-1,1 0 1,-1 0 0,0 0-1,0 0 1,0 0 0,0 0-1,0 1 1,0-1 0,0 0-1,0 0 1,0 1 0,0-1-1,0 1 1,0-1 0,1 2-1,1 17 42,-3-19-45,0 21 87,1-9-35,-1-1 1,0 1-1,-1-1 1,-4 22 0,5-30-38,-1-1 0,1 0 0,-1 0 0,0 0 0,0 0 0,0 0 0,0 0 0,0 0 0,-1 0 0,1 0 0,-1 0 1,1-1-1,-1 1 0,1 0 0,-1-1 0,0 1 0,0-1 0,0 0 0,0 0 0,0 0 0,0 0 0,0 0 0,0 0 0,0 0 1,0-1-1,-1 1 0,1-1 0,0 0 0,0 1 0,-5-1 0,4 0 7,0 0 0,1 0 1,-1 0-1,0 0 0,0-1 0,1 1 0,-1-1 1,0 0-1,1 0 0,-1 0 0,1 0 0,-1 0 1,1 0-1,-1-1 0,1 1 0,0-1 0,-3-2 0,3 1-6,-1 0-1,1-1 1,0 0-1,0 0 1,0 0-1,0 0 1,1 0-1,-1 0 1,1 0-1,-1-6 0,2 9-13,-2-5-15,1-1 0,-1 1 0,1-1 0,0 0 0,1 0 0,0 0 0,0 1 0,0-1 0,3-12 0,-2 19 8,0-1-1,0 0 1,0 0-1,0 1 1,1-1 0,-1 1-1,0-1 1,0 1-1,0 0 1,1-1-1,-1 1 1,0 0-1,1 0 1,-1 0-1,0 0 1,0 0-1,2 0 1,26 2-21,-28-2 25,2 1 0,-1-1-1,1 1 1,0-1-1,0 1 1,0 0-1,0 0 1,-1 0-1,1 1 1,0-1-1,-1 1 1,1-1-1,-1 1 1,0 0-1,1 0 1,-1 0-1,0 0 1,0 0-1,0 1 1,-1-1-1,1 1 1,-1-1-1,2 4 1,0 0 22,-1 1 1,1-1 0,-2 1-1,1 0 1,-1 0-1,0 0 1,0-1 0,-1 10-1,0-15 285,-33-2 346,32 0-658,0-1 1,0 1 0,0-1-1,1 1 1,-1-1-1,0 0 1,1 1 0,0-1-1,-1 0 1,1 0 0,0 0-1,0 1 1,-1-1 0,1 0-1,1 0 1,-1 1-1,0-1 1,0 0 0,1 0-1,0-1 1,-1 0-15,1 0 0,0 0-1,0 0 1,0 0 0,0 0 0,1 0 0,-1 1-1,1-1 1,-1 1 0,5-5 0,8-4-454,9-9-118,-18 3-7632</inkml:trace>
</inkml:ink>
</file>

<file path=ppt/ink/ink3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1:55.634"/>
    </inkml:context>
    <inkml:brush xml:id="br0">
      <inkml:brushProperty name="width" value="0.025" units="cm"/>
      <inkml:brushProperty name="height" value="0.025" units="cm"/>
    </inkml:brush>
  </inkml:definitions>
  <inkml:trace contextRef="#ctx0" brushRef="#br0">82 159 3425,'0'0'11594,"13"-11"-2644,-17 15-8778,0 0 0,-1-1-1,1 1 1,-1-1 0,0 0-1,0-1 1,0 1 0,0-1-1,0 0 1,-1 0 0,1-1 0,-1 1-1,1-1 1,-1-1 0,-7 1-1,13-1-147,-1 0-1,1 0 0,-1-1 0,1 1 0,0 0 1,-1 0-1,1-1 0,0 1 0,-1 0 0,1-1 1,0 1-1,0-1 0,-1 1 0,1 0 0,0-1 1,0 1-1,0-1 0,0 1 0,-1-1 0,1 1 1,0 0-1,0-1 0,0 1 0,0-1 0,0 1 1,0-1-1,0 1 0,0-1 0,0-20 139,1 14-87,-2-12-8,1 7-52,0 1-1,0-1 0,1 1 1,0-1-1,4-12 0,-5 22-16,1 0-1,0-1 1,0 1-1,0 0 0,0 0 1,0 0-1,0 0 0,0 0 1,1 0-1,-1 0 0,1 0 1,0 0-1,-1 1 1,1-1-1,0 1 0,0-1 1,0 1-1,0 0 0,0 0 1,0-1-1,0 2 1,1-1-1,-1 0 0,0 0 1,1 1-1,-1-1 0,0 1 1,1 0-1,-1-1 1,4 2-1,-4-2 2,0 1 0,0 0-1,0 0 1,0 1 0,1-1 0,-1 0 0,0 1 0,0-1 0,0 1-1,0 0 1,0 0 0,-1 0 0,1-1 0,0 2 0,0-1-1,0 0 1,-1 0 0,3 3 0,-2-1 3,0-1 0,-1 1 0,1 0 0,-1 0 0,1 0 0,-1 1 0,0-1 0,-1 0 0,1 0 0,0 1 1,-1 3-1,2 68 136,-3-41 38,1-33-170,0 0-1,0 0 0,-1-1 1,1 1-1,0 0 0,-1-1 1,1 1-1,-1 0 0,1-1 1,-1 1-1,1 0 0,-1-1 1,1 1-1,-1-1 0,1 1 1,-1-1-1,0 1 0,1-1 1,-1 0-1,0 1 0,0-1 1,1 0-1,-1 1 0,0-1 1,0 0-1,1 0 0,-1 0 1,0 0-1,0 0 0,1 0 1,-3 0-1,-31 0 98,25 0-91,7 0-3,0 0 1,0 0 0,0 0-1,0 0 1,0 0 0,0-1-1,1 1 1,-1 0 0,0-1-1,0 0 1,0 1 0,0-1-1,1 0 1,-1 0 0,0 0-1,1 0 1,-1 0 0,0 0-1,1-1 1,0 1 0,-2-2-1,1 0 6,1 0 0,0 0 0,-1 0 0,1-1 0,1 1 0,-1 0 0,0-1 0,1 1 0,0 0 0,0-1 0,0-3 0,0 0-32,0 0 1,0 0-1,1 0 0,-1 0 1,4-10-1,-3 15 12,0-1 0,1 1 0,-1-1 0,1 1 0,-1-1 0,1 1 0,0 0-1,0 0 1,0 0 0,0 0 0,1 0 0,-1 0 0,0 1 0,5-3 0,-4 3 1,49-26-8,-49 26 4,0-1 1,1 1 0,-1 0-1,0 0 1,0 1-1,1-1 1,-1 1-1,0-1 1,1 1 0,-1 0-1,0 0 1,1 1-1,-1-1 1,0 1-1,5 1 1,-7-1 6,-1-1 0,1 1 0,0 0 0,-1 0 1,1 0-1,-1 0 0,1 0 0,-1 0 0,1 0 0,-1 0 0,1 0 0,-1 0 0,0 0 0,0 0 1,0 0-1,1 0 0,-1 0 0,0 0 0,-1 2 0,1 28 36,-1-19 29,1-10-46,0 1-1,0-1 0,0 0 1,-1 1-1,1-1 1,-1 1-1,0-1 0,0 1 1,0-1-1,0 0 0,0 0 1,0 1-1,0-1 0,-1 0 1,1 0-1,-1 0 1,1 0-1,-1-1 0,0 1 1,0 0-1,0-1 0,0 1 1,-4 1-1,-3 1 88,0 0-1,0-1 1,0 0-1,0 0 1,-10 1 0,-39-3 983,56-1-583,2-7-488,-1 5-20,1 0-1,0 0 0,0 0 1,0 0-1,0 0 1,0 0-1,1 0 0,-1 0 1,0 1-1,1-1 0,0 0 1,-1 0-1,1 0 1,0 0-1,0 1 0,0-1 1,0 0-1,0 1 0,0-1 1,1 1-1,-1-1 1,0 1-1,1 0 0,-1 0 1,1-1-1,0 1 1,-1 0-1,4-1 0,-5 2-86,0 0 0,1 0-1,-1 0 1,0 0 0,0 0 0,1 0-1,-1 0 1,0 0 0,0 0 0,1 0-1,-1 0 1,0 0 0,0 0 0,1 1-1,-1-1 1,0 0 0,0 0-1,0 0 1,1 0 0,-1 0 0,0 1-1,0-1 1,0 0 0,0 0 0,1 0-1,-1 1 1,0-1 0,0 0-1,0 0 1,0 0 0,0 1 0,0-1-1,0 0 1,1 0 0,-1 1 0,0-1-1,0 0 1,0 0 0,0 1-1,0-1 1,0 0 0,0 0 0,0 1-1,0-1 1,0 0 0,-1 0 0,1 1-1,0-1 1,0 0 0,0 0-1,0 1 1,-2 14-2915,-7 7-4634</inkml:trace>
</inkml:ink>
</file>

<file path=ppt/ink/ink3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3.907"/>
    </inkml:context>
    <inkml:brush xml:id="br0">
      <inkml:brushProperty name="width" value="0.025" units="cm"/>
      <inkml:brushProperty name="height" value="0.025" units="cm"/>
    </inkml:brush>
  </inkml:definitions>
  <inkml:trace contextRef="#ctx0" brushRef="#br0">48 1 6937,'0'0'7778,"-26"0"-7706,20 0-136,6 10-304,-5 6-576,5 6-280,-5 19-377,5-7-1271,-6-3-4842</inkml:trace>
</inkml:ink>
</file>

<file path=ppt/ink/ink3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2"/>
    </inkml:context>
    <inkml:brush xml:id="br0">
      <inkml:brushProperty name="width" value="0.025" units="cm"/>
      <inkml:brushProperty name="height" value="0.025" units="cm"/>
    </inkml:brush>
  </inkml:definitions>
  <inkml:trace contextRef="#ctx0" brushRef="#br0">1 107 3577,'0'0'9933,"21"1"-8704,66 4-110,-85-5-1044,1 1-1,-1-1 1,0 0 0,0-1 0,0 1-1,0 0 1,0-1 0,0 1 0,0-1-1,0 1 1,0-1 0,0 0-1,0 0 1,0 0 0,0 0 0,2-3-1,-3 3 19,0 0 0,0-1 0,0 1 0,0 0 0,-1-1 0,1 1 0,0-1 0,-1 1 0,0-1-1,1 0 1,-1 1 0,0-4 0,6-11 1403,-5 15-713,-1-37 548,1 13-1281,1 45-27,1 15-3,60 559 687,-46-212 64,-18-380-769,1-2-2,0 1 0,0-1 0,0 1 1,0-1-1,0 1 0,0 0 0,0-1 0,0 1 1,0-1-1,0 1 0,0-1 0,0 1 0,0-1 0,1 1 1,-1-1-1,0 1 0,0-1 0,1 1 0,-1-1 1,0 1-1,1-1 0,-1 1 0,0-1 0,1 0 0,0 1 1,0 1-59,-3-10-1191,0 2 813,0 0 1,-1 1-1,0-1 1,0 0-1,0 1 1,0 0-1,-1 0 0,0 0 1,0 0-1,-1 0 1,-5-4-1,-28-29-5088</inkml:trace>
</inkml:ink>
</file>

<file path=ppt/ink/ink3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3"/>
    </inkml:context>
    <inkml:brush xml:id="br0">
      <inkml:brushProperty name="width" value="0.025" units="cm"/>
      <inkml:brushProperty name="height" value="0.025" units="cm"/>
    </inkml:brush>
  </inkml:definitions>
  <inkml:trace contextRef="#ctx0" brushRef="#br0">38 430 2817,'0'0'8660,"16"10"-4971,-15-7-3539,0 0-1,1-1 1,-1 1-1,1 0 1,0-1 0,0 1-1,0-1 1,0 0-1,0 0 1,1 1 0,-1-1-1,1-1 1,-1 1-1,1 0 1,0-1 0,-1 1-1,6 1 1,4 4-142,1-1 0,27 8-1,11-4 65,0-2-1,0-3 0,55-1 0,16 1-65,1022 19-86,-815-25-95,1272 1-298,-1146-27 454,-163 5 13,164-9 7,644-78 270,-396 24 406,-523 68-603,117-8-48,81-1 152,139-5-118,150-3-52,155-57-4,9 50-39,-45 29 58,-197 2 570,-399 9-558,219 3 485,-183 7 5372,-227-3-5873,0 1662 1821,-1-1671-1833,0 0 0,0-1 1,0 1-1,-1 0 0,1 0 0,-1 0 0,0 0 1,0 1-1,0-1 0,-4-3 0,1-1 1,-4-4-14,0 1 1,0 0 0,-1 1-1,0 0 1,-1 1 0,1 0-1,-2 0 1,1 1-1,-1 1 1,0 0 0,-1 0-1,1 1 1,-1 1 0,0 0-1,-19-3 1,-16 1-8,1 2-1,-1 1 1,-50 5-1,22-1 12,-193-1-63,-502 4 17,-685 4 69,867-10 5,497 1-27,-9 0 18,-133 15-1,-414 59-39,254-40 14,146-17 3,154-8 5,-153 15 0,-192 6-7,-2-29 1,189-2-1,-262 19 15,463-13-6,-465 24 0,398-29-1,-504 13-16,178 2 8,8-1 2,368-9 6,-563 50 12,260-12-3,255-38-9,27-2 0,-816 12 23,594-16-63,15 2 113,189-7-113,28 7 97,42 0 245,38 0-554,0 1 0,0 0 0,0-1 0,0 1 0,0 0 0,-1 0 0,1 0 1,0 0-1,-1 0 0,1 0 0,0 0 0,-1 0 0,1 0 0,-1 0 0,0 0 0,1 0 1,-1 0-1,0 0 0,1 0 0,-1 0 0,0 1 0,0-1 0,0 0 0,0 0 0,0 0 1,0 0-1,-1 0 0,1 3 0,0-4-230,-1 1 1,1-1-1,0 1 0,0 0 1,0-1-1,0 1 0,-1 0 0,1-1 1,0 1-1,-1-1 0,1 1 1,0-1-1,-1 1 0,1-1 1,0 1-1,-1-1 0,1 1 1,-1-1-1,0 1 0,-5 0-7695</inkml:trace>
</inkml:ink>
</file>

<file path=ppt/ink/ink3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4"/>
    </inkml:context>
    <inkml:brush xml:id="br0">
      <inkml:brushProperty name="width" value="0.025" units="cm"/>
      <inkml:brushProperty name="height" value="0.025" units="cm"/>
    </inkml:brush>
  </inkml:definitions>
  <inkml:trace contextRef="#ctx0" brushRef="#br0">43 16 2937,'0'0'8636,"12"-14"-3460,-11 13-5116,0 1 0,0 0 0,0 0 0,0 0 0,0 0 0,0 0 0,0 0 0,0 0 0,0 0 0,0 0 0,0 0 0,0 0 0,0 1 0,0-1 0,0 0 0,0 1 0,0-1 0,0 1 0,0-1 0,-1 1 0,1-1 0,0 1 0,0 0-1,0-1 1,-1 1 0,1 0 0,0 0 0,-1 0 0,1-1 0,0 1 0,-1 0 0,0 0 0,1 0 0,-1 0 0,1 0 0,-1 0 0,0 0 0,0 0 0,1 0 0,-1 0 0,0 0 0,0 2 0,5 33 445,-1-1 0,-2 1 0,-2 45-1,-1-32-312,1-44-185,0 0 0,-1 0 0,0 1 0,0-1 0,-1 0 0,1 0 0,-1 0 0,0-1 0,-1 1 0,1 0 0,-7 7 0,3-4-510,0 0 1,0-1 0,-1 0 0,0 0 0,-11 8-1,-4-1-3831</inkml:trace>
</inkml:ink>
</file>

<file path=ppt/ink/ink3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5"/>
    </inkml:context>
    <inkml:brush xml:id="br0">
      <inkml:brushProperty name="width" value="0.025" units="cm"/>
      <inkml:brushProperty name="height" value="0.025" units="cm"/>
    </inkml:brush>
  </inkml:definitions>
  <inkml:trace contextRef="#ctx0" brushRef="#br0">0 1 3913,'0'0'12120,"2"0"-11723,0 0 0,0 0 0,-1 0-1,1 0 1,0 0 0,-1 0 0,1 0 0,0 1 0,-1-1 0,4 1 0,-5 13-246,-1 60 1118,19 146 1,-6-153-941,3 13 151,-3 0 1,1 96 0,-13 189 732,0-223-8433,0-173-839</inkml:trace>
</inkml:ink>
</file>

<file path=ppt/ink/ink3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6"/>
    </inkml:context>
    <inkml:brush xml:id="br0">
      <inkml:brushProperty name="width" value="0.025" units="cm"/>
      <inkml:brushProperty name="height" value="0.025" units="cm"/>
    </inkml:brush>
  </inkml:definitions>
  <inkml:trace contextRef="#ctx0" brushRef="#br0">27 54 4233,'0'0'11481,"-11"-2"-10331,11-49 1315,0 71-791,-2 147 1377,5 192-1129,12-226-1673,-7-78 0,1 66-1,-4-3-30,-5-117-224,0 35-2163,0-30 1778,-1 0 0,0-1 0,0 1 0,0-1 0,-1 1 0,1-1 0,-1 0-1,-1 0 1,1 0 0,-1 0 0,1 0 0,-2 0 0,1 0 0,-8 7 0,-6 11-4273</inkml:trace>
</inkml:ink>
</file>

<file path=ppt/ink/ink3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7"/>
    </inkml:context>
    <inkml:brush xml:id="br0">
      <inkml:brushProperty name="width" value="0.025" units="cm"/>
      <inkml:brushProperty name="height" value="0.025" units="cm"/>
    </inkml:brush>
  </inkml:definitions>
  <inkml:trace contextRef="#ctx0" brushRef="#br0">0 1 6545,'0'0'9248,"1"14"-8417,0 1-544,-1-5-30,1 1-1,0-1 0,0 0 0,1 1 0,1-1 0,3 11 0,2 4 699,-2 0-1,-1 0 1,-1 0 0,1 30 0,-5 108-431,-1-81 297,0 18-346,3 116 171,5-161-601,3-1 0,27 89 0,-28-108-22,-6-22 7,-1 1 1,0-1-1,-1 1 1,-1 21-1,-1-20-555,2 0 0,3 27 0,-4-40-212,1 0 0,-1-1 0,1 1 0,0 0 0,-1-1 1,1 1-1,0 0 0,0-1 0,0 1 0,0-1 1,2 2-1,6-1-11259</inkml:trace>
</inkml:ink>
</file>

<file path=ppt/ink/ink3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8"/>
    </inkml:context>
    <inkml:brush xml:id="br0">
      <inkml:brushProperty name="width" value="0.025" units="cm"/>
      <inkml:brushProperty name="height" value="0.025" units="cm"/>
    </inkml:brush>
  </inkml:definitions>
  <inkml:trace contextRef="#ctx0" brushRef="#br0">108 92 5433,'0'0'7666,"0"14"-4686,-1-29-2906,1 8-120,-1 1 0,1-1 0,0 1 0,1-1 0,-1 1 0,1 0 0,1-1-1,-1 1 1,1 0 0,0 0 0,0-1 0,5-6 2473,-9 23-1548,1 1 1,1 0 0,-1-1 0,3 19 0,0 3 215,15 300 3519,-8-226-4355,-1 465 1296,-10-347-1112,2-13-1345,-6-211-21,-81 0-4880,25 0-918</inkml:trace>
</inkml:ink>
</file>

<file path=ppt/ink/ink3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89"/>
    </inkml:context>
    <inkml:brush xml:id="br0">
      <inkml:brushProperty name="width" value="0.025" units="cm"/>
      <inkml:brushProperty name="height" value="0.025" units="cm"/>
    </inkml:brush>
  </inkml:definitions>
  <inkml:trace contextRef="#ctx0" brushRef="#br0">391 735 5521,'0'0'7015,"-23"1"-6611,-74 10-58,91-10-291,1 1 1,0 0 0,-1 0 0,1 0-1,0 1 1,1 0 0,-1 0 0,0 0-1,1 0 1,0 1 0,0 0 0,0 0 0,0 0-1,0 0 1,1 0 0,0 1 0,0 0-1,0-1 1,-3 9 0,1-5 27,-13 19 261,13-21-87,1-1 1,0 1-1,0 0 0,0 1 0,1-1 0,0 1 0,0-1 0,-3 15 4573,1-22-4769,1 0-1,0 1 1,0-1-1,-1 1 1,1 0-1,0 0 0,0 0 1,-7 2-1,-10-1 7,19-1-66,0 0-1,0 0 0,0 0 1,0 0-1,0 0 1,0 0-1,0 1 0,0-1 1,0 1-1,0 0 1,0-1-1,0 1 0,0 0 1,0 0-1,0 0 1,0 0-1,1 1 0,-1-1 1,0 0-1,1 1 1,0-1-1,-1 1 0,1 0 1,0-1-1,-1 1 1,1 0-1,-1 3 0,0 2-2,0 0 0,1 0 0,0 0 0,0 1 0,0-1-1,2 12 1,-1-15 3,0-3-1,0-1 0,0 1 0,1-1 0,-1 1 0,0-1 0,0 1-1,1-1 1,-1 1 0,1-1 0,-1 1 0,0-1 0,1 1 0,-1-1 0,1 0-1,-1 1 1,1-1 0,0 0 0,-1 1 0,1-1 0,-1 0 0,1 0-1,-1 1 1,1-1 0,0 0 0,-1 0 0,1 0 0,-1 0 0,1 0 0,1 0-1,23 1-1,-21-1 3,20 0 2,-16 1-1,1 0-1,-1-1 1,1 0-1,-1-1 1,1 0 0,-1 0-1,0-1 1,0 0 0,1 0-1,-1-1 1,13-6 0,0-7-22,-1 0 0,-1-1 1,32-38-1,-6 6-51,-10 15-11,113-125-781,-133 140 744,0 0 0,-2-1 0,0-1 0,-2 0 1,0-1-1,14-43 0,-18 34 106,-3 0-1,0 0 1,-2 0 0,-2 0 0,-2-33 0,0-9 10,2-114 473,0 186 479,-16 19-475,4-7-414,-4 10 19,0 1 0,2 1-1,1 0 1,0 1 0,2 0 0,0 1 0,2 0 0,1 0 0,1 1 0,-5 37 0,2 24 151,1 160 0,9-238-229,1 20 20,7 51-1,-6-67-17,1 0 0,0 0 0,1 0 0,0-1 1,1 0-1,8 15 0,-12-25-20,1 0 1,-1-1-1,1 1 0,-1 0 0,1-1 1,0 1-1,0-1 0,-1 1 0,1-1 1,0 0-1,0 0 0,0 1 0,0-2 1,1 1-1,-1 0 0,0 0 0,0-1 1,4 1-1,43 0-711,-30-2 351,-9 0 34,0 0 0,0-2-1,0 1 1,0-1 0,-1 0-1,1-1 1,-1 0 0,0-1 0,0 1-1,0-2 1,-1 1 0,13-12 0,9-4-1647,20-13-2834</inkml:trace>
</inkml:ink>
</file>

<file path=ppt/ink/ink3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0"/>
    </inkml:context>
    <inkml:brush xml:id="br0">
      <inkml:brushProperty name="width" value="0.025" units="cm"/>
      <inkml:brushProperty name="height" value="0.025" units="cm"/>
    </inkml:brush>
  </inkml:definitions>
  <inkml:trace contextRef="#ctx0" brushRef="#br0">338 8 3977,'0'0'17744,"-13"-1"-16902,-4-2-624,10 2-145,-1 0 1,1 0 0,-1 0 0,0 1 0,1 0-1,-1 1 1,1 0 0,-1 0 0,-8 2-1,6 2 3,-1-1 0,1 1 0,0 1-1,1 0 1,-1 0 0,1 1-1,0 0 1,-13 14 0,2-1 20,1 2 0,-21 31 0,34-45-92,1 0 1,0 1 0,1-1-1,-1 1 1,1 0-1,1 1 1,0-1-1,1 1 1,-1-1-1,2 1 1,-1 0-1,1 0 1,1 0-1,0 10 1,0-18-8,0-1 0,1 0 1,-1 1-1,0-1 0,0 1 0,1-1 1,-1 1-1,1-1 0,-1 0 0,1 1 0,0-1 1,-1 0-1,1 0 0,0 0 0,0 1 1,0-1-1,0 0 0,0 0 0,0 0 1,0 0-1,2 1 0,1 0-33,-1 0 0,1-1-1,-1 1 1,1-1 0,0 0 0,-1 0 0,1 0-1,5 0 1,2 0-84,1-1 0,-1 0-1,1 0 1,-1-2 0,12-1 0,-16 0 68,0 0 1,0 0-1,0 0 0,0-1 1,-1 0-1,1 0 1,-1 0-1,0-1 0,0 0 1,9-11-1,-4 4-30,-1 0 0,-1-1-1,0 0 1,10-20 0,-8 11 1050,-11 203-2950,0-181 1848,-1 1-1,1-1 1,0 1 0,0 0-1,0-1 1,0 1-1,0 0 1,0-1 0,0 1-1,0-1 1,1 1-1,-1 0 1,0-1-1,0 1 1,0-1 0,1 1-1,-1-1 1,0 1-1,0-1 1,1 1 0,-1-1-1,0 1 1,1-1-1,-1 1 1,1-1 0,-1 1-1,1-1 1,-1 0-1,1 1 1,-1-1-1,1 0 1,-1 1 0,1-1-1,-1 0 1,1 0-1,0 1 1,-1-1 0,1 0-1,-1 0 1,1 0-1,0 0 1,-1 0 0,1 0-1,0 0 1,-1 0-1,1 0 1,-1 0-1,1-1 1,0 1 0,0 0-1,7 0-1746,8 0-3861</inkml:trace>
</inkml:ink>
</file>

<file path=ppt/ink/ink3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1"/>
    </inkml:context>
    <inkml:brush xml:id="br0">
      <inkml:brushProperty name="width" value="0.025" units="cm"/>
      <inkml:brushProperty name="height" value="0.025" units="cm"/>
    </inkml:brush>
  </inkml:definitions>
  <inkml:trace contextRef="#ctx0" brushRef="#br0">172 0 8194,'0'0'13672,"2"32"-12832,0-9-662,10 196 1155,-11-103-596,-3 135 248,0-230-993,-2-1 0,0 1 0,-1 0 0,-1-1 0,0 0 0,-2-1 0,-10 20 0,17-37-116,-1 1-1,0-1 1,1 0 0,-1 0-1,0 1 1,0-1 0,-1 0-1,1-1 1,0 1 0,-1 0-1,-2 1 1,4-2-95,-1-1 0,1 1 0,0-1 0,0 1 0,-1-1 0,1 1 1,-1-1-1,1 1 0,0-1 0,-1 0 0,1 0 0,-1 0 0,1 0 0,0 0 0,-1 0 0,1 0 0,-1-1 0,1 1 1,0 0-1,-1-1 0,1 1 0,0-1 0,-1 1 0,1-1 0,0 0 0,0 0 0,-2 0 0,-5-10-1584,-1 0-1,1-1 0,1 1 1,-7-15-1,-7-15-4494</inkml:trace>
</inkml:ink>
</file>

<file path=ppt/ink/ink3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2"/>
    </inkml:context>
    <inkml:brush xml:id="br0">
      <inkml:brushProperty name="width" value="0.025" units="cm"/>
      <inkml:brushProperty name="height" value="0.025" units="cm"/>
    </inkml:brush>
  </inkml:definitions>
  <inkml:trace contextRef="#ctx0" brushRef="#br0">0 163 5705,'0'0'10186,"46"-10"-9145,150-31-167,-83 18-196,-57 13-120,55-19-1,23-17 456,-133 45-959,-1 1-1,1 0 1,-1-1-1,1 1 1,0 0-1,-1 0 0,1-1 1,0 1-1,-1 0 1,1 0-1,0 0 0,-1 0 1,1 0-1,0 0 1,-1 0-1,1 0 1,0 0-1,-1 0 0,1 0 1,0 1-1,-1-1 1,1 0-1,-1 0 1,1 1-1,0-1 0,-1 0 1,1 1-1,-1-1 1,1 1-1,-1-1 0,1 1 1,-1-1-1,1 1 1,-1-1-1,1 1 1,-1-1-1,0 1 0,1-1 1,-1 1-1,0 0 1,0-1-1,1 1 1,-1-1-1,0 1 0,0 0 1,0 1-1,0 1 15,0 0 0,-1 0 0,1 0 0,-1 0 0,1 0 1,-1 0-1,0 0 0,-1-1 0,1 1 0,-3 4 0,-21 32 42,-48 57 1,43-60-100,-45 74 0,67-97-29,1 0 1,1 0-1,1 1 1,0 0-1,0 1 1,1-1-1,1 1 1,1-1-1,-2 31 1,3-27-44,1-14 50,0 0-1,-1 0 0,1 0 0,1 0 0,-1 0 0,2 8 0,-1-11 11,0 0 0,-1-1 0,1 1 1,0 0-1,0 0 0,0-1 0,0 1 1,0-1-1,-1 1 0,1-1 0,0 1 1,0-1-1,0 0 0,1 1 0,-1-1 1,0 0-1,0 0 0,0 0 0,0 0 1,0 0-1,0 0 0,2 0 0,30-2-31,-30 1 27,3 0 5,-1 0 0,1-1 0,-1 0 0,0-1-1,1 1 1,-1-1 0,0 0 0,0 0 0,-1-1 0,1 1 0,-1-1 0,1 0 0,-1 0-1,0-1 1,-1 1 0,4-6 0,9-12 3,-2-1 1,12-25-1,-24 45-3,17-36 74,-1 0 1,-2-2-1,15-58 0,-28 83 1688,-4 39-1016,0 72-555,3 120-110,-2-210-221,1 0 0,0-1 0,0 1 0,0 0 1,0-1-1,1 1 0,0-1 0,0 1 0,0-1 0,0 0 1,1 0-1,0 0 0,5 7 0,-1-3-1426</inkml:trace>
</inkml:ink>
</file>

<file path=ppt/ink/ink3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3"/>
    </inkml:context>
    <inkml:brush xml:id="br0">
      <inkml:brushProperty name="width" value="0.025" units="cm"/>
      <inkml:brushProperty name="height" value="0.025" units="cm"/>
    </inkml:brush>
  </inkml:definitions>
  <inkml:trace contextRef="#ctx0" brushRef="#br0">38 46 7890,'0'0'12314,"9"-11"-11429,-3 5-728,-3 2-74,0 0 0,1 1 0,-1-1 0,1 1 0,8-6 0,-12 9-70,1 0 0,-1 0-1,0-1 1,1 1 0,-1 0 0,1 0 0,-1 0 0,0 0 0,1 0 0,-1 0 0,1 0 0,-1 0 0,1 0-1,-1 0 1,1 0 0,-1 0 0,0 0 0,1 0 0,-1 0 0,1 0 0,-1 0 0,1 0 0,-1 1 0,0-1-1,1 0 1,-1 0 0,1 0 0,-1 1 0,1 1 28,0-1 1,0 0-1,0 1 1,-1-1-1,1 1 1,-1-1-1,1 1 1,-1 0-1,1-1 0,-1 1 1,0-1-1,0 1 1,0 1-1,0 370 2601,-3-324-2587,-2-1-1,-14 57 1,-32 92-1367,45-175 858,5-16-123,1-5 408,0-1 0,0 1 0,0 0 0,0 0 0,-1-1 0,1 1 0,0 0 0,0-1 1,0 1-1,-1 0 0,1 0 0,0-1 0,-1 1 0,1-1 0,-1 1 0,1 0 0,-1-1 0,1 1 0,-1-1 0,1 1 0,-1-1 0,1 1 0,-1-1 0,-1 1 0,-4-15-10918</inkml:trace>
</inkml:ink>
</file>

<file path=ppt/ink/ink3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4"/>
    </inkml:context>
    <inkml:brush xml:id="br0">
      <inkml:brushProperty name="width" value="0.025" units="cm"/>
      <inkml:brushProperty name="height" value="0.025" units="cm"/>
    </inkml:brush>
  </inkml:definitions>
  <inkml:trace contextRef="#ctx0" brushRef="#br0">35 123 8130,'0'0'7988,"22"-14"-7281,71-38 41,-89 49-669,-1 1-1,0 1 0,1-1 1,-1 0-1,1 1 1,-1 0-1,1 0 1,0 0-1,-1 0 1,1 0-1,0 1 1,0 0-1,-1 0 0,1 0 1,0 0-1,0 0 1,-1 1-1,6 1 1,0 0 134,54 14 887,-37-8-737,0-2 0,27 3 0,181-2 582,-159-8-810,49-4 0,-1-7 0,145-31 0,-228 35-105,18-1 129,0 2 0,86 0 0,-144 7-134,1 0-1,0 1 1,0-1-1,-1 0 1,1 1-1,0-1 1,-1 1-1,1-1 1,0 1-1,-1-1 1,1 1-1,-1-1 1,1 1-1,-1-1 1,1 1-1,-1 0 1,1-1-1,-1 1 0,0 0 1,1 0-1,-1-1 1,0 1-1,0 0 1,1 0-1,-1-1 1,0 1-1,0 0 1,0 0-1,0-1 1,0 1-1,0 1 1,0 36 440,-1-25-260,1-1-83,0 35 295,-11 91 0,-1-49-232,-3 108-1,15 92-105,1-144-36,-1 288 6,0-432 65,0-26 150,-1 12-257,-1 0 1,0 0 0,0 0-1,-2 0 1,1 1-1,-1-1 1,-1 1 0,-1 0-1,1 0 1,-2 1-1,0 0 1,0 0 0,-1 0-1,0 1 1,-12-12-1,5 8-13,0 0 0,-1 0 0,0 2 0,-1 0 0,0 1-1,-1 1 1,0 0 0,0 1 0,-29-8 0,14 8-14,0 1 1,0 2 0,-42-2 0,-105 4-31,134 4 42,-40 2-16,1 3 0,0 5-1,0 3 1,1 3 0,-128 44 0,165-44 20,14-6-2,2 1-1,-32 16 1,63-26 3,0-1 1,0 0-1,0 0 1,1 0-1,-1 0 0,0 0 1,0 0-1,0 0 1,0 0-1,0 1 1,1-1-1,-1 0 0,0 0 1,0 0-1,0 0 1,0 0-1,0 1 0,0-1 1,0 0-1,0 0 1,0 0-1,1 0 0,-1 1 1,0-1-1,0 0 1,0 0-1,0 0 0,0 1 1,0-1-1,0 0 1,0 0-1,0 0 0,0 0 1,-1 1-1,1-1 1,0 0-1,0 0 1,0 0-1,0 0 0,0 1 1,0-1-1,0 0 1,0 0-1,0 0 0,0 0 1,-1 0-1,1 1 1,0-1-1,0 0 0,24 0 33,-19 0-27,33-1 202,-1-1 0,0-2 0,40-10 0,-101 7-9292,12-3 2983</inkml:trace>
</inkml:ink>
</file>

<file path=ppt/ink/ink3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5"/>
    </inkml:context>
    <inkml:brush xml:id="br0">
      <inkml:brushProperty name="width" value="0.025" units="cm"/>
      <inkml:brushProperty name="height" value="0.025" units="cm"/>
    </inkml:brush>
  </inkml:definitions>
  <inkml:trace contextRef="#ctx0" brushRef="#br0">29 1750 2801,'0'0'9412,"-4"6"-8191,-14 20 44,17-25-1014,0 0 0,1 0 1,-1 1-1,0-1 0,1 0 0,-1 0 0,1 0 0,-1 0 0,1 0 1,0 1-1,0-1 0,-1 0 0,1 0 0,0 1 0,0-1 0,0 0 1,1 2-1,-1-2-162,0-1 0,1 1 0,-1 0 0,0-1 0,1 1 1,-1-1-1,1 1 0,-1 0 0,1-1 0,-1 1 0,1-1 1,0 0-1,-1 1 0,1-1 0,0 1 0,-1-1 0,1 0 1,0 0-1,-1 1 0,1-1 0,1 0 0,4 1-12,1 0 1,-1-1-1,1 0 0,0 0 1,7-2-1,-1 2 293,578-23 821,-148 13-1184,-414 12-8,0 1 0,0 2 0,-1 1 0,0 1 0,0 1 0,43 19 0,-18-1-2,0 2 0,58 42 0,-63-33-1,-37-28 70,1 1 1,0-2 0,0 1 0,17 7-1,-28-15-12,0-1 1,0 1-1,0 0 0,0-1 0,-1 1 0,1-1 0,0 1 0,1-1 0,-1 0 0,0 1 0,0-1 0,0 0 1,0 0-1,0 0 0,0 0 0,0 0 0,0 0 0,0 0 0,0 0 0,1 0 0,-1-1 0,0 1 0,0 0 1,0-1-1,0 1 0,0 0 0,0-1 0,0 0 0,0 1 0,-1-1 0,1 1 0,0-1 0,0 0 0,0 0 1,-1 1-1,1-1 0,0 0 0,-1 0 0,1 0 0,0 0 0,-1 0 0,1 0 0,0-2 0,0-4 195,0 0 0,0 0 0,0 0 0,-1 0 0,-1-12 0,1 4-555,0-1500 498,10 1284-217,1 7 222,-11 222-116,0 5-295,0 7 208,1 0 0,0 0 1,1-1-1,0 1 0,1 0 0,0-1 1,0 0-1,1 1 0,0-2 1,0 1-1,1 0 0,0-1 1,1 0-1,0 0 0,9 10 1,-7-9 6,1 1 0,0-1 0,0 0 0,1-1 0,0 0 0,1-1 0,0 0 1,0 0-1,0-1 0,24 9 0,67 16-128,2-4 0,1-5 1,1-4-1,204 7 0,402-20-604,-468-6-79,-207 0 804,0-3-1,47-9 1,-16 1 6,-32 11 19,-35 1 194,32 0 403,7-5-325,-40 5-309,1 0 0,-1 0 0,0 0 1,0 0-1,0 0 0,0-1 0,0 1 0,0 0 1,0 0-1,1 0 0,-1 0 0,0-1 0,0 1 0,0 0 1,0 0-1,0 0 0,0-1 0,0 1 0,0 0 1,0 0-1,0 0 0,0-1 0,0 1 0,0 0 0,0 0 1,0 0-1,0-1 0,0 1 0,0 0 0,-1 0 1,1 0-1,0 0 0,0-1 0,0 1 0,0 0 0,0 0 1,0 0-1,0 0 0,-1 0 0,1-1 0,0 1 1,0 0-1,0 0 0,0 0 0,-1 0 0,1 0 0,0 0 1,0 0-1,0 0 0,0 0 0,-1-1 0,1 1 0,0 0 1,0 0-1,0 0 0,-1 0 0,1 0 0,0 0 1,0 0-1,0 0 0,-1 1 0,1-1 0,0 0 0,0 0 1,0 0-1,-1 0 0,1 0 0,0 0 0,-55 0-9309,42 0 2343</inkml:trace>
</inkml:ink>
</file>

<file path=ppt/ink/ink3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6"/>
    </inkml:context>
    <inkml:brush xml:id="br0">
      <inkml:brushProperty name="width" value="0.025" units="cm"/>
      <inkml:brushProperty name="height" value="0.025" units="cm"/>
    </inkml:brush>
  </inkml:definitions>
  <inkml:trace contextRef="#ctx0" brushRef="#br0">56 1 7666,'0'0'12962,"0"8"-11344,-6 551 2140,3-620-3726,-3 0 0,-18-76 0,15 91-29,5 7 27,1 1 0,3-67 0,1 42 320,-1 62-207,3 2-135,1 1 1,-1-1 0,0 0-1,0 1 1,0 0 0,0-1 0,-1 1-1,1 0 1,0 0 0,-1 1-1,0-1 1,1 1 0,-1-1-1,0 1 1,0 0 0,2 3-1,13 15 11,-3-9 14,0-1-1,0 0 0,1 0 0,0-2 0,1 0 0,0-1 0,1 0 0,-1-1 0,1-1 0,1-1 1,-1 0-1,1-1 0,32 2 0,-3 0 29,-14-3-39,0 1 0,-1 2 0,1 1 0,40 16 0,-55-17 16,-1-1 0,1-1 0,-1-1 1,20 2-1,10 2 153,-16 2 457,-35-6 47,-17-2-527,7-1-157,0-1-7,1 1-1,-1 1 0,1 0 0,0 1 1,-18 5-1,-242 63-275,163-43 109,74-18 101,-68 29-1,103-38 57,0 1 0,0-1 0,0 0 0,0 1 0,1-1 0,-1 1 0,0-1 0,0 1 0,0 0 0,0-1 0,1 1 0,-1 0 0,0 0 0,0-1 0,1 1 0,-1 0 0,1 0 0,-1 0 0,1 0 0,-1 0 0,0 1 0,1-1 902,-16-1-272,12 0-3702</inkml:trace>
</inkml:ink>
</file>

<file path=ppt/ink/ink3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7"/>
    </inkml:context>
    <inkml:brush xml:id="br0">
      <inkml:brushProperty name="width" value="0.025" units="cm"/>
      <inkml:brushProperty name="height" value="0.025" units="cm"/>
    </inkml:brush>
  </inkml:definitions>
  <inkml:trace contextRef="#ctx0" brushRef="#br0">177 37 5473,'0'0'10574,"-3"3"-9880,-32 27 3128,18-17-3464,0 2 0,-18 21-1,29-29-365,1 0-1,1 0 0,-1 0 0,1 0 1,0 1-1,1-1 0,0 1 0,0 0 0,-3 15 1,3 0 13,1 0 0,2 27 0,0-38-6,0-9 1,1-1 1,0 1-1,0 0 0,0-1 0,0 1 0,0-1 0,0 1 0,1-1 0,-1 0 1,1 1-1,0-1 0,0 0 0,-1 0 0,1 0 0,1 0 0,-1-1 0,0 1 1,0-1-1,1 1 0,-1-1 0,1 0 0,-1 1 0,1-1 0,-1-1 0,4 2 1,7 2 6,0 0 1,0-1-1,26 4 1,-27-5-7,1-1 0,0-1 1,-1 0-1,1 0 1,-1-1-1,17-4 1,-23 3-2,-1 0 0,0 0 1,0 0-1,0-1 0,0 1 1,0-1-1,-1-1 0,1 1 1,-1 0-1,0-1 1,0 0-1,0 0 0,-1-1 1,1 1-1,-1 0 0,4-8 1,-2 2 30,1 0 0,-2-1 0,0 0 0,0 0 0,-1 0 0,0 0 0,2-18 0,-2-6 178,-2-40 1,-1 51-144,0 21-19,0 0-1,0 0 1,-1 0-1,1 0 1,-1 0-1,0 0 1,1 0-1,-1 0 1,-1 1-1,1-1 1,0 0-1,-1 1 1,1-1-1,-1 1 1,0-1-1,0 1 1,-3-4-1,0 3-2,1-1-1,-1 1 0,0 0 0,0 0 0,0 1 0,0 0 0,0-1 0,-11-1 1,-5-1 137,0 2 0,-1 1 0,-40 0 0,40 1 12,17 0-185,-1 0 0,1 1 0,0-1-1,-1 1 1,1 1 0,0-1 0,-1 1 0,1 0-1,0 0 1,0 0 0,0 1 0,-6 2 0,-21 16-2534,11-11-3019,4-7-5326</inkml:trace>
</inkml:ink>
</file>

<file path=ppt/ink/ink3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8"/>
    </inkml:context>
    <inkml:brush xml:id="br0">
      <inkml:brushProperty name="width" value="0.025" units="cm"/>
      <inkml:brushProperty name="height" value="0.025" units="cm"/>
    </inkml:brush>
  </inkml:definitions>
  <inkml:trace contextRef="#ctx0" brushRef="#br0">0 1 9026,'0'0'10892,"3"2"-10168,0 1-565,-1 0-1,0 0 1,1 1 0,-1-1 0,0 1-1,-1-1 1,1 1 0,-1 0 0,1 0 0,-1-1-1,0 1 1,-1 0 0,1 0 0,0 5-1,0 68 499,-1-24-319,6 39-40,18 154 595,-23-240-1323,0 9 943,-13-9-17027</inkml:trace>
</inkml:ink>
</file>

<file path=ppt/ink/ink3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499"/>
    </inkml:context>
    <inkml:brush xml:id="br0">
      <inkml:brushProperty name="width" value="0.025" units="cm"/>
      <inkml:brushProperty name="height" value="0.025" units="cm"/>
    </inkml:brush>
  </inkml:definitions>
  <inkml:trace contextRef="#ctx0" brushRef="#br0">0 5 3977,'0'0'16402,"12"0"-15447,210-5-692,-221 5-263,1 1 0,-1-1 0,1 1 0,-1-1 0,1 1 0,-1-1 0,1 1 0,-1 0 0,0 0 0,1 0 0,-1 0 0,0 0 0,0 0 0,0 0 0,0 0 0,0 0 1,0 0-1,0 1 0,0-1 0,0 0 0,0 1 0,-1-1 0,1 1 0,-1-1 0,1 1 0,-1-1 0,1 1 0,-1-1 0,0 1 0,0 3 0,2 7 2,-1 1-1,0 22 1,-1-25 0,0-3-3,0 9 31,0-1 0,-2 0 0,-2 17 0,3-27-9,-1 0 0,1 1 0,-1-2 0,0 1 0,-1 0 0,1 0 0,-1-1 0,0 1 0,0-1 0,0 0 0,-1 0 0,-4 4 0,-19 15 348,-44 29 1,31-24-26,39-28-337,-1 1 0,1-1 0,0 1 0,0-1 0,1 1 0,-1-1 0,0 1 0,0 0 0,0 0 0,0 0 0,0-1 0,1 1 0,-1 0 0,0 0 0,1 0 0,-1 0 0,1 0 0,-1 0 0,1 0 0,0 0 0,-1 0 0,1 1 0,0-1 1,0 0-1,-1 0 0,1 0 0,0 0 0,0 0 0,0 1 0,0-1 0,1 0 0,-1 0 0,0 0 0,0 0 0,1 2 0,1-2-1,-1 1-1,1-1 1,0 1 0,-1-1-1,1 0 1,0 0 0,0 1-1,-1-1 1,1-1 0,0 1 0,0 0-1,0 0 1,0-1 0,0 1-1,0-1 1,0 0 0,1 1-1,1-1 1,181 2 607,-89-3-416,-96 1-270,11 0-11182</inkml:trace>
</inkml:ink>
</file>

<file path=ppt/ink/ink3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0"/>
    </inkml:context>
    <inkml:brush xml:id="br0">
      <inkml:brushProperty name="width" value="0.025" units="cm"/>
      <inkml:brushProperty name="height" value="0.025" units="cm"/>
    </inkml:brush>
  </inkml:definitions>
  <inkml:trace contextRef="#ctx0" brushRef="#br0">28 1 7402,'0'0'11153,"-2"3"-10505,2-3-619,-1 0 0,1 1 0,0-1 0,0 0 1,0 1-1,0-1 0,0 0 0,0 1 0,0-1 1,0 0-1,0 1 0,0-1 0,0 0 0,0 1 0,0-1 1,0 1-1,0-1 0,0 0 0,0 1 0,0-1 1,0 0-1,0 1 0,0-1 0,1 0 0,-1 1 0,0-1 1,0 0-1,0 1 0,1-1 0,-1 0 0,0 0 0,1 1 1,-1-1-1,0 0 0,19 10 510,40 6-231,-24-7-121,-18-4-172,0 1 1,-1 0-1,0 1 0,0 1 1,0 0-1,-1 1 0,14 12 1,-25-17 13,-1 1 1,-1-1 0,1 1-1,-1-1 1,0 1 0,0 0-1,0 0 1,-1 0 0,1 0 0,-1 0-1,0 1 1,-1-1 0,1 0-1,-1 0 1,0 1 0,-1-1 0,1 0-1,-1 1 1,0-1 0,0 0-1,-3 6 1,-1-4 79,-1 0 1,0-1-1,0 0 1,0 1-1,-1-2 1,0 1-1,0-1 0,-11 5 1,-26 22 241,43-31-370,1-1 0,-1 1 0,1-1-1,-1 1 1,1 0 0,-1-1 0,1 1-1,-1-1 1,1 1 0,0 0 0,-1 0-1,1-1 1,0 1 0,0 0 0,-1 0-1,1-1 1,0 1 0,0 0 0,0 0 0,0-1-1,0 1 1,0 0 0,0 0 0,0-1-1,0 1 1,1 0 0,-1 0 0,0-1-1,0 1 1,1 0 0,-1 0 0,0-1-1,1 1 1,-1 0 0,1-1 0,-1 1-1,1-1 1,-1 1 0,1 0 0,-1-1-1,1 1 1,0-1 0,-1 0 0,1 1-1,0-1 1,-1 1 0,1-1 0,0 0 0,-1 0-1,1 1 1,1-1 0,1 2 24,8 6-66,-1 1-1,0 0 0,0 1 0,-1 0 0,0 0 1,10 16-1,-16-22 88,0 0-1,0 1 1,-1-1 0,0 1 0,0-1 0,0 1 0,0 0 0,0 0 0,-1 0-1,0 0 1,0 0 0,-1 0 0,1 0 0,-1 0 0,0 0 0,0 0 0,-1 1 0,0-1-1,0 0 1,-2 8 0,0-9 64,1 0 0,-1 0 0,0 0 0,0 0 0,0-1 0,0 1 0,-1-1 0,1 0 0,-1 0 0,-6 4 0,-46 24 688,44-25-557,-6 3 99,-59 27 939,67-32-1127,1-1 1,-1 0-1,1-1 0,-1 0 1,0 0-1,-13 0 0,22-2-144,1 0 0,0 0-1,0 0 1,0 0-1,-1 0 1,1 0-1,0 0 1,0 0 0,0 0-1,-1 0 1,1 0-1,0 0 1,0 0-1,0 0 1,-1 1 0,1-1-1,0 0 1,0 0-1,0 0 1,0 0 0,-1 0-1,1 0 1,0 1-1,0-1 1,0 0-1,0 0 1,0 0 0,-1 0-1,1 1 1,0-1-1,0 0 1,0 0-1,0 0 1,0 1 0,0-1-1,0 0 1,0 0-1,0 0 1,0 1-1,0-1 1,0 0 0,0 0-1,0 0 1,0 1-1,0-1 1,0 0 0,0 0-1,0 0 1,0 1-1,0-1 1,0 0-1,0 0 1,1 1 0,-3 7-6263,-2-7-677</inkml:trace>
</inkml:ink>
</file>

<file path=ppt/ink/ink3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1"/>
    </inkml:context>
    <inkml:brush xml:id="br0">
      <inkml:brushProperty name="width" value="0.025" units="cm"/>
      <inkml:brushProperty name="height" value="0.025" units="cm"/>
    </inkml:brush>
  </inkml:definitions>
  <inkml:trace contextRef="#ctx0" brushRef="#br0">0 0 6905,'0'0'13023,"0"21"-11602,2-5-1234,-1 0 0,2 0 0,0 0 1,7 19-1,-5-19-124,-1 1 1,0-1-1,-2 1 1,2 21-1,-5-25 10,-1 3-80,4-14 245,2-9 325,5-13-560,2 0-1,1 1 1,0 0-1,1 1 1,1 1-1,1 0 1,1 0-1,0 2 1,1 0 0,0 1-1,36-22 1,-47 34-5,0 0 1,-1 0-1,1 0 1,0 1 0,0 0-1,0 0 1,0 1-1,0-1 1,10 2 0,-4-1 0,-11 1 9,1-1 0,0 1 0,0 0 0,-1-1 0,1 1-1,0 0 1,-1 0 0,1 0 0,-1 1 0,0-1 0,1 0 0,-1 1 0,0-1 0,1 0-1,-1 1 1,0-1 0,0 1 0,0 0 0,-1-1 0,1 1 0,0 0 0,-1 0 0,1-1 0,-1 1-1,1 4 1,10 52 430,-10 54 1342,-2-64-1324,1-46-457</inkml:trace>
</inkml:ink>
</file>

<file path=ppt/ink/ink3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2"/>
    </inkml:context>
    <inkml:brush xml:id="br0">
      <inkml:brushProperty name="width" value="0.025" units="cm"/>
      <inkml:brushProperty name="height" value="0.025" units="cm"/>
    </inkml:brush>
  </inkml:definitions>
  <inkml:trace contextRef="#ctx0" brushRef="#br0">1 3 3809,'0'0'15387,"9"0"-14667,21-1-198,-2 0-59,-1 1-1,0 1 0,0 1 1,33 7-1,-47-7-921,-1 0 0,1 0 0,-1-1 0,1-1 0,18-2-1,3 1-6200,-12 1-2586</inkml:trace>
</inkml:ink>
</file>

<file path=ppt/ink/ink3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3"/>
    </inkml:context>
    <inkml:brush xml:id="br0">
      <inkml:brushProperty name="width" value="0.025" units="cm"/>
      <inkml:brushProperty name="height" value="0.025" units="cm"/>
    </inkml:brush>
  </inkml:definitions>
  <inkml:trace contextRef="#ctx0" brushRef="#br0">0 0 3625,'0'0'16791,"2"6"-15645,6 31 238,-1 1-1,2 55 1,-2-21-909,3 204 408,-10-273-877,0 0 1,0 1-1,0-1 0,1 1 1,-1-1-1,1 1 0,0-1 1,0 0-1,0 1 0,2 3 1,-2-6 6,0 0 0,0 1 0,0-1 1,0 0-1,1 0 0,-1 0 0,0 0 0,1 0 1,-1 0-1,1-1 0,-1 1 0,1 0 0,-1-1 1,1 1-1,-1-1 0,1 0 0,-1 1 1,1-1-1,0 0 0,-1 0 0,1 0 0,2 0 1,-3-1-13,1 1 0,-1-1 0,0 0 0,0 0 1,1 0-1,-1 1 0,0-1 0,0 0 0,0 0 1,0-1-1,0 1 0,0 0 0,0 0 0,-1 0 1,1-1-1,0 1 0,-1 0 0,1-1 0,-1 1 1,1 0-1,-1-1 0,0 1 0,1-1 1,-1-1-1,6-35-2004,-10 24-1242,-14 4-2923</inkml:trace>
</inkml:ink>
</file>

<file path=ppt/ink/ink3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4"/>
    </inkml:context>
    <inkml:brush xml:id="br0">
      <inkml:brushProperty name="width" value="0.025" units="cm"/>
      <inkml:brushProperty name="height" value="0.025" units="cm"/>
    </inkml:brush>
  </inkml:definitions>
  <inkml:trace contextRef="#ctx0" brushRef="#br0">231 152 1344,'0'0'4367,"-13"-6"-3586,-40-19 66,51 24-725,1 0-1,0 0 1,0 0 0,0 0 0,0 0 0,0 0-1,0 0 1,0 0 0,0 0 0,0 0 0,0-1-1,1 1 1,-1 0 0,0-1 0,1 1 0,-1-1-1,1 1 1,0-1 0,-1 1 0,1-1 0,0 1-1,0-1 1,0 1 0,0 0 0,0-1 0,0 1-1,1-1 1,-1 1 0,1-4 0,0-2 410,0-1 26,-1 5-268,0 1 0,0-1 0,0 1 1,0-1-1,0 1 0,0-1 0,0 1 0,-1 0 1,1-1-1,-1 1 0,0 0 0,-1-4 0,-42-19 5092,43 24-5364,1 1 0,-1 0 1,0-1-1,0 1 1,0 0-1,0-1 1,0 1-1,0 0 0,0 0 1,0 0-1,1 0 1,-1 0-1,0 0 1,0 0-1,0 0 1,0 0-1,0 0 0,0 1 1,0-1-1,0 0 1,1 1-1,-1-1 1,0 0-1,0 1 0,0-1 1,0 1-1,1 0 1,-1-1-1,0 1 1,1-1-1,-1 1 0,0 0 1,1 0-1,-2 1 1,-10 31 186,11-25-173,-17 59 102,4 1 0,3 1 0,3 0 0,1 99 0,6-121-92,1 23 120,2 0 1,12 74-1,-4-67 455,2 157 0,-11-211-502,2 1 0,0 0-1,10 34 1,0 2 669,-9-47-653,0 0 1,1-1-1,11 23 1,2 5-2,21 43 1093,-31-71 76,-3-8-3797</inkml:trace>
</inkml:ink>
</file>

<file path=ppt/ink/ink3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5"/>
    </inkml:context>
    <inkml:brush xml:id="br0">
      <inkml:brushProperty name="width" value="0.025" units="cm"/>
      <inkml:brushProperty name="height" value="0.025" units="cm"/>
    </inkml:brush>
  </inkml:definitions>
  <inkml:trace contextRef="#ctx0" brushRef="#br0">8 86 7274,'0'0'10662,"0"0"-10610,0 0 0,-1 0-1,1 0 1,0 0 0,0 0 0,-1 0 0,1 0 0,0 0-1,0 0 1,-1 0 0,1 0 0,0 0 0,0 0 0,0 1-1,-1-1 1,1 0 0,0 0 0,0 0 0,0 0 0,0 0-1,-1 1 1,1-1 0,0 0 0,0 0 0,0 0 0,0 1-1,0-1 1,0 0 0,0 0 0,-1 1 0,1-1 0,0 0-1,0 0 1,0 0 0,0 1 0,0-1 0,0 0 0,0 0-1,0 1 1,0-1 0,0 0 0,0 0 0,0 1 0,1-1-1,-1 0 1,-1 50 739,0-19-653,1 0 0,1 0-1,9 52 1,-7-71-130,-1-1-1,-1 1 1,0-1 0,-1 13 0,0-18 8,0-5 244,0-5-123,0-4-95,-1-9-37,1 0-1,1 0 1,1 0 0,0 0-1,1 0 1,7-19 0,2 7-19,1 0 0,2 1 1,0 1-1,2 0 0,1 1 0,28-30 1,-27 39 13,-18 16-6,-1 0 1,1 1 0,-1-1-1,1 1 1,0-1-1,-1 1 1,1 0-1,0-1 1,-1 1 0,1 0-1,0-1 1,0 1-1,-1 0 1,1 0-1,0 0 1,0 0-1,-1 0 1,1 0 0,0 0-1,0 0 1,0 0-1,-1 0 1,1 0-1,0 0 1,0 0 0,-1 1-1,2-1 1,0 4 13,-1-1 0,0 1 0,0-1 0,0 1 0,0-1 0,0 1 0,-1 0 0,1-1 0,-1 1 1,-1 4-1,3 10 68,2 9 51,1 5 152,12 43-1,-14-61-208,-1 0 1,0 1-1,0 0 0,-2-1 0,-2 28 0,1-2-6216</inkml:trace>
</inkml:ink>
</file>

<file path=ppt/ink/ink3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6"/>
    </inkml:context>
    <inkml:brush xml:id="br0">
      <inkml:brushProperty name="width" value="0.025" units="cm"/>
      <inkml:brushProperty name="height" value="0.025" units="cm"/>
    </inkml:brush>
  </inkml:definitions>
  <inkml:trace contextRef="#ctx0" brushRef="#br0">0 1 6265,'0'0'11692,"6"21"-7246,-1-18-4361,0-1-1,0 0 0,0 0 0,1 0 0,-1-1 0,1 1 0,-1-1 0,1-1 0,-1 1 1,1-1-1,10-1 0,10 2-20,54 1-44,-40-3-453,-37 1 158,1 0 1,0 0 0,0-1 0,0 1 0,0-1 0,0 0 0,0 0 0,-1-1 0,1 1-1,0-1 1,-1 1 0,7-5 0,8-9-4215</inkml:trace>
</inkml:ink>
</file>

<file path=ppt/ink/ink3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7"/>
    </inkml:context>
    <inkml:brush xml:id="br0">
      <inkml:brushProperty name="width" value="0.025" units="cm"/>
      <inkml:brushProperty name="height" value="0.025" units="cm"/>
    </inkml:brush>
  </inkml:definitions>
  <inkml:trace contextRef="#ctx0" brushRef="#br0">1 49 3977,'0'0'15822,"2"-6"-15173,0 4-639,1-1 0,0 1 0,0 0 0,0 0 0,0 0 0,1 0 0,-1 0 0,0 1 0,1-1 0,-1 1 0,6-1 0,45-10-18,-42 10 19,2 0-21,0 0 1,27 1-1,-40 1 6,-1 0-1,0 0 1,1 1 0,-1-1 0,1 0 0,-1 0-1,1 1 1,-1-1 0,0 0 0,1 1 0,-1-1 0,0 1-1,1-1 1,-1 0 0,0 1 0,0-1 0,1 1 0,-1-1-1,0 1 1,0-1 0,0 1 0,1-1 0,-1 1 0,0-1-1,0 1 1,0-1 0,0 1 0,0-1 0,0 1-1,0 0 1,0 23 1,-1-16 0,2-1 23,-1-1 0,0 1 0,0-1 0,-1 1 0,0-1 0,0 1 0,0-1 0,-1 0 1,0 1-1,0-1 0,0 0 0,-1 0 0,0-1 0,-7 11 0,-69 72 72,9-10-16,68-76-76,0 1-1,1 0 1,0 0 0,0 0-1,0 0 1,0 0 0,0 0-1,0 1 1,1-1 0,-1 0-1,1 0 1,0 1 0,0-1-1,1 4 1,-1 3 5,1-9 3,-1-1-1,1 1 1,-1-1-1,1 1 0,0-1 1,-1 0-1,1 1 1,0-1-1,-1 0 1,1 1-1,0-1 1,-1 0-1,1 0 1,0 0-1,0 1 1,-1-1-1,1 0 0,0 0 1,0 0-1,0 0 1,1-1-1,27 1 205,-20 0-108,5 0 2,0 0-1,0-1 1,-1-1-1,1 0 1,0 0-1,-1-2 1,18-6-1,-9 0-73,17-7 818,-15 12-4751</inkml:trace>
</inkml:ink>
</file>

<file path=ppt/ink/ink3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5.508"/>
    </inkml:context>
    <inkml:brush xml:id="br0">
      <inkml:brushProperty name="width" value="0.025" units="cm"/>
      <inkml:brushProperty name="height" value="0.025" units="cm"/>
    </inkml:brush>
  </inkml:definitions>
  <inkml:trace contextRef="#ctx0" brushRef="#br0">33 133 4297,'0'0'4718,"-4"-11"-5056,-18-87-91,16 75 9231,6 351-1681,2 4-4943,1 338-1211,-3-669-941,-1-49-7968,-3 11 1361</inkml:trace>
</inkml:ink>
</file>

<file path=ppt/ink/ink3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46.739"/>
    </inkml:context>
    <inkml:brush xml:id="br0">
      <inkml:brushProperty name="width" value="0.025" units="cm"/>
      <inkml:brushProperty name="height" value="0.025" units="cm"/>
    </inkml:brush>
  </inkml:definitions>
  <inkml:trace contextRef="#ctx0" brushRef="#br0">1 12 3441,'0'0'3923,"2"0"-4287,53-12 2091,-54 12-192,9 0-1069,2 1-583,-1 0 0,0 0 1,15 4-1,6 4-1838</inkml:trace>
</inkml:ink>
</file>

<file path=ppt/ink/ink3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07.892"/>
    </inkml:context>
    <inkml:brush xml:id="br0">
      <inkml:brushProperty name="width" value="0.025" units="cm"/>
      <inkml:brushProperty name="height" value="0.025" units="cm"/>
    </inkml:brush>
  </inkml:definitions>
  <inkml:trace contextRef="#ctx0" brushRef="#br0">1 268 2593,'0'0'4144,"3"0"-2490,0 0-1360,0 0-1,-1 0 0,1-1 1,0 1-1,0-1 1,-1 0-1,1 1 1,-1-1-1,1 0 1,-1-1-1,1 1 0,-1 0 1,0-1-1,1 1 1,-1-1-1,0 0 1,0 0-1,0 1 1,0-2-1,-1 1 0,1 0 1,0 0-1,-1 0 1,0-1-1,1 1 1,-1-1-1,1-2 1,3-4 513,0-1 1,1 1 0,0 0 0,10-11 0,-14 19-773,1 1 1,-1-1-1,0 1 0,0-1 0,1 1 1,-1 0-1,0 0 0,1 0 0,-1 1 1,0-1-1,0 0 0,1 1 0,-1 0 1,0-1-1,0 1 0,0 0 0,0 0 1,0 0-1,0 0 0,0 0 0,0 1 1,3 2-1,13 22 107,-1 1-1,-1 0 1,-2 1-1,21 58 1,-33-82-135,-1 0 0,0 0 0,0 0 0,0 0 0,0 0 0,-1 0 0,0 0 1,0 0-1,0 4 0,0 7-2,0-14 315,1-2-286,1-1 1,0 1-1,-1 0 0,0-1 0,1 1 1,-1-1-1,0 0 0,0 0 0,0 1 0,0-1 1,0 0-1,0 0 0,1-3 0,10-36-51,-3 11-14,10-15-113,1 0 1,3 1-1,1 2 1,48-63-1,-37 67 37,-33 36 94,1 0 0,-1 0 0,1 1 0,-1-1 0,1 1-1,0-1 1,0 1 0,0 0 0,-1 0 0,1 1 0,0-1 0,0 1 0,0-1-1,4 1 1,-6 0 8,0 1-1,0-1 0,0 1 1,0-1-1,0 1 1,-1-1-1,1 1 0,0 0 1,0-1-1,0 1 0,-1 0 1,1 0-1,0 0 0,-1-1 1,1 1-1,-1 0 0,1 0 1,-1 0-1,1 0 1,-1 0-1,1 2 0,9 27-92,-8-24 90,12 54 234,-2 0 1,-2 1-1,-3 0 0,-2 115 1,-7-159-149,0 1 1,-1-1 0,-1 0-1,0 0 1,-1 0-1,-10 19 1,-3 16 71,17-41 34,1-21-16747</inkml:trace>
</inkml:ink>
</file>

<file path=ppt/ink/ink3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08.269"/>
    </inkml:context>
    <inkml:brush xml:id="br0">
      <inkml:brushProperty name="width" value="0.025" units="cm"/>
      <inkml:brushProperty name="height" value="0.025" units="cm"/>
    </inkml:brush>
  </inkml:definitions>
  <inkml:trace contextRef="#ctx0" brushRef="#br0">0 0 3649,'0'0'15427,"13"7"-14333,5 2-759,0-1-1,1 0 1,0-1 0,1-1 0,-1-1 0,1-1 0,34 3 0,339-7-16,-392 0-1253,-14 11-5233,-13 7 2237,-15 1-3182</inkml:trace>
</inkml:ink>
</file>

<file path=ppt/ink/ink3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08.600"/>
    </inkml:context>
    <inkml:brush xml:id="br0">
      <inkml:brushProperty name="width" value="0.025" units="cm"/>
      <inkml:brushProperty name="height" value="0.025" units="cm"/>
    </inkml:brush>
  </inkml:definitions>
  <inkml:trace contextRef="#ctx0" brushRef="#br0">1 27 2697,'0'0'13184,"24"5"-11321,78 12-399,-86-15-1149,-1 0-1,0-1 1,1-1-1,-1-1 1,0 0-1,0-1 1,0-1 0,22-6-1,10-2 41,176-13 75,-153 22-3502,-116 4-2236,-20 10-4183</inkml:trace>
</inkml:ink>
</file>

<file path=ppt/ink/ink3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14.003"/>
    </inkml:context>
    <inkml:brush xml:id="br0">
      <inkml:brushProperty name="width" value="0.025" units="cm"/>
      <inkml:brushProperty name="height" value="0.025" units="cm"/>
    </inkml:brush>
  </inkml:definitions>
  <inkml:trace contextRef="#ctx0" brushRef="#br0">0 1 2913,'0'0'1301,"0"7"-1226,0 14-73,0-14 3659,0 1 3892,33-8-5852,46-5 1120,33-14-2756,-67 11 65,-1 2-131,0 3 1,81 4 0,-40 1-1,64-2-120,-148 0 114,-23 33-1760,-101 155 1832,27-46-43,81-117-23,-63 108-25,65-108 12,1 1-1,1 0 1,-10 40 0,19-57 6,-2 13-13,-2 0 0,0 0 0,-2-1-1,0 0 1,-1-1 0,-17 28 0,-16 17 37,41-58 98,0-3-610,-5-3-5375,-3-1 497</inkml:trace>
</inkml:ink>
</file>

<file path=ppt/ink/ink3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3:15.001"/>
    </inkml:context>
    <inkml:brush xml:id="br0">
      <inkml:brushProperty name="width" value="0.025" units="cm"/>
      <inkml:brushProperty name="height" value="0.025" units="cm"/>
    </inkml:brush>
  </inkml:definitions>
  <inkml:trace contextRef="#ctx0" brushRef="#br0">0 39 496,'0'0'2153,"8"0"-2113,42 0 850,-1 9 4452,46-9 1210,-94 0-6499,37 0 882,143-5 312,-122-5-1178,-43 6 183,1 1 1,31-1 0,-38 0 421,12-4-183,-19 8-447,-3 0-36,1 0 0,0 1 1,-1-1-1,1 0 0,-1 0 1,1 0-1,-1 0 0,1 0 1,0 0-1,-1 0 0,1 0 1,-1 0-1,1 0 0,-1 0 1,1 0-1,0-1 0,-1 1 1,1 0-1,-1 0 0,1-1 1,-1 1-1,1 0 0,-1-1 1,1 1-1,-1 0 0,0-1 1,1 1-1,-1-1 0,1 1 1,-1 0-1,0-1 0,1 1 1,-1-1-1,0 1 0,0-1 1,1 0-1,-1 0 0,0 0 6,-4 2-458,0-1 29,0 1 0,0 0 1,0 0-1,0 0 0,1 1 1,-1-1-1,0 1 0,1 0 1,-1 0-1,1 0 0,-5 5 1,-19 14-5566</inkml:trace>
</inkml:ink>
</file>

<file path=ppt/ink/ink3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4:12.828"/>
    </inkml:context>
    <inkml:brush xml:id="br0">
      <inkml:brushProperty name="width" value="0.025" units="cm"/>
      <inkml:brushProperty name="height" value="0.025" units="cm"/>
      <inkml:brushProperty name="color" value="#004F8B"/>
    </inkml:brush>
  </inkml:definitions>
  <inkml:trace contextRef="#ctx0" brushRef="#br0">204 150 2473,'0'0'12195,"-14"-2"-11193,-39-5-155,51 6-525,-1 1 1,1 0 0,0-1-1,0 0 1,0 1-1,0-1 1,-1 0-1,1 0 1,0-1-1,-2 0 1,4 1-266,0 1-1,-1 0 1,1-1-1,-1 1 1,1-1 0,0 1-1,-1-1 1,1 1 0,0-1-1,0 1 1,-1-1-1,1 1 1,0-1 0,0 1-1,0-1 1,0 1-1,0-1 1,0 1 0,0-1-1,0 1 1,0-1 0,0 0-1,0 1 1,0-2-1,1 0-36,0 0 0,0 0 0,1 0 0,-1 0 0,0 1 0,1-1 0,-1 0 0,1 1 0,-1-1 0,1 1 0,0-1-1,0 1 1,4-2 0,26-15 13,69-28 0,-83 40-60,0 0-1,0 2 1,0 0-1,1 1 1,36-2 0,-53 5 26,-1 1 0,0-1 0,0 0 0,0 0 0,0 1 0,1-1 0,-1 1 0,0-1 0,0 1 0,0-1 1,0 1-1,0 0 0,0-1 0,0 1 0,0 0 0,-1 0 0,1 0 0,0 0 0,0 0 0,-1-1 0,1 1 0,0 1 1,-1-1-1,1 0 0,-1 0 0,1 0 0,-1 0 0,0 0 0,0 0 0,1 1 0,-1 1 0,2 42-5,-2-35 3,1 2 3,-2 0 1,1 1-1,-1-1 1,-1 0-1,0 1 1,-1-1-1,0 0 1,-1-1-1,0 1 0,-1-1 1,0 1-1,-1-1 1,0-1-1,-13 17 1,-15 13 12,-1-1 0,-2-2 1,-54 42-1,40-36-8,-56 60 1,104-100-10,1-1 0,0 0 0,0 1 0,0-1 0,1 1 0,-1-1 0,0 1 0,1 0 0,0 0 0,-1 0 0,1 0 0,0 0 0,0 5 0,28-6-111,0-2 115,-1-1 0,0-1 1,0-1-1,0-2 0,45-13 0,281-125 58,-341 138-545,0 2 0,1 0 1,-1 0-1,1 1 1,0 1-1,0 0 1,0 0-1,0 1 1,0 1-1,0 0 0,0 0 1,14 5-1,17 2-4150</inkml:trace>
</inkml:ink>
</file>

<file path=ppt/ink/ink3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00.092"/>
    </inkml:context>
    <inkml:brush xml:id="br0">
      <inkml:brushProperty name="width" value="0.025" units="cm"/>
      <inkml:brushProperty name="height" value="0.025" units="cm"/>
    </inkml:brush>
  </inkml:definitions>
  <inkml:trace contextRef="#ctx0" brushRef="#br0">108 1 2665,'0'0'8589,"3"1"-3346,-9 7-5209,0 0 0,1 0 1,0 1-1,1 0 0,-1-1 0,1 2 1,-2 9-1,-4 7 160,8-23-169,-8 18 46,1 0-1,1 0 0,1 0 1,0 1-1,2 0 0,1 0 1,-3 37-1,7-57-177,10 2-146,19-2 257,1-1 1,0-1-1,0-2 1,-1 0-1,1-3 1,-1 0-1,0-2 1,50-18-1,-42 11-91,36-14-172,105-27 0,-169 50-132,-18 10-1762,-9 13 70,12-11 411,0-1 1,0 0-1,0-1 0,-10 7 0,-5-5-1970</inkml:trace>
</inkml:ink>
</file>

<file path=ppt/ink/ink3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00.416"/>
    </inkml:context>
    <inkml:brush xml:id="br0">
      <inkml:brushProperty name="width" value="0.025" units="cm"/>
      <inkml:brushProperty name="height" value="0.025" units="cm"/>
    </inkml:brush>
  </inkml:definitions>
  <inkml:trace contextRef="#ctx0" brushRef="#br0">177 1 2537,'0'0'14643,"-150"269"-13555,134-233-616,11-5-208,-1-2-144,6-14-112,0-3-8,0-7-40,0 4-720,0 3-1056,0-7-1273,0 0-4969</inkml:trace>
</inkml:ink>
</file>

<file path=ppt/ink/ink3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17.807"/>
    </inkml:context>
    <inkml:brush xml:id="br0">
      <inkml:brushProperty name="width" value="0.025" units="cm"/>
      <inkml:brushProperty name="height" value="0.025" units="cm"/>
    </inkml:brush>
  </inkml:definitions>
  <inkml:trace contextRef="#ctx0" brushRef="#br0">1 23 3409,'0'0'14175,"16"-1"-13751,-12 1-372,31-2 661,59-11 0,-76 10-390,0 1 1,0 1-1,22 1 1,-22 0-365,-17 0 37,-1 0-1,1 0 1,0 0-1,0 0 1,0 1-1,-1-1 1,1 0-1,0 0 1,0 1-1,-1-1 0,1 0 1,0 1-1,-1-1 1,1 1-1,0-1 1,-1 1-1,1-1 1,-1 1-1,1-1 1,-1 1-1,1 0 1,-1-1-1,1 1 1,-1 0-1,1-1 1,-1 1-1,0 0 1,0-1-1,1 1 1,-1 0-1,0 0 1,0 0-1,0-1 1,0 1-1,0 0 1,0 0-1,0 0 1,0-1-1,0 3 1,0-1-3,0 0 0,-1 0 0,1 0 0,-1 0 0,1 0 0,-1 0 0,0 0 0,0 0 0,0 0 0,0 0 0,0 0 0,0 0 0,0-1 0,-4 4 0,-14 10 129,9-8 3,0 2 0,-16 16 0,23-23-121,1 1-1,0 0 0,0 0 1,0 0-1,0 1 1,0-1-1,1 0 1,0 1-1,-1-1 1,1 1-1,0-1 1,1 1-1,-1 0 1,0 5-1,1-2-14,0 5-105,0 0 0,1-1 0,2 13 0,-2-19 50,1 0 1,-1 0-1,1-1 0,0 1 0,1-1 0,-1 1 0,1-1 0,-1 0 0,1 0 0,4 4 0,3 3-153,-5-7 173,0 1 0,0 0 0,-1 0 0,0 0 0,0 1 0,0-1-1,-1 1 1,1 0 0,-1 0 0,-1 0 0,1 0 0,-1 1 0,0-1-1,-1 1 1,1 0 0,-1 8 0,0 2-30,-1-10 70,1-1 0,-1 0 1,0 0-1,0 0 1,-1 0-1,0 0 1,0 0-1,0 0 0,-1 0 1,1 0-1,-2-1 1,1 1-1,-6 10 0,-2-6 200,0 0-1,0 0 0,-1-1 1,0-1-1,0 1 1,-1-2-1,0 0 0,0 0 1,-14 4-1,-1-9-81,26-2-679,1-4-857,1-40-6118,4 25-1312</inkml:trace>
</inkml:ink>
</file>

<file path=ppt/ink/ink3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30.368"/>
    </inkml:context>
    <inkml:brush xml:id="br0">
      <inkml:brushProperty name="width" value="0.025" units="cm"/>
      <inkml:brushProperty name="height" value="0.025" units="cm"/>
    </inkml:brush>
  </inkml:definitions>
  <inkml:trace contextRef="#ctx0" brushRef="#br0">28 1 1032,'0'0'17247,"-5"0"-16671,-17 0-99,22 22 1376,0-2-1414,0 116 636,20 166 0,-11-284-1089,-2-17-911,0-14-1792,-2-19-3222,0-6-4991</inkml:trace>
</inkml:ink>
</file>

<file path=ppt/ink/ink3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31.041"/>
    </inkml:context>
    <inkml:brush xml:id="br0">
      <inkml:brushProperty name="width" value="0.025" units="cm"/>
      <inkml:brushProperty name="height" value="0.025" units="cm"/>
    </inkml:brush>
  </inkml:definitions>
  <inkml:trace contextRef="#ctx0" brushRef="#br0">246 0 1432,'0'0'16545,"-21"0"-12659,20 0-3852,-53 4 1684,50-3-1685,0 0 0,0 0 0,0 0 1,0 1-1,1-1 0,-1 1 0,1 0 0,-1 0 0,1 1 1,-6 4-1,-5 5 14,-24 26 39,35-35-100,1 0 0,0 0 0,1 0 0,-1 1 0,1-1 0,-1 0-1,1 1 1,0-1 0,0 0 0,0 1 0,1 0 0,-1-1 0,1 5 0,0-7-22,0 0 0,0 0 0,0-1 1,0 1-1,1 0 0,-1-1 0,0 1 0,0 0 0,1-1 1,-1 1-1,1 0 0,-1-1 0,0 1 0,1 0 1,-1-1-1,1 1 0,-1-1 0,1 1 0,0-1 0,-1 1 1,1-1-1,-1 0 0,1 1 0,0-1 0,-1 0 1,1 1-1,0-1 0,0 0 0,-1 0 0,1 0 0,0 0 1,1 1-1,30-1-576,-22 0 391,153 1-3501,-160-2 3682,0 1 1,1 1 0,-1-1 0,0 0 0,1 1 0,-1 0 0,0 0-1,0 0 1,1 0 0,-1 0 0,0 1 0,0-1 0,0 1 0,-1 0-1,1 0 1,0 0 0,-1 0 0,5 4 0,-5-1 22,1-1 1,-1 0-1,-1 0 0,1 1 1,-1-1-1,1 1 0,-1-1 1,-1 1-1,1 0 0,-1-1 1,1 1-1,-2 7 0,1 6-13,0 12 405,-4 34 1,3-54-195,-1 0 1,0 0 0,-1 0 0,0 0 0,-1-1 0,0 1 0,-6 9-1,5-10-17,-57 90 1855,55-89-1766,-1 0 1,0-1-1,0 0 0,-1 0 1,0-1-1,-1 0 0,-12 8 0,16-13-228,-1 0-1,0-1 1,0 1 0,0-2-1,0 1 1,0-1-1,-1 0 1,1 0-1,0-1 1,-14-1-1,9 1-459,10 0 190,0 0-1,0 0 1,0-1-1,-1 1 1,1-1 0,0 0-1,0 1 1,1-1-1,-1 0 1,0 0 0,0 0-1,0 0 1,0-1-1,1 1 1,-1 0 0,1-1-1,-1 1 1,1-1 0,0 0-1,-1 1 1,1-1-1,0 0 1,0 0 0,0 0-1,-1-3 1,-2-6-1982,0-1-1,1 1 1,-3-19 0,5 22 454,-6-36-3426</inkml:trace>
</inkml:ink>
</file>

<file path=ppt/ink/ink3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31.373"/>
    </inkml:context>
    <inkml:brush xml:id="br0">
      <inkml:brushProperty name="width" value="0.025" units="cm"/>
      <inkml:brushProperty name="height" value="0.025" units="cm"/>
    </inkml:brush>
  </inkml:definitions>
  <inkml:trace contextRef="#ctx0" brushRef="#br0">0 1 3873,'0'0'19900,"134"96"-19324,-86-79-160,0-3-200,0-6-176,-10 1-40,-38 18-1136,0-1-3249,-6 13-5425</inkml:trace>
</inkml:ink>
</file>

<file path=ppt/ink/ink3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59.255"/>
    </inkml:context>
    <inkml:brush xml:id="br0">
      <inkml:brushProperty name="width" value="0.025" units="cm"/>
      <inkml:brushProperty name="height" value="0.025" units="cm"/>
    </inkml:brush>
  </inkml:definitions>
  <inkml:trace contextRef="#ctx0" brushRef="#br0">0 148 3577,'0'0'5032,"13"1"-4100,55 3 1612,-69 12-5122,2-12 2599,-1-14 1164,0 7-1056,1 0 0,-1 1 1,1-1-1,0 1 0,0-1 0,0 1 1,0 0-1,0-1 0,1 1 0,-1 0 1,1 0-1,-1 0 0,1 0 0,0 0 1,0 0-1,4-2 0,42-30 1083,-26 20-791,85-59 1813,-107 73-2186,0 0 0,0 1 0,0-1 0,0 0 0,0 0-1,0 0 1,0 1 0,0-1 0,0 0 0,0 0 0,0 0 0,0 1 0,0-1 0,0 0 0,0 0 0,0 0 0,0 0 0,0 1-1,0-1 1,0 0 0,1 0 0,-1 0 0,0 0 0,0 1 0,0-1 0,0 0 0,0 0 0,1 0 0,-1 0 0,0 0 0,0 0-1,0 1 1,0-1 0,1 0 0,-1 0 0,0 0 0,0 0 0,0 0 0,1 0 0,-1 0 0,0 0 0,0 0 0,0 0 0,1 0 0,-1 0-1,0 0 1,0 0 0,0 0 0,1 0 0,-1 0 0,0 0 0,0 0 0,0 0 0,1-1 0,-1 1 0,0 0 0,-1 13 14,1 4 254,1 3-204,-1 0 0,-1 0-1,-1 0 1,-1 0 0,-9 35 0,-4-13-81,9-26-25,1 0 0,1 0 0,0 0 0,1 1 0,0-1 1,2 1-1,-1 25 0,3-41-5,0 0 0,0 0 0,1 0 1,-1 0-1,0 0 0,1 0 0,-1-1 0,1 1 1,-1 0-1,1 0 0,-1 0 0,1-1 0,-1 1 1,1 0-1,0-1 0,0 1 0,-1 0 0,1-1 1,0 1-1,0-1 0,0 1 0,0-1 0,0 1 1,-1-1-1,1 0 0,0 0 0,0 1 0,0-1 1,0 0-1,2 0 0,34 3 32,-36-3-33,62 1 15,-32 1 2,0-2-1,0-1 1,0-1-1,42-9 1,243-85-1,-304 93-18,1 0 0,-1 1 0,1 0 0,16 1 0,-28 1-16,-9 0-2299,0 0 1570,1 1-1,-1 1 1,1-1-1,-1 1 1,1 1-1,-1-1 1,1 1-1,0 0 1,-9 6-1,-16 8-5293</inkml:trace>
</inkml:ink>
</file>

<file path=ppt/ink/ink3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2:59.638"/>
    </inkml:context>
    <inkml:brush xml:id="br0">
      <inkml:brushProperty name="width" value="0.025" units="cm"/>
      <inkml:brushProperty name="height" value="0.025" units="cm"/>
    </inkml:brush>
  </inkml:definitions>
  <inkml:trace contextRef="#ctx0" brushRef="#br0">54 0 6553,'0'0'9581,"-3"48"-8794,-7 149-160,8-60 599,2-115-1004,0 1 0,-1-1-1,-1 0 1,-8 31 0,2-13-96,1 0 0,-2 51-1,8-10-7806,1-77 855</inkml:trace>
</inkml:ink>
</file>

<file path=ppt/ink/ink3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50.711"/>
    </inkml:context>
    <inkml:brush xml:id="br0">
      <inkml:brushProperty name="width" value="0.025" units="cm"/>
      <inkml:brushProperty name="height" value="0.025" units="cm"/>
    </inkml:brush>
  </inkml:definitions>
  <inkml:trace contextRef="#ctx0" brushRef="#br0">482 0 2385,'0'0'12545,"-7"0"-11456,4 1-992,0-1 0,0 1-1,0 0 1,0 0-1,0 0 1,0 0-1,1 1 1,-1-1 0,0 1-1,1-1 1,0 1-1,-1 0 1,1 0-1,-2 2 1,-37 41 788,21-22-465,-19 18 109,-21 20-58,-73 98-1,115-134-468,-5 7 63,-21 39 1,39-62-98,0 0 0,1 1 1,0 0-1,0 0 0,1 0 1,1 1-1,0-1 0,0 1 1,0 12-1,2-23 32,1 1 1,-1 0 0,0-1-1,1 1 1,-1-1-1,1 1 1,-1-1-1,1 1 1,0-1-1,-1 1 1,1-1 0,-1 0-1,1 1 1,0-1-1,-1 0 1,1 0-1,0 1 1,-1-1-1,1 0 1,0 0 0,0 0-1,-1 0 1,1 0-1,0 0 1,-1 0-1,1 0 1,1 0-1,30 0 32,-22-1-16,125 1 221,-134 0-227,-1 0-1,1 0 1,0 0 0,0 0 0,-1 0-1,1-1 1,0 1 0,0 0 0,-1-1-1,1 1 1,0 0 0,-1-1 0,1 1-1,-1-1 1,1 1 0,-1-1 0,1 1-1,-1-1 1,1 0 0,-1 1 0,1-1-1,-1 1 1,0-1 0,1 0-1,-1 0 1,0 1 0,1-1 0,-1 0-1,0 1 1,0-1 0,0 0 0,0 0-1,0 1 1,0-1 0,0 0 0,0 0-1,0 1 1,0-1 0,0 0 0,0 0-1,-1 1 1,1-1 0,0 0-1,-1 0 1,1-2 33,-1 0 0,0 1-1,0-1 1,0 1 0,0-1 0,0 1-1,-1 0 1,1-1 0,0 1-1,-1 0 1,0 0 0,-3-4 0,-15-6 333,-43-20 1,44 24-252,1-1 0,-1-2 0,-26-18 0,36 17-51,8 11-101,0 0 1,1 0-1,-1 0 0,0 0 0,1 0 0,-1 0 1,0 1-1,0-1 0,0 0 0,0 0 1,0 1-1,0-1 0,0 0 0,0 1 0,0-1 1,0 1-1,-2-1 0,2 1-844</inkml:trace>
</inkml:ink>
</file>

<file path=ppt/ink/ink3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51.547"/>
    </inkml:context>
    <inkml:brush xml:id="br0">
      <inkml:brushProperty name="width" value="0.025" units="cm"/>
      <inkml:brushProperty name="height" value="0.025" units="cm"/>
    </inkml:brush>
  </inkml:definitions>
  <inkml:trace contextRef="#ctx0" brushRef="#br0">15 0 2737,'0'0'12216,"-3"1"-10798,-9 2 902,16-1-998,30-2-497,-2 0-481,316 7 414,-223-8-605,-123 27 175,-2-19-295,-1 1 1,1-1 0,-1 0-1,0 0 1,-1 0 0,0 0-1,0 0 1,0 0-1,-1 0 1,0 0 0,0-1-1,-1 0 1,-5 8 0,-28 45 78,4 2 0,2 0 0,2 3 0,-37 127 0,57-159-110,3 1 0,0 0 0,3 0 0,-1 44 0,4-76 21,-27-2-5204,24-1 4474,1 1 1,-1-1 0,0 0-1,1 0 1,-1 0-1,1-1 1,0 1-1,0-1 1,0 1-1,0-1 1,0 0 0,0 1-1,1-1 1,-2-4-1,-5-7-3453,-8-12 925</inkml:trace>
</inkml:ink>
</file>

<file path=ppt/ink/ink3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5:51.877"/>
    </inkml:context>
    <inkml:brush xml:id="br0">
      <inkml:brushProperty name="width" value="0.025" units="cm"/>
      <inkml:brushProperty name="height" value="0.025" units="cm"/>
    </inkml:brush>
  </inkml:definitions>
  <inkml:trace contextRef="#ctx0" brushRef="#br0">1 14 2505,'0'0'13574,"0"-1"-13509,0 1-1,0 0 0,0 0 1,0 0-1,0-1 0,0 1 0,-1 0 1,1 0-1,0 0 0,0-1 1,0 1-1,0 0 0,0 0 1,0 0-1,0-1 0,0 1 0,0 0 1,0 0-1,0 0 0,0-1 1,0 1-1,0 0 0,1 0 0,-1 0 1,0-1-1,0 1 0,0 0 1,0 0-1,0 0 0,0-1 0,0 1 1,1 0-1,-1 0 0,0 0 1,0 0-1,0 0 0,0-1 0,1 1 1,-1 0-1,0 0 0,0 0 1,0 0-1,0 0 0,1 0 1,-1 0-1,0 0 0,0 0 0,1 0 1,-1 0-1,0 0 0,0 0 1,1 0-1,7-2 198,1 0 1,0 2-1,0-1 0,0 1 1,-1 0-1,11 2 1,13-1 98,481-1 2970,-515 19-4346,-9 8-1652,-9-3-2584</inkml:trace>
</inkml:ink>
</file>

<file path=ppt/ink/ink3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41.135"/>
    </inkml:context>
    <inkml:brush xml:id="br0">
      <inkml:brushProperty name="width" value="0.025" units="cm"/>
      <inkml:brushProperty name="height" value="0.025" units="cm"/>
    </inkml:brush>
  </inkml:definitions>
  <inkml:trace contextRef="#ctx0" brushRef="#br0">1 237 1536,'0'0'13116,"12"-3"-11982,42-10-246,-48 10-698,1 1 0,0-1 1,-1 0-1,1 0 0,-1-1 0,0 0 0,9-7 0,8-6 259,37-15-131,114-44 1,-50 25-324,-120 49-4,0 0 1,1 0-1,-1 1 0,1 0 0,0 0 1,-1 0-1,1 1 0,7-1 0,-11 1-83,-1 2 2,-1 6 134,0 0 1,-1 0-1,0 0 0,0 0 1,-1 0-1,0 0 0,0-1 1,-9 14-1,7-11 7,0 0-1,1 0 1,-1 0-1,2 0 1,-3 13 0,4-5-26,1 0 0,1 23 0,1-10-15,-1-29-7,0 0 0,0-1-1,1 1 1,-1 0 0,0 0 0,1-1 0,-1 1 0,1 0 0,0-1-1,0 1 1,0 0 0,-1-1 0,1 1 0,1-1 0,-1 0-1,0 1 1,0-1 0,0 0 0,1 0 0,-1 1 0,1-1 0,-1 0-1,1 0 1,-1-1 0,1 1 0,-1 0 0,1 0 0,0-1 0,0 1-1,-1-1 1,5 1 0,5 1-367,1-1 0,0 0-1,23-2 1,-16 0-1420,-18 1 1576,0 0 1,0 0-1,-1 0 1,1 0-1,0 0 1,-1 0-1,1 0 1,0-1-1,-1 1 1,1 0-1,0 0 1,-1-1-1,1 1 1,0-1-1,-1 1 1,1-1-1,-1 1 1,1-1-1,-1 1 1,1-1-1,-1 1 1,1-1-1,-1 1 1,1-1-1,-1 0 1,0 1-1,1-1 1,-1 0-1,0 1 1,0-1-1,0 0 1,1 1-1,-1-3 1,-1-27-5941,0 21 5200,-3-22-538</inkml:trace>
</inkml:ink>
</file>

<file path=ppt/ink/ink3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41.790"/>
    </inkml:context>
    <inkml:brush xml:id="br0">
      <inkml:brushProperty name="width" value="0.025" units="cm"/>
      <inkml:brushProperty name="height" value="0.025" units="cm"/>
    </inkml:brush>
  </inkml:definitions>
  <inkml:trace contextRef="#ctx0" brushRef="#br0">3 0 2617,'0'0'14529,"0"0"-14498,0 0 0,0 0 0,0 0 0,0 0 0,0 0 0,0 0 0,-1 0 0,1 0 0,0 0 0,0 1 0,0-1-1,0 0 1,0 0 0,0 0 0,-1 0 0,1 0 0,0 0 0,0 0 0,0 0 0,0 0 0,0 1 0,0-1 0,0 0 0,0 0 0,0 0 0,-1 0-1,1 0 1,0 0 0,0 1 0,0-1 0,0 0 0,0 0 0,0 0 0,0 0 0,0 0 0,0 1 0,0-1 0,0 0 0,0 0 0,0 0-1,0 0 1,0 0 0,0 1 0,1-1 0,-1 0 0,0 0 0,0 0 0,0 0 0,0 0 0,0 0 0,0 1 0,0-1 0,0 0 0,0 0 0,0 0-1,1 0 1,0 2 47,1-1 0,-1 1 1,1-1-1,0 0 0,0 0 0,0 0 0,-1 0 0,1 0 0,0 0 0,0 0 0,0 0 0,0-1 0,1 1 0,-1-1 0,3 1 0,40 2 470,-35-2-428,73-2 257,-53 0-262,54 4 0,-88 3 129,-18 8 43,-2 0 1,0-2 0,-39 16 0,56-26-114,0 0 1,0-1-1,0 0 1,0 0 0,0 0-1,0-1 1,-11 0 0,3-1 228,15 0-394,0 0-18,0 0 0,1 0 0,-1-1 0,0 1-1,1 0 1,-1 0 0,1 0 0,0 0 0,-1 0-1,1 0 1,0 0 0,0 0 0,0 0 0,-1 0 0,1 0-1,0 0 1,0 0 0,0 1 0,1-1 0,-1 0 0,0 1-1,0-1 1,0 1 0,0-1 0,1 1 0,-1 0-1,0-1 1,0 1 0,0 0 0,2 0 0,41-3 32,-41 3-34,18-1-32,-11 1 237,-24 8-38,11-6-177,0 0 49,0-1 0,0 1 1,0-1-1,-1 1 0,1-1 0,0 0 1,-1 0-1,-6 0 0,7 0-158,-1 0 0,1 0-1,-1 0 1,1 1 0,0-1-1,0 1 1,0 0 0,0 0-1,0 0 1,0 0 0,0 0-1,1 1 1,-1-1 0,1 1-1,-3 4 1,-15 12-2428,-11-2-3869</inkml:trace>
</inkml:ink>
</file>

<file path=ppt/ink/ink3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39.002"/>
    </inkml:context>
    <inkml:brush xml:id="br0">
      <inkml:brushProperty name="width" value="0.025" units="cm"/>
      <inkml:brushProperty name="height" value="0.025" units="cm"/>
    </inkml:brush>
  </inkml:definitions>
  <inkml:trace contextRef="#ctx0" brushRef="#br0">6 1 1096,'0'0'13138,"0"9"-11842,0-4 2378,0 467-2554,4-401-1105,22 124-1,-14-126-11,-11-51-13,-1-17-57,0-10-1836,0-25-864,-1 0 0,-2 1 1,-2-1-1,-13-54 0,-3 9-895</inkml:trace>
</inkml:ink>
</file>

<file path=ppt/ink/ink3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39.859"/>
    </inkml:context>
    <inkml:brush xml:id="br0">
      <inkml:brushProperty name="width" value="0.025" units="cm"/>
      <inkml:brushProperty name="height" value="0.025" units="cm"/>
    </inkml:brush>
  </inkml:definitions>
  <inkml:trace contextRef="#ctx0" brushRef="#br0">24 14 1512,'0'0'10164,"7"-2"-9347,36-4 71,1 2 0,0 2-1,57 5 1,-12-2-448,15 0-304,206 29 0,-222-17 282,1-4 0,0-3 1,96-8-1,-156-1-183,1-1 0,-1-2 0,43-14-1,11-3-32,-81 23-297,3 0 484,-4 9 82,-3 12-343,0 0 1,-2 0-1,-7 25 1,-3 17 152,2 23-77,-2 102 0,13 89-20,2-143 23,-19-134-139,-56 5 158,-77-4 1,60-3-216,-976 2 1118,1066 1-1128,0 0-1,1-1 0,-1 1 1,1 0-1,-1 0 0,1 0 0,-1 0 1,1-1-1,-1 1 0,1 0 1,0 0-1,-1 0 0,1 0 0,0 0 1,0 0-1,0 0 0,0 0 1,0 0-1,0 0 0,0 0 0,0 0 1,0 0-1,0-1 0,1 1 1,-1 1-1,0 2 7,1-3-1,-1 1 0,1-1 0,-1 1 0,1-1 0,0 0 0,-1 0 0,1 1 0,0-1 0,0 0 0,0 0 0,0 0 0,0 0 0,0 0 0,0 0 0,0 0 0,0 0 0,1-1 0,-1 1 0,0 0 0,1-1 0,-1 1 0,0-1 0,1 1 0,-1-1 0,1 1 0,-1-1 0,3 0 0,44 5-50,-48-5-42,1 0 1,-1 0-1,0 0 0,1 0 0,-1 0 1,1 0-1,-1 0 0,1 0 0,-1 0 1,0 0-1,1 0 0,-1 0 0,1 0 1,-1 0-1,0 1 0,1-1 0,-1 0 1,1 0-1,-1 0 0,0 1 1,1-1-1,-1 0 0,0 0 0,1 1 1,-1-1-1,0 0 0,0 1 0,1-1 1,-1 0-1,0 1 0,0-1 0,1 1 1,-1-1-1,0 0 0,0 1 0,0-1 1,0 1-1,0-1 0,0 1 0,0-1 1,0 0-1,0 1 0,0-1 1,0 1-1,0-1 0,0 0 0,0 1 1,0-1-1,0 1 0,0-1 0,0 1 1,-1-1-1,1 0 0,-1 1 0,-3 1-6108</inkml:trace>
</inkml:ink>
</file>

<file path=ppt/ink/ink3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44.117"/>
    </inkml:context>
    <inkml:brush xml:id="br0">
      <inkml:brushProperty name="width" value="0.025" units="cm"/>
      <inkml:brushProperty name="height" value="0.025" units="cm"/>
    </inkml:brush>
  </inkml:definitions>
  <inkml:trace contextRef="#ctx0" brushRef="#br0">342 2791 984,'0'0'8195,"4"4"-7178,18 14 5479,-22-21-6394,0 0 1,0 0-1,1 0 1,-1 0 0,1 0-1,-1 0 1,1 0-1,1-3 1,-1 4-26,13-65 326,-2-2 0,3-95 0,-13-140-241,-3 175 82,1 107-212,1-55 849,-12-86 0,7 119-549,4-77 0,2 73-17,-6-59 0,-4 62-137,-2 0 0,-2 0 0,-2 1 0,-25-54-1,-1-5 96,33 79-234,0 0 1,2-1-1,0 0 0,-1-35 0,6-100 112,2 107-118,-3 0 0,-8-69 1,-5 41 2,-35-121 0,44 186-30,1 3-4,0 0 0,0 1 0,-1-1-1,-1 1 1,-13-21 0,-30-48-2,17 34 15,25 30-16,7 17 2,1 23 12,-1 345 1337,0-360-1318,-1 0 0,0 1 0,-1-1 0,0 0 0,0 0 0,-1 0 0,0 0 0,-7 12 0,-8 22 29,40-138 426,17-83-459,-5 19-108,-30 132 63,-5 25 8,1-1 1,1 1-1,-1-1 1,1 1-1,-1-1 0,1 1 1,0-1-1,0 1 0,0 0 1,1-1-1,-1 1 0,3-3 1,-3 5 0,10 4-401,-6 2 407,0 0-1,-1 1 1,0 0-1,0 0 0,4 10 1,16 22 3,23 23 93,-2 3 0,70 131 1,-90-129 67,3 7 10,-22-60-87,-6-10-20,1 0 0,0 0 0,0 0 0,1-1 0,-1 1 0,0 0 0,1-1 0,0 1 1,-1-1-1,1 0 0,4 4 0,-17-7-41,0 0-1,0-1 1,0 0 0,-16-5 0,-30-6 26,54 12-47,-64-6 62,-128-33 1,195 40-56,0 0 1,0 0-1,0 0 1,0 0 0,0 0-1,0 0 1,0 0 0,0 0-1,0 0 1,1 0 0,-1 0-1,0 0 1,0 0-1,0 0 1,0 0 0,0 0-1,0 0 1,0 0 0,0-1-1,0 1 1,0 0 0,0 0-1,0 0 1,0 0-1,0 0 1,0 0 0,0 0-1,0 0 1,0 0 0,0 0-1,0 0 1,0 0 0,0 0-1,0 0 1,0-1-1,0 1 1,0 0 0,0 0-1,0 0 1,0 0 0,0 0-1,0 0 1,0 0 0,15-2 64,23 1-117,-24 0 42,36 4-741,-48-3 517,0 1 0,1-1 1,-1 1-1,0 0 1,1 0-1,-1 0 0,0 0 1,0 0-1,0 0 0,0 1 1,0-1-1,0 1 1,0-1-1,0 1 0,0 0 1,-1-1-1,3 4 1,4 17-5517</inkml:trace>
</inkml:ink>
</file>

<file path=ppt/ink/ink3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6:55.553"/>
    </inkml:context>
    <inkml:brush xml:id="br0">
      <inkml:brushProperty name="width" value="0.025" units="cm"/>
      <inkml:brushProperty name="height" value="0.025" units="cm"/>
    </inkml:brush>
  </inkml:definitions>
  <inkml:trace contextRef="#ctx0" brushRef="#br0">65 1594 2232,'0'0'494,"13"-2"1017,3-2-947,-9 1-213,0 2 0,0-1 1,1 1-1,-1 0 0,12 1 0,-18-1-148,0 0-1,-1 1 1,1-1-1,-1 0 1,1 0 0,-1 1-1,1-1 1,-1 0-1,1 0 1,-1 0-1,0 1 1,1-1 0,-1 0-1,0 0 1,0 0-1,0 0 1,1 0 0,-1 0-1,0 0 1,0 0-1,-1 0 1,1-1-1,0-33 3078,0 25-2404,-1 6-835,1-1-1,0 1 1,-1 0-1,0 0 0,0 0 1,0 0-1,-1 0 1,1 0-1,-1 0 0,0 0 1,0 1-1,0-1 1,-1 1-1,1-1 0,-1 1 1,0 0-1,0 0 1,0 0-1,0 0 0,0 1 1,-1-1-1,1 1 1,-1 0-1,0 0 0,0 0 1,0 0-1,0 1 1,0-1-1,0 1 0,0 0 1,0 1-1,0-1 1,-7 0-1,-48 1 2183,60-1-2142,-1 0 0,0 0-1,0 0 1,1 1 0,-1-1 0,0 0-1,1 0 1,-1 0 0,1 0 0,-1 0-1,1 0 1,-1 1 0,1-1 0,0 0-1,0 0 1,1 0 0,-2 0 72,5-1-73,0 1 1,0-1 0,0 1 0,0 1-1,0-1 1,0 0 0,0 1-1,0 0 1,0 1 0,7 0-1,2 0 1,21-3 517,65-12-1,-65 8-494,69-4-1,563 10 386,-488-15-454,-1-1 83,-177 15-108,-1-4 5,27 4-54,58 1 73,-84 0-24,4-15 1461,-6-6-1337,-1 0-1,-8-33 0,-3-22 9,7-8-129,-11-91 8,12 142-18,-1-1 0,-2 1 0,-14-36 0,-38-107-18,52 138-6,-3-42 1,4 28 8,0-56-18,6 101 29,-3-23 1,0-45 0,4 75-26,0-28-17,0 1 56,1 17-9,0 1 1,-1 0-1,0-1 0,-1 1 0,0 0 1,-4-18-1,5 23 1,0 4-9,0 0 0,0 0 0,0 0 0,0 0 0,-1-1 0,1 1 0,0 0 0,0 0 0,0 0 0,0 0 0,0 0 0,0-1 0,0 1-1,0 0 1,0 0 0,0 0 0,0 0 0,0 0 0,0 0 0,-1-1 0,1 1 0,0 0 0,0 0 0,0 0 0,0 0 0,0 0 0,0 0 0,-1 0 0,1 0 0,0 0 0,0 0 0,0 0 0,0 0 0,-1-1 0,1 1 0,0 0 0,0 0 0,0 0 0,0 0 0,0 0 0,-1 1 0,1-1 0,0 0 0,0 0 0,0 0 0,0 0 0,-1 0 0,1 0 0,0 0-1,0 0 1,0 0 0,0 27 5,1 6 6,0-27-4,-1-1 1,1 1-1,-1 0 1,0-1 0,0 1-1,-1 0 1,1 0-1,-1-1 1,-1 1 0,1-1-1,-1 1 1,0-1-1,0 0 1,0 0 0,-1 0-1,0 0 1,-3 5-1,-29 26 62,-48 40-1,52-50-8,1 2 0,-52 61 1,76-82-45,-3 10 99,7 20 1,4-44-97,0 0 1,0 0 0,0 1 0,1-1 0,0 1-1,0-1 1,1 1 0,4-7 0,11-21 9,8-25 49,41-82-55,-24 64-33,-44 75 13,1 1 0,0-1-1,0 1 1,0 0 0,1 0 0,-1-1 0,0 1 0,0 0 0,1 0-1,-1 0 1,1 0 0,-1 0 0,1 1 0,-1-1 0,1 0-1,-1 1 1,1-1 0,-1 1 0,1-1 0,0 1 0,-1 0-1,1 0 1,0 0 0,-1 0 0,1 0 0,0 0 0,0 0-1,-1 1 1,1-1 0,-1 0 0,1 1 0,0-1 0,-1 1-1,2 1 1,4 0 9,-1 1-1,0-1 1,0 1-1,-1 1 1,1-1-1,-1 1 0,9 8 1,34 39 44,-33-33-12,0-1-1,2-1 0,0-1 1,0 0-1,36 23 0,-11-16 113,0-1 0,1-2-1,65 19 1,-34-10-94,-66-26-27,-7-2-20,-1 0 0,0 0-1,1 0 1,-1 0-1,1 0 1,-1 0-1,0 0 1,1 0 0,-1 0-1,1 1 1,-1-1-1,0 0 1,1 0-1,-1 0 1,1 1-1,-1-1 1,0 0 0,0 1-1,1-1 1,-1 0-1,0 1 1,1-1-1,-1 0 1,0 1 0,0-1-1,0 0 1,1 1-1,-1-1 1,0 1-1,0-1 1,0 1-1,0-1 1,0 0 0,0 1-1,0-1 1,0 1-1,0-1 1,0 1-1,0-1 1,0 0 0,0 1-1,0-1 1,-1 1-1,-3-1 19,-99-2 61,33 0-132,-105 9 0,140-1 37,-38 12 0,-26 4-13,78-19 50,0-2 1,-29 0-1,23-2-79,26 1 306,33-4 18,-32 3-251,1 0-1,0 0 1,0 1-1,0-1 0,0 0 1,0 0-1,0 1 1,0-1-1,0 0 0,0 1 1,0-1-1,0 1 1,0 0-1,1-1 1,-1 1-1,0 0 0,0 0 1,0-1-1,1 1 1,-1 0-1,0 0 0,2 1 1,-2-2-125,2 1 265,0 12-1356,-4 7 59,0-1-1,-2 0 0,0 0 1,0 0-1,-11 30 0,-26 38-6611</inkml:trace>
</inkml:ink>
</file>

<file path=ppt/ink/ink3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2.740"/>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3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4.057"/>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3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4.458"/>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3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4.788"/>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3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5.306"/>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3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6.169"/>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3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8.921"/>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3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9.282"/>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3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0.093"/>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3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1.132"/>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3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2.200"/>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3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2.590"/>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3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2.954"/>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3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3.364"/>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3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4.013"/>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3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4.393"/>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3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4.747"/>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3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5.094"/>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3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5.456"/>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3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6.151"/>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3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6.840"/>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3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9.070"/>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3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39.680"/>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3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0.136"/>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3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0.479"/>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3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0.810"/>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3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1.156"/>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3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1.589"/>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3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1.983"/>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3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2.315"/>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3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2.733"/>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3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3.360"/>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3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3.731"/>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3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4.094"/>
    </inkml:context>
    <inkml:brush xml:id="br0">
      <inkml:brushProperty name="width" value="0.025" units="cm"/>
      <inkml:brushProperty name="height" value="0.025" units="cm"/>
    </inkml:brush>
  </inkml:definitions>
  <inkml:trace contextRef="#ctx0" brushRef="#br0">0 22 14779,'0'0'9402,"0"-22"-11194</inkml:trace>
</inkml:ink>
</file>

<file path=ppt/ink/ink3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4.479"/>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3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4.827"/>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3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5.447"/>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3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5.810"/>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3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6.156"/>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3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6.543"/>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3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7.047"/>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3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7.378"/>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3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7.731"/>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3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8.063"/>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3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8.392"/>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3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48.747"/>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3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0.630"/>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3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0.977"/>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3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1.502"/>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3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7:21.832"/>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3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0.723"/>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3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1.086"/>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3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1.469"/>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3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1.939"/>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3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3.541"/>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3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3.887"/>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3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4.217"/>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3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4.571"/>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3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4.916"/>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3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5.247"/>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3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5.634"/>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3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5.980"/>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3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6.579"/>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3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9.515"/>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3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39.940"/>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3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0.393"/>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3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0.736"/>
    </inkml:context>
    <inkml:brush xml:id="br0">
      <inkml:brushProperty name="width" value="0.025" units="cm"/>
      <inkml:brushProperty name="height" value="0.025" units="cm"/>
    </inkml:brush>
  </inkml:definitions>
  <inkml:trace contextRef="#ctx0" brushRef="#br0">64 10 12899,'0'0'16603,"0"-9"-16027,-10 9-4224,-17 26-1778,0 1-6688</inkml:trace>
</inkml:ink>
</file>

<file path=ppt/ink/ink3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1.064"/>
    </inkml:context>
    <inkml:brush xml:id="br0">
      <inkml:brushProperty name="width" value="0.025" units="cm"/>
      <inkml:brushProperty name="height" value="0.025" units="cm"/>
    </inkml:brush>
  </inkml:definitions>
  <inkml:trace contextRef="#ctx0" brushRef="#br0">241 0 13579,'0'0'12699,"-145"101"-13268,135-79-1463,-22 12-2457,5-13-3569,0-1-2472</inkml:trace>
</inkml:ink>
</file>

<file path=ppt/ink/ink3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1.469"/>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3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1.798"/>
    </inkml:context>
    <inkml:brush xml:id="br0">
      <inkml:brushProperty name="width" value="0.025" units="cm"/>
      <inkml:brushProperty name="height" value="0.025" units="cm"/>
    </inkml:brush>
  </inkml:definitions>
  <inkml:trace contextRef="#ctx0" brushRef="#br0">1 0 10186,'0'0'6001,"69"58"-20876</inkml:trace>
</inkml:ink>
</file>

<file path=ppt/ink/ink3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2.129"/>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3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2.468"/>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3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2.799"/>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3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3.128"/>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3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8:45.515"/>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3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6.630"/>
    </inkml:context>
    <inkml:brush xml:id="br0">
      <inkml:brushProperty name="width" value="0.025" units="cm"/>
      <inkml:brushProperty name="height" value="0.025" units="cm"/>
    </inkml:brush>
  </inkml:definitions>
  <inkml:trace contextRef="#ctx0" brushRef="#br0">247 30 5449,'0'0'20164,"-2"0"-20104,-26-1-64,-36 2-68,60 0 69,0-1 0,0 1 0,-1 0 0,1 1 0,0-1 0,0 1 0,0 0 0,0-1 0,1 2 0,-1-1 0,0 0 0,-3 5-1,-2 2 4,0 0 0,1 1-1,0 1 1,1-1-1,0 1 1,1 0-1,0 1 1,1 0-1,0 0 1,1 0-1,0 0 1,-4 23-1,2 9 2,3-1 0,1 63 1,2-72-6,0-28-6,0-1-1,0 1 1,0-1 0,1 1 0,0 0 0,0-1 0,0 1-1,0-1 1,1 0 0,0 1 0,0-1 0,1 0-1,0 0 1,-1 0 0,1-1 0,1 1 0,-1-1 0,1 0-1,0 0 1,0 0 0,0 0 0,0 0 0,1-1-1,0 0 1,-1 0 0,1 0 0,0-1 0,0 1-1,1-1 1,-1 0 0,0-1 0,9 2 0,5 1-19,1-2 0,0 0 0,-1-1 0,1-1 1,0-1-1,-1-1 0,1 0 0,-1-1 0,0-2 1,0 0-1,0-1 0,-1 0 0,1-2 0,31-18 1,-24 10-6,0 0 0,-2-2 0,0-1 0,32-33 0,-49 44 46,1-1-1,-1 0 1,-1 0 0,1-1 0,-2 1 0,1-1-1,-1-1 1,-1 1 0,0-1 0,0 0-1,-1 0 1,-1 0 0,1 0 0,-2 0 0,1-15-1,-2 7 19,0 6 30,0 0 1,0 0 0,-4-17-1,3 25-23,-1 0-1,1 0 0,-1 1 1,0-1-1,-1 0 0,1 1 1,-1-1-1,0 1 0,0 0 1,0 0-1,-6-6 0,0 2 53,1 0-1,-1 1 0,0 1 1,0-1-1,-1 1 1,0 1-1,0 0 0,0 0 1,-22-6-1,11 6 49,0 2-1,0 0 1,0 1 0,-28 1-1,14-1-81,25 1-65,0 0 1,0 1 0,1 0 0,-1 1-1,-18 3 1,27-4-83,0 0-1,1 1 1,-1-1-1,0 0 1,1 1-1,-1-1 1,0 1 0,1-1-1,-1 0 1,1 1-1,-1-1 1,1 1-1,-1 0 1,1-1-1,-1 1 1,1-1 0,-1 1-1,1 0 1,0-1-1,-1 1 1,1 0-1,0-1 1,0 1 0,0 0-1,-1 0 1,1-1-1,0 2 1,0-1-221,0-1 0,1 1 1,-1 0-1,0 0 0,0-1 1,0 1-1,1 0 0,-1 0 1,0-1-1,1 1 0,-1-1 1,0 1-1,1 0 0,-1-1 1,1 1-1,-1-1 0,1 1 1,0-1-1,-1 1 0,1-1 1,-1 1-1,1-1 0,0 0 1,-1 1-1,1-1 0,0 0 1,0 1-1,0-1 0,28 5-9601</inkml:trace>
</inkml:ink>
</file>

<file path=ppt/ink/ink3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7.058"/>
    </inkml:context>
    <inkml:brush xml:id="br0">
      <inkml:brushProperty name="width" value="0.025" units="cm"/>
      <inkml:brushProperty name="height" value="0.025" units="cm"/>
    </inkml:brush>
  </inkml:definitions>
  <inkml:trace contextRef="#ctx0" brushRef="#br0">555 1 10402,'0'0'12084,"-24"1"-11581,3-1-399,9-1-57,-1 1 0,1 0 0,0 1 0,-1 1 0,1-1 0,0 2 0,0 0 0,0 1 0,0 0 0,1 0 0,-14 8 0,-3 7 64,0 0 0,2 2 0,1 1 0,0 1 0,2 2 0,0 0 0,2 1 0,1 1 1,1 1-1,-29 58 0,35-54-98,1 1 0,2 0 0,1 1 0,2 0 0,1 0-1,2 0 1,1 1 0,2 0 0,1-1 0,6 42 0,-5-66-18,1 0 0,1-1 0,-1 1 0,2-1-1,-1 0 1,1 0 0,1 0 0,-1 0 0,2-1-1,-1 1 1,1-1 0,0-1 0,1 1 0,0-1-1,0 0 1,0-1 0,1 0 0,0 0 0,0 0-1,10 4 1,0-1-32,-1-1 0,1-1-1,0-1 1,0 0 0,1-1 0,0-1 0,-1-1-1,2-1 1,27 1 0,65-3-1491,-111 0 215,-1-5-6599</inkml:trace>
</inkml:ink>
</file>

<file path=ppt/ink/ink3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7.833"/>
    </inkml:context>
    <inkml:brush xml:id="br0">
      <inkml:brushProperty name="width" value="0.025" units="cm"/>
      <inkml:brushProperty name="height" value="0.025" units="cm"/>
    </inkml:brush>
  </inkml:definitions>
  <inkml:trace contextRef="#ctx0" brushRef="#br0">1 31 8618,'0'0'9505,"0"-5"-8628,0-10-334,0 4 2093,22 12-1850,-15 0-749,0 1 1,-1 0-1,1 1 1,-1 0-1,1 0 1,-1 0-1,0 0 1,0 1-1,0 0 1,-1 0-1,10 10 1,6 7 32,25 34 0,-37-44-27,-8-9 26,0-1-36,-1 0-1,0 0 1,1-1 0,0 1-1,-1 0 1,1 0 0,-1 0-1,1-1 1,0 1 0,0 0-1,-1-1 1,1 1 0,0 0-1,0-1 1,0 1 0,0-1-1,0 0 1,1 1 0,-2-16-253,0 9 218,0 0 0,1 0 1,0 0-1,0 1 0,0-1 1,1 0-1,0 1 0,0-1 1,0 1-1,1 0 0,0 0 0,0 0 1,0 0-1,1 0 0,-1 1 1,1-1-1,0 1 0,1 0 1,-1 0-1,0 0 0,1 1 0,0 0 1,0 0-1,0 0 0,0 0 1,1 1-1,-1 0 0,1 0 1,-1 0-1,1 1 0,0 0 0,10-1 1,-8 3 75,-1 1 1,1-1 0,-1 2-1,0-1 1,0 1-1,0 0 1,0 0 0,0 1-1,-1 0 1,0 0-1,1 0 1,-2 1 0,1 0-1,0 0 1,-1 1-1,7 8 1,-9-9-19,-1-1-1,0 0 1,0 1 0,0-1-1,0 1 1,-1 0-1,1 0 1,-1 0 0,0 0-1,-1-1 1,1 11-1,-1-9 14,1 0 0,0 0 0,0 0-1,0 0 1,0 0 0,3 6-1,2-7-326,-6-5-73,0 0 1,1 0-1,-1 1 1,0-1-1,0 0 1,1 0-1,-1 1 1,0-1-1,0 0 1,1 1-1,-1-1 1,0 0-1,0 0 1,1 1 0,-1-1-1,0 0 1,0 1-1,0-1 1,0 1-1,0-1 1,0 0-1,0 1 1,0-1-1,0 0 1,0 1-1,0-1 1,0 1-1,0-1 1,0 1-1,0 10-8594</inkml:trace>
</inkml:ink>
</file>

<file path=ppt/ink/ink3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58.582"/>
    </inkml:context>
    <inkml:brush xml:id="br0">
      <inkml:brushProperty name="width" value="0.025" units="cm"/>
      <inkml:brushProperty name="height" value="0.025" units="cm"/>
    </inkml:brush>
  </inkml:definitions>
  <inkml:trace contextRef="#ctx0" brushRef="#br0">5 15 3545,'0'0'10781,"-1"-4"-9428,-3-7 671,5 17 1530,6 12-683,2-6-3741,24 16 1334,0-2-1,51 30 1,-54-38-424,-2 1 1,0 2 0,-1 1-1,38 39 1,-58-53-32,-1 0 1,0 0-1,-1 1 1,0 0-1,0 0 1,-1 0-1,0 1 1,-1 0-1,0-1 1,2 17-1,-1 4 196,-1 0-1,-2 37 0,-1-52-61,-1 5-31,-1-1 0,-1 0 0,0 0 0,-1 0 0,-1-1 0,-1 0 0,-1 1 0,0-2 0,-2 1 0,-11 18 0,-1-3 177,-1-2 1,-2 0 0,-1-1 0,-30 28 0,51-54-445,-12 13 1417,17-14-521,13-8-688,-12 4-113,0 0-1,0-1 0,0 1 0,0-1 0,-1 1 0,1-1 1,0 0-1,-1 0 0,1 0 0,-1 0 0,1 0 0,-1 0 1,0 0-1,0 0 0,0-1 0,0 1 0,-1 0 0,2-5 1,1-9-2983,-2 1-3642</inkml:trace>
</inkml:ink>
</file>

<file path=ppt/ink/ink3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0"/>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3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1"/>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3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2"/>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3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3"/>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3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4"/>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3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5"/>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3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6"/>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3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7"/>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3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8"/>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3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09"/>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3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0"/>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3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1"/>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3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2"/>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3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3"/>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3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4"/>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3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5"/>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3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6"/>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3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7"/>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3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19"/>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3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0"/>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3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1"/>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3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2"/>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3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3"/>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3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4"/>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3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5"/>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3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6"/>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3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7"/>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3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8"/>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3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29"/>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3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0"/>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3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1"/>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3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2"/>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3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3"/>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3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4"/>
    </inkml:context>
    <inkml:brush xml:id="br0">
      <inkml:brushProperty name="width" value="0.025" units="cm"/>
      <inkml:brushProperty name="height" value="0.025" units="cm"/>
    </inkml:brush>
  </inkml:definitions>
  <inkml:trace contextRef="#ctx0" brushRef="#br0">0 22 14779,'0'0'9402,"0"-22"-11194</inkml:trace>
</inkml:ink>
</file>

<file path=ppt/ink/ink3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5"/>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3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6"/>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3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7"/>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3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8"/>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3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39"/>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3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0"/>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3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1"/>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3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2"/>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3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3"/>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3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4"/>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3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6"/>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3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7"/>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3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8"/>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3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49"/>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3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0"/>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3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1"/>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3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2"/>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3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3"/>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3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4"/>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3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5"/>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3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6"/>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3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7"/>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3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8"/>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3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59"/>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3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0"/>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3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1"/>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3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3"/>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3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4"/>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3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5"/>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3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6"/>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3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7"/>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3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68"/>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3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1"/>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3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2"/>
    </inkml:context>
    <inkml:brush xml:id="br0">
      <inkml:brushProperty name="width" value="0.025" units="cm"/>
      <inkml:brushProperty name="height" value="0.025" units="cm"/>
    </inkml:brush>
  </inkml:definitions>
  <inkml:trace contextRef="#ctx0" brushRef="#br0">1 0 10186,'0'0'6001,"69"58"-20876</inkml:trace>
</inkml:ink>
</file>

<file path=ppt/ink/ink3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3"/>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3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4"/>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3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6"/>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3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7"/>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3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23.578"/>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3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35.931"/>
    </inkml:context>
    <inkml:brush xml:id="br0">
      <inkml:brushProperty name="width" value="0.025" units="cm"/>
      <inkml:brushProperty name="height" value="0.025" units="cm"/>
    </inkml:brush>
  </inkml:definitions>
  <inkml:trace contextRef="#ctx0" brushRef="#br0">0 0 12699,'0'0'7225,"11"0"-9169,16 0-225,0 0-2360</inkml:trace>
</inkml:ink>
</file>

<file path=ppt/ink/ink3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5.413"/>
    </inkml:context>
    <inkml:brush xml:id="br0">
      <inkml:brushProperty name="width" value="0.025" units="cm"/>
      <inkml:brushProperty name="height" value="0.025" units="cm"/>
    </inkml:brush>
  </inkml:definitions>
  <inkml:trace contextRef="#ctx0" brushRef="#br0">337 609 1064,'0'0'6524,"15"-14"-5438,42-45 331,-37 37 801,-18 13 202,0 1-1623,11-13 2523,16-4-3201,-5 6 31,-5 0-132,0-1 1,-1-1 0,-1 0-1,28-46 1,-37 53-36,-1-1 1,0 0-1,-1 0 0,-1 0 1,0-1-1,-1 1 0,0-1 1,-2 0-1,2-29 0,-4 41-17,0 0-1,0 0 0,0 0 0,0 0 1,-1 0-1,0 0 0,0 0 0,0 0 0,0 0 1,0 0-1,-1 0 0,-3-5 0,2 6-5,0 0 0,0 0-1,0 1 1,0-1 0,-1 1-1,1 0 1,-1 0 0,0 0-1,1 0 1,-1 1 0,0-1 0,-8-1-1,-15-2 44,1 1 0,-1 1 1,0 1-1,-36 2 0,47 0 39,11 0-29,0 0 1,0 1 0,1 0 0,-1 0-1,0 0 1,0 1 0,0-1 0,1 1-1,-1 0 1,1 0 0,-1 1 0,1 0-1,0-1 1,0 2 0,0-1 0,-6 6-1,-2 5 122,0 1 0,1 0 0,-11 20-1,17-27-72,-16 29 226,2 1-1,2 1 0,1 0 0,2 1 0,1 1 0,-12 78 0,-8 260 870,25-238-596,-17 699 2861,25-839-3906,-9-1-2648,6 0 2562,1 0 0,-1 0 0,1-1 0,-1 1 0,1-1 0,-1 1 0,1-1 0,-1 0-1,1 0 1,0 0 0,-1 0 0,1 0 0,0-1 0,0 1 0,0 0 0,0-1-1,-4-3 1,-20-24-8986</inkml:trace>
</inkml:ink>
</file>

<file path=ppt/ink/ink3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5.756"/>
    </inkml:context>
    <inkml:brush xml:id="br0">
      <inkml:brushProperty name="width" value="0.025" units="cm"/>
      <inkml:brushProperty name="height" value="0.025" units="cm"/>
    </inkml:brush>
  </inkml:definitions>
  <inkml:trace contextRef="#ctx0" brushRef="#br0">0 246 1016,'0'0'17580,"310"-96"-16724,-235 87-424,5-3-272,-10-3-48,5 3-112,-6-5-8,-5 3-224,-10-3-744,-1 0-1200,-26 7-2377,-11 1-2241,-11-8 1377</inkml:trace>
</inkml:ink>
</file>

<file path=ppt/ink/ink3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6.102"/>
    </inkml:context>
    <inkml:brush xml:id="br0">
      <inkml:brushProperty name="width" value="0.025" units="cm"/>
      <inkml:brushProperty name="height" value="0.025" units="cm"/>
    </inkml:brush>
  </inkml:definitions>
  <inkml:trace contextRef="#ctx0" brushRef="#br0">99 145 1560,'0'0'15889,"-13"3"-14114,-38 12-504,49-14-1216,0 0-1,0 0 0,0 0 1,0 0-1,0 1 1,1-1-1,-1 1 1,1-1-1,-1 1 1,1-1-1,-1 1 0,1 0 1,0 0-1,0 0 1,0 0-1,0 0 1,0 0-1,-1 4 1,-1 34 367,3-34-373,-1 17 53,0-15-100,1 1-1,0-1 1,0 1-1,1-1 1,3 14-1,-3-20-11,0 0 1,0 1-1,0-1 1,0 0-1,0 0 0,1 1 1,-1-1-1,0 0 0,1-1 1,0 1-1,0 0 0,-1 0 1,1-1-1,0 1 0,0-1 1,0 1-1,1-1 1,-1 0-1,0 0 0,0 0 1,1 0-1,-1 0 0,5 0 1,16 3-371,1-1 1,-1-2 0,1 0 0,41-5-1,-62 4 281,0 0 0,0-1-1,0 0 1,0 1 0,0-1-1,0 0 1,0 0 0,0-1-1,0 1 1,0-1 0,-1 1-1,1-1 1,-1 0 0,1 0-1,-1 0 1,0 0 0,3-4-1,-1 2-8,-1-1 0,0-1 1,0 1-1,0 0 0,-1-1 0,0 1 0,0-1 0,2-11 0,-2 8 60,0-1-1,-1 0 1,-1 0-1,1 0 1,-2 0-1,1 1 1,-1-1-1,-1 0 1,0 0 0,0 1-1,-7-17 1,-5 1 117,-1 0 1,-30-35 0,21 28 257,13 20 19,10 11-547,13 7-7226,3 5-1647</inkml:trace>
</inkml:ink>
</file>

<file path=ppt/ink/ink3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6.442"/>
    </inkml:context>
    <inkml:brush xml:id="br0">
      <inkml:brushProperty name="width" value="0.025" units="cm"/>
      <inkml:brushProperty name="height" value="0.025" units="cm"/>
    </inkml:brush>
  </inkml:definitions>
  <inkml:trace contextRef="#ctx0" brushRef="#br0">0 322 1424,'0'0'21162,"15"8"-20190,48 25-414,-41-22-242,-22-11-305,1 0 0,-1 0 1,0 0-1,1 0 0,-1 0 0,0 0 0,0 0 1,1 0-1,-1 0 0,0 0 0,1 0 0,-1 0 1,0 1-1,0-1 0,1 0 0,-1 0 0,0 0 0,0 0 1,0 1-1,1-1 0,-1 0 0,0 0 0,0 1 1,0-1-1,0 0 0,1 0 0,-1 1 0,0-1 1,0 0-1,0 1 0,0-1 0,0 0 0,0 1 453,0-3-292,-3-55 36,1 44-243,1 0 0,0 0 1,1 0-1,0 0 0,1 0 0,1 0 1,0 0-1,0 0 0,7-18 0,1 13 12,2-1-1,-1 2 1,2 0-1,1 0 1,0 1-1,0 1 0,2 0 1,20-15-1,-35 29 19,1 0 0,-1 0 0,1 1-1,-1-1 1,1 0 0,-1 0 0,1 1-1,0-1 1,-1 1 0,1 0-1,0-1 1,3 1 0,-5 0-75,1 0 1,-1 0-1,1 0 1,0 0-1,-1 0 1,1 0-1,-1 0 0,1 1 1,-1-1-1,1 0 1,0 0-1,-1 0 1,1 1-1,-1-1 0,1 0 1,-1 1-1,0-1 1,1 0-1,-1 1 1,1-1-1,-1 1 1,1-1-1,-1 1 0,0-1 1,1 1-1,-1-1 1,0 1-1,0-1 1,1 1-1,-1-1 1,0 1-1,0-1 0,0 1 1,0 0-1,0-1 1,0 1-1,0-1 1,0 2-1,0 26-6336,0 5-6641</inkml:trace>
</inkml:ink>
</file>

<file path=ppt/ink/ink3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49:58.855"/>
    </inkml:context>
    <inkml:brush xml:id="br0">
      <inkml:brushProperty name="width" value="0.025" units="cm"/>
      <inkml:brushProperty name="height" value="0.025" units="cm"/>
    </inkml:brush>
  </inkml:definitions>
  <inkml:trace contextRef="#ctx0" brushRef="#br0">0 252 6641,'0'0'12811,"7"-17"-11900,26-53-36,-29 65-758,-1 0 0,1 0 0,0 1 0,0-1 0,0 1 0,1 0 0,-1 1 0,1-1 0,0 1 0,0 0 0,0 0 0,1 0 0,8-3 0,8-4 152,4-5-176,1 1 0,0 2 0,1 1-1,0 1 1,1 1 0,0 2 0,0 0 0,0 2 0,1 2 0,45-1-1,-52 4-84,-13-1-8,-1 1 0,0 0 0,1 1 0,-1 0 0,0 0 0,12 4 0,-19-4-3,1 0-1,-1 0 1,0 0-1,0 0 1,1 1-1,-1 0 1,0-1-1,0 1 1,0 0-1,0 0 1,-1 0-1,1 0 1,0 0-1,-1 0 1,0 0-1,1 1 1,-1-1-1,0 1 1,0-1-1,0 1 1,-1-1-1,1 1 1,-1-1-1,1 1 1,-1 0-1,0 4 1,1 3 22,0-1 0,-1 1 0,0 0 1,-1 0-1,0-1 0,0 1 0,-1 0 0,-1-1 1,1 1-1,-2-1 0,1 0 0,-1 0 0,0 0 1,-1-1-1,0 1 0,-1-1 0,0 0 0,0-1 1,-8 9-1,-197 177 433,199-183-449,1 1-1,0-1 1,0 2-1,1-1 1,-16 26 0,21-28-54,1 0 0,-1 0 0,2 0 0,-1 0 0,1 1 0,1 0 0,0-1 0,0 1 0,1 0 0,0 15 0,1-24 38,1 1 0,-1 0 0,1 0 0,-1-1 1,1 1-1,0 0 0,0-1 0,-1 1 0,1-1 1,0 1-1,1-1 0,-1 0 0,0 1 1,0-1-1,1 0 0,-1 0 0,0 1 0,1-1 1,-1-1-1,1 1 0,-1 0 0,1 0 0,0 0 1,-1-1-1,1 1 0,0-1 0,0 1 1,3-1-1,10 3-92,0 0 1,22 0 0,-24-2 2,-9-1 64,21 3-346,0-2 1,1 0-1,-1-2 0,0 0 0,31-7 1,-47 4 338,-9 4 48,0 0 0,0 0 0,0 0 0,0 0 0,0 0 0,0 0 0,0 1 1,0-1-1,0 0 0,0 0 0,0 0 0,0 0 0,0 0 0,0 0 1,0 0-1,0 0 0,0 0 0,0 1 0,0-1 0,0 0 0,0 0 1,0 0-1,0 0 0,0 0 0,0 0 0,0 0 0,0 0 0,0 0 1,0 1-1,0-1 0,0 0 0,0 0 0,0 0 0,0 0 0,1 0 0,-1 0 1,0 0-1,0 0 0,0 0 0,0 0 0,0 0 0,0 0 0,0 0 1,0 0-1,0 0 0,0 0 0,1 0 0,-1 0 0,0 0 0,0 0 1,0 0-1,0 0 0,0 0 0,0 0 0,0 0 0,0 0 0,1 0 0,-2 9 46,1 45 96,3 94-28,-2-125-110,2-1-1,1 0 1,1-1-1,11 34 1,-6-32 61,-2-1 0,0 1 1,-2 1-1,0-1 1,-2 1-1,3 37 0,-8-59 0,1 0-1,0 1 1,0-1-1,-1 0 1,0 1-1,1-1 1,-1 0 0,0 0-1,0 0 1,0 0-1,0 0 1,-1 0-1,1 0 1,0 0-1,-1 0 1,1 0-1,-1-1 1,0 1-1,0-1 1,0 1-1,1-1 1,-5 2-1,-3 2 162,0 0-1,-1-2 1,-18 6-1,20-6-106,-83 24 881,-7 1 398,-110 49 0,208-77-1431,-1 0 0,1 0 0,-1 0 0,1 0 0,-1 1 0,1-1 0,-1 0 0,1 0 0,-1 1 0,1-1 0,-1 0 0,1 1 0,-1-1 0,1 0 0,0 1-1,-1-1 1,1 0 0,-1 1 0,1-1 0,0 1 0,0-1 0,-1 1 0,1-1 0,0 1 0,0-1 0,-1 1 0,1-1 0,0 1 0,0-1 0,0 1 0,0 0 0,0-1 0,0 1 0,0 0-250,1 0 0,-1-1 0,1 1 1,0 0-1,-1-1 0,1 1 0,0-1 0,-1 1 0,1-1 0,0 0 0,0 1 0,-1-1 0,1 0 0,0 1 1,0-1-1,0 0 0,0 0 0,-1 0 0,3 1 0,17-1-8687</inkml:trace>
</inkml:ink>
</file>

<file path=ppt/ink/ink3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0.671"/>
    </inkml:context>
    <inkml:brush xml:id="br0">
      <inkml:brushProperty name="width" value="0.025" units="cm"/>
      <inkml:brushProperty name="height" value="0.025" units="cm"/>
    </inkml:brush>
  </inkml:definitions>
  <inkml:trace contextRef="#ctx0" brushRef="#br0">665 41 2184,'0'0'6719,"-15"-7"-4182,4 1-2085,-1 1 0,-1 0 1,1 1-1,-1 0 0,0 1 0,0 1 0,0 0 1,-17-1-1,9 3 148,-95 4 1984,99-2-2225,1 0 1,-1 2 0,1 0 0,-31 12-1,21-4 92,0 1 0,-34 23 0,48-28-243,1 0 0,0 1 1,0 1-1,1-1 0,1 2 0,-16 21 0,21-26-157,1 1 0,1-1 0,-1 1 0,1 0 0,0 0 0,1 0 0,0 0 0,0 0 0,0 0 0,1 1 0,1 12 0,-1-8-32,0-9-15,0-1 0,1 0 0,0 1 0,-1-1 0,1 0 0,0 0 0,0 0 0,0 1 0,0-1-1,0 0 1,1 0 0,-1 0 0,1-1 0,-1 1 0,1 0 0,0 0 0,-1-1 0,1 1 0,0-1 0,0 0 0,4 2 0,6 4 37,1 0 1,22 6-1,-9-2 10,-22-10-52,0 1 1,0 0 0,1 0 0,-1 1 0,-1-1-1,1 1 1,0 0 0,-1 0 0,1 0 0,-1 0-1,0 1 1,0 0 0,0-1 0,-1 1 0,1 0 0,-1 0-1,0 0 1,0 1 0,0-1 0,-1 0 0,1 1-1,-1-1 1,0 1 0,0-1 0,-1 1 0,0 0 0,1-1-1,-2 8 1,2-4 16,-1-1-1,0 1 1,0-1 0,-1 1-1,0-1 1,-1 1 0,1-1-1,-1 1 1,0-1 0,-1 0-1,0 0 1,0 0-1,-1 0 1,0-1 0,0 1-1,0-1 1,-1 0 0,0 0-1,0-1 1,0 0 0,-7 6-1,4-4-6,-10 10 33,-35 25 0,47-38-52,1 0 1,-1-1-1,0 0 0,0 0 0,-1 0 0,1-1 0,-1 0 0,1 0 0,-1-1 1,1 0-1,-11 1 0,16-3-87,1 1 0,0 0 1,-1 0-1,1-1 0,-1 1 0,1 0 0,-1-1 1,1 1-1,0 0 0,-1-1 0,1 1 0,0-1 1,-1 1-1,1 0 0,0-1 0,0 1 0,-1-1 1,1 1-1,0-1 0,0 1 0,0-1 0,0 1 1,-1-1-1,1 1 0,0-1 0,0 1 0,0-1 1,0 0-1,0 1 0,0-1 0,1 1 0,-1-1 0,4-19-985,-1 17 915,0 1 0,0-1 1,-1 1-1,1 0 0,1 0 0,-1 0 0,0 1 1,0-1-1,1 1 0,-1-1 0,1 1 0,-1 0 1,1 1-1,6-2 0,54-2-860,-59 3 988,0 1-1,0 0 1,0 1-1,0-1 0,-1 1 1,1 0-1,0 0 1,0 0-1,0 1 1,7 3-1,-9-3 43,-1 1 0,1-1 0,-1 0 0,0 1 0,1 0 0,-1 0 0,-1-1-1,1 1 1,0 0 0,-1 0 0,1 1 0,-1-1 0,0 0 0,0 0 0,-1 1 0,2 4 0,2 20 629,-1 1 0,-2 0 0,-2 42 0,0-14 706,-3-4-299,2-40-832,0 0 0,2 0 0,-1 0 0,2 0 0,-1 0 0,4 16 1,-3-27-191,0-1 1,0 1-1,0 0 1,0-1 0,0 1-1,0-1 1,0 1 0,0-1-1,1 0 1,-1 1-1,1-1 1,-1 0 0,1 0-1,-1 0 1,1 0-1,0 0 1,-1 0 0,1 0-1,3 0 1,39 9 232,-28-8-99,25 4-51,0-2 0,73-2 0,-66-3-3766</inkml:trace>
</inkml:ink>
</file>

<file path=ppt/ink/ink3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1.703"/>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3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5.899"/>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3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7.775"/>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3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8.984"/>
    </inkml:context>
    <inkml:brush xml:id="br0">
      <inkml:brushProperty name="width" value="0.025" units="cm"/>
      <inkml:brushProperty name="height" value="0.025" units="cm"/>
    </inkml:brush>
  </inkml:definitions>
  <inkml:trace contextRef="#ctx0" brushRef="#br0">411 27 2529,'0'0'13500,"2"-5"-12295,5-12-296,-5 12 1264,-7 5-1981,0 1 1,1-1-1,-1 1 0,0 0 0,1 0 0,-1 0 0,1 0 0,-1 1 0,1 0 0,0 0 0,0 0 0,0 1 0,0-1 1,-6 6-1,-1 2-165,1 1 0,0 1 1,-11 15-1,4-5 258,-21 28-206,3 1 0,1 2 0,4 1 0,-25 59 0,37-69-69,2 1 1,2 0 0,2 0-1,2 2 1,2-1 0,-2 49-1,9 257 21,2-333-33,1 0 1,0-1-1,2 0 1,0 0-1,1 0 1,0 0-1,12 23 1,-14-34 1,1 1 0,0-1 0,1 0 1,-1 0-1,1-1 0,1 1 0,-1-1 1,1 0-1,0-1 0,0 1 0,1-1 0,-1 0 1,1-1-1,1 0 0,-1 0 0,0 0 0,1-1 1,15 5-1,2-4 60,0-1 1,0 0-1,1-2 1,-1-1-1,39-5 1,-63 5-80,0 0 1,1 0 0,-1 0 0,0-1-1,1 1 1,-1 0 0,0 0 0,0-1 0,1 1-1,-1-1 1,0 0 0,0 1 0,0-1-1,0 0 1,1 1 0,-1-1 0,0 0-1,-1 0 1,1 0 0,0 0 0,0 0 0,0 0-1,0-2 1,-7 3-1291,-5 2 81,0-1 0,0 2 0,0 0 0,0 0 0,-13 6 1,-24 6-4608</inkml:trace>
</inkml:ink>
</file>

<file path=ppt/ink/ink3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9.316"/>
    </inkml:context>
    <inkml:brush xml:id="br0">
      <inkml:brushProperty name="width" value="0.025" units="cm"/>
      <inkml:brushProperty name="height" value="0.025" units="cm"/>
    </inkml:brush>
  </inkml:definitions>
  <inkml:trace contextRef="#ctx0" brushRef="#br0">86 4 440,'0'0'20655,"0"-3"-19944,1 34-223,-2 0 0,-1-1 0,-7 35 0,3-45-542,1-1-458,-1-1 0,-1 0-1,-12 24 1,18-40-125,0-1-1,0 1 0,-1-1 1,1 0-1,0 1 0,-1-1 1,1 0-1,-1 0 0,1 0 1,-1 0-1,1 0 0,-3 1 1,-7-1-7592</inkml:trace>
</inkml:ink>
</file>

<file path=ppt/ink/ink3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09.644"/>
    </inkml:context>
    <inkml:brush xml:id="br0">
      <inkml:brushProperty name="width" value="0.025" units="cm"/>
      <inkml:brushProperty name="height" value="0.025" units="cm"/>
    </inkml:brush>
  </inkml:definitions>
  <inkml:trace contextRef="#ctx0" brushRef="#br0">1 17 1360,'0'0'19132,"10"-17"-19132,6 56-208,-5 35-1344,0-11-3137,-6-3-4497</inkml:trace>
</inkml:ink>
</file>

<file path=ppt/ink/ink3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0.006"/>
    </inkml:context>
    <inkml:brush xml:id="br0">
      <inkml:brushProperty name="width" value="0.025" units="cm"/>
      <inkml:brushProperty name="height" value="0.025" units="cm"/>
    </inkml:brush>
  </inkml:definitions>
  <inkml:trace contextRef="#ctx0" brushRef="#br0">1 132 1616,'0'0'20089,"11"-1"-19461,77-3-9,-87 4-617,0 1 1,0-1-1,-1 0 1,1 0-1,-1 0 1,1 1 0,0-1-1,-1 0 1,1 1-1,-1-1 1,1 0-1,0 1 1,-1-1-1,1 1 1,-1-1 0,0 1-1,1-1 1,-1 1-1,1 0 1,-1-1-1,0 1 1,1-1 0,-1 1-1,0 0 1,0-1-1,0 1 1,1 0-1,-1-1 1,0 1 0,0 0-1,0-1 1,0 1-1,0 1 1,0 28-46,-1-22-11,1-6-128,12-2-949,-2-1 832,1 0 1,-1-1 0,1 0 0,-1 0-1,1-1 1,-1-1 0,0 0 0,0 0-1,-1-1 1,14-8 0,10-10-173,43-37-1,-52 40 235,-13 12 459,15-13-198,-18 9 4335,-5 132-3426,-1-58-3548,-1-3-4860,-1-40-388</inkml:trace>
</inkml:ink>
</file>

<file path=ppt/ink/ink3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0.352"/>
    </inkml:context>
    <inkml:brush xml:id="br0">
      <inkml:brushProperty name="width" value="0.025" units="cm"/>
      <inkml:brushProperty name="height" value="0.025" units="cm"/>
    </inkml:brush>
  </inkml:definitions>
  <inkml:trace contextRef="#ctx0" brushRef="#br0">156 0 2497,'0'0'19868,"-5"28"-18716,2-8-956,-3 23 283,-3 0 1,-22 71 0,-39 103 627,60-178-1134,3-1 0,1 2-1,-2 67 1,8-94 119,-1-10-260,1 1 1,0-1 0,0 0 0,1 1 0,-1-1 0,1 1 0,-1-1 0,2 5 0,-1-7 7,0 0 0,0 1 0,0-1 0,1 0 0,-1 1 0,0-1 0,0 0 0,1 0-1,-1 0 1,1 0 0,-1 0 0,1-1 0,-1 1 0,1 0 0,-1-1 0,1 1 0,0-1 0,-1 1 0,1-1 0,2 0 0,61 6-7697,-42-6 1210</inkml:trace>
</inkml:ink>
</file>

<file path=ppt/ink/ink3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0.692"/>
    </inkml:context>
    <inkml:brush xml:id="br0">
      <inkml:brushProperty name="width" value="0.025" units="cm"/>
      <inkml:brushProperty name="height" value="0.025" units="cm"/>
    </inkml:brush>
  </inkml:definitions>
  <inkml:trace contextRef="#ctx0" brushRef="#br0">0 43 1304,'0'0'19965,"193"-43"-19821,-145 43-144,16 0-809,-16 0-3528,0 0-7209</inkml:trace>
</inkml:ink>
</file>

<file path=ppt/ink/ink3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1.257"/>
    </inkml:context>
    <inkml:brush xml:id="br0">
      <inkml:brushProperty name="width" value="0.025" units="cm"/>
      <inkml:brushProperty name="height" value="0.025" units="cm"/>
    </inkml:brush>
  </inkml:definitions>
  <inkml:trace contextRef="#ctx0" brushRef="#br0">289 60 1168,'0'0'15155,"1"-10"-13661,3-30-439,-3 30-231,5 21 683,10 43-1175,-2 0-1,11 102 1,-12 118-384,-12-256 28,-1-10 29,1-1 1,-2 0 0,1 0-1,-1 1 1,0-1 0,-3 11-1,3-15 5,0-1 0,0 0 0,0 0 0,-1 0 0,1 0 0,-1 0 0,1-1 0,-1 1-1,0 0 1,0-1 0,1 1 0,-1-1 0,0 1 0,0-1 0,-1 0 0,1 0 0,0 0 0,0 0-1,0 0 1,-1-1 0,1 1 0,0-1 0,-1 1 0,-3-1 0,-8 2 58,0-1 1,0 0-1,-1-1 0,1 0 1,0-2-1,-1 1 1,-13-5-1,18 3-8,0 0 1,1-1-1,0 0 0,-1 0 1,1-1-1,1 0 0,-1-1 1,1 0-1,0-1 0,-11-10 1,8 5 183,-1 0 0,2 0 1,0-1-1,0-1 0,-12-23 0,22 36-290,0 1 0,0 0 0,-1-1 0,1 1 0,0-1 0,0 1 0,0 0 0,-1-1 0,1 1 0,0-1 0,0 1 0,0-1 0,0 1 0,0-1 0,0 1 0,0-1 0,0 1 0,0-1 0,0 1 0,0 0 0,0-1 0,1 1 0,-1-1 0,0 1 0,0-1 0,0 1 0,1-1 0,-1 1 0,0 0 0,0-1 0,1 1 0,0-1 0,15-2-5379,-2 2 1997,11-9-5965</inkml:trace>
</inkml:ink>
</file>

<file path=ppt/ink/ink3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1.590"/>
    </inkml:context>
    <inkml:brush xml:id="br0">
      <inkml:brushProperty name="width" value="0.025" units="cm"/>
      <inkml:brushProperty name="height" value="0.025" units="cm"/>
    </inkml:brush>
  </inkml:definitions>
  <inkml:trace contextRef="#ctx0" brushRef="#br0">28 0 1800,'0'0'24811,"-6"16"-21358,6 23-4734,1-9-899,-2 0 0,-6 45 0,-7-20-3820</inkml:trace>
</inkml:ink>
</file>

<file path=ppt/ink/ink3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2.046"/>
    </inkml:context>
    <inkml:brush xml:id="br0">
      <inkml:brushProperty name="width" value="0.025" units="cm"/>
      <inkml:brushProperty name="height" value="0.025" units="cm"/>
    </inkml:brush>
  </inkml:definitions>
  <inkml:trace contextRef="#ctx0" brushRef="#br0">5 161 1040,'0'0'16546,"-1"-3"-14893,0-1-1433,0 3-158,1 0 1,0 0 0,-1 0 0,1 0 0,0 0 0,0 0 0,0 0 0,0 0 0,0 0 0,0 0 0,0 0 0,0 0 0,0 1 0,0-1 0,0 0 0,1 0 0,-1 0-1,0 0 1,1 0 0,-1 0 0,1 0 0,-1 0 0,1 0 0,-1 1 0,1-1 0,0 0 0,-1 0 0,1 1 0,0-1 0,0 0 0,-1 1 0,1-1 0,0 1 0,0-1 0,0 1-1,0 0 1,0-1 0,0 1 0,0 0 0,0-1 0,1 1 0,36-15 404,69-16-1,-28 9-311,16-1-56,-56 14-181,38-13 0,-97 41-6007,-23 21 2616,-33 12-2858,4-9-901</inkml:trace>
</inkml:ink>
</file>

<file path=ppt/ink/ink3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2.376"/>
    </inkml:context>
    <inkml:brush xml:id="br0">
      <inkml:brushProperty name="width" value="0.025" units="cm"/>
      <inkml:brushProperty name="height" value="0.025" units="cm"/>
    </inkml:brush>
  </inkml:definitions>
  <inkml:trace contextRef="#ctx0" brushRef="#br0">6 0 1424,'-6'202'10018,"28"-202"-7289,10 0 8,5 0-345,6 0-511,10 0-425,-5-4-480,6-1-288,-11-12-320,-6 0-208,-5 8-160,-5 9-536,-16 0-1904,-6 0-4842</inkml:trace>
</inkml:ink>
</file>

<file path=ppt/ink/ink3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3.330"/>
    </inkml:context>
    <inkml:brush xml:id="br0">
      <inkml:brushProperty name="width" value="0.025" units="cm"/>
      <inkml:brushProperty name="height" value="0.025" units="cm"/>
    </inkml:brush>
  </inkml:definitions>
  <inkml:trace contextRef="#ctx0" brushRef="#br0">288 311 2465,'0'0'15464,"-16"-8"-13952,-48-24-493,60 30-955,0 0 0,0 1 0,0-1-1,0 1 1,0 0 0,-1 0-1,1 0 1,0 1 0,-1-1 0,1 1-1,-1 0 1,1 1 0,0-1-1,-1 1 1,1 0 0,0 0 0,-1 0-1,1 0 1,0 1 0,0-1 0,0 1-1,0 0 1,0 1 0,1-1-1,-1 1 1,1-1 0,-1 1 0,1 0-1,0 0 1,0 1 0,0-1-1,-2 5 1,-5 7-45,2 0 0,0 0 0,0 1 0,2 1 0,0-1 0,-4 18 0,4-9-44,1 0 0,2 0 0,0 0 0,1 1 1,2-1-1,5 50 0,-5-72 0,1 0-1,0-1 0,-1 1 1,1 0-1,0-1 1,0 1-1,1 0 1,-1-1-1,0 0 1,1 1-1,0-1 0,-1 0 1,1 0-1,0 0 1,0 0-1,0 0 1,0 0-1,1 0 0,-1-1 1,0 1-1,1-1 1,-1 0-1,1 0 1,-1 1-1,1-2 0,4 2 1,6 1-43,-1-1-1,1 0 1,0-1 0,18-1-1,-22 0 64,-1 0-26,0-1 0,0 0 1,0 0-1,-1 0 1,1-1-1,0 0 1,0-1-1,-1 1 1,0-1-1,1-1 0,-1 0 1,0 0-1,-1 0 1,1-1-1,11-10 1,-5 1-82,0-1-1,-2 0 1,1-1 0,-2 0 0,15-28 0,-15 21 95,0-1 0,-1 1-1,-1-2 1,-2 1 0,0-1 0,3-37 0,-2-154 135,-7 164-55,0 48-33,0 0 1,0 0-1,-1 0 0,1-1 0,-1 1 0,0 0 0,0 0 0,0 0 0,0 0 0,-4-5 0,4 7 11,-1 0 0,1 0 0,-1 0 0,0 0 0,0 1-1,0-1 1,0 1 0,0-1 0,0 1 0,0 0 0,0 0-1,0 0 1,-1 0 0,1 0 0,0 0 0,-1 1 0,1-1-1,-5 1 1,3-1-12,-1 0-1,0 1 1,0-1 0,1 1-1,-1 0 1,0 1-1,1-1 1,-1 1-1,0 0 1,1 0 0,-1 1-1,1-1 1,0 1-1,-1 0 1,-7 5-1,7-3-56,0 0-1,1 1 0,-1 0 1,1-1-1,0 2 1,0-1-1,1 0 0,0 1 1,0-1-1,0 1 0,-4 12 1,1 3-757,1 1 0,0 1 1,2-1-1,-1 24 0,3-3-4021</inkml:trace>
</inkml:ink>
</file>

<file path=ppt/ink/ink3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3.670"/>
    </inkml:context>
    <inkml:brush xml:id="br0">
      <inkml:brushProperty name="width" value="0.025" units="cm"/>
      <inkml:brushProperty name="height" value="0.025" units="cm"/>
    </inkml:brush>
  </inkml:definitions>
  <inkml:trace contextRef="#ctx0" brushRef="#br0">59 10 1512,'0'0'28158,"0"-10"-26949,-5 10-3130,-11 27-951,-6 26-2690,6-5-3095</inkml:trace>
</inkml:ink>
</file>

<file path=ppt/ink/ink3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4.001"/>
    </inkml:context>
    <inkml:brush xml:id="br0">
      <inkml:brushProperty name="width" value="0.025" units="cm"/>
      <inkml:brushProperty name="height" value="0.025" units="cm"/>
    </inkml:brush>
  </inkml:definitions>
  <inkml:trace contextRef="#ctx0" brushRef="#br0">460 1 1216,'43'337'11867,"-54"-330"-7458,-10 15-2257,-17 9-175,1 5-441,-17 19-936,1 3-600,-11 7-144,-27 19-1600,16-14-3321,16-22-7714</inkml:trace>
</inkml:ink>
</file>

<file path=ppt/ink/ink3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4.426"/>
    </inkml:context>
    <inkml:brush xml:id="br0">
      <inkml:brushProperty name="width" value="0.025" units="cm"/>
      <inkml:brushProperty name="height" value="0.025" units="cm"/>
    </inkml:brush>
  </inkml:definitions>
  <inkml:trace contextRef="#ctx0" brushRef="#br0">241 40 624,'0'0'17021,"4"-6"-15291,9-14-673,-13 19-944,1 0 1,-1 0-1,0 1 1,1-1-1,-1 0 0,1 1 1,-1-1-1,1 0 1,0 1-1,-1-1 1,1 0-1,0 1 1,-1-1-1,1 1 1,0 0-1,-1-1 0,1 1 1,0-1-1,0 1 1,0 0-1,-1 0 1,1-1-1,0 1 1,0 0-1,0 0 1,0 0-1,-1 0 0,1 0 1,0 0-1,0 0 1,0 0-1,0 0 1,1 1-1,0 9 189,40 737-1203,-42-745 879,0 1 0,0-1 0,0 1 0,0-1 0,0 0 0,0 1 0,-1-1 0,1 1 0,-1-1 0,0 0 0,0 1-1,1-1 1,-2 0 0,1 0 0,0 1 0,0-1 0,-1 0 0,-1 2 0,0-3 23,0 1 0,1-1 1,-1 0-1,-1 0 0,1 0 1,0 0-1,0 0 0,0-1 1,0 1-1,-1-1 0,1 0 0,0 0 1,-4 0-1,-7 0 42,7 0-30,0 1-1,0-1 0,0-1 0,0 1 1,0-1-1,1 0 0,-1-1 0,0 0 1,0 0-1,1 0 0,-1-1 0,-8-5 1,3 0 28,1 0 0,1-1 1,0 0-1,0-1 0,1 0 1,0-1-1,-8-13 0,0-4 403,-26-58 1,41 83-359,1-1 1,0 1-1,0-1 0,1 1 1,-1-1-1,1 0 1,-1-4-1,1-6-2982,0 5-2232</inkml:trace>
</inkml:ink>
</file>

<file path=ppt/ink/ink3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4.771"/>
    </inkml:context>
    <inkml:brush xml:id="br0">
      <inkml:brushProperty name="width" value="0.025" units="cm"/>
      <inkml:brushProperty name="height" value="0.025" units="cm"/>
    </inkml:brush>
  </inkml:definitions>
  <inkml:trace contextRef="#ctx0" brushRef="#br0">0 48 10218,'0'0'17348,"0"-38"-16492,0 33-40,0 0-816,16 37-6489,11-1 680,5-9-7042</inkml:trace>
</inkml:ink>
</file>

<file path=ppt/ink/ink3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5.367"/>
    </inkml:context>
    <inkml:brush xml:id="br0">
      <inkml:brushProperty name="width" value="0.025" units="cm"/>
      <inkml:brushProperty name="height" value="0.025" units="cm"/>
    </inkml:brush>
  </inkml:definitions>
  <inkml:trace contextRef="#ctx0" brushRef="#br0">654 0 1144,'0'0'16328,"4"0"-14457,19 0 948,-37 17-126,-276 196-694,1-1-2047,214-148-298,74-63 325,-10 9-827,20-9 54,6-1 936,34-1-113,412 13 254,-259-2 729,-200-10-971,-1 0-4,0 0 0,0-1 0,0 1 0,0 0-1,0 0 1,0 0 0,0 0 0,0 0 0,0 0 0,0 0 0,0 0-1,0 1 1,0-1 0,0 0 0,0 1 0,0-1 0,0 1-1,0-1 1,0 1 0,0-1 0,0 1 0,0-1 0,0 1 0,-1 0-1,1 0 1,1 1 0,-2-1 829,-1 12-1983,0-7 431,0-1 0,-1 1-1,1-1 1,-1 1-1,0-1 1,-1 1 0,0-1-1,0 0 1,-5 7-1,-13 5-6734</inkml:trace>
</inkml:ink>
</file>

<file path=ppt/ink/ink3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6.414"/>
    </inkml:context>
    <inkml:brush xml:id="br0">
      <inkml:brushProperty name="width" value="0.025" units="cm"/>
      <inkml:brushProperty name="height" value="0.025" units="cm"/>
    </inkml:brush>
  </inkml:definitions>
  <inkml:trace contextRef="#ctx0" brushRef="#br0">1 118 1608,'0'0'10799,"0"-11"-8814,1-39-95,-1 48-1751,0 0 0,0 0 0,0-1 0,1 1 0,-1 0 0,1 0 0,-1 0 0,1-1 0,0 1 0,0 0 0,0 0 0,0 0 0,0 0 0,0 0 0,1 1 1,-1-1-1,1 0 0,-1 0 0,1 1 0,0-1 0,-1 1 0,1 0 0,0-1 0,0 1 0,0 0 0,2-1 0,3 0 311,-1 1 1,0-1 0,1 1-1,-1 1 1,1-1 0,10 1-1,-10 0-3,-5 1-404,-1-1-1,1 0 1,0 1-1,-1-1 1,1 1-1,0-1 1,-1 1-1,1 0 1,-1 0-1,1 0 1,-1-1-1,1 2 1,-1-1-1,0 0 1,1 0-1,-1 0 1,0 0-1,0 1 1,0-1-1,0 1 1,1 2-1,16 36 159,-15-32-134,-3-7-62,20 52 187,-2 1 0,18 87 0,-35-82-190,-1-57 323,1-3-322,0 0 0,0-1 0,0 1 0,0 0 0,0 0 0,0 0 0,-1-1 0,1 1 0,0 0 1,-1-1-1,1 1 0,-1 0 0,0-1 0,1 1 0,-1-1 0,0 1 0,0-3 0,2-4-11,6-17-46,1 0 1,1 1 0,1 1-1,2-1 1,0 2 0,1 0-1,1 1 1,1 0 0,1 1-1,32-28 1,-42 42 39,1 1-1,0 0 1,1 0-1,-1 1 1,1 0-1,0 1 1,0-1-1,0 2 1,0-1-1,0 2 1,1-1-1,-1 1 1,1 0-1,-1 1 1,13 1-1,-19-1 20,1 1 1,-1 0-1,0 0 0,1 0 0,-1 0 0,0 0 1,0 0-1,0 1 0,0 0 0,0 0 1,0 0-1,0 0 0,0 0 0,-1 0 1,1 1-1,-1-1 0,0 1 0,0 0 1,0-1-1,0 1 0,0 0 0,0 0 1,-1 0-1,3 7 0,1 4 171,0 0 0,-1 0 0,0 1 0,2 20 0,-2-7 278,1 6-1881,2 45-1,-7-36-1720,0 0-1983</inkml:trace>
</inkml:ink>
</file>

<file path=ppt/ink/ink3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6.754"/>
    </inkml:context>
    <inkml:brush xml:id="br0">
      <inkml:brushProperty name="width" value="0.025" units="cm"/>
      <inkml:brushProperty name="height" value="0.025" units="cm"/>
    </inkml:brush>
  </inkml:definitions>
  <inkml:trace contextRef="#ctx0" brushRef="#br0">0 18 1072,'0'0'19254,"17"0"-18022,6 0-927,10 1 100,-1-1 0,0-2-1,49-8 1,-72 8-446,0 0-1,0 1 1,1 0-1,12 1 0,-21 0-869,-3 7-6362,-4 0 4317,3-5 744,-7 8-6390</inkml:trace>
</inkml:ink>
</file>

<file path=ppt/ink/ink3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7.178"/>
    </inkml:context>
    <inkml:brush xml:id="br0">
      <inkml:brushProperty name="width" value="0.025" units="cm"/>
      <inkml:brushProperty name="height" value="0.025" units="cm"/>
    </inkml:brush>
  </inkml:definitions>
  <inkml:trace contextRef="#ctx0" brushRef="#br0">27 46 1464,'0'0'5975,"0"-3"-5548,1-4-835,-1-14 3972,0 20-3355,0 1 1,0-1-1,0 1 0,0-1 0,0 1 1,0-1-1,-1 1 0,1-1 1,0 1-1,0-1 0,0 1 1,-1-1-1,1 1 0,0 0 1,-1-1-1,1 1 0,0-1 1,-1 1-1,1 0 0,0-1 0,-1 1 1,1 0-1,-1 0 0,1-1 1,-1 1-1,1 0 0,-1 0 1,1 0-1,-1-1 0,1 1 1,-1 0-1,1 0 0,-1 0 1,-9-2 2290,5 1 2068,4 15-3133,1 56-720,21 137-1,-14-155-742,1 60 0,-7-43-5294,-1-65 379</inkml:trace>
</inkml:ink>
</file>

<file path=ppt/ink/ink3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7.517"/>
    </inkml:context>
    <inkml:brush xml:id="br0">
      <inkml:brushProperty name="width" value="0.025" units="cm"/>
      <inkml:brushProperty name="height" value="0.025" units="cm"/>
    </inkml:brush>
  </inkml:definitions>
  <inkml:trace contextRef="#ctx0" brushRef="#br0">49 37 464,'0'0'27718,"0"-32"-27222,0 28-152,-6 30-4969,-15 17-176,-1-11-1632</inkml:trace>
</inkml:ink>
</file>

<file path=ppt/ink/ink3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7.849"/>
    </inkml:context>
    <inkml:brush xml:id="br0">
      <inkml:brushProperty name="width" value="0.025" units="cm"/>
      <inkml:brushProperty name="height" value="0.025" units="cm"/>
    </inkml:brush>
  </inkml:definitions>
  <inkml:trace contextRef="#ctx0" brushRef="#br0">374 0 2345,'0'0'24397,"-64"12"-23245,48 20-432,0 6-408,-5 3-192,-17 19-120,-4 5-72,-28 41-1392,11-15-2865,11-21-5633</inkml:trace>
</inkml:ink>
</file>

<file path=ppt/ink/ink3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8.599"/>
    </inkml:context>
    <inkml:brush xml:id="br0">
      <inkml:brushProperty name="width" value="0.025" units="cm"/>
      <inkml:brushProperty name="height" value="0.025" units="cm"/>
    </inkml:brush>
  </inkml:definitions>
  <inkml:trace contextRef="#ctx0" brushRef="#br0">359 31 616,'0'0'15918,"0"-31"-8045,2 53-7826,0-1 1,1 1 0,2-1 0,13 40-1,4 21-40,-12-22-135,-3 0 0,-1 96 0,-6-152 118,0 0 0,0 0 0,0 0-1,-1 1 1,1-1 0,-1 0 0,0 0 0,0 0 0,-1 0 0,1 0 0,-1 0 0,0 0 0,0-1 0,0 1 0,-1 0-1,1-1 1,-4 4 0,1-3 33,0 0 0,-1-1 1,1 1-1,-1-1 0,0 0 0,0 0 0,0-1 0,0 0 0,-13 3 0,-11 0 47,-1-1 0,0-1 0,1-2 1,-46-4-1,2 1 210,69 2-347,4 0-427,0 1-1268,-3-1 958,0-7-3884,-30-57-7313,18 31 9310</inkml:trace>
</inkml:ink>
</file>

<file path=ppt/ink/ink3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8.962"/>
    </inkml:context>
    <inkml:brush xml:id="br0">
      <inkml:brushProperty name="width" value="0.025" units="cm"/>
      <inkml:brushProperty name="height" value="0.025" units="cm"/>
    </inkml:brush>
  </inkml:definitions>
  <inkml:trace contextRef="#ctx0" brushRef="#br0">6 27 1488,'0'0'22113,"0"-4"-20251,0 2-1410,0 1-339,1 0-1,-1 0 1,0 0-1,0 0 1,0 0 0,0 0-1,0 0 1,-1 0-1,1 0 1,0 0-1,0 0 1,-1 0-1,1 0 1,0 0-1,-1 0 1,1 1-1,-1-1 1,1 0-1,-2-2 1664,9 25-1755,1-4-1830,1 0-1,1 0 0,13 16 0,-11-16-1869,10 11-5411</inkml:trace>
</inkml:ink>
</file>

<file path=ppt/ink/ink3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9.372"/>
    </inkml:context>
    <inkml:brush xml:id="br0">
      <inkml:brushProperty name="width" value="0.025" units="cm"/>
      <inkml:brushProperty name="height" value="0.025" units="cm"/>
    </inkml:brush>
  </inkml:definitions>
  <inkml:trace contextRef="#ctx0" brushRef="#br0">11 11 2369,'0'0'15847,"0"-8"-13063,0 6-1920,0 6 4462,2 21-4983,1-1 0,10 42-1,-6-34-324,5 51 0,-11 69-1996,-1-85-1753,0-62 3026,0 0 1,0 1 0,-1-1-1,1 0 1,-1 0-1,0 0 1,-1 0-1,1 0 1,-1 0-1,0 0 1,0 0 0,0-1-1,-7 10 1,-17 10-9242</inkml:trace>
</inkml:ink>
</file>

<file path=ppt/ink/ink3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19.709"/>
    </inkml:context>
    <inkml:brush xml:id="br0">
      <inkml:brushProperty name="width" value="0.025" units="cm"/>
      <inkml:brushProperty name="height" value="0.025" units="cm"/>
    </inkml:brush>
  </inkml:definitions>
  <inkml:trace contextRef="#ctx0" brushRef="#br0">0 85 360,'0'0'20316,"37"-36"-19843,1 36-193,-1 0-280,1 0-40,-6 0-1089,5-7-1695,-5-3-3402,-5-7-3344,-11 3 8322</inkml:trace>
</inkml:ink>
</file>

<file path=ppt/ink/ink3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20.039"/>
    </inkml:context>
    <inkml:brush xml:id="br0">
      <inkml:brushProperty name="width" value="0.025" units="cm"/>
      <inkml:brushProperty name="height" value="0.025" units="cm"/>
    </inkml:brush>
  </inkml:definitions>
  <inkml:trace contextRef="#ctx0" brushRef="#br0">0 1 2761,'0'0'20317,"0"21"-18680,2 70-576,-1-76-882,1 1 0,1-1 1,0 0-1,11 30 0,0-1-161,2 41-1972,-13-57-2472,-2 1-5140,-1-22 614</inkml:trace>
</inkml:ink>
</file>

<file path=ppt/ink/ink3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20.372"/>
    </inkml:context>
    <inkml:brush xml:id="br0">
      <inkml:brushProperty name="width" value="0.025" units="cm"/>
      <inkml:brushProperty name="height" value="0.025" units="cm"/>
    </inkml:brush>
  </inkml:definitions>
  <inkml:trace contextRef="#ctx0" brushRef="#br0">1 41 1632,'0'0'23277,"59"-41"-22461,-22 41-295,1 0-329,4 0-144,1 0-48,5 0-200,6 0-665,15 0-1111,-10 19-2873,-5-11-2497</inkml:trace>
</inkml:ink>
</file>

<file path=ppt/ink/ink3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0:20.763"/>
    </inkml:context>
    <inkml:brush xml:id="br0">
      <inkml:brushProperty name="width" value="0.025" units="cm"/>
      <inkml:brushProperty name="height" value="0.025" units="cm"/>
    </inkml:brush>
  </inkml:definitions>
  <inkml:trace contextRef="#ctx0" brushRef="#br0">22 66 1816,'0'0'14786,"-4"-8"-13143,-7-24-483,4 7 3787,12 25-4491,2 0-340,1 1 1,-1 0-1,1 0 1,-1 1-1,0 0 1,0 0-1,0 0 0,0 1 1,0 0-1,10 7 1,5 4 157,35 32 0,-30-23-140,45 36 142,-3 4 0,-2 2 0,100 130 0,-153-178-272,-2 2 1,0-1-1,-1 1 0,-1 1 0,-1 0 0,-1 0 1,0 1-1,-2 0 0,0 0 0,-2 1 0,0-1 0,-1 1 1,-2 0-1,-1 43 0,-1-55 47,-1 1 1,1-1-1,-2 0 0,0 1 1,0-1-1,-1 0 0,0 0 0,-1-1 1,0 0-1,0 1 0,-8 8 1,-7 7 204,-2 0 0,-31 26 0,49-47-226,-182 150 1058,-16 17-120,200-168-987,-1 0 0,0 0 1,1 0-1,-1 1 0,1-1 0,0 1 0,0 0 0,1-1 1,-1 1-1,1 0 0,-2 5 0,0 38-5404,3-39 3752,0 10-5797</inkml:trace>
</inkml:ink>
</file>

<file path=ppt/ink/ink3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2.117"/>
    </inkml:context>
    <inkml:brush xml:id="br0">
      <inkml:brushProperty name="width" value="0.025" units="cm"/>
      <inkml:brushProperty name="height" value="0.025" units="cm"/>
    </inkml:brush>
  </inkml:definitions>
  <inkml:trace contextRef="#ctx0" brushRef="#br0">829 186 1792,'0'0'8361,"-22"15"-6830,-138 89 2186,94-60-1807,2 3 0,3 2 0,-96 100 0,126-113-1482,1 2 1,2 1-1,2 1 1,1 1-1,-18 44 1,18-28-141,3 1 1,2 1-1,-16 84 1,30-106-223,2 0 0,1 67 0,3-98-66,0-2 0,1-1 0,-1 1 0,0-1 0,1 1-1,0-1 1,0 1 0,0-1 0,0 1 0,1-1-1,-1 0 1,1 0 0,0 0 0,0 0-1,0 0 1,0 0 0,4 4 0,-1-3 0,0 1-1,0-1 1,1-1 0,0 1-1,0-1 1,0 0 0,0 0-1,8 3 1,8 0 8,0-1 0,0-1 0,1 0 0,30 0 0,129-3-23,-159-3 8,-1-1 0,0 0 1,0-2-1,-1 0 1,1-2-1,21-9 0,15-12-197,-1-1-1,-1-4 0,-2-2 0,96-81 0,-114 83-40,-1-2 0,-2-1 0,-2-1 0,-1-2 0,-2-1 0,-1-1 0,22-49 0,-37 62 155,-1-1 0,-1 0 0,-1-1 0,-2 0 0,6-50 0,-8 26 82,-3 0 1,-6-70-1,2 104 18,-1 1 1,-1-1-1,-1 0 1,0 1-1,-1 0 1,-1 0-1,-1 1 1,-1 0-1,0 0 1,-2 1-1,-13-18 0,14 22 16,-1 0 0,-1 0 0,0 1 0,0 1-1,-1 0 1,-1 1 0,0 0 0,0 1 0,-1 0 0,0 1-1,0 1 1,-1 1 0,-21-7 0,6 8 27,-1 0 1,1 2 0,-1 2-1,-39 2 1,47 0-29,1 2 1,0 1-1,0 1 1,1 0-1,-1 2 0,1 1 1,0 0-1,1 2 1,0 0-1,-25 18 1,18-10-1,1 2 1,1 1 0,1 1 0,1 2-1,0 0 1,-31 43 0,51-61-59,-1 0 0,1-1 0,0 2 0,1-1 0,0 0 0,0 1 0,0-1 0,1 1 0,-1 0 0,2 0 0,-1 0 0,1 0 0,0 0 0,0 11 0,1-17-105,0 1 0,0-1 0,0 1 0,1 0 0,-1-1 0,0 1 0,1-1 0,-1 1-1,1-1 1,-1 1 0,1-1 0,0 0 0,0 1 0,-1-1 0,1 0 0,0 1 0,0-1 0,0 0 0,1 0 0,-1 0 0,0 0-1,0 0 1,0 0 0,1 0 0,-1 0 0,2 0 0,4 2-1138,0-1 1,0 0-1,-1-1 1,15 2-1,-14-2 320,50 5-10395</inkml:trace>
</inkml:ink>
</file>

<file path=ppt/ink/ink3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2.565"/>
    </inkml:context>
    <inkml:brush xml:id="br0">
      <inkml:brushProperty name="width" value="0.025" units="cm"/>
      <inkml:brushProperty name="height" value="0.025" units="cm"/>
    </inkml:brush>
  </inkml:definitions>
  <inkml:trace contextRef="#ctx0" brushRef="#br0">830 0 2481,'0'0'19432,"-35"5"-17919,-114 19-252,138-21-1098,-1-1 0,1 2 0,0-1 0,0 2 1,0-1-1,1 2 0,0-1 0,-1 1 0,2 1 1,-14 11-1,5-4 57,-19 16 51,2 2 1,1 1-1,1 2 1,2 1-1,2 1 1,-45 75-1,34-39-196,3 1 0,3 2-1,-24 82 1,44-111-86,2 0 1,2 1 0,2 0-1,2 1 1,1 69-1,5-105-57,0 1-1,1-1 1,0 1-1,1-1 1,0 0-1,1 0 1,7 20-1,-7-28-42,0 0 0,0 1 0,1-1 0,-1 0 0,1 0 0,0-1 0,0 1 0,1-1 0,0 0 1,-1 0-1,1-1 0,0 1 0,1-1 0,-1 0 0,1 0 0,-1-1 0,1 0 0,0 0 0,8 2 0,32 4-2128,0-2 1,1-3-1,63-2 1,-100-1 1555,109 0-9014</inkml:trace>
</inkml:ink>
</file>

<file path=ppt/ink/ink3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3.195"/>
    </inkml:context>
    <inkml:brush xml:id="br0">
      <inkml:brushProperty name="width" value="0.025" units="cm"/>
      <inkml:brushProperty name="height" value="0.025" units="cm"/>
    </inkml:brush>
  </inkml:definitions>
  <inkml:trace contextRef="#ctx0" brushRef="#br0">1 190 1640,'0'0'18182,"2"-5"-16477,-2 3-1609,1 0 0,-1 1 0,1-1-1,0 1 1,-1-1 0,1 1 0,0-1 0,0 1 0,0-1-1,1 1 1,-1 0 0,0 0 0,0 0 0,1 0-1,-1-1 1,2 0 0,1 1 34,-1 0 1,0 0-1,1 0 0,-1 0 1,1 1-1,-1-1 1,1 1-1,7 0 0,73 0 748,-82 0-860,0 0 0,0 0 0,0 1 0,0-1 0,0 1 0,0-1 0,0 1 0,0 0 0,-1 0 0,1 0 0,0 0 0,-1 0 0,1 0 0,0 0 1,-1 0-1,1 1 0,-1-1 0,2 2 0,0 2 11,1-1-1,-1 1 1,-1 0 0,1 0 0,-1 0 0,3 7 0,0 3 44,-1 0 0,-1 1 0,3 28 0,-5 73 201,-1-115-206,0-17-34,0 8-29,-1-2-101,1 0 0,0-1 1,1 1-1,0-1 0,1 1 0,0 0 0,0 0 0,1 0 1,7-17-1,12-12-274,3 1 0,1 2 0,1 0-1,2 2 1,35-31 0,-57 58 337,0 0-1,0 1 0,0 0 0,1 0 1,13-6-1,-17 9 35,0 1 0,-1 0 0,1-1 0,0 1-1,0 0 1,0 1 0,0-1 0,0 1 0,0 0 0,0 0 0,0 0 0,0 0 0,0 1-1,0-1 1,4 2 0,-6-1 18,-1 0 0,1 1-1,0-1 1,-1 0 0,1 0-1,-1 1 1,1-1 0,-1 1-1,1 0 1,-1-1 0,0 1-1,0 0 1,0 0 0,0 0-1,0-1 1,-1 1 0,1 0 0,0 0-1,0 4 1,5 44 421,-6-46-379,1 177 2354,-2-173-2250,0 0-1,0-1 1,-1 1 0,1-1-1,-2 1 1,-4 11-1,4-12-212,0 0 1,1 0-1,-1 1 0,2-1 0,-1 1 1,0 12-1,9-20-9017,7 0-4003</inkml:trace>
</inkml:ink>
</file>

<file path=ppt/ink/ink3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3.991"/>
    </inkml:context>
    <inkml:brush xml:id="br0">
      <inkml:brushProperty name="width" value="0.025" units="cm"/>
      <inkml:brushProperty name="height" value="0.025" units="cm"/>
    </inkml:brush>
  </inkml:definitions>
  <inkml:trace contextRef="#ctx0" brushRef="#br0">52 48 2777,'0'0'8908,"-8"5"-7187,-1-2-1254,6-2-270,0 0-1,0 0 1,0 1 0,0-1 0,0 1 0,1-1-1,-1 1 1,1 0 0,-5 4 3970,7-7-4085,0 1 1,-1-1-1,1 1 1,0-1-1,-1 1 1,1-1-1,0 1 1,0-1-1,0 0 1,-1 1-1,1-1 1,0 1-1,0-1 1,0 0-1,0 1 1,0-1-1,0 0 1,0 1 0,0-1-1,0 1 1,1-1-1,-1 0 1,0 1-1,0-1 1,0 1-1,1-1 1,-1 1-1,0-1 1,1 1-1,-1-1 1,0 1-1,1-1 1,-1 1-1,1-1 1,-1 1-1,1 0 1,-1-1-1,1 1 1,-1 0-1,1-1 1,-1 1-1,1 0 1,-1-1-1,1 1 1,0 0-1,-1 0 1,1 0-1,0 0 1,29-11 179,13-1-164,0 3 0,1 1 0,0 2 0,62 0 1,-105 27-57,-1-16-30,-1 0 1,0 0-1,0 0 0,0-1 0,-1 1 0,0 0 0,0-1 0,0 1 0,0-1 0,-1 1 1,0-1-1,-5 6 0,-48 50 55,33-38-48,-34 33 11,57-55-29,-1 1-1,0-1 0,1 1 1,-1 0-1,1-1 0,-1 1 0,1 0 1,-1-1-1,1 1 0,-1 0 1,1 0-1,0-1 0,-1 1 0,1 0 1,0 0-1,0 0 0,-1 0 1,1 0-1,0-1 0,0 1 0,0 0 1,0 0-1,0 0 0,0 0 1,1 0-1,-1 0 0,0 9 14,1-9-1,-1-1-1,1 1 1,-1-1-1,1 1 0,-1-1 1,1 0-1,-1 1 1,1-1-1,0 0 0,-1 1 1,1-1-1,-1 0 1,1 0-1,0 0 1,-1 0-1,1 1 0,0-1 1,-1 0-1,1 0 1,0 0-1,0 0 0,0-1 1,26 1 207,-19 0-115,321 0 666,-328 0-775,-6 12-9988,4-2 2015</inkml:trace>
</inkml:ink>
</file>

<file path=ppt/ink/ink3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4.880"/>
    </inkml:context>
    <inkml:brush xml:id="br0">
      <inkml:brushProperty name="width" value="0.025" units="cm"/>
      <inkml:brushProperty name="height" value="0.025" units="cm"/>
    </inkml:brush>
  </inkml:definitions>
  <inkml:trace contextRef="#ctx0" brushRef="#br0">241 27 1096,'0'0'2185,"-4"-5"605,3 3-2339,-1 1 1,0-1 0,1 0-1,-1 1 1,0 0-1,0-1 1,0 1 0,0 0-1,0 0 1,0 0-1,0 0 1,-1 0 0,1 0-1,-4 0 1,-42-2 9652,48 3-10063,-1 0 1213,1 3-1152,0-1 0,0 1 0,0 0 1,0-1-1,0 1 0,0 0 0,1-1 1,-1 1-1,1-1 0,0 1 0,0-1 0,0 1 1,1 2-1,4 1-19,-1 0 0,1 0 0,0-1 0,0 0 0,0 0 0,1 0 0,0-1 0,14 8 0,15 9 22,-10-4-83,-1 1-1,-1 1 1,0 1 0,-2 1-1,-1 1 1,0 1 0,34 50-1,-28-26 193,-2 2 0,-3 0 1,32 99-1,-50-129-82,0 0 1,-2 0 0,0 1-1,-1-1 1,-2 21 0,1-8 7,-1-25-107,0 0 1,0 0-1,-1 0 1,1-1 0,-2 1-1,1 0 1,-1-1-1,0 1 1,0-1-1,0 0 1,-1 0 0,0 0-1,-1-1 1,1 1-1,-7 6 1,-11 9 113,-1-1 0,-31 20 0,44-32-110,-252 190 829,234-176-709,1 2-1,1 1 1,0 1-1,2 1 1,-22 34-1,20-27 447,25-33 77,22-1-466,-15 3-4183,-6 16-123,0 12-2037</inkml:trace>
</inkml:ink>
</file>

<file path=ppt/ink/ink3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8.098"/>
    </inkml:context>
    <inkml:brush xml:id="br0">
      <inkml:brushProperty name="width" value="0.025" units="cm"/>
      <inkml:brushProperty name="height" value="0.025" units="cm"/>
    </inkml:brush>
  </inkml:definitions>
  <inkml:trace contextRef="#ctx0" brushRef="#br0">171 80 2825,'0'0'15238,"1"-12"-13794,1-6-895,0-11-104,-1 8 3079,-24 316-2887,14-223-614,7-51-31,-2 24-43,-2-1 1,-15 56-1,19-95-239,-1 0-1,1 0 1,-1 0-1,0 0 1,0-1 0,0 1-1,0-1 1,-1 0-1,-6 7 1,-40 27-6577,24-27 523</inkml:trace>
</inkml:ink>
</file>

<file path=ppt/ink/ink3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8.516"/>
    </inkml:context>
    <inkml:brush xml:id="br0">
      <inkml:brushProperty name="width" value="0.025" units="cm"/>
      <inkml:brushProperty name="height" value="0.025" units="cm"/>
    </inkml:brush>
  </inkml:definitions>
  <inkml:trace contextRef="#ctx0" brushRef="#br0">26 183 2457,'0'0'14521,"-7"13"-13480,3-5-807,2-4-133,0 0 1,0 1 0,0-1-1,0 1 1,0 0 0,-1 6 0,3-10-63,0 0 1,0 0 0,0 0-1,0 0 1,0 0 0,1 0-1,-1 0 1,0-1 0,0 1-1,1 0 1,-1 0 0,0 0-1,1 0 1,-1 0 0,1 0-1,-1 0 1,1-1 0,-1 1 0,1 0-1,0 0 1,-1-1 0,1 1-1,0-1 1,0 1 0,0 0-1,-1-1 1,1 1 0,0-1-1,0 0 1,0 1 0,0-1-1,0 0 1,0 1 0,0-1-1,0 0 1,0 0 0,0 0-1,0 0 1,0 0 0,0 0-1,1 0 1,39 2 618,-1-2 1,0-1-1,0-2 1,0-2-1,77-20 0,-62 9-503,391-106 492,7 34-509,-358 83 46,-9 1 10,-86 11-1433,0 56-3366,0-36-319</inkml:trace>
</inkml:ink>
</file>

<file path=ppt/ink/ink3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8.862"/>
    </inkml:context>
    <inkml:brush xml:id="br0">
      <inkml:brushProperty name="width" value="0.025" units="cm"/>
      <inkml:brushProperty name="height" value="0.025" units="cm"/>
    </inkml:brush>
  </inkml:definitions>
  <inkml:trace contextRef="#ctx0" brushRef="#br0">380 52 1744,'0'0'17655,"-7"-9"-16182,5 4-1265,-21-23 445,22 27-619,0 0-1,0 0 0,-1 0 0,1 1 0,-1-1 0,1 0 1,-1 0-1,1 1 0,-1-1 0,1 1 0,-1 0 0,1-1 0,-1 1 1,1 0-1,-1 0 0,0 0 0,1 0 0,-1 0 0,1 0 1,-1 0-1,0 1 0,1-1 0,-1 1 0,1-1 0,-2 2 0,-15 7 190,1 1 0,0 1 0,1 0 0,-26 24 0,16-10 181,-43 51 1,58-60-311,0 0 1,0 0 0,2 1 0,0 1 0,1 0-1,0 0 1,2 0 0,-8 34 0,7-8-57,2 0 0,1 77-1,4 34-621,0-150 368,0 0 0,1-1 0,-1 1 0,1-1 0,0 1-1,1-1 1,-1 1 0,1-1 0,-1 0 0,1 1 0,1-1 0,-1 0-1,3 4 1,-1-4-695,0 0 1,0 1-1,0-1 0,0-1 0,9 7 0,13 2-5897</inkml:trace>
</inkml:ink>
</file>

<file path=ppt/ink/ink3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9.334"/>
    </inkml:context>
    <inkml:brush xml:id="br0">
      <inkml:brushProperty name="width" value="0.025" units="cm"/>
      <inkml:brushProperty name="height" value="0.025" units="cm"/>
    </inkml:brush>
  </inkml:definitions>
  <inkml:trace contextRef="#ctx0" brushRef="#br0">0 2 2841,'0'0'20260,"23"3"-19532,70 12-280,-88-13-422,-1-1 0,0 1 0,0 0-1,0 0 1,0 0 0,0 0 0,-1 1 0,1 0 0,0-1-1,-1 1 1,0 1 0,0-1 0,0 0 0,0 1 0,-1-1-1,1 1 1,-1 0 0,0 0 0,0 0 0,0 0 0,0 0-1,-1 1 1,0-1 0,0 0 0,1 9 0,-1-9-18,2 10 29,-1 1 0,-1 0 0,-1 28 0,0-26 21,0-15-52,0-4-224,0 1 169,1-1-1,-1 1 1,0-1 0,1 1 0,-1-1 0,1 1-1,-1-1 1,1 1 0,-1 0 0,1-1 0,0 1-1,1-2 1,-1 2-13,20-33-530,31-38 0,-44 62 563,0 0 0,1 1 1,1 0-1,-1 1 0,1-1 0,0 2 0,1 0 0,13-7 0,-18 12 51,-1 0 0,1 1 1,0 0-1,0 0 0,0 0 0,0 1 1,0 0-1,10 0 0,1 1 338,-16-1-334,1 0 1,-1 1-1,0-1 1,0 0-1,0 1 0,0-1 1,0 0-1,0 1 1,0-1-1,0 1 1,0 0-1,-1-1 0,1 1 1,0 0-1,0 0 1,0-1-1,-1 1 1,1 0-1,0 0 0,-1 0 1,1 0-1,-1 0 1,1 0-1,-1 0 0,1 0 1,-1 0-1,0 0 1,0 0-1,1 2 1,4 38 321,-4-29-233,0 3-217,6 39 596,-6-50-816,0 0 0,0-1 0,0 1-1,1-1 1,0 0 0,0 1 0,4 5-1,38 35-7792,-22-26 756</inkml:trace>
</inkml:ink>
</file>

<file path=ppt/ink/ink3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39.680"/>
    </inkml:context>
    <inkml:brush xml:id="br0">
      <inkml:brushProperty name="width" value="0.025" units="cm"/>
      <inkml:brushProperty name="height" value="0.025" units="cm"/>
    </inkml:brush>
  </inkml:definitions>
  <inkml:trace contextRef="#ctx0" brushRef="#br0">0 0 3297,'0'0'16667,"33"33"-15492,102 112-352,-121-129-578,0 1 0,-2 0 1,0 1-1,-1 0 0,0 1 0,14 40 0,-15-36 13,3 11-43,-2 2-1,-1-1 1,-1 1 0,-3 1-1,0 0 1,-3-1 0,-1 47-1,-1-54-152,0-16-36,-1 0 1,0-1 0,0 1 0,-2 0 0,1-1 0,-2 1-1,1-1 1,-2 1 0,-8 20 0,4-19-4,-2 0 1,-12 15-1,13-19-345,2 0 0,-1 1 1,1-1-1,-9 21 0,15-30 129,1 0 0,0 0 0,-1 0 1,1 0-1,0 0 0,0 0 0,0 0 0,-1 0 0,1 0 1,0 1-1,1-1 0,-1 0 0,0 0 0,0 0 0,0 0 1,1 0-1,-1 0 0,0 0 0,1 0 0,-1 0 0,1 0 1,-1 0-1,1 0 0,0 0 0,-1-1 0,1 1 0,0 0 1,0 0-1,-1 0 0,1-1 0,0 1 0,0-1 0,0 1 1,0 0-1,0-1 0,0 0 0,0 1 0,0-1 0,0 1 1,0-1-1,1 0 0,46 3-9527</inkml:trace>
</inkml:ink>
</file>

<file path=ppt/ink/ink3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0.027"/>
    </inkml:context>
    <inkml:brush xml:id="br0">
      <inkml:brushProperty name="width" value="0.025" units="cm"/>
      <inkml:brushProperty name="height" value="0.025" units="cm"/>
    </inkml:brush>
  </inkml:definitions>
  <inkml:trace contextRef="#ctx0" brushRef="#br0">13 24 3169,'0'0'16763,"-12"3"-12192,83-2-3179,-35 2-1213,-1-3 0,1-1 0,-1-1 0,52-11 0,-81 11-367,45-9 407,-16 9-4010,-35 5-453,-3 11 1060,-10 10-2152</inkml:trace>
</inkml:ink>
</file>

<file path=ppt/ink/ink3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0.344"/>
    </inkml:context>
    <inkml:brush xml:id="br0">
      <inkml:brushProperty name="width" value="0.025" units="cm"/>
      <inkml:brushProperty name="height" value="0.025" units="cm"/>
    </inkml:brush>
  </inkml:definitions>
  <inkml:trace contextRef="#ctx0" brushRef="#br0">81 0 3313,'-80'287'13595,"85"-287"-10683,38 0-303,10 0-937,12 0-200,-7-17-335,1 0-513,-5 2-344,-11-1-176,-17 11-104,-4-2-168,-1 7-872,-5 0-1561,-5 21-3952</inkml:trace>
</inkml:ink>
</file>

<file path=ppt/ink/ink3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5.960"/>
    </inkml:context>
    <inkml:brush xml:id="br0">
      <inkml:brushProperty name="width" value="0.025" units="cm"/>
      <inkml:brushProperty name="height" value="0.025" units="cm"/>
    </inkml:brush>
  </inkml:definitions>
  <inkml:trace contextRef="#ctx0" brushRef="#br0">0 97 1856,'0'0'12879,"3"-2"-10732,-1 1-1416,6-5-18,-5-1 3302,5 6-2670,82-12-374,39-7-734,-112 16-253,0-1 1,-1 0-1,0-1 0,0 0 1,20-12-1,-33 16-248,-13 7-3206,-18 22 464,-4 6-2067</inkml:trace>
</inkml:ink>
</file>

<file path=ppt/ink/ink3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6.290"/>
    </inkml:context>
    <inkml:brush xml:id="br0">
      <inkml:brushProperty name="width" value="0.025" units="cm"/>
      <inkml:brushProperty name="height" value="0.025" units="cm"/>
    </inkml:brush>
  </inkml:definitions>
  <inkml:trace contextRef="#ctx0" brushRef="#br0">75 0 2593</inkml:trace>
  <inkml:trace contextRef="#ctx0" brushRef="#br0" timeOffset="1">75 0 2593,'-62'230'1387,"49"-180"4019,15-45 1250,0-6-2994,65 3-317,-23-1-2066,71-6 0,-53-8-893,-48 8-372,0 2 0,0 0-1,0 1 1,17-1 0,-4 3-899,-16 0-5329</inkml:trace>
</inkml:ink>
</file>

<file path=ppt/ink/ink3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4.223"/>
    </inkml:context>
    <inkml:brush xml:id="br0">
      <inkml:brushProperty name="width" value="0.025" units="cm"/>
      <inkml:brushProperty name="height" value="0.025" units="cm"/>
    </inkml:brush>
  </inkml:definitions>
  <inkml:trace contextRef="#ctx0" brushRef="#br0">0 87 2881,'0'0'14828,"23"-6"-13501,76-21-32,-76 21-553,0 1 0,0 1 1,1 1-1,32 0 0,-5 1 217,-14 0-1120,-1-3 0,1-1 0,36-10 0,-70 15-1579,-3 18-11659</inkml:trace>
</inkml:ink>
</file>

<file path=ppt/ink/ink3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1.139"/>
    </inkml:context>
    <inkml:brush xml:id="br0">
      <inkml:brushProperty name="width" value="0.025" units="cm"/>
      <inkml:brushProperty name="height" value="0.025" units="cm"/>
    </inkml:brush>
  </inkml:definitions>
  <inkml:trace contextRef="#ctx0" brushRef="#br0">659 12 2697,'0'0'17247,"-10"-2"-15746,5 0-1361,-1 0-6,-1 1 0,0-1 0,0 1-1,0 0 1,0 1 0,0 0 0,0 0-1,0 0 1,1 1 0,-1 0 0,-13 4-1,3 2 65,0 0-1,1 2 0,0 0 0,1 1 1,-25 21-1,-66 70 661,72-65-767,2 2 1,2 0-1,1 3 1,2 0-1,2 1 1,2 2-1,2 0 1,1 2-1,3 0 0,2 1 1,2 1-1,2 0 1,2 0-1,2 1 1,-1 75-1,8-113-109,0-1 1,1 1-1,0-1 1,1 1-1,0-1 1,0 0-1,6 14 1,-5-19-12,-1 1 0,1-1 0,1 0 0,-1 0 0,1-1 0,-1 1 1,1-1-1,0 1 0,1-1 0,-1-1 0,1 1 0,0-1 0,0 1 0,6 2 1,-1-2-187,1 1 1,-1-2-1,1 1 1,-1-2 0,1 1-1,0-2 1,13 2-1,74-3-2847,-88-1 2650,6 1-1334,0-2 0,31-6 0,-32 3-1205,0 0 0,21-12 0,-35 17 2799</inkml:trace>
</inkml:ink>
</file>

<file path=ppt/ink/ink3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1.697"/>
    </inkml:context>
    <inkml:brush xml:id="br0">
      <inkml:brushProperty name="width" value="0.025" units="cm"/>
      <inkml:brushProperty name="height" value="0.025" units="cm"/>
    </inkml:brush>
  </inkml:definitions>
  <inkml:trace contextRef="#ctx0" brushRef="#br0">1 124 3313,'0'0'14183,"12"-6"-11791,10 0-1405,1 1 0,1 1-1,-1 1 1,1 1 0,46 2-1,-66 1-969,0 0 1,0 0-1,0 0 0,0 1 0,0-1 0,-1 1 0,1 0 1,0 0-1,-1 0 0,1 1 0,-1-1 0,0 1 0,0 0 1,0 0-1,0 0 0,0 0 0,-1 0 0,1 1 0,-1-1 1,0 1-1,0-1 0,-1 1 0,1 0 0,-1 0 0,2 6 1,4 13 26,-1 0 0,-1 1 0,2 29 0,-4-27 0,-2-13-203,2-37-214,3 6 142,1 1 0,0 1 0,2-1-1,0 1 1,0 1 0,1-1 0,1 2 0,14-15 0,-2 4 52,1 2 0,1 1-1,41-29 1,-60 47 194,0 0 0,0 1 0,0 0 0,0 0-1,1 0 1,-1 1 0,1 0 0,0 0 0,-1 0 0,1 1-1,0 0 1,0 1 0,0-1 0,0 1 0,0 1 0,11 1-1,-16-1 29,-1-1-1,1 1 1,-1 0-1,1 0 1,-1 0-1,0 0 1,1 0-1,-1 0 1,0 0-1,0 1 0,1-1 1,-1 0-1,0 1 1,0-1-1,-1 0 1,1 1-1,0 0 1,1 2-1,9 35 465,-8-26-248,2 19 417,-5-27-608,0 0-1,1-1 1,-1 0-1,1 1 0,0-1 1,1 1-1,-1-1 1,1 0-1,-1 0 0,1 0 1,0 0-1,1 0 1,2 4-1,-3 11-1830,8 58-7144,-5-37-573</inkml:trace>
</inkml:ink>
</file>

<file path=ppt/ink/ink3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2.046"/>
    </inkml:context>
    <inkml:brush xml:id="br0">
      <inkml:brushProperty name="width" value="0.025" units="cm"/>
      <inkml:brushProperty name="height" value="0.025" units="cm"/>
    </inkml:brush>
  </inkml:definitions>
  <inkml:trace contextRef="#ctx0" brushRef="#br0">0 13 3129,'0'0'12673,"7"-8"-10214,-1 7-1998,0 0-1,0 0 1,1 0-1,-1 1 1,0 0-1,0 0 1,7 2-1,11-1 364,65-2 164,20 0-988,-36 3-10054</inkml:trace>
</inkml:ink>
</file>

<file path=ppt/ink/ink3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2.376"/>
    </inkml:context>
    <inkml:brush xml:id="br0">
      <inkml:brushProperty name="width" value="0.025" units="cm"/>
      <inkml:brushProperty name="height" value="0.025" units="cm"/>
    </inkml:brush>
  </inkml:definitions>
  <inkml:trace contextRef="#ctx0" brushRef="#br0">1 1 4113,'0'0'19225,"0"17"-17819,0 146 797,0-38-2323,0-46-3165,1-47-1132,8-6-2489</inkml:trace>
</inkml:ink>
</file>

<file path=ppt/ink/ink3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2.766"/>
    </inkml:context>
    <inkml:brush xml:id="br0">
      <inkml:brushProperty name="width" value="0.025" units="cm"/>
      <inkml:brushProperty name="height" value="0.025" units="cm"/>
    </inkml:brush>
  </inkml:definitions>
  <inkml:trace contextRef="#ctx0" brushRef="#br0">4 80 1216,'0'0'15476,"-1"-13"-13635,0 4-1571,1 6-188,-1-1 0,1 1 0,0-1 0,0 1 0,0-1 0,0 1 0,1-1 0,0-4 0,0 7-48,0 0 0,-1-1 0,1 1 0,0 0 0,0 0 0,-1 0 0,1 0 0,0 0 0,0 0 0,1 0 0,-1 0 0,0 0 0,0 0 0,0 1 1,0-1-1,1 0 0,-1 1 0,0-1 0,1 1 0,-1-1 0,0 1 0,1 0 0,-1 0 0,1-1 0,-1 1 0,1 0 0,-1 0 0,3 1 0,18-2 333,-14 0-259,1 1 0,-1 0 0,0 0 1,1 1-1,-1 0 0,0 0 0,0 1 0,13 4 1,-10 0-12,0 1 0,-1 0 0,0 0 0,-1 1 0,1 0 0,-1 1 0,-1 0 0,13 17 0,-2 2 99,-1 0 0,18 36 0,-16-19-39,-2 1 0,-2 0 1,-3 2-1,-1-1 0,-2 1 0,-2 1 0,-3 0 0,0 89 0,-5-126-123,0 1-1,-1 0 1,0 0 0,-1 0-1,-1 0 1,0-1 0,0 1-1,-1-1 1,-1 0 0,0 0-1,-1-1 1,0 1-1,0-1 1,-1 0 0,-1-1-1,-9 11 1,-8 5-3,-1-2 1,-1 0-1,-32 20 0,50-38-155,1 0 0,1 1 0,-1 0 0,1 0 0,1 0 0,-8 11 0,-17 31-4485,31-49 4604,-17 32-6039</inkml:trace>
</inkml:ink>
</file>

<file path=ppt/ink/ink3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3.302"/>
    </inkml:context>
    <inkml:brush xml:id="br0">
      <inkml:brushProperty name="width" value="0.025" units="cm"/>
      <inkml:brushProperty name="height" value="0.025" units="cm"/>
    </inkml:brush>
  </inkml:definitions>
  <inkml:trace contextRef="#ctx0" brushRef="#br0">600 28 1616,'0'0'18503,"-7"-4"-17280,0-2-910,5 4-235,0 1 1,0-1 0,-1 0-1,1 1 1,-1 0-1,1-1 1,-1 1 0,1 0-1,-1 0 1,0 1 0,1-1-1,-1 0 1,0 1 0,0 0-1,1 0 1,-5 0 0,-11 0 269,4-1-269,0 0-1,0 1 1,1 1 0,-1 1 0,0 0 0,1 0-1,-1 2 1,1-1 0,0 2 0,-18 8 0,9 1-14,0 0 1,2 2 0,0 1-1,0 0 1,2 1 0,0 1 0,-17 24-1,9-6-10,1 0-1,2 2 0,-24 55 0,35-63-83,1 1-1,1 1 1,3-1-1,0 2 1,2-1-1,2 1 1,0-1-1,5 61 1,-1-91-18,-1-1 0,0 1 1,1 0-1,-1-1 0,1 1 0,0-1 1,0 1-1,0-1 0,0 1 0,0-1 1,0 0-1,1 1 0,-1-1 0,1 0 1,0 0-1,0 0 0,-1 0 0,4 2 1,1 0-214,0 0 0,1-1 1,-1 0-1,14 5 0,-6-2-292,58 19-3600,-3-13-2031</inkml:trace>
</inkml:ink>
</file>

<file path=ppt/ink/ink3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3.783"/>
    </inkml:context>
    <inkml:brush xml:id="br0">
      <inkml:brushProperty name="width" value="0.025" units="cm"/>
      <inkml:brushProperty name="height" value="0.025" units="cm"/>
    </inkml:brush>
  </inkml:definitions>
  <inkml:trace contextRef="#ctx0" brushRef="#br0">1 29 1688,'0'0'22555,"6"12"-21479,-1-3-919,0 1 37,1 0 0,-1 0 1,-1 0-1,0 1 0,-1 0 1,0-1-1,0 1 0,1 15 0,-4-25-197,0-1 0,-1 1 0,1-1 0,0 1-1,0-1 1,0 1 0,0-1 0,0 1 0,0-1-1,0 1 1,0 0 0,0-1 0,0 1 0,0-1-1,0 1 1,0-1 0,1 1 0,-1-1 0,0 1-1,0-1 1,1 1 0,-1-1 0,0 1 0,0-1-1,1 0 1,-1 1 0,0-1 0,1 1 0,-1-1-1,1 0 1,-1 1 0,1-1 0,-1 0 0,0 0-1,1 1 1,-1-1 0,1 0 0,-1 0 0,1 0-1,-1 0 1,1 1 0,0-1 0,-1 0 0,1 0-1,-1 0 1,1 0 0,-1 0 0,1 0 0,-1 0-1,1-1 1,-1 1 0,1 0 0,-1 0 0,1 0-1,-1 0 1,2-1 0,1-1-156,0 0-1,0 0 1,0 0-1,0 0 1,0-1-1,5-5 1,8-11-205,2 0 1,0 1-1,2 1 1,23-16 0,-34 26 536,1 2 0,0-1 0,0 1 0,0 0 1,1 1-1,0 0 0,0 1 0,0 0 0,0 1 1,0 0-1,20 0 0,-29 3-105,0-1 0,0 1 1,0-1-1,0 1 0,0 0 1,0 0-1,0 0 0,-1 0 0,1 0 1,0 1-1,0-1 0,-1 1 0,1-1 1,-1 1-1,0-1 0,1 1 0,-1 0 1,0-1-1,0 1 0,0 0 1,0 0-1,0 0 0,0 0 0,-1 0 1,1 0-1,-1 0 0,1 0 0,-1 3 1,3 8-396,0 1 1,-2 0-1,1 23 0,-1 46-5929,3-46-1337</inkml:trace>
</inkml:ink>
</file>

<file path=ppt/ink/ink3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4.145"/>
    </inkml:context>
    <inkml:brush xml:id="br0">
      <inkml:brushProperty name="width" value="0.025" units="cm"/>
      <inkml:brushProperty name="height" value="0.025" units="cm"/>
    </inkml:brush>
  </inkml:definitions>
  <inkml:trace contextRef="#ctx0" brushRef="#br0">0 37 1560,'0'0'16697,"28"0"-15354,7 1-997,112-6 846,-27-10-406,-61 7-706,70-1-1,-128 9-133</inkml:trace>
</inkml:ink>
</file>

<file path=ppt/ink/ink3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4.501"/>
    </inkml:context>
    <inkml:brush xml:id="br0">
      <inkml:brushProperty name="width" value="0.025" units="cm"/>
      <inkml:brushProperty name="height" value="0.025" units="cm"/>
    </inkml:brush>
  </inkml:definitions>
  <inkml:trace contextRef="#ctx0" brushRef="#br0">7 1 1872,'0'0'22389,"0"8"-19214,0 39-2744,0 0-156,-5 110-356,3-100-3621,3-52 2866,-1 0 0,1-1 0,-1 1 0,1-1 0,1 1 0,-1-1 0,0 1 0,1-1 0,3 6 0,15 8-8386</inkml:trace>
</inkml:ink>
</file>

<file path=ppt/ink/ink3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4.957"/>
    </inkml:context>
    <inkml:brush xml:id="br0">
      <inkml:brushProperty name="width" value="0.025" units="cm"/>
      <inkml:brushProperty name="height" value="0.025" units="cm"/>
    </inkml:brush>
  </inkml:definitions>
  <inkml:trace contextRef="#ctx0" brushRef="#br0">1 8 968,'0'0'12762,"7"-3"-10241,-4 2-2330,-1 0-1,1 0 0,0 0 0,0 1 0,0 0 0,0-1 0,0 1 0,0 0 0,0 0 0,0 1 1,0-1-1,0 1 0,0-1 0,-1 1 0,1 0 0,0 0 0,0 0 0,4 3 0,7 5 429,-1 0 0,22 19 1,-33-26-588,300 268 4713,-262-233-4178,-1 1 0,44 57 0,-72-81-518,-1 1-1,0 0 1,-1 1-1,-1 0 1,0 0-1,-1 1 0,-1 0 1,-1 0-1,0 0 1,-1 1-1,1 18 1,-2-7 40,-2 0 1,-3 37 0,1-57-77,-1 0-1,1 0 1,-1 0 0,-1-1 0,1 1 0,-2-1 0,1 0 0,-1 0 0,0 0 0,-1 0 0,-8 10 0,-4 2 10,-1-2 0,-1 0-1,-33 24 1,-71 38-352,14-8-1346,43-25-1728,6-11-3522</inkml:trace>
</inkml:ink>
</file>

<file path=ppt/ink/ink3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8.604"/>
    </inkml:context>
    <inkml:brush xml:id="br0">
      <inkml:brushProperty name="width" value="0.025" units="cm"/>
      <inkml:brushProperty name="height" value="0.025" units="cm"/>
    </inkml:brush>
  </inkml:definitions>
  <inkml:trace contextRef="#ctx0" brushRef="#br0">81 89 960,'0'0'12331,"-12"-9"-10225,-34-27-118,32 23 109,7 8 475,5 16 1074,3-3-3582,0 0 1,0 0-1,1 0 1,-1 0-1,2 0 0,-1 0 1,5 8-1,31 57 251,-4-6-247,4 30 36,-40-103-98,1 0 0,0 0 0,1 0 1,-1 0-1,1 0 0,0 0 1,0 0-1,1 0 0,0 0 0,2-8 1,1 1-97,0 1 0,1-1 1,0 1-1,12-20 0,-7 17 30,0 0 0,0 1 0,2 0 1,-1 1-1,2 0 0,0 1 0,0 0 0,27-16 0,-26 20 54,0 0-1,1 1 1,0 1 0,0 1-1,1 0 1,0 1 0,0 0-1,0 1 1,0 1 0,32 0-1,-47 2 16,1 1-1,-1-1 1,1 0-1,-1 1 0,1-1 1,-1 1-1,1-1 0,-1 1 1,0 0-1,1-1 1,-1 1-1,0 0 0,0 0 1,1 0-1,-1 0 0,0 0 1,0 0-1,0 0 1,0 1-1,0-1 0,-1 0 1,1 0-1,0 1 0,0-1 1,-1 1-1,1-1 1,0 3-1,9 49 326,-8-34-140,1-9-229,-2 0 0,1-1-1,-1 1 1,-1 0 0,0-1 0,0 1-1,-1 0 1,0 0 0,-1-1-1,0 1 1,0-1 0,-1 1-1,0-1 1,-1 0 0,0 0-1,0-1 1,-1 1 0,-8 10 0,10-14-502,0 1 1,0 0 0,0 0 0,1 0 0,0 0 0,0 0 0,1 0 0,0 0-1,0 1 1,0-1 0,1 1 0,0-1 0,1 8 0,-1-9-222,0 10-5214</inkml:trace>
</inkml:ink>
</file>

<file path=ppt/ink/ink3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49.107"/>
    </inkml:context>
    <inkml:brush xml:id="br0">
      <inkml:brushProperty name="width" value="0.025" units="cm"/>
      <inkml:brushProperty name="height" value="0.025" units="cm"/>
    </inkml:brush>
  </inkml:definitions>
  <inkml:trace contextRef="#ctx0" brushRef="#br0">0 22 1272,'0'0'11132,"4"-3"-9137,14-15 912,-23 19 2303,17-2-4182,0 0-987,-5 1-13,1 0 1,-1 0-1,0 1 1,1 0-1,9 2 0,-15-2-26,0-1 1,0 1-1,-1 0 0,1 0 0,0 0 0,-1 0 0,1 0 0,0 0 0,-1 0 0,1 0 0,-1 1 0,0-1 0,1 1 0,-1-1 0,0 1 0,0-1 0,0 1 0,0 0 0,0 0 0,0-1 0,-1 1 0,1 0 0,0 0 0,-1 0 0,0 0 0,1 2 0,1 6 26,-1-1-1,0 1 1,-1 0-1,0 0 1,0 0-1,-1 0 1,0 0-1,-1 0 1,0-1-1,-1 1 1,0-1-1,0 1 1,-1-1 0,0 0-1,-7 11 1,7-15 4,2-2-14,0-1 1,0 1-1,0 0 0,0 0 0,1 0 1,0 0-1,-1 0 0,1 0 0,0 0 0,0 0 1,1 1-1,-1-1 0,1 0 0,-1 1 0,1 3 1,1-7-13,-1 1 0,1 0 0,-1 0 1,1-1-1,-1 1 0,1 0 1,-1-1-1,1 1 0,-1-1 0,1 1 1,0-1-1,-1 1 0,1-1 1,0 1-1,0-1 0,-1 0 0,1 1 1,0-1-1,0 0 0,0 0 1,-1 0-1,3 1 0,23 4 125,-21-4-120,25 2-1350,0-1-1,43-2 0,-32-1-1057,-27 1-3493</inkml:trace>
</inkml:ink>
</file>

<file path=ppt/ink/ink3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0.634"/>
    </inkml:context>
    <inkml:brush xml:id="br0">
      <inkml:brushProperty name="width" value="0.025" units="cm"/>
      <inkml:brushProperty name="height" value="0.025" units="cm"/>
    </inkml:brush>
  </inkml:definitions>
  <inkml:trace contextRef="#ctx0" brushRef="#br0">1 148 2665,'0'0'2444,"19"-8"-545,61-22-208,-58 17-344,-20-1 11893,13 14-12211,39-4-787,1-1 0,88-22 0,-16 3-215,-83 16-116,-14 3-318,0 0 0,33 1 0,-69 5-118,0 0 0,0 1 0,0 0-1,0 0 1,0 0 0,1 1-1,-1 0 1,1 0 0,0 0 0,0 1-1,-5 4 1,-9 5-1563,-34 17-4765</inkml:trace>
</inkml:ink>
</file>

<file path=ppt/ink/ink3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1.476"/>
    </inkml:context>
    <inkml:brush xml:id="br0">
      <inkml:brushProperty name="width" value="0.025" units="cm"/>
      <inkml:brushProperty name="height" value="0.025" units="cm"/>
    </inkml:brush>
  </inkml:definitions>
  <inkml:trace contextRef="#ctx0" brushRef="#br0">0 0 2833,'0'0'10278,"3"17"983,7-16-11108,0 0 0,-1 0 0,1 1 0,0 1 0,-1-1 0,1 2 0,-1-1 0,0 1 0,0 1 0,10 6 0,11 9 162,42 36-1,-70-54-307,1 1-1,0 0 1,-1 0-1,1 0 1,-1 0-1,0 1 1,0-1-1,0 1 0,-1-1 1,1 1-1,-1-1 1,0 1-1,1 6 1,-1-8-6,-1 1 1,0-1 0,1 0-1,-1 1 1,0-1-1,0 0 1,-1 1 0,1-1-1,0 0 1,-1 1 0,0-1-1,1 0 1,-1 1 0,0-1-1,0 0 1,0 0 0,0 0-1,-1 0 1,1 0-1,0 0 1,-1 0 0,-3 2-1,34-36-217,28-25 107,-33 33 17,2 2-1,49-33 1,-67 50 108,-1 1 1,1 0-1,0 0 0,0 0 1,0 1-1,0 1 0,1-1 0,-1 1 1,1 1-1,0-1 0,-1 1 1,1 1-1,0 0 0,0 0 0,-1 1 1,13 2-1,-19-2 17,1 1 1,0-1-1,0 1 1,-1 0-1,1 0 1,-1 0-1,1 0 1,-1 0-1,0 1 1,0-1-1,0 1 1,0-1-1,-1 1 1,1 0-1,-1-1 1,1 1-1,-1 0 1,0 0-1,1 4 1,4 12 391,7 36 1,-11-43-191,0 2-389,-1-1 0,-1 0-1,0 0 1,-1 0 0,0 1-1,-3 14 1,-1 3-3332,3 0-3583,2-19-4810</inkml:trace>
</inkml:ink>
</file>

<file path=ppt/ink/ink3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1.823"/>
    </inkml:context>
    <inkml:brush xml:id="br0">
      <inkml:brushProperty name="width" value="0.025" units="cm"/>
      <inkml:brushProperty name="height" value="0.025" units="cm"/>
    </inkml:brush>
  </inkml:definitions>
  <inkml:trace contextRef="#ctx0" brushRef="#br0">0 6 2112,'0'0'18876,"26"0"-17383,152 0 702,-132 0-1616,-18 2-350,0-2 0,45-6 0,-36 4-4295,-26 3 414,1-1-2649</inkml:trace>
</inkml:ink>
</file>

<file path=ppt/ink/ink3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2.453"/>
    </inkml:context>
    <inkml:brush xml:id="br0">
      <inkml:brushProperty name="width" value="0.025" units="cm"/>
      <inkml:brushProperty name="height" value="0.025" units="cm"/>
    </inkml:brush>
  </inkml:definitions>
  <inkml:trace contextRef="#ctx0" brushRef="#br0">1 15 3081,'0'0'18245,"6"2"-16262,14 7-647,-8-4-904,0 0 0,-1 0 0,0 1 1,18 13-1,-26-16-423,0 0 1,0 0-1,0 0 1,0 0 0,0 0-1,-1 1 1,1-1-1,-1 1 1,0 0-1,0 0 1,-1 0-1,1 0 1,-1 0-1,0 0 1,0 0-1,0 0 1,0 0-1,-1 0 1,1 6-1,-1 9-13,0 21 17,-1-38-21,1 0 1,0-1-1,0 1 0,-1-1 1,1 0-1,-1 1 0,0-1 0,1 1 1,-1-1-1,0 0 0,0 1 0,0-1 1,0 0-1,0 0 0,0 0 0,0 0 1,0 0-1,0 0 0,-1 0 1,1 0-1,-2 1 0,1-1-156,2-8-558,1 1 503,0 0 0,0 0 0,0 0 0,0 0 0,1 1 0,0-1 0,1 0-1,-1 1 1,1-1 0,0 1 0,0 0 0,6-8 0,4-2 111,1 1 0,27-23 1,-23 22-41,-12 8 241,1 1 1,1 0-1,-1 0 0,1 1 1,0 0-1,0 1 0,0-1 0,0 1 1,1 1-1,0 0 0,0 0 0,0 1 1,0 0-1,0 0 0,13 0 0,-20 2 36,1 1 0,-1-1 0,0 0 0,1 1 0,-1-1 0,0 1 0,0 0 0,0 0 0,0 0 0,0 0 0,0 0 0,0 0 0,0 1 0,0-1 0,0 1 0,1 1 0,1 2 117,1 0 0,-2 0 0,1 0 0,-1 1 0,6 10 0,-3-2 79,-1 0-1,-1 0 0,0 0 1,4 25-1,6 47-489,-13-83-14,0-1 1,1 0 0,-1 1-1,0-1 1,1 0 0,-1 0 0,1 0-1,0 0 1,0 0 0,0 0 0,0-1-1,0 1 1,0 0 0,4 1-1,37 19-3666,-34-18 2328,34 13-5979</inkml:trace>
</inkml:ink>
</file>

<file path=ppt/ink/ink3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2.973"/>
    </inkml:context>
    <inkml:brush xml:id="br0">
      <inkml:brushProperty name="width" value="0.025" units="cm"/>
      <inkml:brushProperty name="height" value="0.025" units="cm"/>
    </inkml:brush>
  </inkml:definitions>
  <inkml:trace contextRef="#ctx0" brushRef="#br0">38 20 1480,'0'0'21488,"-2"-5"-20147,-4-10-787,6 15-545,0 1 0,0-1 0,0 0-1,0 0 1,0 0 0,0 0 0,0 0-1,0 0 1,0 0 0,0 0 0,0 0 0,0 0-1,0 0 1,0 0 0,0 0 0,0 0-1,-1 0 1,1 0 0,0 1 0,0-1 0,0 0-1,0 0 1,0 0 0,0 0 0,0 0-1,0 0 1,0 0 0,0 0 0,0 0 0,0 0-1,0 0 1,0 0 0,0 0 0,0 0-1,-1 0 1,1 0 0,0 0 0,0 0-1,0 0 1,0 0 0,0 0 0,0 0 0,0 0-1,0 0 1,0 0 0,0 0 0,0 0-1,0 0 1,0 0 0,0 0 0,0 0 0,-1-1-1,1 1 1,0 0 0,0 0 0,0 0-1,0 0 1,0 0 0,0 0 0,0 0 0,0 0-1,0 0 1,0 0 0,0 0 0,0 29 844,0-6-744,0 168 879,0-59-3267,0-127 1585,0-1 0,0 1-1,-1-1 1,1 1 0,-1-1-1,0 1 1,0-1 0,-1 1-1,1-1 1,-4 5 0,-10 9-6620</inkml:trace>
</inkml:ink>
</file>

<file path=ppt/ink/ink3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3.303"/>
    </inkml:context>
    <inkml:brush xml:id="br0">
      <inkml:brushProperty name="width" value="0.025" units="cm"/>
      <inkml:brushProperty name="height" value="0.025" units="cm"/>
    </inkml:brush>
  </inkml:definitions>
  <inkml:trace contextRef="#ctx0" brushRef="#br0">1 39 640,'0'0'22261,"128"-39"-22221,-96 39-40,48 0-640,-5 0-1625,-5 0-2592</inkml:trace>
</inkml:ink>
</file>

<file path=ppt/ink/ink3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3.656"/>
    </inkml:context>
    <inkml:brush xml:id="br0">
      <inkml:brushProperty name="width" value="0.025" units="cm"/>
      <inkml:brushProperty name="height" value="0.025" units="cm"/>
    </inkml:brush>
  </inkml:definitions>
  <inkml:trace contextRef="#ctx0" brushRef="#br0">21 1 1592,'0'0'26782,"38"69"-26254,-38-25-200,0-1-176,0-2-80,0 7-64,0-5-8,0 1-192,0 4-600,-16 17-744,-6-12-2273,1-10-3697</inkml:trace>
</inkml:ink>
</file>

<file path=ppt/ink/ink3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5.037"/>
    </inkml:context>
    <inkml:brush xml:id="br0">
      <inkml:brushProperty name="width" value="0.025" units="cm"/>
      <inkml:brushProperty name="height" value="0.025" units="cm"/>
    </inkml:brush>
  </inkml:definitions>
  <inkml:trace contextRef="#ctx0" brushRef="#br0">1 77 2513,'0'0'17915,"2"-3"-16164,-1 3-1700,-1 0-1,0-1 0,0 1 1,0 0-1,1-1 0,-1 1 0,0 0 1,0 0-1,1-1 0,-1 1 1,0 0-1,1 0 0,-1-1 0,0 1 1,1 0-1,-1 0 0,0 0 1,1 0-1,-1 0 0,0-1 0,1 1 1,-1 0-1,1 0 0,-1 0 1,0 0-1,1 0 0,-1 0 1,1 0-1,-1 0 0,0 0 0,1 1 1,-1-1-1,0 0 0,1 0 1,4 15 1672,-2 0-1634,14 31 465,-13-37-509,0 1 0,0 0 0,-1 0 0,0 1 0,-1-1 0,0 1 0,1 14 0,-3-24-59,1-1-92,-1 0 66,1 0 0,0 0 0,0 0 0,0 0 0,0 0 0,-1 0 0,1 0 0,0 0 0,0 0 0,0-1 0,-1 1 0,1 0 0,0-1 0,0 1 1,0 0-1,-1-1 0,1 1 0,0-1 0,-1 1 0,2-2 0,17-19-659,22-30-1,-24 28 530,38-38 0,-43 48 172,2 1 0,0 1 0,0 0 0,1 1 0,16-9 0,-30 18 41,0 1 0,0-1 0,0 1 0,0-1 1,0 1-1,0 0 0,0-1 0,0 1 0,1 0 0,-1 0 1,0 0-1,0-1 0,0 1 0,0 1 0,0-1 0,0 0 1,0 0-1,1 0 0,-1 0 0,0 1 0,0-1 0,0 1 1,0-1-1,0 1 0,0-1 0,0 1 0,0-1 0,0 1 1,-1 0-1,1-1 0,0 1 0,0 0 0,0 0 0,-1 0 1,1 0-1,-1 0 0,1 0 0,0 1 0,2 4 97,-1 1 0,0 0 1,0-1-1,-1 1 0,1 9 0,3 8 52,4 11 165,-1 1-1,4 52 1,-10-54-3746,-1 2-3736</inkml:trace>
</inkml:ink>
</file>

<file path=ppt/ink/ink3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5.467"/>
    </inkml:context>
    <inkml:brush xml:id="br0">
      <inkml:brushProperty name="width" value="0.025" units="cm"/>
      <inkml:brushProperty name="height" value="0.025" units="cm"/>
    </inkml:brush>
  </inkml:definitions>
  <inkml:trace contextRef="#ctx0" brushRef="#br0">34 1 2497,'0'0'22507,"23"0"-21928,-22 0-579,0 0-1,1 0 1,-1 0 0,0 0 0,1 0-1,-1 0 1,0 0 0,1 1 0,-1-1-1,0 0 1,1 1 0,-1-1 0,0 1-1,0 0 1,1-1 0,-1 1 0,0 0-1,0 0 1,0-1 0,0 1 0,0 0-1,0 0 1,0 0 0,-1 0 0,1 1-1,0-1 1,0 0 0,0 2-1,0 1 6,0 1 0,0 0 0,0 0 0,-1 0 0,0 0 0,0 8-1,-1 2 53,1-9-38,-1 0 0,-1 0 1,1 0-1,-1 0 1,0-1-1,0 1 0,-1-1 1,0 1-1,1-1 1,-2 0-1,1 0 1,-1 0-1,0 0 0,-7 7 1,6-6-8,-1-1 0,2 2 0,-1-1 0,1 0 0,-1 1-1,2 0 1,-1 0 0,1 0 0,-4 13 0,7-18-16,-1-1 0,1 0-1,0 1 1,-1-1 0,1 1 0,0-1 0,0 1-1,0-1 1,0 0 0,0 1 0,0-1-1,0 1 1,1-1 0,-1 1 0,1-1-1,-1 0 1,1 1 0,-1-1 0,1 0-1,0 0 1,-1 1 0,1-1 0,0 0-1,0 0 1,0 0 0,0 0 0,0 0-1,0 0 1,0 0 0,0 0 0,0 0-1,1-1 1,-1 1 0,0 0 0,1-1-1,1 1 1,5 1-72,0-1 0,1 0 1,-1 0-1,1-1 0,12 0 0,1-1-261,110 1-4436,-72 0-882</inkml:trace>
</inkml:ink>
</file>

<file path=ppt/ink/ink3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5.814"/>
    </inkml:context>
    <inkml:brush xml:id="br0">
      <inkml:brushProperty name="width" value="0.025" units="cm"/>
      <inkml:brushProperty name="height" value="0.025" units="cm"/>
    </inkml:brush>
  </inkml:definitions>
  <inkml:trace contextRef="#ctx0" brushRef="#br0">0 1 5313,'0'0'23645,"187"9"-23381,-160-9-248,0 0-16,-1 0-336,28 0-904,-1 0-1721,1 0-4656</inkml:trace>
</inkml:ink>
</file>

<file path=ppt/ink/ink3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6.143"/>
    </inkml:context>
    <inkml:brush xml:id="br0">
      <inkml:brushProperty name="width" value="0.025" units="cm"/>
      <inkml:brushProperty name="height" value="0.025" units="cm"/>
    </inkml:brush>
  </inkml:definitions>
  <inkml:trace contextRef="#ctx0" brushRef="#br0">1 44 1568,'0'0'23363,"24"-5"-22927,143-27-151,-145 29-305,0 1 0,23 1 0,-45 0 19,0 1 0,0 0 1,0 0-1,0 0 0,0 0 0,1 0 0,-1 0 0,0 0 0,0 0 0,0 0 1,0 0-1,0 0 0,1 1 0,-1-1 0,0 0 0,0 0 0,0 0 1,0 0-1,0 0 0,1 0 0,-1 0 0,0 0 0,0 0 0,0 0 1,0 0-1,0 1 0,0-1 0,0 0 0,0 0 0,0 0 0,1 0 0,-1 0 1,0 0-1,0 1 0,0-1 0,0 0 0,0 0 0,0 0 0,0 0 1,0 0-1,0 1 0,0-1 0,0 0 0,0 0 0,0 0 0,0 0 0,0 0 1,0 1-1,0-1 0,0 0 0,0 0 0,0 0 0,0 0 0,-1 0 1,1 0-1,0 1 0,1 6 0,-1 0 0,0 1 0,-1-1 0,1 0 0,-1 1 0,-1-1 0,0 0 0,0 0 0,0 0 0,0 0 0,-1 0 0,-1-1 0,1 1 0,-1-1 0,-5 7 0,-69 76 14,10-14 4,65-72-19,1 1-1,-1 0 0,1 0 0,0 0 1,0 0-1,0 0 0,1 0 0,-1 1 1,1-1-1,0 1 0,0-1 0,1 1 1,-1-1-1,1 7 0,0-10 3,1 0-1,-1 0 1,1 0 0,-1 0-1,1-1 1,0 1 0,-1 0 0,1 0-1,0 0 1,-1 0 0,1-1-1,0 1 1,0 0 0,0-1-1,0 1 1,0-1 0,0 1-1,0-1 1,0 1 0,0-1-1,0 0 1,0 1 0,0-1-1,0 0 1,0 0 0,0 0-1,2 0 1,0 1 1,12 1 8,0 0 1,0-2-1,28-1 1,-1 0-60,11-1-1116,104-17 0,-21-9-5843,-63 7-4025</inkml:trace>
</inkml:ink>
</file>

<file path=ppt/ink/ink3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6.907"/>
    </inkml:context>
    <inkml:brush xml:id="br0">
      <inkml:brushProperty name="width" value="0.025" units="cm"/>
      <inkml:brushProperty name="height" value="0.025" units="cm"/>
    </inkml:brush>
  </inkml:definitions>
  <inkml:trace contextRef="#ctx0" brushRef="#br0">0 125 1800,'0'0'22685,"5"0"-21447,175 0 2195,-176 0-3424,0 0 0,0 1 0,0 0 0,-1 0 0,1 0 0,0 0 0,-1 0 0,1 1 0,-1 0 0,1-1 0,-1 1 0,0 1 0,0-1 0,0 0 0,0 1 0,0-1 0,2 5 0,-3-5-31,0 0 0,-1 0 0,1 0 0,-1 0 0,1 1 0,-1-1-1,0 0 1,0 1 0,0-1 0,0 1 0,-1 0 0,1-1 0,-1 1 0,1 0 0,-1-1 0,0 1-1,0 0 1,0-1 0,-1 1 0,1 0 0,0-1 0,-1 1 0,0-1 0,0 1 0,-2 4-1,1-4-13,-1 0-1,1 0 1,-1 0-1,0 0 1,0-1-1,0 0 1,-1 1-1,1-1 1,0 0-1,-1 0 1,-6 2-1,4-2-77,-1 1-1,1-1 1,-1 0-1,0-1 0,1 1 1,-9 0-1,13-2-221,5-13-573,2 3 731,0 0 0,1 0 0,1 0 0,-1 1 1,1-1-1,1 2 0,0-1 0,0 1 0,18-14 1,97-61 26,-100 69 101,-7 4 146,-2 0-106,1 2 0,17-9 0,-27 15 206,-1 1 0,1-1 0,0 1 0,-1 0 0,1 0 0,0 0 0,0 0 0,0 1 0,-1 0 0,1 0 0,0 0-1,6 2 1,-9-1-97,0 1-1,1-1 0,-1 1 0,0-1 1,0 1-1,-1 0 0,1 0 1,0 0-1,-1 0 0,1 0 0,-1 0 1,1 0-1,-1 1 0,1 2 0,18 39 635,-19-41-639,2 4-365,-1 1-1,0-1 1,0 1 0,-1 0-1,1 9 1,-2 41-4640,-1-28 1232,1 10-4526</inkml:trace>
</inkml:ink>
</file>

<file path=ppt/ink/ink3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7.271"/>
    </inkml:context>
    <inkml:brush xml:id="br0">
      <inkml:brushProperty name="width" value="0.025" units="cm"/>
      <inkml:brushProperty name="height" value="0.025" units="cm"/>
    </inkml:brush>
  </inkml:definitions>
  <inkml:trace contextRef="#ctx0" brushRef="#br0">60 1 1296,'0'0'23717,"-2"11"-22140,-2 33-153,2 50 1,-2 35-3478,-4-82-1540,-6-15-1868,-11-4-3469</inkml:trace>
</inkml:ink>
</file>

<file path=ppt/ink/ink3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7.625"/>
    </inkml:context>
    <inkml:brush xml:id="br0">
      <inkml:brushProperty name="width" value="0.025" units="cm"/>
      <inkml:brushProperty name="height" value="0.025" units="cm"/>
    </inkml:brush>
  </inkml:definitions>
  <inkml:trace contextRef="#ctx0" brushRef="#br0">0 113 1408,'0'0'23149,"310"-91"-23149,-230 79-752,43 7-1336,-21 5-1977,-17-5-2073</inkml:trace>
</inkml:ink>
</file>

<file path=ppt/ink/ink3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1:57.972"/>
    </inkml:context>
    <inkml:brush xml:id="br0">
      <inkml:brushProperty name="width" value="0.025" units="cm"/>
      <inkml:brushProperty name="height" value="0.025" units="cm"/>
    </inkml:brush>
  </inkml:definitions>
  <inkml:trace contextRef="#ctx0" brushRef="#br0">268 1 1712,'0'0'26206,"0"202"-25774,0-142-240,-21 5-192,-17 5-72,-31 57-792,-1-14-1785,1-12-4008</inkml:trace>
</inkml:ink>
</file>

<file path=ppt/ink/ink3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39.957"/>
    </inkml:context>
    <inkml:brush xml:id="br0">
      <inkml:brushProperty name="width" value="0.025" units="cm"/>
      <inkml:brushProperty name="height" value="0.025" units="cm"/>
    </inkml:brush>
  </inkml:definitions>
  <inkml:trace contextRef="#ctx0" brushRef="#br0">38 12 1664,'0'0'6086,"-1"-1"-6406,-3-8 10208,2 7-9178,-25 2 948,24 0-1247,18 0-181,316 0 359,-271 5 1709,-60-4-2286,0 4-38,0-4-252,0 0 169,0-1 0,0 0-1,0 0 1,0 1 0,0-1 0,0 0-1,0 1 1,0-1 0,0 0-1,0 1 1,0-1 0,0 0 0,0 0-1,0 1 1,0-1 0,0 0 0,0 1-1,0-1 1,0 0 0,0 0-1,-1 1 1,1-1 0,0 0 0,0 0-1,0 1 1,0-1 0,-1 0 0,1 0-1,0 0 1,0 1 0,-1-1-1,1 0 1,-13 6-4843,-3-1-2819</inkml:trace>
</inkml:ink>
</file>

<file path=ppt/ink/ink3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1.311"/>
    </inkml:context>
    <inkml:brush xml:id="br0">
      <inkml:brushProperty name="width" value="0.025" units="cm"/>
      <inkml:brushProperty name="height" value="0.025" units="cm"/>
    </inkml:brush>
  </inkml:definitions>
  <inkml:trace contextRef="#ctx0" brushRef="#br0">776 0 3569,'0'0'7704,"5"3"-210,-22 482-7257,17-481-236,-12 88 17,10-83-12,0 0-1,-1 1 1,0-1-1,-1 0 0,0-1 1,0 1-1,-10 13 1,5-13 37,0 0-1,-1-1 1,0-1 0,0 0 0,-1 0 0,-15 6 0,10-3 19,-11 5-35,-1-1-1,0-1 0,0-1 0,-1-2 0,-1-1 0,1-1 0,-1-1 0,-1-2 0,1-1 0,-44 0 0,63-4-16,0 1 60,0-1 0,0 0 0,0-1-1,0 0 1,0 0 0,0-1 0,0-1 0,0 0 0,1 0 0,-1-1 0,-10-6-1,14 6-29,0 0 0,0-1 0,1 0 0,0 0-1,0-1 1,0 0 0,1 0 0,0 0 0,0 0-1,1-1 1,-1 0 0,2 0 0,-1 0 0,-3-9-1,3 1 33,0-1 0,1 0-1,1 0 1,0-1 0,2-29-1,0-7 197,0 53-49,2 3-227,0 0 1,-1 0-1,1 0 1,-1 1-1,1-1 0,-1 0 1,1 6-1,6 11-168,-7-17 32,1-1 0,-1 1 0,1-1-1,0 0 1,0 0 0,0 0 0,0 0 0,3 3 0,13 0-6648,-7-5-4271</inkml:trace>
</inkml:ink>
</file>

<file path=ppt/ink/ink3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2.688"/>
    </inkml:context>
    <inkml:brush xml:id="br0">
      <inkml:brushProperty name="width" value="0.025" units="cm"/>
      <inkml:brushProperty name="height" value="0.025" units="cm"/>
    </inkml:brush>
  </inkml:definitions>
  <inkml:trace contextRef="#ctx0" brushRef="#br0">150 239 3929,'0'0'10405,"-11"-7"-6183,11-7-3854,-43 13 153,43 1-505,-1 0 0,1 0 0,-1-1 0,0 1-1,1 0 1,-1 0 0,1-1 0,-1 1 0,1 0-1,-1-1 1,1 1 0,-1-1 0,1 1 0,-1-1-1,1 1 1,-1-1 0,1 1 0,0-1 0,-1 1-1,1-1 1,0 1 0,0-1 0,-1 0 0,1 1-1,0-1 1,0 0 0,0 1 0,0-1 0,0 1-1,0-1 1,0 0 0,0 0 0,0-30-67,1 19 57,-1 11-70,48 1-158,-48 0 233,1 0 0,-1 1-1,0-1 1,1 0 0,-1 0-1,1 1 1,-1-1 0,0 0-1,1 1 1,-1-1 0,0 0 0,0 1-1,1-1 1,-1 1 0,0-1-1,0 0 1,1 1 0,-1-1-1,0 1 1,0-1 0,0 1 0,0-1-1,0 0 1,0 1 0,0-1-1,0 1 1,0-1 0,0 1-1,0-1 1,0 1 0,0-1 0,0 1-1,-3 13 385,-1-14-368,1 0-1,-1-1 0,0 1 0,0-1 1,0 1-1,0-1 0,0 0 0,1-1 1,-1 1-1,-4-3 0,6 3-15,0 0-1,1 0 1,-1-1-1,1 1 1,0-1-1,-1 1 1,1-1-1,0 1 1,0-1-1,0 0 1,0 1-1,0-1 1,0 0-1,0 0 1,1 0 0,-1 0-1,1 0 1,-1 0-1,1 1 1,0-1-1,0 0 1,0-4-1,-1 4-15,1 0-1,0 0 1,0 0-1,0 0 1,0 0-1,0 1 0,0-1 1,0 0-1,1 0 1,-1 0-1,1 0 1,-1 0-1,1 0 1,0 1-1,0-1 1,0 0-1,0 1 1,0-1-1,0 0 1,0 1-1,0-1 1,1 1-1,-1 0 1,0-1-1,1 1 1,0 0-1,-1 0 1,1 0-1,-1 0 1,1 0-1,0 0 1,0 1-1,0-1 0,-1 1 1,4-1-1,8-5 2,-9 4 1,0 0 0,0 1 0,0-1 0,0 1 0,0 0 0,0 0 0,0 1-1,5-1 1,-8 1-2,-1 1 12,0 1 0,0-1-1,1 1 1,-1-1 0,0 1 0,0-1-1,-1 1 1,1-1 0,0 1 0,0-1 0,-1 1-1,1-1 1,-1 1 0,1-1 0,-1 1-1,1-1 1,-1 0 0,0 1 0,0-1-1,0 0 1,0 0 0,0 0 0,0 0 0,0 1-1,0-1 1,-2 1 0,-1-1 20,0 0 0,-1 0 1,1 0-1,0 0 0,0-1 0,-1 1 0,1-1 1,-5-1-1,3 1-16,-2 0 43,6 0-23,0 1-1,0-1 1,0 0-1,1 0 1,-1-1-1,0 1 1,0 0-1,0-1 1,0 1-1,-3-2 1,4 1-24,1 0 1,-1 0-1,0 0 1,1 0-1,-1 0 1,1 0 0,-1 0-1,1 0 1,-1 0-1,1-1 1,0 1-1,0 0 1,0 0-1,-1 0 1,1 0 0,0-1-1,0 1 1,1-2-1,-2-15 43,1 14-63,0-1-1,0 1 1,0 0-1,0 0 0,1 0 1,-1 0-1,2-5 1,-1 8 8,-1 0 1,1 0-1,0 0 0,0-1 1,0 1-1,-1 0 1,1 0-1,0 0 1,0 0-1,1 1 1,-1-1-1,0 0 1,0 0-1,0 1 1,0-1-1,1 0 1,-1 1-1,0-1 0,1 1 1,-1 0-1,0-1 1,1 1-1,-1 0 1,3 0-1,5-2-17,1 1 0,-1 1 1,1 0-1,-1 0 0,1 0 0,12 4 0,-21-4 22,0 1 1,0 0 0,0 0-1,0-1 1,0 1 0,0 0-1,-1 0 1,1 0-1,0 0 1,-1 0 0,1 0-1,0 0 1,-1 0-1,0 0 1,1 0 0,-1 1-1,0-1 1,1 0-1,-1 0 1,0 0 0,0 0-1,0 3 1,0 34 66,-1-24-20,1-13-37,0 1 0,0-1 0,-1 1 0,1 0 0,0-1 0,-1 1 0,1-1 0,-1 1-1,0-1 1,1 1 0,-1-1 0,0 0 0,0 1 0,0-1 0,0 0 0,0 0 0,0 1 0,0-1 0,0 0 0,-3 1 0,0 0 7,1 0 0,-1 0 0,0 0 0,1 0 1,-1-1-1,0 0 0,0 0 0,-6 1 0,5-1-1,-1-1-1,1 1 1,-1-1-1,1 0 1,-1 0-1,1-1 1,0 0-1,-1 0 1,1 0-1,0 0 1,-1-1-1,1 0 1,-7-4-1,8 3 24,0-1-1,0 1 0,0-1 1,1 0-1,-1 0 1,1 0-1,0-1 1,1 1-1,-1-1 1,1 0-1,0 1 1,-3-9-1,5 12 35,18 5-251,-10 1 165,0 1 0,-1 0 0,0 0 0,0 0 0,11 15 0,12 10-452,10 5-1757,-14-14-2311,-2-4-4293</inkml:trace>
</inkml:ink>
</file>

<file path=ppt/ink/ink3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3.924"/>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3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8:45.594"/>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3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1"/>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3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6"/>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3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7"/>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3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8"/>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3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09"/>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3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0"/>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3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1"/>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3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2"/>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3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3"/>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3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4"/>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3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5"/>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3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6"/>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3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7"/>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3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8"/>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3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19"/>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3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0"/>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3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1"/>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3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2"/>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3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4"/>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3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5"/>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3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6"/>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3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7"/>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3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8"/>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3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29"/>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3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0"/>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3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1"/>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3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2"/>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3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3"/>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3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4"/>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3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5"/>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3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6"/>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3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7"/>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3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8"/>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3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39"/>
    </inkml:context>
    <inkml:brush xml:id="br0">
      <inkml:brushProperty name="width" value="0.025" units="cm"/>
      <inkml:brushProperty name="height" value="0.025" units="cm"/>
    </inkml:brush>
  </inkml:definitions>
  <inkml:trace contextRef="#ctx0" brushRef="#br0">0 22 14779,'0'0'9402,"0"-22"-11194</inkml:trace>
</inkml:ink>
</file>

<file path=ppt/ink/ink3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0"/>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3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1"/>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3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2"/>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3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3"/>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3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4"/>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3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5"/>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3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6"/>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3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7"/>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3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8"/>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3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49"/>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3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1"/>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3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2"/>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3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3"/>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3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4"/>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3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5"/>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3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6"/>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3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7"/>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3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8"/>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3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59"/>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3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0"/>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3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1"/>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3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2"/>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3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3"/>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3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4"/>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3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5"/>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3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6"/>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3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8"/>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3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69"/>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3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0"/>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3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1"/>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3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2"/>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3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3"/>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3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4"/>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3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5"/>
    </inkml:context>
    <inkml:brush xml:id="br0">
      <inkml:brushProperty name="width" value="0.025" units="cm"/>
      <inkml:brushProperty name="height" value="0.025" units="cm"/>
    </inkml:brush>
  </inkml:definitions>
  <inkml:trace contextRef="#ctx0" brushRef="#br0">1 0 10186,'0'0'6001,"69"58"-20876</inkml:trace>
</inkml:ink>
</file>

<file path=ppt/ink/ink3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6"/>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3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7"/>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3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79"/>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3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0"/>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3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1"/>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3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2"/>
    </inkml:context>
    <inkml:brush xml:id="br0">
      <inkml:brushProperty name="width" value="0.025" units="cm"/>
      <inkml:brushProperty name="height" value="0.025" units="cm"/>
    </inkml:brush>
  </inkml:definitions>
  <inkml:trace contextRef="#ctx0" brushRef="#br0">337 609 1064,'0'0'6524,"15"-14"-5438,42-45 331,-37 37 801,-18 13 202,0 1-1623,11-13 2523,16-4-3201,-5 6 31,-5 0-132,0-1 1,-1-1 0,-1 0-1,28-46 1,-37 53-36,-1-1 1,0 0-1,-1 0 0,-1 0 1,0-1-1,-1 1 0,0-1 1,-2 0-1,2-29 0,-4 41-17,0 0-1,0 0 0,0 0 0,0 0 1,-1 0-1,0 0 0,0 0 0,0 0 0,0 0 1,0 0-1,-1 0 0,-3-5 0,2 6-5,0 0 0,0 0-1,0 1 1,0-1 0,-1 1-1,1 0 1,-1 0 0,0 0-1,1 0 1,-1 1 0,0-1 0,-8-1-1,-15-2 44,1 1 0,-1 1 1,0 1-1,-36 2 0,47 0 39,11 0-29,0 0 1,0 1 0,1 0 0,-1 0-1,0 0 1,0 1 0,0-1 0,1 1-1,-1 0 1,1 0 0,-1 1 0,1 0-1,0-1 1,0 2 0,0-1 0,-6 6-1,-2 5 122,0 1 0,1 0 0,-11 20-1,17-27-72,-16 29 226,2 1-1,2 1 0,1 0 0,2 1 0,1 1 0,-12 78 0,-8 260 870,25-238-596,-17 699 2861,25-839-3906,-9-1-2648,6 0 2562,1 0 0,-1 0 0,1-1 0,-1 1 0,1-1 0,-1 1 0,1-1 0,-1 0-1,1 0 1,0 0 0,-1 0 0,1 0 0,0-1 0,0 1 0,0 0 0,0-1-1,-4-3 1,-20-24-8986</inkml:trace>
</inkml:ink>
</file>

<file path=ppt/ink/ink3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3"/>
    </inkml:context>
    <inkml:brush xml:id="br0">
      <inkml:brushProperty name="width" value="0.025" units="cm"/>
      <inkml:brushProperty name="height" value="0.025" units="cm"/>
    </inkml:brush>
  </inkml:definitions>
  <inkml:trace contextRef="#ctx0" brushRef="#br0">0 246 1016,'0'0'17580,"310"-96"-16724,-235 87-424,5-3-272,-10-3-48,5 3-112,-6-5-8,-5 3-224,-10-3-744,-1 0-1200,-26 7-2377,-11 1-2241,-11-8 1377</inkml:trace>
</inkml:ink>
</file>

<file path=ppt/ink/ink3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4"/>
    </inkml:context>
    <inkml:brush xml:id="br0">
      <inkml:brushProperty name="width" value="0.025" units="cm"/>
      <inkml:brushProperty name="height" value="0.025" units="cm"/>
    </inkml:brush>
  </inkml:definitions>
  <inkml:trace contextRef="#ctx0" brushRef="#br0">99 145 1560,'0'0'15889,"-13"3"-14114,-38 12-504,49-14-1216,0 0-1,0 0 0,0 0 1,0 0-1,0 1 1,1-1-1,-1 1 1,1-1-1,-1 1 1,1-1-1,-1 1 0,1 0 1,0 0-1,0 0 1,0 0-1,0 0 1,0 0-1,-1 4 1,-1 34 367,3-34-373,-1 17 53,0-15-100,1 1-1,0-1 1,0 1-1,1-1 1,3 14-1,-3-20-11,0 0 1,0 1-1,0-1 1,0 0-1,0 0 0,1 1 1,-1-1-1,0 0 0,1-1 1,0 1-1,0 0 0,-1 0 1,1-1-1,0 1 0,0-1 1,0 1-1,1-1 1,-1 0-1,0 0 0,0 0 1,1 0-1,-1 0 0,5 0 1,16 3-371,1-1 1,-1-2 0,1 0 0,41-5-1,-62 4 281,0 0 0,0-1-1,0 0 1,0 1 0,0-1-1,0 0 1,0 0 0,0-1-1,0 1 1,0-1 0,-1 1-1,1-1 1,-1 0 0,1 0-1,-1 0 1,0 0 0,3-4-1,-1 2-8,-1-1 0,0-1 1,0 1-1,0 0 0,-1-1 0,0 1 0,0-1 0,2-11 0,-2 8 60,0-1-1,-1 0 1,-1 0-1,1 0 1,-2 0-1,1 1 1,-1-1-1,-1 0 1,0 0 0,0 1-1,-7-17 1,-5 1 117,-1 0 1,-30-35 0,21 28 257,13 20 19,10 11-547,13 7-7226,3 5-1647</inkml:trace>
</inkml:ink>
</file>

<file path=ppt/ink/ink3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5"/>
    </inkml:context>
    <inkml:brush xml:id="br0">
      <inkml:brushProperty name="width" value="0.025" units="cm"/>
      <inkml:brushProperty name="height" value="0.025" units="cm"/>
    </inkml:brush>
  </inkml:definitions>
  <inkml:trace contextRef="#ctx0" brushRef="#br0">0 322 1424,'0'0'21162,"15"8"-20190,48 25-414,-41-22-242,-22-11-305,1 0 0,-1 0 1,0 0-1,1 0 0,-1 0 0,0 0 0,0 0 1,1 0-1,-1 0 0,0 0 0,1 0 0,-1 0 1,0 1-1,0-1 0,1 0 0,-1 0 0,0 0 0,0 0 1,0 1-1,1-1 0,-1 0 0,0 0 0,0 1 1,0-1-1,0 0 0,1 0 0,-1 1 0,0-1 1,0 0-1,0 1 0,0-1 0,0 0 0,0 1 453,0-3-292,-3-55 36,1 44-243,1 0 0,0 0 1,1 0-1,0 0 0,1 0 0,1 0 1,0 0-1,0 0 0,7-18 0,1 13 12,2-1-1,-1 2 1,2 0-1,1 0 1,0 1-1,0 1 0,2 0 1,20-15-1,-35 29 19,1 0 0,-1 0 0,1 1-1,-1-1 1,1 0 0,-1 0 0,1 1-1,0-1 1,-1 1 0,1 0-1,0-1 1,3 1 0,-5 0-75,1 0 1,-1 0-1,1 0 1,0 0-1,-1 0 1,1 0-1,-1 0 0,1 1 1,-1-1-1,1 0 1,0 0-1,-1 0 1,1 1-1,-1-1 0,1 0 1,-1 1-1,0-1 1,1 0-1,-1 1 1,1-1-1,-1 1 1,1-1-1,-1 1 0,0-1 1,1 1-1,-1-1 1,0 1-1,0-1 1,1 1-1,-1-1 1,0 1-1,0-1 0,0 1 1,0 0-1,0-1 1,0 1-1,0-1 1,0 2-1,0 26-6336,0 5-6641</inkml:trace>
</inkml:ink>
</file>

<file path=ppt/ink/ink3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6"/>
    </inkml:context>
    <inkml:brush xml:id="br0">
      <inkml:brushProperty name="width" value="0.025" units="cm"/>
      <inkml:brushProperty name="height" value="0.025" units="cm"/>
    </inkml:brush>
  </inkml:definitions>
  <inkml:trace contextRef="#ctx0" brushRef="#br0">0 252 6641,'0'0'12811,"7"-17"-11900,26-53-36,-29 65-758,-1 0 0,1 0 0,0 1 0,0-1 0,0 1 0,1 0 0,-1 1 0,1-1 0,0 1 0,0 0 0,0 0 0,1 0 0,8-3 0,8-4 152,4-5-176,1 1 0,0 2 0,1 1-1,0 1 1,1 1 0,0 2 0,0 0 0,0 2 0,1 2 0,45-1-1,-52 4-84,-13-1-8,-1 1 0,0 0 0,1 1 0,-1 0 0,0 0 0,12 4 0,-19-4-3,1 0-1,-1 0 1,0 0-1,0 0 1,1 1-1,-1 0 1,0-1-1,0 1 1,0 0-1,0 0 1,-1 0-1,1 0 1,0 0-1,-1 0 1,0 0-1,1 1 1,-1-1-1,0 1 1,0-1-1,0 1 1,-1-1-1,1 1 1,-1-1-1,1 1 1,-1 0-1,0 4 1,1 3 22,0-1 0,-1 1 0,0 0 1,-1 0-1,0-1 0,0 1 0,-1 0 0,-1-1 1,1 1-1,-2-1 0,1 0 0,-1 0 0,0 0 1,-1-1-1,0 1 0,-1-1 0,0 0 0,0-1 1,-8 9-1,-197 177 433,199-183-449,1 1-1,0-1 1,0 2-1,1-1 1,-16 26 0,21-28-54,1 0 0,-1 0 0,2 0 0,-1 0 0,1 1 0,1 0 0,0-1 0,0 1 0,1 0 0,0 15 0,1-24 38,1 1 0,-1 0 0,1 0 0,-1-1 1,1 1-1,0 0 0,0-1 0,-1 1 0,1-1 1,0 1-1,1-1 0,-1 0 0,0 1 1,0-1-1,1 0 0,-1 0 0,0 1 0,1-1 1,-1-1-1,1 1 0,-1 0 0,1 0 0,0 0 1,-1-1-1,1 1 0,0-1 0,0 1 1,3-1-1,10 3-92,0 0 1,22 0 0,-24-2 2,-9-1 64,21 3-346,0-2 1,1 0-1,-1-2 0,0 0 0,31-7 1,-47 4 338,-9 4 48,0 0 0,0 0 0,0 0 0,0 0 0,0 0 0,0 0 0,0 1 1,0-1-1,0 0 0,0 0 0,0 0 0,0 0 0,0 0 0,0 0 1,0 0-1,0 0 0,0 0 0,0 1 0,0-1 0,0 0 0,0 0 1,0 0-1,0 0 0,0 0 0,0 0 0,0 0 0,0 0 0,0 0 1,0 1-1,0-1 0,0 0 0,0 0 0,0 0 0,0 0 0,1 0 0,-1 0 1,0 0-1,0 0 0,0 0 0,0 0 0,0 0 0,0 0 0,0 0 1,0 0-1,0 0 0,0 0 0,1 0 0,-1 0 0,0 0 0,0 0 1,0 0-1,0 0 0,0 0 0,0 0 0,0 0 0,0 0 0,1 0 0,-2 9 46,1 45 96,3 94-28,-2-125-110,2-1-1,1 0 1,1-1-1,11 34 1,-6-32 61,-2-1 0,0 1 1,-2 1-1,0-1 1,-2 1-1,3 37 0,-8-59 0,1 0-1,0 1 1,0-1-1,-1 0 1,0 1-1,1-1 1,-1 0 0,0 0-1,0 0 1,0 0-1,0 0 1,-1 0-1,1 0 1,0 0-1,-1 0 1,1 0-1,-1-1 1,0 1-1,0-1 1,0 1-1,1-1 1,-5 2-1,-3 2 162,0 0-1,-1-2 1,-18 6-1,20-6-106,-83 24 881,-7 1 398,-110 49 0,208-77-1431,-1 0 0,1 0 0,-1 0 0,1 0 0,-1 1 0,1-1 0,-1 0 0,1 0 0,-1 1 0,1-1 0,-1 0 0,1 1 0,-1-1 0,1 0 0,0 1-1,-1-1 1,1 0 0,-1 1 0,1-1 0,0 1 0,0-1 0,-1 1 0,1-1 0,0 1 0,0-1 0,-1 1 0,1-1 0,0 1 0,0-1 0,0 1 0,0 0 0,0-1 0,0 1 0,0 0-250,1 0 0,-1-1 0,1 1 1,0 0-1,-1-1 0,1 1 0,0-1 0,-1 1 0,1-1 0,0 0 0,0 1 0,-1-1 0,1 0 0,0 1 1,0-1-1,0 0 0,0 0 0,-1 0 0,3 1 0,17-1-8687</inkml:trace>
</inkml:ink>
</file>

<file path=ppt/ink/ink3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7"/>
    </inkml:context>
    <inkml:brush xml:id="br0">
      <inkml:brushProperty name="width" value="0.025" units="cm"/>
      <inkml:brushProperty name="height" value="0.025" units="cm"/>
    </inkml:brush>
  </inkml:definitions>
  <inkml:trace contextRef="#ctx0" brushRef="#br0">665 41 2184,'0'0'6719,"-15"-7"-4182,4 1-2085,-1 1 0,-1 0 1,1 1-1,-1 0 0,0 1 0,0 1 0,0 0 1,-17-1-1,9 3 148,-95 4 1984,99-2-2225,1 0 1,-1 2 0,1 0 0,-31 12-1,21-4 92,0 1 0,-34 23 0,48-28-243,1 0 0,0 1 1,0 1-1,1-1 0,1 2 0,-16 21 0,21-26-157,1 1 0,1-1 0,-1 1 0,1 0 0,0 0 0,1 0 0,0 0 0,0 0 0,0 0 0,1 1 0,1 12 0,-1-8-32,0-9-15,0-1 0,1 0 0,0 1 0,-1-1 0,1 0 0,0 0 0,0 0 0,0 1 0,0-1-1,0 0 1,1 0 0,-1 0 0,1-1 0,-1 1 0,1 0 0,0 0 0,-1-1 0,1 1 0,0-1 0,0 0 0,4 2 0,6 4 37,1 0 1,22 6-1,-9-2 10,-22-10-52,0 1 1,0 0 0,1 0 0,-1 1 0,-1-1-1,1 1 1,0 0 0,-1 0 0,1 0 0,-1 0-1,0 1 1,0 0 0,0-1 0,-1 1 0,1 0 0,-1 0-1,0 0 1,0 1 0,0-1 0,-1 0 0,1 1-1,-1-1 1,0 1 0,0-1 0,-1 1 0,0 0 0,1-1-1,-2 8 1,2-4 16,-1-1-1,0 1 1,0-1 0,-1 1-1,0-1 1,-1 1 0,1-1-1,-1 1 1,0-1 0,-1 0-1,0 0 1,0 0-1,-1 0 1,0-1 0,0 1-1,0-1 1,-1 0 0,0 0-1,0-1 1,0 0 0,-7 6-1,4-4-6,-10 10 33,-35 25 0,47-38-52,1 0 1,-1-1-1,0 0 0,0 0 0,-1 0 0,1-1 0,-1 0 0,1 0 0,-1-1 1,1 0-1,-11 1 0,16-3-87,1 1 0,0 0 1,-1 0-1,1-1 0,-1 1 0,1 0 0,-1-1 1,1 1-1,0 0 0,-1-1 0,1 1 0,0-1 1,-1 1-1,1 0 0,0-1 0,0 1 0,-1-1 1,1 1-1,0-1 0,0 1 0,0-1 0,0 1 1,-1-1-1,1 1 0,0-1 0,0 1 0,0-1 1,0 0-1,0 1 0,0-1 0,1 1 0,-1-1 0,4-19-985,-1 17 915,0 1 0,0-1 1,-1 1-1,1 0 0,1 0 0,-1 0 0,0 1 1,0-1-1,1 1 0,-1-1 0,1 1 0,-1 0 1,1 1-1,6-2 0,54-2-860,-59 3 988,0 1-1,0 0 1,0 1-1,0-1 0,-1 1 1,1 0-1,0 0 1,0 0-1,0 1 1,7 3-1,-9-3 43,-1 1 0,1-1 0,-1 0 0,0 1 0,1 0 0,-1 0 0,-1-1-1,1 1 1,0 0 0,-1 0 0,1 1 0,-1-1 0,0 0 0,0 0 0,-1 1 0,2 4 0,2 20 629,-1 1 0,-2 0 0,-2 42 0,0-14 706,-3-4-299,2-40-832,0 0 0,2 0 0,-1 0 0,2 0 0,-1 0 0,4 16 1,-3-27-191,0-1 1,0 1-1,0 0 1,0-1 0,0 1-1,0-1 1,0 1 0,0-1-1,1 0 1,-1 1-1,1-1 1,-1 0 0,1 0-1,-1 0 1,1 0-1,0 0 1,-1 0 0,1 0-1,3 0 1,39 9 232,-28-8-99,25 4-51,0-2 0,73-2 0,-66-3-3766</inkml:trace>
</inkml:ink>
</file>

<file path=ppt/ink/ink3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8"/>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3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89"/>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3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0"/>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3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1"/>
    </inkml:context>
    <inkml:brush xml:id="br0">
      <inkml:brushProperty name="width" value="0.025" units="cm"/>
      <inkml:brushProperty name="height" value="0.025" units="cm"/>
    </inkml:brush>
  </inkml:definitions>
  <inkml:trace contextRef="#ctx0" brushRef="#br0">411 27 2529,'0'0'13500,"2"-5"-12295,5-12-296,-5 12 1264,-7 5-1981,0 1 1,1-1-1,-1 1 0,0 0 0,1 0 0,-1 0 0,1 0 0,-1 1 0,1 0 0,0 0 0,0 0 0,0 1 0,0-1 1,-6 6-1,-1 2-165,1 1 0,0 1 1,-11 15-1,4-5 258,-21 28-206,3 1 0,1 2 0,4 1 0,-25 59 0,37-69-69,2 1 1,2 0 0,2 0-1,2 2 1,2-1 0,-2 49-1,9 257 21,2-333-33,1 0 1,0-1-1,2 0 1,0 0-1,1 0 1,0 0-1,12 23 1,-14-34 1,1 1 0,0-1 0,1 0 1,-1 0-1,1-1 0,1 1 0,-1-1 1,1 0-1,0-1 0,0 1 0,1-1 0,-1 0 1,1-1-1,1 0 0,-1 0 0,0 0 0,1-1 1,15 5-1,2-4 60,0-1 1,0 0-1,1-2 1,-1-1-1,39-5 1,-63 5-80,0 0 1,1 0 0,-1 0 0,0-1-1,1 1 1,-1 0 0,0 0 0,0-1 0,1 1-1,-1-1 1,0 0 0,0 1 0,0-1-1,0 0 1,1 1 0,-1-1 0,0 0-1,-1 0 1,1 0 0,0 0 0,0 0 0,0 0-1,0-2 1,-7 3-1291,-5 2 81,0-1 0,0 2 0,0 0 0,0 0 0,-13 6 1,-24 6-4608</inkml:trace>
</inkml:ink>
</file>

<file path=ppt/ink/ink3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2"/>
    </inkml:context>
    <inkml:brush xml:id="br0">
      <inkml:brushProperty name="width" value="0.025" units="cm"/>
      <inkml:brushProperty name="height" value="0.025" units="cm"/>
    </inkml:brush>
  </inkml:definitions>
  <inkml:trace contextRef="#ctx0" brushRef="#br0">86 4 440,'0'0'20655,"0"-3"-19944,1 34-223,-2 0 0,-1-1 0,-7 35 0,3-45-542,1-1-458,-1-1 0,-1 0-1,-12 24 1,18-40-125,0-1-1,0 1 0,-1-1 1,1 0-1,0 1 0,-1-1 1,1 0-1,-1 0 0,1 0 1,-1 0-1,1 0 0,-3 1 1,-7-1-7592</inkml:trace>
</inkml:ink>
</file>

<file path=ppt/ink/ink3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3"/>
    </inkml:context>
    <inkml:brush xml:id="br0">
      <inkml:brushProperty name="width" value="0.025" units="cm"/>
      <inkml:brushProperty name="height" value="0.025" units="cm"/>
    </inkml:brush>
  </inkml:definitions>
  <inkml:trace contextRef="#ctx0" brushRef="#br0">1 17 1360,'0'0'19132,"10"-17"-19132,6 56-208,-5 35-1344,0-11-3137,-6-3-4497</inkml:trace>
</inkml:ink>
</file>

<file path=ppt/ink/ink3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4"/>
    </inkml:context>
    <inkml:brush xml:id="br0">
      <inkml:brushProperty name="width" value="0.025" units="cm"/>
      <inkml:brushProperty name="height" value="0.025" units="cm"/>
    </inkml:brush>
  </inkml:definitions>
  <inkml:trace contextRef="#ctx0" brushRef="#br0">1 132 1616,'0'0'20089,"11"-1"-19461,77-3-9,-87 4-617,0 1 1,0-1-1,-1 0 1,1 0-1,-1 0 1,1 1 0,0-1-1,-1 0 1,1 1-1,-1-1 1,1 0-1,0 1 1,-1-1-1,1 1 1,-1-1 0,0 1-1,1-1 1,-1 1-1,1 0 1,-1-1-1,0 1 1,1-1 0,-1 1-1,0 0 1,0-1-1,0 1 1,1 0-1,-1-1 1,0 1 0,0 0-1,0-1 1,0 1-1,0 1 1,0 28-46,-1-22-11,1-6-128,12-2-949,-2-1 832,1 0 1,-1-1 0,1 0 0,-1 0-1,1-1 1,-1-1 0,0 0 0,0 0-1,-1-1 1,14-8 0,10-10-173,43-37-1,-52 40 235,-13 12 459,15-13-198,-18 9 4335,-5 132-3426,-1-58-3548,-1-3-4860,-1-40-388</inkml:trace>
</inkml:ink>
</file>

<file path=ppt/ink/ink3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5"/>
    </inkml:context>
    <inkml:brush xml:id="br0">
      <inkml:brushProperty name="width" value="0.025" units="cm"/>
      <inkml:brushProperty name="height" value="0.025" units="cm"/>
    </inkml:brush>
  </inkml:definitions>
  <inkml:trace contextRef="#ctx0" brushRef="#br0">156 0 2497,'0'0'19868,"-5"28"-18716,2-8-956,-3 23 283,-3 0 1,-22 71 0,-39 103 627,60-178-1134,3-1 0,1 2-1,-2 67 1,8-94 119,-1-10-260,1 1 1,0-1 0,0 0 0,1 1 0,-1-1 0,1 1 0,-1-1 0,2 5 0,-1-7 7,0 0 0,0 1 0,0-1 0,1 0 0,-1 1 0,0-1 0,0 0 0,1 0-1,-1 0 1,1 0 0,-1 0 0,1-1 0,-1 1 0,1 0 0,-1-1 0,1 1 0,0-1 0,-1 1 0,1-1 0,2 0 0,61 6-7697,-42-6 1210</inkml:trace>
</inkml:ink>
</file>

<file path=ppt/ink/ink3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6"/>
    </inkml:context>
    <inkml:brush xml:id="br0">
      <inkml:brushProperty name="width" value="0.025" units="cm"/>
      <inkml:brushProperty name="height" value="0.025" units="cm"/>
    </inkml:brush>
  </inkml:definitions>
  <inkml:trace contextRef="#ctx0" brushRef="#br0">0 43 1304,'0'0'19965,"193"-43"-19821,-145 43-144,16 0-809,-16 0-3528,0 0-7209</inkml:trace>
</inkml:ink>
</file>

<file path=ppt/ink/ink3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7"/>
    </inkml:context>
    <inkml:brush xml:id="br0">
      <inkml:brushProperty name="width" value="0.025" units="cm"/>
      <inkml:brushProperty name="height" value="0.025" units="cm"/>
    </inkml:brush>
  </inkml:definitions>
  <inkml:trace contextRef="#ctx0" brushRef="#br0">289 60 1168,'0'0'15155,"1"-10"-13661,3-30-439,-3 30-231,5 21 683,10 43-1175,-2 0-1,11 102 1,-12 118-384,-12-256 28,-1-10 29,1-1 1,-2 0 0,1 0-1,-1 1 1,0-1 0,-3 11-1,3-15 5,0-1 0,0 0 0,0 0 0,-1 0 0,1 0 0,-1 0 0,1-1 0,-1 1-1,0 0 1,0-1 0,1 1 0,-1-1 0,0 1 0,0-1 0,-1 0 0,1 0 0,0 0 0,0 0-1,0 0 1,-1-1 0,1 1 0,0-1 0,-1 1 0,-3-1 0,-8 2 58,0-1 1,0 0-1,-1-1 0,1 0 1,0-2-1,-1 1 1,-13-5-1,18 3-8,0 0 1,1-1-1,0 0 0,-1 0 1,1-1-1,1 0 0,-1-1 1,1 0-1,0-1 0,-11-10 1,8 5 183,-1 0 0,2 0 1,0-1-1,0-1 0,-12-23 0,22 36-290,0 1 0,0 0 0,-1-1 0,1 1 0,0-1 0,0 1 0,0 0 0,-1-1 0,1 1 0,0-1 0,0 1 0,0-1 0,0 1 0,0-1 0,0 1 0,0-1 0,0 1 0,0-1 0,0 1 0,0 0 0,0-1 0,1 1 0,-1-1 0,0 1 0,0-1 0,0 1 0,1-1 0,-1 1 0,0 0 0,0-1 0,1 1 0,0-1 0,15-2-5379,-2 2 1997,11-9-5965</inkml:trace>
</inkml:ink>
</file>

<file path=ppt/ink/ink3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8"/>
    </inkml:context>
    <inkml:brush xml:id="br0">
      <inkml:brushProperty name="width" value="0.025" units="cm"/>
      <inkml:brushProperty name="height" value="0.025" units="cm"/>
    </inkml:brush>
  </inkml:definitions>
  <inkml:trace contextRef="#ctx0" brushRef="#br0">28 0 1800,'0'0'24811,"-6"16"-21358,6 23-4734,1-9-899,-2 0 0,-6 45 0,-7-20-3820</inkml:trace>
</inkml:ink>
</file>

<file path=ppt/ink/ink3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4.999"/>
    </inkml:context>
    <inkml:brush xml:id="br0">
      <inkml:brushProperty name="width" value="0.025" units="cm"/>
      <inkml:brushProperty name="height" value="0.025" units="cm"/>
    </inkml:brush>
  </inkml:definitions>
  <inkml:trace contextRef="#ctx0" brushRef="#br0">5 161 1040,'0'0'16546,"-1"-3"-14893,0-1-1433,0 3-158,1 0 1,0 0 0,-1 0 0,1 0 0,0 0 0,0 0 0,0 0 0,0 0 0,0 0 0,0 0 0,0 0 0,0 0 0,0 1 0,0-1 0,0 0 0,1 0 0,-1 0-1,0 0 1,1 0 0,-1 0 0,1 0 0,-1 0 0,1 0 0,-1 1 0,1-1 0,0 0 0,-1 0 0,1 1 0,0-1 0,0 0 0,-1 1 0,1-1 0,0 1 0,0-1 0,0 1-1,0 0 1,0-1 0,0 1 0,0 0 0,0-1 0,1 1 0,36-15 404,69-16-1,-28 9-311,16-1-56,-56 14-181,38-13 0,-97 41-6007,-23 21 2616,-33 12-2858,4-9-901</inkml:trace>
</inkml:ink>
</file>

<file path=ppt/ink/ink3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
    </inkml:context>
    <inkml:brush xml:id="br0">
      <inkml:brushProperty name="width" value="0.025" units="cm"/>
      <inkml:brushProperty name="height" value="0.025" units="cm"/>
    </inkml:brush>
  </inkml:definitions>
  <inkml:trace contextRef="#ctx0" brushRef="#br0">6 0 1424,'-6'202'10018,"28"-202"-7289,10 0 8,5 0-345,6 0-511,10 0-425,-5-4-480,6-1-288,-11-12-320,-6 0-208,-5 8-160,-5 9-536,-16 0-1904,-6 0-4842</inkml:trace>
</inkml:ink>
</file>

<file path=ppt/ink/ink3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1"/>
    </inkml:context>
    <inkml:brush xml:id="br0">
      <inkml:brushProperty name="width" value="0.025" units="cm"/>
      <inkml:brushProperty name="height" value="0.025" units="cm"/>
    </inkml:brush>
  </inkml:definitions>
  <inkml:trace contextRef="#ctx0" brushRef="#br0">288 311 2465,'0'0'15464,"-16"-8"-13952,-48-24-493,60 30-955,0 0 0,0 1 0,0-1-1,0 1 1,0 0 0,-1 0-1,1 0 1,0 1 0,-1-1 0,1 1-1,-1 0 1,1 1 0,0-1-1,-1 1 1,1 0 0,0 0 0,-1 0-1,1 0 1,0 1 0,0-1 0,0 1-1,0 0 1,0 1 0,1-1-1,-1 1 1,1-1 0,-1 1 0,1 0-1,0 0 1,0 1 0,0-1-1,-2 5 1,-5 7-45,2 0 0,0 0 0,0 1 0,2 1 0,0-1 0,-4 18 0,4-9-44,1 0 0,2 0 0,0 0 0,1 1 1,2-1-1,5 50 0,-5-72 0,1 0-1,0-1 0,-1 1 1,1 0-1,0-1 1,0 1-1,1 0 1,-1-1-1,0 0 1,1 1-1,0-1 0,-1 0 1,1 0-1,0 0 1,0 0-1,0 0 1,0 0-1,1 0 0,-1-1 1,0 1-1,1-1 1,-1 0-1,1 0 1,-1 1-1,1-2 0,4 2 1,6 1-43,-1-1-1,1 0 1,0-1 0,18-1-1,-22 0 64,-1 0-26,0-1 0,0 0 1,0 0-1,-1 0 1,1-1-1,0 0 1,0-1-1,-1 1 1,0-1-1,1-1 0,-1 0 1,0 0-1,-1 0 1,1-1-1,11-10 1,-5 1-82,0-1-1,-2 0 1,1-1 0,-2 0 0,15-28 0,-15 21 95,0-1 0,-1 1-1,-1-2 1,-2 1 0,0-1 0,3-37 0,-2-154 135,-7 164-55,0 48-33,0 0 1,0 0-1,-1 0 0,1-1 0,-1 1 0,0 0 0,0 0 0,0 0 0,0 0 0,-4-5 0,4 7 11,-1 0 0,1 0 0,-1 0 0,0 0 0,0 1-1,0-1 1,0 1 0,0-1 0,0 1 0,0 0 0,0 0-1,0 0 1,-1 0 0,1 0 0,0 0 0,-1 1 0,1-1-1,-5 1 1,3-1-12,-1 0-1,0 1 1,0-1 0,1 1-1,-1 0 1,0 1-1,1-1 1,-1 1-1,0 0 1,1 0 0,-1 1-1,1-1 1,0 1-1,-1 0 1,-7 5-1,7-3-56,0 0-1,1 1 0,-1 0 1,1-1-1,0 2 1,0-1-1,1 0 0,0 1 1,0-1-1,0 1 0,-4 12 1,1 3-757,1 1 0,0 1 1,2-1-1,-1 24 0,3-3-4021</inkml:trace>
</inkml:ink>
</file>

<file path=ppt/ink/ink3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2"/>
    </inkml:context>
    <inkml:brush xml:id="br0">
      <inkml:brushProperty name="width" value="0.025" units="cm"/>
      <inkml:brushProperty name="height" value="0.025" units="cm"/>
    </inkml:brush>
  </inkml:definitions>
  <inkml:trace contextRef="#ctx0" brushRef="#br0">59 10 1512,'0'0'28158,"0"-10"-26949,-5 10-3130,-11 27-951,-6 26-2690,6-5-3095</inkml:trace>
</inkml:ink>
</file>

<file path=ppt/ink/ink3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3"/>
    </inkml:context>
    <inkml:brush xml:id="br0">
      <inkml:brushProperty name="width" value="0.025" units="cm"/>
      <inkml:brushProperty name="height" value="0.025" units="cm"/>
    </inkml:brush>
  </inkml:definitions>
  <inkml:trace contextRef="#ctx0" brushRef="#br0">460 1 1216,'43'337'11867,"-54"-330"-7458,-10 15-2257,-17 9-175,1 5-441,-17 19-936,1 3-600,-11 7-144,-27 19-1600,16-14-3321,16-22-7714</inkml:trace>
</inkml:ink>
</file>

<file path=ppt/ink/ink3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4"/>
    </inkml:context>
    <inkml:brush xml:id="br0">
      <inkml:brushProperty name="width" value="0.025" units="cm"/>
      <inkml:brushProperty name="height" value="0.025" units="cm"/>
    </inkml:brush>
  </inkml:definitions>
  <inkml:trace contextRef="#ctx0" brushRef="#br0">241 40 624,'0'0'17021,"4"-6"-15291,9-14-673,-13 19-944,1 0 1,-1 0-1,0 1 1,1-1-1,-1 0 0,1 1 1,-1-1-1,1 0 1,0 1-1,-1-1 1,1 0-1,0 1 1,-1-1-1,1 1 1,0 0-1,-1-1 0,1 1 1,0-1-1,0 1 1,0 0-1,-1 0 1,1-1-1,0 1 1,0 0-1,0 0 1,0 0-1,-1 0 0,1 0 1,0 0-1,0 0 1,0 0-1,0 0 1,1 1-1,0 9 189,40 737-1203,-42-745 879,0 1 0,0-1 0,0 1 0,0-1 0,0 0 0,0 1 0,-1-1 0,1 1 0,-1-1 0,0 0 0,0 1-1,1-1 1,-2 0 0,1 0 0,0 1 0,0-1 0,-1 0 0,-1 2 0,0-3 23,0 1 0,1-1 1,-1 0-1,-1 0 0,1 0 1,0 0-1,0 0 0,0-1 1,0 1-1,-1-1 0,1 0 0,0 0 1,-4 0-1,-7 0 42,7 0-30,0 1-1,0-1 0,0-1 0,0 1 1,0-1-1,1 0 0,-1-1 0,0 0 1,0 0-1,1 0 0,-1-1 0,-8-5 1,3 0 28,1 0 0,1-1 1,0 0-1,0-1 0,1 0 1,0-1-1,-8-13 0,0-4 403,-26-58 1,41 83-359,1-1 1,0 1-1,0-1 0,1 1 1,-1-1-1,1 0 1,-1-4-1,1-6-2982,0 5-2232</inkml:trace>
</inkml:ink>
</file>

<file path=ppt/ink/ink3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5"/>
    </inkml:context>
    <inkml:brush xml:id="br0">
      <inkml:brushProperty name="width" value="0.025" units="cm"/>
      <inkml:brushProperty name="height" value="0.025" units="cm"/>
    </inkml:brush>
  </inkml:definitions>
  <inkml:trace contextRef="#ctx0" brushRef="#br0">0 48 10218,'0'0'17348,"0"-38"-16492,0 33-40,0 0-816,16 37-6489,11-1 680,5-9-7042</inkml:trace>
</inkml:ink>
</file>

<file path=ppt/ink/ink3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6"/>
    </inkml:context>
    <inkml:brush xml:id="br0">
      <inkml:brushProperty name="width" value="0.025" units="cm"/>
      <inkml:brushProperty name="height" value="0.025" units="cm"/>
    </inkml:brush>
  </inkml:definitions>
  <inkml:trace contextRef="#ctx0" brushRef="#br0">654 0 1144,'0'0'16328,"4"0"-14457,19 0 948,-37 17-126,-276 196-694,1-1-2047,214-148-298,74-63 325,-10 9-827,20-9 54,6-1 936,34-1-113,412 13 254,-259-2 729,-200-10-971,-1 0-4,0 0 0,0-1 0,0 1 0,0 0-1,0 0 1,0 0 0,0 0 0,0 0 0,0 0 0,0 0 0,0 0-1,0 1 1,0-1 0,0 0 0,0 1 0,0-1 0,0 1-1,0-1 1,0 1 0,0-1 0,0 1 0,0-1 0,0 1 0,-1 0-1,1 0 1,1 1 0,-2-1 829,-1 12-1983,0-7 431,0-1 0,-1 1-1,1-1 1,-1 1-1,0-1 1,-1 1 0,0-1-1,0 0 1,-5 7-1,-13 5-6734</inkml:trace>
</inkml:ink>
</file>

<file path=ppt/ink/ink3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7"/>
    </inkml:context>
    <inkml:brush xml:id="br0">
      <inkml:brushProperty name="width" value="0.025" units="cm"/>
      <inkml:brushProperty name="height" value="0.025" units="cm"/>
    </inkml:brush>
  </inkml:definitions>
  <inkml:trace contextRef="#ctx0" brushRef="#br0">1 118 1608,'0'0'10799,"0"-11"-8814,1-39-95,-1 48-1751,0 0 0,0 0 0,0-1 0,1 1 0,-1 0 0,1 0 0,-1 0 0,1-1 0,0 1 0,0 0 0,0 0 0,0 0 0,0 0 0,0 0 0,1 1 1,-1-1-1,1 0 0,-1 0 0,1 1 0,0-1 0,-1 1 0,1 0 0,0-1 0,0 1 0,0 0 0,2-1 0,3 0 311,-1 1 1,0-1 0,1 1-1,-1 1 1,1-1 0,10 1-1,-10 0-3,-5 1-404,-1-1-1,1 0 1,0 1-1,-1-1 1,1 1-1,0-1 1,-1 1-1,1 0 1,-1 0-1,1 0 1,-1-1-1,1 2 1,-1-1-1,0 0 1,1 0-1,-1 0 1,0 0-1,0 1 1,0-1-1,0 1 1,1 2-1,16 36 159,-15-32-134,-3-7-62,20 52 187,-2 1 0,18 87 0,-35-82-190,-1-57 323,1-3-322,0 0 0,0-1 0,0 1 0,0 0 0,0 0 0,0 0 0,-1-1 0,1 1 0,0 0 1,-1-1-1,1 1 0,-1 0 0,0-1 0,1 1 0,-1-1 0,0 1 0,0-3 0,2-4-11,6-17-46,1 0 1,1 1 0,1 1-1,2-1 1,0 2 0,1 0-1,1 1 1,1 0 0,1 1-1,32-28 1,-42 42 39,1 1-1,0 0 1,1 0-1,-1 1 1,1 0-1,0 1 1,0-1-1,0 2 1,0-1-1,0 2 1,1-1-1,-1 1 1,1 0-1,-1 1 1,13 1-1,-19-1 20,1 1 1,-1 0-1,0 0 0,1 0 0,-1 0 0,0 0 1,0 0-1,0 1 0,0 0 0,0 0 1,0 0-1,0 0 0,0 0 0,-1 0 1,1 1-1,-1-1 0,0 1 0,0 0 1,0-1-1,0 1 0,0 0 0,0 0 1,-1 0-1,3 7 0,1 4 171,0 0 0,-1 0 0,0 1 0,2 20 0,-2-7 278,1 6-1881,2 45-1,-7-36-1720,0 0-1983</inkml:trace>
</inkml:ink>
</file>

<file path=ppt/ink/ink3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8"/>
    </inkml:context>
    <inkml:brush xml:id="br0">
      <inkml:brushProperty name="width" value="0.025" units="cm"/>
      <inkml:brushProperty name="height" value="0.025" units="cm"/>
    </inkml:brush>
  </inkml:definitions>
  <inkml:trace contextRef="#ctx0" brushRef="#br0">0 18 1072,'0'0'19254,"17"0"-18022,6 0-927,10 1 100,-1-1 0,0-2-1,49-8 1,-72 8-446,0 0-1,0 1 1,1 0-1,12 1 0,-21 0-869,-3 7-6362,-4 0 4317,3-5 744,-7 8-6390</inkml:trace>
</inkml:ink>
</file>

<file path=ppt/ink/ink3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09"/>
    </inkml:context>
    <inkml:brush xml:id="br0">
      <inkml:brushProperty name="width" value="0.025" units="cm"/>
      <inkml:brushProperty name="height" value="0.025" units="cm"/>
    </inkml:brush>
  </inkml:definitions>
  <inkml:trace contextRef="#ctx0" brushRef="#br0">27 46 1464,'0'0'5975,"0"-3"-5548,1-4-835,-1-14 3972,0 20-3355,0 1 1,0-1-1,0 1 0,0-1 0,0 1 1,0-1-1,-1 1 0,1-1 1,0 1-1,0-1 0,0 1 1,-1-1-1,1 1 0,0 0 1,-1-1-1,1 1 0,0-1 1,-1 1-1,1 0 0,0-1 0,-1 1 1,1 0-1,-1 0 0,1-1 1,-1 1-1,1 0 0,-1 0 1,1 0-1,-1-1 0,1 1 1,-1 0-1,1 0 0,-1 0 1,-9-2 2290,5 1 2068,4 15-3133,1 56-720,21 137-1,-14-155-742,1 60 0,-7-43-5294,-1-65 379</inkml:trace>
</inkml:ink>
</file>

<file path=ppt/ink/ink3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0"/>
    </inkml:context>
    <inkml:brush xml:id="br0">
      <inkml:brushProperty name="width" value="0.025" units="cm"/>
      <inkml:brushProperty name="height" value="0.025" units="cm"/>
    </inkml:brush>
  </inkml:definitions>
  <inkml:trace contextRef="#ctx0" brushRef="#br0">49 37 464,'0'0'27718,"0"-32"-27222,0 28-152,-6 30-4969,-15 17-176,-1-11-1632</inkml:trace>
</inkml:ink>
</file>

<file path=ppt/ink/ink3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1"/>
    </inkml:context>
    <inkml:brush xml:id="br0">
      <inkml:brushProperty name="width" value="0.025" units="cm"/>
      <inkml:brushProperty name="height" value="0.025" units="cm"/>
    </inkml:brush>
  </inkml:definitions>
  <inkml:trace contextRef="#ctx0" brushRef="#br0">374 0 2345,'0'0'24397,"-64"12"-23245,48 20-432,0 6-408,-5 3-192,-17 19-120,-4 5-72,-28 41-1392,11-15-2865,11-21-5633</inkml:trace>
</inkml:ink>
</file>

<file path=ppt/ink/ink3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2"/>
    </inkml:context>
    <inkml:brush xml:id="br0">
      <inkml:brushProperty name="width" value="0.025" units="cm"/>
      <inkml:brushProperty name="height" value="0.025" units="cm"/>
    </inkml:brush>
  </inkml:definitions>
  <inkml:trace contextRef="#ctx0" brushRef="#br0">359 31 616,'0'0'15918,"0"-31"-8045,2 53-7826,0-1 1,1 1 0,2-1 0,13 40-1,4 21-40,-12-22-135,-3 0 0,-1 96 0,-6-152 118,0 0 0,0 0 0,0 0-1,-1 1 1,1-1 0,-1 0 0,0 0 0,0 0 0,-1 0 0,1 0 0,-1 0 0,0 0 0,0-1 0,0 1 0,-1 0-1,1-1 1,-4 4 0,1-3 33,0 0 0,-1-1 1,1 1-1,-1-1 0,0 0 0,0 0 0,0-1 0,0 0 0,-13 3 0,-11 0 47,-1-1 0,0-1 0,1-2 1,-46-4-1,2 1 210,69 2-347,4 0-427,0 1-1268,-3-1 958,0-7-3884,-30-57-7313,18 31 9310</inkml:trace>
</inkml:ink>
</file>

<file path=ppt/ink/ink3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3"/>
    </inkml:context>
    <inkml:brush xml:id="br0">
      <inkml:brushProperty name="width" value="0.025" units="cm"/>
      <inkml:brushProperty name="height" value="0.025" units="cm"/>
    </inkml:brush>
  </inkml:definitions>
  <inkml:trace contextRef="#ctx0" brushRef="#br0">6 27 1488,'0'0'22113,"0"-4"-20251,0 2-1410,0 1-339,1 0-1,-1 0 1,0 0-1,0 0 1,0 0 0,0 0-1,0 0 1,-1 0-1,1 0 1,0 0-1,0 0 1,-1 0-1,1 0 1,0 0-1,-1 0 1,1 1-1,-1-1 1,1 0-1,-2-2 1664,9 25-1755,1-4-1830,1 0-1,1 0 0,13 16 0,-11-16-1869,10 11-5411</inkml:trace>
</inkml:ink>
</file>

<file path=ppt/ink/ink3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4"/>
    </inkml:context>
    <inkml:brush xml:id="br0">
      <inkml:brushProperty name="width" value="0.025" units="cm"/>
      <inkml:brushProperty name="height" value="0.025" units="cm"/>
    </inkml:brush>
  </inkml:definitions>
  <inkml:trace contextRef="#ctx0" brushRef="#br0">11 11 2369,'0'0'15847,"0"-8"-13063,0 6-1920,0 6 4462,2 21-4983,1-1 0,10 42-1,-6-34-324,5 51 0,-11 69-1996,-1-85-1753,0-62 3026,0 0 1,0 1 0,-1-1-1,1 0 1,-1 0-1,0 0 1,-1 0-1,1 0 1,-1 0-1,0 0 1,0 0 0,0-1-1,-7 10 1,-17 10-9242</inkml:trace>
</inkml:ink>
</file>

<file path=ppt/ink/ink3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5"/>
    </inkml:context>
    <inkml:brush xml:id="br0">
      <inkml:brushProperty name="width" value="0.025" units="cm"/>
      <inkml:brushProperty name="height" value="0.025" units="cm"/>
    </inkml:brush>
  </inkml:definitions>
  <inkml:trace contextRef="#ctx0" brushRef="#br0">0 85 360,'0'0'20316,"37"-36"-19843,1 36-193,-1 0-280,1 0-40,-6 0-1089,5-7-1695,-5-3-3402,-5-7-3344,-11 3 8322</inkml:trace>
</inkml:ink>
</file>

<file path=ppt/ink/ink3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6"/>
    </inkml:context>
    <inkml:brush xml:id="br0">
      <inkml:brushProperty name="width" value="0.025" units="cm"/>
      <inkml:brushProperty name="height" value="0.025" units="cm"/>
    </inkml:brush>
  </inkml:definitions>
  <inkml:trace contextRef="#ctx0" brushRef="#br0">0 1 2761,'0'0'20317,"0"21"-18680,2 70-576,-1-76-882,1 1 0,1-1 1,0 0-1,11 30 0,0-1-161,2 41-1972,-13-57-2472,-2 1-5140,-1-22 614</inkml:trace>
</inkml:ink>
</file>

<file path=ppt/ink/ink3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7"/>
    </inkml:context>
    <inkml:brush xml:id="br0">
      <inkml:brushProperty name="width" value="0.025" units="cm"/>
      <inkml:brushProperty name="height" value="0.025" units="cm"/>
    </inkml:brush>
  </inkml:definitions>
  <inkml:trace contextRef="#ctx0" brushRef="#br0">1 41 1632,'0'0'23277,"59"-41"-22461,-22 41-295,1 0-329,4 0-144,1 0-48,5 0-200,6 0-665,15 0-1111,-10 19-2873,-5-11-2497</inkml:trace>
</inkml:ink>
</file>

<file path=ppt/ink/ink3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8"/>
    </inkml:context>
    <inkml:brush xml:id="br0">
      <inkml:brushProperty name="width" value="0.025" units="cm"/>
      <inkml:brushProperty name="height" value="0.025" units="cm"/>
    </inkml:brush>
  </inkml:definitions>
  <inkml:trace contextRef="#ctx0" brushRef="#br0">22 66 1816,'0'0'14786,"-4"-8"-13143,-7-24-483,4 7 3787,12 25-4491,2 0-340,1 1 1,-1 0-1,1 0 1,-1 1-1,0 0 1,0 0-1,0 0 0,0 1 1,0 0-1,10 7 1,5 4 157,35 32 0,-30-23-140,45 36 142,-3 4 0,-2 2 0,100 130 0,-153-178-272,-2 2 1,0-1-1,-1 1 0,-1 1 0,-1 0 0,-1 0 1,0 1-1,-2 0 0,0 0 0,-2 1 0,0-1 0,-1 1 1,-2 0-1,-1 43 0,-1-55 47,-1 1 1,1-1-1,-2 0 0,0 1 1,0-1-1,-1 0 0,0 0 0,-1-1 1,0 0-1,0 1 0,-8 8 1,-7 7 204,-2 0 0,-31 26 0,49-47-226,-182 150 1058,-16 17-120,200-168-987,-1 0 0,0 0 1,1 0-1,-1 1 0,1-1 0,0 1 0,0 0 0,1-1 1,-1 1-1,1 0 0,-2 5 0,0 38-5404,3-39 3752,0 10-5797</inkml:trace>
</inkml:ink>
</file>

<file path=ppt/ink/ink3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19"/>
    </inkml:context>
    <inkml:brush xml:id="br0">
      <inkml:brushProperty name="width" value="0.025" units="cm"/>
      <inkml:brushProperty name="height" value="0.025" units="cm"/>
    </inkml:brush>
  </inkml:definitions>
  <inkml:trace contextRef="#ctx0" brushRef="#br0">38 12 1664,'0'0'6086,"-1"-1"-6406,-3-8 10208,2 7-9178,-25 2 948,24 0-1247,18 0-181,316 0 359,-271 5 1709,-60-4-2286,0 4-38,0-4-252,0 0 169,0-1 0,0 0-1,0 0 1,0 1 0,0-1 0,0 0-1,0 1 1,0-1 0,0 0-1,0 1 1,0-1 0,0 0 0,0 0-1,0 1 1,0-1 0,0 0 0,0 1-1,0-1 1,0 0 0,0 0-1,-1 1 1,1-1 0,0 0 0,0 0-1,0 1 1,0-1 0,-1 0 0,1 0-1,0 0 1,0 1 0,-1-1-1,1 0 1,-13 6-4843,-3-1-2819</inkml:trace>
</inkml:ink>
</file>

<file path=ppt/ink/ink3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0"/>
    </inkml:context>
    <inkml:brush xml:id="br0">
      <inkml:brushProperty name="width" value="0.025" units="cm"/>
      <inkml:brushProperty name="height" value="0.025" units="cm"/>
    </inkml:brush>
  </inkml:definitions>
  <inkml:trace contextRef="#ctx0" brushRef="#br0">776 0 3569,'0'0'7704,"5"3"-210,-22 482-7257,17-481-236,-12 88 17,10-83-12,0 0-1,-1 1 1,0-1-1,-1 0 0,0-1 1,0 1-1,-10 13 1,5-13 37,0 0-1,-1-1 1,0-1 0,0 0 0,-1 0 0,-15 6 0,10-3 19,-11 5-35,-1-1-1,0-1 0,0-1 0,-1-2 0,-1-1 0,1-1 0,-1-1 0,-1-2 0,1-1 0,-44 0 0,63-4-16,0 1 60,0-1 0,0 0 0,0-1-1,0 0 1,0 0 0,0-1 0,0-1 0,0 0 0,1 0 0,-1-1 0,-10-6-1,14 6-29,0 0 0,0-1 0,1 0 0,0 0-1,0-1 1,0 0 0,1 0 0,0 0 0,0 0-1,1-1 1,-1 0 0,2 0 0,-1 0 0,-3-9-1,3 1 33,0-1 0,1 0-1,1 0 1,0-1 0,2-29-1,0-7 197,0 53-49,2 3-227,0 0 1,-1 0-1,1 0 1,-1 1-1,1-1 0,-1 0 1,1 6-1,6 11-168,-7-17 32,1-1 0,-1 1 0,1-1-1,0 0 1,0 0 0,0 0 0,0 0 0,3 3 0,13 0-6648,-7-5-4271</inkml:trace>
</inkml:ink>
</file>

<file path=ppt/ink/ink3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1"/>
    </inkml:context>
    <inkml:brush xml:id="br0">
      <inkml:brushProperty name="width" value="0.025" units="cm"/>
      <inkml:brushProperty name="height" value="0.025" units="cm"/>
    </inkml:brush>
  </inkml:definitions>
  <inkml:trace contextRef="#ctx0" brushRef="#br0">150 239 3929,'0'0'10405,"-11"-7"-6183,11-7-3854,-43 13 153,43 1-505,-1 0 0,1 0 0,-1-1 0,0 1-1,1 0 1,-1 0 0,1-1 0,-1 1 0,1 0-1,-1-1 1,1 1 0,-1-1 0,1 1 0,-1-1-1,1 1 1,-1-1 0,1 1 0,0-1 0,-1 1-1,1-1 1,0 1 0,0-1 0,-1 0 0,1 1-1,0-1 1,0 0 0,0 1 0,0-1 0,0 1-1,0-1 1,0 0 0,0 0 0,0-30-67,1 19 57,-1 11-70,48 1-158,-48 0 233,1 0 0,-1 1-1,0-1 1,1 0 0,-1 0-1,1 1 1,-1-1 0,0 0-1,1 1 1,-1-1 0,0 0 0,0 1-1,1-1 1,-1 1 0,0-1-1,0 0 1,1 1 0,-1-1-1,0 1 1,0-1 0,0 1 0,0-1-1,0 0 1,0 1 0,0-1-1,0 1 1,0-1 0,0 1-1,0-1 1,0 1 0,0-1 0,0 1-1,-3 13 385,-1-14-368,1 0-1,-1-1 0,0 1 0,0-1 1,0 1-1,0-1 0,0 0 0,1-1 1,-1 1-1,-4-3 0,6 3-15,0 0-1,1 0 1,-1-1-1,1 1 1,0-1-1,-1 1 1,1-1-1,0 1 1,0-1-1,0 0 1,0 1-1,0-1 1,0 0-1,0 0 1,1 0 0,-1 0-1,1 0 1,-1 0-1,1 1 1,0-1-1,0 0 1,0-4-1,-1 4-15,1 0-1,0 0 1,0 0-1,0 0 1,0 0-1,0 1 0,0-1 1,0 0-1,1 0 1,-1 0-1,1 0 1,-1 0-1,1 0 1,0 1-1,0-1 1,0 0-1,0 1 1,0-1-1,0 0 1,0 1-1,0-1 1,1 1-1,-1 0 1,0-1-1,1 1 1,0 0-1,-1 0 1,1 0-1,-1 0 1,1 0-1,0 0 1,0 1-1,0-1 0,-1 1 1,4-1-1,8-5 2,-9 4 1,0 0 0,0 1 0,0-1 0,0 1 0,0 0 0,0 0 0,0 1-1,5-1 1,-8 1-2,-1 1 12,0 1 0,0-1-1,1 1 1,-1-1 0,0 1 0,0-1-1,-1 1 1,1-1 0,0 1 0,0-1 0,-1 1-1,1-1 1,-1 1 0,1-1 0,-1 1-1,1-1 1,-1 0 0,0 1 0,0-1-1,0 0 1,0 0 0,0 0 0,0 0 0,0 1-1,0-1 1,-2 1 0,-1-1 20,0 0 0,-1 0 1,1 0-1,0 0 0,0-1 0,-1 1 0,1-1 1,-5-1-1,3 1-16,-2 0 43,6 0-23,0 1-1,0-1 1,0 0-1,1 0 1,-1-1-1,0 1 1,0 0-1,0-1 1,0 1-1,-3-2 1,4 1-24,1 0 1,-1 0-1,0 0 1,1 0-1,-1 0 1,1 0 0,-1 0-1,1 0 1,-1 0-1,1-1 1,0 1-1,0 0 1,0 0-1,-1 0 1,1 0 0,0-1-1,0 1 1,1-2-1,-2-15 43,1 14-63,0-1-1,0 1 1,0 0-1,0 0 0,1 0 1,-1 0-1,2-5 1,-1 8 8,-1 0 1,1 0-1,0 0 0,0-1 1,0 1-1,-1 0 1,1 0-1,0 0 1,0 0-1,1 1 1,-1-1-1,0 0 1,0 0-1,0 1 1,0-1-1,1 0 1,-1 1-1,0-1 0,1 1 1,-1 0-1,0-1 1,1 1-1,-1 0 1,3 0-1,5-2-17,1 1 0,-1 1 1,1 0-1,-1 0 0,1 0 0,12 4 0,-21-4 22,0 1 1,0 0 0,0 0-1,0-1 1,0 1 0,0 0-1,-1 0 1,1 0-1,0 0 1,-1 0 0,1 0-1,0 0 1,-1 0-1,0 0 1,1 0 0,-1 1-1,0-1 1,1 0-1,-1 0 1,0 0 0,0 0-1,0 3 1,0 34 66,-1-24-20,1-13-37,0 1 0,0-1 0,-1 1 0,1 0 0,0-1 0,-1 1 0,1-1 0,-1 1-1,0-1 1,1 1 0,-1-1 0,0 0 0,0 1 0,0-1 0,0 0 0,0 0 0,0 1 0,0-1 0,0 0 0,-3 1 0,0 0 7,1 0 0,-1 0 0,0 0 0,1 0 1,-1-1-1,0 0 0,0 0 0,-6 1 0,5-1-1,-1-1-1,1 1 1,-1-1-1,1 0 1,-1 0-1,1-1 1,0 0-1,-1 0 1,1 0-1,0 0 1,-1-1-1,1 0 1,-7-4-1,8 3 24,0-1-1,0 1 0,0-1 1,1 0-1,-1 0 1,1 0-1,0-1 1,1 1-1,-1-1 1,1 0-1,0 1 1,-3-9-1,5 12 35,18 5-251,-10 1 165,0 1 0,-1 0 0,0 0 0,0 0 0,11 15 0,12 10-452,10 5-1757,-14-14-2311,-2-4-4293</inkml:trace>
</inkml:ink>
</file>

<file path=ppt/ink/ink3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2"/>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3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5.023"/>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3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36.489"/>
    </inkml:context>
    <inkml:brush xml:id="br0">
      <inkml:brushProperty name="width" value="0.025" units="cm"/>
      <inkml:brushProperty name="height" value="0.025" units="cm"/>
    </inkml:brush>
  </inkml:definitions>
  <inkml:trace contextRef="#ctx0" brushRef="#br0">43 0 17068,'0'0'6281,"5"0"-6281,1 0-104,-33 0-8594,0 0-1136</inkml:trace>
</inkml:ink>
</file>

<file path=ppt/ink/ink3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0:59.872"/>
    </inkml:context>
    <inkml:brush xml:id="br0">
      <inkml:brushProperty name="width" value="0.025" units="cm"/>
      <inkml:brushProperty name="height" value="0.025" units="cm"/>
    </inkml:brush>
  </inkml:definitions>
  <inkml:trace contextRef="#ctx0" brushRef="#br0">252 140 3145,'0'0'8239,"0"-17"-7239,0-105 1633,0 121-1852,-1 3-525,-1 6-191,0 0 0,0 0 0,1 0 0,0 0 0,1 0 0,0 13 0,-1 12 34,-19 253 261,9-98-291,-39 212 0,45-372-41,-2 0 0,-2 0 0,-11 27 0,19-54 2,1-1-1,-1 0 0,0 1 1,1-1-1,-1 0 1,1 0-1,-1 1 0,1-1 1,-1 0-1,0 0 0,1 0 1,-1 0-1,0 0 1,1 0-1,-1 0 0,1 0 1,-1 0-1,0 0 0,1 0 1,-1 0-1,1 0 1,-1 0-1,0-1 0,1 1 1,-1 0-1,1 0 0,-1-1 1,1 1-1,-1-1 1,1 1-1,-1 0 0,1-1 1,-1 1-1,1-1 0,-1 1 1,1-1-1,0 1 0,-1-1 1,1 1-1,0-1 1,-1 0-1,2-3-38,-1 1-1,1-1 1,0 1-1,-1 0 1,2-1 0,-1 1-1,0 0 1,1-1-1,-1 1 1,1 0 0,0 0-1,0 0 1,0 1 0,1-1-1,-1 0 1,0 1-1,1 0 1,3-3 0,8-5-95,0 0 1,23-11-1,-23 13-43,1 0-27,1 0 1,0 0-1,1 2 1,-1 0-1,1 1 1,1 0-1,-1 2 1,0 0-1,30-1 1,-47 4 168,1 1 1,0-1-1,-1 0 1,1 1 0,0-1-1,-1 1 1,1-1-1,0 1 1,-1-1-1,1 1 1,-1 0-1,1-1 1,-1 1-1,1-1 1,-1 1 0,1 0-1,-1 0 1,0-1-1,1 1 1,-1 0-1,0 0 1,0-1-1,0 1 1,0 0 0,1 0-1,-1 0 1,0-1-1,0 1 1,-1 1-1,2 29 25,-1-27-26,1 37 32,-3 46 14,1-83-32,0-1 0,0 1 0,0-1-1,-1 1 1,0-1 0,1 1-1,-1-1 1,0 0 0,-1 0-1,1 0 1,0 0 0,-1 0 0,0-1-1,0 1 1,0-1 0,0 0-1,0 1 1,0-1 0,0-1 0,-4 3-1,-5 1 86,0 1 0,0-2-1,0 1 1,-22 3 0,9-4 174,-1-2-1,1-1 1,-40-3 0,37 0 24,0 2 0,-40 4 0,51 0-259,16-4-48,1 0-66,0 1 63,0-1 0,0 0-1,-1 1 1,1-1 0,0 0-1,0 1 1,0-1-1,0 0 1,0 1 0,0-1-1,0 0 1,0 1 0,0-1-1,0 0 1,1 1 0,-1-1-1,0 0 1,0 1 0,0-1-1,0 0 1,0 1-1,1-1 1,-1 0 0,0 1-1,0-1 1,1 0 0,-1 0-1,0 1 1,0-1 0,1 0-1,-1 0 1,0 0 0,0 1-1,1-1 1,-1 0-1,0 0 1,1 0 0,17 1-605,-10-1 318,11 0-388,55-2-5367,-27-8-3358</inkml:trace>
</inkml:ink>
</file>

<file path=ppt/ink/ink3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0.343"/>
    </inkml:context>
    <inkml:brush xml:id="br0">
      <inkml:brushProperty name="width" value="0.025" units="cm"/>
      <inkml:brushProperty name="height" value="0.025" units="cm"/>
    </inkml:brush>
  </inkml:definitions>
  <inkml:trace contextRef="#ctx0" brushRef="#br0">317 1 7922,'0'0'7396,"-29"11"-7052,-94 40 33,114-47-311,0 0 0,0 0-1,0 1 1,1 0-1,0 1 1,0-1-1,1 1 1,-1 1 0,1 0-1,1 0 1,-1 0-1,1 1 1,1 0-1,-8 13 1,1-4 21,8-10-79,0 0-1,0 0 1,0 0-1,1 0 1,0 1-1,0-1 0,1 1 1,0 0-1,0-1 1,1 1-1,0 0 1,1 0-1,-1 0 1,1 0-1,1 0 1,1 11-1,-1-17-10,0 0-1,0 0 1,1 0 0,-1 0 0,0 0-1,1-1 1,-1 1 0,1 0 0,-1-1-1,1 1 1,0-1 0,0 1 0,0-1-1,0 0 1,0 1 0,0-1 0,0 0-1,0-1 1,0 1 0,0 0 0,1-1-1,-1 1 1,4 0 0,8 0-33,1 1 0,25-2 0,-23-1 7,-13 2 33,0-1 0,-1 0 0,1-1 0,0 1 0,0-1 0,-1 1 0,1-1 0,0 0 0,-1 0 0,1-1-1,-1 1 1,0-1 0,1 0 0,-1 0 0,6-4 0,-5 1 9,0 0-1,-1 0 1,1 0-1,-1 0 1,0-1-1,0 0 1,-1 1-1,1-1 1,1-7-1,4-17 199,-2 0 0,0 0 0,-2-1 0,-2 0 0,-1-47 0,-2 77-192,1 0-1,-1 0 1,0 0 0,0 1-1,0-1 1,0 0-1,0 0 1,0 0 0,0 1-1,0-1 1,0 1 0,0-1-1,0 1 1,0-1 0,0 1-1,-1-1 1,1 1 0,0 0-1,0 0 1,0 0 0,-1 0-1,1 0 1,0 0-1,0 0 1,-1 0 0,1 0-1,-2 1 1,0-1-22,-1 0 0,1 0 1,-1 1-1,0-1 0,1 1 0,-1 0 0,1 0 0,0 0 0,-1 0 1,-3 3-1,3 1-230,0 0-1,0 1 1,0-1 0,1 1 0,0 0 0,0 0 0,0 0 0,1 1-1,0-1 1,0 1 0,1-1 0,-1 1 0,2-1 0,-1 1-1,1 0 1,0 7 0,3 8-3385,15-11-2910</inkml:trace>
</inkml:ink>
</file>

<file path=ppt/ink/ink3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0.776"/>
    </inkml:context>
    <inkml:brush xml:id="br0">
      <inkml:brushProperty name="width" value="0.025" units="cm"/>
      <inkml:brushProperty name="height" value="0.025" units="cm"/>
    </inkml:brush>
  </inkml:definitions>
  <inkml:trace contextRef="#ctx0" brushRef="#br0">316 1 4033,'0'0'13256,"-39"13"-12845,-121 46-199,151-55-197,0 0 1,0 0-1,0 1 1,-9 7-1,16-10-12,0 0 0,0-1 0,1 1 0,-1 0 0,0 0 0,1 1 0,-1-1 0,-1 4 0,-4 5 2,2-3-5,0 0-1,1 0 1,0 0 0,0 1-1,1-1 1,0 1 0,0 0-1,1 0 1,0 0-1,0 0 1,1 0 0,1 0-1,0 17 1,0-24-12,0 0 1,0 0-1,1 0 1,-1 0 0,1 0-1,-1 0 1,1 0-1,0 0 1,0 0-1,0 0 1,0 0-1,0-1 1,0 1 0,0 0-1,0-1 1,1 1-1,-1-1 1,1 0-1,-1 1 1,1-1-1,-1 0 1,1 0-1,0 0 1,0 0 0,0 0-1,-1 0 1,1 0-1,0-1 1,0 1-1,0-1 1,3 1-1,8 1-113,-1 0 0,1-1 0,24-2-1,-20 1-85,-12 0 207,1 0 1,-1-1-1,0 1 1,1-1-1,-1 0 1,0-1-1,1 1 1,-1-1-1,0 0 1,0-1-1,0 1 1,0-1 0,-1 0-1,1 0 1,-1 0-1,0-1 1,0 1-1,0-1 1,0 0-1,-1 0 1,1-1-1,-1 1 1,0-1-1,0 0 1,-1 1-1,0-1 1,1 0-1,-2-1 1,1 1-1,0 0 1,-1 0-1,0-1 1,-1 1-1,1-1 1,-1 1-1,0-7 1,1-10 298,-2-26 252,0 46-531,1 0 0,-1 0 0,1 0 0,-1 0 0,0 0 0,1 0 0,-1 0 0,0 0 0,0 0 0,-1 1 0,1-1 0,0 0 0,-1 1 0,1-1 0,0 1 0,-1-1 0,0 1 0,-2-2 0,-9-3-31,0 0 0,-1 1 0,1 1 0,-1 0 0,0 1-1,0 1 1,-25-2 0,21 2-242,16 2-45,0 0 1,-1-1-1,1 1 1,0-1-1,-1 0 1,1 1-1,0-1 1,0 0-1,-4-3 0,4-1-3256</inkml:trace>
</inkml:ink>
</file>

<file path=ppt/ink/ink3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1.122"/>
    </inkml:context>
    <inkml:brush xml:id="br0">
      <inkml:brushProperty name="width" value="0.025" units="cm"/>
      <inkml:brushProperty name="height" value="0.025" units="cm"/>
    </inkml:brush>
  </inkml:definitions>
  <inkml:trace contextRef="#ctx0" brushRef="#br0">274 0 7154,'0'0'10476,"-9"27"-9890,-2 7-353,-50 141 779,28-94-655,-11 27-244,4 2 0,-29 131-1,66-225-717,2 0-1,-1 0 0,2 19 0,0-28-93,3 7-2181,10-11-1264</inkml:trace>
</inkml:ink>
</file>

<file path=ppt/ink/ink3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1.556"/>
    </inkml:context>
    <inkml:brush xml:id="br0">
      <inkml:brushProperty name="width" value="0.025" units="cm"/>
      <inkml:brushProperty name="height" value="0.025" units="cm"/>
    </inkml:brush>
  </inkml:definitions>
  <inkml:trace contextRef="#ctx0" brushRef="#br0">113 60 8130,'0'0'6839,"-3"18"-6701,-1 1-100,1 0 0,0 21 0,3-39-35,0 1 1,1-1-1,-1 1 1,0-1 0,1 1-1,-1-1 1,1 1-1,-1-1 1,1 1 0,0-1-1,0 0 1,0 1-1,0-1 1,0 0 0,0 0-1,0 0 1,0 0-1,0 0 1,0 0 0,1 0-1,-1 0 1,0 0-1,1 0 1,-1-1 0,0 1-1,1-1 1,-1 1-1,1-1 1,-1 1 0,1-1-1,-1 0 1,1 0-1,0 0 1,-1 0 0,1 0-1,2 0 1,5 0 11,10 4-2,-1-2 0,1 0 1,1-1-1,-1-1 0,0-1 1,26-5-1,-39 4 49,-1-1 0,1 0 0,-1 0 1,0-1-1,0 1 0,0-1 0,0 0 0,-1-1 0,1 1 0,-1-1 1,-1 0-1,1 0 0,0 0 0,-1 0 0,0-1 0,-1 0 0,1 1 1,-1-1-1,0 0 0,0 0 0,-1 0 0,0 0 0,0 0 0,0-1 1,-1 1-1,0 0 0,0 0 0,0 0 0,-2-7 0,1 12-23,0-1 0,0 0-1,0 1 1,0-1-1,0 0 1,-1 1-1,1 0 1,0-1 0,-1 1-1,1 0 1,-1 0-1,0-1 1,1 1-1,-1 0 1,0 1 0,1-1-1,-1 0 1,0 0-1,0 1 1,0-1 0,-3 1-1,-46-6 248,47 6-239,-22-2 105,1 1 0,-50 6 0,66-3-135,0 0-1,1 0 1,-1 1-1,0 0 1,1 0 0,0 1-1,0 0 1,0 0-1,1 1 1,-1 0-1,-12 12 1,14-11-2,0 0-1,1 0 1,0 0 0,0 1 0,0-1 0,1 1 0,0 0 0,0 1 0,0-1-1,1 1 1,-3 13 0,2-2-5,2 1 0,0 0-1,1 31 1,1-48-16,0 0 0,0 0 0,0 0-1,0 0 1,0-1 0,1 1 0,0 0 0,-1 0 0,1 0-1,0-1 1,0 1 0,1 0 0,-1-1 0,0 1 0,1-1-1,0 1 1,-1-1 0,1 0 0,0 0 0,0 0 0,1 0-1,-1 0 1,0 0 0,0-1 0,1 1 0,-1-1 0,1 1-1,4 1 1,3-1-152,1 1 0,0-1 0,-1-1 0,1 0 0,0 0 0,12-2 0,-21 1 118,63-2-2200,-1-10-2421</inkml:trace>
</inkml:ink>
</file>

<file path=ppt/ink/ink3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2.014"/>
    </inkml:context>
    <inkml:brush xml:id="br0">
      <inkml:brushProperty name="width" value="0.025" units="cm"/>
      <inkml:brushProperty name="height" value="0.025" units="cm"/>
    </inkml:brush>
  </inkml:definitions>
  <inkml:trace contextRef="#ctx0" brushRef="#br0">398 1 9754,'0'0'8446,"-47"28"-8199,-143 87 25,124-69-75,44-21-18,10-9-89,4-5-44,0-1-1,0 1 1,2 0-1,-1 0 1,-5 14-1,10-18-53,-1-1 1,1 1-1,1 0 0,-1 0 0,1 0 0,1-1 0,-1 1 1,1 0-1,0 0 0,1 0 0,1 10 0,-2-16 2,1 0 0,0 0 1,-1 0-1,1 0 0,0-1 0,0 1 0,-1 0 0,1 0 1,0 0-1,0 0 0,0-1 0,0 1 0,0-1 0,0 1 1,0 0-1,0-1 0,0 0 0,0 1 0,1-1 0,-1 0 1,0 1-1,0-1 0,0 0 0,0 0 0,2 0 0,36 0-70,-30 0 24,-5 0 35,4 1-66,0-1-1,1 1 1,-1-2-1,1 1 1,-1-1-1,0-1 1,1 0-1,-1 0 1,0 0-1,0-1 1,-1 0-1,1 0 1,8-6-1,38-34-219,-50 39 356,1 0 0,-1 0-1,0-1 1,-1 1 0,1-1 0,-1 0-1,0 0 1,0 0 0,2-6 0,-4 2 723,0 3 446,4 13-1032,10 20-299,-10-19-258,-1 0 0,1 0 0,0-1 0,9 12 0,-10-16-365,-1 0 0,1 1 0,0-1 1,0-1-1,0 1 0,9 3 0,9 3-5631</inkml:trace>
</inkml:ink>
</file>

<file path=ppt/ink/ink3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2.447"/>
    </inkml:context>
    <inkml:brush xml:id="br0">
      <inkml:brushProperty name="width" value="0.025" units="cm"/>
      <inkml:brushProperty name="height" value="0.025" units="cm"/>
    </inkml:brush>
  </inkml:definitions>
  <inkml:trace contextRef="#ctx0" brushRef="#br0">0 27 8362,'0'0'8658,"4"10"-8026,4 15-318,0 1 0,-2-1 0,6 49 0,-12-73-320,0 0-1,0 0 1,0 0-1,0-1 1,0 1 0,0 0-1,1 0 1,-1 0-1,0 0 1,1 0 0,-1 0-1,0 0 1,1 0-1,0 0 1,-1-1 0,1 1-1,-1 0 1,1 0-1,0-1 1,-1 1 0,1 0-1,0-1 1,0 1-1,0-1 1,0 1 0,-1-1-1,1 1 1,0-1-1,0 0 1,0 1 0,0-1-1,0 0 1,0 0-1,0 0 1,0 0 0,0 0-1,0 0 1,0 0-1,0 0 1,0 0 0,0 0-1,0 0 1,0-1-1,0 1 1,0 0 0,-1-1-1,1 1 1,1-1-1,1 0-76,1 0 26,0 1 0,0-2 1,0 1-1,0 0 0,-1-1 1,1 0-1,-1 1 0,1-2 1,-1 1-1,1 0 0,3-5 1,32-33-92,-31 30 75,27-28-49,44-55 486,-79 93-335,0 0 1,0 0-1,0 0 0,0 0 1,0 0-1,0 0 0,0-1 1,0 1-1,0 0 0,0 0 1,0 0-1,0 0 0,1 0 1,-1 0-1,0 0 0,0 0 1,0 0-1,0 0 0,0 0 1,0 0-1,0 0 0,0 0 1,0 0-1,0 0 0,0 0 1,1 0-1,-1 0 0,0 0 1,0 0-1,0 0 0,0 0 1,0 0-1,0 0 0,0 0 1,0 1-1,0-1 0,0 0 1,0 0-1,1 0 0,-1 0 1,0 0-1,0 0 0,0 0 1,0 0-1,0 0 1,0 0-1,0 0 0,0 0 1,0 0-1,0 1 0,0-1 1,0 0-1,0 0 0,0 0 1,0 0-1,0 0 0,0 0 1,0 0-1,0 0 0,0 0 1,0 0-1,0 1 0,0-1 1,0 0-1,0 0 0,0 0 1,0 0-1,1 13 616,0 20-485,-1-29 50,-1 17-218,2 29 563,-1-47-1007,0 0 1,1 0-1,-1-1 0,1 1 1,0 0-1,0 0 0,0 0 1,0-1-1,1 1 0,-1 0 1,1-1-1,0 1 1,2 2-1,11 6-8305</inkml:trace>
</inkml:ink>
</file>

<file path=ppt/ink/ink3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3.092"/>
    </inkml:context>
    <inkml:brush xml:id="br0">
      <inkml:brushProperty name="width" value="0.025" units="cm"/>
      <inkml:brushProperty name="height" value="0.025" units="cm"/>
    </inkml:brush>
  </inkml:definitions>
  <inkml:trace contextRef="#ctx0" brushRef="#br0">338 0 7154,'0'0'13613,"-3"6"-12159,-25 6-475,8-6-691,-14 7-164,0 2 1,1 1 0,1 1-1,0 2 1,-54 43 0,83-59-143,0-1 1,0 0-1,1 1 0,-1-1 1,1 1-1,0 0 1,0 0-1,0 0 0,0 0 1,0 0-1,0 1 1,1-1-1,0 0 0,0 1 1,0-1-1,0 1 1,0-1-1,1 1 0,-1 4 1,1-8 3,0 1 1,0 0-1,1-1 1,-1 1-1,0-1 1,0 1-1,1-1 1,-1 1-1,0-1 1,1 1 0,-1-1-1,1 1 1,-1-1-1,0 0 1,1 1-1,-1-1 1,1 1-1,-1-1 1,1 0-1,-1 0 1,1 1-1,0-1 1,-1 0-1,1 0 1,-1 0-1,1 1 1,-1-1-1,1 0 1,1 0-1,22 2-117,-17-2 51,213 2-1426,-117-3 1181,-102 10 257,-2-3 92,0 0 0,0-1 1,0 1-1,-1-1 1,1 1-1,-1-1 1,-1 1-1,1-1 0,-1 0 1,0 0-1,0 0 1,0-1-1,-1 1 1,-7 7-1,-8 7 276,-41 30-1,37-31-214,2-4-172,-9 6 558,29-19-778,0-1-1,0 1 0,0 0 0,0 0 0,0 0 1,0 0-1,0 0 0,0 0 0,0 0 0,0 0 0,1 0 1,-1 1-1,0-1 0,1 0 0,-1 0 0,0 3 0</inkml:trace>
</inkml:ink>
</file>

<file path=ppt/ink/ink3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3.650"/>
    </inkml:context>
    <inkml:brush xml:id="br0">
      <inkml:brushProperty name="width" value="0.025" units="cm"/>
      <inkml:brushProperty name="height" value="0.025" units="cm"/>
    </inkml:brush>
  </inkml:definitions>
  <inkml:trace contextRef="#ctx0" brushRef="#br0">27 39 9210,'0'0'11340,"-3"3"-11214,1 0-111,0-1-1,0 1 0,0 0 0,1 0 0,-1-1 0,1 1 0,0 0 0,0 0 0,0 1 0,0-1 0,-1 6 0,-1 45 346,1-24-207,2 102-122,0-131-43,0-1 0,0 1 1,0 0-1,0-1 1,0 1-1,1 0 1,-1-1-1,0 1 1,1 0-1,-1-1 0,0 1 1,1 0-1,-1-1 1,1 1-1,-1-1 1,1 1-1,-1-1 1,1 1-1,0-1 1,-1 1-1,1-1 0,-1 0 1,1 1-1,0-1 1,-1 0-1,1 1 1,0-1-1,0 0 1,-1 0-1,1 0 0,0 0 1,0 0-1,29 1-260,-22-1 167,-1 1 16,-1-1 1,1 0-1,0 0 1,-1-1 0,1 0-1,0 0 1,-1 0-1,1-1 1,-1 0-1,0 0 1,1-1 0,-1 0-1,0 0 1,-1 0-1,1-1 1,0 1 0,-1-1-1,0-1 1,0 1-1,0-1 1,-1 0-1,6-7 1,-6 7 50,3-2 42,-1-1 0,0 0 0,0-1 0,-1 1 1,4-11-1,-9 22 24,0 0 1,0-1 0,0 1-1,1 0 1,-1-1 0,1 1-1,-1-1 1,1 1 0,0-1-1,0 1 1,0-1 0,0 0-1,0 1 1,1-1 0,-1 0-1,1 0 1,2 3 0,-2-2-93,1 1 1,0-1-1,0 0 1,0 0-1,0-1 1,1 1-1,-1-1 1,1 1-1,-1-1 1,1 0-1,0 0 1,0-1-1,0 1 1,8 1 0,31-1-131,-22-3 133,-20 1 61,0 0 1,0 0-1,0 0 0,0 0 1,0-1-1,0 1 0,0 0 1,0-1-1,0 1 0,0 0 1,0-1-1,0 1 1,-1-1-1,1 0 0,0 1 1,0-1-1,-1 0 0,1 1 1,0-1-1,-1 0 0,1 0 1,0-1-1,9-27 55,-8 12 54,-1 0 0,-1-19 1,-1 23 47,1 8-86,1-2 140,-1 1 0,-1 0 0,1-1-1,-4-11 1,4 16-159,-1 0 0,0 0-1,0 0 1,0 0 0,0 0 0,-1 0-1,1 0 1,0 1 0,-1-1-1,0 0 1,1 1 0,-1-1 0,0 1-1,1 0 1,-1 0 0,0-1 0,-3 0-1,-6-3 114,4 2-134,-1-1-1,1 0 1,0 0-1,0-1 1,-8-7-1,15 12-88,-1 0-1,1 0 0,0-1 1,-1 1-1,1 0 0,0-1 1,0 1-1,0 0 0,-1-1 0,1 1 1,0 0-1,0-1 0,0 1 1,0 0-1,0-1 0,-1 1 0,1-1 1,0 1-1,0 0 0,0-1 1,0 1-1,0-1 0,0 1 1,0 0-1,1-1 0,-1 1 0,0 0 1,0-1-1,0 1 0,0 0 1,0-1-1,1 1 0,-1-1 1,0 1-1,0 0 0,0 0 0,1-1 1,-1 1-1,0 0 0,0-1 1,1 1-1,16-8-4234,12-3-1239</inkml:trace>
</inkml:ink>
</file>

<file path=ppt/ink/ink3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4.092"/>
    </inkml:context>
    <inkml:brush xml:id="br0">
      <inkml:brushProperty name="width" value="0.025" units="cm"/>
      <inkml:brushProperty name="height" value="0.025" units="cm"/>
    </inkml:brush>
  </inkml:definitions>
  <inkml:trace contextRef="#ctx0" brushRef="#br0">316 0 10298,'0'0'9131,"-31"17"-8944,-98 56-48,121-70-121,2 1 0,-1 1 0,0-1 0,1 1 0,0 0 1,0 1-1,0-1 0,1 1 0,-7 9 0,0 1 26,1-2-14,1 0 0,0 0-1,-12 24 1,18-30-31,0 0 0,1 1 0,1-1 0,-1 1 0,1 0 0,1-1 0,0 1 0,-1 14 0,3-22-18,-1-1 1,0 1 0,0 0 0,0-1 0,0 1 0,0 0-1,1-1 1,-1 1 0,0 0 0,1-1 0,-1 1 0,0-1-1,1 1 1,-1-1 0,1 1 0,-1-1 0,1 1 0,-1-1-1,1 1 1,-1-1 0,1 1 0,0-1 0,-1 0 0,1 1-1,0-1 1,-1 0 0,2 1 0,28 2-492,-22-3 335,0-1-1,0 0 1,1 0-1,-1-1 1,10-3 0,-8 0 144,0-1 1,-1 0-1,0-1 1,0 0-1,0 0 1,-1-1-1,0 0 1,0 0-1,-1-1 1,0 0-1,-1 0 1,0-1-1,0 1 1,4-13-1,-10 24 130,0-1 1,0 1-1,0 0 0,0-1 1,0 1-1,0 0 0,0-1 0,1 1 1,-1 0-1,1-1 0,-1 1 0,1-1 1,0 1-1,-1-1 0,1 1 1,0-1-1,0 1 0,2 1 1,0 1-1140,1 0 0,-1 0 1,1 0-1,0-1 1,0 1-1,9 4 1,13 5-7915</inkml:trace>
</inkml:ink>
</file>

<file path=ppt/ink/ink3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4.424"/>
    </inkml:context>
    <inkml:brush xml:id="br0">
      <inkml:brushProperty name="width" value="0.025" units="cm"/>
      <inkml:brushProperty name="height" value="0.025" units="cm"/>
    </inkml:brush>
  </inkml:definitions>
  <inkml:trace contextRef="#ctx0" brushRef="#br0">1 0 12339</inkml:trace>
  <inkml:trace contextRef="#ctx0" brushRef="#br0" timeOffset="1">1 0 12339,'380'197'2872,"-396"-170"-1944,5 16 105,0 15 55,6 12-344,5 4-224,0 6-176,-6-11-152,6-4-120,-5-12-64,0-5-8,-6-4 0,0-6-424,-5-2-1344,6-9-2025,-1-15-3905</inkml:trace>
</inkml:ink>
</file>

<file path=ppt/ink/ink3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4.762"/>
    </inkml:context>
    <inkml:brush xml:id="br0">
      <inkml:brushProperty name="width" value="0.025" units="cm"/>
      <inkml:brushProperty name="height" value="0.025" units="cm"/>
    </inkml:brush>
  </inkml:definitions>
  <inkml:trace contextRef="#ctx0" brushRef="#br0">1 12 8186,'0'0'7784,"36"-3"-7517,13-2-106,50 2-1,-98 2-141,1 1 0,0 1-1,0-1 1,0 0 0,-1 0-1,1 0 1,0 1 0,0-1 0,-1 1-1,1 0 1,0-1 0,-1 1-1,1 0 1,0 0 0,-1 0 0,1 0-1,-1 0 1,0 0 0,1 1-1,-1-1 1,0 0 0,0 1 0,0-1-1,0 1 1,1 1 0,-1 0 45,0 0 0,-1 1 0,1-1-1,-1 0 1,0 0 0,0 1 0,0-1 0,0 0 0,-1 5 0,-1 5 221,2-3-143,-2 1-1,0-1 1,0 0-1,0 0 1,-1-1 0,-1 1-1,0-1 1,0 1-1,-1-1 1,0 0-1,-1-1 1,1 1 0,-2-1-1,1 0 1,-1-1-1,0 1 1,-1-1-1,0-1 1,-16 11-1,19-14-209,-1-1 1,1 1-1,-1-1 0,0 0 0,1-1 0,-1 1 0,0-1 0,0 0 0,0-1 0,0 1 0,0-1 0,-8-1 0,0 1-1708,17-11-3813,10-5-914</inkml:trace>
</inkml:ink>
</file>

<file path=ppt/ink/ink3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5.076"/>
    </inkml:context>
    <inkml:brush xml:id="br0">
      <inkml:brushProperty name="width" value="0.025" units="cm"/>
      <inkml:brushProperty name="height" value="0.025" units="cm"/>
    </inkml:brush>
  </inkml:definitions>
  <inkml:trace contextRef="#ctx0" brushRef="#br0">43 1 9618,'0'0'10170,"0"288"-9802,0-223-96,0 3-144,0-3-112,0-5 32,0-7-48,-5-10-128,-6-7-824,1-19-1200,-1-7-1793,6-10-2529</inkml:trace>
</inkml:ink>
</file>

<file path=ppt/ink/ink3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5.407"/>
    </inkml:context>
    <inkml:brush xml:id="br0">
      <inkml:brushProperty name="width" value="0.025" units="cm"/>
      <inkml:brushProperty name="height" value="0.025" units="cm"/>
    </inkml:brush>
  </inkml:definitions>
  <inkml:trace contextRef="#ctx0" brushRef="#br0">0 16 7362,'0'0'8847,"37"-5"-8527,2 0-194,68-1 0,-105 6-115,-1 0-1,1 0 1,-1 0 0,1 1-1,0-1 1,-1 0-1,1 1 1,-1-1 0,1 1-1,-1-1 1,1 1 0,-1 0-1,1 0 1,-1 0 0,0 0-1,1 0 1,-1 0 0,0 0-1,0 0 1,0 0-1,0 0 1,0 1 0,0-1-1,0 1 1,0-1 0,0 0-1,0 3 1,0 0 34,0 1 1,-1-1-1,0 1 1,1 0-1,-1-1 1,-1 1-1,0 5 0,-1 8 129,3 0-18,-1 3 167,0 0 0,-6 36 1,5-51-252,-1 0 0,1 0 1,-1 0-1,0-1 0,0 1 1,-1-1-1,0 0 0,0 1 1,0-1-1,0 0 1,-1-1-1,0 1 0,0-1 1,-7 7-1,9-10-63,-1 0-1,1 0 1,0 0 0,-1 0 0,1-1-1,-1 1 1,1-1 0,-1 1-1,1-1 1,-1 0 0,1 0 0,-1 0-1,-3-1 1,-3 1-266,8 0-806</inkml:trace>
</inkml:ink>
</file>

<file path=ppt/ink/ink3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6.043"/>
    </inkml:context>
    <inkml:brush xml:id="br0">
      <inkml:brushProperty name="width" value="0.025" units="cm"/>
      <inkml:brushProperty name="height" value="0.025" units="cm"/>
    </inkml:brush>
  </inkml:definitions>
  <inkml:trace contextRef="#ctx0" brushRef="#br0">15 141 2537,'0'0'7736,"-4"10"2484,5-5-11205,3-4 986,1 1 0,0-1-1,-1 0 1,1 0 0,0 0-1,0-1 1,-1 1 0,1-1-1,0 0 1,0-1 0,7 0 0,8-1 5,-3 3-20,21-3 96,-37 2-78,1-1-1,-1 1 0,1-1 0,-1 1 1,0-1-1,1 0 0,-1 0 0,0 0 1,0 1-1,0-1 0,0-1 0,0 1 1,0 0-1,0 0 0,0 0 0,0 0 1,0-1-1,0 1 0,-1 0 1,1-1-1,-1 1 0,1 0 0,0-3 1,1-4 13,0 0 0,0-1 0,0 1 0,-1-1 1,-1 1-1,0-1 0,0 1 0,-1-10 1,1 16-14,-1-1 1,0 1-1,1 0 1,-1-1-1,0 1 1,0 0-1,0 0 1,-1 0-1,1 0 1,0 0-1,-1 0 1,1 0-1,-1 0 1,0 0-1,0 1 1,1-1-1,-1 1 1,0-1-1,0 1 1,-1 0-1,1 0 1,0 0-1,0 0 1,-1 0-1,1 0 1,0 1-1,-1-1 1,1 1-1,0-1 1,-1 1-1,1 0 1,-1 0-1,-3 1 1,-10-2-6,10 1 0,-1 0 0,1 0-1,-1 0 1,1 1 0,-7 1 0,11-1 1,0 0-1,0 0 1,0-1-1,0 1 1,0 0 0,0 1-1,0-1 1,1 0 0,-1 0-1,0 1 1,1-1 0,0 1-1,-1-1 1,1 1 0,0 0-1,-1 0 1,1-1 0,0 1-1,-1 4 1,-5 18 1,1-1-1,1 2 1,1-1 0,2 0 0,0 1-1,1-1 1,2 1 0,4 30 0,-5-53-7,1 1 0,-1-1 1,1 0-1,0 0 0,0 0 1,0 1-1,0-1 0,1 0 1,-1 0-1,1-1 1,-1 1-1,1 0 0,-1 0 1,1-1-1,0 1 0,0-1 1,0 1-1,0-1 0,0 0 1,0 0-1,0 0 1,0 0-1,0 0 0,1 0 1,-1-1-1,0 1 0,4-1 1,9 3-180,-1-1 1,1-1-1,18 0 1,-32-1 158,133 0-4884,-74 0-1250</inkml:trace>
</inkml:ink>
</file>

<file path=ppt/ink/ink3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6.587"/>
    </inkml:context>
    <inkml:brush xml:id="br0">
      <inkml:brushProperty name="width" value="0.025" units="cm"/>
      <inkml:brushProperty name="height" value="0.025" units="cm"/>
    </inkml:brush>
  </inkml:definitions>
  <inkml:trace contextRef="#ctx0" brushRef="#br0">274 481 8754,'0'0'11202,"-26"8"-10656,-87 26-222,106-32-308,0-1 0,0 2-1,0-1 1,1 1 0,-1 0 0,1 0 0,-1 1 0,1 0 0,0 0-1,0 1 1,1-1 0,0 1 0,-1 1 0,2-1 0,-1 0 0,0 1-1,1 0 1,0 0 0,-3 8 0,3-1-25,0 1-1,1 0 1,1-1-1,0 1 1,0 0 0,2 1-1,1 16 1,-1-25 6,0-5-1,0 0 1,0 0-1,0 0 1,0 0-1,0 0 1,1 0-1,-1 0 1,0 0-1,1 0 1,-1 0 0,1 0-1,-1 0 1,1-1-1,-1 1 1,1 0-1,0 0 1,-1 0-1,1-1 1,0 1-1,0 0 1,0-1 0,0 1-1,1 0 1,1 1-6,0-1 1,1 0-1,-1 0 1,0 0 0,0 0-1,1 0 1,5-1-1,2 1 1,0-1-1,0-1 0,0 0 1,12-3-1,-17 2-2,1-1 1,-1 0-1,0 0 0,1 0 0,-2-1 0,1 0 1,0 0-1,-1 0 0,0-1 0,0 0 1,0 0-1,0 0 0,3-7 0,12-15-191,22-41-1,-32 50 114,21-35 21,-3-2 1,-2-1-1,-3-2 1,-2 0-1,-3-1 1,-2 0-1,14-111 1,-30 142 947,0 27 127,-2 5-811,-29 48-41,3 1 1,-41 108-1,57-123-99,1 0 0,2 0 0,2 1 0,1 0 0,0 65 0,5-79-78,1 4 17,1 0 0,6 41-1,-6-61-83,2 0 0,-1 0 0,1 0 0,0 0-1,1-1 1,0 1 0,0-1 0,1 0 0,0 0 0,0-1-1,13 14 1,-7-10-766,2-1 0,-1 0-1,1-1 1,0-1 0,1 0-1,0 0 1,18 6-1,22-1-6771</inkml:trace>
</inkml:ink>
</file>

<file path=ppt/ink/ink3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6.965"/>
    </inkml:context>
    <inkml:brush xml:id="br0">
      <inkml:brushProperty name="width" value="0.025" units="cm"/>
      <inkml:brushProperty name="height" value="0.025" units="cm"/>
    </inkml:brush>
  </inkml:definitions>
  <inkml:trace contextRef="#ctx0" brushRef="#br0">1 0 5537,'0'0'12951,"13"0"-12104,248 0 1128,-145 0-10758</inkml:trace>
</inkml:ink>
</file>

<file path=ppt/ink/ink3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7.279"/>
    </inkml:context>
    <inkml:brush xml:id="br0">
      <inkml:brushProperty name="width" value="0.025" units="cm"/>
      <inkml:brushProperty name="height" value="0.025" units="cm"/>
    </inkml:brush>
  </inkml:definitions>
  <inkml:trace contextRef="#ctx0" brushRef="#br0">1 0 5457,'112'236'5185,"-80"-236"-3200,6 0-97,15 0-152,1 0-519,-6 0-465,0 0-312,-11 0-272,-5 0-104,-5 0-64,-11 12-752,-5 3-1801,-6 2-4728</inkml:trace>
</inkml:ink>
</file>

<file path=ppt/ink/ink3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7.826"/>
    </inkml:context>
    <inkml:brush xml:id="br0">
      <inkml:brushProperty name="width" value="0.025" units="cm"/>
      <inkml:brushProperty name="height" value="0.025" units="cm"/>
    </inkml:brush>
  </inkml:definitions>
  <inkml:trace contextRef="#ctx0" brushRef="#br0">556 216 9522,'0'0'8858,"-10"-31"-8214,-32-95-117,41 122-484,-1 0 0,1 1 0,-1-1 1,0 1-1,0-1 0,0 1 0,0 0 0,0 0 1,-1 0-1,0 0 0,1 0 0,-1 1 0,-5-4 1,6 5-14,0 0 1,-1 0-1,1 0 0,-1 0 1,1 1-1,-1-1 1,1 1-1,-1 0 0,0-1 1,1 1-1,-5 1 1,-5-1 14,0-1-15,-12-1 11,0 1-1,-39 3 0,57-1-40,-1 0-1,1 0 1,-1 0-1,1 1 0,-1 0 1,1 0-1,0 1 1,0 0-1,0 0 0,1 0 1,-1 1-1,1 0 1,-1 0-1,-6 7 0,0 4-8,1 0 0,0 1-1,2 0 1,-1 1-1,2 0 1,0 1-1,1-1 1,-8 35 0,0 15 11,-7 72 0,-25 307 38,41-379-108,4 111-1,4-90-4857,-6-87 367,-14-1-1966</inkml:trace>
</inkml:ink>
</file>

<file path=ppt/ink/ink3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8.424"/>
    </inkml:context>
    <inkml:brush xml:id="br0">
      <inkml:brushProperty name="width" value="0.025" units="cm"/>
      <inkml:brushProperty name="height" value="0.025" units="cm"/>
    </inkml:brush>
  </inkml:definitions>
  <inkml:trace contextRef="#ctx0" brushRef="#br0">1 133 9498,'0'0'8064,"57"-4"-7122,185-15-434,-22-1-56,161-50-246,-381 70-209,43-12 97,-38 7 113,-26 3-11,3 3-163,0 1-1,0 0 1,0 1-1,1 2 1,-1-1-1,1 2 1,0 0-1,0 2 1,-26 14-1,21-9-17,1 2-1,0 0 0,1 1 0,1 0 0,0 2 0,-22 27 0,37-40-17,0 0 0,1 1-1,-1-1 1,1 1 0,0 0-1,1 0 1,-1 0 0,1 0-1,0 0 1,1 0 0,0 1-1,0-1 1,0 0 0,0 1-1,1-1 1,0 1 0,2 9-1,-1-16-6,-1 1 0,1 0 0,0 0 0,-1 0-1,1 0 1,0-1 0,0 1 0,0 0 0,0-1 0,0 1-1,0 0 1,0-1 0,0 0 0,0 1 0,0-1 0,0 1-1,0-1 1,0 0 0,0 0 0,0 0 0,0 0-1,1 0 1,-1 0 0,0 0 0,0 0 0,0 0 0,0 0-1,0 0 1,2-1 0,3 1-63,-2 0 40,18 0-211,-1-1 0,27-4 0,-41 4 188,0-1 0,0 0 0,0 0 0,-1-1 0,1 1 0,-1-2 0,0 1 0,0-1 0,0 1 0,8-8 0,1-4 21,-1-1-1,0-1 0,-1 0 0,-1 0 0,-1-1 0,0-1 1,12-31-1,-1 6 78,-22 44-42,11-19 277,-8 30 52,0 8-377,-3-18 38,4 24 74,0-1-1,2 1 0,10 26 1,-14-46-167,-1 0 0,1-1 0,0 1 0,0-1 1,1 1-1,0-1 0,-1 0 0,1 0 0,0 0 0,1 0 0,-1-1 1,1 0-1,0 1 0,0-1 0,0 0 0,0-1 0,0 1 0,0-1 1,1 0-1,-1 0 0,1 0 0,0 0 0,4 0 0,19-1-3235,-1-1-2676</inkml:trace>
</inkml:ink>
</file>

<file path=ppt/ink/ink3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8.752"/>
    </inkml:context>
    <inkml:brush xml:id="br0">
      <inkml:brushProperty name="width" value="0.025" units="cm"/>
      <inkml:brushProperty name="height" value="0.025" units="cm"/>
    </inkml:brush>
  </inkml:definitions>
  <inkml:trace contextRef="#ctx0" brushRef="#br0">82 0 4849,'0'0'13911,"0"26"-13069,-1 11-602,1 0 131,-10 72-1,-17 50 380,11-71-444,4 0 0,-2 94 0,14-175-322,0-5 4,-1-1 0,1 1 1,0 0-1,0-1 0,0 1 0,0-1 1,0 1-1,0-1 0,0 1 0,1-1 1,-1 1-1,0-1 0,1 1 0,-1-1 1,1 1-1,0-1 0,0 0 0,-1 1 1,1-1-1,0 0 0,0 1 0,0-1 1,0 0-1,0 0 0,0 0 0,1 0 1,-1 0-1,2 1 0,10 2-1005,0 0 0,0-1 0,28 3 0,-4-5-4670</inkml:trace>
</inkml:ink>
</file>

<file path=ppt/ink/ink3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9.178"/>
    </inkml:context>
    <inkml:brush xml:id="br0">
      <inkml:brushProperty name="width" value="0.025" units="cm"/>
      <inkml:brushProperty name="height" value="0.025" units="cm"/>
    </inkml:brush>
  </inkml:definitions>
  <inkml:trace contextRef="#ctx0" brushRef="#br0">209 10 9178,'0'0'12948,"-16"-2"-12505,-51-4-228,66 6-213,-1-1 0,1 1 1,-1 0-1,0 0 1,1 0-1,-1 0 1,1 0-1,-1 0 1,1 1-1,-1-1 1,0 0-1,1 1 0,-1-1 1,1 1-1,-1 0 1,1-1-1,0 1 1,-1 0-1,1 0 1,0 0-1,0 0 1,-1 0-1,1 0 0,0 0 1,0 1-1,0-1 1,0 0-1,0 1 1,1-1-1,-1 0 1,0 1-1,0 1 1,0 3-24,0 0 0,0-1 0,0 1 1,1 0-1,0 0 0,1 10 0,0-1-71,-1-13 37,0 0-1,0 0 0,0 0 0,0 0 0,0 1 0,0-1 0,1 0 1,-1 0-1,1 0 0,0 0 0,-1 0 0,1 0 0,0 0 0,0 0 0,0 0 1,1-1-1,-1 1 0,0 0 0,2 1 0,1 0-76,0-1 0,0 0 0,0-1 0,0 1 1,0-1-1,0 1 0,1-1 0,7 1 0,-6-1-29,4 0-153,0 1 0,1 0 0,-1 1 0,-1 0 0,1 1 1,0 0-1,-1 0 0,17 11 0,-24-14 315,-1 0 1,0 0-1,0 1 0,1-1 1,-1 0-1,0 1 0,0-1 1,0 1-1,-1 0 0,1-1 1,0 1-1,-1 0 0,1-1 1,-1 1-1,1 0 0,-1-1 0,0 1 1,1 0-1,-1 0 0,0 0 1,0-1-1,-1 1 0,1 0 1,0 0-1,0 0 0,-1-1 1,1 1-1,-1 0 0,0-1 1,0 1-1,1 0 0,-3 1 1,0 3 118,0-1 0,-1 0 1,0 0-1,0 0 1,0-1-1,0 1 1,-10 6-1,-176 128 932,164-114-1829,24-23-1137</inkml:trace>
</inkml:ink>
</file>

<file path=ppt/ink/ink3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09.721"/>
    </inkml:context>
    <inkml:brush xml:id="br0">
      <inkml:brushProperty name="width" value="0.025" units="cm"/>
      <inkml:brushProperty name="height" value="0.025" units="cm"/>
    </inkml:brush>
  </inkml:definitions>
  <inkml:trace contextRef="#ctx0" brushRef="#br0">1 90 6185,'0'0'7678,"0"0"-7619,0 0 1,0-1-1,0 1 0,1 0 0,-1 0 1,0 0-1,0 0 0,0 0 1,0 0-1,1 0 0,-1 0 0,0 0 1,0 0-1,0 0 0,0 0 1,1 0-1,-1 0 0,0 0 0,0 0 1,0 0-1,0 0 0,1 0 1,-1 0-1,0 0 0,0 1 0,0-1 1,0 0-1,1 0 0,-1 0 1,0 0-1,0 0 0,0 0 0,0 0 1,0 1-1,0-1 0,0 0 1,1 0-1,-1 0 0,0 0 0,0 1 1,0-1-1,0 0 0,0 0 1,0 0-1,0 1 0,3 5 16,0 1-1,0-1 0,1 0 1,0 1-1,0-2 0,0 1 1,1 0-1,0-1 0,0 0 1,0 0-1,1 0 0,-1-1 1,1 0-1,0 0 0,1 0 1,-1-1-1,1 0 0,-1 0 1,1-1-1,0 1 0,0-1 1,0-1-1,0 0 0,0 0 1,1 0-1,13-1 0,-19 0-68,-1 0-1,1 0 1,0-1-1,-1 1 0,1 0 1,-1-1-1,1 1 1,0-1-1,-1 1 0,1-1 1,-1 0-1,0 0 1,1 0-1,-1 0 0,0 0 1,1 0-1,-1 0 1,0 0-1,0 0 0,2-3 1,-1 0-4,1 0 1,-1 0-1,0-1 1,-1 1-1,1 0 1,-1-1-1,2-7 1,0-10-23,-1 0 1,-1-34 0,-2 40 17,2 15 5,-1 0 1,0 0-1,0 0 1,0 0 0,0 0-1,0 0 1,0 1 0,-1-1-1,1 0 1,0 0-1,0 0 1,-1 0 0,1 0-1,0 1 1,-1-1-1,1 0 1,-1 0 0,1 1-1,-1-1 1,1 0-1,-1 0 1,0 1 0,1-1-1,-2 0 1,-19-1 242,8 3-160,-55-1 468,66 0-534,1 0 0,-1 1 0,0-1 0,1 1 0,-1-1 0,1 1 0,-1 0 0,1 0 0,-1 0 0,1-1 0,-1 1 0,1 1 0,0-1 0,0 0 0,-1 0 0,1 0 0,0 1 0,0-1 0,0 0 0,0 1 0,1-1 0,-1 1 0,0-1 0,1 1 0,-1 0 0,1-1 0,-1 1 0,1 0 0,-1 1 0,-1 7 39,1-1 0,0 1 0,0 15 0,1-13-21,-1-7-28,0 0 0,1 0 0,0 0 0,0 0 0,0 0 0,1 0-1,0 0 1,0 0 0,0 0 0,1 0 0,-1-1 0,1 1 0,0 0 0,0-1 0,1 0 0,-1 1 0,1-1 0,5 6 0,22 16-169,47 45-86,-30-20-4143,-31-34-1198,-5-6-4202</inkml:trace>
</inkml:ink>
</file>

<file path=ppt/ink/ink3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10.051"/>
    </inkml:context>
    <inkml:brush xml:id="br0">
      <inkml:brushProperty name="width" value="0.025" units="cm"/>
      <inkml:brushProperty name="height" value="0.025" units="cm"/>
    </inkml:brush>
  </inkml:definitions>
  <inkml:trace contextRef="#ctx0" brushRef="#br0">1 1 10234,'0'0'15083,"11"21"-14835,-6-21-160,0 5-88,1-5 0,-1 5-384,-5 12-1576,0-3-2305,0-2-3193</inkml:trace>
</inkml:ink>
</file>

<file path=ppt/ink/ink3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10.401"/>
    </inkml:context>
    <inkml:brush xml:id="br0">
      <inkml:brushProperty name="width" value="0.025" units="cm"/>
      <inkml:brushProperty name="height" value="0.025" units="cm"/>
    </inkml:brush>
  </inkml:definitions>
  <inkml:trace contextRef="#ctx0" brushRef="#br0">305 0 12819,'0'0'7705,"-166"304"-8049,97-230-2784,-1 1-7819</inkml:trace>
</inkml:ink>
</file>

<file path=ppt/ink/ink3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5.128"/>
    </inkml:context>
    <inkml:brush xml:id="br0">
      <inkml:brushProperty name="width" value="0.025" units="cm"/>
      <inkml:brushProperty name="height" value="0.025" units="cm"/>
    </inkml:brush>
  </inkml:definitions>
  <inkml:trace contextRef="#ctx0" brushRef="#br0">323 7 360,'0'0'17349,"0"-1"-17336,6-3-109,-3 4 273,-5 0 928,-43 0-569,8-1-304,-70 7 1,95-4-232,1 0 1,-1 1-1,0 0 0,1 1 0,0 0 1,0 1-1,0 0 0,1 1 0,-1 0 1,-9 8-1,20-14-1,-1 1 0,1-1 0,-1 0 1,0 1-1,1-1 0,-1 1 0,1-1 0,-1 1 0,1-1 0,0 1 1,-1-1-1,1 1 0,-1-1 0,1 1 0,0-1 0,0 1 1,-1-1-1,1 1 0,0 0 0,0-1 0,0 1 0,-1 0 0,1-1 1,0 1-1,0 0 0,0-1 0,0 1 0,0 0 0,0-1 1,1 1-1,-1 0 0,0-1 0,0 1 0,0-1 0,1 1 0,-1 0 1,0-1-1,0 1 0,1-1 0,-1 1 0,1-1 0,-1 1 1,0-1-1,1 1 0,-1-1 0,1 1 0,0 0 0,30 15-3,-28-15 2,165 79-10,-159-77 11,-1 1 0,1 0 1,-1 1-1,0 0 0,14 11 0,-19-13 0,0-1 0,-1 1 1,0 0-1,1 0 0,-1 0 0,0 0 0,-1 0 0,1 0 1,0 0-1,-1 1 0,0-1 0,0 1 0,0-1 0,0 1 0,0-1 1,-1 1-1,1 6 0,-1 38 56,-1-47-46,1-1 1,-1 1-1,0-1 0,1 1 0,-1-1 1,1 1-1,-1-1 0,0 0 1,1 0-1,-1 1 0,0-1 0,1 0 1,-1 0-1,0 1 0,0-1 1,1 0-1,-1 0 0,0 0 0,0 0 1,1 0-1,-1 0 0,-1-1 1,-24 1 236,20 0-154,-137 0 2031,121-1-1676,20 0-451,0 1-1,0-1 0,0 1 0,0 0 1,0 0-1,0-1 0,0 2 0,0-1 0,0 0 1,0 0-1,0 1 0,0-1 0,0 1 0,0-1 1,0 1-1,0 0 0,0 0 0,0 0 0,1 0 1,-1 0-1,0 0 0,1 0 0,-1 0 0,1 1 1,-1-1-1,1 1 0,0-1 0,0 1 1,-1 0-1,1-1 0,0 1 0,0 0 0,0 2 1,0-3-139,0 0-1,1 1 1,-1-1 0,0 1 0,1-1 0,-1 0 0,1 1 0,0-1 0,-1 1 0,1-1 0,0 1 0,0-1 0,0 1 0,0-1-1,1 3 1,-1-3-172,1 0 0,-1 0 0,1 0 0,0 0-1,-1-1 1,1 1 0,0 0 0,0-1-1,-1 1 1,1 0 0,0-1 0,0 1-1,0-1 1,0 1 0,0-1 0,0 0 0,0 1-1,0-1 1,0 0 0,0 0 0,0 0-1,0 0 1,0 0 0,2 0 0,31 1-7696</inkml:trace>
</inkml:ink>
</file>

<file path=ppt/ink/ink3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5.804"/>
    </inkml:context>
    <inkml:brush xml:id="br0">
      <inkml:brushProperty name="width" value="0.025" units="cm"/>
      <inkml:brushProperty name="height" value="0.025" units="cm"/>
    </inkml:brush>
  </inkml:definitions>
  <inkml:trace contextRef="#ctx0" brushRef="#br0">9 118 3713,'0'0'12430,"-5"-10"-9538,3 61-2136,1-28-654,0 0 0,6 45 1,-5-67-111,1 0 0,-1 1 1,1-1-1,-1 0 0,1 0 1,0 0-1,-1 0 0,1 0 1,0 0-1,0 0 0,0 0 1,0 0-1,0 0 0,0 0 1,0 0-1,0-1 0,0 1 1,0 0-1,1-1 0,-1 1 0,0-1 1,0 1-1,1-1 0,-1 0 1,0 0-1,1 1 0,-1-1 1,2 0-1,48 0-455,-31-1 255,-15 0 203,-1 0-1,1 0 0,-1-1 1,0 1-1,0-1 1,0 0-1,0-1 0,0 1 1,0 0-1,0-1 1,-1 0-1,1 0 1,-1 0-1,0-1 0,0 1 1,3-5-1,-1 2 27,1 0 0,0 0 1,1 1-1,6-6 0,10 10 9,-17 1-13,1 1-1,-1 0 0,0 1 0,1 0 0,-1 0 1,11 5-1,-10-4-19,1 0 0,0-1 0,-1 1 0,10 0 0,25 0-275,57-3-1,-39-1 128,-59 1 162,-1 0 1,1-1-1,0 1 0,0 0 0,0 0 1,0-1-1,0 1 0,-1 0 1,1-1-1,0 1 0,0-1 0,-1 1 1,1-1-1,0 0 0,-1 1 0,1-1 1,-1 0-1,1 1 0,0-1 1,-1 0-1,0 0 0,1 1 0,-1-1 1,1 0-1,-1 0 0,0 0 1,0 0-1,1 1 0,-1-1 0,0 0 1,0 0-1,0-2 0,0-35 543,0 27-470,-2 2-63,0 0 0,0 0 0,-1 0 0,0 0 0,-1 0 0,0 0 0,0 1 0,-1 0 0,-7-10 1,-2-6 205,9 16 113,0 0-1,-1 0 1,0 0-1,-13-13 1,18 21-8,1 1-1224,2 3 332,-1 0 1,1 0 0,0 0-1,-1 0 1,2-1-1,-1 1 1,0-1-1,1 0 1,0 1-1,0-1 1,0 0-1,0 0 1,0-1 0,0 1-1,5 2 1,18 12-6679</inkml:trace>
</inkml:ink>
</file>

<file path=ppt/ink/ink3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6.275"/>
    </inkml:context>
    <inkml:brush xml:id="br0">
      <inkml:brushProperty name="width" value="0.025" units="cm"/>
      <inkml:brushProperty name="height" value="0.025" units="cm"/>
    </inkml:brush>
  </inkml:definitions>
  <inkml:trace contextRef="#ctx0" brushRef="#br0">391 5 5065,'0'0'16998,"-22"-1"-16524,-70-2-209,82 3-249,0 0 0,1 0-1,-1 1 1,1 1 0,-1-1-1,1 2 1,-1-1 0,1 1-1,0 1 1,0 0 0,-13 7-1,5 1-17,1 0 1,1 1-1,-25 26 0,26-25 7,10-10-85,-1 0 1,1 1 0,0-1 0,1 1-1,-1 0 1,1 0 0,0 0 0,0 0-1,0 1 1,1 0 0,-1-1 0,1 1-1,1 0 1,-1 0 0,1 0 0,0 0-1,1 0 1,-1 12 0,2-18 28,0 1 1,-1 0-1,1-1 1,0 1-1,-1-1 1,1 1-1,0-1 1,0 1-1,-1-1 1,1 1-1,0-1 1,0 0-1,0 0 1,0 1-1,0-1 1,0 0-1,-1 0 1,1 0-1,0 0 1,0 0-1,0 0 1,0 0-1,0 0 1,0 0-1,0 0 1,1-1-1,4 1-188,40 0-804,-9 2 320,46-6 0,-78 3 708,0 0-1,0-1 1,0 0-1,0 0 1,-1 0 0,1 0-1,-1-1 1,1 0-1,-1 0 1,6-5-1,-7 6 282,-1 0-1,1-1 1,-1 1 0,1-1-1,-1 1 1,0-1 0,0 0 0,0 0-1,-1 0 1,1 0 0,-1 0-1,0 0 1,1 0 0,-2 0-1,1-1 1,1-4 0,-2 9-335,1 1 1,-1-1-1,1 0 0,-1 1 1,1-1-1,0 0 1,0 0-1,-1 0 1,1 0-1,0 0 0,0 0 1,0 0-1,0 0 1,0 0-1,1 0 1,-1-1-1,1 2 0,27 14-1070,-21-12 573,29 16-2382,-4-6-1907</inkml:trace>
</inkml:ink>
</file>

<file path=ppt/ink/ink3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6.625"/>
    </inkml:context>
    <inkml:brush xml:id="br0">
      <inkml:brushProperty name="width" value="0.025" units="cm"/>
      <inkml:brushProperty name="height" value="0.025" units="cm"/>
    </inkml:brush>
  </inkml:definitions>
  <inkml:trace contextRef="#ctx0" brushRef="#br0">1 1 6065</inkml:trace>
  <inkml:trace contextRef="#ctx0" brushRef="#br0" timeOffset="1">1 1 6065,'385'55'14155,"-385"-36"-13643,-11 25 25,0 4-73,-10 12-224,5-2-152,0-10-88,5 0-8,-5-5-408,0-11-1481,0-16-1071,0-11-1913,5-5-3217</inkml:trace>
</inkml:ink>
</file>

<file path=ppt/ink/ink3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6.971"/>
    </inkml:context>
    <inkml:brush xml:id="br0">
      <inkml:brushProperty name="width" value="0.025" units="cm"/>
      <inkml:brushProperty name="height" value="0.025" units="cm"/>
    </inkml:brush>
  </inkml:definitions>
  <inkml:trace contextRef="#ctx0" brushRef="#br0">70 1 4401,'0'0'12687,"30"11"-12373,87 40-16,-114-50-277,-1 1 0,1-1 0,-1 0 0,0 1 0,0 0 0,0-1 0,0 1 0,0 0 0,0 0 0,0 0 0,0 0 0,-1 0 0,3 4 0,-4-5 10,1 1 0,-1 0-1,0-1 1,0 1 0,1 0 0,-1-1-1,0 1 1,0-1 0,-1 1 0,1 0-1,0-1 1,-1 3 0,0 6 219,1-8-161,0 0 0,-1 1 0,1-1-1,-1 0 1,1 1 0,-1-1 0,0 0 0,0 1 0,0-1 0,0 0-1,0 0 1,0 0 0,-1 0 0,1 0 0,-1 0 0,-2 2 0,0 0 37,-1 0 0,0 0 0,0-1 0,0 0 0,0 0 0,-9 3 0,-7 2 65,-1-1 0,-36 7 0,50-13-180,1 0-289,-36 11 843,41-12-766,1 1 1,-1-1-1,1 1 1,0-1-1,-1 1 1,1-1-1,0 1 1,0 0-1,0 0 1,-1 0 0,1 0-1,0 0 1,0 0-1,0 0 1,0 0-1,1 0 1,-1 0-1,0 0 1,0 1-1,1-1 1,-1 0-1,0 0 1,1 1-1,0-1 1,-1 2 0,4 4-4257,10-5-1877</inkml:trace>
</inkml:ink>
</file>

<file path=ppt/ink/ink3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7.318"/>
    </inkml:context>
    <inkml:brush xml:id="br0">
      <inkml:brushProperty name="width" value="0.025" units="cm"/>
      <inkml:brushProperty name="height" value="0.025" units="cm"/>
    </inkml:brush>
  </inkml:definitions>
  <inkml:trace contextRef="#ctx0" brushRef="#br0">139 163 8194,'0'0'13459,"-26"262"-13147,20-219-120,-10-11-64,5-1-120,-5-9-8,0-6-520,0-11-1049,0-5-1055,6 0-1953,4-21-4417</inkml:trace>
  <inkml:trace contextRef="#ctx0" brushRef="#br0" timeOffset="1">139 163 6041,'133'-112'2716,"-86"75"-494,-24 28-53,-13 7-1315,-9 1-759,0 1 0,0 0 0,-1-1 0,1 1 0,0 0 0,0 0 0,0-1 0,-1 1 0,1 0 0,0 0 0,0 0 1,0 0-1,0 0 0,-1 0 0,1 0 0,0 1 0,0-1 0,0 0 0,-1 0 0,1 0 0,0 1 0,0-1 0,0 1 0,-1-1 1,1 0-1,0 1 0,-1-1 0,1 1 0,0 0 0,-1-1 0,1 1 0,0 1 0,0 0 40,0 1 0,-1 0-1,1 0 1,-1 0 0,0 0 0,0-1 0,0 1-1,-1 4 1,1 6 298,0-9-323,-1 1 0,0-1 0,0 1 0,0-1 0,0 0 0,0 0 0,-1 1 0,0-1-1,0 0 1,0 0 0,0-1 0,-1 1 0,0 0 0,-2 2 0,-9 9 201,-29 24 0,15-14-149,4-6-361,0 0 1,-48 26-1,61-38-324,8-5-1344</inkml:trace>
</inkml:ink>
</file>

<file path=ppt/ink/ink3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7.672"/>
    </inkml:context>
    <inkml:brush xml:id="br0">
      <inkml:brushProperty name="width" value="0.025" units="cm"/>
      <inkml:brushProperty name="height" value="0.025" units="cm"/>
    </inkml:brush>
  </inkml:definitions>
  <inkml:trace contextRef="#ctx0" brushRef="#br0">0 1 1768,'0'0'14342,"13"6"-13999,-2 0-305,0 0-1,1-1 1,0 0 0,0-1-1,0 0 1,0 0 0,0-2-1,1 0 1,0 0 0,15 0 0,-27-2-22,-1 0 1,1 0-1,0 0 1,0 0-1,-1 0 0,1 0 1,0 0-1,0 0 1,0 0-1,-1 0 1,1-1-1,0 1 1,0 0-1,-1 0 1,1-1-1,0 1 1,0 0-1,-1-1 1,1 1-1,-1-1 1,1 1-1,0-1 1,-1 0-1,1 1 0,-1-1 1,1 1-1,-1-1 1,1 0-1,-1 1 1,1-3-1,-1 2 12,0 1-1,-1-1 1,1 0-1,0 0 0,0 0 1,-1 0-1,1 0 1,-1 0-1,1 0 0,0 0 1,-1 1-1,0-1 1,1 0-1,-1 0 1,0 1-1,1-1 0,-1 0 1,0 1-1,0-1 1,1 1-1,-1-1 0,0 1 1,0-1-1,0 1 1,0 0-1,-1-1 1,-10-2 60,1 0 0,-1 1 0,0 0 0,0 1 0,-1 0 1,1 1-1,-23 3 0,-4-2 111,38 14-177,1-9-28,-1-4-11,1 0 0,0 1 0,0-1 0,0 1 0,0-1 0,1 1 0,-1-1 0,0 0-1,1 1 1,0-1 0,0 0 0,0 0 0,0 1 0,0-1 0,0 0 0,0 0 0,1 0 0,1 2 0,8 5-701,0-2 1,1 1 0,0-1 0,0-1-1,20 8 1,20 4-5108</inkml:trace>
</inkml:ink>
</file>

<file path=ppt/ink/ink3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8.146"/>
    </inkml:context>
    <inkml:brush xml:id="br0">
      <inkml:brushProperty name="width" value="0.025" units="cm"/>
      <inkml:brushProperty name="height" value="0.025" units="cm"/>
    </inkml:brush>
  </inkml:definitions>
  <inkml:trace contextRef="#ctx0" brushRef="#br0">356 492 10746,'0'0'10501,"-34"-4"-10146,-111-10-74,136 12-240,-1 1-1,1 0 0,-1 1 0,1 0 1,-1 0-1,1 1 0,-1 1 1,1-1-1,-1 2 0,-16 5 0,23-5-39,-1-1-1,0 1 0,1 0 1,0 0-1,-1 1 1,1-1-1,1 1 0,-1 0 1,0-1-1,1 1 0,0 0 1,0 1-1,0-1 0,0 0 1,1 0-1,0 1 0,-1 4 1,-6 30-95,8-38 82,-1 1-1,1-1 1,0 0-1,0 1 1,0-1-1,0 1 1,0-1-1,0 1 1,0-1-1,0 0 1,1 1-1,-1-1 1,0 0-1,1 1 1,0-1-1,-1 0 1,1 0-1,-1 1 1,1-1-1,0 0 1,0 0 0,0 0-1,0 0 1,0 0-1,0 0 1,1 1-1,10 1-161,0-1 0,0 0 1,0-1-1,0 0 0,0-1 0,19-2 0,7 1-348,-27 0 402,1 0 0,0-1 1,-1 0-1,0 0 0,0-2 0,0 1 1,0-1-1,0-1 0,-1 0 0,1-1 1,17-12-1,2-5-239,0-2 1,34-37-1,-28 25 60,-3-2 0,-1-1 0,31-52 0,-46 65 483,-2-1 0,-1 0 0,-2 0 0,0-1 0,-2-1 0,8-42 0,-15 57 563,-2 7 1033,-1 12 181,-2 31-1042,-1 23-542,-18 101-1,11-102-273,-4 102 0,13-140-123,1 22-68,0-40 48,0 1 0,0-1 0,0 1 1,0 0-1,1-1 0,-1 1 0,1-1 0,-1 1 0,1-1 0,-1 1 0,1-1 0,0 1 1,0-1-1,0 0 0,0 0 0,0 1 0,0-1 0,2 2 0,1-2-194,0 1-1,1 0 0,0-1 1,-1 0-1,1 0 0,0 0 0,-1 0 1,7-1-1,52 0-3300,-33 0 1175,59 0-6218</inkml:trace>
</inkml:ink>
</file>

<file path=ppt/ink/ink3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8.505"/>
    </inkml:context>
    <inkml:brush xml:id="br0">
      <inkml:brushProperty name="width" value="0.025" units="cm"/>
      <inkml:brushProperty name="height" value="0.025" units="cm"/>
    </inkml:brush>
  </inkml:definitions>
  <inkml:trace contextRef="#ctx0" brushRef="#br0">1 0 7114,'0'0'7860,"22"0"-7015,165 10 2095,-156-6-2294,14 3-319,48-1 0,-93-6-420,1 0 0,-1 1 0,1-1-1,-1 0 1,1 0 0,-1 1 0,1-1 0,-1 0 0,0 1 0,1-1 0,-1 1-1,0-1 1,1 0 0,-1 1 0,0-1 0,1 1 0,-1-1 0,0 1 0,0-1-1,0 1 1,1-1 0,-1 1 0,0-1 0,0 1 0,0-1 0,0 1 0,0 0-1,0-1 1,0 1 0,0-1 0,0 1 0,0-1 0,0 1 0,-1-1 0,1 1-1,0-1 1,0 1 0,0-1 0,-1 1 0,1-1 0,0 1 0,0-1 0,-1 0-1,1 1 1,-1-1 0,0 1 0,-20 14-4167,-18 2-1121</inkml:trace>
</inkml:ink>
</file>

<file path=ppt/ink/ink3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8.853"/>
    </inkml:context>
    <inkml:brush xml:id="br0">
      <inkml:brushProperty name="width" value="0.025" units="cm"/>
      <inkml:brushProperty name="height" value="0.025" units="cm"/>
    </inkml:brush>
  </inkml:definitions>
  <inkml:trace contextRef="#ctx0" brushRef="#br0">33 0 4921,'-32'299'5265,"43"-299"-2544,15 0-585,6 0-559,6 0-265,-1 5-352,1-5-568,-6 7-248,5-7-144,27 0-456,-5 0-3369,0 0-4809</inkml:trace>
</inkml:ink>
</file>

<file path=ppt/ink/ink3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9.184"/>
    </inkml:context>
    <inkml:brush xml:id="br0">
      <inkml:brushProperty name="width" value="0.025" units="cm"/>
      <inkml:brushProperty name="height" value="0.025" units="cm"/>
    </inkml:brush>
  </inkml:definitions>
  <inkml:trace contextRef="#ctx0" brushRef="#br0">316 1 4705,'0'0'16243,"-75"300"-15242,64-237-225,-5 2-392,6-5-208,-6-2-120,-6-5-48,1-5-8,-6-10-728,-16 6-1513,6-13-2280,0-9-3208</inkml:trace>
</inkml:ink>
</file>

<file path=ppt/ink/ink3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9.524"/>
    </inkml:context>
    <inkml:brush xml:id="br0">
      <inkml:brushProperty name="width" value="0.025" units="cm"/>
      <inkml:brushProperty name="height" value="0.025" units="cm"/>
    </inkml:brush>
  </inkml:definitions>
  <inkml:trace contextRef="#ctx0" brushRef="#br0">1 36 9690,'0'0'9399,"35"-1"-8957,113-2-35,-139 3-340,-1-1 1,1 2-1,-1-1 1,0 1 0,1 0-1,-1 1 1,15 5 0,-20-5-42,1 0 1,0 0 0,-1 0 0,0 1 0,1 0 0,-1 0 0,0 0 0,-1 0 0,5 5 0,6 8 43,-5-7-9,0 1 0,-1 0-1,0 0 1,-1 1 0,8 18 0,-13-28-13,-1-1 1,0 1-1,1 0 0,-1-1 0,1 1 0,0-1 1,-1 1-1,1-1 0,0 1 0,-1-1 1,1 1-1,0-1 0,-1 1 0,1-1 0,0 0 1,0 0-1,-1 1 0,1-1 0,0 0 1,0 0-1,-1 0 0,1 0 0,0 0 0,0 0 1,0 0-1,0 0 0,-1 0 0,1 0 0,0 0 1,0 0-1,-1-1 0,1 1 0,0 0 1,1-1-1,1 0 46,-1-1 0,1 1 0,0 0 0,0-1 0,-1 0 0,1 0 0,-1 1 0,5-6 0,26-32 274,49-53-218,-73 82-447,5-3 53,2 10-6922,-11 3-304</inkml:trace>
</inkml:ink>
</file>

<file path=ppt/ink/ink3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49.869"/>
    </inkml:context>
    <inkml:brush xml:id="br0">
      <inkml:brushProperty name="width" value="0.025" units="cm"/>
      <inkml:brushProperty name="height" value="0.025" units="cm"/>
    </inkml:brush>
  </inkml:definitions>
  <inkml:trace contextRef="#ctx0" brushRef="#br0">0 7 6249,'0'0'17129,"0"7"-16749,0 3-356,0 1-1,1-1 1,0 0-1,1 0 0,4 13 1,-6-21-73,1 1 0,0-1 0,0 1 0,0-1 1,0 1-1,1-1 0,-1 0 0,1 0 0,-1 0 0,1 1 0,0-1 1,0-1-1,-1 1 0,2 0 0,-1 0 0,0-1 0,0 1 1,0-1-1,1 0 0,-1 0 0,1 0 0,-1 0 0,1 0 1,-1 0-1,5 0 0,-1 0-134,1 0 0,-1-1 0,0 0-1,1 0 1,-1 0 0,1-1 0,-1 0 0,1 0 0,-1 0 0,0-1 0,0 0 0,0-1 0,0 1 0,0-1 0,0 0-1,0 0 1,-1-1 0,0 0 0,0 0 0,6-5 0,-1-1 202,-1 2 97,0 0-1,0-1 1,-1 0-1,0 0 1,0-1 0,11-20 5328,-19 34-5567,0-1-1,1 0 1,-1 1-1,1-1 1,0 1-1,0-1 1,0 0-1,1 1 1,-1-1-1,1 0 1,0 0-1,-1 0 0,1 0 1,1-1-1,-1 1 1,0 0-1,1-1 1,-1 1-1,1-1 1,0 0-1,0 0 1,0 0-1,0 0 1,0-1-1,0 1 1,0-1-1,6 2 1,4 1-1551,1-1 1,-1 0 0,0-1-1,1 0 1,24-1-1,0-1-4631</inkml:trace>
</inkml:ink>
</file>

<file path=ppt/ink/ink3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0.217"/>
    </inkml:context>
    <inkml:brush xml:id="br0">
      <inkml:brushProperty name="width" value="0.025" units="cm"/>
      <inkml:brushProperty name="height" value="0.025" units="cm"/>
    </inkml:brush>
  </inkml:definitions>
  <inkml:trace contextRef="#ctx0" brushRef="#br0">17 160 5193,'0'0'12479,"9"0"-12151,175 0 191,-185-27 481,-1 21-943,1 0 1,-2 0-1,1 1 1,0-1-1,-1 1 1,0-1-1,-1 1 1,1 0-1,-1 0 0,0 1 1,0-1-1,0 1 1,-5-4-1,0 0 133,0 1 0,-1 0 0,0 0 0,0 1 0,-21-9 0,28 13-114,0 1-1,0 0 1,0 0-1,0 1 0,0-1 1,-1 1-1,1-1 1,0 1-1,0 0 1,-1 0-1,-4 1 1,6 0-66,1-1 0,0 1 0,-1-1 0,1 1 0,-1-1 1,1 1-1,0 0 0,-1 0 0,1 0 0,0 0 1,0 0-1,0 0 0,0 0 0,0 0 0,0 1 0,0-1 1,0 0-1,0 0 0,1 1 0,-1-1 0,1 1 0,-1-1 1,0 3-1,-4 19 1,2-1 0,0 1-1,2 0 1,1 28 0,0-30-53,1-17-43,-1-1 1,1 1-1,-1-1 0,1 0 1,0 0-1,1 0 0,-1 0 1,0 1-1,1-2 1,0 1-1,0 0 0,0 0 1,0 0-1,0-1 1,0 1-1,1-1 0,-1 0 1,1 0-1,0 0 0,-1 0 1,1 0-1,0 0 1,0-1-1,0 1 0,0-1 1,6 1-1,8 4-1365,0-1-1,0-1 1,28 3-1,-41-7 1100,56 7-4866,-1-6-2673</inkml:trace>
</inkml:ink>
</file>

<file path=ppt/ink/ink3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0.557"/>
    </inkml:context>
    <inkml:brush xml:id="br0">
      <inkml:brushProperty name="width" value="0.025" units="cm"/>
      <inkml:brushProperty name="height" value="0.025" units="cm"/>
    </inkml:brush>
  </inkml:definitions>
  <inkml:trace contextRef="#ctx0" brushRef="#br0">1 1 11522,'0'0'16204,"5"0"-15876,-5 4-3281,0 23-999,0-5-1786</inkml:trace>
</inkml:ink>
</file>

<file path=ppt/ink/ink3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0.886"/>
    </inkml:context>
    <inkml:brush xml:id="br0">
      <inkml:brushProperty name="width" value="0.025" units="cm"/>
      <inkml:brushProperty name="height" value="0.025" units="cm"/>
    </inkml:brush>
  </inkml:definitions>
  <inkml:trace contextRef="#ctx0" brushRef="#br0">412 1 12803,'117'250'3865,"-122"-233"-2161,-11 4 928,0 6-719,-16 9-1113,-11 12-536,-21 5-264,-59 50-608,5-14-3313,6-2-3841</inkml:trace>
</inkml:ink>
</file>

<file path=ppt/ink/ink3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9.077"/>
    </inkml:context>
    <inkml:brush xml:id="br0">
      <inkml:brushProperty name="width" value="0.025" units="cm"/>
      <inkml:brushProperty name="height" value="0.025" units="cm"/>
    </inkml:brush>
  </inkml:definitions>
  <inkml:trace contextRef="#ctx0" brushRef="#br0">80 28 2529,'0'0'7245,"-3"3"-6406,0-1-800,-8 3 595,10-6-610,1 0 1,0 1-1,-1-1 1,1 1 0,-1-1-1,1 0 1,0 1-1,-1-1 1,1 0 0,0 0-1,0 1 1,0-1-1,0 0 1,-1 1-1,1-1 1,0 0 0,0 0-1,0 1 1,1-1-1,-1 0 1,0-1 0,-1-9-769,-1 2 6025,0 12 320,2 9-5775,0 18 480,-1 0-1,-1-1 1,-11 55-1,12-60-123,2 3-156,-1-27-67,-22 1-4734,16 4 264,-4-4-1901</inkml:trace>
</inkml:ink>
</file>

<file path=ppt/ink/ink3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1:59.498"/>
    </inkml:context>
    <inkml:brush xml:id="br0">
      <inkml:brushProperty name="width" value="0.025" units="cm"/>
      <inkml:brushProperty name="height" value="0.025" units="cm"/>
    </inkml:brush>
  </inkml:definitions>
  <inkml:trace contextRef="#ctx0" brushRef="#br0">0 1 1744,'0'0'15520,"0"26"-7866,0-14-7321,0 106 111,0-117-521,0 0 0,1 0 0,-1 0 0,0 1 0,0-1 0,1 0 0,-1 0 0,1 0 0,-1 0 0,1 1 1,-1-1-1,1 0 0,0 0 0,0 0 0,-1 0 0,1-1 0,0 1 0,0 0 0,0 0 0,0 0 0,0-1 0,0 1 0,2 0 0,28 9-3961,-4-8-2553</inkml:trace>
</inkml:ink>
</file>

<file path=ppt/ink/ink3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0.252"/>
    </inkml:context>
    <inkml:brush xml:id="br0">
      <inkml:brushProperty name="width" value="0.025" units="cm"/>
      <inkml:brushProperty name="height" value="0.025" units="cm"/>
    </inkml:brush>
  </inkml:definitions>
  <inkml:trace contextRef="#ctx0" brushRef="#br0">446 153 1816,'0'0'12576,"-3"-14"-11690,2 5-795,-1-2 71,0 0 0,0-1 0,-1 1 0,0 1-1,-1-1 1,-1 0 0,1 1 0,-10-14 0,12 22-124,1 0-1,-1 1 1,0-1 0,-1 0-1,1 1 1,0 0-1,0-1 1,-1 1-1,1 0 1,-1 0 0,1 1-1,-1-1 1,1 0-1,-1 1 1,-4-1-1,-43 1 366,28 1-353,14-1-24,0 1 1,0 1-1,0-1 1,0 1 0,0 1-1,0-1 1,0 1-1,1 1 1,0-1-1,-1 1 1,-7 6-1,-10 8 45,-37 35 0,54-46-64,0 0 26,0 1 0,0 0 0,0 0 0,1 1 0,1 0 0,0 0 0,0 1 0,0 0 0,1 0 0,1 0 0,0 0 0,0 1 0,1-1 0,0 1 0,1 0 0,0 0 0,1 0 0,0 0 0,1 15 0,0 15 210,-1-16-42,1 0 1,0-1-1,3 1 0,0 0 0,7 28 1,2-5 99,-2 1 1,-3-1 0,-1 1 0,-2 53-1,0-12-120,-3 49 206,4-119-368,-5-19-87,0-15-16624</inkml:trace>
</inkml:ink>
</file>

<file path=ppt/ink/ink3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0.593"/>
    </inkml:context>
    <inkml:brush xml:id="br0">
      <inkml:brushProperty name="width" value="0.025" units="cm"/>
      <inkml:brushProperty name="height" value="0.025" units="cm"/>
    </inkml:brush>
  </inkml:definitions>
  <inkml:trace contextRef="#ctx0" brushRef="#br0">76 32 3081,'0'0'12953,"-13"-4"-11337,-49-14 525,70 17-1914,0 0 1,0 0 0,0 1-1,0 0 1,10 2-1,11-1 198,214-9 284,-126 7-2828,-67 1-2105</inkml:trace>
</inkml:ink>
</file>

<file path=ppt/ink/ink3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5.012"/>
    </inkml:context>
    <inkml:brush xml:id="br0">
      <inkml:brushProperty name="width" value="0.025" units="cm"/>
      <inkml:brushProperty name="height" value="0.025" units="cm"/>
    </inkml:brush>
  </inkml:definitions>
  <inkml:trace contextRef="#ctx0" brushRef="#br0">494 13 2617,'0'0'4103,"5"-2"-2313,-1 0-2527,7-4 5462,-32 4 358,12 2-5020,-1 0 1,0 0-1,1 1 0,-1 0 1,1 1-1,-1 0 0,1 0 1,0 1-1,0 0 0,0 1 0,0 0 1,1 0-1,-1 1 0,-10 8 1,-18 15 70,2 1 1,1 2-1,1 1 1,2 1-1,-38 53 1,55-66-38,1 1 0,2 0 0,0 0 0,1 1 1,1 1-1,1 0 0,1 0 0,1 0 0,1 1 0,1-1 0,1 1 0,0 25 0,2-5 90,0-15 164,6 56 0,-4-76-274,1 0 0,0-1 1,0 1-1,1 0 0,0-1 0,0 1 0,1-1 1,0 0-1,1-1 0,8 12 0,-6-11-5,0 0 0,1-1 0,-1 1 0,2-2 0,-1 1 0,1-1 0,0-1 0,0 1 0,1-2 0,-1 1 0,1-1 1,0-1-1,0 0 0,11 2 0,13 1 211,0-3 1,1 0-1,34-3 1,-45 0-108,-23 0-150,-5 0-2060,-40 0-5987,23 0 98</inkml:trace>
</inkml:ink>
</file>

<file path=ppt/ink/ink3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6.316"/>
    </inkml:context>
    <inkml:brush xml:id="br0">
      <inkml:brushProperty name="width" value="0.025" units="cm"/>
      <inkml:brushProperty name="height" value="0.025" units="cm"/>
    </inkml:brush>
  </inkml:definitions>
  <inkml:trace contextRef="#ctx0" brushRef="#br0">1 58 1584,'0'0'9342,"0"-4"-7505,0 1-1530,0 0 1,0 1-1,0-1 1,1 0-1,-1 0 1,1 0 0,0 1-1,0-1 1,-1 0-1,2 1 1,-1-1-1,2-2 1,2-4-346,0 2 3041,2 19-1406,0 13-1414,-2 0 0,0 0 0,2 50 0,-8 82 617,-1-64-541,2 50-32,0-141-219,0-2-1,0 4-43,0-4-302,2 22-7030,7-12 2548</inkml:trace>
</inkml:ink>
</file>

<file path=ppt/ink/ink3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6.923"/>
    </inkml:context>
    <inkml:brush xml:id="br0">
      <inkml:brushProperty name="width" value="0.025" units="cm"/>
      <inkml:brushProperty name="height" value="0.025" units="cm"/>
    </inkml:brush>
  </inkml:definitions>
  <inkml:trace contextRef="#ctx0" brushRef="#br0">32 84 1776,'0'0'8833,"-5"-2"-7481,3 2-1263,1-1 0,-1 1 0,1-1 0,-1 0 0,1 1 0,0-1 0,-1 0 0,1 0 0,0 0 0,0 0 1,0 0-1,0 0 0,0-1 0,0 1 0,0 0 0,0 0 0,0-1 0,0 1 0,1-1 0,-1 1 0,0-1 0,1 1 0,0-1 0,-1 1 0,1-1 0,0 1 0,0-1 0,0 1 0,0-1 0,0 0 0,0 1 0,0-1 0,0 1 0,1-1 0,-1 1 0,0-1 0,1 1 0,0-1 0,-1 1 0,1-1 0,0 1 0,0 0 0,0-1 0,-1 1 0,1 0 0,1 0 0,-1 0 0,0 0 0,0 0 1,0 0-1,1 0 0,1-1 0,2-1 189,-1 1 0,1 0 0,-1 0 0,1 1 0,-1-1 0,10-1 0,-12 3-203,-1 0 0,0 0 0,0 0 0,0 0 0,0 0 0,1 0 0,-1 0 0,0 0 0,0 1 1,0-1-1,0 0 0,0 1 0,0-1 0,0 1 0,0-1 0,0 1 0,0-1 0,0 1 0,0 0 0,0 0 0,0-1 0,0 1 0,0 0 0,-1 0 0,1 0 0,0 0 0,-1 0 0,1 0 0,-1 0 0,2 2 0,-2-2 278,1 0 0,-1 1 0,1-1 0,-1 1 0,0-1 0,1 1 0,-1-1-1,0 1 1,0-1 0,0 1 0,0-1 0,0 1 0,-1 1 0,-8 10-2993,-1-4-2937</inkml:trace>
</inkml:ink>
</file>

<file path=ppt/ink/ink3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11.555"/>
    </inkml:context>
    <inkml:brush xml:id="br0">
      <inkml:brushProperty name="width" value="0.025" units="cm"/>
      <inkml:brushProperty name="height" value="0.025" units="cm"/>
    </inkml:brush>
  </inkml:definitions>
  <inkml:trace contextRef="#ctx0" brushRef="#br0">3 67 1528,'0'0'15585,"-1"-10"-13673,0 5-1689,1 2-93,0 0 0,-1 0 1,1 0-1,0 0 0,1 0 1,-1 0-1,0 0 0,2-6 1,-1 8-75,0 0 1,-1 0-1,1-1 1,0 1 0,0 0-1,0 0 1,0 0 0,0 0-1,0 0 1,0 0-1,1 0 1,-1 1 0,0-1-1,0 0 1,1 1-1,-1-1 1,1 0 0,-1 1-1,0 0 1,1-1 0,-1 1-1,1 0 1,-1 0-1,1 0 1,2 0 0,176 0 2891,-165 1-2843,0 2-1,0-1 0,0 2 1,0 0-1,0 1 0,-1 0 1,0 1-1,0 1 0,-1 0 1,0 1-1,0 1 0,0 0 1,16 16-1,-4-3-44,-2 2-1,0 1 1,-2 1 0,0 1 0,20 36-1,-29-40-34,0 0 0,-2 0 0,0 1-1,-2 0 1,10 47 0,-11-26 16,-1-1 1,-2 70 0,-4-100 13,0 1 1,-1 0-1,-1 0 1,0-1-1,-1 1 0,-1-1 1,0 0-1,-1 0 1,0 0-1,-1 0 1,-13 19-1,-53 73 398,-4-3-1,-108 110 0,152-177-348,27-32-95,-7 14-18,11-16-130,1-15-7069,0-7 930</inkml:trace>
</inkml:ink>
</file>

<file path=ppt/ink/ink3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7.552"/>
    </inkml:context>
    <inkml:brush xml:id="br0">
      <inkml:brushProperty name="width" value="0.025" units="cm"/>
      <inkml:brushProperty name="height" value="0.025" units="cm"/>
    </inkml:brush>
  </inkml:definitions>
  <inkml:trace contextRef="#ctx0" brushRef="#br0">451 1 3313,'0'0'13617,"-45"3"-12338,-145 15-263,176-16-852,0 0 0,0 0 0,0 1 0,0 1 0,-25 10 0,16-4 74,13-7-149,0 1 1,0 1-1,0 0 0,0 0 1,1 1-1,-11 8 1,20-14-94,-1 0 1,1 1 0,0-1 0,-1 0 0,1 1 0,0-1 0,-1 0 0,1 1 0,0-1 0,0 0 0,-1 1 0,1-1 0,0 1 0,0-1 0,0 0 0,0 1 0,0-1 0,-1 1 0,1-1 0,0 0-1,0 1 1,0-1 0,0 1 0,0-1 0,0 1 0,0-1 0,1 0 0,-1 1 0,0-1 0,0 1 0,0-1 0,0 1 0,0-1 0,1 0 0,-1 1 0,0-1 0,0 0 0,1 1 0,-1-1 0,0 0 0,0 1-1,1-1 1,-1 0 0,0 0 0,1 1 0,-1-1 0,1 0 0,-1 0 0,0 0 0,1 1 0,22 8-70,-21-8 76,67 18-53,57 20-204,-113-33 86,1 0 1,-1 0 0,-1 2 0,1-1 0,-1 2-1,21 18 1,-31-26 154,-1 0 0,0 0 1,0 1-1,1-1 0,-1 0 0,0 1 0,0-1 1,0 0-1,0 1 0,-1-1 0,1 1 0,0-1 0,-1 1 1,1 0-1,-1-1 0,1 1 0,-1 0 0,0-1 0,0 1 1,0 0-1,0-1 0,0 1 0,0 0 0,0 0 0,0-1 1,-1 1-1,1 0 0,-1-1 0,1 1 0,-1-1 1,0 1-1,1-1 0,-1 1 0,0-1 0,0 1 0,-2 1 1,-3 3 29,1 0 1,-2-1 0,1 0 0,0 0 0,-1-1 0,-10 5 0,-39 21 447,-1-2 1,-62 19-1,114-44-410,-16 0 107,19-3-296,6-2-549,66-27-4067,-26 12-309</inkml:trace>
</inkml:ink>
</file>

<file path=ppt/ink/ink3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7.899"/>
    </inkml:context>
    <inkml:brush xml:id="br0">
      <inkml:brushProperty name="width" value="0.025" units="cm"/>
      <inkml:brushProperty name="height" value="0.025" units="cm"/>
    </inkml:brush>
  </inkml:definitions>
  <inkml:trace contextRef="#ctx0" brushRef="#br0">0 1 2497</inkml:trace>
</inkml:ink>
</file>

<file path=ppt/ink/ink3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8.229"/>
    </inkml:context>
    <inkml:brush xml:id="br0">
      <inkml:brushProperty name="width" value="0.025" units="cm"/>
      <inkml:brushProperty name="height" value="0.025" units="cm"/>
    </inkml:brush>
  </inkml:definitions>
  <inkml:trace contextRef="#ctx0" brushRef="#br0">0 43 2497,'112'116'1382,"-90"-93"7702,-23-5-5039,-2 13-2433,-9 116 572,13-146-2183,-1 0-1,1-1 1,0 1-1,-1 0 1,1-1 0,0 1-1,-1-1 1,1 1-1,0-1 1,0 0-1,0 1 1,0-1-1,-1 0 1,1 0-1,0 1 1,0-1-1,0 0 1,0 0-1,0 0 1,0 0-1,0 0 1,-1 0-1,1 0 1,0 0-1,0-1 1,2 1-1,2-1 2,-5 1-2,8 1-21,0 0-1,0-1 0,1-1 0,-1 1 0,0-2 0,0 1 0,0-1 0,0 0 0,0 0 0,0-1 0,0 0 1,-1-1-1,10-5 0,43-34-993,60-57 0,-120 100 1013,1 0-1,0 0 1,-1 0-1,1 0 1,0 0 0,-1 0-1,1 1 1,0-1-1,-1 0 1,1 0 0,0 1-1,-1-1 1,1 0 0,-1 1-1,1-1 1,-1 1-1,1-1 1,-1 1 0,1-1-1,-1 1 1,1-1-1,-1 1 1,0 0 0,1 0-1,18 24 25,-12-15-23,-3-5 1,1 0 0,0 0 0,0 0 0,0 0 0,1-1 0,0 0 0,0 0 0,0 0 0,0-1 0,0 0 0,1 0-1,-1-1 1,1 1 0,0-2 0,0 1 0,0-1 0,0 0 0,0 0 0,10-1 0,-16 0 0,1 0 0,-1-1 0,1 1 0,-1 0 0,0-1 0,1 0 0,-1 1 0,0-1 0,1 0 0,-1 0 0,0 0-1,0 0 1,0 0 0,0 0 0,0 0 0,0 0 0,0 0 0,0 0 0,0-1 0,0 1 0,-1 0 0,1-1 0,-1 1 0,1 0 0,-1-1 0,1-1 0,8-40 21,-7 25 56,-1-1-1,-1 0 1,-2-22 0,1 33-17,-1 1 0,0 0 0,0-1 0,0 1 0,-1 0 0,0 0 0,0 0 0,-1 1 0,1-1 0,-9-10 0,-36-41 715,48 58-792,0-1 1,0 1 0,0 0 0,-1-1-1,1 1 1,0 0 0,-1-1 0,1 1-1,0 0 1,-1 0 0,1-1-1,0 1 1,-1 0 0,1 0 0,0-1-1,-1 1 1,1 0 0,-1 0 0,1 0-1,0 0 1,-1 0 0,1 0 0,-1 0-1,1 0 1,-1 0 0,1 0-1,-1 0 1,1 0-66,0 0 0,0 0 0,-1 1 0,1-1 0,0 0 0,0 1 0,0-1 0,0 0 0,0 0 0,0 1 0,0-1 0,0 0 0,0 1 0,0-1 0,0 0 0,0 0 0,0 1 0,0-1 0,1 0 0,-1 0 0,0 1 0,0-1 0,0 0 0,0 0 0,0 1 0,1-1 0,-1 0 0,0 0 0,0 1 0,0-1 0,1 0 0,-1 0 0,0 0 0,0 0 0,1 1 0,-1-1 0,0 0 0,0 0 0,1 0-1,-1 0 2,28 15-4499,8-2-3755</inkml:trace>
</inkml:ink>
</file>

<file path=ppt/ink/ink3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8.570"/>
    </inkml:context>
    <inkml:brush xml:id="br0">
      <inkml:brushProperty name="width" value="0.025" units="cm"/>
      <inkml:brushProperty name="height" value="0.025" units="cm"/>
    </inkml:brush>
  </inkml:definitions>
  <inkml:trace contextRef="#ctx0" brushRef="#br0">439 1 3041,'0'0'12268,"-42"15"-10995,-133 50-255,160-59-769,-1 0-1,1 1 1,0 0 0,-25 18 0,22-12 63,8-7-172,1 1 0,1 0 0,-1 0 0,1 1-1,0 0 1,1 0 0,-8 11 0,11-13-99,0 1 0,1-1 1,0 1-1,0 0 0,0-1 0,1 1 1,0 1-1,1-1 0,-1 0 0,1 0 1,0 13-1,2-19-44,-1-1 1,1 1 0,-1-1 0,0 1-1,1-1 1,-1 0 0,1 1-1,0-1 1,-1 1 0,1-1-1,-1 0 1,1 0 0,-1 1-1,1-1 1,0 0 0,-1 0-1,1 0 1,0 0 0,-1 0 0,1 1-1,0-1 1,-1 0 0,1-1-1,0 1 1,0 0 0,25 0-76,-19 0 42,3 0-1,0 0-1,-1-1 0,1 0 0,-1 0 0,17-5 0,-21 4 26,1-1-1,0 0 0,-1 0 0,0 0 1,0 0-1,0-1 0,0 0 1,-1 0-1,1 0 0,3-6 1,10-5-9,-16 13 174,1 0-1,0 0 1,-1-1-1,1 1 1,-1 0-1,0-1 1,0 0-1,4-5 1,-7 51-137,0 43-197,2-79-91,0 0 0,0-1 0,0 1-1,1-1 1,0 1 0,0-1 0,0 0-1,1 0 1,0 0 0,4 6 0,23 21-4236</inkml:trace>
</inkml:ink>
</file>

<file path=ppt/ink/ink3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8.901"/>
    </inkml:context>
    <inkml:brush xml:id="br0">
      <inkml:brushProperty name="width" value="0.025" units="cm"/>
      <inkml:brushProperty name="height" value="0.025" units="cm"/>
    </inkml:brush>
  </inkml:definitions>
  <inkml:trace contextRef="#ctx0" brushRef="#br0">252 0 3297,'0'0'17804,"-22"37"-17074,-66 120-88,80-143-540,1 1 1,1 0 0,0 0-1,1 0 1,1 1 0,0 0-1,-2 24 1,2-9-8,-10 61 53,0 3-211,-29 105-1,37-180-358,2 0-1,0 0 0,-1 24 1,3 24-3629,2-40-1391</inkml:trace>
</inkml:ink>
</file>

<file path=ppt/ink/ink3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9.234"/>
    </inkml:context>
    <inkml:brush xml:id="br0">
      <inkml:brushProperty name="width" value="0.025" units="cm"/>
      <inkml:brushProperty name="height" value="0.025" units="cm"/>
    </inkml:brush>
  </inkml:definitions>
  <inkml:trace contextRef="#ctx0" brushRef="#br0">76 90 3209,'0'0'12668,"23"-14"-11508,74-44-197,-92 55-815,0 1 0,1-1 0,0 1 0,-1 0 0,1 0 0,0 1 0,10-2 0,-13 3-14,0 0 0,0 0 0,0 1 0,0-1 0,1 1 0,-1-1 0,0 1 0,3 2 0,-4-2-95,-1 0 1,1 0-1,-1 1 1,0-1 0,0 1-1,0-1 1,1 1-1,-1-1 1,-1 1 0,1-1-1,0 1 1,0 0-1,-1 0 1,1-1 0,-1 1-1,1 0 1,-1 0-1,0 0 1,0 0 0,1 0-1,-1-1 1,-1 1-1,1 2 1,0 2 43,1 126 580,-1-125-618,-1-1 1,0 0-1,-1 0 0,1 0 0,-1 0 0,-1 0 1,1 0-1,-1 0 0,0-1 0,0 1 1,0-1-1,-1 0 0,0 0 0,0 0 1,0-1-1,0 1 0,-1-1 0,-9 7 0,6-5-23,0-1-1,0 0 0,0-1 0,0 1 0,-1-2 0,1 1 0,-1-1 0,0 0 0,0-1 0,-1 0 0,1 0 1,-12 0-1,-88-2-1432,106 0-347</inkml:trace>
</inkml:ink>
</file>

<file path=ppt/ink/ink3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9.577"/>
    </inkml:context>
    <inkml:brush xml:id="br0">
      <inkml:brushProperty name="width" value="0.025" units="cm"/>
      <inkml:brushProperty name="height" value="0.025" units="cm"/>
    </inkml:brush>
  </inkml:definitions>
  <inkml:trace contextRef="#ctx0" brushRef="#br0">193 3 1776,'0'0'17213,"-7"-1"-15699,6 1-1465,-1-1-1,1 1 1,0 0 0,0 0-1,0 0 1,0-1 0,0 1-1,0 0 1,-1 1 0,1-1-1,0 0 1,0 0 0,0 0-1,0 1 1,0-1 0,0 0-1,0 1 1,0-1 0,0 1-1,0 0 1,0-1 0,0 1-1,0 0 1,0-1 0,0 1-1,1 0 1,-1 0 0,0 0-1,0 0 1,0 1 0,0 3 131,0 1 1,0-1-1,0 1 1,1 0-1,-1-1 1,2 9-1,-1 0 3,0 4 44,-6 230 1342,2-198-1529,-2-2 0,-3 1 0,-14 49-1,-71 166-2186,87-222-440,6-13-2018,1-9-2003</inkml:trace>
</inkml:ink>
</file>

<file path=ppt/ink/ink3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09.926"/>
    </inkml:context>
    <inkml:brush xml:id="br0">
      <inkml:brushProperty name="width" value="0.025" units="cm"/>
      <inkml:brushProperty name="height" value="0.025" units="cm"/>
    </inkml:brush>
  </inkml:definitions>
  <inkml:trace contextRef="#ctx0" brushRef="#br0">38 93 1768,'0'0'12771,"30"-16"-12204,96-48 86,-124 62-595,1 0-1,0 1 0,0-1 0,0 1 1,0 0-1,0 0 0,0 0 0,0 1 0,0-1 1,0 1-1,0-1 0,1 1 0,-1 0 1,0 0-1,4 1 0,-6 0-15,0 0 0,0-1 1,0 1-1,0 0 0,0 0 0,0 0 0,0 0 0,-1 0 1,1 0-1,0 0 0,-1 0 0,1 0 0,-1 0 0,1 1 0,-1-1 1,0 0-1,1 0 0,-1 0 0,0 1 0,0 0 0,2 5 152,1 17 389,0-1 1,-1 0-1,-3 43 0,1-26-104,0-22-276,-1 0-1,0 0 1,-2 0 0,0 0 0,-1 0 0,-8 23 0,10-36-162,1 0 0,-1 0 0,0-1 1,-1 1-1,1-1 0,-1 0 0,0 1 1,0-1-1,-1-1 0,1 1 1,-1 0-1,1-1 0,-1 0 0,0 0 1,0 0-1,-1 0 0,1-1 0,-1 1 1,1-1-1,-1 0 0,0-1 0,0 1 1,0-1-1,1 0 0,-1 0 0,0 0 1,-7-1-1,4 1-26,0-2 0,1 1 0,-1-1 0,-15-3 0,20 3-15,0 0 0,1 0-1,-1-1 1,0 1 0,0-1 0,1 0-1,-1 0 1,1 0 0,-1 0-1,1 0 1,0-1 0,0 1-1,0 0 1,0-1 0,-1-3 0,0 2-84,-3-6 12,0 0-1,0 0 1,1 0 0,-5-16 0,9 23-148,0 0 1,1 0 0,0 1 0,-1-1 0,1 0-1,0 0 1,0 1 0,0-1 0,1 0 0,0-3 0,-1 4-165,1 0 1,0 0 0,0 0 0,0 0 0,0 1-1,0-1 1,0 0 0,0 1 0,1-1 0,-1 1-1,1-1 1,-1 1 0,1-1 0,-1 1 0,4-2-1,25-13-7615</inkml:trace>
</inkml:ink>
</file>

<file path=ppt/ink/ink3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10.398"/>
    </inkml:context>
    <inkml:brush xml:id="br0">
      <inkml:brushProperty name="width" value="0.025" units="cm"/>
      <inkml:brushProperty name="height" value="0.025" units="cm"/>
    </inkml:brush>
  </inkml:definitions>
  <inkml:trace contextRef="#ctx0" brushRef="#br0">1 22 3201,'0'0'12962,"6"10"-11749,-1-1-971,-3-5-166,0 0 0,0 0 0,1-1 0,-1 1 0,1-1 0,0 1 0,0-1 0,0 0 0,0 0 0,0 0 0,1-1 0,0 1-1,-1-1 1,1 0 0,7 3 0,13 3 74,1-1 1,0-2-1,1 0 0,-1-2 0,1-1 0,44-2 0,-69 0-150,0 0-1,0 0 0,0-1 0,0 1 1,0 0-1,0-1 0,-1 1 0,1-1 1,0 1-1,0-1 0,-1 1 0,1-1 1,0 0-1,-1 1 0,1-1 0,0 0 1,-1 1-1,1-1 0,-1 0 1,1 0-1,-1 0 0,0 1 0,1-1 1,-1 0-1,0 0 0,1 0 0,-1 0 1,0 0-1,0 0 0,0 0 0,0 1 1,0-3-1,0-39-7,-1 27 51,1 14-37,0 0-1,0 0 1,0-1 0,-1 1-1,1 0 1,0 0-1,-1 0 1,1 0 0,-1 0-1,1 0 1,-1 0 0,0 0-1,1 0 1,-1 0 0,0 0-1,0 0 1,0 0 0,1 1-1,-1-1 1,0 0 0,-2-1-1,-32-10 99,19 9 94,0 1 0,-26 0-1,-36 2 1277,76 0-1325,3 36-309,1 0-1,2 0 0,1 0 0,12 39 0,-7-42-1578,1 0 1,19 38 0,-3-21-3884</inkml:trace>
</inkml:ink>
</file>

<file path=ppt/ink/ink3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10.992"/>
    </inkml:context>
    <inkml:brush xml:id="br0">
      <inkml:brushProperty name="width" value="0.025" units="cm"/>
      <inkml:brushProperty name="height" value="0.025" units="cm"/>
    </inkml:brush>
  </inkml:definitions>
  <inkml:trace contextRef="#ctx0" brushRef="#br0">458 642 3321,'0'0'15906,"-34"-7"-14502,-106-22-401,126 26-703,-1 0 0,1 1 0,-1 1 0,0 0 0,-22 2 0,6 1 6,26-2-259,0 1 0,1 0 1,-1 0-1,0 1 0,1 0 1,-1-1-1,1 1 0,0 1 1,0-1-1,-1 1 0,1-1 0,1 1 1,-1 1-1,0-1 0,1 0 1,0 1-1,-1-1 0,2 1 1,-1 0-1,0 0 0,-3 9 1,-3 3 4,1 0 1,1 1 0,0 0-1,-6 29 1,10-27-75,0 1 0,1 1 0,1-1 0,1 0 0,3 28 0,-3-47 18,1 1-1,-1-1 1,1 0 0,0 1 0,-1-1-1,1 0 1,0 0 0,0 0-1,0 0 1,0 0 0,0 0 0,0 0-1,0 0 1,0 0 0,0 0-1,0 0 1,0 0 0,1-1 0,-1 1-1,0-1 1,1 1 0,-1-1-1,0 1 1,1-1 0,-1 0 0,1 0-1,-1 1 1,3-1 0,48 0-92,-36 0 43,-9-1 4,0 0 1,0 0 0,0 0-1,0-1 1,0 0 0,0 0-1,-1-1 1,1 0 0,-1 0-1,1-1 1,-1 1-1,0-1 1,8-7 0,7-9-372,0 0-1,19-23 1,-25 25 46,18-21-418,-1-2-1,-3-1 0,-1-1 0,-3-1 0,-1-2 0,18-48 1,-22 40 656,-2 0 0,-3-2 0,-2 1 0,-3-2 0,4-67 0,-13 72 1723,-1 47 362,0 23 1529,-2 15-2907,-3 1 1,0-1-1,-2 0 1,-12 32-1,-11 56 378,18-32-530,4 2 1,5 108 0,3-158-431,0-36 7,0 1 0,0 0 0,1 0 0,-1 0 0,1 1 0,2 5 0,-3-10-14,1 0 0,0 0 0,0-1 0,0 1 0,0 0 1,0-1-1,0 1 0,0 0 0,0-1 0,1 1 0,-1-1 0,1 0 1,-1 1-1,1-1 0,0 0 0,-1 0 0,1 0 0,0 0 0,3 1 1,10 1-512,0 0 0,0-1 0,0-1-1,1 0 1,19-2 0,-13 1-832,52 0-4896</inkml:trace>
</inkml:ink>
</file>

<file path=ppt/ink/ink3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7.263"/>
    </inkml:context>
    <inkml:brush xml:id="br0">
      <inkml:brushProperty name="width" value="0.025" units="cm"/>
      <inkml:brushProperty name="height" value="0.025" units="cm"/>
    </inkml:brush>
  </inkml:definitions>
  <inkml:trace contextRef="#ctx0" brushRef="#br0">391 19 1176,'0'0'2207,"5"0"-936,11 0-161,-5 0 17442,-13-17-16781,-50 16-1485,-41 0-205,82 2-79,1 0-1,-1 1 0,1 0 0,-1 1 0,1 0 0,-15 6 0,-11 10 5,0 0 0,-61 47 0,96-65-16,1-1 1,0 0-1,0 0 0,0 0 0,0 0 0,0 0 0,0 0 0,0 0 1,0 0-1,0 0 0,-1 1 0,1-1 0,0 0 0,0 0 0,0 0 1,0 0-1,0 0 0,0 0 0,0 0 0,0 1 0,0-1 0,0 0 1,0 0-1,0 0 0,0 0 0,0 0 0,0 0 0,0 1 0,0-1 1,0 0-1,0 0 0,0 0 0,0 0 0,0 0 0,0 0 0,0 1 1,0-1-1,1 0 0,-1 0 0,0 0 0,0 0 0,0 0 0,0 0 1,0 0-1,0 0 0,0 1 0,0-1 0,0 0 0,1 0 0,-1 0 1,0 0-1,0 0 0,0 0 0,0 0 0,0 0 0,0 0 0,1 0 1,-1 0-1,0 0 0,0 0 0,0 0 0,0 0 0,0 0 0,1 0 1,17 3-203,28-2 196,-42-1-27,45-1-89,-22-1-206,-1 2 0,0 0 0,0 2 0,1 1 0,-1 1 1,41 13-1,-61-15 219,-2 0 1,1 1 0,0-1 0,0 1-1,-1 1 1,1-1 0,-1 0 0,0 1-1,0 0 1,6 8 0,-9-10 107,0-1 0,0 1 1,0-1-1,0 1 0,0 0 0,-1-1 1,1 1-1,-1 0 0,1 0 0,-1 0 1,1-1-1,-1 1 0,0 0 1,0 0-1,0 0 0,0 0 0,0 0 1,0-1-1,0 1 0,-1 0 1,1 0-1,-1 0 0,1-1 0,-1 1 1,0 0-1,0-1 0,0 1 0,0 0 1,0-1-1,0 1 0,0-1 1,0 0-1,-1 1 0,1-1 0,0 0 1,-3 2-1,-29 19 282,0-1 0,-2-1 0,-63 25 0,20-9 151,-35 13-10,109-47-405,-9 2-13,12-4-185,6-5-8416,22-17 1282</inkml:trace>
</inkml:ink>
</file>

<file path=ppt/ink/ink3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7.602"/>
    </inkml:context>
    <inkml:brush xml:id="br0">
      <inkml:brushProperty name="width" value="0.025" units="cm"/>
      <inkml:brushProperty name="height" value="0.025" units="cm"/>
    </inkml:brush>
  </inkml:definitions>
  <inkml:trace contextRef="#ctx0" brushRef="#br0">81 0 8730,'0'0'12309,"0"47"-10858,0 145-464,0-17 615,0-161-1533,-1 1 0,0-1 1,-1 1-1,0-1 1,-6 17-1,5-24-645,1 0 1,-1 0-1,-1-1 0,-7 13 1,8-15-690,0 0-1,-1 0 1,0 0 0,1 0 0,-1-1 0,-1 1 0,-6 3 0,5-2-5350</inkml:trace>
</inkml:ink>
</file>

<file path=ppt/ink/ink3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8.058"/>
    </inkml:context>
    <inkml:brush xml:id="br0">
      <inkml:brushProperty name="width" value="0.025" units="cm"/>
      <inkml:brushProperty name="height" value="0.025" units="cm"/>
    </inkml:brush>
  </inkml:definitions>
  <inkml:trace contextRef="#ctx0" brushRef="#br0">0 123 3649,'0'0'10771,"54"-6"-9784,176-20-311,-188 20-403,0-1 0,59-19 0,-74 18 417,47-8-1,-87 32 2628,-45 70-3208,52-72-283,0 0-1,1 1 0,0 0 0,1 0 1,1 0-1,1 1 0,0-1 1,0 1-1,2 0 0,1 17 1,-1-31 119,0-1 1,0 1-1,0 0 1,0 0 0,1-1-1,-1 1 1,1 0-1,-1-1 1,1 1 0,-1-1-1,1 1 1,0 0-1,0-1 1,-1 1-1,1-1 1,0 0 0,0 1-1,1-1 1,-1 0-1,0 0 1,0 0 0,1 0-1,-1 0 1,1 0-1,-1 0 1,1 0 0,-1 0-1,1 0 1,-1-1-1,4 1 1,3 1-114,0-1 0,0 0 1,1 0-1,-1-1 0,10-1 0,-1 1-154,-9 0 234,1 0-1,-1-1 1,0 0-1,0 0 1,0-1-1,0 0 0,0 0 1,0-1-1,0 0 1,-1 0-1,1-1 1,-1 0-1,0-1 1,0 1-1,-1-1 1,1 0-1,-1-1 1,0 0-1,-1 0 0,1 0 1,-1 0-1,6-10 1,-6 6 115,-1 0 0,1 0 0,-2-1 0,1 1 0,-1-1 0,-1 0 0,0 0-1,-1 0 1,0 1 0,0-2 0,-1 1 0,-2-12 0,2 4 263,0 16-208,0-1-1,0 1 1,-1 0 0,1 0-1,-1-1 1,0 1 0,0 0-1,0 0 1,0 0 0,0 0-1,-1 0 1,1 0 0,-1 0 0,0 1-1,0-1 1,0 1 0,-3-4-1,0 2 38,1 1 0,-1 0 0,0-1-1,0 2 1,0-1 0,0 1 0,0-1 0,-1 2 0,-7-3-1,-11-1 183,0 2-1,0 1 1,-44 0-1,54 2-285,5 0-65,-1 0 61,1 0 0,0 0 0,-1 1-1,1 1 1,-14 2 0,21-3-103,-1 0 0,1 0 0,0 0-1,0 0 1,0 0 0,0 1 0,0-1 0,0 1-1,1-1 1,-1 1 0,0-1 0,1 1 0,-1 0-1,1 0 1,-1 0 0,1 0 0,0 0-1,0 0 1,0 0 0,0 0 0,1 1 0,-1-1-1,0 0 1,1 1 0,-1-1 0,1 0-1,0 3 1,-1 28-4290,1-7-2885</inkml:trace>
</inkml:ink>
</file>

<file path=ppt/ink/ink3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8.389"/>
    </inkml:context>
    <inkml:brush xml:id="br0">
      <inkml:brushProperty name="width" value="0.025" units="cm"/>
      <inkml:brushProperty name="height" value="0.025" units="cm"/>
    </inkml:brush>
  </inkml:definitions>
  <inkml:trace contextRef="#ctx0" brushRef="#br0">209 0 4049,'0'0'18997,"-4"40"-17875,-13 130-131,15-154-858,0 0 1,-1 0-1,-1-1 0,0 1 1,-1-1-1,-11 23 1,-2 5-32,-52 122-1118,62-148-1136,-1-1 0,-17 22 0,17-24-817,-3 3-2951</inkml:trace>
</inkml:ink>
</file>

<file path=ppt/ink/ink3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8.803"/>
    </inkml:context>
    <inkml:brush xml:id="br0">
      <inkml:brushProperty name="width" value="0.025" units="cm"/>
      <inkml:brushProperty name="height" value="0.025" units="cm"/>
    </inkml:brush>
  </inkml:definitions>
  <inkml:trace contextRef="#ctx0" brushRef="#br0">1 50 2937,'0'0'18953,"30"-8"-17677,96-24-365,-116 29-759,0 1 0,0 0-1,0 1 1,1 0 0,-1 0 0,16 2-1,-3 0 22,-21-1-166,1 0 0,-1 0 0,1 0 0,-1 1 0,0-1-1,1 1 1,-1 0 0,0-1 0,0 1 0,1 0 0,-1 0 0,0 1 0,0-1 0,0 0 0,0 1-1,0-1 1,-1 1 0,3 1 0,-1 1 6,-1-1-1,1 1 1,-1 0 0,0 0-1,0 0 1,0 0-1,-1 0 1,1 0 0,0 6-1,1 11 40,0-1-1,-2 0 1,-1 32-1,-1-29-14,1-14-24,1 2 4,-1-1 1,-1 1-1,0-1 0,-4 18 0,5-26 0,-1 1 1,0-1-1,0 0 0,0 0 1,0 1-1,0-1 1,0 0-1,-1 0 0,1 0 1,0 0-1,-1 0 1,0-1-1,1 1 0,-1 0 1,0-1-1,0 1 0,0-1 1,0 0-1,0 0 1,0 0-1,-1 0 0,1 0 1,0 0-1,0 0 1,-1-1-1,-3 2 0,-1-1 35,-1 0 0,1 0 0,-1-1 0,1 0 0,-1 0 0,1-1 0,-1 0 0,1 0 0,0 0 0,-1-1 0,1 0 0,0-1 0,0 0 0,0 0-1,1 0 1,-1-1 0,1 0 0,0 0 0,-7-6 0,-8-10-19,12 13-36,0-1-1,0-1 0,1 0 1,-11-15-1,18 22-239,1 2-500,0 0 687,0 0-1,-1 0 1,1 0 0,0 0-1,0 0 1,0 0 0,0 0-1,0 0 1,-1 0 0,1 0 0,0 0-1,0 0 1,0 0 0,0 0-1,0 0 1,-1 0 0,1 0-1,0 0 1,0 0 0,0 0-1,0 0 1,0 0 0,0 0-1,-1 1 1,1-1 0,0 0-1,0 0 1,0 0 0,0 0-1,0 0 1,0 0 0,0 0-1,0 0 1,-1 1 0,1-1-1,0 0 1,0 0 0,0 0-1,0 0 1,0 0 0,0 1-1,0-1 1,0 0 0,0 0-1,0 0 1,-4 40-8027,3-18 831</inkml:trace>
</inkml:ink>
</file>

<file path=ppt/ink/ink3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9.135"/>
    </inkml:context>
    <inkml:brush xml:id="br0">
      <inkml:brushProperty name="width" value="0.025" units="cm"/>
      <inkml:brushProperty name="height" value="0.025" units="cm"/>
    </inkml:brush>
  </inkml:definitions>
  <inkml:trace contextRef="#ctx0" brushRef="#br0">6 2 9754,'0'0'20463,"-3"-2"-18789,1 9-4754,2 19-1097,0-4-3375,0-1-7730</inkml:trace>
</inkml:ink>
</file>

<file path=ppt/ink/ink3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29.474"/>
    </inkml:context>
    <inkml:brush xml:id="br0">
      <inkml:brushProperty name="width" value="0.025" units="cm"/>
      <inkml:brushProperty name="height" value="0.025" units="cm"/>
    </inkml:brush>
  </inkml:definitions>
  <inkml:trace contextRef="#ctx0" brushRef="#br0">508 1 9938,'-112'308'6882,"101"-280"-3762,1 13-335,-12-2-473,1 9-1087,-11 12-729,-16-2-472,-43 33-24,10-11-2217,1-11-5816</inkml:trace>
</inkml:ink>
</file>

<file path=ppt/ink/ink3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2:30.631"/>
    </inkml:context>
    <inkml:brush xml:id="br0">
      <inkml:brushProperty name="width" value="0.025" units="cm"/>
      <inkml:brushProperty name="height" value="0.025" units="cm"/>
    </inkml:brush>
  </inkml:definitions>
  <inkml:trace contextRef="#ctx0" brushRef="#br0">111 1 4609,'0'0'14492,"-16"1"-11878,-7 36-1600,-30 36-1,34-47-799,21-28 734,1-2-831,0 1 0,0 0-1,0 0 1,1 0 0,-1 1 0,1-1 0,-1 1 0,1 0-1,5-2 1,-8 4 38,3 0 126</inkml:trace>
</inkml:ink>
</file>

<file path=ppt/ink/ink3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5.138"/>
    </inkml:context>
    <inkml:brush xml:id="br0">
      <inkml:brushProperty name="width" value="0.025" units="cm"/>
      <inkml:brushProperty name="height" value="0.025" units="cm"/>
    </inkml:brush>
  </inkml:definitions>
  <inkml:trace contextRef="#ctx0" brushRef="#br0">1128 92 3209,'0'0'14798,"-4"0"-13616,1 0-1054,2 0-8,-1 1 0,0-1-1,1 0 1,-1-1 0,0 1-1,1 0 1,-1 0 0,0-1 0,1 1-1,-1-1 1,1 1 0,-1-1-1,1 0 1,-1 0 0,1 1-1,0-1 1,-1 0 0,1 0 0,-2-2-1,-8-7 312,0 1 0,-1 1 1,-22-13-1,21 15-383,0 1 0,0 0 1,-1 1-1,1 1 0,-1 0 1,-18-1-1,-85 1-70,66 4 42,37 0-25,1 0 0,-1 1 0,1 1 0,0 0 0,-1 1 0,1 0 0,1 1 0,-1 1 0,1 0 0,0 1 0,-22 15 0,-5 8-1,1 2-1,-33 37 1,18-16 2,3 2-1,2 3 0,3 2 1,-61 105-1,88-132 3,1 0 0,2 1 0,2 1 0,1 1 0,2 0 0,1 0 0,2 0-1,1 1 1,2 0 0,2 1 0,2 46 0,1-80-1,-1 0 1,0 0-1,1 0 1,0 0-1,0 0 0,0 0 1,0 0-1,1 0 1,-1-1-1,1 1 0,0 0 1,0-1-1,0 1 0,1-1 1,-1 0-1,1 0 1,0 0-1,0 0 0,0 0 1,0-1-1,5 4 1,0-3-8,1 1 1,-1-1 0,1 0-1,0 0 1,0-1 0,0-1-1,0 0 1,15 1 0,2 0 22,0 0 0,0-2 0,0-1 0,0-1 0,-1-1 0,1-2 0,-1 0 0,0-2 0,31-12 0,17-16 198,-1-4-1,-3-2 1,123-98-1,-188 135-292,2 1 795,-4 15-61,-2-2-533,0 19 57,0-1 0,-2 0-1,-1 0 1,-9 36-1,-73 220-785,80-255-1996,5-11-1934,0-13 2776,0 1-4958</inkml:trace>
</inkml:ink>
</file>

<file path=ppt/ink/ink3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5.481"/>
    </inkml:context>
    <inkml:brush xml:id="br0">
      <inkml:brushProperty name="width" value="0.025" units="cm"/>
      <inkml:brushProperty name="height" value="0.025" units="cm"/>
    </inkml:brush>
  </inkml:definitions>
  <inkml:trace contextRef="#ctx0" brushRef="#br0">5 0 1904,'0'0'15781,"2"14"-14277,7 116 1361,-9-129-2872,0 0 0,1 0 0,-1 0 1,0 0-1,0 0 0,0 0 0,0 0 0,0 0 0,-1 0 1,1 1-1,0-1 0,0 0 0,-1 0 0,1 0 0,-1 0 0,1 0 1,-1 0-1,1 0 0,-1 0 0,1-1 0,-1 1 0,0 0 0,1 0 1,-1 0-1,0-1 0,-1 2 0,-3 2-541,5 1-6269,4-4 219</inkml:trace>
</inkml:ink>
</file>

<file path=ppt/ink/ink3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5.812"/>
    </inkml:context>
    <inkml:brush xml:id="br0">
      <inkml:brushProperty name="width" value="0.025" units="cm"/>
      <inkml:brushProperty name="height" value="0.025" units="cm"/>
    </inkml:brush>
  </inkml:definitions>
  <inkml:trace contextRef="#ctx0" brushRef="#br0">22 5 3873,'0'0'16835,"-22"-4"-16523,22 35-135,0 7-177,0 11-537,0 16-1383,0-13-2313,0-15-5209</inkml:trace>
</inkml:ink>
</file>

<file path=ppt/ink/ink3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6.284"/>
    </inkml:context>
    <inkml:brush xml:id="br0">
      <inkml:brushProperty name="width" value="0.025" units="cm"/>
      <inkml:brushProperty name="height" value="0.025" units="cm"/>
    </inkml:brush>
  </inkml:definitions>
  <inkml:trace contextRef="#ctx0" brushRef="#br0">23 417 1880,'0'0'15732,"-3"-10"-14296,-1-2-1058,2 8-223,0 0 0,1-1 0,0 1-1,0-1 1,0 1 0,0-1 0,1 1-1,0-5 1,0 8 967,-2 1-780,-1 0 530,2 9-270,0 3-537,1 0 1,0 0-1,1-1 0,0 1 0,1 0 1,0 0-1,1-1 0,0 1 0,1-1 0,1 0 1,7 16-1,-11-27-64,6 14-5,1-1 1,0-1 0,1 0-1,21 21 1,-29-30-1,1-1-1,0-1 1,0 1-1,1 0 1,-1 0-1,0-1 1,1 0-1,-1 1 1,0-1-1,1 0 1,0 0-1,-1 0 1,1 0-1,0-1 1,-1 1-1,1-1 1,0 1-1,0-1 1,-1 0 0,1 0-1,0-1 1,0 1-1,-1 0 1,1-1-1,0 0 1,-1 1-1,1-1 1,0 0-1,-1 0 1,1-1-1,-1 1 1,0 0-1,1-1 1,-1 0-1,0 1 1,2-3 0,7-8 4,0 0 0,-1-1 0,0 0 1,-1-1-1,-1 0 0,0 0 1,8-21-1,0-7 40,17-62 0,-19 49 79,-2 0 0,-2-1 0,3-105 0,-13 160-121,1 33-1073,0-28 479,1 0 0,0 0 0,0-1 0,0 1 0,0 0 0,1 0 0,-1-1 0,1 0 1,0 1-1,0-1 0,0 0 0,0-1 0,1 1 0,-1 0 0,1-1 0,-1 0 0,1 0 0,5 2 0,18 4-9905</inkml:trace>
</inkml:ink>
</file>

<file path=ppt/ink/ink3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6.780"/>
    </inkml:context>
    <inkml:brush xml:id="br0">
      <inkml:brushProperty name="width" value="0.025" units="cm"/>
      <inkml:brushProperty name="height" value="0.025" units="cm"/>
    </inkml:brush>
  </inkml:definitions>
  <inkml:trace contextRef="#ctx0" brushRef="#br0">0 107 3001,'0'0'12141,"13"12"-11017,44 39-369,-53-48-679,-1-1 0,0 1 0,0-1 0,1 0 0,-1 0 0,1-1 0,-1 1 0,1-1 0,0 0 0,0 0 0,0 0 0,0 0 0,0-1 0,0 1 0,-1-1 0,1 0-1,6-1 1,15 2 467,53 0 554,-77-2-1092,-1 1-1,1 0 1,0-1 0,-1 1-1,1 0 1,0-1-1,-1 1 1,1 0-1,-1-1 1,1 1 0,-1-1-1,1 1 1,-1-1-1,1 1 1,-1-1-1,0 0 1,1 1 0,-1-1-1,0 0 1,1 1-1,-1-1 1,0 0-1,0 1 1,0-1 0,0 0-1,0 1 1,1-1-1,-1 0 1,0 1-1,-1-2 1,2-27 17,-1 23-18,0-4 6,0 0 0,-1 0 1,0 1-1,-1-1 0,0 0 0,0 1 0,-6-16 0,6 22-1,1 0 1,-1 0-1,0 0 1,1 1-1,-1-1 0,-1 0 1,1 1-1,0-1 1,-1 1-1,1 0 0,-1 0 1,0 0-1,1 0 1,-1 0-1,0 0 1,0 1-1,-1 0 0,1-1 1,0 1-1,0 0 1,0 1-1,-1-1 0,1 1 1,-1-1-1,1 1 1,-4 0-1,-10 0 93,10-1-22,0 1 1,-1 0 0,1 1 0,0 0-1,0 0 1,-8 2 0,12-1-40,0-1 0,0 0 0,0 1 0,1 0 0,-1 0 0,1 0 0,-1 0 0,1 0 0,0 0 0,0 1 0,0-1 0,0 1-1,0-1 1,0 1 0,1 0 0,-1 0 0,-1 4 0,-2 10 103,1 0 0,0 0 0,1 1 0,1-1 0,1 1-1,0 0 1,4 31 0,-2-2 62,-2-28-179,0-10-6,0-1 0,1 1 0,0 0 0,3 12-1,-3-19-27,0 0-1,0-1 0,1 1 0,-1 0 1,1 0-1,0-1 0,-1 1 0,1-1 1,0 1-1,0-1 0,0 1 0,0-1 0,0 1 1,1-1-1,-1 0 0,0 0 0,1 1 1,-1-1-1,0 0 0,1 0 0,-1 0 1,1-1-1,0 1 0,-1 0 0,1-1 1,0 1-1,-1-1 0,3 1 0,74 1-2039,-51-2 283,27 0-3420</inkml:trace>
</inkml:ink>
</file>

<file path=ppt/ink/ink3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7.270"/>
    </inkml:context>
    <inkml:brush xml:id="br0">
      <inkml:brushProperty name="width" value="0.025" units="cm"/>
      <inkml:brushProperty name="height" value="0.025" units="cm"/>
    </inkml:brush>
  </inkml:definitions>
  <inkml:trace contextRef="#ctx0" brushRef="#br0">27 70 2833,'0'0'17919,"-4"8"-17260,0 1-490,0-1-1,1 1 1,0 1-1,0-1 1,1 0-1,1 1 1,0-1-1,0 1 1,0-1-1,2 14 1,6 48 341,1 32-33,-6-114-521,-1-1 0,1 1 0,1 0-1,0 0 1,1 0 0,0 1 0,0-1 0,1 1 0,1 0 0,0 0 0,9-11 0,7-10-81,2 2 0,30-29 0,-35 39 84,1 2 1,26-20 0,-40 32 38,1 1-1,0 0 1,0 0-1,1 0 1,-1 1 0,0 0-1,1 1 1,0 0-1,0 0 1,0 0 0,12 0-1,-19 2 4,0 0 0,0 0 0,1 1 0,-1-1 0,0 0 0,0 1 0,0-1 0,1 1 0,-1-1 0,0 1 0,0 0 0,0-1 0,0 1 0,0 0 0,0 0 0,-1 0 0,1-1 0,0 1 0,0 0 0,0 0 0,-1 0 0,1 0 0,-1 1 0,1-1 0,0 0 0,-1 0 0,0 0 0,1 0 0,-1 0 0,0 1 0,1 1 0,1 46 132,-3-36-76,1 369 1912,0-381-2097,2-6-393,3-4-609,0-1 0,1 1 0,0 0 0,13-14-1,13-13-4755</inkml:trace>
</inkml:ink>
</file>

<file path=ppt/ink/ink3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8.276"/>
    </inkml:context>
    <inkml:brush xml:id="br0">
      <inkml:brushProperty name="width" value="0.025" units="cm"/>
      <inkml:brushProperty name="height" value="0.025" units="cm"/>
    </inkml:brush>
  </inkml:definitions>
  <inkml:trace contextRef="#ctx0" brushRef="#br0">31 0 3369,'0'0'17562,"-7"0"-15747,-6 0-1691,2 1 2069,37 5-873,-21-4-1307,0-1 0,0 1 0,0 0-1,-1 0 1,1 1 0,-1 0 0,1-1 0,-1 1 0,0 1 0,0-1 0,0 1-1,0-1 1,-1 1 0,1 0 0,-1 1 0,0-1 0,-1 0 0,1 1-1,-1 0 1,1-1 0,-1 1 0,-1 0 0,1 0 0,-1 0 0,1 8 0,3 14 75,-2 0-1,-2 0 1,-2 49 0,0-32-55,-2-41-77,0 0 0,0 0 0,0 0 0,-1 0 0,1-1 0,-1 1 0,1-1 0,-7 3 0,9-5-84,1-3-38,0 1 124,1-1 1,-1 0-1,1 1 1,0-1-1,0 0 1,0 1-1,0-1 0,0 1 1,0-1-1,1 1 1,0 0-1,-1 0 1,5-5-1,2-4-73,16-24 34,2 0 0,1 2 0,2 0 1,45-39-1,-69 68 90,-1 1 1,0-1 0,1 1 0,0 0 0,0 1-1,0-1 1,0 1 0,0 0 0,0 0-1,1 1 1,-1 0 0,1-1 0,-1 2-1,1-1 1,-1 1 0,1 0 0,-1 0-1,11 2 1,-15-2 3,0 1-1,0-1 1,0 1-1,0-1 1,0 1-1,0 0 1,0 0-1,-1-1 0,1 1 1,0 0-1,0 0 1,-1 0-1,1 0 1,-1 0-1,1 0 1,-1 0-1,1 0 1,0 2-1,7 26 237,-5-19-83,0 5 38,0-1 0,2 25 0,-5-27-141,2 0 1,0 0-1,6 23 1,-6-31-8,5 8-1738,14-10-3888,7-2 587</inkml:trace>
</inkml:ink>
</file>

<file path=ppt/ink/ink3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8.647"/>
    </inkml:context>
    <inkml:brush xml:id="br0">
      <inkml:brushProperty name="width" value="0.025" units="cm"/>
      <inkml:brushProperty name="height" value="0.025" units="cm"/>
    </inkml:brush>
  </inkml:definitions>
  <inkml:trace contextRef="#ctx0" brushRef="#br0">10 0 1584,'0'0'12724,"-2"7"-10850,-5 19-120,7-25-1672,0-1 0,0 1 0,0 0 0,0 0 0,0-1 1,1 1-1,-1 0 0,0-1 0,0 1 0,1-1 0,-1 1 0,0 0 1,1-1-1,-1 1 0,1-1 0,-1 1 0,1-1 0,-1 1 0,1-1 0,-1 1 1,1-1-1,-1 0 0,1 1 0,0-1 0,-1 0 0,1 1 0,-1-1 0,1 0 1,0 0-1,-1 0 0,1 1 0,0-1 0,0 0 0,-1 0 0,1 0 1,0 0-1,-1 0 0,1 0 0,0-1 0,-1 1 0,2 0 0,3 0 254,58 11 438,-1-3 0,74 0 1,-67-7-794,-33 1-439,0-2-1,61-7 0,-92 6-473</inkml:trace>
</inkml:ink>
</file>

<file path=ppt/ink/ink3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8.977"/>
    </inkml:context>
    <inkml:brush xml:id="br0">
      <inkml:brushProperty name="width" value="0.025" units="cm"/>
      <inkml:brushProperty name="height" value="0.025" units="cm"/>
    </inkml:brush>
  </inkml:definitions>
  <inkml:trace contextRef="#ctx0" brushRef="#br0">0 1 1328,'0'0'18308,"273"5"-16315,-220-5-537,-5 0-376,-5 0-496,-16 0-392,-6 0-96,-10 0-96,5 0-176,43 4-1232,-6 18-3825,1-22-2825</inkml:trace>
</inkml:ink>
</file>

<file path=ppt/ink/ink3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9.308"/>
    </inkml:context>
    <inkml:brush xml:id="br0">
      <inkml:brushProperty name="width" value="0.025" units="cm"/>
      <inkml:brushProperty name="height" value="0.025" units="cm"/>
    </inkml:brush>
  </inkml:definitions>
  <inkml:trace contextRef="#ctx0" brushRef="#br0">128 0 3673,'0'0'19036,"-48"173"-18140,43-115-200,0 7-216,-1-2-256,-4 2-136,-7 4-88,-4-4 0,5-7-304,16 17-1048,0-15-2425,0-24-2848</inkml:trace>
</inkml:ink>
</file>

<file path=ppt/ink/ink3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2:59.647"/>
    </inkml:context>
    <inkml:brush xml:id="br0">
      <inkml:brushProperty name="width" value="0.025" units="cm"/>
      <inkml:brushProperty name="height" value="0.025" units="cm"/>
    </inkml:brush>
  </inkml:definitions>
  <inkml:trace contextRef="#ctx0" brushRef="#br0">295 34 2561,'0'0'21004,"-38"39"-20635,-120 126-181,142-147-151,-27 38-1,23-11-13,14-27-21,3-7-14,0 1 0,0-1-1,1 1 1,1-1 0,0 1 0,0 0 0,1 0 0,2 12-1,-2-22 5,0-1-1,0 1 0,1-1 1,-1 1-1,1-1 0,-1 0 1,1 1-1,0-1 0,-1 1 1,1-1-1,0 0 0,0 0 1,0 0-1,0 1 0,0-1 1,0 0-1,0 0 0,0 0 1,2 1-1,0 0-15,1-1 0,0 1 0,-1 0 1,1-1-1,0 0 0,0 0 0,5 1 0,9 0-160,1 0 0,28-2-1,-29-1-44,-9 1 130,2 1-52,-1-1 0,1-1 0,-1 1-1,1-2 1,16-3 0,-23 3 137,-1 0 0,1 0-1,0 0 1,-1 0 0,1-1-1,-1 1 1,1-1 0,-1 0-1,0 0 1,0 0 0,-1 0-1,1 0 1,-1-1 0,1 1 0,-1-1-1,0 0 1,1-4 0,3-9 53,-1 1 1,-1 0 0,0-1 0,-2 0-1,0 0 1,-1 0 0,0 0-1,-3-23 1,2 6 55,-1 17-42,0 1 0,-1 0 0,-1-1 0,0 1 0,-2 0 0,1 0 0,-2 1 0,0 0 0,-1 0 0,0 0 0,-2 1 0,-12-19 0,19 30-54,0 0-1,0 0 1,-1 0 0,1 0-1,-1 1 1,1-1-1,-1 1 1,0 0 0,0-1-1,0 1 1,0 0 0,-1 1-1,1-1 1,0 1-1,-1-1 1,1 1 0,-1 0-1,1 0 1,-1 0-1,0 1 1,1 0 0,-7-1-1,9 2-62,-1-1 1,1 0-1,0 1 0,-1-1 0,1 1 1,0 0-1,-1-1 0,1 1 0,0 0 1,0 0-1,0 0 0,0 0 0,0 0 1,0 0-1,0 0 0,0 0 0,0 0 1,0 0-1,0 1 0,1-1 0,-1 0 1,0 1-1,1-1 0,0 0 0,-1 1 1,1-1-1,0 0 0,-1 1 0,1-1 1,0 1-1,0-1 0,0 3 0,0 63-2926,1-44 1108,-1 33-3950</inkml:trace>
</inkml:ink>
</file>

<file path=ppt/ink/ink3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0.103"/>
    </inkml:context>
    <inkml:brush xml:id="br0">
      <inkml:brushProperty name="width" value="0.025" units="cm"/>
      <inkml:brushProperty name="height" value="0.025" units="cm"/>
    </inkml:brush>
  </inkml:definitions>
  <inkml:trace contextRef="#ctx0" brushRef="#br0">231 153 3121,'0'0'18270,"-7"1"-16707,-1 1-1368,0 1-1,0-1 1,1 2 0,-1-1-1,1 1 1,0 0-1,0 1 1,0 0-1,1 0 1,-1 0 0,1 1-1,1-1 1,-1 2-1,-7 9 1,-4 7-106,0 1 0,1 1 0,-13 28 1,22-36-162,1 1 1,0-1-1,2 1 1,0 0-1,1 0 1,0 0 0,2 1-1,1 28 1,0-46 40,0 1 1,1-1 0,-1 0 0,0 0-1,1 0 1,-1 0 0,1 0-1,0 0 1,-1 0 0,1 0-1,0 0 1,-1 0 0,1 0-1,0 0 1,0 0 0,0 0 0,0-1-1,0 1 1,0 0 0,0-1-1,0 1 1,0-1 0,0 1-1,0-1 1,0 1 0,1-1-1,-1 0 1,0 0 0,0 1 0,0-1-1,1 0 1,0 0 0,51 1-755,-38-2 397,-2 1 132,1-2-1,-1 0 1,0 0-1,0-1 1,0-1-1,-1 0 0,1-1 1,-1 0-1,0-1 1,0 0-1,-1-1 1,0 0-1,0-1 1,-1 0-1,10-10 0,-10 8 266,-1 1 0,0-1-1,0 0 1,-1-1-1,-1 0 1,0 0 0,-1-1-1,0 0 1,0 0-1,-1 0 1,-1-1-1,0 1 1,-1-1 0,0 0-1,1-17 1,-3 15 208,0 5-79,0 1 0,0-1 0,-1 1 0,0-1 0,-1 1 0,0-1 0,-1 1 0,0-1-1,0 1 1,-1 0 0,-4-11 0,-3 7-5,0 1-1,0 0 1,-1 0 0,-1 1-1,0 1 1,0 0 0,-1 0-1,0 1 1,-1 1 0,-25-12-1,30 17-129,-1 0 0,1 1-1,-1 0 1,0 0 0,0 1-1,1 0 1,-1 1 0,-11 0-1,7 0-71,12 0-15,0 0 0,-1 0-1,1 1 1,0-1 0,-1 0 0,1 1 0,0-1 0,0 1 0,0 0-1,-1 0 1,1 0 0,0 0 0,0 0 0,0 0 0,0 0-1,0 1 1,1-1 0,-1 1 0,0-1 0,1 1 0,-1 0 0,1 0-1,-1 0 1,1 0 0,0 0 0,0 0 0,0 0 0,0 0-1,0 0 1,0 0 0,0 4 0,-1 6-1071,0 0-1,1 0 1,1 0 0,0 0-1,2 12 1,-1-14-367,3 31-7247</inkml:trace>
</inkml:ink>
</file>

<file path=ppt/ink/ink3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0.569"/>
    </inkml:context>
    <inkml:brush xml:id="br0">
      <inkml:brushProperty name="width" value="0.025" units="cm"/>
      <inkml:brushProperty name="height" value="0.025" units="cm"/>
    </inkml:brush>
  </inkml:definitions>
  <inkml:trace contextRef="#ctx0" brushRef="#br0">257 229 3225,'0'0'20789,"-3"0"-19284,-17-1-34,14 0-1347,-1 1 0,1-1 0,0 1-1,0 0 1,0 1 0,0-1 0,0 1-1,0 0 1,0 1 0,0-1 0,-11 6-1,7 1-123,1 0 0,0 1 0,0 0-1,1 1 1,0 0 0,0 0-1,1 1 1,1-1 0,0 2 0,0-1-1,1 1 1,1-1 0,-6 22-1,4-6-175,1-1 0,2 1 0,0 0-1,2 0 1,2 39 0,-1-63 123,1 0 0,0 1 0,0-1 0,0 0-1,0 0 1,0 0 0,0 0 0,1 0 0,0 0 0,-1 0 0,1 0 0,0 0 0,0-1 0,1 1 0,-1-1 0,0 1-1,1-1 1,0 0 0,-1 0 0,1 0 0,0-1 0,0 1 0,0-1 0,0 1 0,0-1 0,6 1 0,-3 0-54,1 0 0,0-1 0,0 0 0,0 0 0,0-1 0,0 1 0,0-2 0,0 1 0,0-1 0,0 0 0,0 0 1,10-4-1,-8 1 63,-1 0 1,-1-1 0,1 0 0,-1 0-1,0-1 1,0 0 0,0 0 0,-1-1-1,0 1 1,0-1 0,-1-1 0,0 1 0,4-9-1,4-6 57,-2 0 0,-1-1-1,12-40 1,-16 40 27,-1-1-1,-1 0 1,1-42 0,-7-73 367,1 115-298,0 13-17,1 0 0,-2 0 0,1 0 0,-2 1 0,-5-18 1,7 24-38,-1 1 0,1-1 0,-1 1 1,0-1-1,0 1 0,0 0 0,-1 0 1,1 0-1,-1 0 0,0 0 1,0 1-1,0-1 0,0 1 0,0 0 1,0 0-1,-1 0 0,1 0 0,-7-2 1,3 2-10,0 0 1,0 0-1,0 1 1,0 0-1,-1 0 1,1 1-1,0 0 1,-1 0-1,1 1 1,0 0 0,-1 0-1,1 0 1,0 1-1,0 0 1,0 1-1,1 0 1,-1 0-1,0 0 1,1 1-1,0 0 1,0 0-1,0 0 1,0 1 0,1 0-1,0 0 1,0 0-1,-5 8 1,-1 0-423,1 1 0,1 0 0,0 1 0,-9 21 0,8-14-1779,2 0 1,-7 29-1,7-19-6356</inkml:trace>
</inkml:ink>
</file>

<file path=ppt/ink/ink3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9.001"/>
    </inkml:context>
    <inkml:brush xml:id="br0">
      <inkml:brushProperty name="width" value="0.025" units="cm"/>
      <inkml:brushProperty name="height" value="0.025" units="cm"/>
    </inkml:brush>
  </inkml:definitions>
  <inkml:trace contextRef="#ctx0" brushRef="#br0">64 22 4049,'0'0'11198,"9"-3"-10551,27-12-296,-27 12 7274,-9 28-7582,-27 542 787,-42-73-753,63-464-447,3-24-1739,1-38-2465,1 10 4407,-4-48-5118,0 1-3613</inkml:trace>
</inkml:ink>
</file>

<file path=ppt/ink/ink3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09.488"/>
    </inkml:context>
    <inkml:brush xml:id="br0">
      <inkml:brushProperty name="width" value="0.025" units="cm"/>
      <inkml:brushProperty name="height" value="0.025" units="cm"/>
    </inkml:brush>
  </inkml:definitions>
  <inkml:trace contextRef="#ctx0" brushRef="#br0">1 0 208,'0'0'16340,"101"0"-15588,-85 0-216,11 0-192</inkml:trace>
</inkml:ink>
</file>

<file path=ppt/ink/ink3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0.946"/>
    </inkml:context>
    <inkml:brush xml:id="br0">
      <inkml:brushProperty name="width" value="0.025" units="cm"/>
      <inkml:brushProperty name="height" value="0.025" units="cm"/>
    </inkml:brush>
  </inkml:definitions>
  <inkml:trace contextRef="#ctx0" brushRef="#br0">1236 134 0,'124'1'0,"0"6"0,212 38 0,-334-44 0,18 2 0,1 2 0,-1 0 0,-1 1 0,1 1 0,26 14 0,-39-17 0,-1 1 0,1 0 0,-1 0 0,0 1 0,0 0 0,-1 0 0,1 1 0,-1-1 0,-1 1 0,1 0 0,-1 0 0,-1 1 0,1-1 0,-1 1 0,0 0 0,-1 0 0,2 10 0,12 47 0,5 13 0,11 96 0,-24-100 0,-4 0 0,-8 145 0,-6-175 0,-1 1 0,-2-2 0,-1 0 0,-36 71 0,33-76 0,5-13 0,1 4 0,-2-1 0,-1 0 0,-1-2 0,-26 35 0,38-57 0,-1 0 0,-1 0 0,1-1 0,0 1 0,-1-1 0,0 0 0,-5 2 0,-20 15 0,11-3 0,7-6 0,-1 0 0,-1 0 0,0-1 0,-24 13 0,-37 14 0,-99 33 0,76-33 0,58-20 0,-78 21 0,115-37 0,-9-1 0,11-1 0,-1 0 0,1 0 0,0 0 0,0 0 0,0 0 0,0 0 0,0 0 0,0-1 0,0 1 0,1 0 0,-1-1 0,0 1 0,1 0 0,-1-3 0,-11-30 0,-12-54 0,-7-27 0,-4-16 0,-1-5 0,30 119 0,-1-4 0,0 1 0,-2 0 0,0 1 0,-15-23 0,-22-12 0,30 21 0,15 27 0,-1 1 0,0 0 0,0 0 0,-1 0 0,0 0 0,0 0 0,0 1 0,0-1 0,0 1 0,-1 0 0,0 0 0,0 0 0,0 1 0,0-1 0,-1 1 0,-8-5 0,-13-4 0,6 3 0,0-1 0,-36-24 0,41 23 0,0 2 0,-1 0 0,0 1 0,-1 0 0,1 1 0,-24-6 0,-107-18 0,56 24 0,-1 0 0,82 5 0,0 0 0,1 0 0,0-1 0,-1 0 0,1-1 0,0 1 0,-9-7 0,14 7 0,-1-1 0,0 1 0,1-1 0,0 0 0,0 0 0,0-1 0,1 1 0,-1-1 0,1 1 0,0-1 0,1 0 0,-1-1 0,1 1 0,-3-8 0,0-7 0,0 0 0,-2-36 0,-4-14 0,11 69 0,0 1 0,0-1 0,-1 0 0,1 0 0,0 0 0,-1 0 0,1 1 0,-1-1 0,1 0 0,-1 1 0,1-1 0,-1 0 0,1 1 0,-1-1 0,0 0 0,1 1 0,-1-1 0,0 1 0,0-1 0,1 1 0,-1 0 0,0-1 0,0 1 0,-1 0 0,-1-2 0,2 2 0,1-1 0,0 1 0,0-1 0,-1 1 0,1-1 0,0 1 0,0-1 0,0 1 0,-1-1 0,1 1 0,0-1 0,0 1 0,0-1 0,0 1 0,0-1 0,0 1 0,0-1 0,0 0 0,0 1 0,0-1 0,1 1 0,-1-1 0,0 1 0,0-1 0,0 1 0,1-1 0,-1 1 0,0 0 0,0-1 0,1 1 0,-1-1 0,1 1 0,25-23 0,-22 20 0,-1 1 0,0-1 0,1 1 0,-1-1 0,0 0 0,0 0 0,-1 0 0,1-1 0,-1 1 0,0-1 0,1 1 0,-1-1 0,-1 0 0,1 0 0,-1 0 0,1 0 0,0-5 0,-2 8 0,0 0 0,0 0 0,0-1 0,0 1 0,0 0 0,0 0 0,-1 0 0,1-1 0,0 1 0,-1 0 0,1 0 0,-1 0 0,1 0 0,-1 0 0,1 0 0,-1 0 0,0 0 0,0 0 0,1 0 0,-1 0 0,0 0 0,0 1 0,0-1 0,0 0 0,0 1 0,0-1 0,0 0 0,0 1 0,0-1 0,0 1 0,-1 0 0,1-1 0,0 1 0,0 0 0,0 0 0,0 0 0,-1 0 0,-1 0 0,-9-2 0,0 2 0,0 0 0,-14 1 0,8 0 0,-42-1 12355,64-10-10963,0 2-843,22-57 750,-23 56 23,-2 1 1,1 0 0,-1-1 0,0-11 0,0 19-1235,-1-1-1,0 1 1,1 0 0,-1-1 0,1 1 0,-1 0 0,1 0 0,-1-1-1,1 1 1,0 0 0,0 0 0,-1 0 0,1 0 0,0 0 0,0 0-1,0 0 1,0 0 0,0 1 0,1-1 0,-1 0 0,0 0 0,0 1 0,0-1-1,1 1 1,-1-1 0,3 0 0,44-9-270,-33 8 370,421-83-50,358-73-124,-755 152 36,0 1 0,61 2 0,-69 1 146,0-1 0,57-14 0,-46 8-141,-36 8-40,0 0 1,-1-1-1,1 1 0,-1-1 0,1 0 1,7-5-1,-112 75-9407,45-29 2387</inkml:trace>
</inkml:ink>
</file>

<file path=ppt/ink/ink3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1.357"/>
    </inkml:context>
    <inkml:brush xml:id="br0">
      <inkml:brushProperty name="width" value="0.025" units="cm"/>
      <inkml:brushProperty name="height" value="0.025" units="cm"/>
    </inkml:brush>
  </inkml:definitions>
  <inkml:trace contextRef="#ctx0" brushRef="#br0">544 75 5417,'0'0'13128,"1"-14"-12162,-1 9-869,1 1-37,-1 0 0,1 0 0,-1 0 0,-1-1 0,1 1 0,0 0-1,-1 0 1,-1-5 0,1 8-47,1 1-1,0-1 1,-1 0-1,1 0 1,-1 0-1,1 1 1,-1-1 0,1 0-1,-1 1 1,0-1-1,1 1 1,-1-1-1,0 0 1,0 1-1,1-1 1,-1 1 0,0 0-1,0-1 1,0 1-1,0-1 1,-1 1 8,-1 0 1,1 0-1,0 0 1,0 0-1,0 0 1,0 0-1,0 1 0,0-1 1,0 1-1,0-1 1,0 1-1,-3 2 1,-16 7 173,0 2 1,-31 24-1,8-5 139,-18 10 469,-60 53 0,103-77-667,0 1 0,1 0 0,1 2 0,1 0 0,1 0 0,-24 42 0,33-47-112,0 1 1,1-1-1,0 1 1,2 0-1,0 0 1,0 0-1,2 1 0,0-1 1,1 0-1,0 1 1,6 31-1,-5-43-75,0-1-1,0 0 0,0 1 1,1-1-1,0 0 1,0 0-1,0 0 0,0-1 1,1 1-1,-1 0 1,1-1-1,0 0 0,0 1 1,6 3-1,-3-2-193,1-1 0,-1 0 0,1 0 0,0 0 0,1-1 0,-1 0-1,13 3 1,6-1-1083,1-1 0,0-1-1,46-1 1,-29-2-4691</inkml:trace>
</inkml:ink>
</file>

<file path=ppt/ink/ink3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1.827"/>
    </inkml:context>
    <inkml:brush xml:id="br0">
      <inkml:brushProperty name="width" value="0.025" units="cm"/>
      <inkml:brushProperty name="height" value="0.025" units="cm"/>
    </inkml:brush>
  </inkml:definitions>
  <inkml:trace contextRef="#ctx0" brushRef="#br0">1 0 5657,'0'0'12968,"16"6"-11754,52 25-93,-61-27-973,0 0-1,0 1 0,-1 0 0,1 0 0,-1 1 0,-1-1 0,1 2 0,-1-1 0,0 0 0,6 12 0,2 1 96,11 17 102,-18-26-318,-1-1 0,2 0-1,-1 0 1,1-1 0,15 14-1,-21-21-32,1 0 0,-1 0 0,1-1 0,-1 1 0,1 0 0,-1-1 0,1 1 0,-1 0 0,1-1 0,0 0 0,0 0 0,-1 1 0,1-1 0,0 0 0,-1 0 0,1 0 0,0-1 0,-1 1 0,1 0 0,0-1 0,-1 1 0,1-1 0,0 1 0,-1-1 0,1 0 0,-1 0 0,1 0 0,-1 1 0,1-1 0,-1-1 0,2-1 0,5-4-60,0-1-1,0-1 0,11-16 1,-7 10 42,13-16 24,1 1 0,2 1 1,32-25-1,-59 53 29,-1 0 1,1 0 0,0 1-1,0-1 1,1 0-1,-1 0 1,0 1-1,0-1 1,0 0-1,0 1 1,0-1-1,1 1 1,-1 0-1,0-1 1,1 1 0,-1 0-1,0 0 1,0 0-1,1 0 1,-1 0-1,0 0 1,1 0-1,-1 0 1,0 1-1,1-1 1,-1 0 0,0 1-1,0-1 1,0 1-1,1-1 1,-1 1-1,0 0 1,0-1-1,0 1 1,0 0-1,0 0 1,0 0-1,0 0 1,0 0 0,0 0-1,-1 0 1,1 0-1,0 0 1,0 2-1,4 6 166,-1 1 0,0-1-1,0 1 1,3 18 0,-1-6-187,-2-11-303,-1 1 0,0 0 0,-1 0 0,1 17 0,-2 22-4531,-1-46 4188,0 29-5200</inkml:trace>
</inkml:ink>
</file>

<file path=ppt/ink/ink3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2.345"/>
    </inkml:context>
    <inkml:brush xml:id="br0">
      <inkml:brushProperty name="width" value="0.025" units="cm"/>
      <inkml:brushProperty name="height" value="0.025" units="cm"/>
    </inkml:brush>
  </inkml:definitions>
  <inkml:trace contextRef="#ctx0" brushRef="#br0">1 6 3201,'0'0'11782,"5"-1"-10899,3-1-550,0 1 1,0 0-1,0 1 1,0 0-1,-1 0 0,1 0 1,0 1-1,0 1 1,12 2-1,66 47 1851,-22-12-990,-26-18-684,-1 2-1,-1 1 0,57 51 1,-83-65-455,0 0 1,0 0-1,-1 1 1,0 1-1,-1-1 1,0 1-1,-1 0 1,0 1-1,-1 0 1,-1 0 0,0 0-1,0 1 1,-2 0-1,0-1 1,2 20-1,-3-15 45,-2 1 0,-3 33 0,2-46-80,0 0 1,-1 0-1,1 0 1,-1 0-1,0 0 1,-1-1-1,0 1 0,0-1 1,0 0-1,0 1 1,-1-2-1,-4 6 1,-12 9-22,-2-1 0,1-2 0,-2 0 0,0-1 0,-1-1-1,-30 12 1,46-22-41,6-3-53,0 0 1,0 1-1,0-1 0,0 0 0,0 1 0,1-1 1,-1 0-1,1 1 0,-1 0 0,1-1 0,-3 4 1,4-3-1435,16-2-14848</inkml:trace>
</inkml:ink>
</file>

<file path=ppt/ink/ink3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2.780"/>
    </inkml:context>
    <inkml:brush xml:id="br0">
      <inkml:brushProperty name="width" value="0.025" units="cm"/>
      <inkml:brushProperty name="height" value="0.025" units="cm"/>
    </inkml:brush>
  </inkml:definitions>
  <inkml:trace contextRef="#ctx0" brushRef="#br0">0 70 6585,'3'0'15502,"23"0"-14924,-10 0-362,22 1-71,1-2 0,-1-1 1,0-2-1,47-11 1,-23-5-271,-29 10-1068,36-8 0,-89 17-6196,14 1 6105,-35 0-4603</inkml:trace>
</inkml:ink>
</file>

<file path=ppt/ink/ink3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3.551"/>
    </inkml:context>
    <inkml:brush xml:id="br0">
      <inkml:brushProperty name="width" value="0.025" units="cm"/>
      <inkml:brushProperty name="height" value="0.025" units="cm"/>
    </inkml:brush>
  </inkml:definitions>
  <inkml:trace contextRef="#ctx0" brushRef="#br0">1 7 3913,'0'0'16123,"118"0"-15299,-65 0-167,1 0-289,-6 0-216,-11 0-88,-5 0-64,-10 0-8,-6 0-200,5 0-649,-5 0-2967,11-7-5130</inkml:trace>
</inkml:ink>
</file>

<file path=ppt/ink/ink3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4.133"/>
    </inkml:context>
    <inkml:brush xml:id="br0">
      <inkml:brushProperty name="width" value="0.025" units="cm"/>
      <inkml:brushProperty name="height" value="0.025" units="cm"/>
    </inkml:brush>
  </inkml:definitions>
  <inkml:trace contextRef="#ctx0" brushRef="#br0">638 69 6489,'0'0'15074,"-52"13"-14005,-169 45-61,207-53-884,1 0 0,0 0 0,0 1 0,0 1 0,-19 13 0,23-13-1,1 1 1,0 0-1,1 0 0,-10 13 0,-1 2 94,-5 5-144,2 0-1,0 1 1,2 1-1,2 1 1,1 0-1,1 2 1,1-1-1,2 2 1,2 0-1,1 0 1,1 1-1,2 0 1,2 0-1,1 0 1,2 1-1,5 61 1,-4-90-94,1 1 0,1-1 1,-1 1-1,1-1 0,1 1 1,-1-1-1,1 0 1,1 0-1,-1 0 0,1-1 1,0 1-1,0-1 0,1 0 1,0 0-1,0 0 0,1-1 1,-1 0-1,1 0 0,0 0 1,1-1-1,-1 0 0,1 0 1,9 4-1,3-1-130,0-1-1,0 0 1,1-2-1,0 0 1,0-1 0,0-1-1,32-1 1,-37-2 2,0 0 0,0-1 0,0-1 1,-1 0-1,1-1 0,-1 0 0,0-1 1,0-1-1,-1 0 0,0-1 1,0-1-1,0 0 0,11-10 0,0-2-174,0-1 0,-2-1 0,-1-1 0,0 0 0,20-34 0,-27 36 217,-1-1 0,-1-1-1,-2 1 1,0-2 0,-1 1 0,-1-1 0,4-28 0,-5 13 126,-2 0-1,-1 0 0,-4-72 1,-2 93 68,0 0-1,-1 1 1,-1 0-1,-1 0 1,0 0 0,-1 0-1,-1 1 1,0 0 0,-1 0-1,-1 1 1,-1 0-1,0 1 1,-1 0 0,0 0-1,-1 1 1,-1 1-1,0 0 1,0 0 0,-1 2-1,-1-1 1,0 2 0,0 0-1,-1 1 1,0 1-1,0 0 1,-1 1 0,1 1-1,-2 0 1,-23-3-1,6 5 93,1 1-1,-1 1 1,-57 7-1,87-5-178,1-1 1,-1 1-1,1 0 1,0 1-1,-1-1 1,1 1-1,0 0 1,0 0-1,0 0 1,0 0-1,1 1 1,-1-1-1,1 1 1,-1 0-1,1 0 1,0 1-1,0-1 1,0 1-1,1-1 0,-5 8 1,3-2-325,1 1 1,0-1 0,1 0-1,0 1 1,0-1-1,1 1 1,1-1-1,0 15 1,-1-18-396,1 1 1,1-1 0,-1 0 0,1 1-1,2 6 1,-1-9-297,0 0 1,0 0-1,0 0 0,1 0 0,0 0 1,5 6-1</inkml:trace>
</inkml:ink>
</file>

<file path=ppt/ink/ink3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4.492"/>
    </inkml:context>
    <inkml:brush xml:id="br0">
      <inkml:brushProperty name="width" value="0.025" units="cm"/>
      <inkml:brushProperty name="height" value="0.025" units="cm"/>
    </inkml:brush>
  </inkml:definitions>
  <inkml:trace contextRef="#ctx0" brushRef="#br0">820 1 8666,'0'0'14335,"-50"10"-13388,-165 40-102,196-44-728,1 0 0,1 2 0,-1-1 0,1 2 1,0 1-1,1 0 0,0 1 0,1 0 0,0 1 0,-22 25 0,16-17-23,-14 14-8,2 2 0,1 1 0,2 2 0,2 1 0,-44 82 0,55-87-85,2 0 0,1 0 0,2 2 0,2-1 0,1 2 0,2-1 0,1 1 0,0 42 0,5-53-10,0-1-95,0 0-1,2 1 1,1-1-1,9 45 1,-9-63-7,0 0-1,1 0 1,0-1 0,1 0-1,0 1 1,0-1-1,0-1 1,1 1 0,0-1-1,0 1 1,0-1 0,1-1-1,0 1 1,0-1 0,1 0-1,-1-1 1,1 1 0,0-1-1,1-1 1,8 4-1,13 2-1001,0-2-1,0-1 1,1-2-1,0 0 1,46-2-1,23-1-4785</inkml:trace>
</inkml:ink>
</file>

<file path=ppt/ink/ink3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4.980"/>
    </inkml:context>
    <inkml:brush xml:id="br0">
      <inkml:brushProperty name="width" value="0.025" units="cm"/>
      <inkml:brushProperty name="height" value="0.025" units="cm"/>
    </inkml:brush>
  </inkml:definitions>
  <inkml:trace contextRef="#ctx0" brushRef="#br0">1 40 9298,'0'0'12599,"29"20"-11759,92 68-189,-116-85-600,0 1 1,0-1-1,-1 1 0,1 0 1,-1 0-1,0 1 1,0-1-1,-1 1 1,0 0-1,1 0 1,-1 0-1,-1 1 0,4 7 1,1 4 88,-4-11-107,0 0 0,0 0 1,-1 1-1,1-1 0,-1 1 0,-1 0 0,1 0 1,-1-1-1,-1 1 0,1 9 0,-18-17-93,16 0 21,-1 0-1,1-1 0,0 1 1,0 0-1,0 0 0,-1 0 0,1-1 1,0 1-1,1-1 0,-1 1 1,0-1-1,0 1 0,1-1 1,-1 1-1,1-1 0,-1 0 1,1 1-1,0-1 0,-1 0 1,1 1-1,0-1 0,0-2 1,1-51-901,0 35 680,0 12 217,-1 1 0,2 0 0,-1 0-1,1 1 1,0-1 0,0 0 0,1 1 0,0-1 0,0 1 0,1 0 0,0 0 0,0 0 0,0 0 0,8-8 0,6-4-8,0 1 1,37-26-1,-52 40 76,0 1 0,1 0 0,-1 0-1,1 0 1,-1 1 0,1-1 0,0 1-1,-1 0 1,1 0 0,0 0 0,0 0-1,0 1 1,0 0 0,0 0 0,5 0-1,-8 0 1,-1 0-1,1 0 1,0 0 0,-1 0-1,1 1 1,-1-1-1,1 0 1,-1 0-1,1 0 1,0 1 0,-1-1-1,1 0 1,-1 1-1,1-1 1,-1 0-1,1 1 1,-1-1-1,0 1 1,1-1 0,-1 1-1,0-1 1,1 1-1,-1-1 1,0 1-1,1-1 1,-1 1-1,0-1 1,0 1 0,0-1-1,1 2 1,1 20 305,-2-16-163,2 185 2225,-3-102-2430,6-77-4860,-4-7-1413</inkml:trace>
</inkml:ink>
</file>

<file path=ppt/ink/ink3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5.437"/>
    </inkml:context>
    <inkml:brush xml:id="br0">
      <inkml:brushProperty name="width" value="0.025" units="cm"/>
      <inkml:brushProperty name="height" value="0.025" units="cm"/>
    </inkml:brush>
  </inkml:definitions>
  <inkml:trace contextRef="#ctx0" brushRef="#br0">1 0 8650,'0'0'12544,"3"0"-11872,2 1-598,1 0 0,-1 1 0,0-1 0,0 1 0,-1 0 0,1 0 0,0 0 1,-1 1-1,5 3 0,32 14 21,-3-10-94,-29-8 7,1 1-1,-1-1 1,1 1 0,-1 1-1,16 8 1,-22-10-19,-1 0 0,1 0 1,-1 0-1,1 1 0,-1-1 0,0 1 0,0-1 0,0 1 0,0 0 1,-1 0-1,1 0 0,-1 0 0,0 0 0,1 0 0,-1 0 0,-1 0 1,1 0-1,0 0 0,-1 1 0,0-1 0,1 0 0,-2 4 0,2-1 22,-1 0-1,0 0 0,0 0 0,-1 0 0,0 0 0,0-1 1,0 1-1,-1 0 0,1-1 0,-1 1 0,-1-1 0,1 1 0,-1-1 1,0 0-1,0 0 0,-1 0 0,-7 8 0,7-9-9,0 0-1,0 1 1,0-1-1,1 1 0,0 0 1,0 0-1,0 0 1,0 0-1,1 1 1,0-1-1,0 1 1,1-1-1,-1 1 0,1 0 1,0-1-1,1 1 1,-1 8-1,1-14-5,1 1-1,-1 0 1,0 0-1,0 0 1,1-1-1,-1 1 1,1 0-1,-1 0 1,0-1-1,1 1 1,-1 0-1,1-1 1,0 1-1,-1-1 0,1 1 1,0 0-1,-1-1 1,1 0-1,0 1 1,-1-1-1,1 1 1,0-1-1,0 0 1,0 1-1,-1-1 1,1 0-1,0 0 1,0 0-1,0 0 1,0 0-1,1 0 1,32 1-462,-26-1 217,25 0-2091,0 0-2872</inkml:trace>
</inkml:ink>
</file>

<file path=ppt/ink/ink3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5.804"/>
    </inkml:context>
    <inkml:brush xml:id="br0">
      <inkml:brushProperty name="width" value="0.025" units="cm"/>
      <inkml:brushProperty name="height" value="0.025" units="cm"/>
    </inkml:brush>
  </inkml:definitions>
  <inkml:trace contextRef="#ctx0" brushRef="#br0">1 0 9722,'0'0'12651,"52"26"-11744,165 93-165,-210-115-699,0 0 0,-1 1 0,1 0 0,-1 0-1,0 1 1,-1 0 0,1 0 0,-1 0-1,0 1 1,-1 0 0,1 0 0,-1 0-1,-1 0 1,4 10 0,16 46 172,-3 1 1,-3 0-1,-3 1 1,-3 1-1,-2 0 1,-1 119-1,-7-134-235,-3 66-5,0-104 25,0 0-1,0-1 1,-2 1 0,1-1-1,-1 1 1,-12 22-1,10-23-75,0-1-1,-1 0 1,0 0 0,-1 0-1,0-1 1,-1 0 0,0-1-1,0 0 1,-1 0 0,0-1-1,-1 0 1,0-1-1,0 0 1,-22 9 0,4-6-1308,-45 10 0,-1-7-3625,-2-6-4871</inkml:trace>
</inkml:ink>
</file>

<file path=ppt/ink/ink3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8.560"/>
    </inkml:context>
    <inkml:brush xml:id="br0">
      <inkml:brushProperty name="width" value="0.025" units="cm"/>
      <inkml:brushProperty name="height" value="0.025" units="cm"/>
    </inkml:brush>
  </inkml:definitions>
  <inkml:trace contextRef="#ctx0" brushRef="#br0">1 166 1144,'0'0'20239,"1"-25"-20059,0 22-180,0 0-1,0 0 1,0 0-1,1 0 1,-1 1-1,1-1 1,0 0-1,-1 1 1,1-1-1,1 1 1,-1 0-1,0-1 1,1 1-1,-1 0 1,1 0 0,-1 1-1,1-1 1,3-1-1,5-2-17,1 1 0,-1 0 0,17-3 0,-13 3 22,44-9-3,0 3 0,0 2 0,0 3 0,62 3 0,-118 2-1,-1 0-1,1 1 0,-1 0 1,1 0-1,0 0 1,-1 0-1,1 0 0,-1 0 1,0 1-1,1-1 1,-1 1-1,0-1 0,0 1 1,0 0-1,0 0 0,0 0 1,-1 0-1,1 0 1,0 1-1,0 1 0,7 11 17,0 0 0,6 18 0,-4-11 31,-8-17-37,0 0 0,0-1 0,0 1 0,1-1 0,0 0 0,0 0 0,0 0 0,0-1 0,0 1 0,1-1 0,0 0 0,0 0 0,-1-1 0,2 0 0,-1 0 0,0 0 0,0 0 0,1-1 0,-1 1 0,7-1 0,5 1 69,0-1 0,0 0 0,1-1 0,-1-1 0,25-5 0,-23 2-7,1-1 0,-1-1 1,0-1-1,29-14 0,72-48 97,16-7 201,-122 70-280,-9 3-26,0 1 0,-1 0-1,1 0 1,1 0 0,-1 0 0,0 1 0,0 0-1,7-1 1,-14 19-73,-2-12-119,-1 0 0,1 0 0,-1-1 0,0 0 1,0 0-1,0 0 0,-1-1 0,1 0 0,-7 3 0,-10 6-800,-101 59-4714,59-38 649</inkml:trace>
</inkml:ink>
</file>

<file path=ppt/ink/ink3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19.192"/>
    </inkml:context>
    <inkml:brush xml:id="br0">
      <inkml:brushProperty name="width" value="0.025" units="cm"/>
      <inkml:brushProperty name="height" value="0.025" units="cm"/>
    </inkml:brush>
  </inkml:definitions>
  <inkml:trace contextRef="#ctx0" brushRef="#br0">0 252 5065,'0'0'10598,"16"-11"-7937,1-22-127,-16 29-2438,0 0 0,1 0 0,0 1 0,0-1-1,0 0 1,0 1 0,0 0 0,1-1 0,-1 1 0,1 0 0,0 0-1,0 0 1,0 1 0,1-1 0,-1 1 0,1 0 0,3-2-1,34-17-68,1 2 0,0 3 0,1 1 0,1 1 0,0 3-1,1 2 1,0 2 0,76-3 0,-115 10-12,0 0-1,0 0 1,-1 1 0,1 0-1,0 0 1,-1 0 0,7 2-1,-9-1-5,-1-1 0,1 1-1,0-1 1,-1 1 0,1 0 0,-1 0-1,0 0 1,0 1 0,0-1-1,0 0 1,0 1 0,0-1 0,0 1-1,1 3 1,2 7 44,0-1 0,0 1 0,-1 0 0,2 15 0,12 36 338,-16-62-368,-1-1 1,0 1-1,0-1 0,1 0 0,-1 1 0,1-1 1,-1 0-1,1 0 0,-1 0 0,1 0 1,0 0-1,0 0 0,-1 0 0,1 0 0,0-1 1,0 1-1,0-1 0,0 1 0,0-1 1,0 0-1,0 0 0,0 0 0,3 0 0,4 0 90,0-1 0,0 1 0,0-2 0,9-1 0,3-5-11,-2 0 0,1-1 0,-1 0 0,-1-2 0,34-25 0,5-3 66,77-52 928,-123 80-671,-12 6-617,-2 5 8,1 0 0,0 0 1,0 1-1,0-1 0,0 1 1,0-1-1,0 1 0,0 0 1,0-1-1,0 1 0,0 0 1,-2 2-1,-61 31-7934,38-18 370</inkml:trace>
</inkml:ink>
</file>

<file path=ppt/ink/ink3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26.528"/>
    </inkml:context>
    <inkml:brush xml:id="br0">
      <inkml:brushProperty name="width" value="0.025" units="cm"/>
      <inkml:brushProperty name="height" value="0.025" units="cm"/>
    </inkml:brush>
  </inkml:definitions>
  <inkml:trace contextRef="#ctx0" brushRef="#br0">183 56 4385,'0'0'8543,"9"-9"-6977,31-27-197,-39 34-1317,9-7 2753,-10 12 630,-2 7-3821,-1 33 731,-2-1 1,-2 0 0,-2 0 0,-16 48-1,1-1-9,-16 71 366,-49 190 626,86-340-1279,0 11 455,18-28 135,-14 6-671,0 0-74,1-1 0,0 1 0,0-1 1,-1 0-1,1 0 0,-1 0 0,1 0 0,-1 0 1,0 0-1,0-1 0,0 1 0,0 0 1,0 0-1,0-1 0,-1 1 0,1-1 0,-1-2 1,-9 5-5819,-19 0 409,-4 0-3036</inkml:trace>
</inkml:ink>
</file>

<file path=ppt/ink/ink3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29.565"/>
    </inkml:context>
    <inkml:brush xml:id="br0">
      <inkml:brushProperty name="width" value="0.025" units="cm"/>
      <inkml:brushProperty name="height" value="0.025" units="cm"/>
    </inkml:brush>
  </inkml:definitions>
  <inkml:trace contextRef="#ctx0" brushRef="#br0">310 97 3817,'0'0'11380,"16"-15"-10454,64-65 316,-79 79 293,-10 1-813,2 1-659,0 0 0,0 0 1,0 1-1,0 0 1,0 0-1,0 1 1,1 0-1,-1 0 1,-10 8-1,-63 46 250,45-30-139,8-9-132,1 2 0,1 1 1,-36 39-1,54-52-35,0 1-1,1 0 1,0 0 0,0 0-1,1 1 1,0-1 0,1 1-1,0 1 1,0-1 0,1 0 0,1 1-1,0 0 1,0-1 0,0 18-1,2-27-5,0 0 0,1 0 0,-1 0 0,0 0 0,0 0-1,0 0 1,1 0 0,-1 0 0,1-1 0,-1 1-1,0 0 1,1 0 0,0 0 0,-1-1 0,1 1-1,-1 0 1,1-1 0,0 1 0,-1 0 0,1-1-1,0 1 1,0-1 0,0 1 0,-1-1 0,1 0-1,0 1 1,0-1 0,0 0 0,0 1 0,0-1-1,0 0 1,0 0 0,1 0 0,40 0 67,-24-1-25,5 0-26,1 0 0,-1-2 0,-1-1 0,1-1 0,-1-1 0,1 0 0,-2-2 0,1-1 0,-1 0 0,0-2 1,-1 0-1,22-17 0,-22 14-12,0 0-1,-1-2 1,19-20 0,-33 31 20,0 0 0,-1-1 0,0 0 0,1 0 0,-2 0 1,1-1-1,-1 1 0,0-1 0,0 1 0,-1-1 0,0 0 0,0 0 0,-1-1 0,1 1 0,-1-8 0,-1 9-6,0 1 0,0 0 0,-1 0 1,1 0-1,-1 0 0,0 0 0,-1 0 1,1 0-1,-1 0 0,0 0 0,-5-8 1,5 10-30,-1 1 0,1-1 1,-1 1-1,1-1 0,-1 1 0,0 0 1,0 0-1,0 0 0,0 0 1,0 1-1,0-1 0,-1 1 1,1 0-1,0 0 0,-1 0 0,1 1 1,-1-1-1,-5 0 0,3 1-23,-66-3-521,68 4 506,0-1-1,0 0 1,0 1 0,0 0 0,0 0-1,0 0 1,0 1 0,0-1 0,0 1 0,0 0-1,1 0 1,-1 0 0,1 0 0,-4 4-1,2-1-79,0 0-1,0 0 0,1 1 0,-1-1 0,2 1 0,-1 0 0,0 0 1,-2 7-1,5-7-828,-1 0 0,1 0 1,-1 0-1,2 0 0,-1 0 1,1 7-1,1-2-2522,8-5-2009</inkml:trace>
</inkml:ink>
</file>

<file path=ppt/ink/ink3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0.052"/>
    </inkml:context>
    <inkml:brush xml:id="br0">
      <inkml:brushProperty name="width" value="0.025" units="cm"/>
      <inkml:brushProperty name="height" value="0.025" units="cm"/>
    </inkml:brush>
  </inkml:definitions>
  <inkml:trace contextRef="#ctx0" brushRef="#br0">332 56 4561,'0'0'12843,"-35"13"-12621,-112 43-47,138-52-149,0 0-1,0 1 0,1 0 1,-11 9-1,-2 12 78,12-13-62,1-2 16,1 0 0,0 1 0,1 0 0,0 0 0,1 0 0,0 1 1,1 0-1,-5 26 0,4-2 65,2 73 0,3-109-123,0 1-2,0 0 1,0 0-1,0 0 0,0 0 0,1 0 0,-1-1 0,1 1 0,-1 0 0,1 0 0,0-1 0,0 1 0,0 0 1,0-1-1,0 1 0,0-1 0,0 1 0,0-1 0,0 1 0,1-1 0,-1 0 0,1 0 0,1 2 0,1-1-7,0 0 0,0-1-1,0 1 1,0-1 0,0 0-1,0 0 1,0 0 0,0 0-1,9-1 1,-5 0 25,1 0-1,-1 0 1,0-1 0,1-1-1,-1 1 1,0-1 0,0-1-1,0 1 1,0-2-1,12-5 1,-4-4 16,1 0 1,-2-1-1,0 0 1,-1-2-1,19-24 0,-11 8-8,-1 0 0,17-38 0,-28 52 5,-1 0 0,-1-1 0,-1 0 0,-1 0 0,0-1 0,-2 0 0,0 0 0,-1 0 0,0-26 0,-3 44-22,0 0-1,0 1 0,-1-1 0,1 0 0,-1 0 0,1 1 1,-1-1-1,1 0 0,-1 0 0,0 1 0,0-1 0,0 1 1,0-1-1,0 1 0,0-1 0,-1 1 0,1 0 0,0-1 1,-1 1-1,1 0 0,-1 0 0,1 0 0,-1 0 0,1 0 0,-1 1 1,0-1-1,0 0 0,1 1 0,-1-1 0,0 1 0,0-1 1,0 1-1,1 0 0,-3 0 0,-10-1 14,1 1 1,-1 0-1,-23 3 0,29-2 2,-10 3-97,1 0-1,0 1 1,0 1-1,0 0 1,0 1-1,1 1 1,1 1 0,-1 0-1,1 1 1,1 1-1,0 0 1,0 1-1,1 1 1,-16 19-1,29-32 11,0 0-1,-1 0 1,1 1-1,0-1 1,-1 0 0,1 1-1,0-1 1,-1 0-1,1 1 1,0-1-1,0 0 1,-1 1-1,1-1 1,0 0-1,0 1 1,0-1 0,-1 0-1,1 1 1,0-1-1,0 1 1,0-1-1,0 1 1,0-1-1,0 0 1,0 1 0,0-1-1,0 1 1,0-1-1,0 1 1,0-1-1,0 0 1,1 1-1,-1-1 1,0 1-1,0-1 1,0 0 0,0 1-1,1-1 1,-1 0-1,0 1 1,1-1-1,-1 0 1,0 1-1,0-1 1,1 0-1,-1 0 1,0 1 0,1-1-1,21 4-3058,-19-4 3049,29 1-4018</inkml:trace>
</inkml:ink>
</file>

<file path=ppt/ink/ink3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0.533"/>
    </inkml:context>
    <inkml:brush xml:id="br0">
      <inkml:brushProperty name="width" value="0.025" units="cm"/>
      <inkml:brushProperty name="height" value="0.025" units="cm"/>
    </inkml:brush>
  </inkml:definitions>
  <inkml:trace contextRef="#ctx0" brushRef="#br0">349 146 8970,'0'0'12275,"-12"-1"-11625,5 1-596,1 0 0,-1 0 0,1 0-1,-1 1 1,0 0 0,1 0 0,-1 1-1,1 0 1,0 0 0,0 0 0,-1 1 0,1 0-1,1 0 1,-1 0 0,0 1 0,1 0-1,0 0 1,-6 6 0,0 1-10,0 1 0,1 0 1,0 0-1,1 1 0,1 0 1,0 0-1,1 1 0,0 0 0,-6 19 1,6-12-93,1 0 1,1 1 0,1 0-1,1 0 1,-1 40 0,4-62 44,0 0 0,0 0 0,0 0 0,0 0 0,0 0 0,0 0 0,0 0 0,0 1 0,0-1 0,0 0 0,0 0 0,0 0 1,0 0-1,0 0 0,0 0 0,0 1 0,0-1 0,0 0 0,0 0 0,0 0 0,1 0 0,-1 0 0,0 0 0,0 0 0,0 0 0,0 0 0,0 1 1,0-1-1,0 0 0,0 0 0,1 0 0,-1 0 0,0 0 0,0 0 0,0 0 0,0 0 0,0 0 0,0 0 0,0 0 0,1 0 0,-1 0 1,0 0-1,0 0 0,0 0 0,0 0 0,0 0 0,0 0 0,1 0 0,-1 0 0,0 0 0,0 0 0,0 0 0,0 0 0,0 0 0,0-1 1,7 2-15,0-1 0,-1 0 0,1 0 0,-1-1 0,1 0 0,0 0 0,-1 0 0,0-1 0,1 0 0,-1 0 0,0-1 0,0 0 0,0 0 0,0 0 0,-1-1 0,0 0 0,10-8 0,7-8 22,0-1 1,-1-2-1,-1 0 0,-1-1 0,-2-1 0,0-1 1,-2 0-1,0-1 0,-2-1 0,11-33 1,-21 52 18,0-1 0,-1 0 0,0 0 0,0 0 0,-1 0 0,0 0 0,-1 0 1,0 0-1,-4-19 0,4 27-20,-1 0 0,0-1-1,0 1 1,0 0 0,0 1 0,0-1 0,-1 0-1,1 0 1,-1 0 0,1 1 0,-1-1 0,1 1 0,-1-1-1,0 1 1,0 0 0,0-1 0,0 1 0,0 0 0,0 0-1,0 1 1,0-1 0,0 0 0,-4 0 0,-5-1-17,0 0 0,-1 0 0,-14 0 0,26 2 13,-10 0-13,-23-2-28,-50 5 1,73-2 17,0 0 0,1 1 0,-1 0 0,0 1 0,1 0 1,0 0-1,-1 1 0,1 1 0,-12 7 0,7-2-177,0 0 0,-22 22 0,33-29 4,0 0 1,0 1-1,0-1 0,0 1 0,1 0 0,-1 0 1,1 0-1,0 0 0,1 0 0,-1 0 0,0 1 1,1-1-1,0 1 0,0-1 0,0 7 0,1-11 154,0 1 0,0-1-1,0 1 1,0-1 0,0 0-1,0 1 1,0-1 0,0 1-1,0-1 1,0 1 0,1-1-1,-1 0 1,0 1 0,0-1-1,0 1 1,0-1 0,1 0-1,-1 1 1,0-1 0,1 0-1,-1 1 1,0-1-1,0 0 1,1 0 0,-1 1-1,1-1 1,-1 0 0,0 0-1,1 1 1,-1-1 0,0 0-1,1 0 1,-1 0 0,1 0-1,0 0 1,17 4-896,1-1-1,-1-1 1,1-1 0,22-1-1,33 0-4524</inkml:trace>
</inkml:ink>
</file>

<file path=ppt/ink/ink3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1.336"/>
    </inkml:context>
    <inkml:brush xml:id="br0">
      <inkml:brushProperty name="width" value="0.025" units="cm"/>
      <inkml:brushProperty name="height" value="0.025" units="cm"/>
    </inkml:brush>
  </inkml:definitions>
  <inkml:trace contextRef="#ctx0" brushRef="#br0">279 24 4961,'0'0'11405,"1"-3"-10725,-1 2-637,0 1 0,1-1 0,-1 1-1,0-1 1,0 1 0,1-1 0,-1 1 0,0-1-1,0 1 1,0-1 0,0 0 0,0 1-1,0-1 1,0 1 0,0-1 0,0 1 0,0-1-1,0 1 1,0-1 0,0 0 0,-1 1-1,1-1 1,0 1 0,0-1 0,-1 1 0,1-1-1,0 1 1,-1 0 0,1-1 0,0 1-1,-1-1 1,1 1 0,-1 0 0,1-1 0,0 1-1,-1 0 1,1-1 0,-1 1 0,1 0-1,-1 0 1,1-1 0,-1 1 0,1 0 0,-1 0-1,0 0 1,1 0 0,-1 0 0,1 0-1,-1 0 1,1 0 0,-1 0 0,1 0 0,-1 0-1,0 0 1,1 0 0,-1 0 0,1 0-1,-1 1 1,1-1 0,-1 0 0,1 0 0,-1 1-1,1-1 1,-1 1 0,-7 2-33,1 0 0,0 1 0,0 0 0,-7 5 1,-9 8 47,1 1 0,0 0 1,1 2-1,2 0 0,-21 27 1,32-36-52,0 0-1,0 1 1,1 0 0,1 1 0,0-1 0,1 1 0,0 0 0,1 0 0,0 1 0,1-1 0,0 1 0,0 23 0,4 37-49,-1-73 43,1 1-1,-1 0 0,1 0 1,-1 0-1,1-1 1,0 1-1,0 0 0,0 0 1,0-1-1,0 1 1,0-1-1,0 1 0,1-1 1,-1 0-1,0 1 0,1-1 1,-1 0-1,1 0 1,0 0-1,-1 0 0,1 0 1,0 0-1,-1 0 1,1-1-1,0 1 0,0-1 1,0 1-1,3-1 0,6 2 31,1 0 0,0-1-1,18-1 1,-18-1 9,-1 2-24,1-2 0,-1 1 1,0-2-1,17-3 0,-23 3-10,1 0-1,0 0 1,0-1 0,-1 0-1,1 0 1,-1-1-1,0 1 1,0-1-1,6-7 1,13-12 3,-1-1 0,-2-1 0,22-32 0,-35 46-1,-2 0 0,1 0-1,-1-1 1,-1 1 0,0-1 0,-1 0 0,0-1 0,-1 1 0,-1-1 0,0 1 0,1-16 0,-2 10 51,-2-23 92,1 39-139,-1 1-1,1-1 1,-1 0 0,1 0-1,-1 0 1,0 0 0,0 0-1,0 1 1,0-1 0,0 0-1,0 1 1,0-1 0,0 1-1,-1-1 1,1 1 0,-1 0 0,1-1-1,-2 0 1,-5-2 4,1 1 0,-1 0 0,1 0 0,-1 0 0,0 1 0,0 1 0,0-1 0,-12 0 0,-72 1 37,52 2-43,23-1-14,0 1 0,-28 5 1,39-5-110,-1 1 1,1 0-1,0 0 1,0 0-1,0 1 1,0 0-1,0 0 0,0 0 1,-9 9-1,14-12-73,0 1-1,0 0 0,0 0 1,0 0-1,0 1 1,0-1-1,0 0 0,1 0 1,-1 0-1,0 1 1,1-1-1,-1 0 0,1 0 1,0 1-1,-1-1 1,1 0-1,0 1 0,0-1 1,0 1-1,0-1 0,0 0 1,0 1-1,0-1 1,0 1-1,0-1 0,1 0 1,-1 1-1,1-1 1,-1 0-1,1 0 0,-1 1 1,1-1-1,0 0 1,0 0-1,-1 0 0,1 0 1,0 1-1,0-1 0,0-1 1,0 1-1,2 2 1,30 14-5932</inkml:trace>
</inkml:ink>
</file>

<file path=ppt/ink/ink3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1.801"/>
    </inkml:context>
    <inkml:brush xml:id="br0">
      <inkml:brushProperty name="width" value="0.025" units="cm"/>
      <inkml:brushProperty name="height" value="0.025" units="cm"/>
    </inkml:brush>
  </inkml:definitions>
  <inkml:trace contextRef="#ctx0" brushRef="#br0">323 156 1840,'0'0'14594,"-18"0"-13732,4-1-642,7 1-131,1-1-1,-1 1 1,1 0 0,-1 0 0,0 1-1,1 0 1,-1 0 0,1 1-1,-1-1 1,1 1 0,0 1 0,0-1-1,0 1 1,0 0 0,0 1-1,-5 4 1,-10 9 125,1 1 0,1 1 0,0 1 0,2 1 0,-17 25 0,27-37-205,2 0 0,-1 0 0,2 0 0,-1 1 0,1 0 0,0 0 0,1 0 0,1 0 0,-1 1 0,1-1 0,1 1 0,0 0 0,1-1-1,0 1 1,0 0 0,3 11 0,-3-21-10,1 1 0,-1-1 0,1 1 0,0-1 0,0 1 0,0-1 0,-1 0 0,1 1 0,0-1 0,0 0 0,1 0 0,-1 0 0,0 0 1,0 0-1,0 0 0,1 0 0,-1 0 0,1-1 0,-1 1 0,0 0 0,1-1 0,-1 1 0,1-1 0,0 1 0,-1-1 0,2 0 0,49 2 1,-35-3 12,13 2 23,-14 0-25,0-1 1,0-1-1,-1 0 0,25-5 0,-19-1-20,0-1 0,-1 0-1,0-2 1,0 0-1,-1-1 1,-1-1-1,0-1 1,0 0 0,20-22-1,-12 9 27,-1-2-1,-1-1 1,-1-1-1,32-55 1,-48 71 9,0 0-1,0-1 1,8-30 0,-13 38 35,-1 0 0,1 0 0,-1 0 0,-1-1 0,1 1 0,-1 0 0,-1 0 0,1-1 0,-1 1 0,-3-12 0,4 18-43,-1 0 0,0-1 0,1 1 0,-1 0 0,0 0 0,1 0 0,-1 0 0,0 0 1,0 0-1,0 0 0,0 0 0,0 0 0,0 1 0,0-1 0,0 0 0,-1 0 0,1 1 1,0-1-1,0 1 0,0-1 0,-3 1 0,-28-4 124,24 4-97,-20-2 58,0 2 1,-53 6-1,71-5-113,0 2-1,1-1 0,-1 1 0,1 1 0,0-1 0,0 2 1,0-1-1,0 1 0,1 0 0,0 1 0,-14 12 0,16-12-189,0 1 0,0 0 0,1 0 0,0 0 0,0 1-1,-5 10 1,8-15-26,1-1 0,0 1 0,0-1 0,0 1 0,0-1-1,0 1 1,1-1 0,-1 1 0,1 0 0,0-1 0,0 1 0,0 0 0,0-1 0,0 1-1,0 0 1,1-1 0,-1 1 0,1-1 0,0 1 0,-1 0 0,1-1 0,1 1 0,-1-1-1,0 0 1,1 1 0,2 3 0,0-3-360,-1-1 0,1 1 0,0-1 0,0 1 0,0-1 0,1 0 0,4 1 0,33 9-6287</inkml:trace>
</inkml:ink>
</file>

<file path=ppt/ink/ink3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53:32.244"/>
    </inkml:context>
    <inkml:brush xml:id="br0">
      <inkml:brushProperty name="width" value="0.025" units="cm"/>
      <inkml:brushProperty name="height" value="0.025" units="cm"/>
    </inkml:brush>
  </inkml:definitions>
  <inkml:trace contextRef="#ctx0" brushRef="#br0">455 264 7346,'0'0'13393,"-24"5"-12731,-2-1-456,13-2-111,0 0 0,-1 1 0,1 0 0,1 1-1,-1 1 1,1 0 0,-1 0 0,1 1 0,-15 11-1,-13 11 327,-55 50-1,79-64-317,1 2 0,1-1-1,0 2 1,1 0-1,-20 35 1,30-45-97,-1 0 1,1 1-1,1-1 1,-1 1-1,1-1 1,0 1 0,1 0-1,0-1 1,0 17-1,1-23-6,0 0 0,0 0-1,0 1 1,1-1 0,-1 0-1,0 0 1,1 1 0,-1-1-1,1 0 1,-1 0 0,1 0-1,-1 0 1,1 0 0,0 0-1,0 0 1,-1 0 0,1 0 0,0 0-1,0 0 1,2 1 0,0 0-2,0 0 1,0 0-1,1-1 1,-1 0-1,0 0 1,1 0 0,6 1-1,8 0 6,0 0 0,27-3 0,-26 1 21,1-1-10,0 0 0,0-2 0,-1 0-1,1-1 1,-1-1 0,0-1 0,0-1 0,-1 0 0,0-1 0,0-1 0,0-1 0,-2-1 0,1 0 0,-1-1 0,19-19 0,-12 11-9,-1-2 1,0-1-1,24-34 1,-37 45 9,-1-1 0,0-1-1,-1 0 1,0 0 0,-2 0 0,1-1 0,-2 0 0,5-25 0,-5 18 56,-1 0 1,-1 0-1,-1-1 0,-1 1 1,-6-40-1,6 56-55,-1 1 1,-1-1 0,1 1-1,-1-1 1,0 1-1,0 0 1,-1 0-1,0 0 1,0 0-1,0 0 1,0 0 0,-1 1-1,1 0 1,-1-1-1,0 2 1,-1-1-1,1 0 1,-1 1-1,1 0 1,-1 0 0,0 0-1,0 0 1,0 1-1,-1 0 1,1 0-1,-1 0 1,-9-1-1,2 1-25,0 1-1,0 1 1,0-1-1,0 2 0,0 0 1,0 1-1,0 0 1,0 1-1,1 0 0,-1 1 1,1 0-1,0 1 0,0 1 1,0 0-1,1 0 1,0 1-1,-13 11 0,-2 3-710,2 1 0,1 2 0,1 0 0,1 1 0,-30 47 0,21-24-4755,21-14-3699</inkml:trace>
</inkml:ink>
</file>

<file path=ppt/ink/ink3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0.404"/>
    </inkml:context>
    <inkml:brush xml:id="br0">
      <inkml:brushProperty name="width" value="0.025" units="cm"/>
      <inkml:brushProperty name="height" value="0.025" units="cm"/>
    </inkml:brush>
  </inkml:definitions>
  <inkml:trace contextRef="#ctx0" brushRef="#br0">182 125 12459,'0'0'7999,"2"-8"-6942,2-23 432,0-46 0,-3 69-1347,1 11 166,1 18-68,-3 82-129,-3 211-1,-2-224-77,-25 133-1,-45 99-756,18-113-2598,54-198 2622,-6 13-1121,-1-13-2443,4-10-948</inkml:trace>
</inkml:ink>
</file>

<file path=ppt/ink/ink3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0.757"/>
    </inkml:context>
    <inkml:brush xml:id="br0">
      <inkml:brushProperty name="width" value="0.025" units="cm"/>
      <inkml:brushProperty name="height" value="0.025" units="cm"/>
    </inkml:brush>
  </inkml:definitions>
  <inkml:trace contextRef="#ctx0" brushRef="#br0">1 176 312,'0'0'12659,"299"-68"-11531,-202 39-520,-7 3-304,-9 0-216,-17 11-88,-16 3 0,-21 12-528,-33 22-10722</inkml:trace>
</inkml:ink>
</file>

<file path=ppt/ink/ink3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1.105"/>
    </inkml:context>
    <inkml:brush xml:id="br0">
      <inkml:brushProperty name="width" value="0.025" units="cm"/>
      <inkml:brushProperty name="height" value="0.025" units="cm"/>
    </inkml:brush>
  </inkml:definitions>
  <inkml:trace contextRef="#ctx0" brushRef="#br0">0 155 10778,'0'0'12115,"300"-113"-11771,-236 91-248,-5 8-96,-11 9-280,0 5-1368,-11 0-2345,-5 0-2017</inkml:trace>
</inkml:ink>
</file>

<file path=ppt/ink/ink3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1.443"/>
    </inkml:context>
    <inkml:brush xml:id="br0">
      <inkml:brushProperty name="width" value="0.025" units="cm"/>
      <inkml:brushProperty name="height" value="0.025" units="cm"/>
    </inkml:brush>
  </inkml:definitions>
  <inkml:trace contextRef="#ctx0" brushRef="#br0">96 150 10266,'0'0'10669,"-16"39"-10318,-48 118-200,61-150-141,0 0 1,0 0 0,1 1-1,0-1 1,-1 12 0,3-18-10,0 0-1,0-1 1,1 1 0,-1 0 0,0-1 0,0 1-1,1 0 1,-1-1 0,0 1 0,1-1 0,-1 1-1,1-1 1,-1 1 0,1 0 0,-1-1-1,1 0 1,-1 1 0,1-1 0,-1 1 0,1-1-1,-1 0 1,1 1 0,0-1 0,-1 0-1,1 1 1,0-1 0,-1 0 0,1 0 0,1 0-1,0 1 1,9 2-34,1 0 1,0-1-1,0 0 1,0-1-1,0-1 1,0 0 0,0 0-1,0-1 1,0-1-1,0 0 1,0 0-1,-1-1 1,1-1 0,-1 0-1,0-1 1,0 0-1,0 0 1,11-9-1,-2 0-313,-1-1 0,-1-1 0,20-21 0,-32 30 255,0 0-1,0 0 1,-1-1-1,0 1 0,-1-1 1,0 0-1,0 0 1,0-1-1,-1 1 0,0-1 1,2-14-1,-4 14 65,0-1 0,0 1 0,-1 0 0,-1 0 0,1 0 0,-4-15 0,3 19 42,-1 1 0,1 0 0,-1 0 0,0 0 1,0 1-1,0-1 0,0 0 0,-1 1 0,0-1 1,1 1-1,-1 0 0,0 0 0,-1 0 0,1 0 0,-6-3 1,2 1 34,-1 0 23,0-1 0,0 1 0,0 1 1,0 0-1,-1 0 0,1 0 0,-1 1 0,0 1 0,0-1 0,-17-1 0,25 4-313,3 18-1572,9 6-966,8-1-2371</inkml:trace>
</inkml:ink>
</file>

<file path=ppt/ink/ink3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1.790"/>
    </inkml:context>
    <inkml:brush xml:id="br0">
      <inkml:brushProperty name="width" value="0.025" units="cm"/>
      <inkml:brushProperty name="height" value="0.025" units="cm"/>
    </inkml:brush>
  </inkml:definitions>
  <inkml:trace contextRef="#ctx0" brushRef="#br0">0 262 9218,'0'0'13496,"25"13"-12844,77 39-260,-97-50-329,0 1-1,0 1 1,0-1-1,0 1 1,6 6-1,-11-10-52,0 0 0,0 0 0,0 0 0,0 0 1,0 0-1,0 0 0,0-1 0,0 1 0,0 0 0,0 0 0,0 0 0,0 0 0,1 0 0,-1 0 1,0 0-1,0 0 0,0 0 0,0 0 0,0 0 0,0 0 0,0 0 0,0-1 0,0 1 0,0 0 0,0 0 1,1 0-1,-1 0 0,0 0 0,0 0 0,0 0 0,0 0 0,0 0 0,0 0 0,0 0 0,0 0 1,0 0-1,1 0 0,-1 0 0,0 0 0,0 0 0,0 0 0,0-6 18,-3-58-547,0 38 479,2-1 0,1 0 0,1 0-1,6-34 1,-6 54-284,1 0 0,0 0 0,0 1 0,1-1 0,0 1 1,0-1-1,1 1 0,7-11 0,-7 13-222,0 0 1,0 1 0,0-1 0,0 1 0,1 0-1,-1 0 1,1 0 0,0 0 0,-1 1-1,1 0 1,1 0 0,9-3 0,7 3-7796</inkml:trace>
</inkml:ink>
</file>

<file path=ppt/ink/ink3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2.120"/>
    </inkml:context>
    <inkml:brush xml:id="br0">
      <inkml:brushProperty name="width" value="0.025" units="cm"/>
      <inkml:brushProperty name="height" value="0.025" units="cm"/>
    </inkml:brush>
  </inkml:definitions>
  <inkml:trace contextRef="#ctx0" brushRef="#br0">76 1 5473,'0'0'20781,"37"197"-20221,-37-137-352,0-12-184,0 0-24,0-12-488,0-2-1121,-37-12-903,-1-13-2033,1-9-2489</inkml:trace>
</inkml:ink>
</file>

<file path=ppt/ink/ink3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2.423"/>
    </inkml:context>
    <inkml:brush xml:id="br0">
      <inkml:brushProperty name="width" value="0.025" units="cm"/>
      <inkml:brushProperty name="height" value="0.025" units="cm"/>
    </inkml:brush>
  </inkml:definitions>
  <inkml:trace contextRef="#ctx0" brushRef="#br0">1 15 10178,'0'0'12368,"43"-2"-11886,142-8-186,-47 8-158,-136 1-138,1 1 0,0 0 0,-1 0 0,1 0 0,-1 0 0,1 1 0,-1-1 0,1 1 0,-1-1 0,1 1-1,-1 0 1,1 0 0,-1 0 0,0 0 0,1 1 0,-1-1 0,0 0 0,0 1 0,0 0 0,0-1 0,0 1 0,2 4-1,-2-1-4,0 0 0,0 0 0,-1 0-1,1 1 1,-1-1 0,-1 1 0,1-1-1,-1 0 1,0 11 0,-1-9 8,1-1-1,-1 1 1,0 0 0,-1-1 0,0 1 0,0-1 0,0 0-1,-1 1 1,1-1 0,-2 0 0,1-1 0,-8 11 0,-5 3 17,0-1 0,-25 21 0,5-5 19,4-2-155,4-5 247,-42 51 0,65-71-273,-1 0 1,1 1-1,0 0 1,1 0-1,0 0 1,0 1-1,1-1 1,0 1-1,1 0 1,-1 0-1,2 0 1,-2 15-1,3-22-18,0 0-1,0 1 1,0-1 0,1 0 0,-1 1-1,1-1 1,0 0 0,-1 1-1,1-1 1,0 0 0,0 0-1,1 0 1,-1 0 0,0 0 0,1 0-1,-1 0 1,1 0 0,-1 0-1,1-1 1,0 1 0,0-1 0,0 1-1,3 1 1,4 1-345,-1 0 0,1-1-1,1 0 1,15 4 0,3 0-677,-26-6 1076,18 4-1104,-1 1 1,0 1-1,-1 1 0,30 17 0,-43-22 1112,0 1 0,0 0 1,-1 0-1,1 1 0,-1-1 0,0 1 1,0 0-1,4 6 0,-6-6 406,1 0 0,-1 0-1,0 1 1,0-1 0,0 0 0,-1 1 0,0 0 0,0-1 0,-1 1-1,1 7 1,-2-9-70,1 1-1,-1-1 1,0 0-1,-1 0 1,1 0-1,-1 0 1,1 0-1,-1 0 1,0 0-1,-1-1 1,1 1 0,-1-1-1,1 1 1,-1-1-1,0 0 1,0 0-1,-1 0 1,-5 4-1,-10 6 817,-2 0-1,-26 13 0,24-13-209,-156 76 2909,173-86-3683,5-2-63,-1-1-1,1 1 1,0-1-1,-1 1 1,1-1 0,0 1-1,-1-1 1,1 0-1,0 0 1,-1 0 0,1 0-1,-1 0 1,1 0-1,-2 0 1,1 0-555,16-3-3400,15-11-819,3-13-3054</inkml:trace>
</inkml:ink>
</file>

<file path=ppt/ink/ink3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2.786"/>
    </inkml:context>
    <inkml:brush xml:id="br0">
      <inkml:brushProperty name="width" value="0.025" units="cm"/>
      <inkml:brushProperty name="height" value="0.025" units="cm"/>
    </inkml:brush>
  </inkml:definitions>
  <inkml:trace contextRef="#ctx0" brushRef="#br0">3 1 3809,'0'0'19159,"0"8"-18559,-1 8-408,0-5-158,1-1-1,-1 1 1,2 0-1,0-1 1,0 1-1,5 18 0,-5-28-115,0 1 0,0-1-1,0 1 1,1-1 0,-1 0-1,0 1 1,1-1-1,-1 0 1,1 0 0,-1 0-1,1 0 1,-1 0-1,1 0 1,0 0 0,-1-1-1,1 1 1,0-1-1,0 1 1,0-1 0,0 0-1,3 1 1,43-2-3349,-39 0 2582,-3 0 366,-1 0 0,0 0 0,0-1 0,0 1 0,-1-1 0,1 0 0,0-1 0,-1 1 0,1-1 0,-1 0 0,0 0 0,0 0 0,0-1-1,4-5 1,2-1 549,-1-1-1,0 0 0,-1-1 0,7-14 8145,-15 43-5571,0-9-2440,0-1-1,1 1 1,-1-1-1,1 1 1,1-1-1,0 0 1,3 12-1,-3-17-367,-1 1 1,0-1-1,1 1 0,0-1 0,0 1 0,0-1 0,0 0 0,0 0 1,0 0-1,0 0 0,0 0 0,1-1 0,-1 1 0,1-1 0,-1 1 0,1-1 1,0 0-1,0 0 0,-1 0 0,1-1 0,0 1 0,0-1 0,5 1 0,18 0-4849</inkml:trace>
</inkml:ink>
</file>

<file path=ppt/ink/ink3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3.179"/>
    </inkml:context>
    <inkml:brush xml:id="br0">
      <inkml:brushProperty name="width" value="0.025" units="cm"/>
      <inkml:brushProperty name="height" value="0.025" units="cm"/>
    </inkml:brush>
  </inkml:definitions>
  <inkml:trace contextRef="#ctx0" brushRef="#br0">163 0 7706,'0'0'16270,"2"52"-14326,5 167-629,-5 12 310,-2-153-1332,0 16-1051,18-104-966,11-20 402,-19 19 489,1 0-1,22-17 0,-29 25 726,0 0-1,1 1 0,0-1 1,0 1-1,-1 0 1,1 0-1,1 1 0,-1-1 1,0 1-1,0 0 1,0 0-1,8 1 1,-11 0 151,1 0 0,-1 1 0,0-1 1,0 1-1,0-1 0,1 1 0,-1 0 1,0 0-1,0 0 0,0 0 0,0 0 0,0 1 1,-1-1-1,1 0 0,0 1 0,-1 0 1,1-1-1,-1 1 0,1 0 0,-1 0 1,0 0-1,1 0 0,-1 0 0,0 0 1,-1 0-1,1 0 0,1 3 0,-1 0 64,1 1-1,-1-1 0,0 0 1,0 1-1,-1-1 1,1 1-1,-1-1 0,-1 1 1,1-1-1,-1 1 0,-1 6 1,1-10-66,0 0 0,0 0 0,0-1 0,0 1 0,0 0 0,0 0 0,-1-1 0,1 1 0,0-1 1,-1 1-1,0-1 0,1 0 0,-1 1 0,0-1 0,1 0 0,-1 0 0,-4 1 0,-37 12 282,35-12-261,-46 11-364,-108 32 832,139-36-2872,0 0 1,-32 19 0</inkml:trace>
</inkml:ink>
</file>

<file path=ppt/ink/ink3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3.679"/>
    </inkml:context>
    <inkml:brush xml:id="br0">
      <inkml:brushProperty name="width" value="0.025" units="cm"/>
      <inkml:brushProperty name="height" value="0.025" units="cm"/>
    </inkml:brush>
  </inkml:definitions>
  <inkml:trace contextRef="#ctx0" brushRef="#br0">106 0 9826,'0'0'12395,"0"56"-10157,0 178-637,1-116-586,0-85-476,-5 53 0,1-68-447,-1 0 0,0-1 1,-7 18-1,4-13-57,6-22-101,1 0 0,0 1 1,0-1-1,0 0 0,0 1 1,0-1-1,0 0 0,0 0 0,0 1 1,0-1-1,0 0 0,0 1 1,0-1-1,0 0 0,1 1 0,-1-1 1,0 0-1,0 0 0,0 1 1,0-1-1,0 0 0,1 0 0,-1 1 1,0-1-1,0 0 0,0 0 1,1 0-1,-1 1 0,0-1 1,0 0-1,1 0 0,-1 0 0,0 0 1,0 0-1,1 1 0,-1-1 1,0 0-1,1 0 0,-1 0 0,20 1-1065,19-6-146,-38 5 1267,36-7-2153,1 3-1,54-1 1,-90 5 2172,-1 0 0,1 1 1,0-1-1,-1 0 1,1 1-1,-1-1 0,1 1 1,0-1-1,-1 1 1,0 0-1,1 0 1,-1 0-1,1 0 0,-1 0 1,0 0-1,0 0 1,1 0-1,-1 0 0,0 1 1,0-1-1,0 0 1,0 1-1,-1-1 0,1 1 1,0-1-1,-1 1 1,1-1-1,-1 1 0,1-1 1,-1 1-1,0 0 1,1-1-1,-1 1 0,0 0 1,0-1-1,0 1 1,-1 2-1,1 0 209,0 0-1,0 0 1,-1-1 0,0 1-1,1 0 1,-1 0-1,-1-1 1,1 1 0,0-1-1,-1 1 1,0-1-1,0 1 1,0-1 0,0 0-1,0 0 1,-4 3 0,-2 0 79,0-1 0,0 0 0,0 0 0,-1-1 0,0 0 0,0 0 1,0-1-1,-13 3 0,-9 0 562,-39 2 1,44-6-498,0 1 0,-39 10 0,63-12-1130,-5 1 1728</inkml:trace>
</inkml:ink>
</file>

<file path=ppt/ink/ink3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4.026"/>
    </inkml:context>
    <inkml:brush xml:id="br0">
      <inkml:brushProperty name="width" value="0.025" units="cm"/>
      <inkml:brushProperty name="height" value="0.025" units="cm"/>
    </inkml:brush>
  </inkml:definitions>
  <inkml:trace contextRef="#ctx0" brushRef="#br0">123 0 2537,'0'0'22236,"-69"325"-20675,52-238-601,7-8-328,-1-4-296,0-6-152,6-9-136,5-11-48,0-18-304,0-5-368,0-16-704</inkml:trace>
</inkml:ink>
</file>

<file path=ppt/ink/ink4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4.373"/>
    </inkml:context>
    <inkml:brush xml:id="br0">
      <inkml:brushProperty name="width" value="0.025" units="cm"/>
      <inkml:brushProperty name="height" value="0.025" units="cm"/>
    </inkml:brush>
  </inkml:definitions>
  <inkml:trace contextRef="#ctx0" brushRef="#br0">1 66 6209,'0'0'16967,"33"9"-16322,103 27-348,-122-31-309,0-2 0,1 1-1,-1-2 1,1 0-1,0-1 1,16 0 0,-10-1-403,-19-36 379,-3 32 36,0 0 0,0 1 0,0-1 0,0 1-1,-1-1 1,0 1 0,0 0 0,0 0 0,0 0 0,0 0 0,0 0 0,-1 0-1,1 0 1,-1 1 0,-4-4 0,-1-1 196,0 1 0,-1 0 1,0 0-1,-12-6 0,21 12-156,0 0 1,-1 0-1,1 0 0,0-1 0,0 1 1,0 0-1,0 0 0,-1 0 1,1 0-1,0 0 0,0 0 1,0 0-1,-1 0 0,1 0 1,0 0-1,0 0 0,0 0 1,-1 0-1,1 0 0,0 0 1,0 0-1,0 0 0,0 0 0,-1 0 1,1 0-1,0 1 0,0-1 1,0 0-1,-1 0 0,1 0 1,0 0-1,0 0 0,0 0 1,0 0-1,0 1 0,0-1 1,-1 0-1,1 0 0,0 0 1,0 0-1,0 1 0,0-1 0,0 0 1,0 0-1,0 0 0,0 1 1,0-1-1,-1 12 4,2-8 217,-3 33 325,1-21-463,0 0 1,2-1-1,-1 1 1,5 24-1,-4-38-136,0 0-1,-1 0 1,1 0-1,0 0 1,0-1-1,0 1 1,0 0-1,1-1 1,-1 1-1,0-1 1,1 1-1,-1-1 1,1 1-1,-1-1 1,1 0-1,0 0 1,-1 0-1,1 0 1,0 0-1,0 0 1,0 0-1,0-1 1,3 1-1,5 1-525,0 0-1,0-2 1,18 1-1,-17-2-432,41 1-4477</inkml:trace>
</inkml:ink>
</file>

<file path=ppt/ink/ink4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5.349"/>
    </inkml:context>
    <inkml:brush xml:id="br0">
      <inkml:brushProperty name="width" value="0.025" units="cm"/>
      <inkml:brushProperty name="height" value="0.025" units="cm"/>
    </inkml:brush>
  </inkml:definitions>
  <inkml:trace contextRef="#ctx0" brushRef="#br0">564 1 4321,'0'0'10411,"-49"11"-8602,-156 41-498,183-46-1098,1 1 0,-24 12 0,3 10 112,27-18-258,6-4-56,1 0 0,0 1 0,0 0 1,0 0-1,1 1 0,0-1 0,1 2 0,0-1 1,0 1-1,1 0 0,0 0 0,1 1 0,0-1 1,1 1-1,0 0 0,0 0 0,1 0 1,1 0-1,0 0 0,0 0 0,2 13 0,-1-13-7,2 14 46,-1-24-43,-1 0-1,1 0 0,-1 0 0,1 0 0,0 0 0,0 0 0,-1 0 0,1 0 0,0-1 0,0 1 1,0 0-1,0-1 0,0 1 0,0-1 0,0 1 0,0-1 0,0 1 0,0-1 0,2 1 0,20 6 189,-14-5-154,0 0 0,0 1 1,0 1-1,-1 0 0,10 5 1,-16-8-36,1 1 0,-1 0 1,1 1-1,-1-1 1,0 0-1,0 0 0,0 1 1,0 0-1,0-1 0,-1 1 1,1 0-1,-1 0 0,0 0 1,0-1-1,0 1 0,0 1 1,0-1-1,-1 0 1,1 4-1,1 3 181,-1-1-1,0 1 1,-1-1-1,0 0 1,-1 1 0,0-1-1,0 1 1,-1-1-1,0 0 1,0 0 0,-1 0-1,0 0 1,-8 14-1,-7 2 147,-1-1 0,0 0 0,-2-2 0,-1 0 0,-46 34 0,59-45-717,15-7-892,26-6-1338,-23 2 2441,54-8-3731,10-10-1204</inkml:trace>
</inkml:ink>
</file>

<file path=ppt/ink/ink4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5.916"/>
    </inkml:context>
    <inkml:brush xml:id="br0">
      <inkml:brushProperty name="width" value="0.025" units="cm"/>
      <inkml:brushProperty name="height" value="0.025" units="cm"/>
    </inkml:brush>
  </inkml:definitions>
  <inkml:trace contextRef="#ctx0" brushRef="#br0">285 121 1432,'0'0'21986,"-21"16"-20652,-129 96 474,136-103-1712,0 2 0,1 0 0,1 0 0,-13 15 0,21-21-128,0 0-1,0 1 1,1 0 0,0-1-1,0 1 1,0 0-1,1 0 1,0 1-1,0-1 1,1 0-1,-1 1 1,1-1 0,1 1-1,-1 6 1,1 2-169,0-12 44,-1 0-1,1 0 0,0 0 0,1 0 1,-1 0-1,0 0 0,1 0 0,0 0 1,1 6-1,-1-8 85,0 0 1,1 0 0,-1 0 0,0 0-1,1-1 1,-1 1 0,0 0-1,1 0 1,-1-1 0,1 1-1,-1-1 1,1 1 0,-1-1-1,1 0 1,-1 1 0,1-1 0,-1 0-1,1 0 1,0 0 0,-1 0-1,3-1 1,9 2-660,1-2 0,0 0 0,18-3 0,-27 3 510,0-1 0,1 0 1,-1 0-1,0-1 0,0 0 1,-1 1-1,1-1 0,0-1 1,-1 1-1,6-7 0,7-6-601,-2-1-1,0-1 1,-1-1-1,23-39 0,12-41 5252,-48 97-4306,1 0 0,0 0 0,-1 1 0,1-1-1,0 1 1,0 0 0,0-1 0,0 1 0,0 0 0,1 0 0,-1 0 0,0 0 0,0 1 0,1-1-1,4 0 1,38-6 188,-43 6-268,6 0-8,0 0 1,0 1 0,0 0-1,0 0 1,0 0-1,0 1 1,0 1 0,0-1-1,-1 1 1,13 4 0,-16-3-11,-1-1 0,1 0 0,0 1 0,-1 0 0,1 0 1,-1 0-1,0 0 0,0 1 0,0-1 0,0 1 0,-1-1 1,1 1-1,-1 0 0,0 0 0,0 0 0,-1 1 0,1-1 1,-1 0-1,2 8 0,0 10 306,0 0 0,-1 0 0,-3 38 0,1-21 1485,-6-72-1193,5-16-517,0 13 97,5-46 1,-3 71-163,1 0 0,0 0 0,1 0 1,0 1-1,1-1 0,0 1 0,0 0 1,10-15-1,0 6-33,1 0 0,32-31 1,-35 38-26,14-6-183,-11 15-2502,0 8-6086,-5 5-2748</inkml:trace>
</inkml:ink>
</file>

<file path=ppt/ink/ink4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6.248"/>
    </inkml:context>
    <inkml:brush xml:id="br0">
      <inkml:brushProperty name="width" value="0.025" units="cm"/>
      <inkml:brushProperty name="height" value="0.025" units="cm"/>
    </inkml:brush>
  </inkml:definitions>
  <inkml:trace contextRef="#ctx0" brushRef="#br0">156 0 11026,'0'0'16843,"-7"59"-15434,-27 190-394,28-213-794,-1-1 0,-2 0 1,-14 35-1,7-25-51,4-11-454,1 1 0,2 0 1,2 1-1,1 0 0,-2 48 0,8-83 175,0-1 0,1 1 0,-1-1 0,0 1 0,1-1 1,-1 1-1,0-1 0,1 1 0,-1-1 0,0 1 0,1-1 0,-1 0 0,1 1 0,-1-1 0,1 0 0,-1 1 0,1-1 1,-1 0-1,1 0 0,0 0 0,-1 1 0,1-1 0,-1 0 0,1 0 0,-1 0 0,1 0 0,0 0 0,-1 0 1,1 0-1,-1 0 0,1 0 0,0 0 0,-1 0 0,1-1 0,-1 1 0,1 0 0,-1 0 0,1-1 0,0 1 1,27-11-3867,4-21-2416</inkml:trace>
</inkml:ink>
</file>

<file path=ppt/ink/ink4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6.586"/>
    </inkml:context>
    <inkml:brush xml:id="br0">
      <inkml:brushProperty name="width" value="0.025" units="cm"/>
      <inkml:brushProperty name="height" value="0.025" units="cm"/>
    </inkml:brush>
  </inkml:definitions>
  <inkml:trace contextRef="#ctx0" brushRef="#br0">0 6 3241,'0'0'19012,"327"-5"-21445,-242 5-6617</inkml:trace>
</inkml:ink>
</file>

<file path=ppt/ink/ink4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6.950"/>
    </inkml:context>
    <inkml:brush xml:id="br0">
      <inkml:brushProperty name="width" value="0.025" units="cm"/>
      <inkml:brushProperty name="height" value="0.025" units="cm"/>
    </inkml:brush>
  </inkml:definitions>
  <inkml:trace contextRef="#ctx0" brushRef="#br0">287 1 9538,'0'0'17520,"-23"0"-16617,-77 2-342,91-1-532,0 0 0,0 0 0,1 1 1,-1 0-1,1 1 0,-1 0 0,1 0 0,0 1 0,0 0 0,0 0 0,1 1 1,-1 0-1,1 0 0,0 1 0,1 0 0,-1 0 0,-6 9 0,11-13-70,1 0 0,-1 0 0,1-1 1,0 1-1,-1 0 0,1 0 0,0 0 0,0 0 0,0 1 0,1-1 0,-1 0 0,0 0 0,1 0 0,0 1 0,-1-1 1,1 0-1,0 1 0,0-1 0,0 0 0,0 0 0,1 1 0,-1-1 0,1 0 0,-1 0 0,1 1 0,0-1 0,0 0 1,0 0-1,0 0 0,0 0 0,0 0 0,1 0 0,-1-1 0,1 1 0,2 3 0,7 4-254,-1 0 0,1-1-1,1 0 1,23 12 0,-11-6-235,-14-8 276,0 0 1,-1 1-1,0 0 0,0 1 1,9 9-1,-15-12 186,1-1 1,-1 1-1,0-1 0,-1 1 0,1 0 0,-1 0 0,0 0 1,0 1-1,0-1 0,-1 0 0,0 1 0,1 10 1,-1-9 79,0 0 0,-1 0 0,-1 0 1,1 0-1,-1 0 0,-3 12 0,3-15 33,0-1 0,-1 0-1,1 0 1,-1 0 0,0 0 0,0 0-1,0 0 1,0-1 0,0 1 0,-1-1-1,1 1 1,-1-1 0,0 0 0,0 0-1,-5 3 1,-5 2 91,0-1 0,0 0 0,0-1 0,-1-1 0,0 0-1,0 0 1,0-2 0,-20 2 0,33-4-1166,18-20-5742,-10 13 4609,28-24-7915</inkml:trace>
</inkml:ink>
</file>

<file path=ppt/ink/ink4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7.374"/>
    </inkml:context>
    <inkml:brush xml:id="br0">
      <inkml:brushProperty name="width" value="0.025" units="cm"/>
      <inkml:brushProperty name="height" value="0.025" units="cm"/>
    </inkml:brush>
  </inkml:definitions>
  <inkml:trace contextRef="#ctx0" brushRef="#br0">214 236 5657,'0'0'12843,"4"52"-9020,0 1-2945,10 275 3268,-23-114-1809,4-183-2232,0-1-1,-2 0 1,-1 0 0,-22 54 0,27-79-127,-3 11 27,-2 0 0,0 0 0,-15 19 0,21-31-89,0-1 0,-1 0 0,0 0 0,0 0 0,0 0 0,0 0 0,0-1 0,-1 0 0,1 1 0,-1-1 0,1 0 0,-1-1 0,0 1 0,0-1 0,0 0 0,0 1 0,0-2 0,0 1 0,-7 0 0,9-1-6,1 0 0,-1 0 0,1 0 0,-1 0-1,1 0 1,-1 0 0,1-1 0,-1 1 0,1-1 0,-1 1 0,1-1-1,-1 1 1,1-1 0,0 0 0,-1 0 0,1 1 0,-2-3 0,1 0-59,1 1 0,-1-1 0,1 1 0,-1-1 0,1 0 0,0 1 0,0-1 0,1 0 0,-1 0 0,0-4 0,-4-30-1154,3 0-1,1-38 1,2 45 592,-1-12-110,2 0 0,2 0-1,2 0 1,2 1 0,1 0-1,2 0 1,25-59 0,-8 39 196,2 0 1,3 2-1,59-80 0,-66 105 1125,1 1 0,2 2 0,1 1 0,1 1-1,1 2 1,60-38 0,-85 60 38,1 0 0,0 1 0,-1 1 0,1-1 0,0 1 1,0 0-1,1 1 0,-1 0 0,1 0 0,-1 1 0,11 0 0,-18 1-417,-1 0-1,1 1 0,0-1 0,-1 0 1,1 1-1,-1-1 0,1 1 0,-1-1 1,1 1-1,-1-1 0,0 1 0,1-1 1,-1 1-1,0 0 0,1-1 1,-1 1-1,0-1 0,1 1 0,-1 0 1,0-1-1,0 1 0,0 0 0,0-1 1,0 1-1,0 0 0,0-1 1,0 1-1,0 1 0,0 27 698,-1-21-356,1 3-281,-1-1 1,-1 0-1,0 0 0,0 0 1,-1 0-1,0 0 0,-1 0 1,0-1-1,-1 1 0,1-1 1,-2 0-1,1-1 0,-2 1 1,1-1-1,-1 0 1,0-1-1,-11 10 0,-14 9-295,-1 0 0,-2-3 0,-37 20-1,14-8-1496,53-32-847</inkml:trace>
</inkml:ink>
</file>

<file path=ppt/ink/ink4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7.772"/>
    </inkml:context>
    <inkml:brush xml:id="br0">
      <inkml:brushProperty name="width" value="0.025" units="cm"/>
      <inkml:brushProperty name="height" value="0.025" units="cm"/>
    </inkml:brush>
  </inkml:definitions>
  <inkml:trace contextRef="#ctx0" brushRef="#br0">236 0 10362,'0'0'17672,"-11"2"-16413,-1 2-1218,0 0 1,1 1-1,-1 1 0,1-1 1,0 2-1,1 0 0,0 0 1,-15 14-1,13-11-46,0 1-1,1 1 1,0 0 0,1 1-1,1 0 1,-14 24 0,19-28-91,0 0 1,1 1-1,0-1 0,0 1 1,1 0-1,1 0 1,-1 0-1,1 18 0,2-28 73,-1 1-1,0 0 0,1-1 0,-1 1 1,1 0-1,-1-1 0,1 1 0,-1-1 0,1 1 1,-1-1-1,1 1 0,-1-1 0,1 1 1,-1-1-1,1 0 0,0 1 0,-1-1 0,1 0 1,0 0-1,0 1 0,-1-1 0,1 0 1,0 0-1,-1 0 0,1 0 0,0 0 0,0 0 1,-1 0-1,1 0 0,0 0 0,-1 0 1,1 0-1,0 0 0,0-1 0,0 0 0,7 1-145,2-1 8,-1 0 0,1-1 0,-1 0 0,1-1 0,-1 0 0,0-1 1,0 1-1,0-2 0,0 1 0,-1-1 0,13-10 0,14-12-546,39-39 1,-60 53 643,-13 12 70,7-6 119,0 0-1,-1 0 0,0 0 1,-1-1-1,1 0 1,-1-1-1,6-12 0,-11 21-79,-1 0-1,1-1 1,0 1-1,-1 0 1,1 0-1,-1 0 0,1 0 1,0-1-1,-1 1 1,1 0-1,0 0 0,-1 0 1,1 0-1,0 1 1,-1-1-1,1 0 1,0 0-1,-1 0 0,1 0 1,-1 1-1,1-1 1,0 0-1,-1 1 0,1-1 1,-1 0-1,1 1 1,-1-1-1,1 1 1,-1-1-1,1 0 0,-1 1 1,0 0-1,1-1 1,0 2-1,7 13-441,-7-12 242,0 0 1,0 0-1,1 0 0,0 0 0,-1-1 1,1 1-1,0 0 0,1-1 0,-1 1 1,5 3-1,-1-2-508,1-1 1,-1 0-1,1 0 1,12 3-1,18 2-4648,9-6-3518</inkml:trace>
</inkml:ink>
</file>

<file path=ppt/ink/ink4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8.102"/>
    </inkml:context>
    <inkml:brush xml:id="br0">
      <inkml:brushProperty name="width" value="0.025" units="cm"/>
      <inkml:brushProperty name="height" value="0.025" units="cm"/>
    </inkml:brush>
  </inkml:definitions>
  <inkml:trace contextRef="#ctx0" brushRef="#br0">215 1 10402,'0'0'17828,"-182"55"-17540,166-23-168,5 6-120,6 3 0,5 2-40,0-4-344,0-8-456,26-5-632,44-26-1033,-11 0-1760,-6 0-1968</inkml:trace>
</inkml:ink>
</file>

<file path=ppt/ink/ink4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8.444"/>
    </inkml:context>
    <inkml:brush xml:id="br0">
      <inkml:brushProperty name="width" value="0.025" units="cm"/>
      <inkml:brushProperty name="height" value="0.025" units="cm"/>
    </inkml:brush>
  </inkml:definitions>
  <inkml:trace contextRef="#ctx0" brushRef="#br0">1 10 2833,'143'90'6214,"-138"-87"-5853,25 14 5001,-26-19-3813,69 2 5641,98 0-6906,-170 0-545,-1-3-415,0 1 654,-1-1 0,1 0 1,-1 1-1,0-1 0,0 0 1,0 1-1,0-1 1,0 1-1,-1 0 0,1-1 1,-1 1-1,1 0 1,-1 0-1,0 0 0,0 0 1,0 0-1,0 0 1,-4-2-1,-48-29 343,37 24-51,15 8-210,-3-3 337,-1 1 0,0 0 0,0 0 1,0 0-1,0 1 0,0 0 1,0 0-1,-1 1 0,-8-2 0,15 8-202,-1 31-106,0-17-95,0-1 0,2 1-1,0-1 1,3 19 0,-3-32-85,0 0 0,1 0 0,-1 0 0,1 0 0,0-1 0,0 1-1,1-1 1,-1 1 0,1-1 0,0 0 0,0 0 0,1 0 0,-1 0 0,1-1 0,-1 0 0,1 1-1,0-1 1,1 0 0,-1-1 0,5 3 0,12 3-1005,1-2 1,0 0-1,1-2 0,-1 0 0,42 1 0,31-4-5110</inkml:trace>
</inkml:ink>
</file>

<file path=ppt/ink/ink4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8.793"/>
    </inkml:context>
    <inkml:brush xml:id="br0">
      <inkml:brushProperty name="width" value="0.025" units="cm"/>
      <inkml:brushProperty name="height" value="0.025" units="cm"/>
    </inkml:brush>
  </inkml:definitions>
  <inkml:trace contextRef="#ctx0" brushRef="#br0">516 18 10850,'0'0'19268,"8"11"-18679,24 32-221,-24-32-70,-8-14-820,-1 0 159,1 0 1,-1-1-1,1 1 1,0 0-1,0 0 1,0 0 0,1-4-1,0-4-641,-1 10 830,0-1 0,0 1-1,0-1 1,0 1 0,0 0 0,-1-1 0,1 1-1,0-1 1,-1 1 0,1-1 0,-1 1-1,0 0 1,0-1 0,1 1 0,-1 0 0,0 0-1,0 0 1,0-1 0,0 1 0,0 0-1,0 0 1,0 0 0,-1 1 0,1-1 0,0 0-1,-1 0 1,1 1 0,0-1 0,-1 1-1,-2-2 1,-4 1-231,0 0-1,0 0 1,0 0-1,-15 2 0,7-1-39,1 1 388,-1 1-1,1 1 0,0 0 0,0 1 0,0 1 0,0 0 0,1 1 0,0 0 1,0 1-1,1 1 0,-18 12 0,-1 4 801,1 0 0,2 2 0,-35 39 0,49-49-178,1 1-1,1 0 0,1 1 0,-14 25 1,20-30-348,1-1 1,0 2-1,0-1 1,1 0 0,1 1-1,1 0 1,-2 21 0,3-19-85,-1 37 118,2-50-248,0 0 1,0 0-1,0 0 0,1 0 1,-1 0-1,1-1 1,0 1-1,0 0 1,0 0-1,0-1 0,1 1 1,-1-1-1,3 5 1,-1-5-23,0 0 1,0 0-1,0 0 1,1 0-1,-1-1 1,0 1-1,1-1 1,-1 0-1,1 0 1,-1 0-1,5 0 1,47 5-697,-39-5 434,6 0-381,-1 0 1,1-1-1,-1-1 0,1-1 1,35-8-1,-7-8-2127,-1-2 1,71-41-1,-87 43 861,76-37-5919</inkml:trace>
</inkml:ink>
</file>

<file path=ppt/ink/ink4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9.121"/>
    </inkml:context>
    <inkml:brush xml:id="br0">
      <inkml:brushProperty name="width" value="0.025" units="cm"/>
      <inkml:brushProperty name="height" value="0.025" units="cm"/>
    </inkml:brush>
  </inkml:definitions>
  <inkml:trace contextRef="#ctx0" brushRef="#br0">0 0 800</inkml:trace>
  <inkml:trace contextRef="#ctx0" brushRef="#br0" timeOffset="1">0 0 800,'303'138'7310,"-246"-119"6755,-71-20-13768,7 1 776,-3 1-775,1 1 0,0-1-1,0 2 1,-1-1 0,1 1 0,1 0 0,-1 1-1,0 0 1,1 1 0,0 0 0,0 0 0,-9 8-1,-4 4-54,1 0 1,1 2-1,-23 27 0,32-32-218,0 0 0,1 0 1,0 1-1,1 0 0,-9 26 0,14-32-134,0 0-1,0 0 1,1 0-1,0 1 1,1-1-1,0 0 1,0 1-1,1 0 0,0-1 1,1 1-1,2 12 1,-2-21 50,0 1 0,-1-1 0,1 0 0,0 0 0,0 0 0,0 0 0,0 0 1,0 0-1,0 0 0,0 0 0,1 0 0,-1 0 0,0-1 0,0 1 0,1 0 0,-1-1 0,0 1 1,1-1-1,-1 1 0,0-1 0,1 0 0,-1 0 0,1 0 0,-1 1 0,0-1 0,1-1 0,-1 1 1,1 0-1,-1 0 0,3-1 0,4 1-228,-2 0 141,11 0-665,0-1 0,26-3 1,-36 2 529,0 1 1,-1-2 0,1 1-1,0-1 1,-1 0-1,0 0 1,0 0 0,0-1-1,7-5 1,10-12-1119,-1 0 0,-1-1 0,-1-1 0,-1 0 0,16-28 0,-6 10-1277,16-23-3056</inkml:trace>
</inkml:ink>
</file>

<file path=ppt/ink/ink4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39.649"/>
    </inkml:context>
    <inkml:brush xml:id="br0">
      <inkml:brushProperty name="width" value="0.025" units="cm"/>
      <inkml:brushProperty name="height" value="0.025" units="cm"/>
    </inkml:brush>
  </inkml:definitions>
  <inkml:trace contextRef="#ctx0" brushRef="#br0">143 1 6009,'0'0'14997,"-24"35"-14664,-72 112-163,93-144-163,1 1 0,-1 0 0,1 0 0,0 0 0,0 1 0,0-1 0,0 0 0,1 1 0,0-1 0,-1 7 0,2-10-5,0 0 0,0-1-1,1 1 1,-1 0 0,0-1-1,1 1 1,-1-1 0,0 1 0,1 0-1,-1-1 1,1 1 0,-1-1-1,1 1 1,-1-1 0,1 1 0,-1-1-1,1 0 1,0 1 0,-1-1-1,1 0 1,-1 1 0,1-1 0,0 0-1,-1 0 1,1 1 0,0-1-1,0 0 1,0 0 0,7 2 11,4 3-20,0-2 1,0 0 0,0 0 0,1-1 0,17 1 0,70-3-521,-49-1-79,-3 0-89,0-2 0,52-9-1,-77 9 1391,0 1-1,23 1 0,-45 1-615,-1 0-1,1 0 1,-1 0-1,1 1 1,0-1-1,-1 0 1,1 0-1,-1 0 1,1 1-1,-1-1 1,1 0-1,-1 1 1,1-1-1,-1 0 1,0 1-1,1-1 1,-1 1-1,1-1 1,-1 1-1,0-1 1,1 0-1,-1 1 1,0 0-1,0-1 1,1 1-1,-1-1 1,0 1-1,0-1 1,0 1-1,0-1 1,0 1-1,0 0 1,0 0-1,0 25 702,0-17-278,0 12-202,-1 0 1,0 1 0,-7 29-1,8-51-369,0 1-1,0-1 1,0 0-1,-1 1 1,1-1-1,0 0 1,0 1-1,0-1 1,0 0-1,0 1 1,0-1 0,0 0-1,0 1 1,1-1-1,-1 0 1,0 1-1,0-1 1,0 0-1,0 1 1,0-1-1,0 0 1,1 1-1,-1-1 1,0 0-1,0 0 1,0 1-1,1-1 1,-1 0-1,0 0 1,0 1-1,1-1 1,-1 0-1,0 0 1,1 0-1,-1 1 1,16-1-661,17-11 175,42-37-201,-51 31 753,42-22 0,-44 27 211,-16 8 218,0 1-1,-1-1 0,1 2 1,1-1-1,-1 0 0,0 1 1,1 0-1,13-1 1809,-18 24-2620,41-21-2274,66 0 8192,-108 27-10340,-1-18-688</inkml:trace>
</inkml:ink>
</file>

<file path=ppt/ink/ink4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0.408"/>
    </inkml:context>
    <inkml:brush xml:id="br0">
      <inkml:brushProperty name="width" value="0.025" units="cm"/>
      <inkml:brushProperty name="height" value="0.025" units="cm"/>
    </inkml:brush>
  </inkml:definitions>
  <inkml:trace contextRef="#ctx0" brushRef="#br0">221 359 224,'0'0'21131,"0"0"-21036,0 0 0,1 0-1,-1-1 1,0 1-1,1 0 1,-1 0 0,0 0-1,1 0 1,-1 0 0,1 0-1,-1 0 1,0 0 0,1 0-1,-1 0 1,0 0 0,1 0-1,-1 1 1,0-1-1,1 0 1,-1 0 0,0 0-1,1 0 1,-1 1 0,0-1-1,1 0 1,-1 0 0,0 0-1,1 1 1,-1-1 0,0 1-1,0 17 312,1 36 368,-3 1 0,-14 88-1,3-72-501,1-3-80,-4 1 0,-2-2 1,-29 72-1,45-133-182,-1 1 1,-1-1 0,1 1 0,-1-1 0,-8 10-1,10-14-6,0-1-1,0 1 0,0 0 1,0-1-1,0 1 0,-1-1 0,1 0 1,0 0-1,-1 0 0,1 0 1,-1 0-1,1-1 0,-1 1 1,0-1-1,1 1 0,-1-1 0,-3 0 1,4 0-7,1 0 1,0 0 0,1 0 0,-1 0-1,0-1 1,0 1 0,0 0-1,0-1 1,0 1 0,0-1-1,0 1 1,0-1 0,0 1 0,0-1-1,1 1 1,-1-1 0,0 0-1,1 1 1,-1-1 0,0 0 0,1 0-1,-1 0 1,1 1 0,-1-1-1,1 0 1,-1-2 0,-6-28-106,6 27 84,-2-28-199,3-49-1,0 35 62,2 17 25,0 0-1,2 0 1,1 0-1,1 1 1,2 0 0,1 1-1,12-29 1,8-6-939,69-110-1,43-23-1483,-112 161 1971,2 1 1,1 1-1,46-35 1,-21 30 303,-52 34 436,0 1-1,1 0 1,0 0-1,-1 1 1,1-1-1,0 1 1,0 0-1,11 0 1,-16 7 897,-1 0-866,0 0 1,0 0-1,-1-1 1,1 1-1,-2 0 0,1 0 1,-1-1-1,1 1 1,-1-1-1,-1 1 1,1-1-1,-1 0 0,0 0 1,0 0-1,-1 0 1,1-1-1,-1 1 1,-6 4-1,-27 23 443,0-2 0,-2-2-1,-59 32 1,96-59-986,-9 4 849,11-5-600,0 0 1,0 0-1,-1 0 1,1 0 0,0 0-1,0-1 1,-1 1-1,1 0 1,0 0-1,0 0 1,0 0-1,-1 0 1,1 0-1,0-1 1,0 1 0,0 0-1,0 0 1,-1 0-1,1 0 1,0-1-1,0 1 1,0 0-1,0 0 1,0 0-1,0-1 1,0 1 0,0 0-1,-1 0 1,1 0-1,0-1 1,0 1-1,0 0 1,0 0-1,0-1 1,0 1-1,0 0 1,0 0 0,0-1-1,1 1 1,-1 0-1,0 0 1,0 0-1,0-1 1,0 1-1,0 0 1,0 0-1,0 0 1,0-1-1,1 1 1,-1 0 0,0 0-1,0 0 1,0-1-1,9-26-6192</inkml:trace>
</inkml:ink>
</file>

<file path=ppt/ink/ink4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0.749"/>
    </inkml:context>
    <inkml:brush xml:id="br0">
      <inkml:brushProperty name="width" value="0.025" units="cm"/>
      <inkml:brushProperty name="height" value="0.025" units="cm"/>
    </inkml:brush>
  </inkml:definitions>
  <inkml:trace contextRef="#ctx0" brushRef="#br0">465 0 4065,'0'0'19653,"-32"60"-16947,-104 193-924,87-160-620,-49 125 1,94-206-1121,-38 97 204,-29 67-684,71-174 217,-1 0 0,0 0-1,0 0 1,0 0 0,0 0-1,0-1 1,-1 1 0,1 0 0,0-1-1,-2 2 1,-11 1-9410,8-4 2437</inkml:trace>
</inkml:ink>
</file>

<file path=ppt/ink/ink4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1.079"/>
    </inkml:context>
    <inkml:brush xml:id="br0">
      <inkml:brushProperty name="width" value="0.025" units="cm"/>
      <inkml:brushProperty name="height" value="0.025" units="cm"/>
    </inkml:brush>
  </inkml:definitions>
  <inkml:trace contextRef="#ctx0" brushRef="#br0">0 114 2761,'0'0'19834,"53"7"-18761,168 22-534,-184-24-377,0-2 0,50-3 0,-42-1-92,-24 2-73,-17-1 11,0 1 1,0-1-1,1 0 1,-1 0 0,0-1-1,0 1 1,0-1-1,7-2 1,-10 2-8,1 0 0,-1 0 0,0-1 0,1 1 0,-1 0 0,0-1 0,0 1 0,0 0 0,0-1 0,0 1 0,-1-1 0,1 0 0,0 1 0,-1-1 0,1 0 0,-1 1 0,1-1 0,-1 0 1,0 1-1,0-1 0,0 0 0,0 0 0,0 1 0,0-4 0,0-14-38,1 12 16,-1 0 0,0 0 0,0 1 0,-1-1 1,0 1-1,-3-11 0,4 15 20,-1 0 0,0 0 1,-1 0-1,1 0 0,0 0 1,0 1-1,-1-1 0,1 0 1,-1 1-1,0-1 0,1 1 1,-1-1-1,0 1 0,0 0 0,0 0 1,0 0-1,0 0 0,0 0 1,0 0-1,0 1 0,0-1 1,0 1-1,-1-1 0,-1 1 1,-6-2 95,0 1 0,1 0 0,-1 1 0,0 0 1,0 0-1,1 1 0,-1 1 0,-10 2 0,14-2 14,0 0-1,0 0 1,0 1-1,1 0 1,-1 0-1,1 0 1,0 1-1,-1 0 0,2 0 1,-1 0-1,0 0 1,1 1-1,-4 5 1,-3 5-113,0 1 0,1 0-1,1 1 1,0 0 0,1 1 0,1-1 0,1 2 0,1-1 0,0 0 0,1 1 0,1 0 0,1 0 0,0 31-1,2-47-146,0 1 1,0 0-1,0-1 0,1 1 0,0-1 0,-1 1 0,1-1 0,0 0 0,0 1 0,1-1 0,-1 0 0,1 0 0,0 0 0,0 0 0,0 0 0,0 0 0,3 4 0,-1-4-309,0-1 0,0 1 0,0 0 0,1-1 0,-1 0 0,1 0 0,-1 0 0,1-1 0,-1 0 0,1 1 0,0-2 0,6 2 0,47 0-7141</inkml:trace>
</inkml:ink>
</file>

<file path=ppt/ink/ink4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1.412"/>
    </inkml:context>
    <inkml:brush xml:id="br0">
      <inkml:brushProperty name="width" value="0.025" units="cm"/>
      <inkml:brushProperty name="height" value="0.025" units="cm"/>
    </inkml:brush>
  </inkml:definitions>
  <inkml:trace contextRef="#ctx0" brushRef="#br0">439 1 11779,'0'0'18579,"-256"298"-18410,218-260-169,1-11-505,-6-18-927,11-9-2257,0 0-2800</inkml:trace>
  <inkml:trace contextRef="#ctx0" brushRef="#br0" timeOffset="1">81 215 14475,'0'0'13747,"284"170"-13747,-247-155-312,-5-8-768,0-7-1257,-5 0-2192,0-12-2552</inkml:trace>
</inkml:ink>
</file>

<file path=ppt/ink/ink4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1.733"/>
    </inkml:context>
    <inkml:brush xml:id="br0">
      <inkml:brushProperty name="width" value="0.025" units="cm"/>
      <inkml:brushProperty name="height" value="0.025" units="cm"/>
    </inkml:brush>
  </inkml:definitions>
  <inkml:trace contextRef="#ctx0" brushRef="#br0">81 578 14483,'0'0'14787,"5"178"-14787,-16-152-320,-10-4-760,-1-17-1521,1-5-2880,10 0-5865</inkml:trace>
  <inkml:trace contextRef="#ctx0" brushRef="#br0" timeOffset="1">300 1 7330,'0'0'17595,"80"81"-18315,-43-61-1848,-4-8-3034,9-12-8657</inkml:trace>
</inkml:ink>
</file>

<file path=ppt/ink/ink4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2.064"/>
    </inkml:context>
    <inkml:brush xml:id="br0">
      <inkml:brushProperty name="width" value="0.025" units="cm"/>
      <inkml:brushProperty name="height" value="0.025" units="cm"/>
    </inkml:brush>
  </inkml:definitions>
  <inkml:trace contextRef="#ctx0" brushRef="#br0">316 0 6617,'0'0'19293,"-182"354"-17317,139-263-848,6-7-552,10-2-384,11-19-144,6-3-48,10-17-336,0-11-400,0-16-616,0-11-473,21-5-815,-5 0-1985,0-21-2217</inkml:trace>
</inkml:ink>
</file>

<file path=ppt/ink/ink4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2.406"/>
    </inkml:context>
    <inkml:brush xml:id="br0">
      <inkml:brushProperty name="width" value="0.025" units="cm"/>
      <inkml:brushProperty name="height" value="0.025" units="cm"/>
    </inkml:brush>
  </inkml:definitions>
  <inkml:trace contextRef="#ctx0" brushRef="#br0">1 1 6329,'0'0'19196,"304"57"-19196,-256-57-288,11 0-1424,-16 0-2529,-6 0-3833</inkml:trace>
  <inkml:trace contextRef="#ctx0" brushRef="#br0" timeOffset="1">803 114 13291,'0'0'15259,"149"149"-15259,-133-135-48,-5-2-680,0-12-1128,-6 0-2329,0 0-2945</inkml:trace>
</inkml:ink>
</file>

<file path=ppt/ink/ink4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2.758"/>
    </inkml:context>
    <inkml:brush xml:id="br0">
      <inkml:brushProperty name="width" value="0.025" units="cm"/>
      <inkml:brushProperty name="height" value="0.025" units="cm"/>
    </inkml:brush>
  </inkml:definitions>
  <inkml:trace contextRef="#ctx0" brushRef="#br0">1562 1 9946,'0'0'16410,"7"0"-15499,18 0-357,-4 0 2922,-21 12-3005,0-2-413,-1 0 0,0 0 1,-1-1-1,0 1 0,0 0 0,-1-1 0,-8 18 0,-3 0 68,-24 36 1,-97 127 13,-197 214 1,24-84-140,242-261-4,-2-3 0,-2-3 0,-83 46 0,138-89-84,-1-2-1,-1 0 1,0 0-1,0-1 1,0-2-1,-1 1 1,0-2-1,0-1 0,0 0 1,0-1-1,0-1 1,-1 0-1,-22-3 1,38 1 24,-1 0-1,1 1 1,0-1 0,0-1 0,0 1 0,0 0 0,0-1-1,0 0 1,0 1 0,0-1 0,1 0 0,-1-1 0,1 1-1,-1 0 1,1-1 0,-3-4 0,-3-3-406,2-1 0,-11-23 0,7 15-374,-14-26-3024,-2 6-2357</inkml:trace>
</inkml:ink>
</file>

<file path=ppt/ink/ink4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4.484"/>
    </inkml:context>
    <inkml:brush xml:id="br0">
      <inkml:brushProperty name="width" value="0.025" units="cm"/>
      <inkml:brushProperty name="height" value="0.025" units="cm"/>
    </inkml:brush>
  </inkml:definitions>
  <inkml:trace contextRef="#ctx0" brushRef="#br0">683 3 2881,'0'0'14539,"-8"0"-10457,-39 0-3667,-27-1 5,17-1 23,-94 10 1,133-5-410,0 0 0,1 1-1,-1 1 1,1 0 0,0 2 0,1 0 0,-1 1 0,2 0 0,-24 16-1,30-17-26,3-3-5,0 0-1,1 1 1,-1-1 0,1 1-1,-6 7 1,10-10-7,-1 1 1,1-1-1,0 1 1,-1 0-1,1-1 1,0 1-1,0 0 0,1 0 1,-1 0-1,1-1 1,-1 1-1,1 0 0,0 0 1,0 0-1,0 0 1,1 4-1,0-4 4,0-1 1,0 1-1,0-1 1,0 0-1,0 1 1,1-1-1,-1 0 0,1 0 1,0 0-1,-1 0 1,1 0-1,0-1 0,0 1 1,0 0-1,0-1 1,0 1-1,0-1 1,1 0-1,-1 0 0,0 0 1,1 0-1,3 1 1,11 6-3,182 110-14,-161-93-30,-3 1-1,0 2 1,37 39-1,-65-60 42,0 0 1,0 1-1,0 0 0,-1 0 0,0 1 0,-1 0 0,0 0 0,0 0 1,-1 1-1,0-1 0,0 1 0,-1 0 0,-1 0 0,0 0 1,0 0-1,-1 1 0,0 11 0,-1-19 15,0-1-1,-1 1 1,0 0 0,1 0 0,-1 0 0,0-1-1,0 1 1,0 0 0,-1-1 0,1 1-1,-1-1 1,1 1 0,-1-1 0,0 0-1,0 0 1,0 0 0,0 0 0,0 0 0,0 0-1,-1-1 1,1 1 0,-1 0 0,-2 0-1,-8 5 66,-1-2 0,1 0 0,-20 5 0,27-8-44,-44 9 452,0-3-1,0-1 1,0-3 0,-1-2-1,-65-6 1,107 3-430,1 0 0,-1-1 0,0 0 0,1 0 0,-1 0 0,1-1-1,0-1 1,0 1 0,0-2 0,0 1 0,1-1 0,0 0 0,-10-8 0,17 13-116,0 0 0,0 0 0,-1 0 0,1-1 0,0 1 0,0 0 0,-1 0 0,1 0 0,0 0 1,0 0-1,-1-1 0,1 1 0,0 0 0,0 0 0,0-1 0,0 1 0,-1 0 0,1 0 0,0-1 0,0 1 0,0 0 0,0 0 0,0-1 0,0 1 1,0 0-1,0 0 0,0-1 0,0 1 0,0 0 0,0-1 0,0 1 0,0 0 0,0 0 0,0-1 0,0 1 0,0-1 0,11-2-1531,24 2-605,-30 2 1518,37-1-4311,-4 0-2543</inkml:trace>
</inkml:ink>
</file>

<file path=ppt/ink/ink4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4.845"/>
    </inkml:context>
    <inkml:brush xml:id="br0">
      <inkml:brushProperty name="width" value="0.025" units="cm"/>
      <inkml:brushProperty name="height" value="0.025" units="cm"/>
    </inkml:brush>
  </inkml:definitions>
  <inkml:trace contextRef="#ctx0" brushRef="#br0">605 1 9618,'0'0'11258,"-50"9"-10227,-161 33-157,198-39-758,0 0 0,1 1-1,-1 0 1,1 1 0,0 1 0,0 0 0,0 0 0,1 1 0,0 1-1,-13 11 1,2-1 166,8-7-171,0 1 0,1 0 0,0 1 0,1 1 0,1 0 0,0 0 0,1 1-1,0 0 1,1 1 0,1 0 0,0 0 0,2 1 0,-1 0 0,2 0 0,1 1 0,0 0 0,-2 21 0,-5 278-453,11-315 251,0-1 1,0 1-1,0-1 0,0 0 0,1 1 0,-1-1 1,0 0-1,1 1 0,0-1 0,-1 0 0,1 1 1,-1-1-1,1 0 0,0 0 0,0 0 0,0 0 1,0 0-1,0 0 0,0 0 0,0 0 0,0 0 1,0 0-1,0 0 0,1-1 0,-1 1 0,0 0 1,1-1-1,-1 1 0,0-1 0,1 0 0,-1 1 0,0-1 1,1 0-1,-1 0 0,3 0 0,5 1-466,1-1-1,-1-1 0,1 0 1,10-2-1,-12 2-92,1-1-403,0 0-1,0 0 0,-1-1 0,12-5 0,33-20-7953</inkml:trace>
</inkml:ink>
</file>

<file path=ppt/ink/ink4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5.303"/>
    </inkml:context>
    <inkml:brush xml:id="br0">
      <inkml:brushProperty name="width" value="0.025" units="cm"/>
      <inkml:brushProperty name="height" value="0.025" units="cm"/>
    </inkml:brush>
  </inkml:definitions>
  <inkml:trace contextRef="#ctx0" brushRef="#br0">0 0 8730,'0'0'10269,"26"24"-9468,78 79-263,-101-100-500,1 0 1,-2 0-1,1 1 1,0-1-1,-1 1 0,1-1 1,-1 1-1,0 0 1,0 0-1,0 0 1,-1 0-1,0 0 1,0 0-1,0 1 1,0-1-1,0 0 1,-1 1-1,0 7 1,1 9 182,-1-26-235,0 0-1,0 1 1,0-1 0,0 0-1,1 0 1,0 0 0,0 1-1,1-1 1,-1 0 0,1 1 0,3-6-1,0-1-139,2 0 0,-1 0 0,1 1-1,15-17 1,-15 20 112,-1 0 0,1 0 0,0 0-1,1 1 1,-1 1 0,1-1 0,0 1 0,1 0-1,-1 1 1,1 0 0,0 0 0,0 1-1,0 0 1,0 1 0,1 0 0,9-1 0,-14 3 105,-1 0 1,0 0 0,0 0-1,0 0 1,1 1 0,-1 0-1,0 0 1,0 0 0,4 2 0,-6-2-12,0 1 1,0-1 0,0 1-1,-1 0 1,1 0 0,0 0-1,-1 0 1,1 0 0,-1 0 0,0 0-1,0 0 1,0 1 0,0-1-1,0 0 1,1 5 0,4 17 121,0 1 1,-2 0-1,-1 0 1,-1 0-1,-2 40 1,-1-51-319,-1 0 0,0 0 0,-1-1 0,-1 1 0,-6 17 0,-1 3-2447,2 0-3319,9-23-5186</inkml:trace>
</inkml:ink>
</file>

<file path=ppt/ink/ink4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5.670"/>
    </inkml:context>
    <inkml:brush xml:id="br0">
      <inkml:brushProperty name="width" value="0.025" units="cm"/>
      <inkml:brushProperty name="height" value="0.025" units="cm"/>
    </inkml:brush>
  </inkml:definitions>
  <inkml:trace contextRef="#ctx0" brushRef="#br0">100 0 7634,'0'0'10467,"26"56"-9103,82 177-489,-60-114-270,-44-104-455,-1 0 0,3 29 0,-6-41-134,4 46 412,-2 0 0,-7 69 1,3-105-344,-1 1 0,0-1 0,-1 0 0,0 0 1,-1 0-1,-1 0 0,0-1 0,-1 0 1,0 0-1,0-1 0,-2 0 0,-12 14 0,-16 14-208,-76 61 0,93-83-41,8-7-167,9-7-88,0 0 0,0 0-1,-1-1 1,1 0 0,0 1 0,-8 2 0</inkml:trace>
</inkml:ink>
</file>

<file path=ppt/ink/ink4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6.129"/>
    </inkml:context>
    <inkml:brush xml:id="br0">
      <inkml:brushProperty name="width" value="0.025" units="cm"/>
      <inkml:brushProperty name="height" value="0.025" units="cm"/>
    </inkml:brush>
  </inkml:definitions>
  <inkml:trace contextRef="#ctx0" brushRef="#br0">0 59 5153,'0'0'17817,"33"-4"-16930,110-13-24,-35-1-147,-74 11-627,0 2 0,56-2 0,-80 7-498,6 0 1199,-13 0-3006,-7 1-3727,-19 3 269</inkml:trace>
</inkml:ink>
</file>

<file path=ppt/ink/ink4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46.451"/>
    </inkml:context>
    <inkml:brush xml:id="br0">
      <inkml:brushProperty name="width" value="0.025" units="cm"/>
      <inkml:brushProperty name="height" value="0.025" units="cm"/>
    </inkml:brush>
  </inkml:definitions>
  <inkml:trace contextRef="#ctx0" brushRef="#br0">1 0 10722,'0'0'12131,"294"5"-11883,-252-5-152,-4 0-96,-1 22-200,-5 4-1264,-5 1-3169</inkml:trace>
</inkml:ink>
</file>

<file path=ppt/ink/ink4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0.178"/>
    </inkml:context>
    <inkml:brush xml:id="br0">
      <inkml:brushProperty name="width" value="0.025" units="cm"/>
      <inkml:brushProperty name="height" value="0.025" units="cm"/>
    </inkml:brush>
  </inkml:definitions>
  <inkml:trace contextRef="#ctx0" brushRef="#br0">439 1 7074,'0'0'7684,"27"4"-5648,-22-4 716,-4 0-2711,-1 0 0,0 0 0,0 0 1,1 0-1,-1 0 0,0 0 0,1-1 0,-1 1 0,0 0 1,1 0-1,-1 0 0,0 0 0,0 0 0,1 0 0,-1 0 0,0 0 1,1 1-1,-1-1 0,0 0 0,1 0 0,-1 0 0,0 0 1,0 0-1,1 0 0,-1 1 0,0-1 0,1 0 0,-1 0 0,0 0 1,0 1-1,0-1 0,1 0 0,-1 0 0,0 1 0,0-1 1,0 0-1,1 0 0,-1 1 0,0-1 0,0 0 0,0 1 0,0-1 1,0 0-1,0 1 0,-1 1-34,3 6 33,3-7-40,0-1 1581,26 0-1578,-26 1-13,18-2 2100,-53 40-1300,-61 59-743,4 3-1,5 5 1,-125 209 0,199-300-50,2-6-5,0 1 0,0-1 0,1 1 0,1 0 0,0 1 0,0-1 1,1 1-1,0-1 0,1 1 0,-1 14 0,3-25 8,0 0 0,0 0 0,0 0-1,0 0 1,0 1 0,0-1-1,0 0 1,0 0 0,0 0 0,0 1-1,0-1 1,0 0 0,0 0-1,0 0 1,0 1 0,0-1-1,0 0 1,0 0 0,1 0 0,-1 0-1,0 1 1,0-1 0,0 0-1,0 0 1,0 0 0,0 0 0,1 1-1,-1-1 1,0 0 0,0 0-1,0 0 1,0 0 0,1 0-1,-1 0 1,0 0 0,0 0 0,0 0-1,1 0 1,-1 1 0,0-1-1,0 0 1,0 0 0,1 0-1,-1 0 1,0 0 0,17 1 0,-1 0 0,0 0-1,1-2 1,-1 0 0,0-1 0,1 0 0,-1-2 0,0 0 0,19-7 0,398-132 5,-156 59-2,-272 81-3,16 0-3,-19 3-20,-11 12-870,-5 0 258,-1 0 0,0 0 0,0-2 0,-2 0 0,-18 9 0,-47 15-5919,38-22-1616</inkml:trace>
</inkml:ink>
</file>

<file path=ppt/ink/ink4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0.514"/>
    </inkml:context>
    <inkml:brush xml:id="br0">
      <inkml:brushProperty name="width" value="0.025" units="cm"/>
      <inkml:brushProperty name="height" value="0.025" units="cm"/>
    </inkml:brush>
  </inkml:definitions>
  <inkml:trace contextRef="#ctx0" brushRef="#br0">12 1 10114,'0'0'13746,"9"54"-13053,31 175-199,-37-209-402,0 1 0,-1 38 0,-3-53-64,0 0 0,0 0 0,0 0 0,-1 0 0,0-1 0,-4 9 0,0 1 16,-3 6-261,1-1 0,1 1 0,0 0 0,2 1 0,1-1 0,0 1-1,0 31 1,4-18-6948,0-18 546</inkml:trace>
</inkml:ink>
</file>

<file path=ppt/ink/ink4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2.585"/>
    </inkml:context>
    <inkml:brush xml:id="br0">
      <inkml:brushProperty name="width" value="0.025" units="cm"/>
      <inkml:brushProperty name="height" value="0.025" units="cm"/>
    </inkml:brush>
  </inkml:definitions>
  <inkml:trace contextRef="#ctx0" brushRef="#br0">552 177 7194,'0'0'11595,"-5"-10"-10697,-19-28-126,22 37-728,1-1 0,0 1 0,-1 0-1,0 0 1,1 0 0,-1 1 0,0-1 0,1 0 0,-1 0 0,0 1 0,0-1-1,0 1 1,1 0 0,-1-1 0,0 1 0,0 0 0,0 0 0,0 0-1,0 0 1,1 1 0,-1-1 0,0 0 0,0 1 0,0-1 0,1 1-1,-3 1 1,0-1 18,-4 2 28,0 0 1,0 1 0,0 0-1,1 0 1,-1 0 0,1 1 0,-7 7-1,-48 45 531,33-27-286,-17 14 208,1 3-1,-64 89 0,94-116-470,2 1-1,1 0 0,0 1 1,2 0-1,0 1 1,2 0-1,0 1 1,2 0-1,0 0 0,-2 29 1,8-48-70,-2 16 8,1-1 0,4 41-1,-2-55-8,0 0 0,1 0 0,0 0 0,0 0 0,0 0 0,0-1 0,1 1 0,0 0 0,0-1 0,1 0 0,0 0 0,-1 0 0,9 7 0,-1-2-8,1-2 0,0 0 0,0 0-1,1-1 1,0 0 0,0-1 0,0-1 0,1 0 0,0-1-1,0 0 1,0-1 0,20 1 0,22 1-146,102-5 0,-141-1 127,-3 0-22,0-2 0,-1 1 0,1-2 0,0 1 1,-1-2-1,0 0 0,0-1 0,0 0 0,-1 0 0,0-2 0,0 1 1,-1-2-1,20-18 0,-2 0-129,-2-2 0,-1-1 0,39-60 0,-50 66 169,-1 0 0,-2-1 0,0-1 0,-2 0 0,-1 0-1,-1-1 1,-1 0 0,-1-1 0,-2 1 0,-1-1 0,0-53 0,-3 70 73,-1 0 0,0 0 0,-1 0 1,0 0-1,-1 0 0,0 1 0,-1-1 0,0 1 1,0 0-1,-1 0 0,-1 0 0,1 0 0,-2 1 1,1 0-1,-1 0 0,-1 1 0,1 0 1,-11-8-1,-17-16 419,-68-49 0,83 67-308,0 1 1,-2 2-1,0 0 0,0 1 0,-30-10 0,51 20-196,0-1 0,0 1 0,0 0 0,0-1-1,0 1 1,0 0 0,0 0 0,0 0 0,0-1-1,0 1 1,0 0 0,0 0 0,0 1 0,0-1 0,0 0-1,0 0 1,0 0 0,0 1 0,0-1 0,0 0-1,0 1 1,0-1 0,-2 2 0,3-1-88,0 0 0,0 0 0,0 0 1,0 0-1,1 0 0,-1 0 0,0 0 0,0 0 1,1 0-1,-1 0 0,0 0 0,1 0 0,-1-1 1,1 1-1,-1 0 0,1 0 0,-1 0 0,1 0 1,0-1-1,-1 1 0,1 0 0,0-1 1,0 1-1,0 0 0,1 0 0,2 2-719,0 0-1,1 0 1,-1 0-1,1-1 1,8 4-1,33 8-7078</inkml:trace>
</inkml:ink>
</file>

<file path=ppt/ink/ink4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3.121"/>
    </inkml:context>
    <inkml:brush xml:id="br0">
      <inkml:brushProperty name="width" value="0.025" units="cm"/>
      <inkml:brushProperty name="height" value="0.025" units="cm"/>
    </inkml:brush>
  </inkml:definitions>
  <inkml:trace contextRef="#ctx0" brushRef="#br0">928 2 5721,'0'0'17036,"-17"0"-16035,-9-1-652,-1 0 277,-43 4 0,58-1-467,0 0 0,0 1 0,0 1 0,0 0 0,1 0 0,0 1 0,-21 13 0,-75 57 325,77-52-327,-43 30 59,3 4-1,2 3 0,-64 73 1,107-104-170,1 2 1,2 1-1,-34 64 1,45-71-34,1 0 0,0 0 1,2 1-1,1 0 0,1 0 0,-3 39 1,8-52-7,-2 16 9,2 52 0,1-73-16,1 0 1,0 0 0,1 0 0,-1 0-1,2 0 1,-1 0 0,1-1 0,0 1-1,1-1 1,0 0 0,5 9 0,-1-7-1,0-1 0,0 0 1,1 0-1,0 0 0,0-1 0,1 0 1,-1-1-1,2 0 0,-1-1 0,1 0 1,-1-1-1,1 0 0,1 0 0,-1-1 1,13 2-1,20 1-15,-1-2-1,76-3 1,-68-2-29,-40 2 2,0-1 0,0-1 0,-1 0-1,1 0 1,0-1 0,-1 0 0,1-1 0,-1 0-1,0 0 1,0-1 0,11-7 0,-20 11-12,0 0 0,0-1 0,-1 1 0,1 0 0,0-1 0,0 1 0,-1-1 1,1 1-1,-1-1 0,1 1 0,0-1 0,-1 1 0,1-1 0,-1 0 0,1 1 0,-1-1 1,1 0-1,-1 1 0,0-1 0,1 0 0,-1 1 0,1-3 0,-2 3-171,0-1 1,0 1-1,0-1 0,0 1 0,0-1 0,0 1 0,0 0 1,0-1-1,0 1 0,0 0 0,0 0 0,0 0 0,0 0 1,0-1-1,0 2 0,0-1 0,-2 0 0,-35 0-4961,-5 0-3640</inkml:trace>
</inkml:ink>
</file>

<file path=ppt/ink/ink4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3.790"/>
    </inkml:context>
    <inkml:brush xml:id="br0">
      <inkml:brushProperty name="width" value="0.025" units="cm"/>
      <inkml:brushProperty name="height" value="0.025" units="cm"/>
    </inkml:brush>
  </inkml:definitions>
  <inkml:trace contextRef="#ctx0" brushRef="#br0">22 1 6545,'0'0'12859,"-4"8"-3741,3-1-9499,2 9 771,0 1 1,7 28 0,2 22 29,2 520 911,-15-539-1207,-1 0 1,-16 64-1,5-27 195,14-79-1093,0-10 111,1-23-1084,0-31-6902,-4 30-144</inkml:trace>
</inkml:ink>
</file>

<file path=ppt/ink/ink4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05:54.593"/>
    </inkml:context>
    <inkml:brush xml:id="br0">
      <inkml:brushProperty name="width" value="0.025" units="cm"/>
      <inkml:brushProperty name="height" value="0.025" units="cm"/>
    </inkml:brush>
  </inkml:definitions>
  <inkml:trace contextRef="#ctx0" brushRef="#br0">71 1 1256,'0'0'14610,"-11"4"-13851,-36 14-162,34-9 5120,18-1-3452,14 1-1626,-19-9-554,29 8 695,34 4 0,17 5-239,-48-8-479,0 1 1,-1 2 0,0 1 0,-1 1-1,0 1 1,32 24 0,-50-31-49,-1 1 0,0 0 0,-1 0 0,0 1 0,-1 1 0,0 0 0,0 0 0,-1 0 0,-1 1 0,0 1 0,0-1 0,-1 1 0,-1 0 0,0 0 0,-1 1-1,0 0 1,2 18 0,-1 16 158,-1 55-1,-5-81-90,0 0-1,-2 0 0,0 0 0,-12 38 1,-3-10 82,-2-2 1,-37 63 0,-63 84 375,99-162-416,-2 2 139,-2 0-1,-2-2 0,-1-1 1,-34 30-1,64-38-7984,-14-3 1374,-12 1-4349</inkml:trace>
</inkml:ink>
</file>

<file path=ppt/ink/ink4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1"/>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4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2"/>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4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3"/>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4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4"/>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4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5"/>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4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6"/>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4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7"/>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4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8"/>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4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5.999"/>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4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4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1"/>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4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2"/>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4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3"/>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4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4"/>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4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5"/>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4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6"/>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4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7"/>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4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08"/>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4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0"/>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4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1"/>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4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2"/>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4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3"/>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4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4"/>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4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5"/>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4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6"/>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4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7"/>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4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8"/>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4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19"/>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4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0"/>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4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1"/>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4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2"/>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4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3"/>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4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4"/>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4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5"/>
    </inkml:context>
    <inkml:brush xml:id="br0">
      <inkml:brushProperty name="width" value="0.025" units="cm"/>
      <inkml:brushProperty name="height" value="0.025" units="cm"/>
    </inkml:brush>
  </inkml:definitions>
  <inkml:trace contextRef="#ctx0" brushRef="#br0">0 22 14779,'0'0'9402,"0"-22"-11194</inkml:trace>
</inkml:ink>
</file>

<file path=ppt/ink/ink4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6"/>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4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7"/>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4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8"/>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4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29"/>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4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0"/>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4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1"/>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4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2"/>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4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3"/>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4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4"/>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4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5"/>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4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7"/>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4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8"/>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4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39"/>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4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0"/>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4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1"/>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4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2"/>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4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3"/>
    </inkml:context>
    <inkml:brush xml:id="br0">
      <inkml:brushProperty name="width" value="0.025" units="cm"/>
      <inkml:brushProperty name="height" value="0.025" units="cm"/>
    </inkml:brush>
  </inkml:definitions>
  <inkml:trace contextRef="#ctx0" brushRef="#br0">498 501 2208,'0'0'17109,"1"-22"-15563,1 14-1461,1 0 0,0 1 0,1-1 0,-1 0 0,2 1 0,5-9 0,13-23 75,-14 18-138,-2 1 0,0-1 1,-1 0-1,-1-1 0,2-29 0,-1-111 81,-6 160-104,0-1 1,0 1-1,-1-1 1,1 0-1,-1 1 1,0 0-1,0-1 1,1 1-1,-2-1 1,1 1-1,0 0 1,0 0-1,-1 0 1,1-1-1,-1 2 1,0-1-1,0 0 0,1 0 1,-1 0-1,0 1 1,0-1-1,-1 1 1,1 0-1,0-1 1,0 1-1,-1 0 1,1 0-1,-1 1 1,1-1-1,-1 0 1,-2 0-1,0 1-2,1-1 1,-1 0-1,0 1 1,1 0-1,-1 0 1,0 1-1,0-1 1,1 1-1,-1 0 1,0 0-1,1 1 1,-1-1-1,1 1 0,0 0 1,-1 0-1,1 0 1,-6 5-1,1 2 9,-1 0 0,2 1 0,-1 0-1,1 1 1,1 0 0,0 0 0,-6 12-1,-37 93 101,31-57 4,1 0-1,-12 89 1,-3 124 366,10-65-130,-41 263 494,59-409-859,3 79 0,3-80-983,-17-60-3767,8-1 3502,0-1 0,0 0 0,1 0 0,-1-1 1,1 0-1,0 0 0,0-1 0,0 1 0,-11-9 0,-26-22-4189</inkml:trace>
</inkml:ink>
</file>

<file path=ppt/ink/ink4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4"/>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4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5"/>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4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6"/>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4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7"/>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4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8"/>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4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49"/>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4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0"/>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4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1"/>
    </inkml:context>
    <inkml:brush xml:id="br0">
      <inkml:brushProperty name="width" value="0.025" units="cm"/>
      <inkml:brushProperty name="height" value="0.025" units="cm"/>
    </inkml:brush>
  </inkml:definitions>
  <inkml:trace contextRef="#ctx0" brushRef="#br0">205 128 704,'0'0'20227,"-27"15"-19271,-83 53-349,105-65-565,0 0 1,0 1-1,1 0 0,-1 0 1,1 0-1,0 1 0,0-1 1,1 1-1,-1 0 0,1 0 0,0 0 1,0 1-1,1-1 0,0 1 1,0-1-1,0 1 0,1 0 0,-1 0 1,1 0-1,1-1 0,-1 1 1,1 8-1,0-6-15,-2 24 24,4 44 0,-2-74-52,0 0 0,0 0 0,1 0 0,-1 0 0,1-1 0,0 1-1,-1 0 1,1 0 0,0-1 0,0 1 0,0-1 0,0 1 0,1-1 0,-1 1 0,0-1 0,0 1 0,1-1 0,2 2 0,0-1-36,-1 0-1,1 0 1,0 0-1,1 0 0,-1-1 1,0 0-1,8 2 1,0-1-125,0-1 0,0-1 0,0 0 0,0 0 0,17-3-1,-26 2 159,1-1 0,0 1-1,0-1 1,0 1-1,-1-1 1,1 0-1,-1 0 1,1-1-1,-1 1 1,0-1-1,0 1 1,0-1-1,0 0 1,-1 0 0,1-1-1,-1 1 1,1 0-1,-1-1 1,0 0-1,-1 1 1,1-1-1,-1 0 1,1 0-1,-1 0 1,1-7-1,2-11 65,-1 1-1,-1-1 0,-1-33 0,-1 46-46,0-30 51,-1-52 213,0 83-238,0 0-1,0 1 0,-1-1 0,0 0 0,0 0 1,-1 1-1,0 0 0,-7-13 0,4 10-29,1 2 64,-1 0 0,0 0 1,0 0-1,-7-7 0,10 13-91,0 0 1,1 0 0,-1 0-1,0 0 1,0 1 0,0-1-1,0 1 1,0 0 0,0 0 0,0 0-1,0 0 1,0 1 0,0-1-1,-1 1 1,-5 0 0,9 0-19,-1 0 0,1 0 1,-1 0-1,1 0 1,-1 0-1,1 0 0,-1 0 1,1 1-1,-1-1 1,0 0-1,1 0 1,0 1-1,-1-1 0,1 0 1,-1 1-1,1-1 1,-1 1-1,1-1 0,0 0 1,-1 1-1,1-1 1,0 1-1,-1-1 0,1 1 1,0-1-1,0 1 1,0-1-1,-1 1 0,1-1 1,0 1-1,0 0 1,0 0-1,0 22-707,0-15 263,0 34-2606,0-5-2151</inkml:trace>
</inkml:ink>
</file>

<file path=ppt/ink/ink4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2"/>
    </inkml:context>
    <inkml:brush xml:id="br0">
      <inkml:brushProperty name="width" value="0.025" units="cm"/>
      <inkml:brushProperty name="height" value="0.025" units="cm"/>
    </inkml:brush>
  </inkml:definitions>
  <inkml:trace contextRef="#ctx0" brushRef="#br0">300 1 13155,'0'0'17139,"0"4"-18547,0 45-1240,5-1-2465,0-10-3369</inkml:trace>
  <inkml:trace contextRef="#ctx0" brushRef="#br0" timeOffset="1">246 412 1528,'0'0'23725,"-198"166"-23597,188-135-128,-6 29-560,5-38-1664,0 0-4050</inkml:trace>
</inkml:ink>
</file>

<file path=ppt/ink/ink4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4"/>
    </inkml:context>
    <inkml:brush xml:id="br0">
      <inkml:brushProperty name="width" value="0.025" units="cm"/>
      <inkml:brushProperty name="height" value="0.025" units="cm"/>
    </inkml:brush>
  </inkml:definitions>
  <inkml:trace contextRef="#ctx0" brushRef="#br0">11 295 1688,'0'0'11237,"-11"5"-8755,16-9-2238,-1-1-1,1 1 0,-1-1 1,1 2-1,0-1 0,9-5 0,-7 4 19,6-3 54,71-49 442,-3-4 1,75-71-1,-156 132-723,0 0 0,0 0 0,0-1-1,0 1 1,1 0 0,-1 0 0,0 0 0,0 0 0,0 0 0,0-1 0,1 1-1,-1 0 1,0 0 0,0 0 0,0 0 0,1 0 0,-1 0 0,0 0-1,0 0 1,0 0 0,1 0 0,-1 0 0,0 0 0,0 0 0,1 0 0,-1 0-1,0 0 1,0 0 0,0 0 0,1 0 0,-1 0 0,0 0 0,0 0 0,0 0-1,1 1 1,-1-1 0,0 0 0,0 0 0,0 0 0,0 0 0,1 0 0,-1 0-1,0 1 1,0-1 0,0 0 0,0 0 0,0 0 0,0 1 0,1-1 0,-1 0-1,0 0 1,0 0 0,0 1 0,0-1 0,0 0 0,4 24 609,-4 45-857,0-50 408,0 92-2063,0-110 1579,0-1-1,0 1 1,0-1 0,0 1 0,0-1 0,0 1-1,0-1 1,0 1 0,0-1 0,0 1 0,1-1-1,-1 1 1,0-1 0,0 1 0,0-1 0,1 1-1,-1-1 1,0 0 0,0 1 0,1-1 0,-1 1-1,1-1 1,-1 0 0,0 1 0,1-1 0,-1 0-1,1 1 1,-1-1 0,0 0 0,1 0 0,-1 1-1,2-1 1,9-1-6865,-3-2 5312,18-15-116</inkml:trace>
</inkml:ink>
</file>

<file path=ppt/ink/ink4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5"/>
    </inkml:context>
    <inkml:brush xml:id="br0">
      <inkml:brushProperty name="width" value="0.025" units="cm"/>
      <inkml:brushProperty name="height" value="0.025" units="cm"/>
    </inkml:brush>
  </inkml:definitions>
  <inkml:trace contextRef="#ctx0" brushRef="#br0">17 54 6057,'0'0'20085,"-16"-53"-20173,16 58-753,16 26-1535,0-5-3849</inkml:trace>
</inkml:ink>
</file>

<file path=ppt/ink/ink4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6"/>
    </inkml:context>
    <inkml:brush xml:id="br0">
      <inkml:brushProperty name="width" value="0.025" units="cm"/>
      <inkml:brushProperty name="height" value="0.025" units="cm"/>
    </inkml:brush>
  </inkml:definitions>
  <inkml:trace contextRef="#ctx0" brushRef="#br0">738 0 1192,'0'0'20566,"-8"0"-19178,-3 1-1154,-1 1-1,1-1 1,-1 2-1,1 0 1,0 0-1,0 1 1,1 1-1,-1-1 1,-17 12-1,-9 3 82,-460 192 1119,475-205-1429,18-6-6,0 1 1,0 0 0,0 0-1,1 0 1,-1 0 0,0 1-1,1-1 1,-1 1 0,1 0-1,-4 3 1,5-4-60,25-1-249,42 4 310,0 2 1,81 20-1,-113-20 3,-29-5-5,364 53 59,-313-45 101,-54-9-147,-1 0 0,0 0 0,1 0 0,-1 0 0,0 0 0,0 0 0,1 0 0,-1 1 0,0-1 0,0 0 0,1 0 0,-1 0 0,0 0 0,0 0 0,0 1 0,1-1 0,-1 0 0,0 0 0,0 0 0,0 1 0,1-1 0,-1 0 0,0 0 0,0 1 0,0-1 0,0 0 0,0 0 0,0 1 0,0-1 0,1 0 1,-1 0-1,0 1 0,0-1 0,0 0 0,0 1 0,0-1 0,0 0 0,0 0 0,0 1 0,-1-1 0,1 0 0,0 0 0,0 1 0,0-1 0,0 0 0,0 0 0,0 1 0,0-1 0,-1 0 0,1 0 0,0 1 0,0-1 0,0 0 0,-1 0 0,1 0 0,0 0 0,0 1 0,0-1 0,-1 0 0,1 0 0,0 0 0,-1 0 0,-2 2-563,-1 0 1,0 0-1,0-1 0,0 1 0,0-1 0,0 0 1,0 0-1,0-1 0,-5 1 0,-8 2-2361,-30 7-6877</inkml:trace>
</inkml:ink>
</file>

<file path=ppt/ink/ink4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7"/>
    </inkml:context>
    <inkml:brush xml:id="br0">
      <inkml:brushProperty name="width" value="0.025" units="cm"/>
      <inkml:brushProperty name="height" value="0.025" units="cm"/>
    </inkml:brush>
  </inkml:definitions>
  <inkml:trace contextRef="#ctx0" brushRef="#br0">1 205 1328,'0'0'16608,"0"-8"-15208,0-15-738,0 6 2937,32 17-3487,-28-1-107,-1 1-1,1 0 1,-1 0-1,1 0 1,-1 1-1,1-1 1,-1 1-1,1 0 1,-1 0-1,1 0 1,-1 0-1,0 0 1,1 1-1,-1 0 1,0-1-1,0 1 1,0 0-1,0 1 1,-1-1-1,1 0 1,-1 1-1,1 0 1,-1-1-1,0 1 1,0 0 0,0 0-1,0 0 1,-1 1-1,1-1 1,1 6-1,3 3 14,-1 1 1,0 0-1,-1 1 0,-1-1 1,4 28-1,-4 68 195,-3-80-110,1-29-100,0 1 0,0-1 1,0 0-1,0 0 0,0 0 1,0 0-1,0 0 1,0 0-1,0-1 0,0 1 1,0 0-1,0 0 0,0-1 1,0 1-1,-1 0 0,3-2 1,4-5-3,1-1 1,-1 1 0,-1-2-1,1 1 1,-2-1-1,1 0 1,-1 0-1,0 0 1,3-11 0,6-10 15,-5 14-4,13-28-41,3 0 0,47-64 0,-64 98 1,1 0 0,-1 0 0,2 1 0,-1 0 0,1 0 0,1 1 0,-1 1 0,1 0 0,1 0 0,-1 1 0,1 1 0,0 0 0,0 0 0,1 1 0,15-3 0,-27 7 22,0 0 0,1 0 0,-1 0 0,0 0-1,0 0 1,1 0 0,-1 0 0,0 1-1,0-1 1,0 0 0,0 1 0,1-1-1,-1 1 1,0-1 0,0 1 0,0 0 0,0-1-1,0 1 1,0 0 0,0 0 0,0 0-1,-1 0 1,1 0 0,0-1 0,0 2 0,-1-1-1,1 0 1,-1 0 0,1 0 0,-1 0-1,1 0 1,-1 0 0,0 0 0,1 1-1,-1-1 1,0 0 0,0 2 0,2 7 34,-1 0 1,-1 0-1,-1 17 1,1-12 25,0 188 1268,0-118-7946,0-62 225</inkml:trace>
</inkml:ink>
</file>

<file path=ppt/ink/ink4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8"/>
    </inkml:context>
    <inkml:brush xml:id="br0">
      <inkml:brushProperty name="width" value="0.025" units="cm"/>
      <inkml:brushProperty name="height" value="0.025" units="cm"/>
    </inkml:brush>
  </inkml:definitions>
  <inkml:trace contextRef="#ctx0" brushRef="#br0">6 129 744,'0'0'17148,"-2"-2"-16316,2 1-793,0 1 0,-1 0 0,1-1 0,0 1 1,-1-1-1,1 1 0,0-1 0,0 1 0,0 0 0,-1-1 0,1 1 0,0-1 0,0 1 1,0-1-1,0 1 0,0-1 0,0 1 0,0-1 0,0 1 0,0-1 0,0 1 0,0-1 1,0 1-1,0-1 0,1 1 0,-1-1 0,0 1 0,0-1 0,1 0 0,14-9 765,38-1 184,-32 7-583,98-14 1091,-14 4-873,117-29-56,-183 37-299,-38 6-164,-2 0-249,0-1-1,1 0 1,-1 1 0,0-1-1,0 1 1,0-1 0,0 1-1,0-1 1,0 1 0,0 0 0,0 0-1,0-1 1,0 1 0,-1 0-1,1 0 1,0 0 0,0 0-1,0 0 1,0 0 0,-2 1-1,-27 2-3185,3 11-2003</inkml:trace>
</inkml:ink>
</file>

<file path=ppt/ink/ink4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59"/>
    </inkml:context>
    <inkml:brush xml:id="br0">
      <inkml:brushProperty name="width" value="0.025" units="cm"/>
      <inkml:brushProperty name="height" value="0.025" units="cm"/>
    </inkml:brush>
  </inkml:definitions>
  <inkml:trace contextRef="#ctx0" brushRef="#br0">54 0 392,'0'0'24760,"0"22"-23362,1 16-929,-3-1 1,-1 1-1,-13 61 0,5-53-376,3 1 0,1 0-1,0 86 1,7-132-189</inkml:trace>
</inkml:ink>
</file>

<file path=ppt/ink/ink4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0"/>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4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1"/>
    </inkml:context>
    <inkml:brush xml:id="br0">
      <inkml:brushProperty name="width" value="0.025" units="cm"/>
      <inkml:brushProperty name="height" value="0.025" units="cm"/>
    </inkml:brush>
  </inkml:definitions>
  <inkml:trace contextRef="#ctx0" brushRef="#br0">1 0 10186,'0'0'6001,"69"58"-20876</inkml:trace>
</inkml:ink>
</file>

<file path=ppt/ink/ink4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2"/>
    </inkml:context>
    <inkml:brush xml:id="br0">
      <inkml:brushProperty name="width" value="0.025" units="cm"/>
      <inkml:brushProperty name="height" value="0.025" units="cm"/>
    </inkml:brush>
  </inkml:definitions>
  <inkml:trace contextRef="#ctx0" brushRef="#br0">145 0 4657,'0'0'18937,"0"23"-17750,0 162 431,0-99-1567,0-84-180,0-1 1,0 1-1,-1-1 1,1 1 0,0-1-1,-1 1 1,1-1-1,-1 1 1,0-1 0,1 1-1,-1-1 1,0 0-1,0 1 1,0-1 0,0 0-1,0 0 1,0 0-1,0 1 1,-1-1 0,1-1-1,0 1 1,-1 0-1,1 0 1,0 0 0,-1-1-1,1 1 1,-1-1-1,1 1 1,-3 0 0,-6 1-1793,0 0 1,1-1-1,-19 1 1,18-2-385,-37 1-9338</inkml:trace>
</inkml:ink>
</file>

<file path=ppt/ink/ink4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3"/>
    </inkml:context>
    <inkml:brush xml:id="br0">
      <inkml:brushProperty name="width" value="0.025" units="cm"/>
      <inkml:brushProperty name="height" value="0.025" units="cm"/>
    </inkml:brush>
  </inkml:definitions>
  <inkml:trace contextRef="#ctx0" brushRef="#br0">332 0 2809,'-331'294'1800,"331"-304"6754,5-7-4337,16 8-2441,6-3 329,11 2-649,4-2-696,1 7-448,0 0-216,0 1-80,-6 4-16,-5-8-528,0 8-1656,6-14-2970,-6 2-4488,-5-10 3505</inkml:trace>
  <inkml:trace contextRef="#ctx0" brushRef="#br0" timeOffset="1">872 31 1136,'0'0'25863,"-1"32"-25219,-3 151-112,6-144-451,-1 36-509,-2-70 183,1 0-1,-1 0 1,0 0 0,0 0 0,0 0 0,-1 0-1,0 0 1,0 0 0,0 0 0,0-1 0,-4 5-1,2-3-610,-1 0 0,0-1 0,-1 0 0,1 0 0,-1 0 0,0-1 0,-12 8 0,11-9-944,-1 0 0,1 0 0,-1 0 1,1-1-1,-1 0 0,0-1 0,-9 1 0,-6-1-1838</inkml:trace>
</inkml:ink>
</file>

<file path=ppt/ink/ink4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5"/>
    </inkml:context>
    <inkml:brush xml:id="br0">
      <inkml:brushProperty name="width" value="0.025" units="cm"/>
      <inkml:brushProperty name="height" value="0.025" units="cm"/>
    </inkml:brush>
  </inkml:definitions>
  <inkml:trace contextRef="#ctx0" brushRef="#br0">1 109 1304,'0'0'23133,"305"-87"-22629,-263 78-296,1 1-152,0 3-56,32 5-728,-16 0-1792,-1 0-4538</inkml:trace>
</inkml:ink>
</file>

<file path=ppt/ink/ink4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6"/>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4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7"/>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4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8"/>
    </inkml:context>
    <inkml:brush xml:id="br0">
      <inkml:brushProperty name="width" value="0.025" units="cm"/>
      <inkml:brushProperty name="height" value="0.025" units="cm"/>
    </inkml:brush>
  </inkml:definitions>
  <inkml:trace contextRef="#ctx0" brushRef="#br0">337 609 1064,'0'0'6524,"15"-14"-5438,42-45 331,-37 37 801,-18 13 202,0 1-1623,11-13 2523,16-4-3201,-5 6 31,-5 0-132,0-1 1,-1-1 0,-1 0-1,28-46 1,-37 53-36,-1-1 1,0 0-1,-1 0 0,-1 0 1,0-1-1,-1 1 0,0-1 1,-2 0-1,2-29 0,-4 41-17,0 0-1,0 0 0,0 0 0,0 0 1,-1 0-1,0 0 0,0 0 0,0 0 0,0 0 1,0 0-1,-1 0 0,-3-5 0,2 6-5,0 0 0,0 0-1,0 1 1,0-1 0,-1 1-1,1 0 1,-1 0 0,0 0-1,1 0 1,-1 1 0,0-1 0,-8-1-1,-15-2 44,1 1 0,-1 1 1,0 1-1,-36 2 0,47 0 39,11 0-29,0 0 1,0 1 0,1 0 0,-1 0-1,0 0 1,0 1 0,0-1 0,1 1-1,-1 0 1,1 0 0,-1 1 0,1 0-1,0-1 1,0 2 0,0-1 0,-6 6-1,-2 5 122,0 1 0,1 0 0,-11 20-1,17-27-72,-16 29 226,2 1-1,2 1 0,1 0 0,2 1 0,1 1 0,-12 78 0,-8 260 870,25-238-596,-17 699 2861,25-839-3906,-9-1-2648,6 0 2562,1 0 0,-1 0 0,1-1 0,-1 1 0,1-1 0,-1 1 0,1-1 0,-1 0-1,1 0 1,0 0 0,-1 0 0,1 0 0,0-1 0,0 1 0,0 0 0,0-1-1,-4-3 1,-20-24-8986</inkml:trace>
</inkml:ink>
</file>

<file path=ppt/ink/ink4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69"/>
    </inkml:context>
    <inkml:brush xml:id="br0">
      <inkml:brushProperty name="width" value="0.025" units="cm"/>
      <inkml:brushProperty name="height" value="0.025" units="cm"/>
    </inkml:brush>
  </inkml:definitions>
  <inkml:trace contextRef="#ctx0" brushRef="#br0">0 246 1016,'0'0'17580,"310"-96"-16724,-235 87-424,5-3-272,-10-3-48,5 3-112,-6-5-8,-5 3-224,-10-3-744,-1 0-1200,-26 7-2377,-11 1-2241,-11-8 1377</inkml:trace>
</inkml:ink>
</file>

<file path=ppt/ink/ink4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0"/>
    </inkml:context>
    <inkml:brush xml:id="br0">
      <inkml:brushProperty name="width" value="0.025" units="cm"/>
      <inkml:brushProperty name="height" value="0.025" units="cm"/>
    </inkml:brush>
  </inkml:definitions>
  <inkml:trace contextRef="#ctx0" brushRef="#br0">99 145 1560,'0'0'15889,"-13"3"-14114,-38 12-504,49-14-1216,0 0-1,0 0 0,0 0 1,0 0-1,0 1 1,1-1-1,-1 1 1,1-1-1,-1 1 1,1-1-1,-1 1 0,1 0 1,0 0-1,0 0 1,0 0-1,0 0 1,0 0-1,-1 4 1,-1 34 367,3-34-373,-1 17 53,0-15-100,1 1-1,0-1 1,0 1-1,1-1 1,3 14-1,-3-20-11,0 0 1,0 1-1,0-1 1,0 0-1,0 0 0,1 1 1,-1-1-1,0 0 0,1-1 1,0 1-1,0 0 0,-1 0 1,1-1-1,0 1 0,0-1 1,0 1-1,1-1 1,-1 0-1,0 0 0,0 0 1,1 0-1,-1 0 0,5 0 1,16 3-371,1-1 1,-1-2 0,1 0 0,41-5-1,-62 4 281,0 0 0,0-1-1,0 0 1,0 1 0,0-1-1,0 0 1,0 0 0,0-1-1,0 1 1,0-1 0,-1 1-1,1-1 1,-1 0 0,1 0-1,-1 0 1,0 0 0,3-4-1,-1 2-8,-1-1 0,0-1 1,0 1-1,0 0 0,-1-1 0,0 1 0,0-1 0,2-11 0,-2 8 60,0-1-1,-1 0 1,-1 0-1,1 0 1,-2 0-1,1 1 1,-1-1-1,-1 0 1,0 0 0,0 1-1,-7-17 1,-5 1 117,-1 0 1,-30-35 0,21 28 257,13 20 19,10 11-547,13 7-7226,3 5-1647</inkml:trace>
</inkml:ink>
</file>

<file path=ppt/ink/ink4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1"/>
    </inkml:context>
    <inkml:brush xml:id="br0">
      <inkml:brushProperty name="width" value="0.025" units="cm"/>
      <inkml:brushProperty name="height" value="0.025" units="cm"/>
    </inkml:brush>
  </inkml:definitions>
  <inkml:trace contextRef="#ctx0" brushRef="#br0">0 322 1424,'0'0'21162,"15"8"-20190,48 25-414,-41-22-242,-22-11-305,1 0 0,-1 0 1,0 0-1,1 0 0,-1 0 0,0 0 0,0 0 1,1 0-1,-1 0 0,0 0 0,1 0 0,-1 0 1,0 1-1,0-1 0,1 0 0,-1 0 0,0 0 0,0 0 1,0 1-1,1-1 0,-1 0 0,0 0 0,0 1 1,0-1-1,0 0 0,1 0 0,-1 1 0,0-1 1,0 0-1,0 1 0,0-1 0,0 0 0,0 1 453,0-3-292,-3-55 36,1 44-243,1 0 0,0 0 1,1 0-1,0 0 0,1 0 0,1 0 1,0 0-1,0 0 0,7-18 0,1 13 12,2-1-1,-1 2 1,2 0-1,1 0 1,0 1-1,0 1 0,2 0 1,20-15-1,-35 29 19,1 0 0,-1 0 0,1 1-1,-1-1 1,1 0 0,-1 0 0,1 1-1,0-1 1,-1 1 0,1 0-1,0-1 1,3 1 0,-5 0-75,1 0 1,-1 0-1,1 0 1,0 0-1,-1 0 1,1 0-1,-1 0 0,1 1 1,-1-1-1,1 0 1,0 0-1,-1 0 1,1 1-1,-1-1 0,1 0 1,-1 1-1,0-1 1,1 0-1,-1 1 1,1-1-1,-1 1 1,1-1-1,-1 1 0,0-1 1,1 1-1,-1-1 1,0 1-1,0-1 1,1 1-1,-1-1 1,0 1-1,0-1 0,0 1 1,0 0-1,0-1 1,0 1-1,0-1 1,0 2-1,0 26-6336,0 5-6641</inkml:trace>
</inkml:ink>
</file>

<file path=ppt/ink/ink4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3"/>
    </inkml:context>
    <inkml:brush xml:id="br0">
      <inkml:brushProperty name="width" value="0.025" units="cm"/>
      <inkml:brushProperty name="height" value="0.025" units="cm"/>
    </inkml:brush>
  </inkml:definitions>
  <inkml:trace contextRef="#ctx0" brushRef="#br0">665 41 2184,'0'0'6719,"-15"-7"-4182,4 1-2085,-1 1 0,-1 0 1,1 1-1,-1 0 0,0 1 0,0 1 0,0 0 1,-17-1-1,9 3 148,-95 4 1984,99-2-2225,1 0 1,-1 2 0,1 0 0,-31 12-1,21-4 92,0 1 0,-34 23 0,48-28-243,1 0 0,0 1 1,0 1-1,1-1 0,1 2 0,-16 21 0,21-26-157,1 1 0,1-1 0,-1 1 0,1 0 0,0 0 0,1 0 0,0 0 0,0 0 0,0 0 0,1 1 0,1 12 0,-1-8-32,0-9-15,0-1 0,1 0 0,0 1 0,-1-1 0,1 0 0,0 0 0,0 0 0,0 1 0,0-1-1,0 0 1,1 0 0,-1 0 0,1-1 0,-1 1 0,1 0 0,0 0 0,-1-1 0,1 1 0,0-1 0,0 0 0,4 2 0,6 4 37,1 0 1,22 6-1,-9-2 10,-22-10-52,0 1 1,0 0 0,1 0 0,-1 1 0,-1-1-1,1 1 1,0 0 0,-1 0 0,1 0 0,-1 0-1,0 1 1,0 0 0,0-1 0,-1 1 0,1 0 0,-1 0-1,0 0 1,0 1 0,0-1 0,-1 0 0,1 1-1,-1-1 1,0 1 0,0-1 0,-1 1 0,0 0 0,1-1-1,-2 8 1,2-4 16,-1-1-1,0 1 1,0-1 0,-1 1-1,0-1 1,-1 1 0,1-1-1,-1 1 1,0-1 0,-1 0-1,0 0 1,0 0-1,-1 0 1,0-1 0,0 1-1,0-1 1,-1 0 0,0 0-1,0-1 1,0 0 0,-7 6-1,4-4-6,-10 10 33,-35 25 0,47-38-52,1 0 1,-1-1-1,0 0 0,0 0 0,-1 0 0,1-1 0,-1 0 0,1 0 0,-1-1 1,1 0-1,-11 1 0,16-3-87,1 1 0,0 0 1,-1 0-1,1-1 0,-1 1 0,1 0 0,-1-1 1,1 1-1,0 0 0,-1-1 0,1 1 0,0-1 1,-1 1-1,1 0 0,0-1 0,0 1 0,-1-1 1,1 1-1,0-1 0,0 1 0,0-1 0,0 1 1,-1-1-1,1 1 0,0-1 0,0 1 0,0-1 1,0 0-1,0 1 0,0-1 0,1 1 0,-1-1 0,4-19-985,-1 17 915,0 1 0,0-1 1,-1 1-1,1 0 0,1 0 0,-1 0 0,0 1 1,0-1-1,1 1 0,-1-1 0,1 1 0,-1 0 1,1 1-1,6-2 0,54-2-860,-59 3 988,0 1-1,0 0 1,0 1-1,0-1 0,-1 1 1,1 0-1,0 0 1,0 0-1,0 1 1,7 3-1,-9-3 43,-1 1 0,1-1 0,-1 0 0,0 1 0,1 0 0,-1 0 0,-1-1-1,1 1 1,0 0 0,-1 0 0,1 1 0,-1-1 0,0 0 0,0 0 0,-1 1 0,2 4 0,2 20 629,-1 1 0,-2 0 0,-2 42 0,0-14 706,-3-4-299,2-40-832,0 0 0,2 0 0,-1 0 0,2 0 0,-1 0 0,4 16 1,-3-27-191,0-1 1,0 1-1,0 0 1,0-1 0,0 1-1,0-1 1,0 1 0,0-1-1,1 0 1,-1 1-1,1-1 1,-1 0 0,1 0-1,-1 0 1,1 0-1,0 0 1,-1 0 0,1 0-1,3 0 1,39 9 232,-28-8-99,25 4-51,0-2 0,73-2 0,-66-3-3766</inkml:trace>
</inkml:ink>
</file>

<file path=ppt/ink/ink4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4"/>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4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5"/>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4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6"/>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4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7"/>
    </inkml:context>
    <inkml:brush xml:id="br0">
      <inkml:brushProperty name="width" value="0.025" units="cm"/>
      <inkml:brushProperty name="height" value="0.025" units="cm"/>
    </inkml:brush>
  </inkml:definitions>
  <inkml:trace contextRef="#ctx0" brushRef="#br0">411 27 2529,'0'0'13500,"2"-5"-12295,5-12-296,-5 12 1264,-7 5-1981,0 1 1,1-1-1,-1 1 0,0 0 0,1 0 0,-1 0 0,1 0 0,-1 1 0,1 0 0,0 0 0,0 0 0,0 1 0,0-1 1,-6 6-1,-1 2-165,1 1 0,0 1 1,-11 15-1,4-5 258,-21 28-206,3 1 0,1 2 0,4 1 0,-25 59 0,37-69-69,2 1 1,2 0 0,2 0-1,2 2 1,2-1 0,-2 49-1,9 257 21,2-333-33,1 0 1,0-1-1,2 0 1,0 0-1,1 0 1,0 0-1,12 23 1,-14-34 1,1 1 0,0-1 0,1 0 1,-1 0-1,1-1 0,1 1 0,-1-1 1,1 0-1,0-1 0,0 1 0,1-1 0,-1 0 1,1-1-1,1 0 0,-1 0 0,0 0 0,1-1 1,15 5-1,2-4 60,0-1 1,0 0-1,1-2 1,-1-1-1,39-5 1,-63 5-80,0 0 1,1 0 0,-1 0 0,0-1-1,1 1 1,-1 0 0,0 0 0,0-1 0,1 1-1,-1-1 1,0 0 0,0 1 0,0-1-1,0 0 1,1 1 0,-1-1 0,0 0-1,-1 0 1,1 0 0,0 0 0,0 0 0,0 0-1,0-2 1,-7 3-1291,-5 2 81,0-1 0,0 2 0,0 0 0,0 0 0,-13 6 1,-24 6-4608</inkml:trace>
</inkml:ink>
</file>

<file path=ppt/ink/ink4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8"/>
    </inkml:context>
    <inkml:brush xml:id="br0">
      <inkml:brushProperty name="width" value="0.025" units="cm"/>
      <inkml:brushProperty name="height" value="0.025" units="cm"/>
    </inkml:brush>
  </inkml:definitions>
  <inkml:trace contextRef="#ctx0" brushRef="#br0">86 4 440,'0'0'20655,"0"-3"-19944,1 34-223,-2 0 0,-1-1 0,-7 35 0,3-45-542,1-1-458,-1-1 0,-1 0-1,-12 24 1,18-40-125,0-1-1,0 1 0,-1-1 1,1 0-1,0 1 0,-1-1 1,1 0-1,-1 0 0,1 0 1,-1 0-1,1 0 0,-3 1 1,-7-1-7592</inkml:trace>
</inkml:ink>
</file>

<file path=ppt/ink/ink4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79"/>
    </inkml:context>
    <inkml:brush xml:id="br0">
      <inkml:brushProperty name="width" value="0.025" units="cm"/>
      <inkml:brushProperty name="height" value="0.025" units="cm"/>
    </inkml:brush>
  </inkml:definitions>
  <inkml:trace contextRef="#ctx0" brushRef="#br0">1 17 1360,'0'0'19132,"10"-17"-19132,6 56-208,-5 35-1344,0-11-3137,-6-3-4497</inkml:trace>
</inkml:ink>
</file>

<file path=ppt/ink/ink4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0"/>
    </inkml:context>
    <inkml:brush xml:id="br0">
      <inkml:brushProperty name="width" value="0.025" units="cm"/>
      <inkml:brushProperty name="height" value="0.025" units="cm"/>
    </inkml:brush>
  </inkml:definitions>
  <inkml:trace contextRef="#ctx0" brushRef="#br0">1 132 1616,'0'0'20089,"11"-1"-19461,77-3-9,-87 4-617,0 1 1,0-1-1,-1 0 1,1 0-1,-1 0 1,1 1 0,0-1-1,-1 0 1,1 1-1,-1-1 1,1 0-1,0 1 1,-1-1-1,1 1 1,-1-1 0,0 1-1,1-1 1,-1 1-1,1 0 1,-1-1-1,0 1 1,1-1 0,-1 1-1,0 0 1,0-1-1,0 1 1,1 0-1,-1-1 1,0 1 0,0 0-1,0-1 1,0 1-1,0 1 1,0 28-46,-1-22-11,1-6-128,12-2-949,-2-1 832,1 0 1,-1-1 0,1 0 0,-1 0-1,1-1 1,-1-1 0,0 0 0,0 0-1,-1-1 1,14-8 0,10-10-173,43-37-1,-52 40 235,-13 12 459,15-13-198,-18 9 4335,-5 132-3426,-1-58-3548,-1-3-4860,-1-40-388</inkml:trace>
</inkml:ink>
</file>

<file path=ppt/ink/ink4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1"/>
    </inkml:context>
    <inkml:brush xml:id="br0">
      <inkml:brushProperty name="width" value="0.025" units="cm"/>
      <inkml:brushProperty name="height" value="0.025" units="cm"/>
    </inkml:brush>
  </inkml:definitions>
  <inkml:trace contextRef="#ctx0" brushRef="#br0">156 0 2497,'0'0'19868,"-5"28"-18716,2-8-956,-3 23 283,-3 0 1,-22 71 0,-39 103 627,60-178-1134,3-1 0,1 2-1,-2 67 1,8-94 119,-1-10-260,1 1 1,0-1 0,0 0 0,1 1 0,-1-1 0,1 1 0,-1-1 0,2 5 0,-1-7 7,0 0 0,0 1 0,0-1 0,1 0 0,-1 1 0,0-1 0,0 0 0,1 0-1,-1 0 1,1 0 0,-1 0 0,1-1 0,-1 1 0,1 0 0,-1-1 0,1 1 0,0-1 0,-1 1 0,1-1 0,2 0 0,61 6-7697,-42-6 1210</inkml:trace>
</inkml:ink>
</file>

<file path=ppt/ink/ink4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2"/>
    </inkml:context>
    <inkml:brush xml:id="br0">
      <inkml:brushProperty name="width" value="0.025" units="cm"/>
      <inkml:brushProperty name="height" value="0.025" units="cm"/>
    </inkml:brush>
  </inkml:definitions>
  <inkml:trace contextRef="#ctx0" brushRef="#br0">0 43 1304,'0'0'19965,"193"-43"-19821,-145 43-144,16 0-809,-16 0-3528,0 0-7209</inkml:trace>
</inkml:ink>
</file>

<file path=ppt/ink/ink4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3"/>
    </inkml:context>
    <inkml:brush xml:id="br0">
      <inkml:brushProperty name="width" value="0.025" units="cm"/>
      <inkml:brushProperty name="height" value="0.025" units="cm"/>
    </inkml:brush>
  </inkml:definitions>
  <inkml:trace contextRef="#ctx0" brushRef="#br0">289 60 1168,'0'0'15155,"1"-10"-13661,3-30-439,-3 30-231,5 21 683,10 43-1175,-2 0-1,11 102 1,-12 118-384,-12-256 28,-1-10 29,1-1 1,-2 0 0,1 0-1,-1 1 1,0-1 0,-3 11-1,3-15 5,0-1 0,0 0 0,0 0 0,-1 0 0,1 0 0,-1 0 0,1-1 0,-1 1-1,0 0 1,0-1 0,1 1 0,-1-1 0,0 1 0,0-1 0,-1 0 0,1 0 0,0 0 0,0 0-1,0 0 1,-1-1 0,1 1 0,0-1 0,-1 1 0,-3-1 0,-8 2 58,0-1 1,0 0-1,-1-1 0,1 0 1,0-2-1,-1 1 1,-13-5-1,18 3-8,0 0 1,1-1-1,0 0 0,-1 0 1,1-1-1,1 0 0,-1-1 1,1 0-1,0-1 0,-11-10 1,8 5 183,-1 0 0,2 0 1,0-1-1,0-1 0,-12-23 0,22 36-290,0 1 0,0 0 0,-1-1 0,1 1 0,0-1 0,0 1 0,0 0 0,-1-1 0,1 1 0,0-1 0,0 1 0,0-1 0,0 1 0,0-1 0,0 1 0,0-1 0,0 1 0,0-1 0,0 1 0,0 0 0,0-1 0,1 1 0,-1-1 0,0 1 0,0-1 0,0 1 0,1-1 0,-1 1 0,0 0 0,0-1 0,1 1 0,0-1 0,15-2-5379,-2 2 1997,11-9-5965</inkml:trace>
</inkml:ink>
</file>

<file path=ppt/ink/ink4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4"/>
    </inkml:context>
    <inkml:brush xml:id="br0">
      <inkml:brushProperty name="width" value="0.025" units="cm"/>
      <inkml:brushProperty name="height" value="0.025" units="cm"/>
    </inkml:brush>
  </inkml:definitions>
  <inkml:trace contextRef="#ctx0" brushRef="#br0">28 0 1800,'0'0'24811,"-6"16"-21358,6 23-4734,1-9-899,-2 0 0,-6 45 0,-7-20-3820</inkml:trace>
</inkml:ink>
</file>

<file path=ppt/ink/ink4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5"/>
    </inkml:context>
    <inkml:brush xml:id="br0">
      <inkml:brushProperty name="width" value="0.025" units="cm"/>
      <inkml:brushProperty name="height" value="0.025" units="cm"/>
    </inkml:brush>
  </inkml:definitions>
  <inkml:trace contextRef="#ctx0" brushRef="#br0">5 161 1040,'0'0'16546,"-1"-3"-14893,0-1-1433,0 3-158,1 0 1,0 0 0,-1 0 0,1 0 0,0 0 0,0 0 0,0 0 0,0 0 0,0 0 0,0 0 0,0 0 0,0 0 0,0 1 0,0-1 0,0 0 0,1 0 0,-1 0-1,0 0 1,1 0 0,-1 0 0,1 0 0,-1 0 0,1 0 0,-1 1 0,1-1 0,0 0 0,-1 0 0,1 1 0,0-1 0,0 0 0,-1 1 0,1-1 0,0 1 0,0-1 0,0 1-1,0 0 1,0-1 0,0 1 0,0 0 0,0-1 0,1 1 0,36-15 404,69-16-1,-28 9-311,16-1-56,-56 14-181,38-13 0,-97 41-6007,-23 21 2616,-33 12-2858,4-9-901</inkml:trace>
</inkml:ink>
</file>

<file path=ppt/ink/ink4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6"/>
    </inkml:context>
    <inkml:brush xml:id="br0">
      <inkml:brushProperty name="width" value="0.025" units="cm"/>
      <inkml:brushProperty name="height" value="0.025" units="cm"/>
    </inkml:brush>
  </inkml:definitions>
  <inkml:trace contextRef="#ctx0" brushRef="#br0">6 0 1424,'-6'202'10018,"28"-202"-7289,10 0 8,5 0-345,6 0-511,10 0-425,-5-4-480,6-1-288,-11-12-320,-6 0-208,-5 8-160,-5 9-536,-16 0-1904,-6 0-4842</inkml:trace>
</inkml:ink>
</file>

<file path=ppt/ink/ink4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7"/>
    </inkml:context>
    <inkml:brush xml:id="br0">
      <inkml:brushProperty name="width" value="0.025" units="cm"/>
      <inkml:brushProperty name="height" value="0.025" units="cm"/>
    </inkml:brush>
  </inkml:definitions>
  <inkml:trace contextRef="#ctx0" brushRef="#br0">288 311 2465,'0'0'15464,"-16"-8"-13952,-48-24-493,60 30-955,0 0 0,0 1 0,0-1-1,0 1 1,0 0 0,-1 0-1,1 0 1,0 1 0,-1-1 0,1 1-1,-1 0 1,1 1 0,0-1-1,-1 1 1,1 0 0,0 0 0,-1 0-1,1 0 1,0 1 0,0-1 0,0 1-1,0 0 1,0 1 0,1-1-1,-1 1 1,1-1 0,-1 1 0,1 0-1,0 0 1,0 1 0,0-1-1,-2 5 1,-5 7-45,2 0 0,0 0 0,0 1 0,2 1 0,0-1 0,-4 18 0,4-9-44,1 0 0,2 0 0,0 0 0,1 1 1,2-1-1,5 50 0,-5-72 0,1 0-1,0-1 0,-1 1 1,1 0-1,0-1 1,0 1-1,1 0 1,-1-1-1,0 0 1,1 1-1,0-1 0,-1 0 1,1 0-1,0 0 1,0 0-1,0 0 1,0 0-1,1 0 0,-1-1 1,0 1-1,1-1 1,-1 0-1,1 0 1,-1 1-1,1-2 0,4 2 1,6 1-43,-1-1-1,1 0 1,0-1 0,18-1-1,-22 0 64,-1 0-26,0-1 0,0 0 1,0 0-1,-1 0 1,1-1-1,0 0 1,0-1-1,-1 1 1,0-1-1,1-1 0,-1 0 1,0 0-1,-1 0 1,1-1-1,11-10 1,-5 1-82,0-1-1,-2 0 1,1-1 0,-2 0 0,15-28 0,-15 21 95,0-1 0,-1 1-1,-1-2 1,-2 1 0,0-1 0,3-37 0,-2-154 135,-7 164-55,0 48-33,0 0 1,0 0-1,-1 0 0,1-1 0,-1 1 0,0 0 0,0 0 0,0 0 0,0 0 0,-4-5 0,4 7 11,-1 0 0,1 0 0,-1 0 0,0 0 0,0 1-1,0-1 1,0 1 0,0-1 0,0 1 0,0 0 0,0 0-1,0 0 1,-1 0 0,1 0 0,0 0 0,-1 1 0,1-1-1,-5 1 1,3-1-12,-1 0-1,0 1 1,0-1 0,1 1-1,-1 0 1,0 1-1,1-1 1,-1 1-1,0 0 1,1 0 0,-1 1-1,1-1 1,0 1-1,-1 0 1,-7 5-1,7-3-56,0 0-1,1 1 0,-1 0 1,1-1-1,0 2 1,0-1-1,1 0 0,0 1 1,0-1-1,0 1 0,-4 12 1,1 3-757,1 1 0,0 1 1,2-1-1,-1 24 0,3-3-4021</inkml:trace>
</inkml:ink>
</file>

<file path=ppt/ink/ink4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8"/>
    </inkml:context>
    <inkml:brush xml:id="br0">
      <inkml:brushProperty name="width" value="0.025" units="cm"/>
      <inkml:brushProperty name="height" value="0.025" units="cm"/>
    </inkml:brush>
  </inkml:definitions>
  <inkml:trace contextRef="#ctx0" brushRef="#br0">59 10 1512,'0'0'28158,"0"-10"-26949,-5 10-3130,-11 27-951,-6 26-2690,6-5-3095</inkml:trace>
</inkml:ink>
</file>

<file path=ppt/ink/ink4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89"/>
    </inkml:context>
    <inkml:brush xml:id="br0">
      <inkml:brushProperty name="width" value="0.025" units="cm"/>
      <inkml:brushProperty name="height" value="0.025" units="cm"/>
    </inkml:brush>
  </inkml:definitions>
  <inkml:trace contextRef="#ctx0" brushRef="#br0">460 1 1216,'43'337'11867,"-54"-330"-7458,-10 15-2257,-17 9-175,1 5-441,-17 19-936,1 3-600,-11 7-144,-27 19-1600,16-14-3321,16-22-7714</inkml:trace>
</inkml:ink>
</file>

<file path=ppt/ink/ink4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0"/>
    </inkml:context>
    <inkml:brush xml:id="br0">
      <inkml:brushProperty name="width" value="0.025" units="cm"/>
      <inkml:brushProperty name="height" value="0.025" units="cm"/>
    </inkml:brush>
  </inkml:definitions>
  <inkml:trace contextRef="#ctx0" brushRef="#br0">241 40 624,'0'0'17021,"4"-6"-15291,9-14-673,-13 19-944,1 0 1,-1 0-1,0 1 1,1-1-1,-1 0 0,1 1 1,-1-1-1,1 0 1,0 1-1,-1-1 1,1 0-1,0 1 1,-1-1-1,1 1 1,0 0-1,-1-1 0,1 1 1,0-1-1,0 1 1,0 0-1,-1 0 1,1-1-1,0 1 1,0 0-1,0 0 1,0 0-1,-1 0 0,1 0 1,0 0-1,0 0 1,0 0-1,0 0 1,1 1-1,0 9 189,40 737-1203,-42-745 879,0 1 0,0-1 0,0 1 0,0-1 0,0 0 0,0 1 0,-1-1 0,1 1 0,-1-1 0,0 0 0,0 1-1,1-1 1,-2 0 0,1 0 0,0 1 0,0-1 0,-1 0 0,-1 2 0,0-3 23,0 1 0,1-1 1,-1 0-1,-1 0 0,1 0 1,0 0-1,0 0 0,0-1 1,0 1-1,-1-1 0,1 0 0,0 0 1,-4 0-1,-7 0 42,7 0-30,0 1-1,0-1 0,0-1 0,0 1 1,0-1-1,1 0 0,-1-1 0,0 0 1,0 0-1,1 0 0,-1-1 0,-8-5 1,3 0 28,1 0 0,1-1 1,0 0-1,0-1 0,1 0 1,0-1-1,-8-13 0,0-4 403,-26-58 1,41 83-359,1-1 1,0 1-1,0-1 0,1 1 1,-1-1-1,1 0 1,-1-4-1,1-6-2982,0 5-2232</inkml:trace>
</inkml:ink>
</file>

<file path=ppt/ink/ink4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1"/>
    </inkml:context>
    <inkml:brush xml:id="br0">
      <inkml:brushProperty name="width" value="0.025" units="cm"/>
      <inkml:brushProperty name="height" value="0.025" units="cm"/>
    </inkml:brush>
  </inkml:definitions>
  <inkml:trace contextRef="#ctx0" brushRef="#br0">0 48 10218,'0'0'17348,"0"-38"-16492,0 33-40,0 0-816,16 37-6489,11-1 680,5-9-7042</inkml:trace>
</inkml:ink>
</file>

<file path=ppt/ink/ink4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2"/>
    </inkml:context>
    <inkml:brush xml:id="br0">
      <inkml:brushProperty name="width" value="0.025" units="cm"/>
      <inkml:brushProperty name="height" value="0.025" units="cm"/>
    </inkml:brush>
  </inkml:definitions>
  <inkml:trace contextRef="#ctx0" brushRef="#br0">654 0 1144,'0'0'16328,"4"0"-14457,19 0 948,-37 17-126,-276 196-694,1-1-2047,214-148-298,74-63 325,-10 9-827,20-9 54,6-1 936,34-1-113,412 13 254,-259-2 729,-200-10-971,-1 0-4,0 0 0,0-1 0,0 1 0,0 0-1,0 0 1,0 0 0,0 0 0,0 0 0,0 0 0,0 0 0,0 0-1,0 1 1,0-1 0,0 0 0,0 1 0,0-1 0,0 1-1,0-1 1,0 1 0,0-1 0,0 1 0,0-1 0,0 1 0,-1 0-1,1 0 1,1 1 0,-2-1 829,-1 12-1983,0-7 431,0-1 0,-1 1-1,1-1 1,-1 1-1,0-1 1,-1 1 0,0-1-1,0 0 1,-5 7-1,-13 5-6734</inkml:trace>
</inkml:ink>
</file>

<file path=ppt/ink/ink4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8"/>
    </inkml:context>
    <inkml:brush xml:id="br0">
      <inkml:brushProperty name="width" value="0.025" units="cm"/>
      <inkml:brushProperty name="height" value="0.025" units="cm"/>
    </inkml:brush>
  </inkml:definitions>
  <inkml:trace contextRef="#ctx0" brushRef="#br0">359 31 616,'0'0'15918,"0"-31"-8045,2 53-7826,0-1 1,1 1 0,2-1 0,13 40-1,4 21-40,-12-22-135,-3 0 0,-1 96 0,-6-152 118,0 0 0,0 0 0,0 0-1,-1 1 1,1-1 0,-1 0 0,0 0 0,0 0 0,-1 0 0,1 0 0,-1 0 0,0 0 0,0-1 0,0 1 0,-1 0-1,1-1 1,-4 4 0,1-3 33,0 0 0,-1-1 1,1 1-1,-1-1 0,0 0 0,0 0 0,0-1 0,0 0 0,-13 3 0,-11 0 47,-1-1 0,0-1 0,1-2 1,-46-4-1,2 1 210,69 2-347,4 0-427,0 1-1268,-3-1 958,0-7-3884,-30-57-7313,18 31 9310</inkml:trace>
</inkml:ink>
</file>

<file path=ppt/ink/ink4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099"/>
    </inkml:context>
    <inkml:brush xml:id="br0">
      <inkml:brushProperty name="width" value="0.025" units="cm"/>
      <inkml:brushProperty name="height" value="0.025" units="cm"/>
    </inkml:brush>
  </inkml:definitions>
  <inkml:trace contextRef="#ctx0" brushRef="#br0">6 27 1488,'0'0'22113,"0"-4"-20251,0 2-1410,0 1-339,1 0-1,-1 0 1,0 0-1,0 0 1,0 0 0,0 0-1,0 0 1,-1 0-1,1 0 1,0 0-1,0 0 1,-1 0-1,1 0 1,0 0-1,-1 0 1,1 1-1,-1-1 1,1 0-1,-2-2 1664,9 25-1755,1-4-1830,1 0-1,1 0 0,13 16 0,-11-16-1869,10 11-5411</inkml:trace>
</inkml:ink>
</file>

<file path=ppt/ink/ink4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0"/>
    </inkml:context>
    <inkml:brush xml:id="br0">
      <inkml:brushProperty name="width" value="0.025" units="cm"/>
      <inkml:brushProperty name="height" value="0.025" units="cm"/>
    </inkml:brush>
  </inkml:definitions>
  <inkml:trace contextRef="#ctx0" brushRef="#br0">11 11 2369,'0'0'15847,"0"-8"-13063,0 6-1920,0 6 4462,2 21-4983,1-1 0,10 42-1,-6-34-324,5 51 0,-11 69-1996,-1-85-1753,0-62 3026,0 0 1,0 1 0,-1-1-1,1 0 1,-1 0-1,0 0 1,-1 0-1,1 0 1,-1 0-1,0 0 1,0 0 0,0-1-1,-7 10 1,-17 10-9242</inkml:trace>
</inkml:ink>
</file>

<file path=ppt/ink/ink4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1"/>
    </inkml:context>
    <inkml:brush xml:id="br0">
      <inkml:brushProperty name="width" value="0.025" units="cm"/>
      <inkml:brushProperty name="height" value="0.025" units="cm"/>
    </inkml:brush>
  </inkml:definitions>
  <inkml:trace contextRef="#ctx0" brushRef="#br0">0 85 360,'0'0'20316,"37"-36"-19843,1 36-193,-1 0-280,1 0-40,-6 0-1089,5-7-1695,-5-3-3402,-5-7-3344,-11 3 8322</inkml:trace>
</inkml:ink>
</file>

<file path=ppt/ink/ink4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2"/>
    </inkml:context>
    <inkml:brush xml:id="br0">
      <inkml:brushProperty name="width" value="0.025" units="cm"/>
      <inkml:brushProperty name="height" value="0.025" units="cm"/>
    </inkml:brush>
  </inkml:definitions>
  <inkml:trace contextRef="#ctx0" brushRef="#br0">0 1 2761,'0'0'20317,"0"21"-18680,2 70-576,-1-76-882,1 1 0,1-1 1,0 0-1,11 30 0,0-1-161,2 41-1972,-13-57-2472,-2 1-5140,-1-22 614</inkml:trace>
</inkml:ink>
</file>

<file path=ppt/ink/ink4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3"/>
    </inkml:context>
    <inkml:brush xml:id="br0">
      <inkml:brushProperty name="width" value="0.025" units="cm"/>
      <inkml:brushProperty name="height" value="0.025" units="cm"/>
    </inkml:brush>
  </inkml:definitions>
  <inkml:trace contextRef="#ctx0" brushRef="#br0">1 41 1632,'0'0'23277,"59"-41"-22461,-22 41-295,1 0-329,4 0-144,1 0-48,5 0-200,6 0-665,15 0-1111,-10 19-2873,-5-11-2497</inkml:trace>
</inkml:ink>
</file>

<file path=ppt/ink/ink4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4"/>
    </inkml:context>
    <inkml:brush xml:id="br0">
      <inkml:brushProperty name="width" value="0.025" units="cm"/>
      <inkml:brushProperty name="height" value="0.025" units="cm"/>
    </inkml:brush>
  </inkml:definitions>
  <inkml:trace contextRef="#ctx0" brushRef="#br0">22 66 1816,'0'0'14786,"-4"-8"-13143,-7-24-483,4 7 3787,12 25-4491,2 0-340,1 1 1,-1 0-1,1 0 1,-1 1-1,0 0 1,0 0-1,0 0 0,0 1 1,0 0-1,10 7 1,5 4 157,35 32 0,-30-23-140,45 36 142,-3 4 0,-2 2 0,100 130 0,-153-178-272,-2 2 1,0-1-1,-1 1 0,-1 1 0,-1 0 0,-1 0 1,0 1-1,-2 0 0,0 0 0,-2 1 0,0-1 0,-1 1 1,-2 0-1,-1 43 0,-1-55 47,-1 1 1,1-1-1,-2 0 0,0 1 1,0-1-1,-1 0 0,0 0 0,-1-1 1,0 0-1,0 1 0,-8 8 1,-7 7 204,-2 0 0,-31 26 0,49-47-226,-182 150 1058,-16 17-120,200-168-987,-1 0 0,0 0 1,1 0-1,-1 1 0,1-1 0,0 1 0,0 0 0,1-1 1,-1 1-1,1 0 0,-2 5 0,0 38-5404,3-39 3752,0 10-5797</inkml:trace>
</inkml:ink>
</file>

<file path=ppt/ink/ink4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8"/>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4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6.109"/>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4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1:58"/>
    </inkml:context>
    <inkml:brush xml:id="br0">
      <inkml:brushProperty name="width" value="0.025" units="cm"/>
      <inkml:brushProperty name="height" value="0.025" units="cm"/>
    </inkml:brush>
  </inkml:definitions>
  <inkml:trace contextRef="#ctx0" brushRef="#br0">1 71 1688,'0'0'9065,"19"-10"-7265,55-30-418,-55 30 4158,25 5-8251,3 4-601,1-3-2930</inkml:trace>
</inkml:ink>
</file>

<file path=ppt/ink/ink4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4"/>
    </inkml:context>
    <inkml:brush xml:id="br0">
      <inkml:brushProperty name="width" value="0.025" units="cm"/>
      <inkml:brushProperty name="height" value="0.025" units="cm"/>
    </inkml:brush>
  </inkml:definitions>
  <inkml:trace contextRef="#ctx0" brushRef="#br0">781 1 4785,'0'0'12355,"-9"0"-11090,-2 1-1098,-1 0-1,1 1 1,0 1 0,0 0-1,0 0 1,0 1-1,0 1 1,1 0 0,-1 0-1,-9 7 1,-20 15 131,-46 39 0,32-20-142,1 3 1,3 1-1,2 4 1,2 1-1,-49 77 0,71-94-52,2 1-1,1 1 0,3 1 0,1 0 1,1 2-1,3 0 0,2 0 0,1 1 1,-6 74-1,14 53 409,3-161-434,-1 1 0,1-1-1,0 0 1,1 1 0,1-1 0,-1 0 0,2-1-1,-1 1 1,1 0 0,1-1 0,0 0 0,0 0-1,0 0 1,1-1 0,1 0 0,-1 0-1,1 0 1,1-1 0,0 0 0,10 7 0,-6-6 140,0 0 1,1-1-1,0-1 1,0 0-1,0-1 1,1 0-1,16 2 1,3-2-2718,-55-5 87,4 0-2060,2 0-2674</inkml:trace>
</inkml:ink>
</file>

<file path=ppt/ink/ink4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5"/>
    </inkml:context>
    <inkml:brush xml:id="br0">
      <inkml:brushProperty name="width" value="0.025" units="cm"/>
      <inkml:brushProperty name="height" value="0.025" units="cm"/>
    </inkml:brush>
  </inkml:definitions>
  <inkml:trace contextRef="#ctx0" brushRef="#br0">507 633 3673,'0'0'13955,"-6"-12"-12727,-23-39-138,28 49-1009,-1 0 0,0 0 0,0 0 0,0 0 0,-1 0 0,1 0 0,0 1 0,-1-1 0,1 1 1,-1 0-1,1-1 0,-1 1 0,0 0 0,1 1 0,-1-1 0,0 0 0,-4 1 0,-3-2 112,-6-1-7,0 0 1,-1 2-1,0 0 0,-23 2 1,2 0-35,21-1-95,-1 2-1,1 0 0,-1 0 1,1 2-1,0 0 1,-20 9-1,28-10-46,-1 1 0,1 0 1,1 1-1,-1 0 0,1 0 0,-1 1 1,2 0-1,-1 0 0,1 1 1,0 0-1,0 1 0,-9 12 0,13-12-11,0 0-1,1 0 0,0 1 0,0-1 1,1 0-1,0 1 0,0 0 0,1-1 1,0 1-1,2 15 0,0 5 0,-2-28 0,0 1 0,0-1 1,1 1-1,-1-1 0,0 0 0,1 1 0,0-1 1,-1 0-1,1 1 0,0-1 0,-1 0 0,1 0 1,0 0-1,0 0 0,0 0 0,0 0 0,0 0 1,0 0-1,1 0 0,-1 0 0,0 0 0,0-1 1,0 1-1,1-1 0,-1 1 0,1-1 0,-1 1 1,0-1-1,1 0 0,-1 1 0,1-1 0,-1 0 1,0 0-1,2 0 0,5 0-2,-1 0 1,1 0-1,-1 0 1,0-1-1,13-3 1,-11 2 17,-1-2 1,0 1-1,0-1 1,0 0-1,-1 0 0,1-1 1,-1 0-1,0 0 1,11-12-1,4-6-38,25-34-1,-35 42 7,37-49-388,-3-2 1,-3-1-1,-2-3 0,-4-1 0,-3-2 0,46-143 1,-73 179 1121,-13 57-639,-54 95 616,-59 124 976,100-194-1266,1 1-1,3 1 1,-14 66 0,27-101-343,0-4-35,1 0 0,-1 0 0,2 0 0,-1 12 0,1-19-29,1 1 0,-1 0 0,0-1 0,0 1 0,1-1 0,-1 1 0,1-1 0,-1 1 0,1-1 0,0 1 0,0-1 0,0 1 0,-1-1 0,1 0 0,1 1 0,-1-1 0,0 0-1,0 0 1,0 0 0,1 0 0,-1 0 0,0 0 0,1 0 0,-1 0 0,1-1 0,2 2 0,19 3-601,1-1 0,-1-1 0,1-2 0,0 0 0,37-3 0,-5 0-1673,14 2-2323,-10 0-1232</inkml:trace>
</inkml:ink>
</file>

<file path=ppt/ink/ink4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6"/>
    </inkml:context>
    <inkml:brush xml:id="br0">
      <inkml:brushProperty name="width" value="0.025" units="cm"/>
      <inkml:brushProperty name="height" value="0.025" units="cm"/>
    </inkml:brush>
  </inkml:definitions>
  <inkml:trace contextRef="#ctx0" brushRef="#br0">305 17 7682,'0'0'14401,"-18"-4"-13656,5 1-579,8 1-115,0 0 0,0 1 0,0-1 1,0 1-1,-1 0 0,1 1 0,-1-1 0,1 1 0,0 0 1,-1 1-1,1-1 0,0 1 0,-1 0 0,1 0 0,0 1 0,0 0 1,0-1-1,0 2 0,-9 4 0,-7 8 243,2 2 0,0 0 0,-28 32 0,41-42-288,0 0 0,1 1 1,0-1-1,0 1 0,1 1 0,-1-1 0,2 0 0,-1 1 0,2 0 0,-1 0 0,1 0 1,0 0-1,-1 14 0,13-22-456,5-1 331,-1 1 41,-1-2 1,1 1-1,22-6 0,-31 5 72,0-1-1,1 1 1,-1-1 0,0-1 0,0 1 0,0-1 0,-1 0-1,1 0 1,-1-1 0,1 1 0,-1-1 0,7-7 0,-4-1 2,-6 10 20,0 0 1,1 0-1,-1 0 0,0 0 1,1 1-1,-1-1 0,1 0 1,0 0-1,0 1 0,2-3 1,-3 4 87,0 0-177,0 0 62,-1 0 0,1 0 0,0-1 0,-1 1 0,1 0-1,0 0 1,-1 0 0,1 0 0,0 0 0,-1 1 0,1-1 0,0 0 0,-1 0 0,1 0-1,-1 1 1,1-1 0,0 0 0,-1 0 0,1 1 0,-1-1 0,1 1 0,0 0 0,20 31-212,-19-29 61,-1 1 1,1-1-1,-1 0 1,1 0 0,0 0-1,0 0 1,0 0 0,1 0-1,-1 0 1,1-1 0,-1 1-1,1-1 1,0 0 0,0 0-1,0 0 1,0 0-1,1 0 1,-1-1 0,0 0-1,6 2 1,56 0-5635,-43-3 2558,21 0-6755</inkml:trace>
</inkml:ink>
</file>

<file path=ppt/ink/ink4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7"/>
    </inkml:context>
    <inkml:brush xml:id="br0">
      <inkml:brushProperty name="width" value="0.025" units="cm"/>
      <inkml:brushProperty name="height" value="0.025" units="cm"/>
    </inkml:brush>
  </inkml:definitions>
  <inkml:trace contextRef="#ctx0" brushRef="#br0">290 1 1032,'0'0'20374,"-22"51"-18914,-67 167-162,73-179-822,2 1 0,2 0 0,-13 76-1,21-91-384,1-8-96,-7 34-311,-4 101-1,14-152 101,-1 1-1,1-1 1,0 1 0,-1-1-1,1 1 1,-1-1 0,1 1-1,-1-1 1,1 0 0,-1 1-1,1-1 1,-1 1-1,1-1 1,-1 0 0,0 0-1,1 1 1,-1-1 0,1 0-1,-1 0 1,0 0 0,1 0-1,-1 0 1,0 0 0,1 0-1,-1 0 1,0 0-1,0 0 1,-28 0-4266,21-1 1998,-19 1-5091</inkml:trace>
</inkml:ink>
</file>

<file path=ppt/ink/ink4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8"/>
    </inkml:context>
    <inkml:brush xml:id="br0">
      <inkml:brushProperty name="width" value="0.025" units="cm"/>
      <inkml:brushProperty name="height" value="0.025" units="cm"/>
    </inkml:brush>
  </inkml:definitions>
  <inkml:trace contextRef="#ctx0" brushRef="#br0">1 69 7634,'0'0'8788,"57"-11"-7562,183-31-323,-209 36-657,0 2 1,0 1 0,36 1 0,-39 2-59,181 0 3880,-214 1-4050,0 1-1,0-1 1,0 1-1,0 0 1,0 0-1,0 0 1,1 1-1,-1 0 1,1 0-1,-8 6 1,-3 2 9,-13 8-14,1 1 1,-36 35-1,53-45-14,0 1 1,0 0 0,2 0 0,-1 0 0,1 1 0,1 1 0,0-1 0,-7 21 0,6 1-16,8-33 14,0 0-1,-1 0 1,1-1-1,0 1 1,0 0-1,0-1 1,0 1-1,0 0 1,0 0-1,0-1 1,1 1-1,-1 0 1,0 0-1,0-1 1,1 1-1,-1 0 1,0-1-1,0 1 1,1 0-1,-1-1 1,1 1-1,-1-1 1,1 1-1,-1-1 1,1 1-1,-1-1 1,1 1-1,-1-1 1,1 1-1,0-1 1,-1 1-1,1-1 1,0 0-1,-1 0 0,1 1 1,0-1-1,0 0 1,-1 0-1,1 0 1,1 0-1,22 1 7,-14 0 4,-1 0-1,1-1 0,0-1 0,-1 1 0,1-1 0,17-5 0,-10-2-1,-1 0 0,0-1 0,-1-1 0,0 0 0,0-1 0,-1-1 0,-1 0 0,0-1 0,0 0 0,-2-1 0,11-16 0,-18 25 74,-1 0 850,-3 9 17,0 7-1148,0 1 186,-1-2 46,1 0-1,1 0 1,3 20-1,-3-26-75,1 0 0,-1 0 0,1 0 1,0 0-1,0-1 0,0 1 0,0 0 0,1-1 0,0 0 0,-1 1 0,1-1 0,6 5 0,6 3-954,0 0 1,1-1-1,1 0 1,28 11 0,-11-5-1233,15 11-3490</inkml:trace>
</inkml:ink>
</file>

<file path=ppt/ink/ink4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79"/>
    </inkml:context>
    <inkml:brush xml:id="br0">
      <inkml:brushProperty name="width" value="0.025" units="cm"/>
      <inkml:brushProperty name="height" value="0.025" units="cm"/>
    </inkml:brush>
  </inkml:definitions>
  <inkml:trace contextRef="#ctx0" brushRef="#br0">680 1 4337,'0'0'16453,"-23"0"-14046,-321 0-1021,338 0-1390,0-1 0,0 1 0,0 0 0,0 1 1,0 0-1,1 0 0,-1 0 0,0 0 0,1 1 1,-1 0-1,1 0 0,-7 4 0,11-4-17,1-1 0,-1 1 1,1-1-1,0 1 0,-1-1 0,1 1 0,0 0 0,0-1 0,0 1 0,0-1 0,1 1 0,-1 1 1,1 4-5,-1 48 39,-5 163 48,2-175-18,-3-1 1,-1-1-1,-15 49 1,-61 122 22,55-149-49,2 1 0,-18 73 0,42-123-29,0 1 0,0 0-1,2 24 1,0-26-77,23-12 77,-3-1 61,135-4 216,-128 1-61,0-1 0,0-1 0,46-15 0,-52 12 316,-10 4-121,-1 0 0,1 1-1,0 0 1,0 0 0,20-1-1,-29 4-92,-22 0-3062,13 0 1883,0 1 0,-1 0-1,1 0 1,0 0 0,0 1 0,0 0 0,0 1-1,-6 3 1,-20 11-7087</inkml:trace>
</inkml:ink>
</file>

<file path=ppt/ink/ink4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0"/>
    </inkml:context>
    <inkml:brush xml:id="br0">
      <inkml:brushProperty name="width" value="0.025" units="cm"/>
      <inkml:brushProperty name="height" value="0.025" units="cm"/>
    </inkml:brush>
  </inkml:definitions>
  <inkml:trace contextRef="#ctx0" brushRef="#br0">0 212 4281,'0'0'6697,"0"8"-5266,0 24-166,0-31-1189,1-1-1,-1 1 1,0-1 0,0 1 0,1-1 0,-1 1 0,0-1 0,1 1 0,-1-1 0,1 0 0,-1 1 0,0-1 0,1 1 0,-1-1 0,1 0 0,-1 1 0,1-1-1,-1 0 1,1 0 0,-1 1 0,1-1 0,-1 0 0,1 0 0,0 0 0,-1 0 0,1 0 0,-1 0 0,1 0 0,0 0 0,-1 0 0,1 0 0,0 0 0,20-2 692,-19 2-594,2-1-57,0 0-1,0 0 0,0-1 0,0 0 0,0 0 0,0 0 1,-1 0-1,1-1 0,6-4 0,33-34 179,-25 24-194,30-29 22,90-78-82,-126 117-156,-11 18-61,-3 8 319,-3 101 164,5-119-318,0 0 1,1-1 0,-1 1 0,0-1-1,0 1 1,1 0 0,-1-1-1,0 1 1,1-1 0,-1 1 0,1-1-1,-1 1 1,0-1 0,1 1-1,-1-1 1,1 0 0,0 1 0,-1-1-1,1 0 1,-1 1 0,1-1-1,-1 0 1,1 0 0,0 1 0,-1-1-1,1 0 1,0 0 0,-1 0-1,1 0 1,-1 0 0,2 0-1,25 1-543,-21-1 327,11 0-416,32-1-5672,-30-3-3507</inkml:trace>
</inkml:ink>
</file>

<file path=ppt/ink/ink4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1"/>
    </inkml:context>
    <inkml:brush xml:id="br0">
      <inkml:brushProperty name="width" value="0.025" units="cm"/>
      <inkml:brushProperty name="height" value="0.025" units="cm"/>
    </inkml:brush>
  </inkml:definitions>
  <inkml:trace contextRef="#ctx0" brushRef="#br0">0 1 384,'0'0'24109,"6"0"-24005,-6 4-88,5 11-16,-5 2-216,5 9-1048,-5-4-2961,6-10-2536</inkml:trace>
</inkml:ink>
</file>

<file path=ppt/ink/ink4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2"/>
    </inkml:context>
    <inkml:brush xml:id="br0">
      <inkml:brushProperty name="width" value="0.025" units="cm"/>
      <inkml:brushProperty name="height" value="0.025" units="cm"/>
    </inkml:brush>
  </inkml:definitions>
  <inkml:trace contextRef="#ctx0" brushRef="#br0">204 28 5617,'0'0'9728,"2"3"-9015,0-1-632,0-1-1,-1 1 1,1-1-1,0 1 1,1-1-1,-1 0 1,0 0-1,0 0 1,0 0-1,1 0 1,-1 0-1,1-1 1,-1 1-1,0-1 1,1 0-1,-1 1 1,4-2-1,59 0 859,-34 0-348,-4 1-345,-1-1 0,1-2 0,0 0-1,-1-2 1,0-1 0,41-15 0,-65 20-175,-1 1-1,0-1 1,1 0 0,-1 1-1,1-1 1,-1 1 0,1-1 0,-1 1-1,1 0 1,-1 0 0,1-1 0,-1 1-1,1 0 1,0 0 0,2 1 0,-4 0-22,1 0 0,-1 0 0,1 0 0,-1 0 0,1 1 0,-1-1 0,0 0 0,0 0 0,0 0 0,0 0 0,0 0 0,0 1 0,0-1 0,0 0 0,0 0 1,-1 2-1,1 16-191,0 8 286,-1-1-1,0 1 1,-3-1-1,-5 27 1,-51 205 193,29-116-257,26-114 10,1 1 0,2 0 0,1 35 1,1-59-53,-43-5 1519,10 0-1417,13-2-112,-1 2-1,0 1 1,1 0 0,-1 1-1,1 2 1,0 0-1,0 1 1,-23 8 0,14 0-76,-66 33 73,87-42-147,0 1 1,0 0 0,1 1-1,0-1 1,0 1 0,0 1-1,1-1 1,-9 13 0,15-18 57,-1-1 0,1 0 1,0 0-1,0 0 0,0 1 0,0-1 1,-1 0-1,1 0 0,0 0 1,0 1-1,0-1 0,0 0 0,0 0 1,0 1-1,0-1 0,0 0 1,0 1-1,0-1 0,0 0 1,0 0-1,0 1 0,0-1 0,0 0 1,0 0-1,0 1 0,0-1 1,0 0-1,0 0 0,1 1 0,-1-1 1,0 0-1,0 0 0,0 0 1,0 1-1,0-1 0,1 0 0,-1 0 1,0 0-1,0 0 0,0 1 1,1-1-1,-1 0 0,0 0 1,0 0-1,1 0 0,-1 0 0,0 0 1,0 1-1,1-1 0,-1 0 1,0 0-1,0 0 0,1 0 0,-1 0 1,19 0-1040,-15 0 362,36 0-3576,-2 0-2363</inkml:trace>
</inkml:ink>
</file>

<file path=ppt/ink/ink4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3"/>
    </inkml:context>
    <inkml:brush xml:id="br0">
      <inkml:brushProperty name="width" value="0.025" units="cm"/>
      <inkml:brushProperty name="height" value="0.025" units="cm"/>
    </inkml:brush>
  </inkml:definitions>
  <inkml:trace contextRef="#ctx0" brushRef="#br0">0 2 3937,'0'0'14603,"7"0"-13608,2-1-783,4 1 48,-1 0 0,0 1 0,1 0 0,-1 0 0,0 2 0,18 4 0,56 23 472,1-4 0,162 27-1,-98-23-616,-42-15 771,-108-13-759,-9 0-99,-9 2-9,-43 3 71,0 2-1,1 4 1,-63 20 0,-164 79 155,276-108-224,-7 3 0,0 1-1,0 0 1,1 2-1,1-1 1,-18 15-1,33-24 25,0 0-1,0 0 1,0 0-1,-1 1 0,1-1 1,0 0-1,0 0 0,0 0 1,0 0-1,0 0 0,0 0 1,-1 0-1,1 0 1,0 1-1,0-1 0,0 0 1,0 0-1,0 0 0,0 0 1,0 0-1,0 1 0,0-1 1,0 0-1,0 0 1,0 0-1,0 0 0,0 0 1,0 1-1,0-1 0,0 0 1,0 0-1,0 0 0,0 0 1,0 1-1,0-1 1,0 0-1,0 0 0,0 0 1,0 0-1,0 0 0,0 1 1,0-1-1,0 0 0,1 0 1,-1 0-1,0 0 0,0 0 1,11 3 631,17-2-1636,-24-1 620,-4 0 316,19 0-2645,-7 0-3908,-7 0-262</inkml:trace>
</inkml:ink>
</file>

<file path=ppt/ink/ink4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4"/>
    </inkml:context>
    <inkml:brush xml:id="br0">
      <inkml:brushProperty name="width" value="0.025" units="cm"/>
      <inkml:brushProperty name="height" value="0.025" units="cm"/>
    </inkml:brush>
  </inkml:definitions>
  <inkml:trace contextRef="#ctx0" brushRef="#br0">339 915 3081,'0'0'15416,"0"-5"-14149,0-17-241,0 22-982,0-1 0,0 1 1,0-1-1,0 1 0,-1-1 0,1 1 1,0-1-1,0 1 0,-1-1 0,1 1 1,0 0-1,-1-1 0,1 1 0,0-1 1,-1 1-1,1 0 0,-1-1 0,1 1 1,0 0-1,-1 0 0,1-1 1,-1 1-1,1 0 0,-1 0 0,1 0 1,-1 0-1,1-1 0,-1 1 0,1 0 1,-1 0-1,1 0 0,-2 0 0,-22 0 180,16 1-88,-7-1-111,-11-1 95,-1 2-1,0 1 1,-38 7-1,57-7-97,0 0-1,0 0 0,1 1 0,-1 0 1,1 1-1,0 0 0,0 0 0,0 0 0,0 1 1,1 0-1,0 0 0,0 1 0,0 0 1,0 0-1,-8 13 0,12-15-22,-1 1 0,1-1 0,1 0 0,-1 1 0,1 0 0,0-1 0,0 1-1,0 0 1,0 0 0,1-1 0,0 1 0,0 0 0,0 0 0,2 9 0,-1-14-5,0 1 0,0 0 1,0 0-1,0-1 0,0 1 0,0 0 0,1-1 0,-1 1 1,0-1-1,0 1 0,0-1 0,1 0 0,-1 0 0,0 1 1,0-1-1,0 0 0,1 0 0,-1 0 0,0 0 0,0-1 1,3 1-1,29-4-17,-24 1 14,1-1-1,-1 0 1,-1 0 0,1-1-1,0 0 1,-1 0-1,0-1 1,-1 0 0,1 0-1,7-9 1,-6 7-26,148-141-3341,212-258 1,-230 225 370,-113 143 2831,-1-1 0,32-75 1,-43 67 3896,-44 71-2261,3 9-562,2 0-1,-33 56 1,-37 82 1101,71-124-1683,3 1 0,1 1 1,2 1-1,3 0 1,1 1-1,3 1 1,2 0-1,3 0 1,-1 74-1,6-85-306,3 49-166,-2-87 42,1-1 1,-1 1-1,1 0 1,-1-1-1,1 1 1,0 0-1,0-1 1,0 1-1,0-1 1,0 1-1,0-1 1,0 1-1,0-1 1,1 0-1,-1 0 1,0 0-1,1 0 1,-1 0-1,1 0 1,-1 0 0,1 0-1,0 0 1,-1-1-1,1 1 1,0 0-1,-1-1 1,1 0-1,0 1 1,2-1-1,8 1-941,-1 0 1,1 0-1,17-3 0,-11 1-647,20 1-3432</inkml:trace>
</inkml:ink>
</file>

<file path=ppt/ink/ink4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5"/>
    </inkml:context>
    <inkml:brush xml:id="br0">
      <inkml:brushProperty name="width" value="0.025" units="cm"/>
      <inkml:brushProperty name="height" value="0.025" units="cm"/>
    </inkml:brush>
  </inkml:definitions>
  <inkml:trace contextRef="#ctx0" brushRef="#br0">327 12 10962,'0'0'12951,"-28"-3"-12083,-89-5-205,111 8-623,1 0 1,0 1-1,-1 0 1,1 0-1,0 0 0,0 1 1,0-1-1,0 1 1,0 1-1,0-1 0,0 1 1,1 0-1,-1 0 1,-3 4-1,0 0 31,0 1 0,1 0 0,1 1 0,-10 14 1,8-10-12,1-2-49,0 0 0,2 0 1,-1 1-1,1-1 0,1 1 1,0 1-1,1-1 0,0 0 1,1 1-1,0 0 0,1 21 1,1-34-18,0 1 0,0 0-1,0 0 1,0-1 0,1 1 0,-1 0 0,0 0 0,1-1 0,-1 1 0,0 0 0,1-1 0,-1 1 0,1 0 0,-1-1 0,1 1 0,-1-1 0,1 1 0,-1-1-1,1 1 1,0-1 0,-1 1 0,1-1 0,0 0 0,0 1 0,-1-1 0,1 0 0,0 0 0,0 1 0,-1-1 0,1 0 0,1 0 0,29 2-272,-25-2 208,2 0 18,-1-1 1,1 1-1,0-1 0,-1-1 1,1 1-1,-1-2 0,0 1 0,1 0 1,-1-1-1,0-1 0,7-4 0,-4 1-14,1-1-1,-1 0 1,-1-1-1,0 0 1,14-18-1,-14 17 31,-6 8 40,-1-1 0,1 0 0,0 0 0,-1-1 1,0 1-1,0 0 0,0-1 0,0 0 0,2-6 0,-4 9 124,16 42-1079,-14-32 515,1 0 1,1-1 0,-1 1-1,1 0 1,1-1 0,0 0-1,6 8 1,-2-6-727,1 0 0,0-1 0,1 0 0,0-1 0,14 8 0,12 3-5499</inkml:trace>
</inkml:ink>
</file>

<file path=ppt/ink/ink4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6"/>
    </inkml:context>
    <inkml:brush xml:id="br0">
      <inkml:brushProperty name="width" value="0.025" units="cm"/>
      <inkml:brushProperty name="height" value="0.025" units="cm"/>
    </inkml:brush>
  </inkml:definitions>
  <inkml:trace contextRef="#ctx0" brushRef="#br0">305 1 3121,'0'0'16529,"-9"50"-14193,-33 165-456,28-141-751,3 0 0,-3 116-1,13-72-667,-5 88-241,6-202-241,0 1 1,-1 0-1,1-1 0,-1 1 1,0 0-1,-1-1 1,1 1-1,-4 7 1,4-11-105,-1 1-1,1-1 1,0 0 0,-1 1 0,1-1 0,-1 0 0,1 0 0,-1 0-1,0 0 1,1 0 0,-1 0 0,0 0 0,0 0 0,0-1-1,0 1 1,0-1 0,1 0 0,-1 1 0,0-1 0,0 0 0,0 0-1,-3 0 1,-6 0-1292,0 0 0,0-1 0,-20-3 0,26 2 882,1 0 1,-1 0-1,0 0 1,1 0-1,0 0 1,0-1-1,0 0 1,0 0-1,0 0 1,-5-6 0,-29-33-6147</inkml:trace>
</inkml:ink>
</file>

<file path=ppt/ink/ink4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7"/>
    </inkml:context>
    <inkml:brush xml:id="br0">
      <inkml:brushProperty name="width" value="0.025" units="cm"/>
      <inkml:brushProperty name="height" value="0.025" units="cm"/>
    </inkml:brush>
  </inkml:definitions>
  <inkml:trace contextRef="#ctx0" brushRef="#br0">0 109 7682,'0'0'9791,"61"-10"-7869,198-31-469,-55 16 193,-84 11-704,3-5 1976,-130 23-2898,0 0 1,0 1 0,1 0-1,-1 0 1,1 0 0,0 1 0,0 0-1,-8 10 1,-38 57-3,45-63-47,0 0 0,1 0 0,1 0 0,-1 1 1,2-1-1,0 1 0,0 0 0,0 1 0,2-1 0,-1 1 1,2-1-1,-1 16 0,2-26-25,1 0 1,-1-1-1,1 1 1,-1-1 0,1 1-1,-1-1 1,1 1-1,0-1 1,-1 0-1,1 1 1,0-1-1,0 0 1,-1 1-1,1-1 1,0 0-1,0 0 1,-1 0-1,1 0 1,0 0-1,0 0 1,-1 0-1,1 0 1,0 0-1,1 0 1,26 0-178,-22-1 119,-3 1 108,0-1 0,0 1 0,-1-1 0,1 0 1,0 0-1,-1 0 0,1-1 0,-1 1 1,1-1-1,-1 1 0,1-1 0,-1 0 0,0 0 1,0 0-1,0 0 0,0 0 0,0 0 0,-1 0 1,1-1-1,-1 1 0,1-1 0,-1 1 1,0-1-1,0 0 0,1-5 0,2-2 25,-1-1 1,0 1-1,-1-1 0,-1 0 1,2-18-1,3 6 1156,1 81-1163,-4-30 29,9 37 0,-11-58-146,1 0 0,1 0 0,-1 0 1,1 0-1,0-1 0,1 1 1,0-1-1,0 0 0,0 0 0,6 7 1,-2-6-689,0-1 1,0 0 0,1 0 0,0-1-1,0 0 1,0-1 0,0 0 0,13 4-1,22 0-5797</inkml:trace>
</inkml:ink>
</file>

<file path=ppt/ink/ink4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8"/>
    </inkml:context>
    <inkml:brush xml:id="br0">
      <inkml:brushProperty name="width" value="0.025" units="cm"/>
      <inkml:brushProperty name="height" value="0.025" units="cm"/>
    </inkml:brush>
  </inkml:definitions>
  <inkml:trace contextRef="#ctx0" brushRef="#br0">647 34 2737,'0'0'23375,"1"-5"-22545,3-16-281,-5 20-525,0 1-1,1-1 1,-1 1 0,1-1-1,-1 1 1,0-1 0,1 1-1,-1-1 1,0 1 0,0 0-1,1 0 1,-1-1 0,0 1-1,0 0 1,1 0-1,-1 0 1,0-1 0,0 1-1,0 0 1,1 0 0,-1 0-1,0 1 1,0-1 0,0 0-1,1 0 1,-2 1-1,-1-1 53,-58-1 287,12 0-240,-87 8-1,122-4-125,1 0 0,-23 8 0,32-10-15,0 1 0,0-1 0,0 1 0,0 0 0,1 0 0,-1 0 0,1 1 0,-1-1 0,1 1 0,0 0 0,0 0 0,-5 7 0,0 6-15,1 1 0,0-1 0,1 2 0,0-1 0,2 1 0,0 0 0,1 0 0,1 0 0,0 0 0,2 28 0,1 46 48,-4 137 2,0-190-15,-2-1 0,-1 1-1,-21 67 1,1-38 3,-2-1 1,-70 118-1,94-178-7,1-3 1,1 0-1,-1-1 0,1 1 1,0 0-1,1 1 0,-1-1 0,1 0 1,-1 0-1,0 8 0,17-12-86,22-1 132,-1-2 0,0-1 0,0-2 0,0-1-1,0-2 1,46-18 0,-73 23-48,-3 1-6,0 1-1,0 0 0,0 0 0,0 1 1,0-1-1,0 1 0,8 0 1,-13 1-298,-13 0-8644,-3 0 1954</inkml:trace>
</inkml:ink>
</file>

<file path=ppt/ink/ink4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89"/>
    </inkml:context>
    <inkml:brush xml:id="br0">
      <inkml:brushProperty name="width" value="0.025" units="cm"/>
      <inkml:brushProperty name="height" value="0.025" units="cm"/>
    </inkml:brush>
  </inkml:definitions>
  <inkml:trace contextRef="#ctx0" brushRef="#br0">1 111 10122,'0'0'11764,"12"-8"-11167,157-91 688,-169 99-1284,0-1 1,0 1-1,1 0 1,-1 0-1,0-1 1,1 1-1,-1 0 1,1 0-1,-1 0 1,0 0-1,1-1 1,-1 1-1,1 0 1,-1 0-1,0 0 1,1 0-1,-1 0 1,1 0-1,-1 0 1,1 0-1,-1 0 1,0 0-1,1 0 1,-1 0-1,1 0 1,-1 1-1,0-1 1,1 0-1,-1 0 1,1 0-1,-1 1 1,0-1-1,1 0 1,-1 0-1,0 1 1,1-1-1,-1 0 1,0 1-1,0-1 1,1 0-1,-1 1 1,0-1-1,0 0 1,0 1-1,1-1 1,-1 0-1,0 1 1,0-1-1,0 1 1,0-1-1,0 1 1,0-1-1,0 0 1,0 1-1,0-1 1,0 1-1,0-1 1,0 0-1,0 2 1,-3 37 0,1-19 12,2 65-100,0-83 42,0 0 1,0-1-1,1 1 1,-1 0 0,0-1-1,1 1 1,-1-1-1,1 1 1,0-1-1,-1 1 1,1-1 0,0 1-1,0-1 1,0 0-1,0 0 1,0 1-1,0-1 1,0 0 0,0 0-1,1 0 1,-1 0-1,0 0 1,1 0-1,-1 0 1,1-1-1,-1 1 1,1 0 0,-1-1-1,1 1 1,2 0-1,6 0-643,0 1 0,-1-1 0,1-1 0,11 0 1,-11 0-197,-6 0 187,1 0 1,0 0-1,-1 0 1,1-1-1,-1 0 0,10-2 1,-10 0-370,1 1 0,-1-1 0,0 0 1,0 0-1,0-1 0,5-4 0</inkml:trace>
</inkml:ink>
</file>

<file path=ppt/ink/ink4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0"/>
    </inkml:context>
    <inkml:brush xml:id="br0">
      <inkml:brushProperty name="width" value="0.025" units="cm"/>
      <inkml:brushProperty name="height" value="0.025" units="cm"/>
    </inkml:brush>
  </inkml:definitions>
  <inkml:trace contextRef="#ctx0" brushRef="#br0">1 6 4081,'0'0'19884,"21"-5"-19884,-16 5-32,6 0-304,10 5-1008,1 16-1033,-1-4-2664</inkml:trace>
</inkml:ink>
</file>

<file path=ppt/ink/ink4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1"/>
    </inkml:context>
    <inkml:brush xml:id="br0">
      <inkml:brushProperty name="width" value="0.025" units="cm"/>
      <inkml:brushProperty name="height" value="0.025" units="cm"/>
    </inkml:brush>
  </inkml:definitions>
  <inkml:trace contextRef="#ctx0" brushRef="#br0">139 1 6361,'0'0'14829,"3"20"-13786,22 169 754,-24-177-1936,0 0 0,1 0 0,0-1 0,1 1-1,1-1 1,0 0 0,6 13 0,-10-23-173,1-1 0,0 1 0,-1 0 0,1-1 0,0 1 0,0-1 0,0 1 0,-1 0 0,1-1 0,0 0 0,0 1 1,0-1-1,0 0 0,0 1 0,0-1 0,0 0 0,0 0 0,0 0 0,0 0 0,0 0 0,1 0 0,9 0-6164</inkml:trace>
  <inkml:trace contextRef="#ctx0" brushRef="#br0" timeOffset="1">139 1 416,'-139'240'16556,"139"-244"-14036,0-1-671,16 0-913,22-2-296,-1 2-192,1 0-168,-1 0-200,-5 5-80,0-5-184,-10-2-832,4-7-1641,-4-8-2648,-6 1-5113</inkml:trace>
</inkml:ink>
</file>

<file path=ppt/ink/ink4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3"/>
    </inkml:context>
    <inkml:brush xml:id="br0">
      <inkml:brushProperty name="width" value="0.025" units="cm"/>
      <inkml:brushProperty name="height" value="0.025" units="cm"/>
    </inkml:brush>
  </inkml:definitions>
  <inkml:trace contextRef="#ctx0" brushRef="#br0">1 0 10850,'0'0'13739,"0"188"-13371,0-162-232,0-4-80,0 0-56,0-1-256,0-4-1296,0-2-2769,0-3-3209</inkml:trace>
</inkml:ink>
</file>

<file path=ppt/ink/ink4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4"/>
    </inkml:context>
    <inkml:brush xml:id="br0">
      <inkml:brushProperty name="width" value="0.025" units="cm"/>
      <inkml:brushProperty name="height" value="0.025" units="cm"/>
    </inkml:brush>
  </inkml:definitions>
  <inkml:trace contextRef="#ctx0" brushRef="#br0">1 11 5697,'0'0'13997,"40"0"-12553,138 0-232,-49 0-237,49-1-156,-98-8-203,-80 9-617,1 1 0,0-1 1,-1 1-1,1-1 0,-1 1 0,1-1 1,-1 1-1,1 0 0,-1-1 0,1 1 0,-1 0 1,1-1-1,-1 1 0,0 0 0,1 0 1,-1-1-1,0 1 0,0 0 0,0 0 0,0 0 1,0-1-1,0 1 0,0 0 0,0 1 1,2 30 11,-2-22-4,19 236 368,10 296 32,-29-413 128,-22-140 23,11 4-548,0 1 1,0 0-1,-1 1 0,0 0 1,0 1-1,-1 0 1,1 1-1,-1 1 1,1 0-1,-1 0 1,-25 1-1,26 1-1,9-1-13,0 1 0,0 0 0,0 0 0,0 1-1,0-1 1,0 0 0,1 1 0,-6 1-1,6-1-1,1 0 0,0 0 0,0 0 0,0 0-1,0 0 1,0 0 0,0 1 0,0-1 0,0 0 0,0 0-1,1 1 1,-1-1 0,1 1 0,-1-1 0,1 0-1,-1 1 1,1-1 0,0 1 0,-1-1 0,1 3-1,-3 40-244,3-42 89,0 0-1,0 1 1,0-1 0,0 0 0,1 1 0,-1-1 0,1 0-1,-1 0 1,1 1 0,0-1 0,0 0 0,0 0-1,0 0 1,0 0 0,0 0 0,3 3 0,28 6-3895,5-3-2203</inkml:trace>
</inkml:ink>
</file>

<file path=ppt/ink/ink4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5"/>
    </inkml:context>
    <inkml:brush xml:id="br0">
      <inkml:brushProperty name="width" value="0.025" units="cm"/>
      <inkml:brushProperty name="height" value="0.025" units="cm"/>
    </inkml:brush>
  </inkml:definitions>
  <inkml:trace contextRef="#ctx0" brushRef="#br0">0 1 3921,'0'0'15510,"5"0"-14715,15 1-537,1 1 0,-1 1 0,1 1 0,-1 1 0,-1 1 0,1 1 1,-1 0-1,0 2 0,-1 0 0,0 1 0,24 17 0,-17-10-173,-1 2 0,0 1-1,-2 1 1,0 1 0,-2 0 0,0 2-1,20 32 1,-19-19-10,-2 2-1,-1 0 0,-2 1 1,-2 0-1,-1 2 0,-2-1 1,9 80-1,-7 18 353,-7 147-1,-6-264-364,-7 134 412,4-133-384,-1 0 0,-1 0 1,-1 0-1,-14 33 0,8-28 27,-2-1 0,-2 0-1,0 0 1,-2-2-1,0 0 1,-26 26 0,6-14 186,-2-1 1,-72 51-1,74-62-140,25-18-91,0 1-1,1 0 1,0 1-1,1 0 1,-19 21-1,23-19-33,8-10-44,-1 0-60,-2 14-1384,-18 22-4770,5-19-276</inkml:trace>
</inkml:ink>
</file>

<file path=ppt/ink/ink4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6"/>
    </inkml:context>
    <inkml:brush xml:id="br0">
      <inkml:brushProperty name="width" value="0.025" units="cm"/>
      <inkml:brushProperty name="height" value="0.025" units="cm"/>
    </inkml:brush>
  </inkml:definitions>
  <inkml:trace contextRef="#ctx0" brushRef="#br0">172 82 3833,'0'0'5921,"21"-8"-3791,67-26-366,-82 32-1385,-1-1 0,0 1 0,0-1-1,0 0 1,7-5 0,-11 7-97,-1 1 0,1-1 0,0 0 0,-1 1 0,1-1 0,-1 0 0,1 0-1,-1 0 1,1 0 0,-1 1 0,1-1 0,-1 0 0,0 0 0,0 0 0,1 0 0,-1 0 0,0 0 0,0-2 0,0 2 1084,-4 2-1293,1 0 0,-1-1 0,0 1 0,1-1 0,-1 0 0,0 0 0,1 0 0,-7-2 0,-6 1 19,8 2-81,0-1-1,0 2 1,0-1-1,0 1 1,0 1-1,1-1 1,-1 1-1,1 0 1,-12 7 0,-6 6-11,-29 24 1,50-38-10,0 1 0,0 0 1,0 0-1,0 1 0,1-1 1,-1 1-1,1-1 0,0 1 1,0 0-1,1 1 0,-1-1 1,1 0-1,0 1 0,0-1 1,0 1-1,0 0 0,1-1 1,0 1-1,-1 9 0,2-12 0,0-1 0,0 1 0,1-1-1,-1 0 1,0 1 0,1-1 0,-1 0-1,1 1 1,0-1 0,-1 0 0,1 1-1,0-1 1,0 0 0,0 0 0,0 0-1,0 0 1,0 0 0,0 0 0,0 0-1,0 0 1,0 0 0,0-1 0,1 1 0,-1 0-1,3 0 1,39 11-327,-32-10 223,33 4-668,65 3-1,23 2-1520,-128-10 2118,1-1-1,-1 1 1,1 1-1,-1-1 1,0 1-1,1 0 1,4 2-1,-8-3 162,0-1 0,-1 1 0,1-1 0,0 1 0,0 0 0,-1 0 0,1-1-1,-1 1 1,1 0 0,0 0 0,-1 0 0,1-1 0,-1 1 0,0 0 0,1 0 0,-1 0 0,0 0 0,0 0 0,1 0-1,-1 0 1,0 0 0,0 0 0,0 0 0,0 0 0,0 0 0,0 0 0,0 0 0,-1 0 0,1 0 0,0 0 0,-1-1-1,1 1 1,0 0 0,-1 0 0,1 0 0,-1 0 0,1 0 0,-1-1 0,-1 3 0,-4 3 82,0 0-1,-1 0 1,0 0 0,0-1 0,0 0 0,-1 0 0,1-1-1,-11 5 1,4-2 123,-302 158 2946,298-154-3026,15-9-95,1 0 1,-1 0 0,0 0 0,0-1-1,0 1 1,0-1 0,0 0 0,0 1-1,-3-1 1,5-1-200,4-2-2497,15-10-402,4-12-1830</inkml:trace>
</inkml:ink>
</file>

<file path=ppt/ink/ink4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7"/>
    </inkml:context>
    <inkml:brush xml:id="br0">
      <inkml:brushProperty name="width" value="0.025" units="cm"/>
      <inkml:brushProperty name="height" value="0.025" units="cm"/>
    </inkml:brush>
  </inkml:definitions>
  <inkml:trace contextRef="#ctx0" brushRef="#br0">3 226 8306,'0'0'11840,"0"18"-10763,-1 10-737,0-5-77,1 0 1,3 23 0,-3-43-240,0 0 0,0 0 0,1 0 0,-1 0 0,1-1 0,0 1 0,0 0 0,0 0 0,0-1 0,0 1 0,0-1 0,1 1 0,-1-1 0,1 0 0,0 1 0,0-1 0,0 0 0,0 0 0,3 3 0,0-3-17,-1 0 1,0 0 0,1-1-1,-1 1 1,1-1 0,0 0-1,0-1 1,-1 1 0,1-1 0,9 0-1,0 0 11,0-1 1,-1 0-1,1-1 0,-1 0 0,0-1 0,0-1 1,0 0-1,0-1 0,0 0 0,17-11 0,-16 9-76,3-3-120,0 1-1,22-7 1,-33 14 144,0 0 0,0 1 0,0 0 0,0 0 0,0 0 0,0 1 0,1 0 0,-1 0 0,0 0 0,0 1 0,8 1 0,-6 2 33,0 0 0,-1 1 0,1 0 0,-1 0 0,0 1 0,0 0 0,-1 0 0,0 0 1,10 14-1,9 7 2,7 4-41,-31-30 65,-1-4-12,-5-408-513,5 409 501,0-5 4,0 0 1,0 1-1,1-1 1,2-12-1,-3 19-7,0 0 0,1 0 0,-1 0 0,0 0 0,0 0 0,0 0 0,0 1 0,0-1 0,1 0 0,-1 0 0,0 0 0,0 0 0,0 0 0,0 0 0,0 0 0,1 0 0,-1 0 0,0 0 0,0 0 0,0 0 0,0 0-1,1 0 1,-1 0 0,0 0 0,0 0 0,0 0 0,1 0 0,-1 0 0,0 0 0,0 0 0,0 0 0,0 0 0,0 0 0,1 0 0,-1 0 0,0-1 0,0 1 0,0 0 0,0 0 0,0 0 0,1 0 0,-1 0 0,0 0 0,0-1 0,0 1 0,0 0 0,0 0 0,0 0-1,0 0 1,0 0 0,0-1 0,0 1 0,0 0 0,0 0 0,1 0 0,-1 0 0,0-1 0,0 1 0,-1 0 0,6 12-26,-5-11 36,1 4-31,1 4 44,1 0 0,0-1 1,0 1-1,7 12 1,-9-19-73,0 1 0,1-1 1,0 0-1,-1 0 0,1 0 1,0 0-1,0 0 0,0-1 1,0 1-1,0 0 0,1-1 1,-1 0-1,0 1 0,1-1 1,-1 0-1,1 0 0,-1 0 0,1-1 1,0 1-1,4 0 0,18 1-1615,-1-1 0,1-1-1,-1-1 1,1-2 0,32-6-1,-3-7-4742</inkml:trace>
</inkml:ink>
</file>

<file path=ppt/ink/ink4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8"/>
    </inkml:context>
    <inkml:brush xml:id="br0">
      <inkml:brushProperty name="width" value="0.025" units="cm"/>
      <inkml:brushProperty name="height" value="0.025" units="cm"/>
    </inkml:brush>
  </inkml:definitions>
  <inkml:trace contextRef="#ctx0" brushRef="#br0">274 1 6177,'0'0'13746,"-29"0"-10267,18 1-3373,0 0 0,0 1 0,0 0 0,1 1 0,-1 0 0,0 1 0,1 0 0,0 1 0,-13 8-1,7-4-59,1 1-1,0 1 0,1 0 0,0 1 0,-14 15 0,25-22-51,0-1-1,1 0 1,-1 1 0,1-1-1,0 1 1,0 0 0,1 0-1,-1-1 1,1 1 0,0 0-1,0 1 1,1-1 0,-1 0-1,1 0 1,1 10 0,-1-12-5,1-2 4,-1-1 0,1 1 0,0 0 0,-1 0 0,1-1 0,0 1 0,0 0 1,-1-1-1,1 1 0,0-1 0,0 1 0,0-1 0,0 1 0,0-1 0,0 0 0,0 1 0,0-1 0,0 0 0,0 0 0,0 0 0,0 0 1,0 0-1,0 0 0,0 0 0,0 0 0,1 0 0,2 0-22,25 2-130,0-1-1,0-1 1,30-4 0,-50 3 93,-1-1 1,1 0-1,-1 0 0,1 0 1,-1-1-1,0 0 1,0-1-1,0 0 1,-1 0-1,1-1 1,-1 0-1,0 0 1,0 0-1,9-11 1,-3 5 1285,-12 23 724,-1 4-2407,-2 11 429,1 20-376,5-21-2785,6-15-1098,5-5-1193</inkml:trace>
</inkml:ink>
</file>

<file path=ppt/ink/ink4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499"/>
    </inkml:context>
    <inkml:brush xml:id="br0">
      <inkml:brushProperty name="width" value="0.025" units="cm"/>
      <inkml:brushProperty name="height" value="0.025" units="cm"/>
    </inkml:brush>
  </inkml:definitions>
  <inkml:trace contextRef="#ctx0" brushRef="#br0">118 0 10162,'0'0'10293,"0"45"-8974,0 148-349,0-103-276,2-6-367,-4-1 1,-20 131-1,20-204-463,0 1 1,0-1-1,-1 0 1,-1 0-1,1-1 1,-2 1-1,-6 10 1,11-18-32,-1-1 0,0 0 0,0 0 0,0 0 0,0 0 0,0 0 0,0 0 0,0-1 0,0 1 0,0 0 0,-1 0 0,1-1 0,0 1 0,0-1 0,-1 1 0,1-1 0,0 1 0,-1-1 0,1 0 0,0 0 0,-1 0 0,1 0 0,0 0 0,-1 0 0,1 0 0,-1 0 0,1 0 0,-2-1 0,1 0-31,1 0 0,-1 0 0,0 0 0,1 0 0,-1 0 0,1 0 0,0 0 0,-1-1 1,1 1-1,0 0 0,0-1 0,0 1 0,-1-1 0,2 1 0,-1-1 0,0 0 0,0 1 0,0-1 0,1 0 0,-1 0 0,1 0 1,0 1-1,-1-1 0,1 0 0,0-2 0,-2-166-6162,2 80 997</inkml:trace>
</inkml:ink>
</file>

<file path=ppt/ink/ink4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0"/>
    </inkml:context>
    <inkml:brush xml:id="br0">
      <inkml:brushProperty name="width" value="0.025" units="cm"/>
      <inkml:brushProperty name="height" value="0.025" units="cm"/>
    </inkml:brush>
  </inkml:definitions>
  <inkml:trace contextRef="#ctx0" brushRef="#br0">1 84 3225,'146'-64'8711,"-130"59"-7669,1 1 0,-1 1 0,1 0 0,0 1 0,0 1 0,0 0 0,19 2 0,-9-1 3,-24 0-954,-1 1-1,1-1 1,0 0 0,-1 1 0,1-1 0,0 1 0,-1 0 0,1 0 0,-1 0 0,1 0 0,-1 0 0,0 1 0,1-1 0,-1 1 0,0-1 0,0 1 0,0 0 0,0 0 0,0 0 0,-1 0 0,1 0 0,-1 0 0,1 1 0,-1-1 0,0 0-1,0 1 1,0-1 0,0 1 0,0 0 0,0-1 0,-1 1 0,1-1 0,-1 1 0,0 0 0,0 0 0,0-1 0,0 1 0,0 0 0,0-1 0,-1 1 0,0 0 0,1-1 0,-3 5 0,2-5-36,0 0 1,0 0 0,0-1 0,0 1-1,0 0 1,0-1 0,-1 1 0,1 0 0,-1-1-1,1 0 1,-1 1 0,0-1 0,1 0-1,-1 0 1,-2 1 0,-35 14 311,18-8-239,-144 60 45,131-62-1204,19-6-4441,10 0 1890,0 0-2946</inkml:trace>
</inkml:ink>
</file>

<file path=ppt/ink/ink4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1"/>
    </inkml:context>
    <inkml:brush xml:id="br0">
      <inkml:brushProperty name="width" value="0.025" units="cm"/>
      <inkml:brushProperty name="height" value="0.025" units="cm"/>
    </inkml:brush>
  </inkml:definitions>
  <inkml:trace contextRef="#ctx0" brushRef="#br0">636 1 8058,'0'0'9250,"-272"161"-7074,170-65-591,6 10-441,21 7-128,16-7-336,32-2-320,22-15-192,5-3-120,0-11-48,5-1-8,17-9-432,-1 0-832,6 3-801,0-20-1911,-6-10-1490</inkml:trace>
</inkml:ink>
</file>

<file path=ppt/ink/ink4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2"/>
    </inkml:context>
    <inkml:brush xml:id="br0">
      <inkml:brushProperty name="width" value="0.025" units="cm"/>
      <inkml:brushProperty name="height" value="0.025" units="cm"/>
    </inkml:brush>
  </inkml:definitions>
  <inkml:trace contextRef="#ctx0" brushRef="#br0">332 792 4657,'0'0'17602,"-17"-9"-16939,-63-26-148,75 33-475,-1 1 1,0-1-1,0 2 0,1-1 1,-1 0-1,0 1 0,0 0 1,0 1-1,1-1 0,-1 1 1,0 0-1,0 1 0,1-1 1,-1 1-1,1 0 0,0 1 1,-1-1-1,1 1 0,0 0 1,0 0-1,-5 5 0,-3 3 13,0 1-1,1 0 0,1 0 0,0 1 0,-13 20 0,21-27-61,0-1 0,0 0-1,0 1 1,1 0 0,0 0-1,0 0 1,0 0 0,1 0-1,0 0 1,0 0 0,1 0-1,0 9 1,4-13-114,7-2 13,-3 1 70,0-1-1,-1 0 1,1-1-1,0 0 1,0 0 0,-1 0-1,1-1 1,-1 0 0,1-1-1,-1 1 1,13-8-1,9-9-229,-1-2 0,-1-1 0,-1 0 0,-2-2 0,40-49 0,-30 30-197,-3-2 0,-2-1 0,24-51 0,-34 57 167,-2-1 0,-2 0 0,-2-1 0,-2-1 1,8-53-1,-12 32 1584,0-87 0,-12 240-453,-5-1 0,-33 144 0,35-194-719,-50 182 726,18-77-413,40-142-434,-2 5-60,0-1-1,1 1 1,0 0 0,0 0 0,0 0-1,1 0 1,0 0 0,0 0-1,2 10 1,8-14-1821,27-4-2117,6-8-1682</inkml:trace>
</inkml:ink>
</file>

<file path=ppt/ink/ink4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3"/>
    </inkml:context>
    <inkml:brush xml:id="br0">
      <inkml:brushProperty name="width" value="0.025" units="cm"/>
      <inkml:brushProperty name="height" value="0.025" units="cm"/>
    </inkml:brush>
  </inkml:definitions>
  <inkml:trace contextRef="#ctx0" brushRef="#br0">178 0 8546,'0'0'15921,"-12"1"-15620,-38 4-140,46-4-145,-1 0 0,1 0 0,-1 1-1,1 0 1,0 0 0,0 0 0,0 0 0,0 0-1,0 1 1,0 0 0,1 0 0,-1 0-1,1 0 1,-3 5 0,-2 1 4,1 1 0,1-1 0,-10 20-1,13-20-29,0-1-1,0 1 1,1-1-1,0 1 1,1 0-1,0 0 0,0 0 1,1 0-1,0 11 1,0-19 3,1 0-13,-1 0 0,0 0 0,1 0 0,-1 0 0,1 0 0,0 0 0,-1 0 0,1 0 0,0 0 0,0 0 0,-1 0 0,1-1 0,0 1 0,0 0 0,0-1 0,0 1 0,0 0 0,0-1 0,0 1 0,0-1 0,0 0 0,0 1 0,1-1-1,-1 0 1,0 0 0,0 1 0,0-1 0,0 0 0,0 0 0,2-1 0,47 2-634,-39-2 573,189-6-156,-187 8-19,-1 0 0,1 1 0,20 6 0,17 2-1765,-3-4-1338,-8-5-1886</inkml:trace>
</inkml:ink>
</file>

<file path=ppt/ink/ink4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4"/>
    </inkml:context>
    <inkml:brush xml:id="br0">
      <inkml:brushProperty name="width" value="0.025" units="cm"/>
      <inkml:brushProperty name="height" value="0.025" units="cm"/>
    </inkml:brush>
  </inkml:definitions>
  <inkml:trace contextRef="#ctx0" brushRef="#br0">182 1 12067,'0'0'10267,"0"46"-8465,1 26-1229,-3 200 1276,-9-161-1065,-39 169 0,48-272-784,-1 10-57,-2 10-237,-2 1 0,0-1 0,-2 0 0,-18 38 0,27-64 25,-1-1 1,0 0-1,0 1 0,0-1 1,1 0-1,-1 0 1,0 0-1,-1 0 0,1 0 1,0 0-1,0 0 0,0 0 1,-1 0-1,1 0 0,0-1 1,-1 1-1,1 0 1,0-1-1,-1 1 0,1-1 1,-1 0-1,1 0 0,-1 1 1,1-1-1,-1 0 1,1 0-1,-1 0 0,1 0 1,-3-1-1,-5 1-2612,-2 0-4840</inkml:trace>
</inkml:ink>
</file>

<file path=ppt/ink/ink4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5"/>
    </inkml:context>
    <inkml:brush xml:id="br0">
      <inkml:brushProperty name="width" value="0.025" units="cm"/>
      <inkml:brushProperty name="height" value="0.025" units="cm"/>
    </inkml:brush>
  </inkml:definitions>
  <inkml:trace contextRef="#ctx0" brushRef="#br0">1 84 8906,'0'0'7192,"56"-9"-5191,180-28-426,-1 0 1917,-229 36-1499,-10 3-1404,-22 12-562,15 2-5,0 0 1,1 1-1,1 0 1,1 0-1,-12 33 1,17-41-93,1 0 1,0 0 0,0 0 0,1 0 0,0 0 0,0 11-1,1-19-94,17-1-357,19 0 730,-35 0-85,10 10-1004,-9-8 486,1 1 0,-1-1 0,0 0 0,1 0-1,-1 0 1,1 0 0,0 0 0,0 0 0,-1-1 0,1 1-1,4 1 1,22 5-5918,-3-3-2862</inkml:trace>
</inkml:ink>
</file>

<file path=ppt/ink/ink4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6"/>
    </inkml:context>
    <inkml:brush xml:id="br0">
      <inkml:brushProperty name="width" value="0.025" units="cm"/>
      <inkml:brushProperty name="height" value="0.025" units="cm"/>
    </inkml:brush>
  </inkml:definitions>
  <inkml:trace contextRef="#ctx0" brushRef="#br0">595 0 8690,'0'0'14411,"-15"1"-13876,-228 8 897,-17-9-816,260 0-617,-1 0 1,0 0-1,1 1 0,-1-1 0,0 0 0,1 0 1,-1 1-1,1-1 0,-1 0 0,1 1 1,-1-1-1,1 0 0,-1 1 0,1-1 0,-1 1 1,1-1-1,-1 1 0,1-1 0,0 1 0,-1-1 1,1 1-1,0-1 0,-1 1 0,1 0 1,0-1-1,0 2 0,-5 18-5,4-14 4,-10 29 2,1 0 0,2 0 1,-6 64-1,3 112 15,8-124-10,2 135 6,1-107 51,0-114-45,13 0 152,-1-1 1,0-1 0,0 0-1,1 0 1,-1-2-1,0 1 1,-1-1 0,20-8-1,-18 5-122,-9 3-109,0 1 0,0 0 0,0 0 0,0 1 0,1-1 0,-1 1 0,1 0 0,-1 0 0,1 1-1,4-1 1,-9 17-5275,0-1-1115</inkml:trace>
</inkml:ink>
</file>

<file path=ppt/ink/ink4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7"/>
    </inkml:context>
    <inkml:brush xml:id="br0">
      <inkml:brushProperty name="width" value="0.025" units="cm"/>
      <inkml:brushProperty name="height" value="0.025" units="cm"/>
    </inkml:brush>
  </inkml:definitions>
  <inkml:trace contextRef="#ctx0" brushRef="#br0">1 128 8482,'0'0'13248,"28"-16"-13044,14-6-149,84-50 82,-104 55-53,-21 16-4,-3 24 388,-3-1-357,1-5-162,0 0 0,1 0 0,0 28 0,3-5-2207,0-12-3865,0-18-1216</inkml:trace>
</inkml:ink>
</file>

<file path=ppt/ink/ink4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8"/>
    </inkml:context>
    <inkml:brush xml:id="br0">
      <inkml:brushProperty name="width" value="0.025" units="cm"/>
      <inkml:brushProperty name="height" value="0.025" units="cm"/>
    </inkml:brush>
  </inkml:definitions>
  <inkml:trace contextRef="#ctx0" brushRef="#br0">0 22 14779,'0'0'9402,"0"-22"-11194</inkml:trace>
</inkml:ink>
</file>

<file path=ppt/ink/ink4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09"/>
    </inkml:context>
    <inkml:brush xml:id="br0">
      <inkml:brushProperty name="width" value="0.025" units="cm"/>
      <inkml:brushProperty name="height" value="0.025" units="cm"/>
    </inkml:brush>
  </inkml:definitions>
  <inkml:trace contextRef="#ctx0" brushRef="#br0">0 338 11170,'147'-251'2962,"-120"207"-1655,-21 38-48,96 0 4077,-1-6-3410,-32 3-969,72 0 1,-140 9-906,0 2-48,1 0 0,-1 0 1,0 0-1,1 1 0,-1-1 0,0 0 1,-1 1-1,1-1 0,0 1 0,-1-1 1,1 1-1,-1-1 0,0 1 0,0-1 1,0 1-1,0-1 0,-1 4 0,2 7 43,5 401 277,-8-246-326,3-122 1,-3 0-1,-1-1 0,-10 46 1,13-90-4,-1-1 1,1 1-1,-1-1 1,1 1-1,-1 0 1,0-1-1,1 1 0,-1-1 1,1 0-1,-1 1 1,0-1-1,0 1 1,1-1-1,-1 0 1,0 0-1,0 1 1,1-1-1,-1 0 1,0 0-1,0 0 1,1 0-1,-1 0 1,0 0-1,0 0 1,-1 0-1,-22-3 169,18 1-136,0 0 0,-1-1-1,1 0 1,1 0-1,-11-8 1,12 8-37,-1 0 0,1 0-1,-1 0 1,1 1 0,-1-1 0,0 1 0,0 0 0,0 1 0,0-1-1,0 1 1,-1 0 0,-6 0 0,10 1-129,0-1-1,0 1 1,0 0-1,0 0 1,0 1 0,0-1-1,1 0 1,-1 1-1,0-1 1,0 1 0,0 0-1,0-1 1,-2 3-1,3-2-39,0 0-1,0 1 0,0-1 1,0 1-1,1-1 0,-1 1 0,1-1 1,-1 1-1,1-1 0,-1 1 1,1 0-1,0-1 0,0 1 0,0 2 1,-1 29-3919,1-6-1644</inkml:trace>
</inkml:ink>
</file>

<file path=ppt/ink/ink4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0"/>
    </inkml:context>
    <inkml:brush xml:id="br0">
      <inkml:brushProperty name="width" value="0.025" units="cm"/>
      <inkml:brushProperty name="height" value="0.025" units="cm"/>
    </inkml:brush>
  </inkml:definitions>
  <inkml:trace contextRef="#ctx0" brushRef="#br0">423 0 11859,'0'0'13362,"-289"214"-13386,220-144-1400,5-17-4009</inkml:trace>
</inkml:ink>
</file>

<file path=ppt/ink/ink4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1"/>
    </inkml:context>
    <inkml:brush xml:id="br0">
      <inkml:brushProperty name="width" value="0.025" units="cm"/>
      <inkml:brushProperty name="height" value="0.025" units="cm"/>
    </inkml:brush>
  </inkml:definitions>
  <inkml:trace contextRef="#ctx0" brushRef="#br0">179 1095 5145,'0'0'15785,"1"-5"-14253,3-59 1833,-4 63-3341,-1 0-1,0-1 1,0 1-1,0 0 1,0 0 0,0 0-1,0 0 1,0 0 0,0 0-1,0 0 1,0 1 0,0-1-1,-1 0 1,1 1 0,0-1-1,-1 1 1,1-1 0,0 1-1,-1-1 1,1 1 0,-1 0-1,1 0 1,0 0-1,-1 0 1,-2 0 0,-44-3 253,48 3-276,-19 0 52,11-1-42,0 1-1,0 0 1,0 0 0,-11 2 0,18-2-14,-1 1 1,1-1 0,-1 0-1,1 1 1,-1-1 0,1 1-1,0 0 1,-1-1 0,1 1-1,0 0 1,0 0 0,0 0-1,-1 0 1,1 0 0,0 0-1,0 0 1,0 0 0,0 1-1,1-1 1,-1 0 0,0 0-1,1 1 1,-1-1 0,0 1-1,1-1 1,-1 0 0,1 1-1,-1 2 1,1 0-4,-2 33-30,2-36 33,0 0 1,0 0 0,0 0 0,0 0-1,0 1 1,1-1 0,-1 0 0,0 0-1,1 0 1,-1 0 0,1 0 0,-1 0-1,1 0 1,-1 0 0,1 0 0,0 0-1,-1 0 1,1 0 0,0 0 0,0-1-1,0 1 1,0 0 0,0-1 0,0 1-1,0 0 1,0-1 0,2 2 0,9 0-58,0-1 1,0 1 0,0-2 0,1 0-1,-1 0 1,0-1 0,0-1 0,0 0-1,0 0 1,0-1 0,0-1 0,0 0-1,-1-1 1,0 0 0,19-11-1,3-9-433,-1-1 0,-2-1 0,-1-2 0,-1-1-1,-1-1 1,-2-1 0,-1-2 0,-1 0-1,25-54 1,-20 28-269,-2-2 0,-3 0 1,-3-2-1,-2 0 0,8-68 0,-18 72 1343,-2-119 0,-6 152 790,-5 29-264,1 1-993,0 0 0,0 1 1,0 0-1,0-1 0,1 1 1,-1 0-1,1 1 0,0-1 1,1 0-1,-1 1 0,1 0 1,-1 0-1,1-1 0,-2 10 1,-2 1 127,-30 77 679,5 0-1,3 2 1,-17 112 0,27-80-683,-5 253 0,23-366-202,0-10-171,-1 1 0,1 0 0,0-1 0,0 1 0,1-1-1,-1 1 1,1-1 0,0 1 0,2 5 0,-2-7-5,1-1 0,-1 0 0,1 0 0,-1 0 0,1 0 0,-1 0 0,1 0 0,0-1 0,-1 1 0,1 0 0,0-1 0,0 1 0,-1-1 0,1 0 0,0 0 0,0 0 0,0 0 0,-1 0 0,1 0 0,3 0 0,38-2-3761,-1-6-938</inkml:trace>
</inkml:ink>
</file>

<file path=ppt/ink/ink4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2"/>
    </inkml:context>
    <inkml:brush xml:id="br0">
      <inkml:brushProperty name="width" value="0.025" units="cm"/>
      <inkml:brushProperty name="height" value="0.025" units="cm"/>
    </inkml:brush>
  </inkml:definitions>
  <inkml:trace contextRef="#ctx0" brushRef="#br0">209 0 9154,'0'0'14568,"-26"11"-13789,-80 37-256,102-47-504,0 1 0,1 0 0,-1 0 1,1 0-1,-1 0 0,1 0 0,0 1 0,0-1 0,0 1 0,0 0 0,1 0 0,-1 0 1,1 0-1,0 1 0,0-1 0,0 0 0,0 1 0,0 0 0,1-1 0,0 1 1,-2 7-1,-4 10-3,5-13-28,0 0-1,0 0 0,0 0 0,1-1 0,0 1 0,1 1 1,0 10-1,9-19-663,-4-1 583,0 1 1,1-1 0,-1-1-1,0 1 1,0-1 0,1 0-1,-1 0 1,-1 0 0,1-1-1,0 0 1,-1 0 0,1 0-1,6-6 1,-2 1 3,-1 0-1,0-1 0,-1 1 1,0-2-1,11-17 1,-18 27 90,0 0 1,0 0-1,0 0 1,0 0-1,0 0 1,0 0-1,0 0 1,0 1-1,1-1 1,-1 0-1,0 0 1,0 0-1,0 0 1,0 0-1,0 0 1,0 0-1,0 0 1,0 0-1,0 0 0,0 0 1,0 1-1,0-1 1,0 0-1,0 0 1,0 0-1,1 0 1,-1 0-1,0 0 1,0 0-1,0 0 1,0 0-1,0 0 1,0 0-1,0 0 1,0 0-1,0 0 1,1 0-1,-1 0 1,0 0-1,0 0 1,0 0-1,0 0 1,0 0-1,0 0 0,0 0 1,0 0-1,0 0 1,1 0-1,-1 0 1,0 0-1,0-1 1,0 1-1,0 0 1,0 0-1,0 0 1,0 0-1,0 0 1,0 0-1,0 0 1,0 0-1,0 0 1,0 0-1,0-1 1,3 17 208,-3 20 116,0-35-325,-1 35-535,0-13-786,1-1 0,3 28 0,-3-46 1010,1 1 1,-1 0-1,1-1 1,0 1 0,1-1-1,-1 0 1,1 1-1,0-1 1,0 0 0,1 0-1,-1 0 1,1 0 0,0 0-1,0-1 1,0 1-1,5 3 1,13 5-6461</inkml:trace>
</inkml:ink>
</file>

<file path=ppt/ink/ink4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3"/>
    </inkml:context>
    <inkml:brush xml:id="br0">
      <inkml:brushProperty name="width" value="0.025" units="cm"/>
      <inkml:brushProperty name="height" value="0.025" units="cm"/>
    </inkml:brush>
  </inkml:definitions>
  <inkml:trace contextRef="#ctx0" brushRef="#br0">214 0 10730,'0'0'14043,"-59"279"-12482,54-178-649,0-4-376,-1-6-160,-4-7-184,-1-19-144,6-7-40,-6-10-8,0-9 0,0-13-264,-5-4-672,-5-5-929,0-13-1215,-1-4-3850</inkml:trace>
</inkml:ink>
</file>

<file path=ppt/ink/ink4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4"/>
    </inkml:context>
    <inkml:brush xml:id="br0">
      <inkml:brushProperty name="width" value="0.025" units="cm"/>
      <inkml:brushProperty name="height" value="0.025" units="cm"/>
    </inkml:brush>
  </inkml:definitions>
  <inkml:trace contextRef="#ctx0" brushRef="#br0">0 116 9298,'0'0'8492,"61"-10"-6901,197-35-624,40 0 4,-269 38-877,22-1 1727,-64 9-1664,0 1 0,0 0 0,1 1 0,-1 1-1,1 0 1,0 0 0,0 1 0,0 1 0,0 0-1,1 1 1,0 0 0,1 0 0,0 1 0,-19 19 0,10-8-152,1 1 1,0 1 0,2 0 0,0 1 0,1 1 0,-15 34 0,27-51-63,1 0 1,0 0-1,1 0 0,-1 1 0,1-1 1,1 1-1,-1-1 0,1 14 0,25-20-964,-11 0 872,1-2 0,-1 0 0,0 0 0,0-1 0,-1-1 0,1 0 0,-1-1 0,1-1 1,-2 0-1,1-1 0,15-10 0,-17 10 62,13-7 26,41-33-1,-65 47 88,0 0 0,0 0-1,1 0 1,-1 0-1,0 0 1,0-1-1,0 1 1,0 0 0,0 0-1,0 0 1,0 0-1,0 0 1,0 0-1,1 0 1,-1 0 0,0-1-1,0 1 1,0 0-1,0 0 1,0 0-1,0 0 1,1 0 0,-1 0-1,0 0 1,0 0-1,0 0 1,0 0-1,0 0 1,1 0 0,-1 0-1,0 0 1,0 0-1,0 0 1,0 0 0,1 0-1,-1 0 1,0 0-1,0 0 1,0 0-1,0 0 1,0 0 0,0 1-1,1-1 1,-1 0-1,0 0 1,0 0-1,0 0 1,0 0 0,0 0-1,0 0 1,0 0-1,0 1 1,1-1-1,-1 0 1,0 10 399,0-8-516,-2 114 360,0-55-1862,1-3-4802,1-39-852</inkml:trace>
</inkml:ink>
</file>

<file path=ppt/ink/ink4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5"/>
    </inkml:context>
    <inkml:brush xml:id="br0">
      <inkml:brushProperty name="width" value="0.025" units="cm"/>
      <inkml:brushProperty name="height" value="0.025" units="cm"/>
    </inkml:brush>
  </inkml:definitions>
  <inkml:trace contextRef="#ctx0" brushRef="#br0">435 3 13659,'0'0'11821,"-27"0"-11374,-8-1-310,9-1-31,0 2-1,0 1 0,0 1 1,-27 6-1,29-3-53,0 1 1,1 0-1,0 2 1,0 0-1,1 2 0,-24 14 1,44-22-59,-1-1-1,1 1 1,0 0 0,0 1 0,0-1 0,0 0 0,0 0 0,0 1 0,1-1-1,-1 1 1,1 0 0,0-1 0,0 1 0,0 0 0,0 0 0,0 0 0,0 0-1,0 3 1,1 5-28,-1 0 0,1-1 0,3 18-1,-3-25 34,1 2-6,1 1 0,0-1 0,0 1-1,1-1 1,-1 0 0,1 0 0,0 0 0,1 0 0,-1-1 0,1 1-1,0-1 1,0 0 0,0 0 0,8 6 0,24 26-77,-28-24 66,0 0 0,0 1 0,-2-1-1,1 2 1,-2-1 0,0 0 0,0 1 0,-1 0-1,2 20 1,-2-8 10,-2 0-1,-1-1 0,-2 1 1,-4 39-1,2-50 14,0-1-1,-1 1 1,-11 25-1,10-28 1,0 0 1,1-1-1,1 1 0,0 1 0,0-1 0,-1 23 1,5-34-6,-1-1 1,0 0-1,0 1 1,0-1-1,0 0 1,0 1 0,0-1-1,0 0 1,1 0-1,-1 1 1,0-1-1,0 0 1,0 0 0,1 1-1,-1-1 1,0 0-1,0 0 1,1 1-1,-1-1 1,0 0 0,0 0-1,1 0 1,-1 0-1,0 1 1,1-1-1,-1 0 1,0 0 0,1 0-1,-1 0 1,0 0-1,0 0 1,1 0-1,-1 0 1,0 0 0,1 0-1,-1 0 1,0 0-1,1 0 1,-1 0-1,0 0 1,1-1-1,-1 1 1,2 0 8,30 1 112,32-1-1462,-24-6-4019,-23 1 80</inkml:trace>
</inkml:ink>
</file>

<file path=ppt/ink/ink4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6"/>
    </inkml:context>
    <inkml:brush xml:id="br0">
      <inkml:brushProperty name="width" value="0.025" units="cm"/>
      <inkml:brushProperty name="height" value="0.025" units="cm"/>
    </inkml:brush>
  </inkml:definitions>
  <inkml:trace contextRef="#ctx0" brushRef="#br0">0 61 10986,'0'0'8552,"21"-9"-8451,95-41 40,-114 49 53,-5 1-56,2 0-128,0 0-1,0 0 0,0 0 0,0 1 1,0-1-1,0 0 0,0 1 0,1-1 1,-1 0-1,0 1 0,0-1 1,0 1-1,0 0 0,0-1 0,1 1 1,-1 0-1,0-1 0,0 1 0,1 0 1,-1 0-1,1-1 0,-2 3 0,-8 28 125,6 39-80,4-65-63,0 93-3281,2-86-377,12-10-2991</inkml:trace>
</inkml:ink>
</file>

<file path=ppt/ink/ink4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7"/>
    </inkml:context>
    <inkml:brush xml:id="br0">
      <inkml:brushProperty name="width" value="0.025" units="cm"/>
      <inkml:brushProperty name="height" value="0.025" units="cm"/>
    </inkml:brush>
  </inkml:definitions>
  <inkml:trace contextRef="#ctx0" brushRef="#br0">6 1 11162,'0'0'11635,"-6"60"-11635,6-41-360,0 10-1089,0-10-2327,22-7-2642</inkml:trace>
</inkml:ink>
</file>

<file path=ppt/ink/ink4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18"/>
    </inkml:context>
    <inkml:brush xml:id="br0">
      <inkml:brushProperty name="width" value="0.025" units="cm"/>
      <inkml:brushProperty name="height" value="0.025" units="cm"/>
    </inkml:brush>
  </inkml:definitions>
  <inkml:trace contextRef="#ctx0" brushRef="#br0">1 1 7522,'321'209'5513,"-321"-199"-3777,0 6 1169,0 1-41,0-2-1223,5 6-809,0 1-296,6-5-256,-11 4-112,5-6-160,-5-3-8,0-2-56,0 6-864,0-11-1289,0 5-2047</inkml:trace>
  <inkml:trace contextRef="#ctx0" brushRef="#br0" timeOffset="1">274 376 4561,'0'0'16500,"187"-65"-16500,-182 65-185,-5-5-1319,5-7-12555</inkml:trace>
</inkml:ink>
</file>

<file path=ppt/ink/ink4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0"/>
    </inkml:context>
    <inkml:brush xml:id="br0">
      <inkml:brushProperty name="width" value="0.025" units="cm"/>
      <inkml:brushProperty name="height" value="0.025" units="cm"/>
    </inkml:brush>
  </inkml:definitions>
  <inkml:trace contextRef="#ctx0" brushRef="#br0">1 0 9402,'0'0'14147,"0"149"-14075,0-132-72,0 2-424,0-6-1905,0-4-3656</inkml:trace>
</inkml:ink>
</file>

<file path=ppt/ink/ink4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1"/>
    </inkml:context>
    <inkml:brush xml:id="br0">
      <inkml:brushProperty name="width" value="0.025" units="cm"/>
      <inkml:brushProperty name="height" value="0.025" units="cm"/>
    </inkml:brush>
  </inkml:definitions>
  <inkml:trace contextRef="#ctx0" brushRef="#br0">160 1 7602,'0'0'13861,"12"23"-12727,-5-10-957,88 159 1588,-69-131-1122,39 90 0,-56-111-577,-2 1 0,-1 0 0,0 0 1,-1 0-1,-2 1 0,2 42 0,-4-36-25,0-19-27,0 0 0,-1 0-1,0 0 1,-1 0 0,1 0 0,-2-1-1,1 1 1,-1 0 0,-1-1 0,1 1-1,-2-1 1,1 1 0,-7 10 0,-2-4 21,-1 0 0,0-1 0,-1-1 1,0 0-1,-24 16 0,-88 48 171,20-13-197,98-59-360,-14 9-952,8-10-5732</inkml:trace>
</inkml:ink>
</file>

<file path=ppt/ink/ink4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2"/>
    </inkml:context>
    <inkml:brush xml:id="br0">
      <inkml:brushProperty name="width" value="0.025" units="cm"/>
      <inkml:brushProperty name="height" value="0.025" units="cm"/>
    </inkml:brush>
  </inkml:definitions>
  <inkml:trace contextRef="#ctx0" brushRef="#br0">0 62 3449,'0'0'10843,"8"-1"-9382,1 1-1008,-6 0-187,1-1 0,0 1 0,-1-1 0,1 1-1,0-1 1,-1-1 0,1 1 0,4-2 0,-3-5 398,-1 0 0,1 0 1,-1 0-1,3-12 1,-4 27 338,-1 21-798,0 38-98,-2 56-297,-23-124-3835,9-14 270,3-9-1493</inkml:trace>
</inkml:ink>
</file>

<file path=ppt/ink/ink4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3"/>
    </inkml:context>
    <inkml:brush xml:id="br0">
      <inkml:brushProperty name="width" value="0.025" units="cm"/>
      <inkml:brushProperty name="height" value="0.025" units="cm"/>
    </inkml:brush>
  </inkml:definitions>
  <inkml:trace contextRef="#ctx0" brushRef="#br0">0 5 6513,'0'0'13963,"32"-4"-13611,-27 4-352,-5 14-3760,0 8-1553</inkml:trace>
</inkml:ink>
</file>

<file path=ppt/ink/ink4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4"/>
    </inkml:context>
    <inkml:brush xml:id="br0">
      <inkml:brushProperty name="width" value="0.025" units="cm"/>
      <inkml:brushProperty name="height" value="0.025" units="cm"/>
    </inkml:brush>
  </inkml:definitions>
  <inkml:trace contextRef="#ctx0" brushRef="#br0">478 108 5697,'0'0'10246,"-14"-17"-9863,-48-51-147,61 66-218,-1 0 0,0 0 0,0 0 0,0 1 0,0-1-1,0 0 1,0 1 0,-1 0 0,1 0 0,-1-1 0,1 1 0,0 1-1,-1-1 1,0 0 0,1 0 0,-1 1 0,1 0 0,-1-1 0,0 1 0,1 0-1,-1 1 1,-3-1 0,-5 1 79,-6-1-19,10-1-62,0 1 0,0-1 0,-1 1 0,1 1 1,0 0-1,0 0 0,0 0 0,0 1 0,0 0 0,1 0 1,-1 0-1,0 1 0,1 0 0,0 1 0,-8 4 0,3 2 64,1 0 0,0 1 0,1 0 0,0 1 0,0 0 0,-6 13 0,-38 82 433,46-92-421,-6 17 92,2 0 1,1 1-1,1 0 1,2 1-1,-5 62 1,8 178 1033,5-162-703,1-70-164,12 66 0,-7-68-13,2 68 0,-8-102-625,0 2 1170,-2-6-3331,-10-17-8863</inkml:trace>
</inkml:ink>
</file>

<file path=ppt/ink/ink4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5"/>
    </inkml:context>
    <inkml:brush xml:id="br0">
      <inkml:brushProperty name="width" value="0.025" units="cm"/>
      <inkml:brushProperty name="height" value="0.025" units="cm"/>
    </inkml:brush>
  </inkml:definitions>
  <inkml:trace contextRef="#ctx0" brushRef="#br0">0 27 1432,'0'0'16304,"3"-1"-14640,1-1-1265,1 0 0,0 0 0,0 1 0,-1 0 0,1 0-1,0 0 1,0 0 0,8 1 0,52 1 177,-28 1-305,-2-3-204,0-1-1,58-11 1,-69 12-519,-19 1-7020</inkml:trace>
</inkml:ink>
</file>

<file path=ppt/ink/ink4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6"/>
    </inkml:context>
    <inkml:brush xml:id="br0">
      <inkml:brushProperty name="width" value="0.025" units="cm"/>
      <inkml:brushProperty name="height" value="0.025" units="cm"/>
    </inkml:brush>
  </inkml:definitions>
  <inkml:trace contextRef="#ctx0" brushRef="#br0">0 282 360,'0'0'16092,"289"-132"-14580,-209 115-840,0 3-480,6-3-120,-11 12-72,0-7-360,-6 7-864,-10-4-617,-6 1-1287,6-13-3506,-16 1 1857,-11-1 4713</inkml:trace>
</inkml:ink>
</file>

<file path=ppt/ink/ink4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7"/>
    </inkml:context>
    <inkml:brush xml:id="br0">
      <inkml:brushProperty name="width" value="0.025" units="cm"/>
      <inkml:brushProperty name="height" value="0.025" units="cm"/>
    </inkml:brush>
  </inkml:definitions>
  <inkml:trace contextRef="#ctx0" brushRef="#br0">254 176 1584,'0'0'18538,"-41"24"-18297,-124 78-169,160-99-71,0 1 1,0-1-1,0 1 0,1 0 0,-1 1 1,1-1-1,-7 10 0,11-12-1,-1-1-1,0 1 1,1-1-1,-1 0 0,1 1 1,0-1-1,-1 1 1,1-1-1,0 1 1,0 0-1,0-1 1,0 1-1,0-1 0,1 1 1,-1 1-1,2 8-19,-3-10 16,1 0-1,0 1 0,-1-1 0,1 1 0,0-1 0,0 1 1,0-1-1,0 0 0,1 1 0,-1-1 0,0 1 0,1-1 1,-1 0-1,1 1 0,-1-1 0,1 0 0,-1 1 1,1-1-1,0 0 0,0 0 0,0 0 0,-1 1 0,1-1 1,0 0-1,1 0 0,-1 0 0,0-1 0,0 1 0,0 0 1,0 0-1,1-1 0,-1 1 0,0 0 0,1-1 0,-1 0 1,0 1-1,1-1 0,-1 0 0,1 1 0,-1-1 1,3 0-1,11 2 1,-1-1 1,0 0-1,0 0 1,1-2 0,23-3-1,-31 3-9,1-1 0,-1 0 0,1 0 0,-1-1 0,0 0 0,0 0-1,0-1 1,0 1 0,-1-2 0,1 1 0,-1-1 0,6-6 0,0 0-1,0-1-1,-1 0 1,-1-1 0,0 0 0,-1-1-1,0 0 1,-1 0 0,-1-1-1,0 0 1,-1-1 0,-1 1 0,0-1-1,-1 0 1,-1 0 0,0-1 0,0-20-1,-3 36 8,0 1 0,0-1-1,1 0 1,-1 1 0,0-1 0,0 0-1,0 1 1,1-1 0,-1 0-1,0 1 1,1-1 0,-1 1 0,1-1-1,-1 0 1,1 1 0,-1-1-1,1 1 1,-1 0 0,1-1 0,-1 1-1,1-1 1,-1 1 0,1 0-1,0-1 1,-1 1 0,1 0 0,1-1-1,28-2-80,-22 3 112,0 1 0,0 0 0,-1 0 0,1 1 0,11 3 0,-10 0 17,-1 0 0,0 1-1,0 0 1,0 0 0,-1 1 0,1 0 0,-2 0-1,11 14 1,-6-7 84,-1 1-1,-1 0 1,15 32 0,-24-46-67,0-1-1,1 1 1,-1 0 0,0-1 0,1 1 0,-1-1-1,0 1 1,0 0 0,0-1 0,0 1 0,1 0-1,-1-1 1,0 1 0,0 0 0,0-1 0,0 1-1,0 0 1,-1-1 0,1 1 0,0 0 0,0-1 0,0 1-1,-1-1 1,1 1 0,0 0 0,0-1 0,-1 1-1,1-1 1,-1 1 0,1-1 0,0 1 0,-1-1-1,1 1 1,-1-1 0,1 1 0,-1-1 0,0 1 0,-1-1-15,1 0 0,0 1 0,0-1 0,-1 0 0,1 0 0,0 0 1,-1 0-1,1 0 0,0 0 0,0-1 0,-1 1 0,1 0 0,0-1 1,0 1-1,-1 0 0,1-1 0,0 0 0,-2 0 0,-1-3-25,1 1 0,-1-1 1,1 0-1,-1 0 0,1 0 0,0 0 0,1 0 0,-1-1 0,1 0 0,0 1 0,0-1 0,0 0 0,1 0 0,-1 0 0,1 0 0,0 0 0,1 0 0,-1-6 0,0-13 131,0-1 0,4-34 0,-2 55-142,0 1 0,-1-1 0,1 1 0,0 0 0,1-1-1,-1 1 1,1 0 0,-1 0 0,1 0 0,0 0 0,0 0 0,0 0 0,1 0 0,-1 1 0,1-1 0,-1 1 0,1-1 0,0 1-1,0 0 1,0 0 0,0 1 0,0-1 0,0 1 0,1-1 0,-1 1 0,0 0 0,7-1 0,8-2-309,0 2 0,0 0 0,0 0 0,19 2 0,-29 0-53,35 0-3045,-5 0-3918</inkml:trace>
</inkml:ink>
</file>

<file path=ppt/ink/ink4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8"/>
    </inkml:context>
    <inkml:brush xml:id="br0">
      <inkml:brushProperty name="width" value="0.025" units="cm"/>
      <inkml:brushProperty name="height" value="0.025" units="cm"/>
    </inkml:brush>
  </inkml:definitions>
  <inkml:trace contextRef="#ctx0" brushRef="#br0">901 7 928,'0'0'19704,"-32"-2"-18462,15 1-1066,0-1-12,0 1-1,0 1 1,1 0 0,-1 1 0,0 1-1,0 1 1,0 0 0,1 1 0,0 1-1,-1 0 1,2 2 0,-21 10 0,-14 13 205,2 3 0,1 3 1,1 1-1,3 2 0,1 2 1,2 1-1,1 3 0,-42 64 1,57-71-329,1 0 1,2 2 0,2 1 0,1 1 0,2 0 0,2 1-1,2 0 1,2 1 0,2 1 0,2-1 0,-1 63 0,6-69-42,0-19-1,1-1 1,3 29-1,-3-42-3,1 0-1,1 0 1,-1 0-1,0-1 1,1 1-1,0 0 1,0 0-1,1-1 1,-1 1 0,1-1-1,0 0 1,0 0-1,6 6 1,-2-4-18,1-1 0,-1 0 0,1 0 0,0 0 0,0-1 0,0 0 0,1-1 0,-1 0 0,1 0 0,0-1 1,12 2-1,12 0-404,59-1 1,-79-3 282,6 0-314,-1-1-1,1 0 0,-1-2 1,0 0-1,1-1 0,19-7 1,-26 6-1030,0 0 0,-1-1 0,18-11-1,-17 8-2028,-1 0-1,0 0 0,14-16 0,3-7 468</inkml:trace>
</inkml:ink>
</file>

<file path=ppt/ink/ink4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29"/>
    </inkml:context>
    <inkml:brush xml:id="br0">
      <inkml:brushProperty name="width" value="0.025" units="cm"/>
      <inkml:brushProperty name="height" value="0.025" units="cm"/>
    </inkml:brush>
  </inkml:definitions>
  <inkml:trace contextRef="#ctx0" brushRef="#br0">1 183 1240,'0'0'16530,"0"1"-16451,0-1 0,0 0 0,0 0-1,0 0 1,0 1 0,0-1-1,0 0 1,0 0 0,0 1 0,0-1-1,0 0 1,0 0 0,0 0-1,0 1 1,0-1 0,0 0-1,0 0 1,1 0 0,-1 1 0,0-1-1,0 0 1,0 0 0,0 0-1,1 0 1,-1 1 0,0-1 0,0 0-1,0 0 1,0 0 0,1 0-1,-1 0 1,0 0 0,0 0-1,1 1 1,-1-1 0,0 0 0,0 0-1,0 0 1,1 0 0,-1 0-1,0 0 1,0 0 0,1 0 0,-1 0-1,0 0 1,0 0 0,0 0-1,1-1 1,-1 1 0,0 0 0,0 0-1,0 0 1,1 0 0,-1 0-1,0 0 1,0 0 0,1-1-1,47-13-16,0-3 0,-1-1 0,-1-3 0,-1-1-1,74-50 1,-114 68-143,-3 2 24,1 0 1,0-1-1,-1 1 0,1 1 1,0-1-1,0 0 0,0 1 0,0-1 1,6-1-1,-9 18-108,0 97-315,1-112 9,-1 1 1,1-1 0,0 0-1,0 0 1,-1 0-1,1 0 1,0 0 0,0 0-1,0 0 1,-1 0 0,1-1-1,0 1 1,0 0 0,-1 0-1,1-1 1,0 1 0,0 0-1,0-1 1,4-18-5470,-4-12 636</inkml:trace>
</inkml:ink>
</file>

<file path=ppt/ink/ink4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30"/>
    </inkml:context>
    <inkml:brush xml:id="br0">
      <inkml:brushProperty name="width" value="0.025" units="cm"/>
      <inkml:brushProperty name="height" value="0.025" units="cm"/>
    </inkml:brush>
  </inkml:definitions>
  <inkml:trace contextRef="#ctx0" brushRef="#br0">1 44 1640,'0'0'19421,"16"-43"-19165,-6 43-176,6 0-80,0 0-168,6 21-1081,-6 1-1511,-5 4-2826,-1-9-5240,-4-7 10202</inkml:trace>
</inkml:ink>
</file>

<file path=ppt/ink/ink4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31"/>
    </inkml:context>
    <inkml:brush xml:id="br0">
      <inkml:brushProperty name="width" value="0.025" units="cm"/>
      <inkml:brushProperty name="height" value="0.025" units="cm"/>
    </inkml:brush>
  </inkml:definitions>
  <inkml:trace contextRef="#ctx0" brushRef="#br0">0 75 1432,'0'0'14954,"38"-10"-13891,122-32-488,-143 37-588,0 0 0,0 1 0,0 1 0,1 0 0,-1 2 0,20-1 0,-18 3-828,-19 19-5667,0-19 6087,0 0 1,0 0 0,-1 1-1,1-1 1,0 0-1,-1 0 1,1 0 0,-1 0-1,0 0 1,1 0 0,-1 0-1,0 0 1,0 0 0,1 0-1,-3 1 1,-23 9-1312,21-10 1181,-27 6-1024</inkml:trace>
</inkml:ink>
</file>

<file path=ppt/ink/ink4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32"/>
    </inkml:context>
    <inkml:brush xml:id="br0">
      <inkml:brushProperty name="width" value="0.025" units="cm"/>
      <inkml:brushProperty name="height" value="0.025" units="cm"/>
    </inkml:brush>
  </inkml:definitions>
  <inkml:trace contextRef="#ctx0" brushRef="#br0">0 0 2577,'0'202'64,"11"-202"7689,21 0-3760,5 0-1760,1-9-185,5-3-648,-1 2-624,-4 0-495,-1-2-257,-5 7-24,-5 5-985,0-4-1823,-6 4-3170,6-12-4728</inkml:trace>
</inkml:ink>
</file>

<file path=ppt/ink/ink4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2"/>
    </inkml:context>
    <inkml:brush xml:id="br0">
      <inkml:brushProperty name="width" value="0.025" units="cm"/>
      <inkml:brushProperty name="height" value="0.025" units="cm"/>
    </inkml:brush>
  </inkml:definitions>
  <inkml:trace contextRef="#ctx0" brushRef="#br0">0 241 1040,'0'0'16953,"29"-17"-16219,94-55-328,-51 34-213,-53 29-114,0-1-1,-1 0 1,0-2-1,-1 0 1,0-1 0,18-18-1,-29 19 264,-7 8 388,-4 7 1235,1 2-1935,0 1-1,0 0 1,0 0 0,1 0-1,0 0 1,0 0 0,0 1 0,1-1-1,0 1 1,0 0 0,1-1-1,-1 12 1,-1 13-58,2 47 0,1-48-87,0-28-12,0-1-1,0 0 1,0 0 0,0 1 0,0-1 0,0 0 0,0 0 0,0 1 0,1-1 0,-1 0 0,0 0 0,1 1 0,-1-1-1,1 0 1,-1 0 0,1 0 0,0 0 0,-1 0 0,1 0 0,0 0 0,0 0 0,1 2 0,1-2-589,0-1 1,0 1-1,0 0 1,0-1-1,-1 1 1,1-1-1,0 0 1,6 0-1,-9 0 651,22-1-6948,0-3 718</inkml:trace>
</inkml:ink>
</file>

<file path=ppt/ink/ink4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3"/>
    </inkml:context>
    <inkml:brush xml:id="br0">
      <inkml:brushProperty name="width" value="0.025" units="cm"/>
      <inkml:brushProperty name="height" value="0.025" units="cm"/>
    </inkml:brush>
  </inkml:definitions>
  <inkml:trace contextRef="#ctx0" brushRef="#br0">1 0 10186,'0'0'6001,"69"58"-20876</inkml:trace>
</inkml:ink>
</file>

<file path=ppt/ink/ink4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8"/>
    </inkml:context>
    <inkml:brush xml:id="br0">
      <inkml:brushProperty name="width" value="0.025" units="cm"/>
      <inkml:brushProperty name="height" value="0.025" units="cm"/>
    </inkml:brush>
  </inkml:definitions>
  <inkml:trace contextRef="#ctx0" brushRef="#br0">1 25 600,'0'0'19906,"20"-7"-18355,-12 3-1429,0 1 1,0 1-1,1-1 0,-1 1 1,0 1-1,1 0 1,0 0-1,-1 0 1,1 1-1,-1 0 1,1 1-1,0 0 0,-1 0 1,1 1-1,-1 0 1,0 1-1,0 0 1,0 0-1,0 1 1,8 4-1,32 24 495,-2 2 0,-1 2 0,-1 2 0,-3 2 0,64 77 0,-89-96-513,-1 1-1,0 1 1,-2 1 0,0-1-1,9 28 1,-17-38-56,-1 1-1,0 0 1,-1 0 0,0 0 0,-1 0-1,-1 0 1,0 1 0,-1-1 0,0 0-1,-1 1 1,-4 16 0,4-26-28,-1 1 0,0-1 1,0 0-1,-1 0 0,1 0 0,-1 0 1,0 0-1,0-1 0,-1 0 0,0 1 0,1-1 1,-1 0-1,-5 3 0,-7 5 10,0-1-1,-24 13 1,22-14-17,-45 23-204,37-21 115,0 2-1,-26 18 1,46-27-394,0-1 0,1 1 0,-1 0 0,1 0 0,0 1 0,0-1 0,1 1 0,-1 0 1,1 1-1,1-1 0,-1 1 0,-4 13 0,5 0-5707</inkml:trace>
</inkml:ink>
</file>

<file path=ppt/ink/ink4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49"/>
    </inkml:context>
    <inkml:brush xml:id="br0">
      <inkml:brushProperty name="width" value="0.025" units="cm"/>
      <inkml:brushProperty name="height" value="0.025" units="cm"/>
    </inkml:brush>
  </inkml:definitions>
  <inkml:trace contextRef="#ctx0" brushRef="#br0">241 130 1400,'0'0'3912,"4"0"-1698,11 0-603,-28 0-200,1 0-954,12 0-282,0-1 0,0 1-1,0-1 1,0 1 0,0-1 0,0 1-1,0-1 1,0 1 0,0-1 0,0 1-1,0-1 1,-1 1 0,1 0 0,0-1-1,0 1 1,0-1 0,-1 1 0,1-1-1,0 1 1,-1 0 0,1-1 0,0 1-1,-1 0 1,0-1 0,-10-2 1342,-23-2-301,5 5-920,-1-1 1,-53-11 0,81 12-180,-1-1 0,1 1 0,0-1 0,0 0 0,0 0 0,-1 0-1,1 0 1,0-1 0,1 1 0,-1 0 0,0-1 0,0 0 0,1 1-1,-1-1 1,0 0 0,1 0 0,0 0 0,-1 0 0,1 0 0,0 0 0,0 0-1,0 0 1,1 0 0,-1 0 0,0-1 0,0-3 0,1 5 195,2-7 785,0 6-1040,1 0-1,0 0 0,-1 1 0,1-1 1,0 1-1,0 0 0,0 0 0,0 0 1,0 0-1,0 0 0,0 0 0,0 1 1,1 0-1,4 0 0,11-3 61,55-8 248,-1 3 0,135 3 1,-158 6-259,-42-2-89,0 2 1,0-1 0,0 1 0,0 1 0,0-1 0,-1 1 0,1 1-1,0-1 1,-1 1 0,0 1 0,12 6 0,-15-7-7,-1 0 0,1 0 1,-1 0-1,1 0 0,-1 1 0,0-1 0,0 1 1,-1 0-1,1 0 0,-1 0 0,0 0 0,0 0 0,0 1 1,-1-1-1,1 1 0,-1-1 0,0 1 0,0-1 1,-1 1-1,1 0 0,-1 4 0,0-1 14,1 1 0,-2-1 0,1 0 0,-1 0 0,0 1 0,-1-1-1,1 0 1,-2 0 0,1 0 0,-1-1 0,0 1 0,-1-1 0,0 1-1,0-1 1,-1 0 0,1-1 0,-1 1 0,-1-1 0,-11 11 0,-211 188 74,226-203-102,0 0 0,0 1 0,0-1 1,0 0-1,0 1 0,0-1 0,1 1 1,-1 0-1,1-1 0,0 1 0,-1 0 1,1 0-1,1 0 0,-1 0 0,0 0 1,1 0-1,0 0 0,-1 0 0,1 0 1,0 0-1,1 0 0,-1 0 0,0 0 1,2 4-1,-1-2-1,1 0-1,0-1 1,0 1 0,0-1 0,1 1 0,-1-1 0,1 0 0,0 0-1,0 0 1,1 0 0,-1-1 0,1 0 0,5 5 0,32 18 8,1-1 1,2-3-1,68 26 1,-16-8-12,-95-37 56,-12-1-33,-32-2-48,-20 2-28,58-1 53,1 0 0,-1 0 0,1 0 0,-1 1 0,1 0 1,-1-1-1,1 2 0,0-1 0,0 0 0,0 1 0,0 0 0,0 0 0,-6 6 0,5-3-2,0 1 0,1-1 0,-1 1 1,1-1-1,1 1 0,-1 0 0,-3 14 0,1 0-5,1 0 1,1 1-1,1-1 1,1 1-1,1 23 1,0 1-27,2 47-4,-1-83 36,1 0 1,1-1-1,0 1 1,0-1 0,1 1-1,0-1 1,6 10-1,-8-17 7,0 1 0,1-1 0,-1 0 0,0 1 0,0 0 0,0-1 0,-1 1 0,1-1 0,0 1 0,-1 0 0,0 0 0,0 4 0,0-6 1,-1 0-1,0 0 1,0-1 0,0 1-1,0 0 1,0-1-1,0 1 1,0-1-1,0 1 1,0-1-1,0 1 1,0-1 0,0 0-1,0 1 1,0-1-1,0 0 1,0 0-1,0 0 1,-1 0 0,1 0-1,0 0 1,0 0-1,0-1 1,0 1-1,-2-1 1,-3 1 8,-17 0 34,-20 1 160,0-2 1,1-1-1,-82-17 1,103 14-27,10 3 3,0-1-1,-1-1 1,1 1-1,1-2 1,-14-6-1,24 11-180,-8-8 253,8 7-261,0 1 0,0 0 0,0 0 0,0-1 0,0 1 0,0 0 0,0-1 0,0 1 0,0 0 0,0 0 0,0-1 0,0 1 0,0 0 0,0 0-1,0-1 1,0 1 0,1 0 0,-1 0 0,0-1 0,0 1 0,0 0 0,0 0 0,0-1 0,1 1 0,-1 0 0,0 0 0,0 0 0,0-1 0,1 1 0,-1 0 0,0 0 0,0 0 0,0 0 0,1 0 0,-1 0 0,0-1 0,0 1 0,1 0 0,-1 0 0,0 0 0,1 0 0,-1 0 0,0 0-1,0 0 1,1 0 0,-1 0 0,0 0 0,0 0 0,1 0 0,-1 0 0,0 0 0,0 1 0,1-1 0,-1 0 0,0 0 0,0 0 0,1 0 0,104 0-4119,-59 0-2262</inkml:trace>
</inkml:ink>
</file>

<file path=ppt/ink/ink4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0"/>
    </inkml:context>
    <inkml:brush xml:id="br0">
      <inkml:brushProperty name="width" value="0.025" units="cm"/>
      <inkml:brushProperty name="height" value="0.025" units="cm"/>
    </inkml:brush>
  </inkml:definitions>
  <inkml:trace contextRef="#ctx0" brushRef="#br0">367 186 1136,'0'0'13802,"0"-18"-12134,0-112 2030,0 129-3629,0 0 1,-1 0-1,1-1 0,-1 1 0,0 0 0,1 0 0,-1 0 0,0 0 0,1 0 0,-1-1 0,0 1 0,0 1 1,0-1-1,0 0 0,0 0 0,0 0 0,0 0 0,-1 1 0,1-1 0,0 1 0,0-1 0,0 1 0,-1-1 0,0 1 1,-34-10 445,36 10-496,-20-3 239,0 1 0,0 2 0,-26 1 0,4 1 272,35-3-478,1 1 0,-1 0 0,0 0 0,1 1 0,-1 0 1,1 0-1,0 1 0,-1 0 0,1 0 0,0 0 0,0 1 0,0 0 0,0 0 0,1 0 1,-1 1-1,1 0 0,0 0 0,0 0 0,0 0 0,0 1 0,1 0 0,0 0 0,0 0 1,0 1-1,-3 7 0,5-8-41,0 1 0,0-1-1,1 1 1,0-1 0,0 1 0,-1 7 0,2-11-21,0-1 1,0 1-1,0-1 0,0 1 1,0 0-1,0-1 0,0 1 1,0-1-1,0 1 1,1-1-1,-1 1 0,1-1 1,-1 1-1,1-1 0,0 1 1,-1-1-1,1 0 1,0 1-1,0-1 0,0 0 1,0 0-1,0 0 1,0 0-1,0 1 0,1-1 1,-1-1-1,3 3 0,79 14-37,8 1-354,-82-15 317,0-1 0,-1 2 0,1-1 0,-1 2 0,0-1 0,0 1 0,13 9 0,-18-11 69,0 0-1,0 0 1,-1 1-1,1-1 0,-1 1 1,0-1-1,0 1 1,0 0-1,0 0 1,0 0-1,-1 0 1,0 0-1,1 8 1,1 4 8,-2-1 0,0 23 0,-1-28 1,-1-6 14,0 0 0,0 0 1,0 0-1,0 0 0,0 0 0,-1 0 0,1 0 0,-1 0 0,0-1 1,-1 1-1,1-1 0,0 1 0,-1-1 0,0 0 0,0 0 0,-4 3 1,-10 9 135,-35 23 0,24-19-36,22-17-112,5-2-65,10 0-712,13-1 330,-1-2-1,1 0 0,37-11 0,-38 8 125,1 1 0,-1 1-1,42-3 1,-60 7 323,0 0 1,0 0-1,0 0 1,0 0 0,0 0-1,0 1 1,-1 0-1,1-1 1,0 1 0,5 3-1,-6-3 32,-1 1 0,1-1 0,-1 1 0,1-1 0,-1 1 0,0 0 0,0 0 0,0-1 0,0 1 0,1 4 0,8 14 236,0-1 178,1-1-1,23 29 0,-30-42-343,1 1 0,0-1 0,1-1 0,-1 1 0,1-1 0,0 0 0,0 0 0,0-1 0,0 0 0,1 0 0,0 0 0,7 1 0,1-1 31,0 0 0,0-2-1,16 0 1,20 3-139,-51-4-4,1 0 1,-1 0 0,1 0 0,-1 0-1,1 1 1,-1-1 0,1 0 0,-1 0 0,1 0-1,-1 1 1,0-1 0,1 0 0,-1 0-1,1 1 1,-1-1 0,0 0 0,1 1 0,-1-1-1,0 0 1,1 1 0,-1-1 0,0 1 0,0-1-1,1 1 1,-1-1 0,0 0 0,0 1-1,0-1 1,0 1 0,0-1 0,0 1 0,1 0-1,-1 3-202,0 0 0,1 0-1,-1-1 1,-1 1 0,1 0-1,0 0 1,-1 0 0,0-1-1,0 1 1,0 0 0,-2 4-1,0-3-565,1 0-1,-1 0 0,0 0 1,0-1-1,-5 6 0,-37 34-10358</inkml:trace>
</inkml:ink>
</file>

<file path=ppt/ink/ink4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1"/>
    </inkml:context>
    <inkml:brush xml:id="br0">
      <inkml:brushProperty name="width" value="0.025" units="cm"/>
      <inkml:brushProperty name="height" value="0.025" units="cm"/>
    </inkml:brush>
  </inkml:definitions>
  <inkml:trace contextRef="#ctx0" brushRef="#br0">468 15 1688,'0'0'8945,"3"0"-7139,10-2 925,-18-3 1837,-13-1-1148,4 4-4940,-10 2 1556,-9 0 47,-46 5-1,67-3-60,1 0 0,0 1 0,-1 0 0,1 1 0,0 0-1,1 1 1,-16 9 0,12-6 15,-21 12 170,2 2 1,0 1-1,-34 32 1,64-52-184,1 0 0,-1 0 0,1 1 0,0-1 0,0 1 1,0-1-1,1 1 0,-1 0 0,1 0 0,0-1 0,0 1 0,0 0 0,1 0 0,-1 0 1,1 0-1,0 0 0,0 0 0,1 8 0,0 2 21,-1-10-33,1 0 0,-1 0 0,1 0 0,0-1-1,0 1 1,1 0 0,-1-1 0,1 1 0,0-1 0,0 0 0,0 1 0,0-1 0,1 0 0,-1 0 0,1 0 0,0-1 0,4 4 0,9 7 8,0-1 0,21 12 1,1 0 13,-30-18-28,-2-2-5,1 1 1,-1 1 0,0-1 0,7 9 0,-11-12-2,0 1 1,-1 0 0,1 0-1,-1 0 1,1 0-1,-1 0 1,0 0 0,0 0-1,-1 0 1,1 0-1,-1 0 1,1 1-1,-1 4 1,0 6 23,-1 19 212,1-32-229,0 0 0,0 0 1,-1 1-1,1-1 0,-1 0 0,1 0 1,-1 0-1,1 0 0,-1 0 0,0 0 1,1 0-1,-1 0 0,0 0 1,0 0-1,0 0 0,0 0 0,0-1 1,0 1-1,0 0 0,0-1 0,0 1 1,-1 0-1,-14 4 1,-1-2 1,1 1-1,-1-2 1,0 0-1,0-2 1,-21 0-1,24 0-125,13 0-159,8 0-1424,-5 0 1699,0 1 1,0-1-1,0 1 1,0 0-1,-1 0 1,1 0-1,0 0 0,0 0 1,-1 0-1,1 0 1,0 1-1,-1-1 0,1 1 1,-1-1-1,0 1 1,1-1-1,-1 1 1,0 0-1,0 0 0,0 0 1,0-1-1,-1 1 1,1 0-1,0 0 0,-1 0 1,1 0-1,-1 4 1,3 8 54,0 0 1,1 23 0,1 220 2490,-6-177-2319,2-78-225,-1-1 1,0 1-1,1 0 0,-1 0 0,1 0 0,-1-1 0,1 1 0,0 0 0,-1-1 1,1 1-1,0-1 0,0 1 0,0-1 0,1 1 0,-1-1 0,0 0 0,0 1 1,1-1-1,-1 0 0,1 0 0,-1 0 0,1 0 0,-1 0 0,1-1 0,0 1 1,-1 0-1,1-1 0,0 1 0,0-1 0,-1 1 0,4-1 0,8 2 20,-1 0 0,1-2-1,19 0 1,-19 0-6,119 0 317,-130 0-320,-11 3-114,-21 7-2026,-56 29 0,75-33 1355,-83 37-7336</inkml:trace>
</inkml:ink>
</file>

<file path=ppt/ink/ink4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2"/>
    </inkml:context>
    <inkml:brush xml:id="br0">
      <inkml:brushProperty name="width" value="0.025" units="cm"/>
      <inkml:brushProperty name="height" value="0.025" units="cm"/>
    </inkml:brush>
  </inkml:definitions>
  <inkml:trace contextRef="#ctx0" brushRef="#br0">80 262 1480,'0'0'7016,"0"-11"-5054,0-39-114,0 6 5364,0 44-6038,-10-6 2495,10 4-2601,1-18 157,0 18-1214,0-1 0,0 1 1,1 0-1,-1 0 0,1 0 0,0 0 1,-1 0-1,1 0 0,0 1 1,0-1-1,0 1 0,0-1 1,1 1-1,3-2 0,42-18 137,-24 11-152,8-3-3,1 1 0,0 1 0,1 2 0,0 1 0,0 2 0,1 1 0,48 0 0,-82 5-68,-1 8-262,-1 4 348,-1 1-1,0-1 1,-1 1-1,0-1 1,-1 0-1,-6 14 1,4-11 24,0 0 1,1 1 0,1 0-1,-2 19 1,3-8-31,2 39 1,1-58-3,1-1 1,0 1 0,0-1 0,1 0 0,-1 0 0,2 0 0,-1 0 0,1 0 0,0 0 0,5 8-1,1-2-13,0-1-1,1 1 0,19 17 0,-25-26 16,0-1 0,1 0 0,-1 0 0,0 0 0,1 0 0,0-1 0,-1 0 0,1 0 0,0 0 0,0 0 0,0-1 0,0 0 0,1 0 0,8 0 0,-13-1 203,-34 2-1058,27 1 762,-1 0 0,1 0 0,0 0 0,0 1 1,1 0-1,-1 0 0,1 1 0,-7 6 0,-35 45 110,26-26-12,2 1 0,1 0 0,-16 41 0,26-53 24,0 1-1,2 0 0,0 1 1,2-1-1,0 1 0,-2 39 1,6-58-22,0 0 0,0-1 1,0 1-1,-1 0 0,1 0 1,-1-1-1,0 1 0,1 0 1,-1-1-1,0 1 0,0 0 1,0-1-1,0 1 0,0-1 1,0 0-1,-1 1 0,1-1 0,0 0 1,-1 0-1,1 0 0,-1 1 1,1-2-1,-3 2 0,-44 16 230,30-12-160,-10 2 164,0 0 0,-1-2 0,1-1 0,-1-2 0,0 0 1,-34-2-1,61-1-52,7-2-255,20-10-125,37-15-576,-55 25 32,-1 0 1,1 1-1,0 0 1,12 0-1,-4 1-5910</inkml:trace>
</inkml:ink>
</file>

<file path=ppt/ink/ink4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6"/>
    </inkml:context>
    <inkml:brush xml:id="br0">
      <inkml:brushProperty name="width" value="0.025" units="cm"/>
      <inkml:brushProperty name="height" value="0.025" units="cm"/>
    </inkml:brush>
  </inkml:definitions>
  <inkml:trace contextRef="#ctx0" brushRef="#br0">44 109 2761,'0'0'9936,"6"0"-8447,12 0-585,-5 0 3513,-13-49-4384,1 49-39,2 0 38,-2 0 116,-1 2-119,-1 0 1,1-1-1,0 1 1,0 0-1,0-1 1,-1 1 0,2 0-1,-1-1 1,0 1-1,0 0 1,1 1 0,-1 1 41,0 3-7,1-4-3,-1-1 0,0 1 0,0 0 0,0-1 0,0 1 0,-1-1-1,1 1 1,-1 0 0,0-1 0,-1 5 0,1-6-33,-1 0-1,1 0 1,-1 0-1,1 0 1,-1 0-1,1 0 1,-1-1-1,1 1 1,-1-1-1,1 1 1,-1-1-1,0 0 1,1 1-1,-1-1 1,0 0-1,1 0 1,-1 0-1,-3-1 1,3 1-13,0 1 0,0-1 0,0 0 1,1 0-1,-1 0 0,0 0 1,0-1-1,0 1 0,0 0 0,0-1 1,1 1-1,-1-1 0,0 0 1,0 1-1,1-1 0,-1 0 0,0 0 1,1 0-1,-1-1 0,1 1 1,0 0-1,-3-3 0,2 0-13,1-1 0,0 1 0,0-1 0,0 0 0,1 1-1,-1-1 1,1 0 0,1-7 0,-1 12-2,31-1-24,-17 1 19,-10-1 2,0 1 0,0 0 0,-1 0 1,1 1-1,0-1 0,0 1 0,5 1 0,-8-1 3,0-1 1,0 1-1,0 0 1,0-1-1,0 1 0,0 0 1,0 0-1,0 0 0,0 0 1,-1 0-1,1 0 1,0 0-1,-1 0 0,1 0 1,-1 1-1,1-1 0,-1 0 1,1 0-1,-1 0 1,0 1-1,0-1 0,0 0 1,0 0-1,0 1 1,0-1-1,0 2 0,0-2 8,0 0 0,0 0 1,0 0-1,0-1 0,0 1 0,0 0 0,0 0 0,0-1 0,0 1 0,0 0 0,-1 0 0,1 0 0,0-1 0,-1 1 0,1 0 0,0-1 0,-1 1 1,1 0-1,-1-1 0,1 1 0,-1 0 0,1-1 0,-1 1 0,0-1 0,0 1 0,-20 1 175,8-3-180,9 1 6,0 0 6,1 0-1,-1 0 1,0 0-1,1 0 0,-1-1 1,1 1-1,-1-1 0,-6-2 1,10 2-18,-1 0 1,0 0-1,0 1 1,0-1 0,1 0-1,-1 0 1,0 0-1,1 0 1,-1 0-1,1-1 1,-1 1-1,1 0 1,0 0 0,0 0-1,-1 0 1,1 0-1,0-1 1,0 1-1,0 0 1,0 0-1,0 0 1,0-1-1,0 1 1,1 0 0,-1 0-1,0 0 1,1 0-1,-1 0 1,1 0-1,-1-1 1,2 0-1,1-3-5,0 1 0,1 0 0,-1 0 0,1 0 0,0 1 0,0-1-1,0 1 1,1 0 0,-1 0 0,1 0 0,0 1 0,10-4 0,-4 0 9,-2 1-5,1 1 0,0 0-1,0 0 1,0 1-1,0 0 1,19-2 0,-29 6 7,1-1 0,-1 1 0,0-1 1,0 1-1,0 0 0,0-1 0,0 1 0,0-1 1,0 1-1,0-1 0,0 1 0,0 0 0,0-1 1,0 1-1,0-1 0,0 1 0,0-1 0,0 1 1,-1-1-1,1 1 0,0-1 0,0 1 0,-1-1 1,0 2-1,-2 4 29,-1 0 0,-1 0 1,1-1-1,-1 1 0,0-1 1,0 0-1,0-1 0,-1 1 1,1-1-1,-1 0 0,0 0 1,-1-1-1,1 0 0,-1 0 1,1 0-1,-1-1 0,0 0 1,0 0-1,0-1 0,-10 2 1,-4-8 685,33 5-909,2 0-2375,-9 7-3399,-4 7-2170</inkml:trace>
</inkml:ink>
</file>

<file path=ppt/ink/ink4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25.557"/>
    </inkml:context>
    <inkml:brush xml:id="br0">
      <inkml:brushProperty name="width" value="0.025" units="cm"/>
      <inkml:brushProperty name="height" value="0.025" units="cm"/>
    </inkml:brush>
  </inkml:definitions>
  <inkml:trace contextRef="#ctx0" brushRef="#br0">140 70 4809,'0'0'9494,"6"-8"-8258,1-2-878,17-20 1074,-28 47 202,2-9-1434,-4 5 168,-1 0 1,0-1-1,-15 19 0,20-30-340,-1 0 0,1 0 0,-1 0 0,0-1 0,1 0-1,-1 1 1,0-1 0,1 0 0,-1 0 0,0 0 0,0-1-1,-2 0 1,-7 0 28,11 1-54,-1 0-1,0-1 1,1 1 0,-1-1 0,1 1-1,-1-1 1,1 0 0,-1 1 0,1-1-1,0 0 1,-1 0 0,1 0 0,0 0-1,0-1 1,-1 1 0,1 0 0,0 0 0,0-1-1,0 1 1,1-1 0,-1 1 0,0 0-1,1-1 1,-1 0 0,0 1 0,1-1-1,0 1 1,-1-1 0,1-2 0,-1 2-6,1 0 1,-1-1 0,1 1 0,0 0 0,0-1 0,0 1-1,0 0 1,0-1 0,1 1 0,-1 0 0,1-1-1,-1 1 1,1 0 0,0 0 0,0 0 0,0 0-1,0 0 1,0 0 0,0 0 0,1 0 0,2-3-1,4-1-4,1 0 0,1 1-1,16-7 1,-23 10 3,-1 2-5,-4 38 41,3-36-27,0 1-1,-1-1 1,0 1 0,1-1-1,-1 1 1,0-1 0,0 1-1,0-1 1,-1 1 0,1-1-1,-1 1 1,1-1-1,-1 1 1,0-1 0,0 0-1,0 1 1,0-1 0,0 0-1,-1 0 1,1 0 0,-1 0-1,1 0 1,-1 0 0,0 0-1,-3 3 1,-1-2 31,0 0-1,0 0 1,0-1 0,0 1-1,-1-1 1,1 0 0,-1-1-1,1 0 1,-1 0 0,0 0-1,1-1 1,-12-1 0,16 1-41,2-3-54,0 0 53,1 0-1,-1 0 0,1 0 1,0-1-1,0 1 0,0 0 1,1 0-1,-1 0 0,1 1 1,-1-1-1,1 0 0,0 0 1,0 1-1,0-1 0,1 1 1,-1 0-1,0 0 0,1 0 1,0 0-1,-1 0 0,1 0 1,0 1-1,0-1 0,0 1 1,4-2-1,2 0-9,1-1 0,0 1 0,0 1 0,0 0 0,1 0 0,19 0 0,-29 2 16,0 1 1,-1 0 0,1-1 0,0 1-1,-1 0 1,1 0 0,-1-1 0,1 1-1,-1 0 1,1 0 0,-1 0 0,0 0-1,1 0 1,-1 0 0,0 0 0,0-1-1,0 1 1,0 0 0,0 0 0,0 0-1,0 0 1,0 0 0,0 0 0,0 0-1,0 0 1,-1 2 0,1-1 0,0 2 14,0 0 0,0 0 0,0 0 0,-1-1 0,1 1 0,-1 0 0,0 0 0,0-1 0,0 1 0,0 0 0,-1-1 1,1 1-1,-1-1 0,0 0 0,0 0 0,0 1 0,-1-1 0,1-1 0,-1 1 0,0 0 0,1-1 0,-1 1 0,-6 3 0,8-6 1,1 1 1,0-1-1,-1 0 0,1 0 0,0 1 1,-1-1-1,1 0 0,0 0 0,-1 0 0,1 0 1,-1 1-1,1-1 0,0 0 0,-1 0 1,1 0-1,-1 0 0,1 0 0,-1 0 0,1 0 1,0 0-1,-1 0 0,1 0 0,-1-1 0,1 1 1,0 0-1,-1 0 0,1 0 0,-1 0 1,1-1-1,0 1 0,-1 0 0,1 0 0,0-1 1,-1 1-1,-4-17 53,8-23-238,-2 37 164,0-1-1,0 1 1,1 0-1,0 0 1,-1 0-1,1 1 1,0-1 0,0 0-1,1 1 1,-1-1-1,0 1 1,1 0-1,0-1 1,-1 1-1,1 1 1,0-1 0,0 0-1,0 1 1,0-1-1,0 1 1,1 0-1,-1 0 1,0 0 0,1 1-1,-1-1 1,0 1-1,1 0 1,3 0-1,-6 32 5,-1-30 11,1 1-1,-1-1 1,0 0 0,0 0 0,-1 0 0,1 1 0,0-1-1,-1 0 1,1 0 0,-1 0 0,0 0 0,0 0 0,1 0 0,-1 0-1,-1 0 1,1 0 0,-2 3 0,0-4 5,1 1 1,-1-1-1,0 0 0,1 0 0,-1 0 0,0-1 1,0 1-1,0-1 0,1 1 0,-1-1 1,0 0-1,0 0 0,-3-1 0,-21 1 150,26 0-169,0-1 0,1 0-1,-1 0 1,1 0 0,-1 0-1,1 0 1,-1 0-1,1 0 1,-1 0 0,1 0-1,0 0 1,0 0 0,-1 0-1,1-1 1,0 1-1,0 0 1,0 0 0,0 0-1,0 0 1,1 0 0,-1 0-1,0-2 1,0 2-5,1-1 5,-1 0 0,1-1-1,0 1 1,0 0 0,0-1 0,0 1-1,0 0 1,0 0 0,0 0 0,1 0-1,-1 0 1,1 0 0,-1 0 0,1 0-1,0 1 1,0-1 0,0 1 0,0-1-1,0 1 1,0 0 0,3-2 0,0 0 1,0 1-1,0 0 1,0 0 0,0 0 0,1 0 0,-1 1 0,1 0 0,9-1 0,-15 19 271,0-13-251,0-1-1,0 1 1,0-1 0,-1 0 0,1 1 0,-1-1 0,0 0 0,0 0 0,0 0-1,-1 0 1,1 0 0,-1 0 0,0 0 0,0 0 0,0 0 0,0-1-1,0 1 1,-3 2 0,0-5 231,3-8-237,3-9-87,0 16 70,-1-1-1,1 1 0,0 0 1,-1 0-1,1-1 0,0 1 1,0 0-1,0 0 0,0 0 1,0 0-1,0 0 0,0 0 1,0 0-1,1 0 1,-1 0-1,0 1 0,0-1 1,1 0-1,-1 1 0,0-1 1,1 1-1,-1 0 0,1-1 1,-1 1-1,1 0 0,-1 0 1,0 0-1,1 0 0,2 0 1,-3 4 1,1 0-1,0 0 1,-1 0 0,0 0 0,0 0 0,0 0-1,-1 0 1,0 0 0,1 7 0,-1-2 4,5 33 30,-3 1 1,-4 57-1,1-92-24,0 0-1,-1 0 1,1 0 0,-2 0-1,1 0 1,-1-1 0,0 1-1,-1-1 1,0 0-1,0 0 1,0 0 0,-7 8-1,-8 6 9,0-1 0,-27 22 0,24-23-14,8-9 4,-9 8 7,23-14 7,0-4 30,-1-2-56,1 0 1,0-1 0,0 1-1,0 0 1,0-1 0,0 1 0,0 0-1,1-1 1,-1 1 0,1 0 0,0-1-1,-1 1 1,1 0 0,0 0 0,0 0-1,0 0 1,1 0 0,-1 0 0,1 0-1,-1 0 1,1 1 0,-1-1 0,1 0-1,0 1 1,0-1 0,0 1 0,0 0-1,0 0 1,0-1 0,0 1 0,0 1-1,4-2 1,3-2-768,0 1-1,1 0 1,-1 1 0,1 0 0,-1 1-1,18-1 1,-11 2-3563,-5 0-2768</inkml:trace>
</inkml:ink>
</file>

<file path=ppt/ink/ink4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32.631"/>
    </inkml:context>
    <inkml:brush xml:id="br0">
      <inkml:brushProperty name="width" value="0.025" units="cm"/>
      <inkml:brushProperty name="height" value="0.025" units="cm"/>
    </inkml:brush>
  </inkml:definitions>
  <inkml:trace contextRef="#ctx0" brushRef="#br0">6 0 8210,'0'0'12442,"-6"0"-11153,17 0-14396</inkml:trace>
</inkml:ink>
</file>

<file path=ppt/ink/ink4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46.726"/>
    </inkml:context>
    <inkml:brush xml:id="br0">
      <inkml:brushProperty name="width" value="0.025" units="cm"/>
      <inkml:brushProperty name="height" value="0.025" units="cm"/>
    </inkml:brush>
  </inkml:definitions>
  <inkml:trace contextRef="#ctx0" brushRef="#br0">209 11 2497,'0'0'8732,"6"5"-7666,15 14 170,-21-18-1124,0-1-1,0 0 1,1 0 0,-1 0 0,0 1-1,0-1 1,0 0 0,1 0 0,-1 0-1,0 0 1,0 0 0,0 1 0,1-1-1,-1 0 1,0 0 0,0 0 0,1 0-1,-1 0 1,0 0 0,0 0-1,1 0 1,-1 0 0,0 0 0,0 0-1,1 0 1,-1 0 0,0 0 0,0 0-1,1 0 1,-1 0 0,0-1 0,0 1-1,1 0 1,-1 0 0,0 0 0,0 0-1,0 0 1,1-1 0,-1 1 0,3-12 348,-2 11-491,-1 0-1,0 0 1,0 0-1,-1 0 1,1 1-1,0-1 1,0 0-1,0 0 1,0 0-1,-1 0 1,1 1-1,0-1 1,-1 0-1,1 0 1,-1 1 0,1-1-1,-1 0 1,1 1-1,-1-1 1,0 0-1,1 1 1,-1-1-1,0 1 1,1-1-1,-1 1 1,0-1-1,1 1 1,-1-1-1,0 1 1,0 0-1,0 0 1,0-1-1,1 1 1,-1 0-1,-1 0 1,-7 0-7,2-1 21,0 1 1,-1 0-1,1 0 1,0 1-1,0 0 1,0 0-1,1 1 1,-1 0-1,0 0 1,0 0-1,-8 5 1,1 2 16,1-1 0,-1 2 0,-15 14 0,26-21-2,-1 0 1,1 1-1,0 0 1,0-1 0,0 1-1,1 0 1,0 0-1,-1 1 1,1-1 0,0 0-1,1 1 1,-1-1-1,1 1 1,0 0-1,0-1 1,0 9 0,11 366 229,-8-342-171,-1 20 1,3-1 0,2 0 1,2-1-1,19 63 0,-18-90 4,-1 0 1,-1 1 0,-1 0-1,2 54 1,-8-82-40,-5-1-2094,0-1 1328,0 0 1,0 0 0,-1 0-1,1 0 1,1-1-1,-1 0 1,0 0 0,0 0-1,1-1 1,-1 0 0,-7-6-1,-34-23-5689</inkml:trace>
</inkml:ink>
</file>

<file path=ppt/ink/ink4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47.072"/>
    </inkml:context>
    <inkml:brush xml:id="br0">
      <inkml:brushProperty name="width" value="0.025" units="cm"/>
      <inkml:brushProperty name="height" value="0.025" units="cm"/>
    </inkml:brush>
  </inkml:definitions>
  <inkml:trace contextRef="#ctx0" brushRef="#br0">0 0 1568,'0'0'12011,"241"0"-10915,-209 0-368,-5 0-72,-6 0-239,-5 0-265,-11 0-88,1 0-64,-6 5-401,-16 12-1191,-16-12-2841</inkml:trace>
</inkml:ink>
</file>

<file path=ppt/ink/ink4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56.867"/>
    </inkml:context>
    <inkml:brush xml:id="br0">
      <inkml:brushProperty name="width" value="0.025" units="cm"/>
      <inkml:brushProperty name="height" value="0.025" units="cm"/>
    </inkml:brush>
  </inkml:definitions>
  <inkml:trace contextRef="#ctx0" brushRef="#br0">1 106 2937,'0'0'8032,"2"2"-6878,1 0-2722,-3-1 1814,0-1 1,0 0-1,0 0 0,0 0 1,1 1-1,-1-1 0,0 0 1,0 0-1,0 0 0,0 1 1,0-1-1,1 0 0,-1 0 0,0 0 1,0 1-1,0-1 0,1 0 1,-1 0-1,0 0 0,0 0 1,1 0-1,-1 0 0,0 0 1,0 0-1,0 0 0,1 1 0,-1-1 1,0 0-1,0 0 0,1 0 1,-1 0-1,0 0 0,0-1 1,1 1-1,-1 0 0,0 0 1,0 0-1,1 0 0,-1 0 0,0 0 1,0 0-1,0 0 0,1 0 1,-1-1-1,0 1 0,0 0 1,0 0-1,1 0 0,-1-1 1,1-4 450,32-17-197,-8 10-476,1 1 1,1 1 0,0 2-1,54-10 1,-61 13-17,15-2 31,1 1 0,0 2 0,-1 1 0,38 2 1,-73 20-2130,1-9 879,-1 1 0,2 0 0,0-1 0,3 12 0,1 1-4125</inkml:trace>
</inkml:ink>
</file>

<file path=ppt/ink/ink4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2:57.519"/>
    </inkml:context>
    <inkml:brush xml:id="br0">
      <inkml:brushProperty name="width" value="0.025" units="cm"/>
      <inkml:brushProperty name="height" value="0.025" units="cm"/>
    </inkml:brush>
  </inkml:definitions>
  <inkml:trace contextRef="#ctx0" brushRef="#br0">93 143 3577,'0'0'3963,"-15"-3"-3441,-46-13 495,60 16-932,1 0-1,-1 0 0,0 0 1,1 0-1,-1 0 0,0-1 1,0 1-1,1 0 0,-1-1 1,0 1-1,1 0 0,-1-1 1,1 1-1,-1-1 1,0 1-1,1-1 0,-1 1 1,1-1-1,-1 1 0,1-1 1,0 1-1,-1-1 0,1 0 1,0 1-1,-1-1 0,1 0 1,0 1-1,-1-1 0,1 0 1,0 0-1,0 1 1,0-1-1,0 0 0,0 1 1,0-1-1,0 0 0,0 0 1,0 1-1,0-1 0,0 0 1,1 0-1,-1 1 0,0-1 1,0 0-1,1 1 0,-1-1 1,0 0-1,1 1 0,-1-1 1,1 1-1,-1-1 1,1 1-1,-1-1 0,1 1 1,-1-1-1,1 1 0,0-1 1,-1 1-1,1-1 0,0 1 1,-1 0-1,1 0 0,1-1 1,8-4 1259,-8 5-983,0-1-1,-1 0 0,1 0 1,0 1-1,-1-1 0,1 1 0,0-1 1,-1 1-1,1 0 0,4 0 1,67-10 1544,-56 8-1747,69-12 322,88-15-316,-37 3-92,-137 27-47,0-1 1,1 1-1,-1-1 1,0 1-1,0-1 1,0 1-1,0-1 1,0 1-1,0-1 1,0 1-1,0-1 1,0 1-1,0-1 0,0 1 1,-1-1-1,1 1 1,0-1-1,0 1 1,0-1-1,-1 1 1,1-1-1,0 1 1,-1-1-1,1 1 1,0-1-1,-1 0 1,1 1-1,0-1 1,-1 1-1,0-1 1,-13 22-1798,-8 5-2087,-4-1-1518</inkml:trace>
</inkml:ink>
</file>

<file path=ppt/ink/ink4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09.045"/>
    </inkml:context>
    <inkml:brush xml:id="br0">
      <inkml:brushProperty name="width" value="0.025" units="cm"/>
      <inkml:brushProperty name="height" value="0.025" units="cm"/>
    </inkml:brush>
  </inkml:definitions>
  <inkml:trace contextRef="#ctx0" brushRef="#br0">0 171 3505,'0'0'7833,"0"-22"-5640,0-29 1045,0 50-2979,0 0-234,1 1 0,-1 0 1,0-1-1,0 1 0,0-1 1,0 1-1,0 0 0,0-1 1,0 1-1,1-1 0,-1 1 1,0 0-1,0-1 0,0 1 1,1 0-1,-1 0 0,0-1 1,1 1-1,-1 0 0,0-1 1,0 1-1,1 0 0,-1 0 1,1 0-1,-1-1 0,0 1 1,1 0-1,0 0 0,23-4-52,0 1-1,0 2 0,27 1 0,-31 0-26,-17 0 63,0 1 0,-1 0 0,1-1 0,0 1-1,-1 0 1,1 1 0,-1-1 0,1 0 0,-1 1 0,1-1 0,-1 1-1,0 0 1,0 0 0,0 0 0,0 0 0,0 0 0,0 0 0,-1 0-1,1 1 1,-1-1 0,1 1 0,-1-1 0,0 1 0,0 0 0,0-1-1,1 6 1,1 4 121,0 0 1,0 0-1,-1 0 0,-1 0 0,1 15 0,-2 111 3024,0-149-3159,-1-10-74,6-37 0,-4 50 43,1 1 1,-1 0 0,2 0 0,-1-1 0,1 2 0,0-1 0,1 0-1,7-11 1,2 0-41,1 0 0,1 1 0,1 0-1,1 1 1,0 1 0,30-21 0,-35 28 63,1 1 0,0 0 1,0 1-1,1 1 0,0 0 1,-1 0-1,2 2 0,-1 0 1,0 0-1,1 1 0,18 0 1,-31 2 8,0 0 0,0 0 0,0 0 1,0 1-1,0-1 0,0 0 0,0 1 0,0-1 0,-1 1 1,1-1-1,0 1 0,0 0 0,0 0 0,-1 0 1,1 0-1,-1 0 0,1 0 0,2 3 0,-1 0 18,-1 0 0,0 0 0,0 0 0,0 0 0,0 0-1,1 8 1,-1-9 3,11 34 223,-7-22-27,-1 1 1,0-1 0,-1 1-1,0 0 1,-2 0 0,2 25-1,-4 66 1130,0-107-1283,0-7-12425,0-12 3914</inkml:trace>
</inkml:ink>
</file>

<file path=ppt/ink/ink4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09.447"/>
    </inkml:context>
    <inkml:brush xml:id="br0">
      <inkml:brushProperty name="width" value="0.025" units="cm"/>
      <inkml:brushProperty name="height" value="0.025" units="cm"/>
    </inkml:brush>
  </inkml:definitions>
  <inkml:trace contextRef="#ctx0" brushRef="#br0">0 18 2905,'0'0'11431,"5"1"-10422,22 1 665,56 0-1,-49-2-1537,-33 0 448,21 0-1060,0-2-1251,43-6 1,-16 0-2719,-31 4 400</inkml:trace>
</inkml:ink>
</file>

<file path=ppt/ink/ink4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09.874"/>
    </inkml:context>
    <inkml:brush xml:id="br0">
      <inkml:brushProperty name="width" value="0.025" units="cm"/>
      <inkml:brushProperty name="height" value="0.025" units="cm"/>
    </inkml:brush>
  </inkml:definitions>
  <inkml:trace contextRef="#ctx0" brushRef="#br0">1 0 2721,'0'0'12046,"5"0"-10940,22 0 1488,-27 23-655,0 344 1532,-2-359-3232,-1-2-910,3 2-3288,5-8-4301</inkml:trace>
</inkml:ink>
</file>

<file path=ppt/ink/ink4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0.220"/>
    </inkml:context>
    <inkml:brush xml:id="br0">
      <inkml:brushProperty name="width" value="0.025" units="cm"/>
      <inkml:brushProperty name="height" value="0.025" units="cm"/>
    </inkml:brush>
  </inkml:definitions>
  <inkml:trace contextRef="#ctx0" brushRef="#br0">65 1 6977,'0'0'17252,"5"0"-17244,-5 12-280,0 19-184,0 12-824,-11 27-1273,-15-7-2688,-7-15-3529</inkml:trace>
</inkml:ink>
</file>

<file path=ppt/ink/ink4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0.558"/>
    </inkml:context>
    <inkml:brush xml:id="br0">
      <inkml:brushProperty name="width" value="0.025" units="cm"/>
      <inkml:brushProperty name="height" value="0.025" units="cm"/>
    </inkml:brush>
  </inkml:definitions>
  <inkml:trace contextRef="#ctx0" brushRef="#br0">156 0 2833,'0'0'20532,"-155"144"-20532,155-127-432,5-12-584,38 0-1745,0-5-3064</inkml:trace>
</inkml:ink>
</file>

<file path=ppt/ink/ink4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0.905"/>
    </inkml:context>
    <inkml:brush xml:id="br0">
      <inkml:brushProperty name="width" value="0.025" units="cm"/>
      <inkml:brushProperty name="height" value="0.025" units="cm"/>
    </inkml:brush>
  </inkml:definitions>
  <inkml:trace contextRef="#ctx0" brushRef="#br0">0 277 3865,'0'0'11474,"10"-1"-10201,-4 0-1101,-3 1-101,0 0 1,0-1 0,1 1 0,-1-1-1,0 0 1,0 0 0,0 0 0,0 0-1,0 0 1,0 0 0,-1-1 0,1 0 0,0 1-1,-1-1 1,1 0 0,-1 0 0,0-1-1,1 1 1,-1 0 0,3-6 0,35-48 179,3 2 1,52-51-1,-87 96-188,6-7-171,-9 16 432,-3 11 555,-4 11-524,-1 0-1,0 0 1,-2-1 0,-7 23-1,-11 56 189,20-81-570,-5 57-684,8-75-576,11-1-8861</inkml:trace>
</inkml:ink>
</file>

<file path=ppt/ink/ink4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1.236"/>
    </inkml:context>
    <inkml:brush xml:id="br0">
      <inkml:brushProperty name="width" value="0.025" units="cm"/>
      <inkml:brushProperty name="height" value="0.025" units="cm"/>
    </inkml:brush>
  </inkml:definitions>
  <inkml:trace contextRef="#ctx0" brushRef="#br0">1 37 7090,'0'0'18091,"10"-36"-17827,-4 36-264,-1 0-120,0 9 112,1 18-128,4 2-328,7 2-568,9 17-936,1-12-1785,-11-2-1640</inkml:trace>
</inkml:ink>
</file>

<file path=ppt/ink/ink4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1.581"/>
    </inkml:context>
    <inkml:brush xml:id="br0">
      <inkml:brushProperty name="width" value="0.025" units="cm"/>
      <inkml:brushProperty name="height" value="0.025" units="cm"/>
    </inkml:brush>
  </inkml:definitions>
  <inkml:trace contextRef="#ctx0" brushRef="#br0">1 0 3321,'0'0'9646,"10"4"-7790,33 10 78,-40-13-1626,-1 0 1,1 0-1,0 0 1,-1 0-1,1-1 1,0 1-1,0-1 1,-1 0-1,1 0 1,0 0-1,5-1 1,3 0 98,325 13 1591,-239-8-1987,48 6-9,-143-9-6,0-1-1,0 0 1,-1 0 0,1 1-1,0-1 1,-1 1 0,1-1-1,-1 1 1,1 0 0,-1 0-1,1-1 1,-1 1-1,1 0 1,-1 0 0,0 1-1,1-1 1,-1 0 0,0 0-1,0 1 1,0-1 0,0 0-1,0 1 1,0-1 0,0 1-1,0 2 1,0-2 14,-1 0 0,0 0-1,0 0 1,0 1 0,0-1 0,0 0-1,-1 0 1,1 0 0,-1 0 0,1 0-1,-1 0 1,0 0 0,0 0 0,1 0-1,-2 0 1,1 0 0,0 0 0,0-1-1,0 1 1,-3 2 0,-6 6 88,-1 0 0,0-1 0,0-1 0,-1 0 0,-23 12 0,-71 29 140,101-47-229,-33 13 47,-56 11 0,4-1 8,61-15-66,1 1 0,1 1 1,-29 17-1,38-20-24,-13 7 6,30-15-14,0-1 1,0 1-1,0 0 1,0 0-1,0-1 1,0 1-1,0 0 1,0 0-1,0 0 1,0 0-1,1 0 1,-1 0-1,0 1 1,1-1-1,-1 0 1,1 0-1,0 0 1,-1 0-1,0 3 1,2-3-32,-1-1 0,0 1 1,0-1-1,1 1 0,-1-1 0,0 0 1,0 1-1,1-1 0,-1 1 0,0-1 0,1 0 1,-1 1-1,1-1 0,-1 0 0,0 1 1,1-1-1,-1 0 0,1 0 0,-1 1 0,1-1 1,-1 0-1,1 0 0,-1 0 0,1 0 1,-1 0-1,1 0 0,-1 0 0,1 0 0,-1 0 1,1 0-1,-1 0 0,1 0 0,-1 0 1,2 0-1,111 1-5416,-54-1-1426</inkml:trace>
</inkml:ink>
</file>

<file path=ppt/ink/ink4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1.992"/>
    </inkml:context>
    <inkml:brush xml:id="br0">
      <inkml:brushProperty name="width" value="0.025" units="cm"/>
      <inkml:brushProperty name="height" value="0.025" units="cm"/>
    </inkml:brush>
  </inkml:definitions>
  <inkml:trace contextRef="#ctx0" brushRef="#br0">1 1 2985,'0'0'11938,"0"0"-11858,0 0-1,0 1 1,0-1 0,0 0-1,0 0 1,0 1-1,0-1 1,0 0 0,0 1-1,0-1 1,0 0 0,0 0-1,1 1 1,-1-1-1,0 0 1,0 0 0,0 1-1,0-1 1,0 0-1,1 0 1,-1 0 0,0 1-1,0-1 1,1 0-1,-1 0 1,0 0 0,0 0-1,1 1 1,-1-1 0,0 0-1,0 0 1,1 0-1,-1 0 1,0 0 0,0 0-1,1 0 1,-1 0-1,0 0 1,1 0 0,-1 0-1,0 0 1,0 0-1,1 0 1,-1 0 0,1 0-1,113 1 920,127-2-1063,-245 9-652,-2-2 448,-1 1-1,0-1 1,0 0-1,0-1 1,-1 0-1,-9 5 1,-58 27-2231,43-22 1241,-22 11-1916,5-3-2243</inkml:trace>
</inkml:ink>
</file>

<file path=ppt/ink/ink4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2.339"/>
    </inkml:context>
    <inkml:brush xml:id="br0">
      <inkml:brushProperty name="width" value="0.025" units="cm"/>
      <inkml:brushProperty name="height" value="0.025" units="cm"/>
    </inkml:brush>
  </inkml:definitions>
  <inkml:trace contextRef="#ctx0" brushRef="#br0">81 1 392,'-51'213'251,"50"-205"-153,-1 0 1,0 0 0,-1 0 0,0 0-1,0-1 1,-8 15 0,8-15 2352,2 9 6427,15-16-5242,62 1-445,143-6 637,-187 3-4552,1 0-1,53 6 1,-66 1-1922,-10 4-2718,-8 3-5066</inkml:trace>
</inkml:ink>
</file>

<file path=ppt/ink/ink4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4.501"/>
    </inkml:context>
    <inkml:brush xml:id="br0">
      <inkml:brushProperty name="width" value="0.025" units="cm"/>
      <inkml:brushProperty name="height" value="0.025" units="cm"/>
    </inkml:brush>
  </inkml:definitions>
  <inkml:trace contextRef="#ctx0" brushRef="#br0">130 20 3849,'0'0'7264,"10"0"-6218,39 0 1760,-49-1-2431,0 1-248,0-1 1,0 1 0,0 0-1,0-1 1,0 1-1,0 0 1,0 0-1,0-1 1,0 1 0,0 0-1,0-1 1,0 1-1,0 0 1,0 0-1,0-1 1,0 1 0,-1 0-1,1 0 1,0-1-1,0 1 1,0 0-1,0 0 1,-1-1 0,1 1-1,0 0 1,0 0-1,0 0 1,-1-1-1,1 1 1,0 0 0,0 0-1,-1 0 1,1 0-1,0 0 1,0-1-1,-1 1 1,1 0 0,0 0-1,-1 0 1,1 0-1,0 0 1,0 0-1,-1 0 1,1 0 0,-4 1-100,1-1 1,0 1 0,0 0-1,0-1 1,0 2 0,-1-1-1,1 0 1,1 1 0,-1-1-1,0 1 1,0 0 0,1 0-1,-1 0 1,1 0 0,-1 0-1,1 1 1,0-1 0,-4 6-1,-5 8 84,1 0 0,-10 21-1,2-3 44,5-12 5,0-1 0,-12 33 0,22-46-133,0 1 0,1 0 1,0 0-1,0 0 0,1 0 0,0 0 1,1 0-1,0 1 0,2 15 1,-2-23-27,1 0 0,0 0 0,0 0 0,0 0 0,0-1 0,0 1 0,0 0 0,0 0 0,1-1 0,-1 1 0,1-1 0,-1 1 0,1-1 0,0 0 1,-1 0-1,1 0 0,0 0 0,0 0 0,0 0 0,0 0 0,0 0 0,0-1 0,0 1 0,3 0 0,58 9 109,-50-9-66,40 4 56,0-3 1,77-6-1,-125 3-85,1 0 0,-1 0-1,1-1 1,-1 0 0,0 0 0,1 0 0,-1-1-1,0 0 1,0 0 0,-1 0 0,1-1 0,-1 1-1,1-1 1,-1 0 0,-1 0 0,1 0 0,0-1-1,-1 0 1,0 1 0,0-1 0,0 0 0,-1-1-1,0 1 1,0 0 0,0-1 0,0 1 0,-1-1-1,0 1 1,0-1 0,0-8 0,-1-14 123,1 14-59,-1-1 1,-1 1-1,-4-25 1,4 34-69,0 0 0,-1-1 1,0 1-1,0 0 0,-1 1 0,1-1 1,-1 0-1,0 1 0,0-1 0,-1 1 1,1 0-1,-1 0 0,-7-6 0,-4-1 71,-1 1 0,0 0 0,-1 1 0,0 1 0,0 1 0,-1 0 0,0 1 0,0 1 0,0 1 0,-1 0 0,-20 0 0,29 1 436,4 2-1774,0 1-6390,11 0 1915</inkml:trace>
</inkml:ink>
</file>

<file path=ppt/ink/ink4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4.959"/>
    </inkml:context>
    <inkml:brush xml:id="br0">
      <inkml:brushProperty name="width" value="0.025" units="cm"/>
      <inkml:brushProperty name="height" value="0.025" units="cm"/>
    </inkml:brush>
  </inkml:definitions>
  <inkml:trace contextRef="#ctx0" brushRef="#br0">0 22 1216,'0'0'23680,"4"-4"-22186,14-14 741,-18 24-6115,0 56-5375,0-41-522</inkml:trace>
</inkml:ink>
</file>

<file path=ppt/ink/ink4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15.323"/>
    </inkml:context>
    <inkml:brush xml:id="br0">
      <inkml:brushProperty name="width" value="0.025" units="cm"/>
      <inkml:brushProperty name="height" value="0.025" units="cm"/>
    </inkml:brush>
  </inkml:definitions>
  <inkml:trace contextRef="#ctx0" brushRef="#br0">615 1 4049,'0'0'19756,"21"65"-19212,-69-39-288,-16 6-96,-11 6-160,-10 15-264,-54 48-1032,26-9-1721,1 4-3864</inkml:trace>
</inkml:ink>
</file>

<file path=ppt/ink/ink4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25.625"/>
    </inkml:context>
    <inkml:brush xml:id="br0">
      <inkml:brushProperty name="width" value="0.025" units="cm"/>
      <inkml:brushProperty name="height" value="0.025" units="cm"/>
    </inkml:brush>
  </inkml:definitions>
  <inkml:trace contextRef="#ctx0" brushRef="#br0">0 195 2601,'0'0'2499,"0"-20"-876,2 14-1247,-1 1 1,1-1-1,-1 1 1,1-1-1,1 1 1,-1 0-1,1-1 1,0 1-1,0 1 1,1-1 0,-1 0-1,1 1 1,0 0-1,8-7 1,-8 3 6617,-3-1-3475,-1 8-3458,0 0-1,-1 0 0,1 0 1,0 1-1,0-1 0,1 0 0,-1 0 1,0 0-1,0 0 0,0 0 1,0 0-1,1 0 0,-1 1 0,0-1 1,1 0-1,-1 0 0,1 0 1,-1 1-1,1-1 0,-1 0 0,1 0 1,0 1-1,-1-1 0,1 1 1,0-1-1,-1 0 0,1 1 0,0 0 1,0-1-1,1 0 0,65-17 94,71-10 0,-108 25-155,53 0 0,-74 3 1,-5 0 2,0 1 0,0-1 0,0 1 0,0 0 0,0 0 0,0 0 0,0 0 1,0 1-1,-1 0 0,1 0 0,-1 0 0,1 0 0,-1 0 0,0 0 0,0 1 0,3 3 1,4 4 11,-1 1 0,0 1 0,8 13 0,3 4-1,75 77-20,-91-101 8,-1 0 1,0 0-1,0 0 0,0 0 0,-1 0 0,1 0 0,-1 1 0,-1-1 0,3 11 0,-3-13 2,-1 0-1,1 1 1,-1-1 0,0 1-1,0-1 1,0 0 0,-1 1-1,1-1 1,-1 1 0,0-1-1,0 0 1,0 0 0,0 1-1,-1-1 1,1 0 0,-1 0-1,0 0 1,-2 2 0,-7 7 15,-1-1 1,0 0 0,-1-1 0,-1-1-1,-14 9 1,11-9-14,2 2 0,-1 0 0,-16 16 0,31-26-9,0 0 1,1-1-1,-1 1 1,0 0-1,0 0 1,1 0 0,-1 0-1,1 0 1,-1 0-1,1 0 1,-1 0-1,1 0 1,-1 0-1,1 0 1,0 0-1,-1 2 1,1-2-2,1 0 0,-1-1-1,0 1 1,0-1 0,0 1 0,1 0-1,-1-1 1,0 1 0,1-1 0,-1 1-1,0-1 1,1 1 0,-1-1-1,1 1 1,-1-1 0,1 1 0,-1-1-1,1 1 1,-1-1 0,2 1 0,3 1-15,-1 0 0,1 0 1,0-1-1,0 0 1,8 2-1,-8-3 39,24 4-71,-1-3 1,56-2 0,-23-1-131,10 2 76,-71 10 189,-16 239 224,16-73 353,0-174-632,-1 0 0,1-1 0,0 1 0,-1 0-1,1-1 1,-1 1 0,0 0 0,1-1 0,-1 1 0,0-1 0,0 1 0,0-1 0,0 1 0,0-1 0,-1 0 0,1 1-1,0-1 1,0 0 0,-1 0 0,1 0 0,-1 0 0,1 0 0,-1 0 0,0-1 0,1 1 0,-1 0 0,0-1 0,1 0-1,-1 1 1,-2-1 0,-8 3 65,-1-1-1,1-1 0,-17 0 0,13 0 57,-67 4 597,-114 3 711,192-8-1412,0 0 0,1 0 0,-1 1 1,0-1-1,1 1 0,-1 0 0,-4 2 0,6-2 39,6-1-353,50-1-3624,-45-5-1551</inkml:trace>
</inkml:ink>
</file>

<file path=ppt/ink/ink4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6.534"/>
    </inkml:context>
    <inkml:brush xml:id="br0">
      <inkml:brushProperty name="width" value="0.025" units="cm"/>
      <inkml:brushProperty name="height" value="0.025" units="cm"/>
    </inkml:brush>
  </inkml:definitions>
  <inkml:trace contextRef="#ctx0" brushRef="#br0">187 2 6481,'0'0'9569,"0"-1"-9469,0 1 0,0 0 0,0 0 0,0 0 0,1 0 0,-1 0 0,0 0-1,0 0 1,0 0 0,0 0 0,0-1 0,0 1 0,0 0 0,1 0 0,-1 0 0,0 0 0,0 0 0,0 0 0,0 0-1,0 0 1,0 0 0,1 0 0,-1 0 0,0 0 0,0 0 0,0 0 0,0 0 0,0 0 0,0 0 0,1 0 0,-1 0 0,0 0-1,0 0 1,0 0 0,0 1 0,0-1 0,0 0 0,0 0 0,1 0 0,-1 0 0,0 0 0,0 0 0,0 0 0,0 0-1,0 0 1,0 1 0,0-1 0,0 0 0,0 0 0,0 0 0,0 0 0,0 10-42,-1 1 0,0-1 0,-1 0 0,0 0 0,-1-1 0,0 1 0,-1 0 0,1-1 0,-10 16 0,3-4-38,-17 35-1,3 1 0,3 1 0,2 1-1,2 0 1,4 2 0,1-1 0,-4 104 0,16-159-19,1 245 24,0-237-25,1-1 1,0 0 0,0 0-1,2 0 1,-1 0 0,2-1-1,-1 1 1,2-1 0,-1 0-1,11 13 1,-12-18 5,0 0 0,1 0 1,0-1-1,0 0 0,1 0 0,-1 0 0,1-1 0,0 1 1,0-2-1,1 1 0,-1-1 0,1 1 0,0-2 1,-1 1-1,1-1 0,0 0 0,1 0 0,9 0 0,-12-2-9,10 2-83,-1-1-1,1-1 0,26-3 1,-41 3-9,1-1 1,0 0-1,-1 1 1,1-1-1,-1 0 1,1 1-1,-1-1 1,1 0-1,-1 0 0,1 1 1,-1-1-1,0 0 1,1 0-1,-1 0 1,0 0-1,0 1 1,0-1-1,1 0 1,-1 0-1,0 0 1,0 0-1,0 0 1,0 0-1,-1 1 1,1-1-1,0 0 1,0 0-1,0 0 1,-1 0-1,1 1 1,-1-1-1,1 0 1,0 0-1,-1 0 1,1 1-1,-2-2 1,-22-10-3009,-12 2-1801</inkml:trace>
</inkml:ink>
</file>

<file path=ppt/ink/ink4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7.118"/>
    </inkml:context>
    <inkml:brush xml:id="br0">
      <inkml:brushProperty name="width" value="0.025" units="cm"/>
      <inkml:brushProperty name="height" value="0.025" units="cm"/>
    </inkml:brush>
  </inkml:definitions>
  <inkml:trace contextRef="#ctx0" brushRef="#br0">1 2 6001,'0'0'11873,"5"-1"-10818,-3 1-969,0 0-1,0 0 0,1 0 0,-1 0 0,0 0 1,0 1-1,0-1 0,0 0 0,0 1 0,0 0 0,0 0 1,0-1-1,0 1 0,-1 0 0,1 1 0,0-1 1,0 0-1,1 2 0,1 1 87,0 0 0,0 0 0,-1 1 0,1 0 0,-1-1-1,5 11 1,0 5-64,0 1 1,-1 0-1,-1 1 0,-1-1 0,-1 1 0,-1 0 1,-1 0-1,-1 29 0,-1-50-110,1 0 0,-1 0-1,1-1 1,-1 1 0,1 0 0,0-1 0,-1 1 0,1-1-1,0 1 1,-1 0 0,1-1 0,0 0 0,0 1 0,0-1-1,0 1 1,0-1 0,-1 0 0,1 0 0,0 1-1,0-1 1,0 0 0,0 0 0,0 0 0,0 0 0,0 0-1,0 0 1,0 0 0,-1-1 0,1 1 0,0 0 0,0 0-1,0-1 1,0 1 0,0-1 0,-1 1 0,1 0 0,0-1-1,0 0 1,0 0 0,3-2-24,-1-1 0,0 0 0,-1 1-1,1-1 1,-1 0 0,0 0 0,3-7 0,4-8-26,-6 15 49,13-27-71,3 0 0,0 1 0,2 1 0,43-46-1,-58 72 85,-6 3 80,1 8 409,5 11-23,0 1 0,16 34 1,-15-41-410,-1 1 0,0 1 1,-1-1-1,-1 1 0,0 0 1,-1 0-1,2 25 0,-5 19-536,0-19-6155</inkml:trace>
</inkml:ink>
</file>

<file path=ppt/ink/ink4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7.476"/>
    </inkml:context>
    <inkml:brush xml:id="br0">
      <inkml:brushProperty name="width" value="0.025" units="cm"/>
      <inkml:brushProperty name="height" value="0.025" units="cm"/>
    </inkml:brush>
  </inkml:definitions>
  <inkml:trace contextRef="#ctx0" brushRef="#br0">0 0 6281,'0'0'12512,"20"4"-11353,-3-1-940,14 4 817,1-2-1,46 2 0,171 1 28,-248-8-1110,-3 0-2085,1 0 1682,0 1 1,0-1-1,0 0 1,0 0-1,0 0 1,0 0-1,0 0 1,0-1-1,0 1 1,1 0-1,-1 0 1,0-1-1,0 1 1,0 0-1,0-1 1,0 1-1,0-1 1,-1 0-1,2-17-4632</inkml:trace>
</inkml:ink>
</file>

<file path=ppt/ink/ink4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7.823"/>
    </inkml:context>
    <inkml:brush xml:id="br0">
      <inkml:brushProperty name="width" value="0.025" units="cm"/>
      <inkml:brushProperty name="height" value="0.025" units="cm"/>
    </inkml:brush>
  </inkml:definitions>
  <inkml:trace contextRef="#ctx0" brushRef="#br0">0 0 4441,'0'0'15143,"7"34"-13788,22 107-256,-26-124-770,0-1-1,-1 1 1,-1 0 0,-1 33 0,-2-12 149,2 203-1456,0-240 678,0 0-1,0 0 0,0 0 1,0 0-1,0 0 1,0 0-1,0 0 0,0 0 1,0 0-1,-1 0 1,1 0-1,0-1 1,-1 1-1,1 0 0,-1 0 1,1 0-1,-1 0 1,1 0-1,-2 1 0,-8-1-4562</inkml:trace>
</inkml:ink>
</file>

<file path=ppt/ink/ink4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8.245"/>
    </inkml:context>
    <inkml:brush xml:id="br0">
      <inkml:brushProperty name="width" value="0.025" units="cm"/>
      <inkml:brushProperty name="height" value="0.025" units="cm"/>
    </inkml:brush>
  </inkml:definitions>
  <inkml:trace contextRef="#ctx0" brushRef="#br0">0 1 10570,'0'0'8855,"17"14"-8105,5 3-512,-6-5-67,-1 1 1,0 1-1,0 0 1,-2 0-1,13 19 1,-9-9-25,-2 0 0,-2 2 0,0 0 0,14 39 0,27 116 412,-34-91-226,-4 1 1,5 125 0,-13 184 918,-8-317-1004,0-68-217,-1 0-1,0 1 0,-1-1 0,0 0 0,-1 0 0,-1-1 1,-6 16-1,6-22 8,0 0 1,0 0 0,-1 0-1,0-1 1,0 1 0,-1-1-1,0 0 1,0-1 0,0 0 0,-1 0-1,0 0 1,0-1 0,-11 6-1,14-8-84,-1 0-1,0-1 1,0 1-1,0-1 1,0 0 0,0-1-1,0 1 1,-1-1-1,1 0 1,0 0-1,-8-1 1,12-11-1460,1-110-5994,0 56 605</inkml:trace>
</inkml:ink>
</file>

<file path=ppt/ink/ink4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8.682"/>
    </inkml:context>
    <inkml:brush xml:id="br0">
      <inkml:brushProperty name="width" value="0.025" units="cm"/>
      <inkml:brushProperty name="height" value="0.025" units="cm"/>
    </inkml:brush>
  </inkml:definitions>
  <inkml:trace contextRef="#ctx0" brushRef="#br0">620 0 8914,'0'0'11073,"-24"48"-10193,-85 160-58,-61 115 937,61-95-1086,42-83-405,-42 106-138,92-222 355,5-9-1838,9-12-4218,3-28 1073,0-12-2387</inkml:trace>
</inkml:ink>
</file>

<file path=ppt/ink/ink4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9.247"/>
    </inkml:context>
    <inkml:brush xml:id="br0">
      <inkml:brushProperty name="width" value="0.025" units="cm"/>
      <inkml:brushProperty name="height" value="0.025" units="cm"/>
    </inkml:brush>
  </inkml:definitions>
  <inkml:trace contextRef="#ctx0" brushRef="#br0">1 0 4153,'0'0'17613,"22"10"-16617,115 40-458,-129-47-538,1 1 1,-1-1-1,-1 2 1,1-1 0,0 1-1,-1 0 1,0 1-1,11 11 1,-17-16-11,-1-1 0,0 1 1,0-1-1,1 1 0,-1 0 1,0-1-1,0 1 0,0 0 0,0-1 1,0 1-1,0 0 0,0-1 0,0 1 1,0 0-1,0-1 0,0 1 0,0 0 1,0-1-1,0 1 0,-1-1 0,1 1 1,0 0-1,0-1 0,-1 1 0,1-1 1,-1 1-1,0 0 0,-14 16 20,10-13-7,-46 44 238,31-30-70,0 2 1,-28 33 0,43-46-142,0 0 1,1 0-1,0 0 0,0 1 1,1-1-1,-1 1 0,2 0 1,-1 0-1,1 0 1,0 0-1,1 0 0,-1 17 1,2 48 226,0-71-248,0-1-1,1 0 1,-1 0 0,0 1-1,1-1 1,-1 0-1,1 0 1,-1 1-1,1-1 1,0 0 0,-1 0-1,1 0 1,0 0-1,0 0 1,0 0-1,0 0 1,0 0 0,0-1-1,0 1 1,0 0-1,0-1 1,0 1-1,0 0 1,0-1 0,0 1-1,1-1 1,-1 0-1,0 1 1,0-1-1,1 0 1,2 0 0,45 2 228,-38-2-177,123 0-121,-133 0-503</inkml:trace>
</inkml:ink>
</file>

<file path=ppt/ink/ink4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9.604"/>
    </inkml:context>
    <inkml:brush xml:id="br0">
      <inkml:brushProperty name="width" value="0.025" units="cm"/>
      <inkml:brushProperty name="height" value="0.025" units="cm"/>
    </inkml:brush>
  </inkml:definitions>
  <inkml:trace contextRef="#ctx0" brushRef="#br0">1 0 12019,'0'0'14841,"10"0"-13943,44 0-339,-56 27-7462,-9-11 1178,-8-1-3747</inkml:trace>
</inkml:ink>
</file>

<file path=ppt/ink/ink4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6:13:49.951"/>
    </inkml:context>
    <inkml:brush xml:id="br0">
      <inkml:brushProperty name="width" value="0.025" units="cm"/>
      <inkml:brushProperty name="height" value="0.025" units="cm"/>
    </inkml:brush>
  </inkml:definitions>
  <inkml:trace contextRef="#ctx0" brushRef="#br0">364 1 8194,'0'0'13723,"-5"22"-12739,0 4-88,-1 8-256,-4 7-360,-12 14-128,-10 8-152,-64 59-168,5-13-1872,-5-13-5082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42E396-6A81-4E93-A021-DD87CBA25AFE}" type="datetimeFigureOut">
              <a:rPr lang="en-US" smtClean="0"/>
              <a:pPr/>
              <a:t>10/31/2025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05BBFF-2AB3-4701-919E-A58E83F5B078}" type="slidenum">
              <a:rPr lang="en-US" smtClean="0"/>
              <a:pPr/>
              <a:t>‹#›</a:t>
            </a:fld>
            <a:endParaRPr lang="en-US"/>
          </a:p>
        </p:txBody>
      </p:sp>
    </p:spTree>
    <p:extLst>
      <p:ext uri="{BB962C8B-B14F-4D97-AF65-F5344CB8AC3E}">
        <p14:creationId xmlns:p14="http://schemas.microsoft.com/office/powerpoint/2010/main" val="1361709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5BBFF-2AB3-4701-919E-A58E83F5B078}" type="slidenum">
              <a:rPr lang="en-US" smtClean="0"/>
              <a:pPr/>
              <a:t>24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505BBFF-2AB3-4701-919E-A58E83F5B078}" type="slidenum">
              <a:rPr lang="en-US" smtClean="0"/>
              <a:pPr/>
              <a:t>40</a:t>
            </a:fld>
            <a:endParaRPr lang="en-US"/>
          </a:p>
        </p:txBody>
      </p:sp>
    </p:spTree>
    <p:extLst>
      <p:ext uri="{BB962C8B-B14F-4D97-AF65-F5344CB8AC3E}">
        <p14:creationId xmlns:p14="http://schemas.microsoft.com/office/powerpoint/2010/main" val="1960627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2D3C97-B8C0-459A-9BD2-BA627C2436BD}" type="datetime1">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E64170-5D7A-407D-A95C-F7F57957DF35}" type="datetime1">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006065-B96B-456A-A1E6-049884692F2E}" type="datetime1">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49D6E5-3E85-4F2B-BB0F-688A2EEABF6A}" type="datetime1">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3E20CD-A872-4481-B343-79CDD4D87B20}" type="datetime1">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78A941-7EBC-4677-92A8-0DA5A691F8D6}" type="datetime1">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AA0E20-E6D7-4BEC-B4D5-3A386E9F567D}" type="datetime1">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AB7942-0ED9-48AE-AEC3-1FF62F18DD0F}" type="datetime1">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9AB8A2-FDE0-4340-9858-BD81B5DD8EC3}" type="datetime1">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4DC361-2999-49B3-AB28-FAFDB54D02ED}" type="datetime1">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EC51FA-FFBC-404C-A2AD-E4A09A1C154C}" type="datetime1">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B2EE5-B8BC-4D24-A25E-F2DF61737E6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BD6FE2-5B65-458D-A722-3DA795F887BE}" type="datetime1">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B2EE5-B8BC-4D24-A25E-F2DF61737E6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17" Type="http://schemas.openxmlformats.org/officeDocument/2006/relationships/image" Target="../media/image58.png"/><Relationship Id="rId21" Type="http://schemas.openxmlformats.org/officeDocument/2006/relationships/image" Target="../media/image10.png"/><Relationship Id="rId42" Type="http://schemas.openxmlformats.org/officeDocument/2006/relationships/customXml" Target="../ink/ink21.xml"/><Relationship Id="rId63" Type="http://schemas.openxmlformats.org/officeDocument/2006/relationships/image" Target="../media/image31.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customXml" Target="../ink/ink82.xml"/><Relationship Id="rId170" Type="http://schemas.openxmlformats.org/officeDocument/2006/relationships/customXml" Target="../ink/ink93.xml"/><Relationship Id="rId107" Type="http://schemas.openxmlformats.org/officeDocument/2006/relationships/image" Target="../media/image53.png"/><Relationship Id="rId11" Type="http://schemas.openxmlformats.org/officeDocument/2006/relationships/image" Target="../media/image5.png"/><Relationship Id="rId32" Type="http://schemas.openxmlformats.org/officeDocument/2006/relationships/customXml" Target="../ink/ink16.xml"/><Relationship Id="rId53" Type="http://schemas.openxmlformats.org/officeDocument/2006/relationships/image" Target="../media/image26.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4.png"/><Relationship Id="rId5" Type="http://schemas.openxmlformats.org/officeDocument/2006/relationships/image" Target="../media/image2.png"/><Relationship Id="rId95" Type="http://schemas.openxmlformats.org/officeDocument/2006/relationships/image" Target="../media/image47.png"/><Relationship Id="rId160" Type="http://schemas.openxmlformats.org/officeDocument/2006/relationships/customXml" Target="../ink/ink83.xml"/><Relationship Id="rId181" Type="http://schemas.openxmlformats.org/officeDocument/2006/relationships/customXml" Target="../ink/ink101.xml"/><Relationship Id="rId22" Type="http://schemas.openxmlformats.org/officeDocument/2006/relationships/customXml" Target="../ink/ink11.xml"/><Relationship Id="rId43" Type="http://schemas.openxmlformats.org/officeDocument/2006/relationships/image" Target="../media/image21.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69.png"/><Relationship Id="rId85" Type="http://schemas.openxmlformats.org/officeDocument/2006/relationships/image" Target="../media/image42.png"/><Relationship Id="rId150" Type="http://schemas.openxmlformats.org/officeDocument/2006/relationships/customXml" Target="../ink/ink75.xml"/><Relationship Id="rId171" Type="http://schemas.openxmlformats.org/officeDocument/2006/relationships/customXml" Target="../ink/ink94.xml"/><Relationship Id="rId12" Type="http://schemas.openxmlformats.org/officeDocument/2006/relationships/customXml" Target="../ink/ink6.xml"/><Relationship Id="rId33" Type="http://schemas.openxmlformats.org/officeDocument/2006/relationships/image" Target="../media/image16.png"/><Relationship Id="rId108" Type="http://schemas.openxmlformats.org/officeDocument/2006/relationships/customXml" Target="../ink/ink54.xml"/><Relationship Id="rId129" Type="http://schemas.openxmlformats.org/officeDocument/2006/relationships/image" Target="../media/image64.png"/><Relationship Id="rId54" Type="http://schemas.openxmlformats.org/officeDocument/2006/relationships/customXml" Target="../ink/ink27.xml"/><Relationship Id="rId75" Type="http://schemas.openxmlformats.org/officeDocument/2006/relationships/image" Target="../media/image37.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customXml" Target="../ink/ink84.xml"/><Relationship Id="rId182" Type="http://schemas.openxmlformats.org/officeDocument/2006/relationships/image" Target="../media/image80.png"/><Relationship Id="rId6" Type="http://schemas.openxmlformats.org/officeDocument/2006/relationships/customXml" Target="../ink/ink3.xml"/><Relationship Id="rId23" Type="http://schemas.openxmlformats.org/officeDocument/2006/relationships/image" Target="../media/image11.png"/><Relationship Id="rId119" Type="http://schemas.openxmlformats.org/officeDocument/2006/relationships/image" Target="../media/image59.png"/><Relationship Id="rId44" Type="http://schemas.openxmlformats.org/officeDocument/2006/relationships/customXml" Target="../ink/ink22.xml"/><Relationship Id="rId65" Type="http://schemas.openxmlformats.org/officeDocument/2006/relationships/image" Target="../media/image32.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5.png"/><Relationship Id="rId172" Type="http://schemas.openxmlformats.org/officeDocument/2006/relationships/customXml" Target="../ink/ink95.xml"/><Relationship Id="rId13" Type="http://schemas.openxmlformats.org/officeDocument/2006/relationships/image" Target="../media/image6.png"/><Relationship Id="rId18" Type="http://schemas.openxmlformats.org/officeDocument/2006/relationships/customXml" Target="../ink/ink9.xml"/><Relationship Id="rId39" Type="http://schemas.openxmlformats.org/officeDocument/2006/relationships/image" Target="../media/image19.png"/><Relationship Id="rId109" Type="http://schemas.openxmlformats.org/officeDocument/2006/relationships/image" Target="../media/image5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7.png"/><Relationship Id="rId76" Type="http://schemas.openxmlformats.org/officeDocument/2006/relationships/customXml" Target="../ink/ink38.xml"/><Relationship Id="rId97" Type="http://schemas.openxmlformats.org/officeDocument/2006/relationships/image" Target="../media/image48.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2.png"/><Relationship Id="rId141" Type="http://schemas.openxmlformats.org/officeDocument/2006/relationships/image" Target="../media/image70.png"/><Relationship Id="rId146" Type="http://schemas.openxmlformats.org/officeDocument/2006/relationships/customXml" Target="../ink/ink73.xml"/><Relationship Id="rId167" Type="http://schemas.openxmlformats.org/officeDocument/2006/relationships/customXml" Target="../ink/ink90.xml"/><Relationship Id="rId188" Type="http://schemas.openxmlformats.org/officeDocument/2006/relationships/image" Target="../media/image83.png"/><Relationship Id="rId7" Type="http://schemas.openxmlformats.org/officeDocument/2006/relationships/image" Target="../media/image3.png"/><Relationship Id="rId71" Type="http://schemas.openxmlformats.org/officeDocument/2006/relationships/image" Target="../media/image35.png"/><Relationship Id="rId92" Type="http://schemas.openxmlformats.org/officeDocument/2006/relationships/customXml" Target="../ink/ink46.xml"/><Relationship Id="rId162" Type="http://schemas.openxmlformats.org/officeDocument/2006/relationships/customXml" Target="../ink/ink85.xml"/><Relationship Id="rId183" Type="http://schemas.openxmlformats.org/officeDocument/2006/relationships/customXml" Target="../ink/ink102.xml"/><Relationship Id="rId2" Type="http://schemas.openxmlformats.org/officeDocument/2006/relationships/customXml" Target="../ink/ink1.xml"/><Relationship Id="rId29" Type="http://schemas.openxmlformats.org/officeDocument/2006/relationships/image" Target="../media/image1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2.png"/><Relationship Id="rId66" Type="http://schemas.openxmlformats.org/officeDocument/2006/relationships/customXml" Target="../ink/ink33.xml"/><Relationship Id="rId87" Type="http://schemas.openxmlformats.org/officeDocument/2006/relationships/image" Target="../media/image43.png"/><Relationship Id="rId110" Type="http://schemas.openxmlformats.org/officeDocument/2006/relationships/customXml" Target="../ink/ink55.xml"/><Relationship Id="rId115" Type="http://schemas.openxmlformats.org/officeDocument/2006/relationships/image" Target="../media/image57.png"/><Relationship Id="rId131" Type="http://schemas.openxmlformats.org/officeDocument/2006/relationships/image" Target="../media/image65.png"/><Relationship Id="rId136" Type="http://schemas.openxmlformats.org/officeDocument/2006/relationships/customXml" Target="../ink/ink68.xml"/><Relationship Id="rId157" Type="http://schemas.openxmlformats.org/officeDocument/2006/relationships/customXml" Target="../ink/ink80.xml"/><Relationship Id="rId178" Type="http://schemas.openxmlformats.org/officeDocument/2006/relationships/image" Target="../media/image78.png"/><Relationship Id="rId61" Type="http://schemas.openxmlformats.org/officeDocument/2006/relationships/image" Target="../media/image30.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customXml" Target="../ink/ink96.xml"/><Relationship Id="rId19" Type="http://schemas.openxmlformats.org/officeDocument/2006/relationships/image" Target="../media/image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17.png"/><Relationship Id="rId56" Type="http://schemas.openxmlformats.org/officeDocument/2006/relationships/customXml" Target="../ink/ink28.xml"/><Relationship Id="rId77" Type="http://schemas.openxmlformats.org/officeDocument/2006/relationships/image" Target="../media/image38.png"/><Relationship Id="rId100" Type="http://schemas.openxmlformats.org/officeDocument/2006/relationships/customXml" Target="../ink/ink50.xml"/><Relationship Id="rId105" Type="http://schemas.openxmlformats.org/officeDocument/2006/relationships/image" Target="../media/image52.png"/><Relationship Id="rId126" Type="http://schemas.openxmlformats.org/officeDocument/2006/relationships/customXml" Target="../ink/ink63.xml"/><Relationship Id="rId147" Type="http://schemas.openxmlformats.org/officeDocument/2006/relationships/image" Target="../media/image73.png"/><Relationship Id="rId168" Type="http://schemas.openxmlformats.org/officeDocument/2006/relationships/customXml" Target="../ink/ink91.xml"/><Relationship Id="rId8" Type="http://schemas.openxmlformats.org/officeDocument/2006/relationships/customXml" Target="../ink/ink4.xml"/><Relationship Id="rId51" Type="http://schemas.openxmlformats.org/officeDocument/2006/relationships/image" Target="../media/image25.png"/><Relationship Id="rId72" Type="http://schemas.openxmlformats.org/officeDocument/2006/relationships/customXml" Target="../ink/ink36.xml"/><Relationship Id="rId93" Type="http://schemas.openxmlformats.org/officeDocument/2006/relationships/image" Target="../media/image46.png"/><Relationship Id="rId98" Type="http://schemas.openxmlformats.org/officeDocument/2006/relationships/customXml" Target="../ink/ink49.xml"/><Relationship Id="rId121" Type="http://schemas.openxmlformats.org/officeDocument/2006/relationships/image" Target="../media/image60.png"/><Relationship Id="rId142" Type="http://schemas.openxmlformats.org/officeDocument/2006/relationships/customXml" Target="../ink/ink71.xml"/><Relationship Id="rId163" Type="http://schemas.openxmlformats.org/officeDocument/2006/relationships/customXml" Target="../ink/ink86.xml"/><Relationship Id="rId184" Type="http://schemas.openxmlformats.org/officeDocument/2006/relationships/image" Target="../media/image81.png"/><Relationship Id="rId189" Type="http://schemas.openxmlformats.org/officeDocument/2006/relationships/customXml" Target="../ink/ink105.xml"/><Relationship Id="rId3" Type="http://schemas.openxmlformats.org/officeDocument/2006/relationships/image" Target="../media/image1.png"/><Relationship Id="rId25" Type="http://schemas.openxmlformats.org/officeDocument/2006/relationships/image" Target="../media/image12.png"/><Relationship Id="rId46" Type="http://schemas.openxmlformats.org/officeDocument/2006/relationships/customXml" Target="../ink/ink23.xml"/><Relationship Id="rId67" Type="http://schemas.openxmlformats.org/officeDocument/2006/relationships/image" Target="../media/image33.png"/><Relationship Id="rId116" Type="http://schemas.openxmlformats.org/officeDocument/2006/relationships/customXml" Target="../ink/ink58.xml"/><Relationship Id="rId137" Type="http://schemas.openxmlformats.org/officeDocument/2006/relationships/image" Target="../media/image68.png"/><Relationship Id="rId158" Type="http://schemas.openxmlformats.org/officeDocument/2006/relationships/customXml" Target="../ink/ink81.xml"/><Relationship Id="rId20" Type="http://schemas.openxmlformats.org/officeDocument/2006/relationships/customXml" Target="../ink/ink10.xml"/><Relationship Id="rId41" Type="http://schemas.openxmlformats.org/officeDocument/2006/relationships/image" Target="../media/image20.png"/><Relationship Id="rId62" Type="http://schemas.openxmlformats.org/officeDocument/2006/relationships/customXml" Target="../ink/ink31.xml"/><Relationship Id="rId83" Type="http://schemas.openxmlformats.org/officeDocument/2006/relationships/image" Target="../media/image41.png"/><Relationship Id="rId88" Type="http://schemas.openxmlformats.org/officeDocument/2006/relationships/customXml" Target="../ink/ink44.xml"/><Relationship Id="rId111" Type="http://schemas.openxmlformats.org/officeDocument/2006/relationships/image" Target="../media/image55.png"/><Relationship Id="rId132" Type="http://schemas.openxmlformats.org/officeDocument/2006/relationships/customXml" Target="../ink/ink66.xml"/><Relationship Id="rId153" Type="http://schemas.openxmlformats.org/officeDocument/2006/relationships/image" Target="../media/image76.png"/><Relationship Id="rId174" Type="http://schemas.openxmlformats.org/officeDocument/2006/relationships/customXml" Target="../ink/ink97.xml"/><Relationship Id="rId179" Type="http://schemas.openxmlformats.org/officeDocument/2006/relationships/customXml" Target="../ink/ink100.xml"/><Relationship Id="rId190" Type="http://schemas.openxmlformats.org/officeDocument/2006/relationships/image" Target="../media/image84.png"/><Relationship Id="rId15" Type="http://schemas.openxmlformats.org/officeDocument/2006/relationships/image" Target="../media/image7.png"/><Relationship Id="rId36" Type="http://schemas.openxmlformats.org/officeDocument/2006/relationships/customXml" Target="../ink/ink18.xml"/><Relationship Id="rId57" Type="http://schemas.openxmlformats.org/officeDocument/2006/relationships/image" Target="../media/image28.png"/><Relationship Id="rId106" Type="http://schemas.openxmlformats.org/officeDocument/2006/relationships/customXml" Target="../ink/ink53.xml"/><Relationship Id="rId127" Type="http://schemas.openxmlformats.org/officeDocument/2006/relationships/image" Target="../media/image63.png"/><Relationship Id="rId10" Type="http://schemas.openxmlformats.org/officeDocument/2006/relationships/customXml" Target="../ink/ink5.xml"/><Relationship Id="rId31" Type="http://schemas.openxmlformats.org/officeDocument/2006/relationships/image" Target="../media/image15.png"/><Relationship Id="rId52" Type="http://schemas.openxmlformats.org/officeDocument/2006/relationships/customXml" Target="../ink/ink26.xml"/><Relationship Id="rId73" Type="http://schemas.openxmlformats.org/officeDocument/2006/relationships/image" Target="../media/image36.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49.png"/><Relationship Id="rId101" Type="http://schemas.openxmlformats.org/officeDocument/2006/relationships/image" Target="../media/image50.png"/><Relationship Id="rId122" Type="http://schemas.openxmlformats.org/officeDocument/2006/relationships/customXml" Target="../ink/ink61.xml"/><Relationship Id="rId143" Type="http://schemas.openxmlformats.org/officeDocument/2006/relationships/image" Target="../media/image71.png"/><Relationship Id="rId148" Type="http://schemas.openxmlformats.org/officeDocument/2006/relationships/customXml" Target="../ink/ink74.xml"/><Relationship Id="rId164" Type="http://schemas.openxmlformats.org/officeDocument/2006/relationships/customXml" Target="../ink/ink87.xml"/><Relationship Id="rId169" Type="http://schemas.openxmlformats.org/officeDocument/2006/relationships/customXml" Target="../ink/ink92.xml"/><Relationship Id="rId185" Type="http://schemas.openxmlformats.org/officeDocument/2006/relationships/customXml" Target="../ink/ink103.xml"/><Relationship Id="rId4" Type="http://schemas.openxmlformats.org/officeDocument/2006/relationships/customXml" Target="../ink/ink2.xml"/><Relationship Id="rId9" Type="http://schemas.openxmlformats.org/officeDocument/2006/relationships/image" Target="../media/image4.png"/><Relationship Id="rId180" Type="http://schemas.openxmlformats.org/officeDocument/2006/relationships/image" Target="../media/image79.png"/><Relationship Id="rId26" Type="http://schemas.openxmlformats.org/officeDocument/2006/relationships/customXml" Target="../ink/ink13.xml"/><Relationship Id="rId47" Type="http://schemas.openxmlformats.org/officeDocument/2006/relationships/image" Target="../media/image23.png"/><Relationship Id="rId68" Type="http://schemas.openxmlformats.org/officeDocument/2006/relationships/customXml" Target="../ink/ink34.xml"/><Relationship Id="rId89" Type="http://schemas.openxmlformats.org/officeDocument/2006/relationships/image" Target="../media/image44.png"/><Relationship Id="rId112" Type="http://schemas.openxmlformats.org/officeDocument/2006/relationships/customXml" Target="../ink/ink56.xml"/><Relationship Id="rId133" Type="http://schemas.openxmlformats.org/officeDocument/2006/relationships/image" Target="../media/image66.png"/><Relationship Id="rId154" Type="http://schemas.openxmlformats.org/officeDocument/2006/relationships/customXml" Target="../ink/ink77.xml"/><Relationship Id="rId175" Type="http://schemas.openxmlformats.org/officeDocument/2006/relationships/customXml" Target="../ink/ink98.xml"/><Relationship Id="rId16" Type="http://schemas.openxmlformats.org/officeDocument/2006/relationships/customXml" Target="../ink/ink8.xml"/><Relationship Id="rId37" Type="http://schemas.openxmlformats.org/officeDocument/2006/relationships/image" Target="../media/image18.png"/><Relationship Id="rId58" Type="http://schemas.openxmlformats.org/officeDocument/2006/relationships/customXml" Target="../ink/ink29.xml"/><Relationship Id="rId79" Type="http://schemas.openxmlformats.org/officeDocument/2006/relationships/image" Target="../media/image39.png"/><Relationship Id="rId102" Type="http://schemas.openxmlformats.org/officeDocument/2006/relationships/customXml" Target="../ink/ink51.xml"/><Relationship Id="rId123" Type="http://schemas.openxmlformats.org/officeDocument/2006/relationships/image" Target="../media/image61.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customXml" Target="../ink/ink88.xml"/><Relationship Id="rId186" Type="http://schemas.openxmlformats.org/officeDocument/2006/relationships/image" Target="../media/image82.png"/><Relationship Id="rId27" Type="http://schemas.openxmlformats.org/officeDocument/2006/relationships/image" Target="../media/image13.png"/><Relationship Id="rId48" Type="http://schemas.openxmlformats.org/officeDocument/2006/relationships/customXml" Target="../ink/ink24.xml"/><Relationship Id="rId69" Type="http://schemas.openxmlformats.org/officeDocument/2006/relationships/image" Target="../media/image34.png"/><Relationship Id="rId113" Type="http://schemas.openxmlformats.org/officeDocument/2006/relationships/image" Target="../media/image56.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customXml" Target="../ink/ink78.xml"/><Relationship Id="rId176" Type="http://schemas.openxmlformats.org/officeDocument/2006/relationships/image" Target="../media/image77.png"/><Relationship Id="rId17" Type="http://schemas.openxmlformats.org/officeDocument/2006/relationships/image" Target="../media/image8.png"/><Relationship Id="rId38" Type="http://schemas.openxmlformats.org/officeDocument/2006/relationships/customXml" Target="../ink/ink19.xml"/><Relationship Id="rId59" Type="http://schemas.openxmlformats.org/officeDocument/2006/relationships/image" Target="../media/image29.png"/><Relationship Id="rId103" Type="http://schemas.openxmlformats.org/officeDocument/2006/relationships/image" Target="../media/image51.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5.png"/><Relationship Id="rId145" Type="http://schemas.openxmlformats.org/officeDocument/2006/relationships/image" Target="../media/image72.png"/><Relationship Id="rId166" Type="http://schemas.openxmlformats.org/officeDocument/2006/relationships/customXml" Target="../ink/ink89.xml"/><Relationship Id="rId187" Type="http://schemas.openxmlformats.org/officeDocument/2006/relationships/customXml" Target="../ink/ink104.xml"/><Relationship Id="rId1" Type="http://schemas.openxmlformats.org/officeDocument/2006/relationships/slideLayout" Target="../slideLayouts/slideLayout7.xml"/><Relationship Id="rId28" Type="http://schemas.openxmlformats.org/officeDocument/2006/relationships/customXml" Target="../ink/ink14.xml"/><Relationship Id="rId49" Type="http://schemas.openxmlformats.org/officeDocument/2006/relationships/image" Target="../media/image24.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0.png"/><Relationship Id="rId135" Type="http://schemas.openxmlformats.org/officeDocument/2006/relationships/image" Target="../media/image67.png"/><Relationship Id="rId156" Type="http://schemas.openxmlformats.org/officeDocument/2006/relationships/customXml" Target="../ink/ink79.xml"/><Relationship Id="rId177" Type="http://schemas.openxmlformats.org/officeDocument/2006/relationships/customXml" Target="../ink/ink99.xml"/></Relationships>
</file>

<file path=ppt/slides/_rels/slide3.xml.rels><?xml version="1.0" encoding="UTF-8" standalone="yes"?>
<Relationships xmlns="http://schemas.openxmlformats.org/package/2006/relationships"><Relationship Id="rId117" Type="http://schemas.openxmlformats.org/officeDocument/2006/relationships/image" Target="../media/image116.png"/><Relationship Id="rId21" Type="http://schemas.openxmlformats.org/officeDocument/2006/relationships/image" Target="../media/image29.png"/><Relationship Id="rId42" Type="http://schemas.openxmlformats.org/officeDocument/2006/relationships/customXml" Target="../ink/ink129.xml"/><Relationship Id="rId63" Type="http://schemas.openxmlformats.org/officeDocument/2006/relationships/customXml" Target="../ink/ink143.xml"/><Relationship Id="rId84" Type="http://schemas.openxmlformats.org/officeDocument/2006/relationships/customXml" Target="../ink/ink158.xml"/><Relationship Id="rId16" Type="http://schemas.openxmlformats.org/officeDocument/2006/relationships/customXml" Target="../ink/ink113.xml"/><Relationship Id="rId107" Type="http://schemas.openxmlformats.org/officeDocument/2006/relationships/image" Target="../media/image111.png"/><Relationship Id="rId11" Type="http://schemas.openxmlformats.org/officeDocument/2006/relationships/image" Target="../media/image18.png"/><Relationship Id="rId32" Type="http://schemas.openxmlformats.org/officeDocument/2006/relationships/customXml" Target="../ink/ink121.xml"/><Relationship Id="rId37" Type="http://schemas.openxmlformats.org/officeDocument/2006/relationships/customXml" Target="../ink/ink124.xml"/><Relationship Id="rId53" Type="http://schemas.openxmlformats.org/officeDocument/2006/relationships/image" Target="../media/image89.png"/><Relationship Id="rId58" Type="http://schemas.openxmlformats.org/officeDocument/2006/relationships/image" Target="../media/image91.png"/><Relationship Id="rId74" Type="http://schemas.openxmlformats.org/officeDocument/2006/relationships/image" Target="../media/image99.png"/><Relationship Id="rId79" Type="http://schemas.openxmlformats.org/officeDocument/2006/relationships/customXml" Target="../ink/ink153.xml"/><Relationship Id="rId102" Type="http://schemas.openxmlformats.org/officeDocument/2006/relationships/customXml" Target="../ink/ink167.xml"/><Relationship Id="rId123" Type="http://schemas.openxmlformats.org/officeDocument/2006/relationships/image" Target="../media/image119.png"/><Relationship Id="rId128" Type="http://schemas.openxmlformats.org/officeDocument/2006/relationships/customXml" Target="../ink/ink180.xml"/><Relationship Id="rId5" Type="http://schemas.openxmlformats.org/officeDocument/2006/relationships/image" Target="../media/image15.png"/><Relationship Id="rId90" Type="http://schemas.openxmlformats.org/officeDocument/2006/relationships/customXml" Target="../ink/ink161.xml"/><Relationship Id="rId95" Type="http://schemas.openxmlformats.org/officeDocument/2006/relationships/image" Target="../media/image105.png"/><Relationship Id="rId22" Type="http://schemas.openxmlformats.org/officeDocument/2006/relationships/customXml" Target="../ink/ink116.xml"/><Relationship Id="rId27" Type="http://schemas.openxmlformats.org/officeDocument/2006/relationships/image" Target="../media/image32.png"/><Relationship Id="rId43" Type="http://schemas.openxmlformats.org/officeDocument/2006/relationships/customXml" Target="../ink/ink130.xml"/><Relationship Id="rId48" Type="http://schemas.openxmlformats.org/officeDocument/2006/relationships/customXml" Target="../ink/ink135.xml"/><Relationship Id="rId64" Type="http://schemas.openxmlformats.org/officeDocument/2006/relationships/image" Target="../media/image94.png"/><Relationship Id="rId69" Type="http://schemas.openxmlformats.org/officeDocument/2006/relationships/customXml" Target="../ink/ink146.xml"/><Relationship Id="rId113" Type="http://schemas.openxmlformats.org/officeDocument/2006/relationships/image" Target="../media/image114.png"/><Relationship Id="rId118" Type="http://schemas.openxmlformats.org/officeDocument/2006/relationships/customXml" Target="../ink/ink175.xml"/><Relationship Id="rId134" Type="http://schemas.openxmlformats.org/officeDocument/2006/relationships/customXml" Target="../ink/ink183.xml"/><Relationship Id="rId80" Type="http://schemas.openxmlformats.org/officeDocument/2006/relationships/customXml" Target="../ink/ink154.xml"/><Relationship Id="rId85" Type="http://schemas.openxmlformats.org/officeDocument/2006/relationships/image" Target="../media/image100.png"/><Relationship Id="rId12" Type="http://schemas.openxmlformats.org/officeDocument/2006/relationships/customXml" Target="../ink/ink111.xml"/><Relationship Id="rId17" Type="http://schemas.openxmlformats.org/officeDocument/2006/relationships/image" Target="../media/image27.png"/><Relationship Id="rId33" Type="http://schemas.openxmlformats.org/officeDocument/2006/relationships/image" Target="../media/image85.png"/><Relationship Id="rId38" Type="http://schemas.openxmlformats.org/officeDocument/2006/relationships/customXml" Target="../ink/ink125.xml"/><Relationship Id="rId59" Type="http://schemas.openxmlformats.org/officeDocument/2006/relationships/customXml" Target="../ink/ink141.xml"/><Relationship Id="rId103" Type="http://schemas.openxmlformats.org/officeDocument/2006/relationships/image" Target="../media/image109.png"/><Relationship Id="rId108" Type="http://schemas.openxmlformats.org/officeDocument/2006/relationships/customXml" Target="../ink/ink170.xml"/><Relationship Id="rId124" Type="http://schemas.openxmlformats.org/officeDocument/2006/relationships/customXml" Target="../ink/ink178.xml"/><Relationship Id="rId129" Type="http://schemas.openxmlformats.org/officeDocument/2006/relationships/image" Target="../media/image122.png"/><Relationship Id="rId54" Type="http://schemas.openxmlformats.org/officeDocument/2006/relationships/customXml" Target="../ink/ink138.xml"/><Relationship Id="rId70" Type="http://schemas.openxmlformats.org/officeDocument/2006/relationships/image" Target="../media/image97.png"/><Relationship Id="rId75" Type="http://schemas.openxmlformats.org/officeDocument/2006/relationships/customXml" Target="../ink/ink149.xml"/><Relationship Id="rId91" Type="http://schemas.openxmlformats.org/officeDocument/2006/relationships/image" Target="../media/image103.png"/><Relationship Id="rId96" Type="http://schemas.openxmlformats.org/officeDocument/2006/relationships/customXml" Target="../ink/ink164.xml"/><Relationship Id="rId1" Type="http://schemas.openxmlformats.org/officeDocument/2006/relationships/slideLayout" Target="../slideLayouts/slideLayout7.xml"/><Relationship Id="rId6" Type="http://schemas.openxmlformats.org/officeDocument/2006/relationships/customXml" Target="../ink/ink108.xml"/><Relationship Id="rId23" Type="http://schemas.openxmlformats.org/officeDocument/2006/relationships/image" Target="../media/image30.png"/><Relationship Id="rId28" Type="http://schemas.openxmlformats.org/officeDocument/2006/relationships/customXml" Target="../ink/ink119.xml"/><Relationship Id="rId49" Type="http://schemas.openxmlformats.org/officeDocument/2006/relationships/image" Target="../media/image87.png"/><Relationship Id="rId114" Type="http://schemas.openxmlformats.org/officeDocument/2006/relationships/customXml" Target="../ink/ink173.xml"/><Relationship Id="rId119" Type="http://schemas.openxmlformats.org/officeDocument/2006/relationships/image" Target="../media/image117.png"/><Relationship Id="rId44" Type="http://schemas.openxmlformats.org/officeDocument/2006/relationships/customXml" Target="../ink/ink131.xml"/><Relationship Id="rId60" Type="http://schemas.openxmlformats.org/officeDocument/2006/relationships/image" Target="../media/image92.png"/><Relationship Id="rId65" Type="http://schemas.openxmlformats.org/officeDocument/2006/relationships/customXml" Target="../ink/ink144.xml"/><Relationship Id="rId81" Type="http://schemas.openxmlformats.org/officeDocument/2006/relationships/customXml" Target="../ink/ink155.xml"/><Relationship Id="rId86" Type="http://schemas.openxmlformats.org/officeDocument/2006/relationships/customXml" Target="../ink/ink159.xml"/><Relationship Id="rId130" Type="http://schemas.openxmlformats.org/officeDocument/2006/relationships/customXml" Target="../ink/ink181.xml"/><Relationship Id="rId135" Type="http://schemas.openxmlformats.org/officeDocument/2006/relationships/image" Target="../media/image125.png"/><Relationship Id="rId13" Type="http://schemas.openxmlformats.org/officeDocument/2006/relationships/image" Target="../media/image19.png"/><Relationship Id="rId18" Type="http://schemas.openxmlformats.org/officeDocument/2006/relationships/customXml" Target="../ink/ink114.xml"/><Relationship Id="rId39" Type="http://schemas.openxmlformats.org/officeDocument/2006/relationships/customXml" Target="../ink/ink126.xml"/><Relationship Id="rId109" Type="http://schemas.openxmlformats.org/officeDocument/2006/relationships/image" Target="../media/image112.png"/><Relationship Id="rId34" Type="http://schemas.openxmlformats.org/officeDocument/2006/relationships/customXml" Target="../ink/ink122.xml"/><Relationship Id="rId50" Type="http://schemas.openxmlformats.org/officeDocument/2006/relationships/customXml" Target="../ink/ink136.xml"/><Relationship Id="rId55" Type="http://schemas.openxmlformats.org/officeDocument/2006/relationships/customXml" Target="../ink/ink139.xml"/><Relationship Id="rId76" Type="http://schemas.openxmlformats.org/officeDocument/2006/relationships/customXml" Target="../ink/ink150.xml"/><Relationship Id="rId97" Type="http://schemas.openxmlformats.org/officeDocument/2006/relationships/image" Target="../media/image106.png"/><Relationship Id="rId104" Type="http://schemas.openxmlformats.org/officeDocument/2006/relationships/customXml" Target="../ink/ink168.xml"/><Relationship Id="rId120" Type="http://schemas.openxmlformats.org/officeDocument/2006/relationships/customXml" Target="../ink/ink176.xml"/><Relationship Id="rId125" Type="http://schemas.openxmlformats.org/officeDocument/2006/relationships/image" Target="../media/image120.png"/><Relationship Id="rId7" Type="http://schemas.openxmlformats.org/officeDocument/2006/relationships/image" Target="../media/image16.png"/><Relationship Id="rId71" Type="http://schemas.openxmlformats.org/officeDocument/2006/relationships/customXml" Target="../ink/ink147.xml"/><Relationship Id="rId92" Type="http://schemas.openxmlformats.org/officeDocument/2006/relationships/customXml" Target="../ink/ink162.xml"/><Relationship Id="rId2" Type="http://schemas.openxmlformats.org/officeDocument/2006/relationships/customXml" Target="../ink/ink106.xml"/><Relationship Id="rId29" Type="http://schemas.openxmlformats.org/officeDocument/2006/relationships/image" Target="../media/image33.png"/><Relationship Id="rId24" Type="http://schemas.openxmlformats.org/officeDocument/2006/relationships/customXml" Target="../ink/ink117.xml"/><Relationship Id="rId40" Type="http://schemas.openxmlformats.org/officeDocument/2006/relationships/customXml" Target="../ink/ink127.xml"/><Relationship Id="rId45" Type="http://schemas.openxmlformats.org/officeDocument/2006/relationships/customXml" Target="../ink/ink132.xml"/><Relationship Id="rId66" Type="http://schemas.openxmlformats.org/officeDocument/2006/relationships/image" Target="../media/image95.png"/><Relationship Id="rId87" Type="http://schemas.openxmlformats.org/officeDocument/2006/relationships/image" Target="../media/image101.png"/><Relationship Id="rId110" Type="http://schemas.openxmlformats.org/officeDocument/2006/relationships/customXml" Target="../ink/ink171.xml"/><Relationship Id="rId115" Type="http://schemas.openxmlformats.org/officeDocument/2006/relationships/image" Target="../media/image115.png"/><Relationship Id="rId131" Type="http://schemas.openxmlformats.org/officeDocument/2006/relationships/image" Target="../media/image123.png"/><Relationship Id="rId61" Type="http://schemas.openxmlformats.org/officeDocument/2006/relationships/customXml" Target="../ink/ink142.xml"/><Relationship Id="rId82" Type="http://schemas.openxmlformats.org/officeDocument/2006/relationships/customXml" Target="../ink/ink156.xml"/><Relationship Id="rId19" Type="http://schemas.openxmlformats.org/officeDocument/2006/relationships/image" Target="../media/image28.png"/><Relationship Id="rId14" Type="http://schemas.openxmlformats.org/officeDocument/2006/relationships/customXml" Target="../ink/ink112.xml"/><Relationship Id="rId30" Type="http://schemas.openxmlformats.org/officeDocument/2006/relationships/customXml" Target="../ink/ink120.xml"/><Relationship Id="rId35" Type="http://schemas.openxmlformats.org/officeDocument/2006/relationships/image" Target="../media/image86.png"/><Relationship Id="rId56" Type="http://schemas.openxmlformats.org/officeDocument/2006/relationships/image" Target="../media/image90.png"/><Relationship Id="rId77" Type="http://schemas.openxmlformats.org/officeDocument/2006/relationships/customXml" Target="../ink/ink151.xml"/><Relationship Id="rId100" Type="http://schemas.openxmlformats.org/officeDocument/2006/relationships/customXml" Target="../ink/ink166.xml"/><Relationship Id="rId105" Type="http://schemas.openxmlformats.org/officeDocument/2006/relationships/image" Target="../media/image110.png"/><Relationship Id="rId126" Type="http://schemas.openxmlformats.org/officeDocument/2006/relationships/customXml" Target="../ink/ink179.xml"/><Relationship Id="rId8" Type="http://schemas.openxmlformats.org/officeDocument/2006/relationships/customXml" Target="../ink/ink109.xml"/><Relationship Id="rId51" Type="http://schemas.openxmlformats.org/officeDocument/2006/relationships/image" Target="../media/image88.png"/><Relationship Id="rId72" Type="http://schemas.openxmlformats.org/officeDocument/2006/relationships/image" Target="../media/image98.png"/><Relationship Id="rId93" Type="http://schemas.openxmlformats.org/officeDocument/2006/relationships/image" Target="../media/image104.png"/><Relationship Id="rId98" Type="http://schemas.openxmlformats.org/officeDocument/2006/relationships/customXml" Target="../ink/ink165.xml"/><Relationship Id="rId121" Type="http://schemas.openxmlformats.org/officeDocument/2006/relationships/image" Target="../media/image118.png"/><Relationship Id="rId3" Type="http://schemas.openxmlformats.org/officeDocument/2006/relationships/image" Target="../media/image14.png"/><Relationship Id="rId25" Type="http://schemas.openxmlformats.org/officeDocument/2006/relationships/image" Target="../media/image31.png"/><Relationship Id="rId46" Type="http://schemas.openxmlformats.org/officeDocument/2006/relationships/customXml" Target="../ink/ink133.xml"/><Relationship Id="rId67" Type="http://schemas.openxmlformats.org/officeDocument/2006/relationships/customXml" Target="../ink/ink145.xml"/><Relationship Id="rId116" Type="http://schemas.openxmlformats.org/officeDocument/2006/relationships/customXml" Target="../ink/ink174.xml"/><Relationship Id="rId20" Type="http://schemas.openxmlformats.org/officeDocument/2006/relationships/customXml" Target="../ink/ink115.xml"/><Relationship Id="rId41" Type="http://schemas.openxmlformats.org/officeDocument/2006/relationships/customXml" Target="../ink/ink128.xml"/><Relationship Id="rId62" Type="http://schemas.openxmlformats.org/officeDocument/2006/relationships/image" Target="../media/image93.png"/><Relationship Id="rId83" Type="http://schemas.openxmlformats.org/officeDocument/2006/relationships/customXml" Target="../ink/ink157.xml"/><Relationship Id="rId88" Type="http://schemas.openxmlformats.org/officeDocument/2006/relationships/customXml" Target="../ink/ink160.xml"/><Relationship Id="rId111" Type="http://schemas.openxmlformats.org/officeDocument/2006/relationships/image" Target="../media/image113.png"/><Relationship Id="rId132" Type="http://schemas.openxmlformats.org/officeDocument/2006/relationships/customXml" Target="../ink/ink182.xml"/><Relationship Id="rId15" Type="http://schemas.openxmlformats.org/officeDocument/2006/relationships/image" Target="../media/image20.png"/><Relationship Id="rId36" Type="http://schemas.openxmlformats.org/officeDocument/2006/relationships/customXml" Target="../ink/ink123.xml"/><Relationship Id="rId57" Type="http://schemas.openxmlformats.org/officeDocument/2006/relationships/customXml" Target="../ink/ink140.xml"/><Relationship Id="rId106" Type="http://schemas.openxmlformats.org/officeDocument/2006/relationships/customXml" Target="../ink/ink169.xml"/><Relationship Id="rId127" Type="http://schemas.openxmlformats.org/officeDocument/2006/relationships/image" Target="../media/image121.png"/><Relationship Id="rId10" Type="http://schemas.openxmlformats.org/officeDocument/2006/relationships/customXml" Target="../ink/ink110.xml"/><Relationship Id="rId31" Type="http://schemas.openxmlformats.org/officeDocument/2006/relationships/image" Target="../media/image34.png"/><Relationship Id="rId52" Type="http://schemas.openxmlformats.org/officeDocument/2006/relationships/customXml" Target="../ink/ink137.xml"/><Relationship Id="rId73" Type="http://schemas.openxmlformats.org/officeDocument/2006/relationships/customXml" Target="../ink/ink148.xml"/><Relationship Id="rId78" Type="http://schemas.openxmlformats.org/officeDocument/2006/relationships/customXml" Target="../ink/ink152.xml"/><Relationship Id="rId94" Type="http://schemas.openxmlformats.org/officeDocument/2006/relationships/customXml" Target="../ink/ink163.xml"/><Relationship Id="rId99" Type="http://schemas.openxmlformats.org/officeDocument/2006/relationships/image" Target="../media/image107.png"/><Relationship Id="rId101" Type="http://schemas.openxmlformats.org/officeDocument/2006/relationships/image" Target="../media/image108.png"/><Relationship Id="rId122" Type="http://schemas.openxmlformats.org/officeDocument/2006/relationships/customXml" Target="../ink/ink177.xml"/><Relationship Id="rId4" Type="http://schemas.openxmlformats.org/officeDocument/2006/relationships/customXml" Target="../ink/ink107.xml"/><Relationship Id="rId9" Type="http://schemas.openxmlformats.org/officeDocument/2006/relationships/image" Target="../media/image17.png"/><Relationship Id="rId26" Type="http://schemas.openxmlformats.org/officeDocument/2006/relationships/customXml" Target="../ink/ink118.xml"/><Relationship Id="rId47" Type="http://schemas.openxmlformats.org/officeDocument/2006/relationships/customXml" Target="../ink/ink134.xml"/><Relationship Id="rId68" Type="http://schemas.openxmlformats.org/officeDocument/2006/relationships/image" Target="../media/image96.png"/><Relationship Id="rId89" Type="http://schemas.openxmlformats.org/officeDocument/2006/relationships/image" Target="../media/image102.png"/><Relationship Id="rId112" Type="http://schemas.openxmlformats.org/officeDocument/2006/relationships/customXml" Target="../ink/ink172.xml"/><Relationship Id="rId133" Type="http://schemas.openxmlformats.org/officeDocument/2006/relationships/image" Target="../media/image124.png"/></Relationships>
</file>

<file path=ppt/slides/_rels/slide4.xml.rels><?xml version="1.0" encoding="UTF-8" standalone="yes"?>
<Relationships xmlns="http://schemas.openxmlformats.org/package/2006/relationships"><Relationship Id="rId117" Type="http://schemas.openxmlformats.org/officeDocument/2006/relationships/image" Target="../media/image183.png"/><Relationship Id="rId21" Type="http://schemas.openxmlformats.org/officeDocument/2006/relationships/image" Target="../media/image135.png"/><Relationship Id="rId42" Type="http://schemas.openxmlformats.org/officeDocument/2006/relationships/customXml" Target="../ink/ink204.xml"/><Relationship Id="rId63" Type="http://schemas.openxmlformats.org/officeDocument/2006/relationships/image" Target="../media/image156.png"/><Relationship Id="rId84" Type="http://schemas.openxmlformats.org/officeDocument/2006/relationships/customXml" Target="../ink/ink225.xml"/><Relationship Id="rId138" Type="http://schemas.openxmlformats.org/officeDocument/2006/relationships/customXml" Target="../ink/ink252.xml"/><Relationship Id="rId159" Type="http://schemas.openxmlformats.org/officeDocument/2006/relationships/image" Target="../media/image204.png"/><Relationship Id="rId107" Type="http://schemas.openxmlformats.org/officeDocument/2006/relationships/image" Target="../media/image178.png"/><Relationship Id="rId11" Type="http://schemas.openxmlformats.org/officeDocument/2006/relationships/image" Target="../media/image130.png"/><Relationship Id="rId32" Type="http://schemas.openxmlformats.org/officeDocument/2006/relationships/customXml" Target="../ink/ink199.xml"/><Relationship Id="rId53" Type="http://schemas.openxmlformats.org/officeDocument/2006/relationships/image" Target="../media/image151.png"/><Relationship Id="rId74" Type="http://schemas.openxmlformats.org/officeDocument/2006/relationships/customXml" Target="../ink/ink220.xml"/><Relationship Id="rId128" Type="http://schemas.openxmlformats.org/officeDocument/2006/relationships/customXml" Target="../ink/ink247.xml"/><Relationship Id="rId149" Type="http://schemas.openxmlformats.org/officeDocument/2006/relationships/image" Target="../media/image199.png"/><Relationship Id="rId5" Type="http://schemas.openxmlformats.org/officeDocument/2006/relationships/image" Target="../media/image127.png"/><Relationship Id="rId95" Type="http://schemas.openxmlformats.org/officeDocument/2006/relationships/image" Target="../media/image172.png"/><Relationship Id="rId160" Type="http://schemas.openxmlformats.org/officeDocument/2006/relationships/customXml" Target="../ink/ink263.xml"/><Relationship Id="rId22" Type="http://schemas.openxmlformats.org/officeDocument/2006/relationships/customXml" Target="../ink/ink194.xml"/><Relationship Id="rId43" Type="http://schemas.openxmlformats.org/officeDocument/2006/relationships/image" Target="../media/image146.png"/><Relationship Id="rId64" Type="http://schemas.openxmlformats.org/officeDocument/2006/relationships/customXml" Target="../ink/ink215.xml"/><Relationship Id="rId118" Type="http://schemas.openxmlformats.org/officeDocument/2006/relationships/customXml" Target="../ink/ink242.xml"/><Relationship Id="rId139" Type="http://schemas.openxmlformats.org/officeDocument/2006/relationships/image" Target="../media/image194.png"/><Relationship Id="rId85" Type="http://schemas.openxmlformats.org/officeDocument/2006/relationships/image" Target="../media/image167.png"/><Relationship Id="rId150" Type="http://schemas.openxmlformats.org/officeDocument/2006/relationships/customXml" Target="../ink/ink258.xml"/><Relationship Id="rId12" Type="http://schemas.openxmlformats.org/officeDocument/2006/relationships/customXml" Target="../ink/ink189.xml"/><Relationship Id="rId17" Type="http://schemas.openxmlformats.org/officeDocument/2006/relationships/image" Target="../media/image133.png"/><Relationship Id="rId33" Type="http://schemas.openxmlformats.org/officeDocument/2006/relationships/image" Target="../media/image141.png"/><Relationship Id="rId38" Type="http://schemas.openxmlformats.org/officeDocument/2006/relationships/customXml" Target="../ink/ink202.xml"/><Relationship Id="rId59" Type="http://schemas.openxmlformats.org/officeDocument/2006/relationships/image" Target="../media/image154.png"/><Relationship Id="rId103" Type="http://schemas.openxmlformats.org/officeDocument/2006/relationships/image" Target="../media/image176.png"/><Relationship Id="rId108" Type="http://schemas.openxmlformats.org/officeDocument/2006/relationships/customXml" Target="../ink/ink237.xml"/><Relationship Id="rId124" Type="http://schemas.openxmlformats.org/officeDocument/2006/relationships/customXml" Target="../ink/ink245.xml"/><Relationship Id="rId129" Type="http://schemas.openxmlformats.org/officeDocument/2006/relationships/image" Target="../media/image189.png"/><Relationship Id="rId54" Type="http://schemas.openxmlformats.org/officeDocument/2006/relationships/customXml" Target="../ink/ink210.xml"/><Relationship Id="rId70" Type="http://schemas.openxmlformats.org/officeDocument/2006/relationships/customXml" Target="../ink/ink218.xml"/><Relationship Id="rId75" Type="http://schemas.openxmlformats.org/officeDocument/2006/relationships/image" Target="../media/image162.png"/><Relationship Id="rId91" Type="http://schemas.openxmlformats.org/officeDocument/2006/relationships/image" Target="../media/image170.png"/><Relationship Id="rId96" Type="http://schemas.openxmlformats.org/officeDocument/2006/relationships/customXml" Target="../ink/ink231.xml"/><Relationship Id="rId140" Type="http://schemas.openxmlformats.org/officeDocument/2006/relationships/customXml" Target="../ink/ink253.xml"/><Relationship Id="rId145" Type="http://schemas.openxmlformats.org/officeDocument/2006/relationships/image" Target="../media/image197.png"/><Relationship Id="rId161"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customXml" Target="../ink/ink186.xml"/><Relationship Id="rId23" Type="http://schemas.openxmlformats.org/officeDocument/2006/relationships/image" Target="../media/image136.png"/><Relationship Id="rId28" Type="http://schemas.openxmlformats.org/officeDocument/2006/relationships/customXml" Target="../ink/ink197.xml"/><Relationship Id="rId49" Type="http://schemas.openxmlformats.org/officeDocument/2006/relationships/image" Target="../media/image149.png"/><Relationship Id="rId114" Type="http://schemas.openxmlformats.org/officeDocument/2006/relationships/customXml" Target="../ink/ink240.xml"/><Relationship Id="rId119" Type="http://schemas.openxmlformats.org/officeDocument/2006/relationships/image" Target="../media/image184.png"/><Relationship Id="rId44" Type="http://schemas.openxmlformats.org/officeDocument/2006/relationships/customXml" Target="../ink/ink205.xml"/><Relationship Id="rId60" Type="http://schemas.openxmlformats.org/officeDocument/2006/relationships/customXml" Target="../ink/ink213.xml"/><Relationship Id="rId65" Type="http://schemas.openxmlformats.org/officeDocument/2006/relationships/image" Target="../media/image157.png"/><Relationship Id="rId81" Type="http://schemas.openxmlformats.org/officeDocument/2006/relationships/image" Target="../media/image165.png"/><Relationship Id="rId86" Type="http://schemas.openxmlformats.org/officeDocument/2006/relationships/customXml" Target="../ink/ink226.xml"/><Relationship Id="rId130" Type="http://schemas.openxmlformats.org/officeDocument/2006/relationships/customXml" Target="../ink/ink248.xml"/><Relationship Id="rId135" Type="http://schemas.openxmlformats.org/officeDocument/2006/relationships/image" Target="../media/image192.png"/><Relationship Id="rId151" Type="http://schemas.openxmlformats.org/officeDocument/2006/relationships/image" Target="../media/image200.png"/><Relationship Id="rId156" Type="http://schemas.openxmlformats.org/officeDocument/2006/relationships/customXml" Target="../ink/ink261.xml"/><Relationship Id="rId13" Type="http://schemas.openxmlformats.org/officeDocument/2006/relationships/image" Target="../media/image131.png"/><Relationship Id="rId18" Type="http://schemas.openxmlformats.org/officeDocument/2006/relationships/customXml" Target="../ink/ink192.xml"/><Relationship Id="rId39" Type="http://schemas.openxmlformats.org/officeDocument/2006/relationships/image" Target="../media/image144.png"/><Relationship Id="rId109" Type="http://schemas.openxmlformats.org/officeDocument/2006/relationships/image" Target="../media/image179.png"/><Relationship Id="rId34" Type="http://schemas.openxmlformats.org/officeDocument/2006/relationships/customXml" Target="../ink/ink200.xml"/><Relationship Id="rId50" Type="http://schemas.openxmlformats.org/officeDocument/2006/relationships/customXml" Target="../ink/ink208.xml"/><Relationship Id="rId55" Type="http://schemas.openxmlformats.org/officeDocument/2006/relationships/image" Target="../media/image152.png"/><Relationship Id="rId76" Type="http://schemas.openxmlformats.org/officeDocument/2006/relationships/customXml" Target="../ink/ink221.xml"/><Relationship Id="rId97" Type="http://schemas.openxmlformats.org/officeDocument/2006/relationships/image" Target="../media/image173.png"/><Relationship Id="rId104" Type="http://schemas.openxmlformats.org/officeDocument/2006/relationships/customXml" Target="../ink/ink235.xml"/><Relationship Id="rId120" Type="http://schemas.openxmlformats.org/officeDocument/2006/relationships/customXml" Target="../ink/ink243.xml"/><Relationship Id="rId125" Type="http://schemas.openxmlformats.org/officeDocument/2006/relationships/image" Target="../media/image187.png"/><Relationship Id="rId141" Type="http://schemas.openxmlformats.org/officeDocument/2006/relationships/image" Target="../media/image195.png"/><Relationship Id="rId146" Type="http://schemas.openxmlformats.org/officeDocument/2006/relationships/customXml" Target="../ink/ink256.xml"/><Relationship Id="rId7" Type="http://schemas.openxmlformats.org/officeDocument/2006/relationships/image" Target="../media/image128.png"/><Relationship Id="rId71" Type="http://schemas.openxmlformats.org/officeDocument/2006/relationships/image" Target="../media/image160.png"/><Relationship Id="rId92" Type="http://schemas.openxmlformats.org/officeDocument/2006/relationships/customXml" Target="../ink/ink229.xml"/><Relationship Id="rId2" Type="http://schemas.openxmlformats.org/officeDocument/2006/relationships/customXml" Target="../ink/ink184.xml"/><Relationship Id="rId29" Type="http://schemas.openxmlformats.org/officeDocument/2006/relationships/image" Target="../media/image139.png"/><Relationship Id="rId24" Type="http://schemas.openxmlformats.org/officeDocument/2006/relationships/customXml" Target="../ink/ink195.xml"/><Relationship Id="rId40" Type="http://schemas.openxmlformats.org/officeDocument/2006/relationships/customXml" Target="../ink/ink203.xml"/><Relationship Id="rId45" Type="http://schemas.openxmlformats.org/officeDocument/2006/relationships/image" Target="../media/image147.png"/><Relationship Id="rId66" Type="http://schemas.openxmlformats.org/officeDocument/2006/relationships/customXml" Target="../ink/ink216.xml"/><Relationship Id="rId87" Type="http://schemas.openxmlformats.org/officeDocument/2006/relationships/image" Target="../media/image168.png"/><Relationship Id="rId110" Type="http://schemas.openxmlformats.org/officeDocument/2006/relationships/customXml" Target="../ink/ink238.xml"/><Relationship Id="rId115" Type="http://schemas.openxmlformats.org/officeDocument/2006/relationships/image" Target="../media/image182.png"/><Relationship Id="rId131" Type="http://schemas.openxmlformats.org/officeDocument/2006/relationships/image" Target="../media/image190.png"/><Relationship Id="rId136" Type="http://schemas.openxmlformats.org/officeDocument/2006/relationships/customXml" Target="../ink/ink251.xml"/><Relationship Id="rId157" Type="http://schemas.openxmlformats.org/officeDocument/2006/relationships/image" Target="../media/image203.png"/><Relationship Id="rId61" Type="http://schemas.openxmlformats.org/officeDocument/2006/relationships/image" Target="../media/image155.png"/><Relationship Id="rId82" Type="http://schemas.openxmlformats.org/officeDocument/2006/relationships/customXml" Target="../ink/ink224.xml"/><Relationship Id="rId152" Type="http://schemas.openxmlformats.org/officeDocument/2006/relationships/customXml" Target="../ink/ink259.xml"/><Relationship Id="rId19" Type="http://schemas.openxmlformats.org/officeDocument/2006/relationships/image" Target="../media/image134.png"/><Relationship Id="rId14" Type="http://schemas.openxmlformats.org/officeDocument/2006/relationships/customXml" Target="../ink/ink190.xml"/><Relationship Id="rId30" Type="http://schemas.openxmlformats.org/officeDocument/2006/relationships/customXml" Target="../ink/ink198.xml"/><Relationship Id="rId35" Type="http://schemas.openxmlformats.org/officeDocument/2006/relationships/image" Target="../media/image142.png"/><Relationship Id="rId56" Type="http://schemas.openxmlformats.org/officeDocument/2006/relationships/customXml" Target="../ink/ink211.xml"/><Relationship Id="rId77" Type="http://schemas.openxmlformats.org/officeDocument/2006/relationships/image" Target="../media/image163.png"/><Relationship Id="rId100" Type="http://schemas.openxmlformats.org/officeDocument/2006/relationships/customXml" Target="../ink/ink233.xml"/><Relationship Id="rId105" Type="http://schemas.openxmlformats.org/officeDocument/2006/relationships/image" Target="../media/image177.png"/><Relationship Id="rId126" Type="http://schemas.openxmlformats.org/officeDocument/2006/relationships/customXml" Target="../ink/ink246.xml"/><Relationship Id="rId147" Type="http://schemas.openxmlformats.org/officeDocument/2006/relationships/image" Target="../media/image198.png"/><Relationship Id="rId8" Type="http://schemas.openxmlformats.org/officeDocument/2006/relationships/customXml" Target="../ink/ink187.xml"/><Relationship Id="rId51" Type="http://schemas.openxmlformats.org/officeDocument/2006/relationships/image" Target="../media/image150.png"/><Relationship Id="rId72" Type="http://schemas.openxmlformats.org/officeDocument/2006/relationships/customXml" Target="../ink/ink219.xml"/><Relationship Id="rId93" Type="http://schemas.openxmlformats.org/officeDocument/2006/relationships/image" Target="../media/image171.png"/><Relationship Id="rId98" Type="http://schemas.openxmlformats.org/officeDocument/2006/relationships/customXml" Target="../ink/ink232.xml"/><Relationship Id="rId121" Type="http://schemas.openxmlformats.org/officeDocument/2006/relationships/image" Target="../media/image185.png"/><Relationship Id="rId142" Type="http://schemas.openxmlformats.org/officeDocument/2006/relationships/customXml" Target="../ink/ink254.xml"/><Relationship Id="rId3" Type="http://schemas.openxmlformats.org/officeDocument/2006/relationships/image" Target="../media/image126.png"/><Relationship Id="rId25" Type="http://schemas.openxmlformats.org/officeDocument/2006/relationships/image" Target="../media/image137.png"/><Relationship Id="rId46" Type="http://schemas.openxmlformats.org/officeDocument/2006/relationships/customXml" Target="../ink/ink206.xml"/><Relationship Id="rId67" Type="http://schemas.openxmlformats.org/officeDocument/2006/relationships/image" Target="../media/image158.png"/><Relationship Id="rId116" Type="http://schemas.openxmlformats.org/officeDocument/2006/relationships/customXml" Target="../ink/ink241.xml"/><Relationship Id="rId137" Type="http://schemas.openxmlformats.org/officeDocument/2006/relationships/image" Target="../media/image193.png"/><Relationship Id="rId158" Type="http://schemas.openxmlformats.org/officeDocument/2006/relationships/customXml" Target="../ink/ink262.xml"/><Relationship Id="rId20" Type="http://schemas.openxmlformats.org/officeDocument/2006/relationships/customXml" Target="../ink/ink193.xml"/><Relationship Id="rId41" Type="http://schemas.openxmlformats.org/officeDocument/2006/relationships/image" Target="../media/image145.png"/><Relationship Id="rId62" Type="http://schemas.openxmlformats.org/officeDocument/2006/relationships/customXml" Target="../ink/ink214.xml"/><Relationship Id="rId83" Type="http://schemas.openxmlformats.org/officeDocument/2006/relationships/image" Target="../media/image166.png"/><Relationship Id="rId88" Type="http://schemas.openxmlformats.org/officeDocument/2006/relationships/customXml" Target="../ink/ink227.xml"/><Relationship Id="rId111" Type="http://schemas.openxmlformats.org/officeDocument/2006/relationships/image" Target="../media/image180.png"/><Relationship Id="rId132" Type="http://schemas.openxmlformats.org/officeDocument/2006/relationships/customXml" Target="../ink/ink249.xml"/><Relationship Id="rId153" Type="http://schemas.openxmlformats.org/officeDocument/2006/relationships/image" Target="../media/image201.png"/><Relationship Id="rId15" Type="http://schemas.openxmlformats.org/officeDocument/2006/relationships/image" Target="../media/image132.png"/><Relationship Id="rId36" Type="http://schemas.openxmlformats.org/officeDocument/2006/relationships/customXml" Target="../ink/ink201.xml"/><Relationship Id="rId57" Type="http://schemas.openxmlformats.org/officeDocument/2006/relationships/image" Target="../media/image153.png"/><Relationship Id="rId106" Type="http://schemas.openxmlformats.org/officeDocument/2006/relationships/customXml" Target="../ink/ink236.xml"/><Relationship Id="rId127" Type="http://schemas.openxmlformats.org/officeDocument/2006/relationships/image" Target="../media/image188.png"/><Relationship Id="rId10" Type="http://schemas.openxmlformats.org/officeDocument/2006/relationships/customXml" Target="../ink/ink188.xml"/><Relationship Id="rId31" Type="http://schemas.openxmlformats.org/officeDocument/2006/relationships/image" Target="../media/image140.png"/><Relationship Id="rId52" Type="http://schemas.openxmlformats.org/officeDocument/2006/relationships/customXml" Target="../ink/ink209.xml"/><Relationship Id="rId73" Type="http://schemas.openxmlformats.org/officeDocument/2006/relationships/image" Target="../media/image161.png"/><Relationship Id="rId78" Type="http://schemas.openxmlformats.org/officeDocument/2006/relationships/customXml" Target="../ink/ink222.xml"/><Relationship Id="rId94" Type="http://schemas.openxmlformats.org/officeDocument/2006/relationships/customXml" Target="../ink/ink230.xml"/><Relationship Id="rId99" Type="http://schemas.openxmlformats.org/officeDocument/2006/relationships/image" Target="../media/image174.png"/><Relationship Id="rId101" Type="http://schemas.openxmlformats.org/officeDocument/2006/relationships/image" Target="../media/image175.png"/><Relationship Id="rId122" Type="http://schemas.openxmlformats.org/officeDocument/2006/relationships/customXml" Target="../ink/ink244.xml"/><Relationship Id="rId143" Type="http://schemas.openxmlformats.org/officeDocument/2006/relationships/image" Target="../media/image196.png"/><Relationship Id="rId148" Type="http://schemas.openxmlformats.org/officeDocument/2006/relationships/customXml" Target="../ink/ink257.xml"/><Relationship Id="rId4" Type="http://schemas.openxmlformats.org/officeDocument/2006/relationships/customXml" Target="../ink/ink185.xml"/><Relationship Id="rId9" Type="http://schemas.openxmlformats.org/officeDocument/2006/relationships/image" Target="../media/image129.png"/><Relationship Id="rId26" Type="http://schemas.openxmlformats.org/officeDocument/2006/relationships/customXml" Target="../ink/ink196.xml"/><Relationship Id="rId47" Type="http://schemas.openxmlformats.org/officeDocument/2006/relationships/image" Target="../media/image148.png"/><Relationship Id="rId68" Type="http://schemas.openxmlformats.org/officeDocument/2006/relationships/customXml" Target="../ink/ink217.xml"/><Relationship Id="rId89" Type="http://schemas.openxmlformats.org/officeDocument/2006/relationships/image" Target="../media/image169.png"/><Relationship Id="rId112" Type="http://schemas.openxmlformats.org/officeDocument/2006/relationships/customXml" Target="../ink/ink239.xml"/><Relationship Id="rId133" Type="http://schemas.openxmlformats.org/officeDocument/2006/relationships/image" Target="../media/image191.png"/><Relationship Id="rId154" Type="http://schemas.openxmlformats.org/officeDocument/2006/relationships/customXml" Target="../ink/ink260.xml"/><Relationship Id="rId16" Type="http://schemas.openxmlformats.org/officeDocument/2006/relationships/customXml" Target="../ink/ink191.xml"/><Relationship Id="rId37" Type="http://schemas.openxmlformats.org/officeDocument/2006/relationships/image" Target="../media/image143.png"/><Relationship Id="rId58" Type="http://schemas.openxmlformats.org/officeDocument/2006/relationships/customXml" Target="../ink/ink212.xml"/><Relationship Id="rId79" Type="http://schemas.openxmlformats.org/officeDocument/2006/relationships/image" Target="../media/image164.png"/><Relationship Id="rId102" Type="http://schemas.openxmlformats.org/officeDocument/2006/relationships/customXml" Target="../ink/ink234.xml"/><Relationship Id="rId123" Type="http://schemas.openxmlformats.org/officeDocument/2006/relationships/image" Target="../media/image186.png"/><Relationship Id="rId144" Type="http://schemas.openxmlformats.org/officeDocument/2006/relationships/customXml" Target="../ink/ink255.xml"/><Relationship Id="rId90" Type="http://schemas.openxmlformats.org/officeDocument/2006/relationships/customXml" Target="../ink/ink228.xml"/><Relationship Id="rId27" Type="http://schemas.openxmlformats.org/officeDocument/2006/relationships/image" Target="../media/image138.png"/><Relationship Id="rId48" Type="http://schemas.openxmlformats.org/officeDocument/2006/relationships/customXml" Target="../ink/ink207.xml"/><Relationship Id="rId69" Type="http://schemas.openxmlformats.org/officeDocument/2006/relationships/image" Target="../media/image159.png"/><Relationship Id="rId113" Type="http://schemas.openxmlformats.org/officeDocument/2006/relationships/image" Target="../media/image181.png"/><Relationship Id="rId134" Type="http://schemas.openxmlformats.org/officeDocument/2006/relationships/customXml" Target="../ink/ink250.xml"/><Relationship Id="rId80" Type="http://schemas.openxmlformats.org/officeDocument/2006/relationships/customXml" Target="../ink/ink223.xml"/><Relationship Id="rId155" Type="http://schemas.openxmlformats.org/officeDocument/2006/relationships/image" Target="../media/image202.png"/></Relationships>
</file>

<file path=ppt/slides/_rels/slide5.xml.rels><?xml version="1.0" encoding="UTF-8" standalone="yes"?>
<Relationships xmlns="http://schemas.openxmlformats.org/package/2006/relationships"><Relationship Id="rId26" Type="http://schemas.openxmlformats.org/officeDocument/2006/relationships/customXml" Target="../ink/ink276.xml"/><Relationship Id="rId21" Type="http://schemas.openxmlformats.org/officeDocument/2006/relationships/image" Target="../media/image215.png"/><Relationship Id="rId34" Type="http://schemas.openxmlformats.org/officeDocument/2006/relationships/customXml" Target="../ink/ink280.xml"/><Relationship Id="rId42" Type="http://schemas.openxmlformats.org/officeDocument/2006/relationships/customXml" Target="../ink/ink284.xml"/><Relationship Id="rId47" Type="http://schemas.openxmlformats.org/officeDocument/2006/relationships/image" Target="../media/image228.png"/><Relationship Id="rId50" Type="http://schemas.openxmlformats.org/officeDocument/2006/relationships/customXml" Target="../ink/ink288.xml"/><Relationship Id="rId55" Type="http://schemas.openxmlformats.org/officeDocument/2006/relationships/image" Target="../media/image232.png"/><Relationship Id="rId63" Type="http://schemas.openxmlformats.org/officeDocument/2006/relationships/image" Target="../media/image236.png"/><Relationship Id="rId7" Type="http://schemas.openxmlformats.org/officeDocument/2006/relationships/image" Target="../media/image208.png"/><Relationship Id="rId2" Type="http://schemas.openxmlformats.org/officeDocument/2006/relationships/customXml" Target="../ink/ink264.xml"/><Relationship Id="rId16" Type="http://schemas.openxmlformats.org/officeDocument/2006/relationships/customXml" Target="../ink/ink271.xml"/><Relationship Id="rId29" Type="http://schemas.openxmlformats.org/officeDocument/2006/relationships/image" Target="../media/image219.png"/><Relationship Id="rId11" Type="http://schemas.openxmlformats.org/officeDocument/2006/relationships/image" Target="../media/image210.png"/><Relationship Id="rId24" Type="http://schemas.openxmlformats.org/officeDocument/2006/relationships/customXml" Target="../ink/ink275.xml"/><Relationship Id="rId32" Type="http://schemas.openxmlformats.org/officeDocument/2006/relationships/customXml" Target="../ink/ink279.xml"/><Relationship Id="rId37" Type="http://schemas.openxmlformats.org/officeDocument/2006/relationships/image" Target="../media/image223.png"/><Relationship Id="rId40" Type="http://schemas.openxmlformats.org/officeDocument/2006/relationships/customXml" Target="../ink/ink283.xml"/><Relationship Id="rId45" Type="http://schemas.openxmlformats.org/officeDocument/2006/relationships/image" Target="../media/image227.png"/><Relationship Id="rId53" Type="http://schemas.openxmlformats.org/officeDocument/2006/relationships/image" Target="../media/image231.png"/><Relationship Id="rId58" Type="http://schemas.openxmlformats.org/officeDocument/2006/relationships/customXml" Target="../ink/ink292.xml"/><Relationship Id="rId5" Type="http://schemas.openxmlformats.org/officeDocument/2006/relationships/image" Target="../media/image207.png"/><Relationship Id="rId61" Type="http://schemas.openxmlformats.org/officeDocument/2006/relationships/image" Target="../media/image235.png"/><Relationship Id="rId19" Type="http://schemas.openxmlformats.org/officeDocument/2006/relationships/image" Target="../media/image214.png"/><Relationship Id="rId14" Type="http://schemas.openxmlformats.org/officeDocument/2006/relationships/customXml" Target="../ink/ink270.xml"/><Relationship Id="rId22" Type="http://schemas.openxmlformats.org/officeDocument/2006/relationships/customXml" Target="../ink/ink274.xml"/><Relationship Id="rId27" Type="http://schemas.openxmlformats.org/officeDocument/2006/relationships/image" Target="../media/image218.png"/><Relationship Id="rId30" Type="http://schemas.openxmlformats.org/officeDocument/2006/relationships/customXml" Target="../ink/ink278.xml"/><Relationship Id="rId35" Type="http://schemas.openxmlformats.org/officeDocument/2006/relationships/image" Target="../media/image222.png"/><Relationship Id="rId43" Type="http://schemas.openxmlformats.org/officeDocument/2006/relationships/image" Target="../media/image226.png"/><Relationship Id="rId48" Type="http://schemas.openxmlformats.org/officeDocument/2006/relationships/customXml" Target="../ink/ink287.xml"/><Relationship Id="rId56" Type="http://schemas.openxmlformats.org/officeDocument/2006/relationships/customXml" Target="../ink/ink291.xml"/><Relationship Id="rId64" Type="http://schemas.openxmlformats.org/officeDocument/2006/relationships/customXml" Target="../ink/ink295.xml"/><Relationship Id="rId8" Type="http://schemas.openxmlformats.org/officeDocument/2006/relationships/customXml" Target="../ink/ink267.xml"/><Relationship Id="rId51" Type="http://schemas.openxmlformats.org/officeDocument/2006/relationships/image" Target="../media/image230.png"/><Relationship Id="rId3" Type="http://schemas.openxmlformats.org/officeDocument/2006/relationships/image" Target="../media/image206.png"/><Relationship Id="rId12" Type="http://schemas.openxmlformats.org/officeDocument/2006/relationships/customXml" Target="../ink/ink269.xml"/><Relationship Id="rId17" Type="http://schemas.openxmlformats.org/officeDocument/2006/relationships/image" Target="../media/image213.png"/><Relationship Id="rId25" Type="http://schemas.openxmlformats.org/officeDocument/2006/relationships/image" Target="../media/image217.png"/><Relationship Id="rId33" Type="http://schemas.openxmlformats.org/officeDocument/2006/relationships/image" Target="../media/image221.png"/><Relationship Id="rId38" Type="http://schemas.openxmlformats.org/officeDocument/2006/relationships/customXml" Target="../ink/ink282.xml"/><Relationship Id="rId46" Type="http://schemas.openxmlformats.org/officeDocument/2006/relationships/customXml" Target="../ink/ink286.xml"/><Relationship Id="rId59" Type="http://schemas.openxmlformats.org/officeDocument/2006/relationships/image" Target="../media/image234.png"/><Relationship Id="rId20" Type="http://schemas.openxmlformats.org/officeDocument/2006/relationships/customXml" Target="../ink/ink273.xml"/><Relationship Id="rId41" Type="http://schemas.openxmlformats.org/officeDocument/2006/relationships/image" Target="../media/image225.png"/><Relationship Id="rId54" Type="http://schemas.openxmlformats.org/officeDocument/2006/relationships/customXml" Target="../ink/ink290.xml"/><Relationship Id="rId62" Type="http://schemas.openxmlformats.org/officeDocument/2006/relationships/customXml" Target="../ink/ink294.xml"/><Relationship Id="rId1" Type="http://schemas.openxmlformats.org/officeDocument/2006/relationships/slideLayout" Target="../slideLayouts/slideLayout7.xml"/><Relationship Id="rId6" Type="http://schemas.openxmlformats.org/officeDocument/2006/relationships/customXml" Target="../ink/ink266.xml"/><Relationship Id="rId15" Type="http://schemas.openxmlformats.org/officeDocument/2006/relationships/image" Target="../media/image212.png"/><Relationship Id="rId23" Type="http://schemas.openxmlformats.org/officeDocument/2006/relationships/image" Target="../media/image216.png"/><Relationship Id="rId28" Type="http://schemas.openxmlformats.org/officeDocument/2006/relationships/customXml" Target="../ink/ink277.xml"/><Relationship Id="rId36" Type="http://schemas.openxmlformats.org/officeDocument/2006/relationships/customXml" Target="../ink/ink281.xml"/><Relationship Id="rId49" Type="http://schemas.openxmlformats.org/officeDocument/2006/relationships/image" Target="../media/image229.png"/><Relationship Id="rId57" Type="http://schemas.openxmlformats.org/officeDocument/2006/relationships/image" Target="../media/image233.png"/><Relationship Id="rId10" Type="http://schemas.openxmlformats.org/officeDocument/2006/relationships/customXml" Target="../ink/ink268.xml"/><Relationship Id="rId31" Type="http://schemas.openxmlformats.org/officeDocument/2006/relationships/image" Target="../media/image220.png"/><Relationship Id="rId44" Type="http://schemas.openxmlformats.org/officeDocument/2006/relationships/customXml" Target="../ink/ink285.xml"/><Relationship Id="rId52" Type="http://schemas.openxmlformats.org/officeDocument/2006/relationships/customXml" Target="../ink/ink289.xml"/><Relationship Id="rId60" Type="http://schemas.openxmlformats.org/officeDocument/2006/relationships/customXml" Target="../ink/ink293.xml"/><Relationship Id="rId65" Type="http://schemas.openxmlformats.org/officeDocument/2006/relationships/image" Target="../media/image237.png"/><Relationship Id="rId4" Type="http://schemas.openxmlformats.org/officeDocument/2006/relationships/customXml" Target="../ink/ink265.xml"/><Relationship Id="rId9" Type="http://schemas.openxmlformats.org/officeDocument/2006/relationships/image" Target="../media/image209.png"/><Relationship Id="rId13" Type="http://schemas.openxmlformats.org/officeDocument/2006/relationships/image" Target="../media/image211.png"/><Relationship Id="rId18" Type="http://schemas.openxmlformats.org/officeDocument/2006/relationships/customXml" Target="../ink/ink272.xml"/><Relationship Id="rId39" Type="http://schemas.openxmlformats.org/officeDocument/2006/relationships/image" Target="../media/image224.png"/></Relationships>
</file>

<file path=ppt/slides/_rels/slide6.xml.rels><?xml version="1.0" encoding="UTF-8" standalone="yes"?>
<Relationships xmlns="http://schemas.openxmlformats.org/package/2006/relationships"><Relationship Id="rId117" Type="http://schemas.openxmlformats.org/officeDocument/2006/relationships/image" Target="../media/image267.png"/><Relationship Id="rId21" Type="http://schemas.openxmlformats.org/officeDocument/2006/relationships/image" Target="../media/image19.png"/><Relationship Id="rId324" Type="http://schemas.openxmlformats.org/officeDocument/2006/relationships/customXml" Target="../ink/ink457.xml"/><Relationship Id="rId531" Type="http://schemas.openxmlformats.org/officeDocument/2006/relationships/image" Target="../media/image474.png"/><Relationship Id="rId170" Type="http://schemas.openxmlformats.org/officeDocument/2006/relationships/customXml" Target="../ink/ink380.xml"/><Relationship Id="rId268" Type="http://schemas.openxmlformats.org/officeDocument/2006/relationships/customXml" Target="../ink/ink429.xml"/><Relationship Id="rId475" Type="http://schemas.openxmlformats.org/officeDocument/2006/relationships/image" Target="../media/image446.png"/><Relationship Id="rId32" Type="http://schemas.openxmlformats.org/officeDocument/2006/relationships/customXml" Target="../ink/ink311.xml"/><Relationship Id="rId128" Type="http://schemas.openxmlformats.org/officeDocument/2006/relationships/customXml" Target="../ink/ink359.xml"/><Relationship Id="rId335" Type="http://schemas.openxmlformats.org/officeDocument/2006/relationships/image" Target="../media/image376.png"/><Relationship Id="rId542" Type="http://schemas.openxmlformats.org/officeDocument/2006/relationships/customXml" Target="../ink/ink566.xml"/><Relationship Id="rId181" Type="http://schemas.openxmlformats.org/officeDocument/2006/relationships/image" Target="../media/image299.png"/><Relationship Id="rId402" Type="http://schemas.openxmlformats.org/officeDocument/2006/relationships/customXml" Target="../ink/ink496.xml"/><Relationship Id="rId279" Type="http://schemas.openxmlformats.org/officeDocument/2006/relationships/image" Target="../media/image348.png"/><Relationship Id="rId486" Type="http://schemas.openxmlformats.org/officeDocument/2006/relationships/customXml" Target="../ink/ink538.xml"/><Relationship Id="rId43" Type="http://schemas.openxmlformats.org/officeDocument/2006/relationships/image" Target="../media/image30.png"/><Relationship Id="rId139" Type="http://schemas.openxmlformats.org/officeDocument/2006/relationships/image" Target="../media/image278.png"/><Relationship Id="rId346" Type="http://schemas.openxmlformats.org/officeDocument/2006/relationships/customXml" Target="../ink/ink468.xml"/><Relationship Id="rId553" Type="http://schemas.openxmlformats.org/officeDocument/2006/relationships/image" Target="../media/image485.png"/><Relationship Id="rId192" Type="http://schemas.openxmlformats.org/officeDocument/2006/relationships/customXml" Target="../ink/ink391.xml"/><Relationship Id="rId206" Type="http://schemas.openxmlformats.org/officeDocument/2006/relationships/customXml" Target="../ink/ink398.xml"/><Relationship Id="rId413" Type="http://schemas.openxmlformats.org/officeDocument/2006/relationships/image" Target="../media/image415.png"/><Relationship Id="rId497" Type="http://schemas.openxmlformats.org/officeDocument/2006/relationships/image" Target="../media/image457.png"/><Relationship Id="rId357" Type="http://schemas.openxmlformats.org/officeDocument/2006/relationships/image" Target="../media/image387.png"/><Relationship Id="rId54" Type="http://schemas.openxmlformats.org/officeDocument/2006/relationships/customXml" Target="../ink/ink322.xml"/><Relationship Id="rId96" Type="http://schemas.openxmlformats.org/officeDocument/2006/relationships/customXml" Target="../ink/ink343.xml"/><Relationship Id="rId161" Type="http://schemas.openxmlformats.org/officeDocument/2006/relationships/image" Target="../media/image289.png"/><Relationship Id="rId217" Type="http://schemas.openxmlformats.org/officeDocument/2006/relationships/image" Target="../media/image317.png"/><Relationship Id="rId399" Type="http://schemas.openxmlformats.org/officeDocument/2006/relationships/image" Target="../media/image408.png"/><Relationship Id="rId259" Type="http://schemas.openxmlformats.org/officeDocument/2006/relationships/image" Target="../media/image338.png"/><Relationship Id="rId424" Type="http://schemas.openxmlformats.org/officeDocument/2006/relationships/customXml" Target="../ink/ink507.xml"/><Relationship Id="rId466" Type="http://schemas.openxmlformats.org/officeDocument/2006/relationships/customXml" Target="../ink/ink528.xml"/><Relationship Id="rId23" Type="http://schemas.openxmlformats.org/officeDocument/2006/relationships/image" Target="../media/image20.png"/><Relationship Id="rId119" Type="http://schemas.openxmlformats.org/officeDocument/2006/relationships/image" Target="../media/image268.png"/><Relationship Id="rId270" Type="http://schemas.openxmlformats.org/officeDocument/2006/relationships/customXml" Target="../ink/ink430.xml"/><Relationship Id="rId326" Type="http://schemas.openxmlformats.org/officeDocument/2006/relationships/customXml" Target="../ink/ink458.xml"/><Relationship Id="rId533" Type="http://schemas.openxmlformats.org/officeDocument/2006/relationships/image" Target="../media/image475.png"/><Relationship Id="rId65" Type="http://schemas.openxmlformats.org/officeDocument/2006/relationships/image" Target="../media/image241.png"/><Relationship Id="rId130" Type="http://schemas.openxmlformats.org/officeDocument/2006/relationships/customXml" Target="../ink/ink360.xml"/><Relationship Id="rId368" Type="http://schemas.openxmlformats.org/officeDocument/2006/relationships/customXml" Target="../ink/ink479.xml"/><Relationship Id="rId172" Type="http://schemas.openxmlformats.org/officeDocument/2006/relationships/customXml" Target="../ink/ink381.xml"/><Relationship Id="rId228" Type="http://schemas.openxmlformats.org/officeDocument/2006/relationships/customXml" Target="../ink/ink409.xml"/><Relationship Id="rId435" Type="http://schemas.openxmlformats.org/officeDocument/2006/relationships/image" Target="../media/image426.png"/><Relationship Id="rId477" Type="http://schemas.openxmlformats.org/officeDocument/2006/relationships/image" Target="../media/image447.png"/><Relationship Id="rId281" Type="http://schemas.openxmlformats.org/officeDocument/2006/relationships/image" Target="../media/image349.png"/><Relationship Id="rId337" Type="http://schemas.openxmlformats.org/officeDocument/2006/relationships/image" Target="../media/image377.png"/><Relationship Id="rId502" Type="http://schemas.openxmlformats.org/officeDocument/2006/relationships/customXml" Target="../ink/ink546.xml"/><Relationship Id="rId34" Type="http://schemas.openxmlformats.org/officeDocument/2006/relationships/customXml" Target="../ink/ink312.xml"/><Relationship Id="rId76" Type="http://schemas.openxmlformats.org/officeDocument/2006/relationships/customXml" Target="../ink/ink333.xml"/><Relationship Id="rId141" Type="http://schemas.openxmlformats.org/officeDocument/2006/relationships/image" Target="../media/image279.png"/><Relationship Id="rId379" Type="http://schemas.openxmlformats.org/officeDocument/2006/relationships/image" Target="../media/image398.png"/><Relationship Id="rId544" Type="http://schemas.openxmlformats.org/officeDocument/2006/relationships/customXml" Target="../ink/ink567.xml"/><Relationship Id="rId7" Type="http://schemas.openxmlformats.org/officeDocument/2006/relationships/image" Target="../media/image12.png"/><Relationship Id="rId183" Type="http://schemas.openxmlformats.org/officeDocument/2006/relationships/image" Target="../media/image300.png"/><Relationship Id="rId239" Type="http://schemas.openxmlformats.org/officeDocument/2006/relationships/image" Target="../media/image328.png"/><Relationship Id="rId390" Type="http://schemas.openxmlformats.org/officeDocument/2006/relationships/customXml" Target="../ink/ink490.xml"/><Relationship Id="rId404" Type="http://schemas.openxmlformats.org/officeDocument/2006/relationships/customXml" Target="../ink/ink497.xml"/><Relationship Id="rId446" Type="http://schemas.openxmlformats.org/officeDocument/2006/relationships/customXml" Target="../ink/ink518.xml"/><Relationship Id="rId250" Type="http://schemas.openxmlformats.org/officeDocument/2006/relationships/customXml" Target="../ink/ink420.xml"/><Relationship Id="rId292" Type="http://schemas.openxmlformats.org/officeDocument/2006/relationships/customXml" Target="../ink/ink441.xml"/><Relationship Id="rId306" Type="http://schemas.openxmlformats.org/officeDocument/2006/relationships/customXml" Target="../ink/ink448.xml"/><Relationship Id="rId488" Type="http://schemas.openxmlformats.org/officeDocument/2006/relationships/customXml" Target="../ink/ink539.xml"/><Relationship Id="rId45" Type="http://schemas.openxmlformats.org/officeDocument/2006/relationships/image" Target="../media/image31.png"/><Relationship Id="rId87" Type="http://schemas.openxmlformats.org/officeDocument/2006/relationships/image" Target="../media/image252.png"/><Relationship Id="rId110" Type="http://schemas.openxmlformats.org/officeDocument/2006/relationships/customXml" Target="../ink/ink350.xml"/><Relationship Id="rId348" Type="http://schemas.openxmlformats.org/officeDocument/2006/relationships/customXml" Target="../ink/ink469.xml"/><Relationship Id="rId513" Type="http://schemas.openxmlformats.org/officeDocument/2006/relationships/image" Target="../media/image465.png"/><Relationship Id="rId555" Type="http://schemas.openxmlformats.org/officeDocument/2006/relationships/image" Target="../media/image486.png"/><Relationship Id="rId152" Type="http://schemas.openxmlformats.org/officeDocument/2006/relationships/customXml" Target="../ink/ink371.xml"/><Relationship Id="rId194" Type="http://schemas.openxmlformats.org/officeDocument/2006/relationships/customXml" Target="../ink/ink392.xml"/><Relationship Id="rId208" Type="http://schemas.openxmlformats.org/officeDocument/2006/relationships/customXml" Target="../ink/ink399.xml"/><Relationship Id="rId415" Type="http://schemas.openxmlformats.org/officeDocument/2006/relationships/image" Target="../media/image416.png"/><Relationship Id="rId457" Type="http://schemas.openxmlformats.org/officeDocument/2006/relationships/image" Target="../media/image437.png"/><Relationship Id="rId261" Type="http://schemas.openxmlformats.org/officeDocument/2006/relationships/image" Target="../media/image339.png"/><Relationship Id="rId499" Type="http://schemas.openxmlformats.org/officeDocument/2006/relationships/image" Target="../media/image458.png"/><Relationship Id="rId14" Type="http://schemas.openxmlformats.org/officeDocument/2006/relationships/customXml" Target="../ink/ink302.xml"/><Relationship Id="rId56" Type="http://schemas.openxmlformats.org/officeDocument/2006/relationships/customXml" Target="../ink/ink323.xml"/><Relationship Id="rId317" Type="http://schemas.openxmlformats.org/officeDocument/2006/relationships/image" Target="../media/image367.png"/><Relationship Id="rId359" Type="http://schemas.openxmlformats.org/officeDocument/2006/relationships/image" Target="../media/image388.png"/><Relationship Id="rId524" Type="http://schemas.openxmlformats.org/officeDocument/2006/relationships/customXml" Target="../ink/ink557.xml"/><Relationship Id="rId98" Type="http://schemas.openxmlformats.org/officeDocument/2006/relationships/customXml" Target="../ink/ink344.xml"/><Relationship Id="rId121" Type="http://schemas.openxmlformats.org/officeDocument/2006/relationships/image" Target="../media/image269.png"/><Relationship Id="rId163" Type="http://schemas.openxmlformats.org/officeDocument/2006/relationships/image" Target="../media/image290.png"/><Relationship Id="rId219" Type="http://schemas.openxmlformats.org/officeDocument/2006/relationships/image" Target="../media/image318.png"/><Relationship Id="rId370" Type="http://schemas.openxmlformats.org/officeDocument/2006/relationships/customXml" Target="../ink/ink480.xml"/><Relationship Id="rId426" Type="http://schemas.openxmlformats.org/officeDocument/2006/relationships/customXml" Target="../ink/ink508.xml"/><Relationship Id="rId230" Type="http://schemas.openxmlformats.org/officeDocument/2006/relationships/customXml" Target="../ink/ink410.xml"/><Relationship Id="rId468" Type="http://schemas.openxmlformats.org/officeDocument/2006/relationships/customXml" Target="../ink/ink529.xml"/><Relationship Id="rId25" Type="http://schemas.openxmlformats.org/officeDocument/2006/relationships/image" Target="../media/image21.png"/><Relationship Id="rId67" Type="http://schemas.openxmlformats.org/officeDocument/2006/relationships/image" Target="../media/image242.png"/><Relationship Id="rId272" Type="http://schemas.openxmlformats.org/officeDocument/2006/relationships/customXml" Target="../ink/ink431.xml"/><Relationship Id="rId328" Type="http://schemas.openxmlformats.org/officeDocument/2006/relationships/customXml" Target="../ink/ink459.xml"/><Relationship Id="rId535" Type="http://schemas.openxmlformats.org/officeDocument/2006/relationships/image" Target="../media/image476.png"/><Relationship Id="rId132" Type="http://schemas.openxmlformats.org/officeDocument/2006/relationships/customXml" Target="../ink/ink361.xml"/><Relationship Id="rId174" Type="http://schemas.openxmlformats.org/officeDocument/2006/relationships/customXml" Target="../ink/ink382.xml"/><Relationship Id="rId381" Type="http://schemas.openxmlformats.org/officeDocument/2006/relationships/image" Target="../media/image399.png"/><Relationship Id="rId241" Type="http://schemas.openxmlformats.org/officeDocument/2006/relationships/image" Target="../media/image329.png"/><Relationship Id="rId437" Type="http://schemas.openxmlformats.org/officeDocument/2006/relationships/image" Target="../media/image427.png"/><Relationship Id="rId479" Type="http://schemas.openxmlformats.org/officeDocument/2006/relationships/image" Target="../media/image448.png"/><Relationship Id="rId36" Type="http://schemas.openxmlformats.org/officeDocument/2006/relationships/customXml" Target="../ink/ink313.xml"/><Relationship Id="rId283" Type="http://schemas.openxmlformats.org/officeDocument/2006/relationships/image" Target="../media/image350.png"/><Relationship Id="rId339" Type="http://schemas.openxmlformats.org/officeDocument/2006/relationships/image" Target="../media/image378.png"/><Relationship Id="rId490" Type="http://schemas.openxmlformats.org/officeDocument/2006/relationships/customXml" Target="../ink/ink540.xml"/><Relationship Id="rId504" Type="http://schemas.openxmlformats.org/officeDocument/2006/relationships/customXml" Target="../ink/ink547.xml"/><Relationship Id="rId546" Type="http://schemas.openxmlformats.org/officeDocument/2006/relationships/customXml" Target="../ink/ink568.xml"/><Relationship Id="rId78" Type="http://schemas.openxmlformats.org/officeDocument/2006/relationships/customXml" Target="../ink/ink334.xml"/><Relationship Id="rId101" Type="http://schemas.openxmlformats.org/officeDocument/2006/relationships/image" Target="../media/image259.png"/><Relationship Id="rId143" Type="http://schemas.openxmlformats.org/officeDocument/2006/relationships/image" Target="../media/image280.png"/><Relationship Id="rId185" Type="http://schemas.openxmlformats.org/officeDocument/2006/relationships/image" Target="../media/image301.png"/><Relationship Id="rId350" Type="http://schemas.openxmlformats.org/officeDocument/2006/relationships/customXml" Target="../ink/ink470.xml"/><Relationship Id="rId406" Type="http://schemas.openxmlformats.org/officeDocument/2006/relationships/customXml" Target="../ink/ink498.xml"/><Relationship Id="rId9" Type="http://schemas.openxmlformats.org/officeDocument/2006/relationships/image" Target="../media/image13.png"/><Relationship Id="rId210" Type="http://schemas.openxmlformats.org/officeDocument/2006/relationships/customXml" Target="../ink/ink400.xml"/><Relationship Id="rId392" Type="http://schemas.openxmlformats.org/officeDocument/2006/relationships/customXml" Target="../ink/ink491.xml"/><Relationship Id="rId448" Type="http://schemas.openxmlformats.org/officeDocument/2006/relationships/customXml" Target="../ink/ink519.xml"/><Relationship Id="rId252" Type="http://schemas.openxmlformats.org/officeDocument/2006/relationships/customXml" Target="../ink/ink421.xml"/><Relationship Id="rId294" Type="http://schemas.openxmlformats.org/officeDocument/2006/relationships/customXml" Target="../ink/ink442.xml"/><Relationship Id="rId308" Type="http://schemas.openxmlformats.org/officeDocument/2006/relationships/customXml" Target="../ink/ink449.xml"/><Relationship Id="rId515" Type="http://schemas.openxmlformats.org/officeDocument/2006/relationships/image" Target="../media/image466.png"/><Relationship Id="rId47" Type="http://schemas.openxmlformats.org/officeDocument/2006/relationships/image" Target="../media/image32.png"/><Relationship Id="rId89" Type="http://schemas.openxmlformats.org/officeDocument/2006/relationships/image" Target="../media/image253.png"/><Relationship Id="rId112" Type="http://schemas.openxmlformats.org/officeDocument/2006/relationships/customXml" Target="../ink/ink351.xml"/><Relationship Id="rId154" Type="http://schemas.openxmlformats.org/officeDocument/2006/relationships/customXml" Target="../ink/ink372.xml"/><Relationship Id="rId361" Type="http://schemas.openxmlformats.org/officeDocument/2006/relationships/image" Target="../media/image389.png"/><Relationship Id="rId196" Type="http://schemas.openxmlformats.org/officeDocument/2006/relationships/customXml" Target="../ink/ink393.xml"/><Relationship Id="rId417" Type="http://schemas.openxmlformats.org/officeDocument/2006/relationships/image" Target="../media/image417.png"/><Relationship Id="rId459" Type="http://schemas.openxmlformats.org/officeDocument/2006/relationships/image" Target="../media/image438.png"/><Relationship Id="rId16" Type="http://schemas.openxmlformats.org/officeDocument/2006/relationships/customXml" Target="../ink/ink303.xml"/><Relationship Id="rId221" Type="http://schemas.openxmlformats.org/officeDocument/2006/relationships/image" Target="../media/image319.png"/><Relationship Id="rId263" Type="http://schemas.openxmlformats.org/officeDocument/2006/relationships/image" Target="../media/image340.png"/><Relationship Id="rId319" Type="http://schemas.openxmlformats.org/officeDocument/2006/relationships/image" Target="../media/image368.png"/><Relationship Id="rId470" Type="http://schemas.openxmlformats.org/officeDocument/2006/relationships/customXml" Target="../ink/ink530.xml"/><Relationship Id="rId526" Type="http://schemas.openxmlformats.org/officeDocument/2006/relationships/customXml" Target="../ink/ink558.xml"/><Relationship Id="rId58" Type="http://schemas.openxmlformats.org/officeDocument/2006/relationships/customXml" Target="../ink/ink324.xml"/><Relationship Id="rId123" Type="http://schemas.openxmlformats.org/officeDocument/2006/relationships/image" Target="../media/image270.png"/><Relationship Id="rId330" Type="http://schemas.openxmlformats.org/officeDocument/2006/relationships/customXml" Target="../ink/ink460.xml"/><Relationship Id="rId165" Type="http://schemas.openxmlformats.org/officeDocument/2006/relationships/image" Target="../media/image291.png"/><Relationship Id="rId372" Type="http://schemas.openxmlformats.org/officeDocument/2006/relationships/customXml" Target="../ink/ink481.xml"/><Relationship Id="rId428" Type="http://schemas.openxmlformats.org/officeDocument/2006/relationships/customXml" Target="../ink/ink509.xml"/><Relationship Id="rId232" Type="http://schemas.openxmlformats.org/officeDocument/2006/relationships/customXml" Target="../ink/ink411.xml"/><Relationship Id="rId274" Type="http://schemas.openxmlformats.org/officeDocument/2006/relationships/customXml" Target="../ink/ink432.xml"/><Relationship Id="rId481" Type="http://schemas.openxmlformats.org/officeDocument/2006/relationships/image" Target="../media/image449.png"/><Relationship Id="rId27" Type="http://schemas.openxmlformats.org/officeDocument/2006/relationships/image" Target="../media/image22.png"/><Relationship Id="rId69" Type="http://schemas.openxmlformats.org/officeDocument/2006/relationships/image" Target="../media/image243.png"/><Relationship Id="rId134" Type="http://schemas.openxmlformats.org/officeDocument/2006/relationships/customXml" Target="../ink/ink362.xml"/><Relationship Id="rId537" Type="http://schemas.openxmlformats.org/officeDocument/2006/relationships/image" Target="../media/image477.png"/><Relationship Id="rId80" Type="http://schemas.openxmlformats.org/officeDocument/2006/relationships/customXml" Target="../ink/ink335.xml"/><Relationship Id="rId176" Type="http://schemas.openxmlformats.org/officeDocument/2006/relationships/customXml" Target="../ink/ink383.xml"/><Relationship Id="rId341" Type="http://schemas.openxmlformats.org/officeDocument/2006/relationships/image" Target="../media/image379.png"/><Relationship Id="rId383" Type="http://schemas.openxmlformats.org/officeDocument/2006/relationships/image" Target="../media/image400.png"/><Relationship Id="rId439" Type="http://schemas.openxmlformats.org/officeDocument/2006/relationships/image" Target="../media/image428.png"/><Relationship Id="rId201" Type="http://schemas.openxmlformats.org/officeDocument/2006/relationships/image" Target="../media/image309.png"/><Relationship Id="rId243" Type="http://schemas.openxmlformats.org/officeDocument/2006/relationships/image" Target="../media/image330.png"/><Relationship Id="rId285" Type="http://schemas.openxmlformats.org/officeDocument/2006/relationships/image" Target="../media/image351.png"/><Relationship Id="rId450" Type="http://schemas.openxmlformats.org/officeDocument/2006/relationships/customXml" Target="../ink/ink520.xml"/><Relationship Id="rId506" Type="http://schemas.openxmlformats.org/officeDocument/2006/relationships/customXml" Target="../ink/ink548.xml"/><Relationship Id="rId38" Type="http://schemas.openxmlformats.org/officeDocument/2006/relationships/customXml" Target="../ink/ink314.xml"/><Relationship Id="rId103" Type="http://schemas.openxmlformats.org/officeDocument/2006/relationships/image" Target="../media/image260.png"/><Relationship Id="rId310" Type="http://schemas.openxmlformats.org/officeDocument/2006/relationships/customXml" Target="../ink/ink450.xml"/><Relationship Id="rId492" Type="http://schemas.openxmlformats.org/officeDocument/2006/relationships/customXml" Target="../ink/ink541.xml"/><Relationship Id="rId548" Type="http://schemas.openxmlformats.org/officeDocument/2006/relationships/customXml" Target="../ink/ink569.xml"/><Relationship Id="rId91" Type="http://schemas.openxmlformats.org/officeDocument/2006/relationships/image" Target="../media/image254.png"/><Relationship Id="rId145" Type="http://schemas.openxmlformats.org/officeDocument/2006/relationships/image" Target="../media/image281.png"/><Relationship Id="rId187" Type="http://schemas.openxmlformats.org/officeDocument/2006/relationships/image" Target="../media/image302.png"/><Relationship Id="rId352" Type="http://schemas.openxmlformats.org/officeDocument/2006/relationships/customXml" Target="../ink/ink471.xml"/><Relationship Id="rId394" Type="http://schemas.openxmlformats.org/officeDocument/2006/relationships/customXml" Target="../ink/ink492.xml"/><Relationship Id="rId408" Type="http://schemas.openxmlformats.org/officeDocument/2006/relationships/customXml" Target="../ink/ink499.xml"/><Relationship Id="rId212" Type="http://schemas.openxmlformats.org/officeDocument/2006/relationships/customXml" Target="../ink/ink401.xml"/><Relationship Id="rId254" Type="http://schemas.openxmlformats.org/officeDocument/2006/relationships/customXml" Target="../ink/ink422.xml"/><Relationship Id="rId49" Type="http://schemas.openxmlformats.org/officeDocument/2006/relationships/image" Target="../media/image33.png"/><Relationship Id="rId114" Type="http://schemas.openxmlformats.org/officeDocument/2006/relationships/customXml" Target="../ink/ink352.xml"/><Relationship Id="rId296" Type="http://schemas.openxmlformats.org/officeDocument/2006/relationships/customXml" Target="../ink/ink443.xml"/><Relationship Id="rId461" Type="http://schemas.openxmlformats.org/officeDocument/2006/relationships/image" Target="../media/image439.png"/><Relationship Id="rId517" Type="http://schemas.openxmlformats.org/officeDocument/2006/relationships/image" Target="../media/image467.png"/><Relationship Id="rId60" Type="http://schemas.openxmlformats.org/officeDocument/2006/relationships/customXml" Target="../ink/ink325.xml"/><Relationship Id="rId156" Type="http://schemas.openxmlformats.org/officeDocument/2006/relationships/customXml" Target="../ink/ink373.xml"/><Relationship Id="rId198" Type="http://schemas.openxmlformats.org/officeDocument/2006/relationships/customXml" Target="../ink/ink394.xml"/><Relationship Id="rId321" Type="http://schemas.openxmlformats.org/officeDocument/2006/relationships/image" Target="../media/image369.png"/><Relationship Id="rId363" Type="http://schemas.openxmlformats.org/officeDocument/2006/relationships/image" Target="../media/image390.png"/><Relationship Id="rId419" Type="http://schemas.openxmlformats.org/officeDocument/2006/relationships/image" Target="../media/image418.png"/><Relationship Id="rId223" Type="http://schemas.openxmlformats.org/officeDocument/2006/relationships/image" Target="../media/image320.png"/><Relationship Id="rId430" Type="http://schemas.openxmlformats.org/officeDocument/2006/relationships/customXml" Target="../ink/ink510.xml"/><Relationship Id="rId18" Type="http://schemas.openxmlformats.org/officeDocument/2006/relationships/customXml" Target="../ink/ink304.xml"/><Relationship Id="rId265" Type="http://schemas.openxmlformats.org/officeDocument/2006/relationships/image" Target="../media/image341.png"/><Relationship Id="rId472" Type="http://schemas.openxmlformats.org/officeDocument/2006/relationships/customXml" Target="../ink/ink531.xml"/><Relationship Id="rId528" Type="http://schemas.openxmlformats.org/officeDocument/2006/relationships/customXml" Target="../ink/ink559.xml"/><Relationship Id="rId125" Type="http://schemas.openxmlformats.org/officeDocument/2006/relationships/image" Target="../media/image271.png"/><Relationship Id="rId167" Type="http://schemas.openxmlformats.org/officeDocument/2006/relationships/image" Target="../media/image292.png"/><Relationship Id="rId332" Type="http://schemas.openxmlformats.org/officeDocument/2006/relationships/customXml" Target="../ink/ink461.xml"/><Relationship Id="rId374" Type="http://schemas.openxmlformats.org/officeDocument/2006/relationships/customXml" Target="../ink/ink482.xml"/><Relationship Id="rId71" Type="http://schemas.openxmlformats.org/officeDocument/2006/relationships/image" Target="../media/image244.png"/><Relationship Id="rId234" Type="http://schemas.openxmlformats.org/officeDocument/2006/relationships/customXml" Target="../ink/ink412.xml"/><Relationship Id="rId2" Type="http://schemas.openxmlformats.org/officeDocument/2006/relationships/customXml" Target="../ink/ink296.xml"/><Relationship Id="rId29" Type="http://schemas.openxmlformats.org/officeDocument/2006/relationships/image" Target="../media/image23.png"/><Relationship Id="rId276" Type="http://schemas.openxmlformats.org/officeDocument/2006/relationships/customXml" Target="../ink/ink433.xml"/><Relationship Id="rId441" Type="http://schemas.openxmlformats.org/officeDocument/2006/relationships/image" Target="../media/image429.png"/><Relationship Id="rId483" Type="http://schemas.openxmlformats.org/officeDocument/2006/relationships/image" Target="../media/image450.png"/><Relationship Id="rId539" Type="http://schemas.openxmlformats.org/officeDocument/2006/relationships/image" Target="../media/image478.png"/><Relationship Id="rId40" Type="http://schemas.openxmlformats.org/officeDocument/2006/relationships/customXml" Target="../ink/ink315.xml"/><Relationship Id="rId136" Type="http://schemas.openxmlformats.org/officeDocument/2006/relationships/customXml" Target="../ink/ink363.xml"/><Relationship Id="rId178" Type="http://schemas.openxmlformats.org/officeDocument/2006/relationships/customXml" Target="../ink/ink384.xml"/><Relationship Id="rId301" Type="http://schemas.openxmlformats.org/officeDocument/2006/relationships/image" Target="../media/image359.png"/><Relationship Id="rId343" Type="http://schemas.openxmlformats.org/officeDocument/2006/relationships/image" Target="../media/image380.png"/><Relationship Id="rId550" Type="http://schemas.openxmlformats.org/officeDocument/2006/relationships/customXml" Target="../ink/ink570.xml"/><Relationship Id="rId82" Type="http://schemas.openxmlformats.org/officeDocument/2006/relationships/customXml" Target="../ink/ink336.xml"/><Relationship Id="rId203" Type="http://schemas.openxmlformats.org/officeDocument/2006/relationships/image" Target="../media/image310.png"/><Relationship Id="rId385" Type="http://schemas.openxmlformats.org/officeDocument/2006/relationships/image" Target="../media/image401.png"/><Relationship Id="rId245" Type="http://schemas.openxmlformats.org/officeDocument/2006/relationships/image" Target="../media/image331.png"/><Relationship Id="rId287" Type="http://schemas.openxmlformats.org/officeDocument/2006/relationships/image" Target="../media/image352.png"/><Relationship Id="rId410" Type="http://schemas.openxmlformats.org/officeDocument/2006/relationships/customXml" Target="../ink/ink500.xml"/><Relationship Id="rId452" Type="http://schemas.openxmlformats.org/officeDocument/2006/relationships/customXml" Target="../ink/ink521.xml"/><Relationship Id="rId494" Type="http://schemas.openxmlformats.org/officeDocument/2006/relationships/customXml" Target="../ink/ink542.xml"/><Relationship Id="rId508" Type="http://schemas.openxmlformats.org/officeDocument/2006/relationships/customXml" Target="../ink/ink549.xml"/><Relationship Id="rId105" Type="http://schemas.openxmlformats.org/officeDocument/2006/relationships/image" Target="../media/image261.png"/><Relationship Id="rId147" Type="http://schemas.openxmlformats.org/officeDocument/2006/relationships/image" Target="../media/image282.png"/><Relationship Id="rId312" Type="http://schemas.openxmlformats.org/officeDocument/2006/relationships/customXml" Target="../ink/ink451.xml"/><Relationship Id="rId354" Type="http://schemas.openxmlformats.org/officeDocument/2006/relationships/customXml" Target="../ink/ink472.xml"/><Relationship Id="rId51" Type="http://schemas.openxmlformats.org/officeDocument/2006/relationships/image" Target="../media/image34.png"/><Relationship Id="rId93" Type="http://schemas.openxmlformats.org/officeDocument/2006/relationships/image" Target="../media/image255.png"/><Relationship Id="rId189" Type="http://schemas.openxmlformats.org/officeDocument/2006/relationships/image" Target="../media/image303.png"/><Relationship Id="rId396" Type="http://schemas.openxmlformats.org/officeDocument/2006/relationships/customXml" Target="../ink/ink493.xml"/><Relationship Id="rId214" Type="http://schemas.openxmlformats.org/officeDocument/2006/relationships/customXml" Target="../ink/ink402.xml"/><Relationship Id="rId256" Type="http://schemas.openxmlformats.org/officeDocument/2006/relationships/customXml" Target="../ink/ink423.xml"/><Relationship Id="rId298" Type="http://schemas.openxmlformats.org/officeDocument/2006/relationships/customXml" Target="../ink/ink444.xml"/><Relationship Id="rId421" Type="http://schemas.openxmlformats.org/officeDocument/2006/relationships/image" Target="../media/image419.png"/><Relationship Id="rId463" Type="http://schemas.openxmlformats.org/officeDocument/2006/relationships/image" Target="../media/image440.png"/><Relationship Id="rId519" Type="http://schemas.openxmlformats.org/officeDocument/2006/relationships/image" Target="../media/image468.png"/><Relationship Id="rId116" Type="http://schemas.openxmlformats.org/officeDocument/2006/relationships/customXml" Target="../ink/ink353.xml"/><Relationship Id="rId158" Type="http://schemas.openxmlformats.org/officeDocument/2006/relationships/customXml" Target="../ink/ink374.xml"/><Relationship Id="rId323" Type="http://schemas.openxmlformats.org/officeDocument/2006/relationships/image" Target="../media/image370.png"/><Relationship Id="rId530" Type="http://schemas.openxmlformats.org/officeDocument/2006/relationships/customXml" Target="../ink/ink560.xml"/><Relationship Id="rId20" Type="http://schemas.openxmlformats.org/officeDocument/2006/relationships/customXml" Target="../ink/ink305.xml"/><Relationship Id="rId62" Type="http://schemas.openxmlformats.org/officeDocument/2006/relationships/customXml" Target="../ink/ink326.xml"/><Relationship Id="rId365" Type="http://schemas.openxmlformats.org/officeDocument/2006/relationships/image" Target="../media/image391.png"/><Relationship Id="rId225" Type="http://schemas.openxmlformats.org/officeDocument/2006/relationships/image" Target="../media/image321.png"/><Relationship Id="rId267" Type="http://schemas.openxmlformats.org/officeDocument/2006/relationships/image" Target="../media/image342.png"/><Relationship Id="rId432" Type="http://schemas.openxmlformats.org/officeDocument/2006/relationships/customXml" Target="../ink/ink511.xml"/><Relationship Id="rId474" Type="http://schemas.openxmlformats.org/officeDocument/2006/relationships/customXml" Target="../ink/ink532.xml"/><Relationship Id="rId127" Type="http://schemas.openxmlformats.org/officeDocument/2006/relationships/image" Target="../media/image272.png"/><Relationship Id="rId31" Type="http://schemas.openxmlformats.org/officeDocument/2006/relationships/image" Target="../media/image24.png"/><Relationship Id="rId73" Type="http://schemas.openxmlformats.org/officeDocument/2006/relationships/image" Target="../media/image245.png"/><Relationship Id="rId169" Type="http://schemas.openxmlformats.org/officeDocument/2006/relationships/image" Target="../media/image293.png"/><Relationship Id="rId334" Type="http://schemas.openxmlformats.org/officeDocument/2006/relationships/customXml" Target="../ink/ink462.xml"/><Relationship Id="rId376" Type="http://schemas.openxmlformats.org/officeDocument/2006/relationships/customXml" Target="../ink/ink483.xml"/><Relationship Id="rId541" Type="http://schemas.openxmlformats.org/officeDocument/2006/relationships/image" Target="../media/image479.png"/><Relationship Id="rId4" Type="http://schemas.openxmlformats.org/officeDocument/2006/relationships/customXml" Target="../ink/ink297.xml"/><Relationship Id="rId180" Type="http://schemas.openxmlformats.org/officeDocument/2006/relationships/customXml" Target="../ink/ink385.xml"/><Relationship Id="rId236" Type="http://schemas.openxmlformats.org/officeDocument/2006/relationships/customXml" Target="../ink/ink413.xml"/><Relationship Id="rId278" Type="http://schemas.openxmlformats.org/officeDocument/2006/relationships/customXml" Target="../ink/ink434.xml"/><Relationship Id="rId401" Type="http://schemas.openxmlformats.org/officeDocument/2006/relationships/image" Target="../media/image409.png"/><Relationship Id="rId443" Type="http://schemas.openxmlformats.org/officeDocument/2006/relationships/image" Target="../media/image430.png"/><Relationship Id="rId303" Type="http://schemas.openxmlformats.org/officeDocument/2006/relationships/image" Target="../media/image360.png"/><Relationship Id="rId485" Type="http://schemas.openxmlformats.org/officeDocument/2006/relationships/image" Target="../media/image451.png"/><Relationship Id="rId42" Type="http://schemas.openxmlformats.org/officeDocument/2006/relationships/customXml" Target="../ink/ink316.xml"/><Relationship Id="rId84" Type="http://schemas.openxmlformats.org/officeDocument/2006/relationships/customXml" Target="../ink/ink337.xml"/><Relationship Id="rId138" Type="http://schemas.openxmlformats.org/officeDocument/2006/relationships/customXml" Target="../ink/ink364.xml"/><Relationship Id="rId345" Type="http://schemas.openxmlformats.org/officeDocument/2006/relationships/image" Target="../media/image381.png"/><Relationship Id="rId387" Type="http://schemas.openxmlformats.org/officeDocument/2006/relationships/image" Target="../media/image402.png"/><Relationship Id="rId510" Type="http://schemas.openxmlformats.org/officeDocument/2006/relationships/customXml" Target="../ink/ink550.xml"/><Relationship Id="rId552" Type="http://schemas.openxmlformats.org/officeDocument/2006/relationships/customXml" Target="../ink/ink571.xml"/><Relationship Id="rId191" Type="http://schemas.openxmlformats.org/officeDocument/2006/relationships/image" Target="../media/image304.png"/><Relationship Id="rId205" Type="http://schemas.openxmlformats.org/officeDocument/2006/relationships/image" Target="../media/image311.png"/><Relationship Id="rId247" Type="http://schemas.openxmlformats.org/officeDocument/2006/relationships/image" Target="../media/image332.png"/><Relationship Id="rId412" Type="http://schemas.openxmlformats.org/officeDocument/2006/relationships/customXml" Target="../ink/ink501.xml"/><Relationship Id="rId107" Type="http://schemas.openxmlformats.org/officeDocument/2006/relationships/image" Target="../media/image262.png"/><Relationship Id="rId289" Type="http://schemas.openxmlformats.org/officeDocument/2006/relationships/image" Target="../media/image353.png"/><Relationship Id="rId454" Type="http://schemas.openxmlformats.org/officeDocument/2006/relationships/customXml" Target="../ink/ink522.xml"/><Relationship Id="rId496" Type="http://schemas.openxmlformats.org/officeDocument/2006/relationships/customXml" Target="../ink/ink543.xml"/><Relationship Id="rId11" Type="http://schemas.openxmlformats.org/officeDocument/2006/relationships/image" Target="../media/image14.png"/><Relationship Id="rId53" Type="http://schemas.openxmlformats.org/officeDocument/2006/relationships/image" Target="../media/image82.png"/><Relationship Id="rId149" Type="http://schemas.openxmlformats.org/officeDocument/2006/relationships/image" Target="../media/image283.png"/><Relationship Id="rId314" Type="http://schemas.openxmlformats.org/officeDocument/2006/relationships/customXml" Target="../ink/ink452.xml"/><Relationship Id="rId356" Type="http://schemas.openxmlformats.org/officeDocument/2006/relationships/customXml" Target="../ink/ink473.xml"/><Relationship Id="rId398" Type="http://schemas.openxmlformats.org/officeDocument/2006/relationships/customXml" Target="../ink/ink494.xml"/><Relationship Id="rId521" Type="http://schemas.openxmlformats.org/officeDocument/2006/relationships/image" Target="../media/image469.png"/><Relationship Id="rId95" Type="http://schemas.openxmlformats.org/officeDocument/2006/relationships/image" Target="../media/image256.png"/><Relationship Id="rId160" Type="http://schemas.openxmlformats.org/officeDocument/2006/relationships/customXml" Target="../ink/ink375.xml"/><Relationship Id="rId216" Type="http://schemas.openxmlformats.org/officeDocument/2006/relationships/customXml" Target="../ink/ink403.xml"/><Relationship Id="rId423" Type="http://schemas.openxmlformats.org/officeDocument/2006/relationships/image" Target="../media/image420.png"/><Relationship Id="rId258" Type="http://schemas.openxmlformats.org/officeDocument/2006/relationships/customXml" Target="../ink/ink424.xml"/><Relationship Id="rId465" Type="http://schemas.openxmlformats.org/officeDocument/2006/relationships/image" Target="../media/image441.png"/><Relationship Id="rId22" Type="http://schemas.openxmlformats.org/officeDocument/2006/relationships/customXml" Target="../ink/ink306.xml"/><Relationship Id="rId64" Type="http://schemas.openxmlformats.org/officeDocument/2006/relationships/customXml" Target="../ink/ink327.xml"/><Relationship Id="rId118" Type="http://schemas.openxmlformats.org/officeDocument/2006/relationships/customXml" Target="../ink/ink354.xml"/><Relationship Id="rId325" Type="http://schemas.openxmlformats.org/officeDocument/2006/relationships/image" Target="../media/image371.png"/><Relationship Id="rId367" Type="http://schemas.openxmlformats.org/officeDocument/2006/relationships/image" Target="../media/image392.png"/><Relationship Id="rId532" Type="http://schemas.openxmlformats.org/officeDocument/2006/relationships/customXml" Target="../ink/ink561.xml"/><Relationship Id="rId171" Type="http://schemas.openxmlformats.org/officeDocument/2006/relationships/image" Target="../media/image294.png"/><Relationship Id="rId227" Type="http://schemas.openxmlformats.org/officeDocument/2006/relationships/image" Target="../media/image322.png"/><Relationship Id="rId269" Type="http://schemas.openxmlformats.org/officeDocument/2006/relationships/image" Target="../media/image343.png"/><Relationship Id="rId434" Type="http://schemas.openxmlformats.org/officeDocument/2006/relationships/customXml" Target="../ink/ink512.xml"/><Relationship Id="rId476" Type="http://schemas.openxmlformats.org/officeDocument/2006/relationships/customXml" Target="../ink/ink533.xml"/><Relationship Id="rId33" Type="http://schemas.openxmlformats.org/officeDocument/2006/relationships/image" Target="../media/image25.png"/><Relationship Id="rId129" Type="http://schemas.openxmlformats.org/officeDocument/2006/relationships/image" Target="../media/image273.png"/><Relationship Id="rId280" Type="http://schemas.openxmlformats.org/officeDocument/2006/relationships/customXml" Target="../ink/ink435.xml"/><Relationship Id="rId336" Type="http://schemas.openxmlformats.org/officeDocument/2006/relationships/customXml" Target="../ink/ink463.xml"/><Relationship Id="rId501" Type="http://schemas.openxmlformats.org/officeDocument/2006/relationships/image" Target="../media/image459.png"/><Relationship Id="rId543" Type="http://schemas.openxmlformats.org/officeDocument/2006/relationships/image" Target="../media/image480.png"/><Relationship Id="rId75" Type="http://schemas.openxmlformats.org/officeDocument/2006/relationships/image" Target="../media/image246.png"/><Relationship Id="rId140" Type="http://schemas.openxmlformats.org/officeDocument/2006/relationships/customXml" Target="../ink/ink365.xml"/><Relationship Id="rId182" Type="http://schemas.openxmlformats.org/officeDocument/2006/relationships/customXml" Target="../ink/ink386.xml"/><Relationship Id="rId378" Type="http://schemas.openxmlformats.org/officeDocument/2006/relationships/customXml" Target="../ink/ink484.xml"/><Relationship Id="rId403" Type="http://schemas.openxmlformats.org/officeDocument/2006/relationships/image" Target="../media/image410.png"/><Relationship Id="rId6" Type="http://schemas.openxmlformats.org/officeDocument/2006/relationships/customXml" Target="../ink/ink298.xml"/><Relationship Id="rId238" Type="http://schemas.openxmlformats.org/officeDocument/2006/relationships/customXml" Target="../ink/ink414.xml"/><Relationship Id="rId445" Type="http://schemas.openxmlformats.org/officeDocument/2006/relationships/image" Target="../media/image431.png"/><Relationship Id="rId487" Type="http://schemas.openxmlformats.org/officeDocument/2006/relationships/image" Target="../media/image452.png"/><Relationship Id="rId291" Type="http://schemas.openxmlformats.org/officeDocument/2006/relationships/image" Target="../media/image354.png"/><Relationship Id="rId305" Type="http://schemas.openxmlformats.org/officeDocument/2006/relationships/image" Target="../media/image361.png"/><Relationship Id="rId347" Type="http://schemas.openxmlformats.org/officeDocument/2006/relationships/image" Target="../media/image382.png"/><Relationship Id="rId512" Type="http://schemas.openxmlformats.org/officeDocument/2006/relationships/customXml" Target="../ink/ink551.xml"/><Relationship Id="rId44" Type="http://schemas.openxmlformats.org/officeDocument/2006/relationships/customXml" Target="../ink/ink317.xml"/><Relationship Id="rId86" Type="http://schemas.openxmlformats.org/officeDocument/2006/relationships/customXml" Target="../ink/ink338.xml"/><Relationship Id="rId151" Type="http://schemas.openxmlformats.org/officeDocument/2006/relationships/image" Target="../media/image284.png"/><Relationship Id="rId389" Type="http://schemas.openxmlformats.org/officeDocument/2006/relationships/image" Target="../media/image403.png"/><Relationship Id="rId554" Type="http://schemas.openxmlformats.org/officeDocument/2006/relationships/customXml" Target="../ink/ink572.xml"/><Relationship Id="rId193" Type="http://schemas.openxmlformats.org/officeDocument/2006/relationships/image" Target="../media/image305.png"/><Relationship Id="rId207" Type="http://schemas.openxmlformats.org/officeDocument/2006/relationships/image" Target="../media/image312.png"/><Relationship Id="rId249" Type="http://schemas.openxmlformats.org/officeDocument/2006/relationships/image" Target="../media/image333.png"/><Relationship Id="rId414" Type="http://schemas.openxmlformats.org/officeDocument/2006/relationships/customXml" Target="../ink/ink502.xml"/><Relationship Id="rId456" Type="http://schemas.openxmlformats.org/officeDocument/2006/relationships/customXml" Target="../ink/ink523.xml"/><Relationship Id="rId498" Type="http://schemas.openxmlformats.org/officeDocument/2006/relationships/customXml" Target="../ink/ink544.xml"/><Relationship Id="rId13" Type="http://schemas.openxmlformats.org/officeDocument/2006/relationships/image" Target="../media/image15.png"/><Relationship Id="rId109" Type="http://schemas.openxmlformats.org/officeDocument/2006/relationships/image" Target="../media/image263.png"/><Relationship Id="rId260" Type="http://schemas.openxmlformats.org/officeDocument/2006/relationships/customXml" Target="../ink/ink425.xml"/><Relationship Id="rId316" Type="http://schemas.openxmlformats.org/officeDocument/2006/relationships/customXml" Target="../ink/ink453.xml"/><Relationship Id="rId523" Type="http://schemas.openxmlformats.org/officeDocument/2006/relationships/image" Target="../media/image470.png"/><Relationship Id="rId55" Type="http://schemas.openxmlformats.org/officeDocument/2006/relationships/image" Target="../media/image83.png"/><Relationship Id="rId97" Type="http://schemas.openxmlformats.org/officeDocument/2006/relationships/image" Target="../media/image257.png"/><Relationship Id="rId120" Type="http://schemas.openxmlformats.org/officeDocument/2006/relationships/customXml" Target="../ink/ink355.xml"/><Relationship Id="rId358" Type="http://schemas.openxmlformats.org/officeDocument/2006/relationships/customXml" Target="../ink/ink474.xml"/><Relationship Id="rId162" Type="http://schemas.openxmlformats.org/officeDocument/2006/relationships/customXml" Target="../ink/ink376.xml"/><Relationship Id="rId218" Type="http://schemas.openxmlformats.org/officeDocument/2006/relationships/customXml" Target="../ink/ink404.xml"/><Relationship Id="rId425" Type="http://schemas.openxmlformats.org/officeDocument/2006/relationships/image" Target="../media/image421.png"/><Relationship Id="rId467" Type="http://schemas.openxmlformats.org/officeDocument/2006/relationships/image" Target="../media/image442.png"/><Relationship Id="rId271" Type="http://schemas.openxmlformats.org/officeDocument/2006/relationships/image" Target="../media/image344.png"/><Relationship Id="rId24" Type="http://schemas.openxmlformats.org/officeDocument/2006/relationships/customXml" Target="../ink/ink307.xml"/><Relationship Id="rId66" Type="http://schemas.openxmlformats.org/officeDocument/2006/relationships/customXml" Target="../ink/ink328.xml"/><Relationship Id="rId131" Type="http://schemas.openxmlformats.org/officeDocument/2006/relationships/image" Target="../media/image274.png"/><Relationship Id="rId327" Type="http://schemas.openxmlformats.org/officeDocument/2006/relationships/image" Target="../media/image372.png"/><Relationship Id="rId369" Type="http://schemas.openxmlformats.org/officeDocument/2006/relationships/image" Target="../media/image393.png"/><Relationship Id="rId534" Type="http://schemas.openxmlformats.org/officeDocument/2006/relationships/customXml" Target="../ink/ink562.xml"/><Relationship Id="rId173" Type="http://schemas.openxmlformats.org/officeDocument/2006/relationships/image" Target="../media/image295.png"/><Relationship Id="rId229" Type="http://schemas.openxmlformats.org/officeDocument/2006/relationships/image" Target="../media/image323.png"/><Relationship Id="rId380" Type="http://schemas.openxmlformats.org/officeDocument/2006/relationships/customXml" Target="../ink/ink485.xml"/><Relationship Id="rId436" Type="http://schemas.openxmlformats.org/officeDocument/2006/relationships/customXml" Target="../ink/ink513.xml"/><Relationship Id="rId240" Type="http://schemas.openxmlformats.org/officeDocument/2006/relationships/customXml" Target="../ink/ink415.xml"/><Relationship Id="rId478" Type="http://schemas.openxmlformats.org/officeDocument/2006/relationships/customXml" Target="../ink/ink534.xml"/><Relationship Id="rId35" Type="http://schemas.openxmlformats.org/officeDocument/2006/relationships/image" Target="../media/image26.png"/><Relationship Id="rId77" Type="http://schemas.openxmlformats.org/officeDocument/2006/relationships/image" Target="../media/image247.png"/><Relationship Id="rId100" Type="http://schemas.openxmlformats.org/officeDocument/2006/relationships/customXml" Target="../ink/ink345.xml"/><Relationship Id="rId282" Type="http://schemas.openxmlformats.org/officeDocument/2006/relationships/customXml" Target="../ink/ink436.xml"/><Relationship Id="rId338" Type="http://schemas.openxmlformats.org/officeDocument/2006/relationships/customXml" Target="../ink/ink464.xml"/><Relationship Id="rId503" Type="http://schemas.openxmlformats.org/officeDocument/2006/relationships/image" Target="../media/image460.png"/><Relationship Id="rId545" Type="http://schemas.openxmlformats.org/officeDocument/2006/relationships/image" Target="../media/image481.png"/><Relationship Id="rId8" Type="http://schemas.openxmlformats.org/officeDocument/2006/relationships/customXml" Target="../ink/ink299.xml"/><Relationship Id="rId142" Type="http://schemas.openxmlformats.org/officeDocument/2006/relationships/customXml" Target="../ink/ink366.xml"/><Relationship Id="rId184" Type="http://schemas.openxmlformats.org/officeDocument/2006/relationships/customXml" Target="../ink/ink387.xml"/><Relationship Id="rId391" Type="http://schemas.openxmlformats.org/officeDocument/2006/relationships/image" Target="../media/image404.png"/><Relationship Id="rId405" Type="http://schemas.openxmlformats.org/officeDocument/2006/relationships/image" Target="../media/image411.png"/><Relationship Id="rId447" Type="http://schemas.openxmlformats.org/officeDocument/2006/relationships/image" Target="../media/image432.png"/><Relationship Id="rId251" Type="http://schemas.openxmlformats.org/officeDocument/2006/relationships/image" Target="../media/image334.png"/><Relationship Id="rId489" Type="http://schemas.openxmlformats.org/officeDocument/2006/relationships/image" Target="../media/image453.png"/><Relationship Id="rId46" Type="http://schemas.openxmlformats.org/officeDocument/2006/relationships/customXml" Target="../ink/ink318.xml"/><Relationship Id="rId293" Type="http://schemas.openxmlformats.org/officeDocument/2006/relationships/image" Target="../media/image355.png"/><Relationship Id="rId307" Type="http://schemas.openxmlformats.org/officeDocument/2006/relationships/image" Target="../media/image362.png"/><Relationship Id="rId349" Type="http://schemas.openxmlformats.org/officeDocument/2006/relationships/image" Target="../media/image383.png"/><Relationship Id="rId514" Type="http://schemas.openxmlformats.org/officeDocument/2006/relationships/customXml" Target="../ink/ink552.xml"/><Relationship Id="rId88" Type="http://schemas.openxmlformats.org/officeDocument/2006/relationships/customXml" Target="../ink/ink339.xml"/><Relationship Id="rId111" Type="http://schemas.openxmlformats.org/officeDocument/2006/relationships/image" Target="../media/image264.png"/><Relationship Id="rId153" Type="http://schemas.openxmlformats.org/officeDocument/2006/relationships/image" Target="../media/image285.png"/><Relationship Id="rId195" Type="http://schemas.openxmlformats.org/officeDocument/2006/relationships/image" Target="../media/image306.png"/><Relationship Id="rId209" Type="http://schemas.openxmlformats.org/officeDocument/2006/relationships/image" Target="../media/image313.png"/><Relationship Id="rId360" Type="http://schemas.openxmlformats.org/officeDocument/2006/relationships/customXml" Target="../ink/ink475.xml"/><Relationship Id="rId416" Type="http://schemas.openxmlformats.org/officeDocument/2006/relationships/customXml" Target="../ink/ink503.xml"/><Relationship Id="rId220" Type="http://schemas.openxmlformats.org/officeDocument/2006/relationships/customXml" Target="../ink/ink405.xml"/><Relationship Id="rId458" Type="http://schemas.openxmlformats.org/officeDocument/2006/relationships/customXml" Target="../ink/ink524.xml"/><Relationship Id="rId15" Type="http://schemas.openxmlformats.org/officeDocument/2006/relationships/image" Target="../media/image16.png"/><Relationship Id="rId57" Type="http://schemas.openxmlformats.org/officeDocument/2006/relationships/image" Target="../media/image84.png"/><Relationship Id="rId262" Type="http://schemas.openxmlformats.org/officeDocument/2006/relationships/customXml" Target="../ink/ink426.xml"/><Relationship Id="rId318" Type="http://schemas.openxmlformats.org/officeDocument/2006/relationships/customXml" Target="../ink/ink454.xml"/><Relationship Id="rId525" Type="http://schemas.openxmlformats.org/officeDocument/2006/relationships/image" Target="../media/image471.png"/><Relationship Id="rId99" Type="http://schemas.openxmlformats.org/officeDocument/2006/relationships/image" Target="../media/image258.png"/><Relationship Id="rId122" Type="http://schemas.openxmlformats.org/officeDocument/2006/relationships/customXml" Target="../ink/ink356.xml"/><Relationship Id="rId164" Type="http://schemas.openxmlformats.org/officeDocument/2006/relationships/customXml" Target="../ink/ink377.xml"/><Relationship Id="rId371" Type="http://schemas.openxmlformats.org/officeDocument/2006/relationships/image" Target="../media/image394.png"/><Relationship Id="rId427" Type="http://schemas.openxmlformats.org/officeDocument/2006/relationships/image" Target="../media/image422.png"/><Relationship Id="rId469" Type="http://schemas.openxmlformats.org/officeDocument/2006/relationships/image" Target="../media/image443.png"/><Relationship Id="rId26" Type="http://schemas.openxmlformats.org/officeDocument/2006/relationships/customXml" Target="../ink/ink308.xml"/><Relationship Id="rId231" Type="http://schemas.openxmlformats.org/officeDocument/2006/relationships/image" Target="../media/image324.png"/><Relationship Id="rId273" Type="http://schemas.openxmlformats.org/officeDocument/2006/relationships/image" Target="../media/image345.png"/><Relationship Id="rId329" Type="http://schemas.openxmlformats.org/officeDocument/2006/relationships/image" Target="../media/image373.png"/><Relationship Id="rId480" Type="http://schemas.openxmlformats.org/officeDocument/2006/relationships/customXml" Target="../ink/ink535.xml"/><Relationship Id="rId536" Type="http://schemas.openxmlformats.org/officeDocument/2006/relationships/customXml" Target="../ink/ink563.xml"/><Relationship Id="rId68" Type="http://schemas.openxmlformats.org/officeDocument/2006/relationships/customXml" Target="../ink/ink329.xml"/><Relationship Id="rId133" Type="http://schemas.openxmlformats.org/officeDocument/2006/relationships/image" Target="../media/image275.png"/><Relationship Id="rId175" Type="http://schemas.openxmlformats.org/officeDocument/2006/relationships/image" Target="../media/image296.png"/><Relationship Id="rId340" Type="http://schemas.openxmlformats.org/officeDocument/2006/relationships/customXml" Target="../ink/ink465.xml"/><Relationship Id="rId200" Type="http://schemas.openxmlformats.org/officeDocument/2006/relationships/customXml" Target="../ink/ink395.xml"/><Relationship Id="rId382" Type="http://schemas.openxmlformats.org/officeDocument/2006/relationships/customXml" Target="../ink/ink486.xml"/><Relationship Id="rId438" Type="http://schemas.openxmlformats.org/officeDocument/2006/relationships/customXml" Target="../ink/ink514.xml"/><Relationship Id="rId242" Type="http://schemas.openxmlformats.org/officeDocument/2006/relationships/customXml" Target="../ink/ink416.xml"/><Relationship Id="rId284" Type="http://schemas.openxmlformats.org/officeDocument/2006/relationships/customXml" Target="../ink/ink437.xml"/><Relationship Id="rId491" Type="http://schemas.openxmlformats.org/officeDocument/2006/relationships/image" Target="../media/image454.png"/><Relationship Id="rId505" Type="http://schemas.openxmlformats.org/officeDocument/2006/relationships/image" Target="../media/image461.png"/><Relationship Id="rId37" Type="http://schemas.openxmlformats.org/officeDocument/2006/relationships/image" Target="../media/image27.png"/><Relationship Id="rId79" Type="http://schemas.openxmlformats.org/officeDocument/2006/relationships/image" Target="../media/image248.png"/><Relationship Id="rId102" Type="http://schemas.openxmlformats.org/officeDocument/2006/relationships/customXml" Target="../ink/ink346.xml"/><Relationship Id="rId144" Type="http://schemas.openxmlformats.org/officeDocument/2006/relationships/customXml" Target="../ink/ink367.xml"/><Relationship Id="rId547" Type="http://schemas.openxmlformats.org/officeDocument/2006/relationships/image" Target="../media/image482.png"/><Relationship Id="rId90" Type="http://schemas.openxmlformats.org/officeDocument/2006/relationships/customXml" Target="../ink/ink340.xml"/><Relationship Id="rId186" Type="http://schemas.openxmlformats.org/officeDocument/2006/relationships/customXml" Target="../ink/ink388.xml"/><Relationship Id="rId351" Type="http://schemas.openxmlformats.org/officeDocument/2006/relationships/image" Target="../media/image384.png"/><Relationship Id="rId393" Type="http://schemas.openxmlformats.org/officeDocument/2006/relationships/image" Target="../media/image405.png"/><Relationship Id="rId407" Type="http://schemas.openxmlformats.org/officeDocument/2006/relationships/image" Target="../media/image412.png"/><Relationship Id="rId449" Type="http://schemas.openxmlformats.org/officeDocument/2006/relationships/image" Target="../media/image433.png"/><Relationship Id="rId211" Type="http://schemas.openxmlformats.org/officeDocument/2006/relationships/image" Target="../media/image314.png"/><Relationship Id="rId253" Type="http://schemas.openxmlformats.org/officeDocument/2006/relationships/image" Target="../media/image335.png"/><Relationship Id="rId295" Type="http://schemas.openxmlformats.org/officeDocument/2006/relationships/image" Target="../media/image356.png"/><Relationship Id="rId309" Type="http://schemas.openxmlformats.org/officeDocument/2006/relationships/image" Target="../media/image363.png"/><Relationship Id="rId460" Type="http://schemas.openxmlformats.org/officeDocument/2006/relationships/customXml" Target="../ink/ink525.xml"/><Relationship Id="rId516" Type="http://schemas.openxmlformats.org/officeDocument/2006/relationships/customXml" Target="../ink/ink553.xml"/><Relationship Id="rId48" Type="http://schemas.openxmlformats.org/officeDocument/2006/relationships/customXml" Target="../ink/ink319.xml"/><Relationship Id="rId113" Type="http://schemas.openxmlformats.org/officeDocument/2006/relationships/image" Target="../media/image265.png"/><Relationship Id="rId320" Type="http://schemas.openxmlformats.org/officeDocument/2006/relationships/customXml" Target="../ink/ink455.xml"/><Relationship Id="rId155" Type="http://schemas.openxmlformats.org/officeDocument/2006/relationships/image" Target="../media/image286.png"/><Relationship Id="rId197" Type="http://schemas.openxmlformats.org/officeDocument/2006/relationships/image" Target="../media/image307.png"/><Relationship Id="rId362" Type="http://schemas.openxmlformats.org/officeDocument/2006/relationships/customXml" Target="../ink/ink476.xml"/><Relationship Id="rId418" Type="http://schemas.openxmlformats.org/officeDocument/2006/relationships/customXml" Target="../ink/ink504.xml"/><Relationship Id="rId222" Type="http://schemas.openxmlformats.org/officeDocument/2006/relationships/customXml" Target="../ink/ink406.xml"/><Relationship Id="rId264" Type="http://schemas.openxmlformats.org/officeDocument/2006/relationships/customXml" Target="../ink/ink427.xml"/><Relationship Id="rId471" Type="http://schemas.openxmlformats.org/officeDocument/2006/relationships/image" Target="../media/image444.png"/><Relationship Id="rId17" Type="http://schemas.openxmlformats.org/officeDocument/2006/relationships/image" Target="../media/image17.png"/><Relationship Id="rId59" Type="http://schemas.openxmlformats.org/officeDocument/2006/relationships/image" Target="../media/image238.png"/><Relationship Id="rId124" Type="http://schemas.openxmlformats.org/officeDocument/2006/relationships/customXml" Target="../ink/ink357.xml"/><Relationship Id="rId527" Type="http://schemas.openxmlformats.org/officeDocument/2006/relationships/image" Target="../media/image472.png"/><Relationship Id="rId70" Type="http://schemas.openxmlformats.org/officeDocument/2006/relationships/customXml" Target="../ink/ink330.xml"/><Relationship Id="rId166" Type="http://schemas.openxmlformats.org/officeDocument/2006/relationships/customXml" Target="../ink/ink378.xml"/><Relationship Id="rId331" Type="http://schemas.openxmlformats.org/officeDocument/2006/relationships/image" Target="../media/image374.png"/><Relationship Id="rId373" Type="http://schemas.openxmlformats.org/officeDocument/2006/relationships/image" Target="../media/image395.png"/><Relationship Id="rId429" Type="http://schemas.openxmlformats.org/officeDocument/2006/relationships/image" Target="../media/image423.png"/><Relationship Id="rId1" Type="http://schemas.openxmlformats.org/officeDocument/2006/relationships/slideLayout" Target="../slideLayouts/slideLayout7.xml"/><Relationship Id="rId233" Type="http://schemas.openxmlformats.org/officeDocument/2006/relationships/image" Target="../media/image325.png"/><Relationship Id="rId440" Type="http://schemas.openxmlformats.org/officeDocument/2006/relationships/customXml" Target="../ink/ink515.xml"/><Relationship Id="rId28" Type="http://schemas.openxmlformats.org/officeDocument/2006/relationships/customXml" Target="../ink/ink309.xml"/><Relationship Id="rId275" Type="http://schemas.openxmlformats.org/officeDocument/2006/relationships/image" Target="../media/image346.png"/><Relationship Id="rId300" Type="http://schemas.openxmlformats.org/officeDocument/2006/relationships/customXml" Target="../ink/ink445.xml"/><Relationship Id="rId482" Type="http://schemas.openxmlformats.org/officeDocument/2006/relationships/customXml" Target="../ink/ink536.xml"/><Relationship Id="rId538" Type="http://schemas.openxmlformats.org/officeDocument/2006/relationships/customXml" Target="../ink/ink564.xml"/><Relationship Id="rId81" Type="http://schemas.openxmlformats.org/officeDocument/2006/relationships/image" Target="../media/image249.png"/><Relationship Id="rId135" Type="http://schemas.openxmlformats.org/officeDocument/2006/relationships/image" Target="../media/image276.png"/><Relationship Id="rId177" Type="http://schemas.openxmlformats.org/officeDocument/2006/relationships/image" Target="../media/image297.png"/><Relationship Id="rId342" Type="http://schemas.openxmlformats.org/officeDocument/2006/relationships/customXml" Target="../ink/ink466.xml"/><Relationship Id="rId384" Type="http://schemas.openxmlformats.org/officeDocument/2006/relationships/customXml" Target="../ink/ink487.xml"/><Relationship Id="rId202" Type="http://schemas.openxmlformats.org/officeDocument/2006/relationships/customXml" Target="../ink/ink396.xml"/><Relationship Id="rId244" Type="http://schemas.openxmlformats.org/officeDocument/2006/relationships/customXml" Target="../ink/ink417.xml"/><Relationship Id="rId39" Type="http://schemas.openxmlformats.org/officeDocument/2006/relationships/image" Target="../media/image28.png"/><Relationship Id="rId286" Type="http://schemas.openxmlformats.org/officeDocument/2006/relationships/customXml" Target="../ink/ink438.xml"/><Relationship Id="rId451" Type="http://schemas.openxmlformats.org/officeDocument/2006/relationships/image" Target="../media/image434.png"/><Relationship Id="rId493" Type="http://schemas.openxmlformats.org/officeDocument/2006/relationships/image" Target="../media/image455.png"/><Relationship Id="rId507" Type="http://schemas.openxmlformats.org/officeDocument/2006/relationships/image" Target="../media/image462.png"/><Relationship Id="rId549" Type="http://schemas.openxmlformats.org/officeDocument/2006/relationships/image" Target="../media/image483.png"/><Relationship Id="rId50" Type="http://schemas.openxmlformats.org/officeDocument/2006/relationships/customXml" Target="../ink/ink320.xml"/><Relationship Id="rId104" Type="http://schemas.openxmlformats.org/officeDocument/2006/relationships/customXml" Target="../ink/ink347.xml"/><Relationship Id="rId146" Type="http://schemas.openxmlformats.org/officeDocument/2006/relationships/customXml" Target="../ink/ink368.xml"/><Relationship Id="rId188" Type="http://schemas.openxmlformats.org/officeDocument/2006/relationships/customXml" Target="../ink/ink389.xml"/><Relationship Id="rId311" Type="http://schemas.openxmlformats.org/officeDocument/2006/relationships/image" Target="../media/image364.png"/><Relationship Id="rId353" Type="http://schemas.openxmlformats.org/officeDocument/2006/relationships/image" Target="../media/image385.png"/><Relationship Id="rId395" Type="http://schemas.openxmlformats.org/officeDocument/2006/relationships/image" Target="../media/image406.png"/><Relationship Id="rId409" Type="http://schemas.openxmlformats.org/officeDocument/2006/relationships/image" Target="../media/image413.png"/><Relationship Id="rId92" Type="http://schemas.openxmlformats.org/officeDocument/2006/relationships/customXml" Target="../ink/ink341.xml"/><Relationship Id="rId213" Type="http://schemas.openxmlformats.org/officeDocument/2006/relationships/image" Target="../media/image315.png"/><Relationship Id="rId420" Type="http://schemas.openxmlformats.org/officeDocument/2006/relationships/customXml" Target="../ink/ink505.xml"/><Relationship Id="rId255" Type="http://schemas.openxmlformats.org/officeDocument/2006/relationships/image" Target="../media/image336.png"/><Relationship Id="rId297" Type="http://schemas.openxmlformats.org/officeDocument/2006/relationships/image" Target="../media/image357.png"/><Relationship Id="rId462" Type="http://schemas.openxmlformats.org/officeDocument/2006/relationships/customXml" Target="../ink/ink526.xml"/><Relationship Id="rId518" Type="http://schemas.openxmlformats.org/officeDocument/2006/relationships/customXml" Target="../ink/ink554.xml"/><Relationship Id="rId115" Type="http://schemas.openxmlformats.org/officeDocument/2006/relationships/image" Target="../media/image266.png"/><Relationship Id="rId157" Type="http://schemas.openxmlformats.org/officeDocument/2006/relationships/image" Target="../media/image287.png"/><Relationship Id="rId322" Type="http://schemas.openxmlformats.org/officeDocument/2006/relationships/customXml" Target="../ink/ink456.xml"/><Relationship Id="rId364" Type="http://schemas.openxmlformats.org/officeDocument/2006/relationships/customXml" Target="../ink/ink477.xml"/><Relationship Id="rId61" Type="http://schemas.openxmlformats.org/officeDocument/2006/relationships/image" Target="../media/image239.png"/><Relationship Id="rId199" Type="http://schemas.openxmlformats.org/officeDocument/2006/relationships/image" Target="../media/image308.png"/><Relationship Id="rId19" Type="http://schemas.openxmlformats.org/officeDocument/2006/relationships/image" Target="../media/image18.png"/><Relationship Id="rId224" Type="http://schemas.openxmlformats.org/officeDocument/2006/relationships/customXml" Target="../ink/ink407.xml"/><Relationship Id="rId266" Type="http://schemas.openxmlformats.org/officeDocument/2006/relationships/customXml" Target="../ink/ink428.xml"/><Relationship Id="rId431" Type="http://schemas.openxmlformats.org/officeDocument/2006/relationships/image" Target="../media/image424.png"/><Relationship Id="rId473" Type="http://schemas.openxmlformats.org/officeDocument/2006/relationships/image" Target="../media/image445.png"/><Relationship Id="rId529" Type="http://schemas.openxmlformats.org/officeDocument/2006/relationships/image" Target="../media/image473.png"/><Relationship Id="rId30" Type="http://schemas.openxmlformats.org/officeDocument/2006/relationships/customXml" Target="../ink/ink310.xml"/><Relationship Id="rId126" Type="http://schemas.openxmlformats.org/officeDocument/2006/relationships/customXml" Target="../ink/ink358.xml"/><Relationship Id="rId168" Type="http://schemas.openxmlformats.org/officeDocument/2006/relationships/customXml" Target="../ink/ink379.xml"/><Relationship Id="rId333" Type="http://schemas.openxmlformats.org/officeDocument/2006/relationships/image" Target="../media/image375.png"/><Relationship Id="rId540" Type="http://schemas.openxmlformats.org/officeDocument/2006/relationships/customXml" Target="../ink/ink565.xml"/><Relationship Id="rId72" Type="http://schemas.openxmlformats.org/officeDocument/2006/relationships/customXml" Target="../ink/ink331.xml"/><Relationship Id="rId375" Type="http://schemas.openxmlformats.org/officeDocument/2006/relationships/image" Target="../media/image396.png"/><Relationship Id="rId3" Type="http://schemas.openxmlformats.org/officeDocument/2006/relationships/image" Target="../media/image10.png"/><Relationship Id="rId235" Type="http://schemas.openxmlformats.org/officeDocument/2006/relationships/image" Target="../media/image326.png"/><Relationship Id="rId277" Type="http://schemas.openxmlformats.org/officeDocument/2006/relationships/image" Target="../media/image347.png"/><Relationship Id="rId400" Type="http://schemas.openxmlformats.org/officeDocument/2006/relationships/customXml" Target="../ink/ink495.xml"/><Relationship Id="rId442" Type="http://schemas.openxmlformats.org/officeDocument/2006/relationships/customXml" Target="../ink/ink516.xml"/><Relationship Id="rId484" Type="http://schemas.openxmlformats.org/officeDocument/2006/relationships/customXml" Target="../ink/ink537.xml"/><Relationship Id="rId137" Type="http://schemas.openxmlformats.org/officeDocument/2006/relationships/image" Target="../media/image277.png"/><Relationship Id="rId302" Type="http://schemas.openxmlformats.org/officeDocument/2006/relationships/customXml" Target="../ink/ink446.xml"/><Relationship Id="rId344" Type="http://schemas.openxmlformats.org/officeDocument/2006/relationships/customXml" Target="../ink/ink467.xml"/><Relationship Id="rId41" Type="http://schemas.openxmlformats.org/officeDocument/2006/relationships/image" Target="../media/image29.png"/><Relationship Id="rId83" Type="http://schemas.openxmlformats.org/officeDocument/2006/relationships/image" Target="../media/image250.png"/><Relationship Id="rId179" Type="http://schemas.openxmlformats.org/officeDocument/2006/relationships/image" Target="../media/image298.png"/><Relationship Id="rId386" Type="http://schemas.openxmlformats.org/officeDocument/2006/relationships/customXml" Target="../ink/ink488.xml"/><Relationship Id="rId551" Type="http://schemas.openxmlformats.org/officeDocument/2006/relationships/image" Target="../media/image484.png"/><Relationship Id="rId190" Type="http://schemas.openxmlformats.org/officeDocument/2006/relationships/customXml" Target="../ink/ink390.xml"/><Relationship Id="rId204" Type="http://schemas.openxmlformats.org/officeDocument/2006/relationships/customXml" Target="../ink/ink397.xml"/><Relationship Id="rId246" Type="http://schemas.openxmlformats.org/officeDocument/2006/relationships/customXml" Target="../ink/ink418.xml"/><Relationship Id="rId288" Type="http://schemas.openxmlformats.org/officeDocument/2006/relationships/customXml" Target="../ink/ink439.xml"/><Relationship Id="rId411" Type="http://schemas.openxmlformats.org/officeDocument/2006/relationships/image" Target="../media/image414.png"/><Relationship Id="rId453" Type="http://schemas.openxmlformats.org/officeDocument/2006/relationships/image" Target="../media/image435.png"/><Relationship Id="rId509" Type="http://schemas.openxmlformats.org/officeDocument/2006/relationships/image" Target="../media/image463.png"/><Relationship Id="rId106" Type="http://schemas.openxmlformats.org/officeDocument/2006/relationships/customXml" Target="../ink/ink348.xml"/><Relationship Id="rId313" Type="http://schemas.openxmlformats.org/officeDocument/2006/relationships/image" Target="../media/image365.png"/><Relationship Id="rId495" Type="http://schemas.openxmlformats.org/officeDocument/2006/relationships/image" Target="../media/image456.png"/><Relationship Id="rId10" Type="http://schemas.openxmlformats.org/officeDocument/2006/relationships/customXml" Target="../ink/ink300.xml"/><Relationship Id="rId52" Type="http://schemas.openxmlformats.org/officeDocument/2006/relationships/customXml" Target="../ink/ink321.xml"/><Relationship Id="rId94" Type="http://schemas.openxmlformats.org/officeDocument/2006/relationships/customXml" Target="../ink/ink342.xml"/><Relationship Id="rId148" Type="http://schemas.openxmlformats.org/officeDocument/2006/relationships/customXml" Target="../ink/ink369.xml"/><Relationship Id="rId355" Type="http://schemas.openxmlformats.org/officeDocument/2006/relationships/image" Target="../media/image386.png"/><Relationship Id="rId397" Type="http://schemas.openxmlformats.org/officeDocument/2006/relationships/image" Target="../media/image407.png"/><Relationship Id="rId520" Type="http://schemas.openxmlformats.org/officeDocument/2006/relationships/customXml" Target="../ink/ink555.xml"/><Relationship Id="rId215" Type="http://schemas.openxmlformats.org/officeDocument/2006/relationships/image" Target="../media/image316.png"/><Relationship Id="rId257" Type="http://schemas.openxmlformats.org/officeDocument/2006/relationships/image" Target="../media/image337.png"/><Relationship Id="rId422" Type="http://schemas.openxmlformats.org/officeDocument/2006/relationships/customXml" Target="../ink/ink506.xml"/><Relationship Id="rId464" Type="http://schemas.openxmlformats.org/officeDocument/2006/relationships/customXml" Target="../ink/ink527.xml"/><Relationship Id="rId299" Type="http://schemas.openxmlformats.org/officeDocument/2006/relationships/image" Target="../media/image358.png"/><Relationship Id="rId63" Type="http://schemas.openxmlformats.org/officeDocument/2006/relationships/image" Target="../media/image240.png"/><Relationship Id="rId159" Type="http://schemas.openxmlformats.org/officeDocument/2006/relationships/image" Target="../media/image288.png"/><Relationship Id="rId366" Type="http://schemas.openxmlformats.org/officeDocument/2006/relationships/customXml" Target="../ink/ink478.xml"/><Relationship Id="rId226" Type="http://schemas.openxmlformats.org/officeDocument/2006/relationships/customXml" Target="../ink/ink408.xml"/><Relationship Id="rId433" Type="http://schemas.openxmlformats.org/officeDocument/2006/relationships/image" Target="../media/image425.png"/><Relationship Id="rId74" Type="http://schemas.openxmlformats.org/officeDocument/2006/relationships/customXml" Target="../ink/ink332.xml"/><Relationship Id="rId377" Type="http://schemas.openxmlformats.org/officeDocument/2006/relationships/image" Target="../media/image397.png"/><Relationship Id="rId500" Type="http://schemas.openxmlformats.org/officeDocument/2006/relationships/customXml" Target="../ink/ink545.xml"/><Relationship Id="rId5" Type="http://schemas.openxmlformats.org/officeDocument/2006/relationships/image" Target="../media/image11.png"/><Relationship Id="rId237" Type="http://schemas.openxmlformats.org/officeDocument/2006/relationships/image" Target="../media/image327.png"/><Relationship Id="rId444" Type="http://schemas.openxmlformats.org/officeDocument/2006/relationships/customXml" Target="../ink/ink517.xml"/><Relationship Id="rId290" Type="http://schemas.openxmlformats.org/officeDocument/2006/relationships/customXml" Target="../ink/ink440.xml"/><Relationship Id="rId304" Type="http://schemas.openxmlformats.org/officeDocument/2006/relationships/customXml" Target="../ink/ink447.xml"/><Relationship Id="rId388" Type="http://schemas.openxmlformats.org/officeDocument/2006/relationships/customXml" Target="../ink/ink489.xml"/><Relationship Id="rId511" Type="http://schemas.openxmlformats.org/officeDocument/2006/relationships/image" Target="../media/image464.png"/><Relationship Id="rId85" Type="http://schemas.openxmlformats.org/officeDocument/2006/relationships/image" Target="../media/image251.png"/><Relationship Id="rId150" Type="http://schemas.openxmlformats.org/officeDocument/2006/relationships/customXml" Target="../ink/ink370.xml"/><Relationship Id="rId248" Type="http://schemas.openxmlformats.org/officeDocument/2006/relationships/customXml" Target="../ink/ink419.xml"/><Relationship Id="rId455" Type="http://schemas.openxmlformats.org/officeDocument/2006/relationships/image" Target="../media/image436.png"/><Relationship Id="rId12" Type="http://schemas.openxmlformats.org/officeDocument/2006/relationships/customXml" Target="../ink/ink301.xml"/><Relationship Id="rId108" Type="http://schemas.openxmlformats.org/officeDocument/2006/relationships/customXml" Target="../ink/ink349.xml"/><Relationship Id="rId315" Type="http://schemas.openxmlformats.org/officeDocument/2006/relationships/image" Target="../media/image366.png"/><Relationship Id="rId522" Type="http://schemas.openxmlformats.org/officeDocument/2006/relationships/customXml" Target="../ink/ink556.xml"/></Relationships>
</file>

<file path=ppt/slides/_rels/slide7.xml.rels><?xml version="1.0" encoding="UTF-8" standalone="yes"?>
<Relationships xmlns="http://schemas.openxmlformats.org/package/2006/relationships"><Relationship Id="rId117" Type="http://schemas.openxmlformats.org/officeDocument/2006/relationships/image" Target="../media/image544.png"/><Relationship Id="rId299" Type="http://schemas.openxmlformats.org/officeDocument/2006/relationships/image" Target="../media/image634.png"/><Relationship Id="rId21" Type="http://schemas.openxmlformats.org/officeDocument/2006/relationships/image" Target="../media/image496.png"/><Relationship Id="rId63" Type="http://schemas.openxmlformats.org/officeDocument/2006/relationships/image" Target="../media/image517.png"/><Relationship Id="rId159" Type="http://schemas.openxmlformats.org/officeDocument/2006/relationships/image" Target="../media/image565.png"/><Relationship Id="rId170" Type="http://schemas.openxmlformats.org/officeDocument/2006/relationships/customXml" Target="../ink/ink657.xml"/><Relationship Id="rId226" Type="http://schemas.openxmlformats.org/officeDocument/2006/relationships/customXml" Target="../ink/ink685.xml"/><Relationship Id="rId268" Type="http://schemas.openxmlformats.org/officeDocument/2006/relationships/customXml" Target="../ink/ink707.xml"/><Relationship Id="rId32" Type="http://schemas.openxmlformats.org/officeDocument/2006/relationships/customXml" Target="../ink/ink588.xml"/><Relationship Id="rId74" Type="http://schemas.openxmlformats.org/officeDocument/2006/relationships/customXml" Target="../ink/ink609.xml"/><Relationship Id="rId128" Type="http://schemas.openxmlformats.org/officeDocument/2006/relationships/customXml" Target="../ink/ink636.xml"/><Relationship Id="rId5" Type="http://schemas.openxmlformats.org/officeDocument/2006/relationships/image" Target="../media/image488.png"/><Relationship Id="rId181" Type="http://schemas.openxmlformats.org/officeDocument/2006/relationships/image" Target="../media/image576.png"/><Relationship Id="rId237" Type="http://schemas.openxmlformats.org/officeDocument/2006/relationships/image" Target="../media/image604.png"/><Relationship Id="rId279" Type="http://schemas.openxmlformats.org/officeDocument/2006/relationships/image" Target="../media/image624.png"/><Relationship Id="rId43" Type="http://schemas.openxmlformats.org/officeDocument/2006/relationships/image" Target="../media/image507.png"/><Relationship Id="rId139" Type="http://schemas.openxmlformats.org/officeDocument/2006/relationships/image" Target="../media/image555.png"/><Relationship Id="rId290" Type="http://schemas.openxmlformats.org/officeDocument/2006/relationships/customXml" Target="../ink/ink718.xml"/><Relationship Id="rId304" Type="http://schemas.openxmlformats.org/officeDocument/2006/relationships/customXml" Target="../ink/ink725.xml"/><Relationship Id="rId85" Type="http://schemas.openxmlformats.org/officeDocument/2006/relationships/image" Target="../media/image528.png"/><Relationship Id="rId150" Type="http://schemas.openxmlformats.org/officeDocument/2006/relationships/customXml" Target="../ink/ink647.xml"/><Relationship Id="rId192" Type="http://schemas.openxmlformats.org/officeDocument/2006/relationships/customXml" Target="../ink/ink668.xml"/><Relationship Id="rId206" Type="http://schemas.openxmlformats.org/officeDocument/2006/relationships/customXml" Target="../ink/ink675.xml"/><Relationship Id="rId248" Type="http://schemas.openxmlformats.org/officeDocument/2006/relationships/customXml" Target="../ink/ink696.xml"/><Relationship Id="rId12" Type="http://schemas.openxmlformats.org/officeDocument/2006/relationships/customXml" Target="../ink/ink578.xml"/><Relationship Id="rId108" Type="http://schemas.openxmlformats.org/officeDocument/2006/relationships/customXml" Target="../ink/ink626.xml"/><Relationship Id="rId315" Type="http://schemas.openxmlformats.org/officeDocument/2006/relationships/image" Target="../media/image642.png"/><Relationship Id="rId54" Type="http://schemas.openxmlformats.org/officeDocument/2006/relationships/customXml" Target="../ink/ink599.xml"/><Relationship Id="rId96" Type="http://schemas.openxmlformats.org/officeDocument/2006/relationships/customXml" Target="../ink/ink620.xml"/><Relationship Id="rId161" Type="http://schemas.openxmlformats.org/officeDocument/2006/relationships/image" Target="../media/image566.png"/><Relationship Id="rId217" Type="http://schemas.openxmlformats.org/officeDocument/2006/relationships/image" Target="../media/image594.png"/><Relationship Id="rId259" Type="http://schemas.openxmlformats.org/officeDocument/2006/relationships/customXml" Target="../ink/ink702.xml"/><Relationship Id="rId23" Type="http://schemas.openxmlformats.org/officeDocument/2006/relationships/image" Target="../media/image497.png"/><Relationship Id="rId119" Type="http://schemas.openxmlformats.org/officeDocument/2006/relationships/image" Target="../media/image545.png"/><Relationship Id="rId270" Type="http://schemas.openxmlformats.org/officeDocument/2006/relationships/customXml" Target="../ink/ink708.xml"/><Relationship Id="rId65" Type="http://schemas.openxmlformats.org/officeDocument/2006/relationships/image" Target="../media/image518.png"/><Relationship Id="rId130" Type="http://schemas.openxmlformats.org/officeDocument/2006/relationships/customXml" Target="../ink/ink637.xml"/><Relationship Id="rId172" Type="http://schemas.openxmlformats.org/officeDocument/2006/relationships/customXml" Target="../ink/ink658.xml"/><Relationship Id="rId228" Type="http://schemas.openxmlformats.org/officeDocument/2006/relationships/customXml" Target="../ink/ink686.xml"/><Relationship Id="rId13" Type="http://schemas.openxmlformats.org/officeDocument/2006/relationships/image" Target="../media/image492.png"/><Relationship Id="rId109" Type="http://schemas.openxmlformats.org/officeDocument/2006/relationships/image" Target="../media/image540.png"/><Relationship Id="rId260" Type="http://schemas.openxmlformats.org/officeDocument/2006/relationships/image" Target="../media/image615.png"/><Relationship Id="rId281" Type="http://schemas.openxmlformats.org/officeDocument/2006/relationships/image" Target="../media/image625.png"/><Relationship Id="rId316" Type="http://schemas.openxmlformats.org/officeDocument/2006/relationships/customXml" Target="../ink/ink731.xml"/><Relationship Id="rId34" Type="http://schemas.openxmlformats.org/officeDocument/2006/relationships/customXml" Target="../ink/ink589.xml"/><Relationship Id="rId55" Type="http://schemas.openxmlformats.org/officeDocument/2006/relationships/image" Target="../media/image513.png"/><Relationship Id="rId76" Type="http://schemas.openxmlformats.org/officeDocument/2006/relationships/customXml" Target="../ink/ink610.xml"/><Relationship Id="rId97" Type="http://schemas.openxmlformats.org/officeDocument/2006/relationships/image" Target="../media/image534.png"/><Relationship Id="rId120" Type="http://schemas.openxmlformats.org/officeDocument/2006/relationships/customXml" Target="../ink/ink632.xml"/><Relationship Id="rId141" Type="http://schemas.openxmlformats.org/officeDocument/2006/relationships/image" Target="../media/image556.png"/><Relationship Id="rId7" Type="http://schemas.openxmlformats.org/officeDocument/2006/relationships/image" Target="../media/image489.png"/><Relationship Id="rId162" Type="http://schemas.openxmlformats.org/officeDocument/2006/relationships/customXml" Target="../ink/ink653.xml"/><Relationship Id="rId183" Type="http://schemas.openxmlformats.org/officeDocument/2006/relationships/image" Target="../media/image577.png"/><Relationship Id="rId218" Type="http://schemas.openxmlformats.org/officeDocument/2006/relationships/customXml" Target="../ink/ink681.xml"/><Relationship Id="rId239" Type="http://schemas.openxmlformats.org/officeDocument/2006/relationships/image" Target="../media/image605.png"/><Relationship Id="rId250" Type="http://schemas.openxmlformats.org/officeDocument/2006/relationships/customXml" Target="../ink/ink697.xml"/><Relationship Id="rId271" Type="http://schemas.openxmlformats.org/officeDocument/2006/relationships/image" Target="../media/image620.png"/><Relationship Id="rId292" Type="http://schemas.openxmlformats.org/officeDocument/2006/relationships/customXml" Target="../ink/ink719.xml"/><Relationship Id="rId306" Type="http://schemas.openxmlformats.org/officeDocument/2006/relationships/customXml" Target="../ink/ink726.xml"/><Relationship Id="rId24" Type="http://schemas.openxmlformats.org/officeDocument/2006/relationships/customXml" Target="../ink/ink584.xml"/><Relationship Id="rId45" Type="http://schemas.openxmlformats.org/officeDocument/2006/relationships/image" Target="../media/image508.png"/><Relationship Id="rId66" Type="http://schemas.openxmlformats.org/officeDocument/2006/relationships/customXml" Target="../ink/ink605.xml"/><Relationship Id="rId87" Type="http://schemas.openxmlformats.org/officeDocument/2006/relationships/image" Target="../media/image529.png"/><Relationship Id="rId110" Type="http://schemas.openxmlformats.org/officeDocument/2006/relationships/customXml" Target="../ink/ink627.xml"/><Relationship Id="rId131" Type="http://schemas.openxmlformats.org/officeDocument/2006/relationships/image" Target="../media/image551.png"/><Relationship Id="rId152" Type="http://schemas.openxmlformats.org/officeDocument/2006/relationships/customXml" Target="../ink/ink648.xml"/><Relationship Id="rId173" Type="http://schemas.openxmlformats.org/officeDocument/2006/relationships/image" Target="../media/image572.png"/><Relationship Id="rId194" Type="http://schemas.openxmlformats.org/officeDocument/2006/relationships/customXml" Target="../ink/ink669.xml"/><Relationship Id="rId208" Type="http://schemas.openxmlformats.org/officeDocument/2006/relationships/customXml" Target="../ink/ink676.xml"/><Relationship Id="rId229" Type="http://schemas.openxmlformats.org/officeDocument/2006/relationships/image" Target="../media/image600.png"/><Relationship Id="rId240" Type="http://schemas.openxmlformats.org/officeDocument/2006/relationships/customXml" Target="../ink/ink692.xml"/><Relationship Id="rId261" Type="http://schemas.openxmlformats.org/officeDocument/2006/relationships/customXml" Target="../ink/ink703.xml"/><Relationship Id="rId14" Type="http://schemas.openxmlformats.org/officeDocument/2006/relationships/customXml" Target="../ink/ink579.xml"/><Relationship Id="rId35" Type="http://schemas.openxmlformats.org/officeDocument/2006/relationships/image" Target="../media/image503.png"/><Relationship Id="rId56" Type="http://schemas.openxmlformats.org/officeDocument/2006/relationships/customXml" Target="../ink/ink600.xml"/><Relationship Id="rId77" Type="http://schemas.openxmlformats.org/officeDocument/2006/relationships/image" Target="../media/image524.png"/><Relationship Id="rId100" Type="http://schemas.openxmlformats.org/officeDocument/2006/relationships/customXml" Target="../ink/ink622.xml"/><Relationship Id="rId282" Type="http://schemas.openxmlformats.org/officeDocument/2006/relationships/customXml" Target="../ink/ink714.xml"/><Relationship Id="rId317" Type="http://schemas.openxmlformats.org/officeDocument/2006/relationships/image" Target="../media/image643.png"/><Relationship Id="rId8" Type="http://schemas.openxmlformats.org/officeDocument/2006/relationships/customXml" Target="../ink/ink576.xml"/><Relationship Id="rId98" Type="http://schemas.openxmlformats.org/officeDocument/2006/relationships/customXml" Target="../ink/ink621.xml"/><Relationship Id="rId121" Type="http://schemas.openxmlformats.org/officeDocument/2006/relationships/image" Target="../media/image546.png"/><Relationship Id="rId142" Type="http://schemas.openxmlformats.org/officeDocument/2006/relationships/customXml" Target="../ink/ink643.xml"/><Relationship Id="rId163" Type="http://schemas.openxmlformats.org/officeDocument/2006/relationships/image" Target="../media/image567.png"/><Relationship Id="rId184" Type="http://schemas.openxmlformats.org/officeDocument/2006/relationships/customXml" Target="../ink/ink664.xml"/><Relationship Id="rId219" Type="http://schemas.openxmlformats.org/officeDocument/2006/relationships/image" Target="../media/image595.png"/><Relationship Id="rId230" Type="http://schemas.openxmlformats.org/officeDocument/2006/relationships/customXml" Target="../ink/ink687.xml"/><Relationship Id="rId251" Type="http://schemas.openxmlformats.org/officeDocument/2006/relationships/image" Target="../media/image611.png"/><Relationship Id="rId25" Type="http://schemas.openxmlformats.org/officeDocument/2006/relationships/image" Target="../media/image498.png"/><Relationship Id="rId46" Type="http://schemas.openxmlformats.org/officeDocument/2006/relationships/customXml" Target="../ink/ink595.xml"/><Relationship Id="rId67" Type="http://schemas.openxmlformats.org/officeDocument/2006/relationships/image" Target="../media/image519.png"/><Relationship Id="rId272" Type="http://schemas.openxmlformats.org/officeDocument/2006/relationships/customXml" Target="../ink/ink709.xml"/><Relationship Id="rId293" Type="http://schemas.openxmlformats.org/officeDocument/2006/relationships/image" Target="../media/image631.png"/><Relationship Id="rId307" Type="http://schemas.openxmlformats.org/officeDocument/2006/relationships/image" Target="../media/image638.png"/><Relationship Id="rId88" Type="http://schemas.openxmlformats.org/officeDocument/2006/relationships/customXml" Target="../ink/ink616.xml"/><Relationship Id="rId111" Type="http://schemas.openxmlformats.org/officeDocument/2006/relationships/image" Target="../media/image541.png"/><Relationship Id="rId132" Type="http://schemas.openxmlformats.org/officeDocument/2006/relationships/customXml" Target="../ink/ink638.xml"/><Relationship Id="rId153" Type="http://schemas.openxmlformats.org/officeDocument/2006/relationships/image" Target="../media/image562.png"/><Relationship Id="rId174" Type="http://schemas.openxmlformats.org/officeDocument/2006/relationships/customXml" Target="../ink/ink659.xml"/><Relationship Id="rId195" Type="http://schemas.openxmlformats.org/officeDocument/2006/relationships/image" Target="../media/image583.png"/><Relationship Id="rId209" Type="http://schemas.openxmlformats.org/officeDocument/2006/relationships/image" Target="../media/image590.png"/><Relationship Id="rId220" Type="http://schemas.openxmlformats.org/officeDocument/2006/relationships/customXml" Target="../ink/ink682.xml"/><Relationship Id="rId241" Type="http://schemas.openxmlformats.org/officeDocument/2006/relationships/image" Target="../media/image606.png"/><Relationship Id="rId15" Type="http://schemas.openxmlformats.org/officeDocument/2006/relationships/image" Target="../media/image493.png"/><Relationship Id="rId36" Type="http://schemas.openxmlformats.org/officeDocument/2006/relationships/customXml" Target="../ink/ink590.xml"/><Relationship Id="rId57" Type="http://schemas.openxmlformats.org/officeDocument/2006/relationships/image" Target="../media/image514.png"/><Relationship Id="rId262" Type="http://schemas.openxmlformats.org/officeDocument/2006/relationships/image" Target="../media/image616.png"/><Relationship Id="rId283" Type="http://schemas.openxmlformats.org/officeDocument/2006/relationships/image" Target="../media/image626.png"/><Relationship Id="rId318" Type="http://schemas.openxmlformats.org/officeDocument/2006/relationships/customXml" Target="../ink/ink732.xml"/><Relationship Id="rId78" Type="http://schemas.openxmlformats.org/officeDocument/2006/relationships/customXml" Target="../ink/ink611.xml"/><Relationship Id="rId99" Type="http://schemas.openxmlformats.org/officeDocument/2006/relationships/image" Target="../media/image535.png"/><Relationship Id="rId101" Type="http://schemas.openxmlformats.org/officeDocument/2006/relationships/image" Target="../media/image536.png"/><Relationship Id="rId122" Type="http://schemas.openxmlformats.org/officeDocument/2006/relationships/customXml" Target="../ink/ink633.xml"/><Relationship Id="rId143" Type="http://schemas.openxmlformats.org/officeDocument/2006/relationships/image" Target="../media/image557.png"/><Relationship Id="rId164" Type="http://schemas.openxmlformats.org/officeDocument/2006/relationships/customXml" Target="../ink/ink654.xml"/><Relationship Id="rId185" Type="http://schemas.openxmlformats.org/officeDocument/2006/relationships/image" Target="../media/image578.png"/><Relationship Id="rId9" Type="http://schemas.openxmlformats.org/officeDocument/2006/relationships/image" Target="../media/image490.png"/><Relationship Id="rId210" Type="http://schemas.openxmlformats.org/officeDocument/2006/relationships/customXml" Target="../ink/ink677.xml"/><Relationship Id="rId26" Type="http://schemas.openxmlformats.org/officeDocument/2006/relationships/customXml" Target="../ink/ink585.xml"/><Relationship Id="rId231" Type="http://schemas.openxmlformats.org/officeDocument/2006/relationships/image" Target="../media/image601.png"/><Relationship Id="rId252" Type="http://schemas.openxmlformats.org/officeDocument/2006/relationships/customXml" Target="../ink/ink698.xml"/><Relationship Id="rId273" Type="http://schemas.openxmlformats.org/officeDocument/2006/relationships/image" Target="../media/image621.png"/><Relationship Id="rId294" Type="http://schemas.openxmlformats.org/officeDocument/2006/relationships/customXml" Target="../ink/ink720.xml"/><Relationship Id="rId308" Type="http://schemas.openxmlformats.org/officeDocument/2006/relationships/customXml" Target="../ink/ink727.xml"/><Relationship Id="rId47" Type="http://schemas.openxmlformats.org/officeDocument/2006/relationships/image" Target="../media/image509.png"/><Relationship Id="rId68" Type="http://schemas.openxmlformats.org/officeDocument/2006/relationships/customXml" Target="../ink/ink606.xml"/><Relationship Id="rId89" Type="http://schemas.openxmlformats.org/officeDocument/2006/relationships/image" Target="../media/image530.png"/><Relationship Id="rId112" Type="http://schemas.openxmlformats.org/officeDocument/2006/relationships/customXml" Target="../ink/ink628.xml"/><Relationship Id="rId133" Type="http://schemas.openxmlformats.org/officeDocument/2006/relationships/image" Target="../media/image552.png"/><Relationship Id="rId154" Type="http://schemas.openxmlformats.org/officeDocument/2006/relationships/customXml" Target="../ink/ink649.xml"/><Relationship Id="rId175" Type="http://schemas.openxmlformats.org/officeDocument/2006/relationships/image" Target="../media/image573.png"/><Relationship Id="rId196" Type="http://schemas.openxmlformats.org/officeDocument/2006/relationships/customXml" Target="../ink/ink670.xml"/><Relationship Id="rId200" Type="http://schemas.openxmlformats.org/officeDocument/2006/relationships/customXml" Target="../ink/ink672.xml"/><Relationship Id="rId16" Type="http://schemas.openxmlformats.org/officeDocument/2006/relationships/customXml" Target="../ink/ink580.xml"/><Relationship Id="rId221" Type="http://schemas.openxmlformats.org/officeDocument/2006/relationships/image" Target="../media/image596.png"/><Relationship Id="rId242" Type="http://schemas.openxmlformats.org/officeDocument/2006/relationships/customXml" Target="../ink/ink693.xml"/><Relationship Id="rId263" Type="http://schemas.openxmlformats.org/officeDocument/2006/relationships/customXml" Target="../ink/ink704.xml"/><Relationship Id="rId284" Type="http://schemas.openxmlformats.org/officeDocument/2006/relationships/customXml" Target="../ink/ink715.xml"/><Relationship Id="rId319" Type="http://schemas.openxmlformats.org/officeDocument/2006/relationships/image" Target="../media/image644.png"/><Relationship Id="rId37" Type="http://schemas.openxmlformats.org/officeDocument/2006/relationships/image" Target="../media/image504.png"/><Relationship Id="rId58" Type="http://schemas.openxmlformats.org/officeDocument/2006/relationships/customXml" Target="../ink/ink601.xml"/><Relationship Id="rId79" Type="http://schemas.openxmlformats.org/officeDocument/2006/relationships/image" Target="../media/image525.png"/><Relationship Id="rId102" Type="http://schemas.openxmlformats.org/officeDocument/2006/relationships/customXml" Target="../ink/ink623.xml"/><Relationship Id="rId123" Type="http://schemas.openxmlformats.org/officeDocument/2006/relationships/image" Target="../media/image547.png"/><Relationship Id="rId144" Type="http://schemas.openxmlformats.org/officeDocument/2006/relationships/customXml" Target="../ink/ink644.xml"/><Relationship Id="rId90" Type="http://schemas.openxmlformats.org/officeDocument/2006/relationships/customXml" Target="../ink/ink617.xml"/><Relationship Id="rId165" Type="http://schemas.openxmlformats.org/officeDocument/2006/relationships/image" Target="../media/image568.png"/><Relationship Id="rId186" Type="http://schemas.openxmlformats.org/officeDocument/2006/relationships/customXml" Target="../ink/ink665.xml"/><Relationship Id="rId211" Type="http://schemas.openxmlformats.org/officeDocument/2006/relationships/image" Target="../media/image591.png"/><Relationship Id="rId232" Type="http://schemas.openxmlformats.org/officeDocument/2006/relationships/customXml" Target="../ink/ink688.xml"/><Relationship Id="rId253" Type="http://schemas.openxmlformats.org/officeDocument/2006/relationships/image" Target="../media/image612.png"/><Relationship Id="rId274" Type="http://schemas.openxmlformats.org/officeDocument/2006/relationships/customXml" Target="../ink/ink710.xml"/><Relationship Id="rId295" Type="http://schemas.openxmlformats.org/officeDocument/2006/relationships/image" Target="../media/image632.png"/><Relationship Id="rId309" Type="http://schemas.openxmlformats.org/officeDocument/2006/relationships/image" Target="../media/image639.png"/><Relationship Id="rId27" Type="http://schemas.openxmlformats.org/officeDocument/2006/relationships/image" Target="../media/image499.png"/><Relationship Id="rId48" Type="http://schemas.openxmlformats.org/officeDocument/2006/relationships/customXml" Target="../ink/ink596.xml"/><Relationship Id="rId69" Type="http://schemas.openxmlformats.org/officeDocument/2006/relationships/image" Target="../media/image520.png"/><Relationship Id="rId113" Type="http://schemas.openxmlformats.org/officeDocument/2006/relationships/image" Target="../media/image542.png"/><Relationship Id="rId134" Type="http://schemas.openxmlformats.org/officeDocument/2006/relationships/customXml" Target="../ink/ink639.xml"/><Relationship Id="rId80" Type="http://schemas.openxmlformats.org/officeDocument/2006/relationships/customXml" Target="../ink/ink612.xml"/><Relationship Id="rId155" Type="http://schemas.openxmlformats.org/officeDocument/2006/relationships/image" Target="../media/image563.png"/><Relationship Id="rId176" Type="http://schemas.openxmlformats.org/officeDocument/2006/relationships/customXml" Target="../ink/ink660.xml"/><Relationship Id="rId197" Type="http://schemas.openxmlformats.org/officeDocument/2006/relationships/image" Target="../media/image584.png"/><Relationship Id="rId201" Type="http://schemas.openxmlformats.org/officeDocument/2006/relationships/image" Target="../media/image586.png"/><Relationship Id="rId222" Type="http://schemas.openxmlformats.org/officeDocument/2006/relationships/customXml" Target="../ink/ink683.xml"/><Relationship Id="rId243" Type="http://schemas.openxmlformats.org/officeDocument/2006/relationships/image" Target="../media/image607.png"/><Relationship Id="rId264" Type="http://schemas.openxmlformats.org/officeDocument/2006/relationships/customXml" Target="../ink/ink705.xml"/><Relationship Id="rId285" Type="http://schemas.openxmlformats.org/officeDocument/2006/relationships/image" Target="../media/image627.png"/><Relationship Id="rId17" Type="http://schemas.openxmlformats.org/officeDocument/2006/relationships/image" Target="../media/image494.png"/><Relationship Id="rId38" Type="http://schemas.openxmlformats.org/officeDocument/2006/relationships/customXml" Target="../ink/ink591.xml"/><Relationship Id="rId59" Type="http://schemas.openxmlformats.org/officeDocument/2006/relationships/image" Target="../media/image515.png"/><Relationship Id="rId103" Type="http://schemas.openxmlformats.org/officeDocument/2006/relationships/image" Target="../media/image537.png"/><Relationship Id="rId124" Type="http://schemas.openxmlformats.org/officeDocument/2006/relationships/customXml" Target="../ink/ink634.xml"/><Relationship Id="rId310" Type="http://schemas.openxmlformats.org/officeDocument/2006/relationships/customXml" Target="../ink/ink728.xml"/><Relationship Id="rId70" Type="http://schemas.openxmlformats.org/officeDocument/2006/relationships/customXml" Target="../ink/ink607.xml"/><Relationship Id="rId91" Type="http://schemas.openxmlformats.org/officeDocument/2006/relationships/image" Target="../media/image531.png"/><Relationship Id="rId145" Type="http://schemas.openxmlformats.org/officeDocument/2006/relationships/image" Target="../media/image558.png"/><Relationship Id="rId166" Type="http://schemas.openxmlformats.org/officeDocument/2006/relationships/customXml" Target="../ink/ink655.xml"/><Relationship Id="rId187" Type="http://schemas.openxmlformats.org/officeDocument/2006/relationships/image" Target="../media/image579.png"/><Relationship Id="rId1" Type="http://schemas.openxmlformats.org/officeDocument/2006/relationships/slideLayout" Target="../slideLayouts/slideLayout7.xml"/><Relationship Id="rId212" Type="http://schemas.openxmlformats.org/officeDocument/2006/relationships/customXml" Target="../ink/ink678.xml"/><Relationship Id="rId233" Type="http://schemas.openxmlformats.org/officeDocument/2006/relationships/image" Target="../media/image602.png"/><Relationship Id="rId254" Type="http://schemas.openxmlformats.org/officeDocument/2006/relationships/customXml" Target="../ink/ink699.xml"/><Relationship Id="rId28" Type="http://schemas.openxmlformats.org/officeDocument/2006/relationships/customXml" Target="../ink/ink586.xml"/><Relationship Id="rId49" Type="http://schemas.openxmlformats.org/officeDocument/2006/relationships/image" Target="../media/image510.png"/><Relationship Id="rId114" Type="http://schemas.openxmlformats.org/officeDocument/2006/relationships/customXml" Target="../ink/ink629.xml"/><Relationship Id="rId275" Type="http://schemas.openxmlformats.org/officeDocument/2006/relationships/image" Target="../media/image622.png"/><Relationship Id="rId296" Type="http://schemas.openxmlformats.org/officeDocument/2006/relationships/customXml" Target="../ink/ink721.xml"/><Relationship Id="rId300" Type="http://schemas.openxmlformats.org/officeDocument/2006/relationships/customXml" Target="../ink/ink723.xml"/><Relationship Id="rId60" Type="http://schemas.openxmlformats.org/officeDocument/2006/relationships/customXml" Target="../ink/ink602.xml"/><Relationship Id="rId81" Type="http://schemas.openxmlformats.org/officeDocument/2006/relationships/image" Target="../media/image526.png"/><Relationship Id="rId135" Type="http://schemas.openxmlformats.org/officeDocument/2006/relationships/image" Target="../media/image553.png"/><Relationship Id="rId156" Type="http://schemas.openxmlformats.org/officeDocument/2006/relationships/customXml" Target="../ink/ink650.xml"/><Relationship Id="rId177" Type="http://schemas.openxmlformats.org/officeDocument/2006/relationships/image" Target="../media/image574.png"/><Relationship Id="rId198" Type="http://schemas.openxmlformats.org/officeDocument/2006/relationships/customXml" Target="../ink/ink671.xml"/><Relationship Id="rId202" Type="http://schemas.openxmlformats.org/officeDocument/2006/relationships/customXml" Target="../ink/ink673.xml"/><Relationship Id="rId223" Type="http://schemas.openxmlformats.org/officeDocument/2006/relationships/image" Target="../media/image597.png"/><Relationship Id="rId244" Type="http://schemas.openxmlformats.org/officeDocument/2006/relationships/customXml" Target="../ink/ink694.xml"/><Relationship Id="rId18" Type="http://schemas.openxmlformats.org/officeDocument/2006/relationships/customXml" Target="../ink/ink581.xml"/><Relationship Id="rId39" Type="http://schemas.openxmlformats.org/officeDocument/2006/relationships/image" Target="../media/image505.png"/><Relationship Id="rId265" Type="http://schemas.openxmlformats.org/officeDocument/2006/relationships/image" Target="../media/image617.png"/><Relationship Id="rId286" Type="http://schemas.openxmlformats.org/officeDocument/2006/relationships/customXml" Target="../ink/ink716.xml"/><Relationship Id="rId50" Type="http://schemas.openxmlformats.org/officeDocument/2006/relationships/customXml" Target="../ink/ink597.xml"/><Relationship Id="rId104" Type="http://schemas.openxmlformats.org/officeDocument/2006/relationships/customXml" Target="../ink/ink624.xml"/><Relationship Id="rId125" Type="http://schemas.openxmlformats.org/officeDocument/2006/relationships/image" Target="../media/image548.png"/><Relationship Id="rId146" Type="http://schemas.openxmlformats.org/officeDocument/2006/relationships/customXml" Target="../ink/ink645.xml"/><Relationship Id="rId167" Type="http://schemas.openxmlformats.org/officeDocument/2006/relationships/image" Target="../media/image569.png"/><Relationship Id="rId188" Type="http://schemas.openxmlformats.org/officeDocument/2006/relationships/customXml" Target="../ink/ink666.xml"/><Relationship Id="rId311" Type="http://schemas.openxmlformats.org/officeDocument/2006/relationships/image" Target="../media/image640.png"/><Relationship Id="rId71" Type="http://schemas.openxmlformats.org/officeDocument/2006/relationships/image" Target="../media/image521.png"/><Relationship Id="rId92" Type="http://schemas.openxmlformats.org/officeDocument/2006/relationships/customXml" Target="../ink/ink618.xml"/><Relationship Id="rId213" Type="http://schemas.openxmlformats.org/officeDocument/2006/relationships/image" Target="../media/image592.png"/><Relationship Id="rId234" Type="http://schemas.openxmlformats.org/officeDocument/2006/relationships/customXml" Target="../ink/ink689.xml"/><Relationship Id="rId2" Type="http://schemas.openxmlformats.org/officeDocument/2006/relationships/customXml" Target="../ink/ink573.xml"/><Relationship Id="rId29" Type="http://schemas.openxmlformats.org/officeDocument/2006/relationships/image" Target="../media/image500.png"/><Relationship Id="rId255" Type="http://schemas.openxmlformats.org/officeDocument/2006/relationships/customXml" Target="../ink/ink700.xml"/><Relationship Id="rId276" Type="http://schemas.openxmlformats.org/officeDocument/2006/relationships/customXml" Target="../ink/ink711.xml"/><Relationship Id="rId297" Type="http://schemas.openxmlformats.org/officeDocument/2006/relationships/image" Target="../media/image633.png"/><Relationship Id="rId40" Type="http://schemas.openxmlformats.org/officeDocument/2006/relationships/customXml" Target="../ink/ink592.xml"/><Relationship Id="rId115" Type="http://schemas.openxmlformats.org/officeDocument/2006/relationships/image" Target="../media/image543.png"/><Relationship Id="rId136" Type="http://schemas.openxmlformats.org/officeDocument/2006/relationships/customXml" Target="../ink/ink640.xml"/><Relationship Id="rId157" Type="http://schemas.openxmlformats.org/officeDocument/2006/relationships/image" Target="../media/image564.png"/><Relationship Id="rId178" Type="http://schemas.openxmlformats.org/officeDocument/2006/relationships/customXml" Target="../ink/ink661.xml"/><Relationship Id="rId301" Type="http://schemas.openxmlformats.org/officeDocument/2006/relationships/image" Target="../media/image635.png"/><Relationship Id="rId61" Type="http://schemas.openxmlformats.org/officeDocument/2006/relationships/image" Target="../media/image516.png"/><Relationship Id="rId82" Type="http://schemas.openxmlformats.org/officeDocument/2006/relationships/customXml" Target="../ink/ink613.xml"/><Relationship Id="rId199" Type="http://schemas.openxmlformats.org/officeDocument/2006/relationships/image" Target="../media/image585.png"/><Relationship Id="rId203" Type="http://schemas.openxmlformats.org/officeDocument/2006/relationships/image" Target="../media/image587.png"/><Relationship Id="rId19" Type="http://schemas.openxmlformats.org/officeDocument/2006/relationships/image" Target="../media/image495.png"/><Relationship Id="rId224" Type="http://schemas.openxmlformats.org/officeDocument/2006/relationships/customXml" Target="../ink/ink684.xml"/><Relationship Id="rId245" Type="http://schemas.openxmlformats.org/officeDocument/2006/relationships/image" Target="../media/image608.png"/><Relationship Id="rId266" Type="http://schemas.openxmlformats.org/officeDocument/2006/relationships/customXml" Target="../ink/ink706.xml"/><Relationship Id="rId287" Type="http://schemas.openxmlformats.org/officeDocument/2006/relationships/image" Target="../media/image628.png"/><Relationship Id="rId30" Type="http://schemas.openxmlformats.org/officeDocument/2006/relationships/customXml" Target="../ink/ink587.xml"/><Relationship Id="rId105" Type="http://schemas.openxmlformats.org/officeDocument/2006/relationships/image" Target="../media/image538.png"/><Relationship Id="rId126" Type="http://schemas.openxmlformats.org/officeDocument/2006/relationships/customXml" Target="../ink/ink635.xml"/><Relationship Id="rId147" Type="http://schemas.openxmlformats.org/officeDocument/2006/relationships/image" Target="../media/image559.png"/><Relationship Id="rId168" Type="http://schemas.openxmlformats.org/officeDocument/2006/relationships/customXml" Target="../ink/ink656.xml"/><Relationship Id="rId312" Type="http://schemas.openxmlformats.org/officeDocument/2006/relationships/customXml" Target="../ink/ink729.xml"/><Relationship Id="rId51" Type="http://schemas.openxmlformats.org/officeDocument/2006/relationships/image" Target="../media/image511.png"/><Relationship Id="rId72" Type="http://schemas.openxmlformats.org/officeDocument/2006/relationships/customXml" Target="../ink/ink608.xml"/><Relationship Id="rId93" Type="http://schemas.openxmlformats.org/officeDocument/2006/relationships/image" Target="../media/image532.png"/><Relationship Id="rId189" Type="http://schemas.openxmlformats.org/officeDocument/2006/relationships/image" Target="../media/image580.png"/><Relationship Id="rId3" Type="http://schemas.openxmlformats.org/officeDocument/2006/relationships/image" Target="../media/image487.png"/><Relationship Id="rId214" Type="http://schemas.openxmlformats.org/officeDocument/2006/relationships/customXml" Target="../ink/ink679.xml"/><Relationship Id="rId235" Type="http://schemas.openxmlformats.org/officeDocument/2006/relationships/image" Target="../media/image603.png"/><Relationship Id="rId256" Type="http://schemas.openxmlformats.org/officeDocument/2006/relationships/image" Target="../media/image613.png"/><Relationship Id="rId277" Type="http://schemas.openxmlformats.org/officeDocument/2006/relationships/image" Target="../media/image623.png"/><Relationship Id="rId298" Type="http://schemas.openxmlformats.org/officeDocument/2006/relationships/customXml" Target="../ink/ink722.xml"/><Relationship Id="rId116" Type="http://schemas.openxmlformats.org/officeDocument/2006/relationships/customXml" Target="../ink/ink630.xml"/><Relationship Id="rId137" Type="http://schemas.openxmlformats.org/officeDocument/2006/relationships/image" Target="../media/image554.png"/><Relationship Id="rId158" Type="http://schemas.openxmlformats.org/officeDocument/2006/relationships/customXml" Target="../ink/ink651.xml"/><Relationship Id="rId302" Type="http://schemas.openxmlformats.org/officeDocument/2006/relationships/customXml" Target="../ink/ink724.xml"/><Relationship Id="rId20" Type="http://schemas.openxmlformats.org/officeDocument/2006/relationships/customXml" Target="../ink/ink582.xml"/><Relationship Id="rId41" Type="http://schemas.openxmlformats.org/officeDocument/2006/relationships/image" Target="../media/image506.png"/><Relationship Id="rId62" Type="http://schemas.openxmlformats.org/officeDocument/2006/relationships/customXml" Target="../ink/ink603.xml"/><Relationship Id="rId83" Type="http://schemas.openxmlformats.org/officeDocument/2006/relationships/image" Target="../media/image527.png"/><Relationship Id="rId179" Type="http://schemas.openxmlformats.org/officeDocument/2006/relationships/image" Target="../media/image575.png"/><Relationship Id="rId190" Type="http://schemas.openxmlformats.org/officeDocument/2006/relationships/customXml" Target="../ink/ink667.xml"/><Relationship Id="rId204" Type="http://schemas.openxmlformats.org/officeDocument/2006/relationships/customXml" Target="../ink/ink674.xml"/><Relationship Id="rId225" Type="http://schemas.openxmlformats.org/officeDocument/2006/relationships/image" Target="../media/image598.png"/><Relationship Id="rId246" Type="http://schemas.openxmlformats.org/officeDocument/2006/relationships/customXml" Target="../ink/ink695.xml"/><Relationship Id="rId267" Type="http://schemas.openxmlformats.org/officeDocument/2006/relationships/image" Target="../media/image618.png"/><Relationship Id="rId288" Type="http://schemas.openxmlformats.org/officeDocument/2006/relationships/customXml" Target="../ink/ink717.xml"/><Relationship Id="rId106" Type="http://schemas.openxmlformats.org/officeDocument/2006/relationships/customXml" Target="../ink/ink625.xml"/><Relationship Id="rId127" Type="http://schemas.openxmlformats.org/officeDocument/2006/relationships/image" Target="../media/image549.png"/><Relationship Id="rId313" Type="http://schemas.openxmlformats.org/officeDocument/2006/relationships/image" Target="../media/image641.png"/><Relationship Id="rId10" Type="http://schemas.openxmlformats.org/officeDocument/2006/relationships/customXml" Target="../ink/ink577.xml"/><Relationship Id="rId31" Type="http://schemas.openxmlformats.org/officeDocument/2006/relationships/image" Target="../media/image501.png"/><Relationship Id="rId52" Type="http://schemas.openxmlformats.org/officeDocument/2006/relationships/customXml" Target="../ink/ink598.xml"/><Relationship Id="rId73" Type="http://schemas.openxmlformats.org/officeDocument/2006/relationships/image" Target="../media/image522.png"/><Relationship Id="rId94" Type="http://schemas.openxmlformats.org/officeDocument/2006/relationships/customXml" Target="../ink/ink619.xml"/><Relationship Id="rId148" Type="http://schemas.openxmlformats.org/officeDocument/2006/relationships/customXml" Target="../ink/ink646.xml"/><Relationship Id="rId169" Type="http://schemas.openxmlformats.org/officeDocument/2006/relationships/image" Target="../media/image570.png"/><Relationship Id="rId4" Type="http://schemas.openxmlformats.org/officeDocument/2006/relationships/customXml" Target="../ink/ink574.xml"/><Relationship Id="rId180" Type="http://schemas.openxmlformats.org/officeDocument/2006/relationships/customXml" Target="../ink/ink662.xml"/><Relationship Id="rId215" Type="http://schemas.openxmlformats.org/officeDocument/2006/relationships/image" Target="../media/image593.png"/><Relationship Id="rId236" Type="http://schemas.openxmlformats.org/officeDocument/2006/relationships/customXml" Target="../ink/ink690.xml"/><Relationship Id="rId257" Type="http://schemas.openxmlformats.org/officeDocument/2006/relationships/customXml" Target="../ink/ink701.xml"/><Relationship Id="rId278" Type="http://schemas.openxmlformats.org/officeDocument/2006/relationships/customXml" Target="../ink/ink712.xml"/><Relationship Id="rId303" Type="http://schemas.openxmlformats.org/officeDocument/2006/relationships/image" Target="../media/image636.png"/><Relationship Id="rId42" Type="http://schemas.openxmlformats.org/officeDocument/2006/relationships/customXml" Target="../ink/ink593.xml"/><Relationship Id="rId84" Type="http://schemas.openxmlformats.org/officeDocument/2006/relationships/customXml" Target="../ink/ink614.xml"/><Relationship Id="rId138" Type="http://schemas.openxmlformats.org/officeDocument/2006/relationships/customXml" Target="../ink/ink641.xml"/><Relationship Id="rId191" Type="http://schemas.openxmlformats.org/officeDocument/2006/relationships/image" Target="../media/image581.png"/><Relationship Id="rId205" Type="http://schemas.openxmlformats.org/officeDocument/2006/relationships/image" Target="../media/image588.png"/><Relationship Id="rId247" Type="http://schemas.openxmlformats.org/officeDocument/2006/relationships/image" Target="../media/image609.png"/><Relationship Id="rId107" Type="http://schemas.openxmlformats.org/officeDocument/2006/relationships/image" Target="../media/image539.png"/><Relationship Id="rId289" Type="http://schemas.openxmlformats.org/officeDocument/2006/relationships/image" Target="../media/image629.png"/><Relationship Id="rId11" Type="http://schemas.openxmlformats.org/officeDocument/2006/relationships/image" Target="../media/image491.png"/><Relationship Id="rId53" Type="http://schemas.openxmlformats.org/officeDocument/2006/relationships/image" Target="../media/image512.png"/><Relationship Id="rId149" Type="http://schemas.openxmlformats.org/officeDocument/2006/relationships/image" Target="../media/image560.png"/><Relationship Id="rId314" Type="http://schemas.openxmlformats.org/officeDocument/2006/relationships/customXml" Target="../ink/ink730.xml"/><Relationship Id="rId95" Type="http://schemas.openxmlformats.org/officeDocument/2006/relationships/image" Target="../media/image533.png"/><Relationship Id="rId160" Type="http://schemas.openxmlformats.org/officeDocument/2006/relationships/customXml" Target="../ink/ink652.xml"/><Relationship Id="rId216" Type="http://schemas.openxmlformats.org/officeDocument/2006/relationships/customXml" Target="../ink/ink680.xml"/><Relationship Id="rId258" Type="http://schemas.openxmlformats.org/officeDocument/2006/relationships/image" Target="../media/image614.png"/><Relationship Id="rId22" Type="http://schemas.openxmlformats.org/officeDocument/2006/relationships/customXml" Target="../ink/ink583.xml"/><Relationship Id="rId64" Type="http://schemas.openxmlformats.org/officeDocument/2006/relationships/customXml" Target="../ink/ink604.xml"/><Relationship Id="rId118" Type="http://schemas.openxmlformats.org/officeDocument/2006/relationships/customXml" Target="../ink/ink631.xml"/><Relationship Id="rId171" Type="http://schemas.openxmlformats.org/officeDocument/2006/relationships/image" Target="../media/image571.png"/><Relationship Id="rId227" Type="http://schemas.openxmlformats.org/officeDocument/2006/relationships/image" Target="../media/image599.png"/><Relationship Id="rId269" Type="http://schemas.openxmlformats.org/officeDocument/2006/relationships/image" Target="../media/image619.png"/><Relationship Id="rId33" Type="http://schemas.openxmlformats.org/officeDocument/2006/relationships/image" Target="../media/image502.png"/><Relationship Id="rId129" Type="http://schemas.openxmlformats.org/officeDocument/2006/relationships/image" Target="../media/image550.png"/><Relationship Id="rId280" Type="http://schemas.openxmlformats.org/officeDocument/2006/relationships/customXml" Target="../ink/ink713.xml"/><Relationship Id="rId75" Type="http://schemas.openxmlformats.org/officeDocument/2006/relationships/image" Target="../media/image523.png"/><Relationship Id="rId140" Type="http://schemas.openxmlformats.org/officeDocument/2006/relationships/customXml" Target="../ink/ink642.xml"/><Relationship Id="rId182" Type="http://schemas.openxmlformats.org/officeDocument/2006/relationships/customXml" Target="../ink/ink663.xml"/><Relationship Id="rId6" Type="http://schemas.openxmlformats.org/officeDocument/2006/relationships/customXml" Target="../ink/ink575.xml"/><Relationship Id="rId238" Type="http://schemas.openxmlformats.org/officeDocument/2006/relationships/customXml" Target="../ink/ink691.xml"/><Relationship Id="rId291" Type="http://schemas.openxmlformats.org/officeDocument/2006/relationships/image" Target="../media/image630.png"/><Relationship Id="rId305" Type="http://schemas.openxmlformats.org/officeDocument/2006/relationships/image" Target="../media/image637.png"/><Relationship Id="rId44" Type="http://schemas.openxmlformats.org/officeDocument/2006/relationships/customXml" Target="../ink/ink594.xml"/><Relationship Id="rId86" Type="http://schemas.openxmlformats.org/officeDocument/2006/relationships/customXml" Target="../ink/ink615.xml"/><Relationship Id="rId151" Type="http://schemas.openxmlformats.org/officeDocument/2006/relationships/image" Target="../media/image561.png"/><Relationship Id="rId193" Type="http://schemas.openxmlformats.org/officeDocument/2006/relationships/image" Target="../media/image582.png"/><Relationship Id="rId207" Type="http://schemas.openxmlformats.org/officeDocument/2006/relationships/image" Target="../media/image589.png"/><Relationship Id="rId249" Type="http://schemas.openxmlformats.org/officeDocument/2006/relationships/image" Target="../media/image610.png"/></Relationships>
</file>

<file path=ppt/slides/_rels/slide8.xml.rels><?xml version="1.0" encoding="UTF-8" standalone="yes"?>
<Relationships xmlns="http://schemas.openxmlformats.org/package/2006/relationships"><Relationship Id="rId117" Type="http://schemas.openxmlformats.org/officeDocument/2006/relationships/customXml" Target="../ink/ink791.xml"/><Relationship Id="rId21" Type="http://schemas.openxmlformats.org/officeDocument/2006/relationships/image" Target="../media/image654.png"/><Relationship Id="rId324" Type="http://schemas.openxmlformats.org/officeDocument/2006/relationships/customXml" Target="../ink/ink915.xml"/><Relationship Id="rId170" Type="http://schemas.openxmlformats.org/officeDocument/2006/relationships/image" Target="../media/image727.png"/><Relationship Id="rId268" Type="http://schemas.openxmlformats.org/officeDocument/2006/relationships/image" Target="../media/image776.png"/><Relationship Id="rId475" Type="http://schemas.openxmlformats.org/officeDocument/2006/relationships/customXml" Target="../ink/ink1016.xml"/><Relationship Id="rId32" Type="http://schemas.openxmlformats.org/officeDocument/2006/relationships/customXml" Target="../ink/ink748.xml"/><Relationship Id="rId128" Type="http://schemas.openxmlformats.org/officeDocument/2006/relationships/image" Target="../media/image707.png"/><Relationship Id="rId335" Type="http://schemas.openxmlformats.org/officeDocument/2006/relationships/customXml" Target="../ink/ink926.xml"/><Relationship Id="rId5" Type="http://schemas.openxmlformats.org/officeDocument/2006/relationships/image" Target="../media/image646.png"/><Relationship Id="rId181" Type="http://schemas.openxmlformats.org/officeDocument/2006/relationships/customXml" Target="../ink/ink824.xml"/><Relationship Id="rId237" Type="http://schemas.openxmlformats.org/officeDocument/2006/relationships/customXml" Target="../ink/ink852.xml"/><Relationship Id="rId402" Type="http://schemas.openxmlformats.org/officeDocument/2006/relationships/image" Target="../media/image798.png"/><Relationship Id="rId279" Type="http://schemas.openxmlformats.org/officeDocument/2006/relationships/customXml" Target="../ink/ink873.xml"/><Relationship Id="rId444" Type="http://schemas.openxmlformats.org/officeDocument/2006/relationships/image" Target="../media/image819.png"/><Relationship Id="rId486" Type="http://schemas.openxmlformats.org/officeDocument/2006/relationships/image" Target="../media/image840.png"/><Relationship Id="rId43" Type="http://schemas.openxmlformats.org/officeDocument/2006/relationships/image" Target="../media/image665.png"/><Relationship Id="rId139" Type="http://schemas.openxmlformats.org/officeDocument/2006/relationships/image" Target="../media/image712.png"/><Relationship Id="rId290" Type="http://schemas.openxmlformats.org/officeDocument/2006/relationships/customXml" Target="../ink/ink881.xml"/><Relationship Id="rId304" Type="http://schemas.openxmlformats.org/officeDocument/2006/relationships/customXml" Target="../ink/ink895.xml"/><Relationship Id="rId346" Type="http://schemas.openxmlformats.org/officeDocument/2006/relationships/customXml" Target="../ink/ink937.xml"/><Relationship Id="rId388" Type="http://schemas.openxmlformats.org/officeDocument/2006/relationships/image" Target="../media/image791.png"/><Relationship Id="rId511" Type="http://schemas.openxmlformats.org/officeDocument/2006/relationships/customXml" Target="../ink/ink1034.xml"/><Relationship Id="rId85" Type="http://schemas.openxmlformats.org/officeDocument/2006/relationships/image" Target="../media/image686.png"/><Relationship Id="rId150" Type="http://schemas.openxmlformats.org/officeDocument/2006/relationships/image" Target="../media/image717.png"/><Relationship Id="rId192" Type="http://schemas.openxmlformats.org/officeDocument/2006/relationships/image" Target="../media/image738.png"/><Relationship Id="rId206" Type="http://schemas.openxmlformats.org/officeDocument/2006/relationships/image" Target="../media/image745.png"/><Relationship Id="rId413" Type="http://schemas.openxmlformats.org/officeDocument/2006/relationships/customXml" Target="../ink/ink985.xml"/><Relationship Id="rId248" Type="http://schemas.openxmlformats.org/officeDocument/2006/relationships/image" Target="../media/image766.png"/><Relationship Id="rId455" Type="http://schemas.openxmlformats.org/officeDocument/2006/relationships/customXml" Target="../ink/ink1006.xml"/><Relationship Id="rId497" Type="http://schemas.openxmlformats.org/officeDocument/2006/relationships/customXml" Target="../ink/ink1027.xml"/><Relationship Id="rId12" Type="http://schemas.openxmlformats.org/officeDocument/2006/relationships/customXml" Target="../ink/ink738.xml"/><Relationship Id="rId108" Type="http://schemas.openxmlformats.org/officeDocument/2006/relationships/image" Target="../media/image697.png"/><Relationship Id="rId315" Type="http://schemas.openxmlformats.org/officeDocument/2006/relationships/customXml" Target="../ink/ink906.xml"/><Relationship Id="rId357" Type="http://schemas.openxmlformats.org/officeDocument/2006/relationships/customXml" Target="../ink/ink948.xml"/><Relationship Id="rId522" Type="http://schemas.openxmlformats.org/officeDocument/2006/relationships/image" Target="../media/image858.png"/><Relationship Id="rId54" Type="http://schemas.openxmlformats.org/officeDocument/2006/relationships/customXml" Target="../ink/ink759.xml"/><Relationship Id="rId96" Type="http://schemas.openxmlformats.org/officeDocument/2006/relationships/customXml" Target="../ink/ink780.xml"/><Relationship Id="rId161" Type="http://schemas.openxmlformats.org/officeDocument/2006/relationships/customXml" Target="../ink/ink814.xml"/><Relationship Id="rId217" Type="http://schemas.openxmlformats.org/officeDocument/2006/relationships/customXml" Target="../ink/ink842.xml"/><Relationship Id="rId399" Type="http://schemas.openxmlformats.org/officeDocument/2006/relationships/customXml" Target="../ink/ink978.xml"/><Relationship Id="rId259" Type="http://schemas.openxmlformats.org/officeDocument/2006/relationships/customXml" Target="../ink/ink863.xml"/><Relationship Id="rId424" Type="http://schemas.openxmlformats.org/officeDocument/2006/relationships/image" Target="../media/image809.png"/><Relationship Id="rId466" Type="http://schemas.openxmlformats.org/officeDocument/2006/relationships/image" Target="../media/image830.png"/><Relationship Id="rId23" Type="http://schemas.openxmlformats.org/officeDocument/2006/relationships/image" Target="../media/image655.png"/><Relationship Id="rId119" Type="http://schemas.openxmlformats.org/officeDocument/2006/relationships/customXml" Target="../ink/ink792.xml"/><Relationship Id="rId270" Type="http://schemas.openxmlformats.org/officeDocument/2006/relationships/image" Target="../media/image777.png"/><Relationship Id="rId326" Type="http://schemas.openxmlformats.org/officeDocument/2006/relationships/customXml" Target="../ink/ink917.xml"/><Relationship Id="rId65" Type="http://schemas.openxmlformats.org/officeDocument/2006/relationships/image" Target="../media/image676.png"/><Relationship Id="rId130" Type="http://schemas.openxmlformats.org/officeDocument/2006/relationships/customXml" Target="../ink/ink798.xml"/><Relationship Id="rId368" Type="http://schemas.openxmlformats.org/officeDocument/2006/relationships/customXml" Target="../ink/ink959.xml"/><Relationship Id="rId172" Type="http://schemas.openxmlformats.org/officeDocument/2006/relationships/image" Target="../media/image728.png"/><Relationship Id="rId228" Type="http://schemas.openxmlformats.org/officeDocument/2006/relationships/image" Target="../media/image756.png"/><Relationship Id="rId435" Type="http://schemas.openxmlformats.org/officeDocument/2006/relationships/customXml" Target="../ink/ink996.xml"/><Relationship Id="rId477" Type="http://schemas.openxmlformats.org/officeDocument/2006/relationships/customXml" Target="../ink/ink1017.xml"/><Relationship Id="rId281" Type="http://schemas.openxmlformats.org/officeDocument/2006/relationships/customXml" Target="../ink/ink874.xml"/><Relationship Id="rId337" Type="http://schemas.openxmlformats.org/officeDocument/2006/relationships/customXml" Target="../ink/ink928.xml"/><Relationship Id="rId502" Type="http://schemas.openxmlformats.org/officeDocument/2006/relationships/image" Target="../media/image848.png"/><Relationship Id="rId34" Type="http://schemas.openxmlformats.org/officeDocument/2006/relationships/customXml" Target="../ink/ink749.xml"/><Relationship Id="rId76" Type="http://schemas.openxmlformats.org/officeDocument/2006/relationships/customXml" Target="../ink/ink770.xml"/><Relationship Id="rId141" Type="http://schemas.openxmlformats.org/officeDocument/2006/relationships/image" Target="../media/image713.png"/><Relationship Id="rId379" Type="http://schemas.openxmlformats.org/officeDocument/2006/relationships/customXml" Target="../ink/ink968.xml"/><Relationship Id="rId7" Type="http://schemas.openxmlformats.org/officeDocument/2006/relationships/image" Target="../media/image647.png"/><Relationship Id="rId183" Type="http://schemas.openxmlformats.org/officeDocument/2006/relationships/customXml" Target="../ink/ink825.xml"/><Relationship Id="rId239" Type="http://schemas.openxmlformats.org/officeDocument/2006/relationships/customXml" Target="../ink/ink853.xml"/><Relationship Id="rId390" Type="http://schemas.openxmlformats.org/officeDocument/2006/relationships/image" Target="../media/image792.png"/><Relationship Id="rId404" Type="http://schemas.openxmlformats.org/officeDocument/2006/relationships/image" Target="../media/image799.png"/><Relationship Id="rId446" Type="http://schemas.openxmlformats.org/officeDocument/2006/relationships/image" Target="../media/image820.png"/><Relationship Id="rId250" Type="http://schemas.openxmlformats.org/officeDocument/2006/relationships/image" Target="../media/image767.png"/><Relationship Id="rId292" Type="http://schemas.openxmlformats.org/officeDocument/2006/relationships/customXml" Target="../ink/ink883.xml"/><Relationship Id="rId306" Type="http://schemas.openxmlformats.org/officeDocument/2006/relationships/customXml" Target="../ink/ink897.xml"/><Relationship Id="rId488" Type="http://schemas.openxmlformats.org/officeDocument/2006/relationships/image" Target="../media/image841.png"/><Relationship Id="rId45" Type="http://schemas.openxmlformats.org/officeDocument/2006/relationships/image" Target="../media/image666.png"/><Relationship Id="rId87" Type="http://schemas.openxmlformats.org/officeDocument/2006/relationships/image" Target="../media/image687.png"/><Relationship Id="rId110" Type="http://schemas.openxmlformats.org/officeDocument/2006/relationships/image" Target="../media/image698.png"/><Relationship Id="rId348" Type="http://schemas.openxmlformats.org/officeDocument/2006/relationships/customXml" Target="../ink/ink939.xml"/><Relationship Id="rId513" Type="http://schemas.openxmlformats.org/officeDocument/2006/relationships/customXml" Target="../ink/ink1035.xml"/><Relationship Id="rId152" Type="http://schemas.openxmlformats.org/officeDocument/2006/relationships/image" Target="../media/image718.png"/><Relationship Id="rId194" Type="http://schemas.openxmlformats.org/officeDocument/2006/relationships/image" Target="../media/image739.png"/><Relationship Id="rId208" Type="http://schemas.openxmlformats.org/officeDocument/2006/relationships/image" Target="../media/image746.png"/><Relationship Id="rId415" Type="http://schemas.openxmlformats.org/officeDocument/2006/relationships/customXml" Target="../ink/ink986.xml"/><Relationship Id="rId457" Type="http://schemas.openxmlformats.org/officeDocument/2006/relationships/customXml" Target="../ink/ink1007.xml"/><Relationship Id="rId261" Type="http://schemas.openxmlformats.org/officeDocument/2006/relationships/customXml" Target="../ink/ink864.xml"/><Relationship Id="rId499" Type="http://schemas.openxmlformats.org/officeDocument/2006/relationships/customXml" Target="../ink/ink1028.xml"/><Relationship Id="rId14" Type="http://schemas.openxmlformats.org/officeDocument/2006/relationships/customXml" Target="../ink/ink739.xml"/><Relationship Id="rId56" Type="http://schemas.openxmlformats.org/officeDocument/2006/relationships/customXml" Target="../ink/ink760.xml"/><Relationship Id="rId317" Type="http://schemas.openxmlformats.org/officeDocument/2006/relationships/customXml" Target="../ink/ink908.xml"/><Relationship Id="rId359" Type="http://schemas.openxmlformats.org/officeDocument/2006/relationships/customXml" Target="../ink/ink950.xml"/><Relationship Id="rId524" Type="http://schemas.openxmlformats.org/officeDocument/2006/relationships/image" Target="../media/image859.png"/><Relationship Id="rId98" Type="http://schemas.openxmlformats.org/officeDocument/2006/relationships/customXml" Target="../ink/ink781.xml"/><Relationship Id="rId121" Type="http://schemas.openxmlformats.org/officeDocument/2006/relationships/customXml" Target="../ink/ink793.xml"/><Relationship Id="rId163" Type="http://schemas.openxmlformats.org/officeDocument/2006/relationships/customXml" Target="../ink/ink815.xml"/><Relationship Id="rId219" Type="http://schemas.openxmlformats.org/officeDocument/2006/relationships/customXml" Target="../ink/ink843.xml"/><Relationship Id="rId370" Type="http://schemas.openxmlformats.org/officeDocument/2006/relationships/customXml" Target="../ink/ink961.xml"/><Relationship Id="rId426" Type="http://schemas.openxmlformats.org/officeDocument/2006/relationships/image" Target="../media/image810.png"/><Relationship Id="rId230" Type="http://schemas.openxmlformats.org/officeDocument/2006/relationships/image" Target="../media/image757.png"/><Relationship Id="rId468" Type="http://schemas.openxmlformats.org/officeDocument/2006/relationships/image" Target="../media/image831.png"/><Relationship Id="rId25" Type="http://schemas.openxmlformats.org/officeDocument/2006/relationships/image" Target="../media/image656.png"/><Relationship Id="rId67" Type="http://schemas.openxmlformats.org/officeDocument/2006/relationships/image" Target="../media/image677.png"/><Relationship Id="rId272" Type="http://schemas.openxmlformats.org/officeDocument/2006/relationships/image" Target="../media/image778.png"/><Relationship Id="rId328" Type="http://schemas.openxmlformats.org/officeDocument/2006/relationships/customXml" Target="../ink/ink919.xml"/><Relationship Id="rId132" Type="http://schemas.openxmlformats.org/officeDocument/2006/relationships/customXml" Target="../ink/ink799.xml"/><Relationship Id="rId174" Type="http://schemas.openxmlformats.org/officeDocument/2006/relationships/image" Target="../media/image729.png"/><Relationship Id="rId381" Type="http://schemas.openxmlformats.org/officeDocument/2006/relationships/customXml" Target="../ink/ink969.xml"/><Relationship Id="rId241" Type="http://schemas.openxmlformats.org/officeDocument/2006/relationships/customXml" Target="../ink/ink854.xml"/><Relationship Id="rId437" Type="http://schemas.openxmlformats.org/officeDocument/2006/relationships/customXml" Target="../ink/ink997.xml"/><Relationship Id="rId479" Type="http://schemas.openxmlformats.org/officeDocument/2006/relationships/customXml" Target="../ink/ink1018.xml"/><Relationship Id="rId36" Type="http://schemas.openxmlformats.org/officeDocument/2006/relationships/customXml" Target="../ink/ink750.xml"/><Relationship Id="rId283" Type="http://schemas.openxmlformats.org/officeDocument/2006/relationships/customXml" Target="../ink/ink875.xml"/><Relationship Id="rId339" Type="http://schemas.openxmlformats.org/officeDocument/2006/relationships/customXml" Target="../ink/ink930.xml"/><Relationship Id="rId490" Type="http://schemas.openxmlformats.org/officeDocument/2006/relationships/image" Target="../media/image842.png"/><Relationship Id="rId504" Type="http://schemas.openxmlformats.org/officeDocument/2006/relationships/image" Target="../media/image849.png"/><Relationship Id="rId78" Type="http://schemas.openxmlformats.org/officeDocument/2006/relationships/customXml" Target="../ink/ink771.xml"/><Relationship Id="rId101" Type="http://schemas.openxmlformats.org/officeDocument/2006/relationships/image" Target="../media/image694.png"/><Relationship Id="rId143" Type="http://schemas.openxmlformats.org/officeDocument/2006/relationships/customXml" Target="../ink/ink805.xml"/><Relationship Id="rId185" Type="http://schemas.openxmlformats.org/officeDocument/2006/relationships/customXml" Target="../ink/ink826.xml"/><Relationship Id="rId350" Type="http://schemas.openxmlformats.org/officeDocument/2006/relationships/customXml" Target="../ink/ink941.xml"/><Relationship Id="rId406" Type="http://schemas.openxmlformats.org/officeDocument/2006/relationships/image" Target="../media/image800.png"/><Relationship Id="rId9" Type="http://schemas.openxmlformats.org/officeDocument/2006/relationships/image" Target="../media/image648.png"/><Relationship Id="rId210" Type="http://schemas.openxmlformats.org/officeDocument/2006/relationships/image" Target="../media/image747.png"/><Relationship Id="rId392" Type="http://schemas.openxmlformats.org/officeDocument/2006/relationships/image" Target="../media/image793.png"/><Relationship Id="rId448" Type="http://schemas.openxmlformats.org/officeDocument/2006/relationships/image" Target="../media/image821.png"/><Relationship Id="rId252" Type="http://schemas.openxmlformats.org/officeDocument/2006/relationships/image" Target="../media/image768.png"/><Relationship Id="rId294" Type="http://schemas.openxmlformats.org/officeDocument/2006/relationships/customXml" Target="../ink/ink885.xml"/><Relationship Id="rId308" Type="http://schemas.openxmlformats.org/officeDocument/2006/relationships/customXml" Target="../ink/ink899.xml"/><Relationship Id="rId515" Type="http://schemas.openxmlformats.org/officeDocument/2006/relationships/customXml" Target="../ink/ink1036.xml"/><Relationship Id="rId47" Type="http://schemas.openxmlformats.org/officeDocument/2006/relationships/image" Target="../media/image667.png"/><Relationship Id="rId89" Type="http://schemas.openxmlformats.org/officeDocument/2006/relationships/image" Target="../media/image688.png"/><Relationship Id="rId112" Type="http://schemas.openxmlformats.org/officeDocument/2006/relationships/image" Target="../media/image699.png"/><Relationship Id="rId154" Type="http://schemas.openxmlformats.org/officeDocument/2006/relationships/image" Target="../media/image719.png"/><Relationship Id="rId361" Type="http://schemas.openxmlformats.org/officeDocument/2006/relationships/customXml" Target="../ink/ink952.xml"/><Relationship Id="rId196" Type="http://schemas.openxmlformats.org/officeDocument/2006/relationships/image" Target="../media/image740.png"/><Relationship Id="rId417" Type="http://schemas.openxmlformats.org/officeDocument/2006/relationships/customXml" Target="../ink/ink987.xml"/><Relationship Id="rId459" Type="http://schemas.openxmlformats.org/officeDocument/2006/relationships/customXml" Target="../ink/ink1008.xml"/><Relationship Id="rId16" Type="http://schemas.openxmlformats.org/officeDocument/2006/relationships/customXml" Target="../ink/ink740.xml"/><Relationship Id="rId221" Type="http://schemas.openxmlformats.org/officeDocument/2006/relationships/customXml" Target="../ink/ink844.xml"/><Relationship Id="rId263" Type="http://schemas.openxmlformats.org/officeDocument/2006/relationships/customXml" Target="../ink/ink865.xml"/><Relationship Id="rId319" Type="http://schemas.openxmlformats.org/officeDocument/2006/relationships/customXml" Target="../ink/ink910.xml"/><Relationship Id="rId470" Type="http://schemas.openxmlformats.org/officeDocument/2006/relationships/image" Target="../media/image832.png"/><Relationship Id="rId526" Type="http://schemas.openxmlformats.org/officeDocument/2006/relationships/image" Target="../media/image860.png"/><Relationship Id="rId58" Type="http://schemas.openxmlformats.org/officeDocument/2006/relationships/customXml" Target="../ink/ink761.xml"/><Relationship Id="rId123" Type="http://schemas.openxmlformats.org/officeDocument/2006/relationships/customXml" Target="../ink/ink794.xml"/><Relationship Id="rId330" Type="http://schemas.openxmlformats.org/officeDocument/2006/relationships/customXml" Target="../ink/ink921.xml"/><Relationship Id="rId165" Type="http://schemas.openxmlformats.org/officeDocument/2006/relationships/customXml" Target="../ink/ink816.xml"/><Relationship Id="rId372" Type="http://schemas.openxmlformats.org/officeDocument/2006/relationships/customXml" Target="../ink/ink963.xml"/><Relationship Id="rId428" Type="http://schemas.openxmlformats.org/officeDocument/2006/relationships/image" Target="../media/image811.png"/><Relationship Id="rId232" Type="http://schemas.openxmlformats.org/officeDocument/2006/relationships/image" Target="../media/image758.png"/><Relationship Id="rId274" Type="http://schemas.openxmlformats.org/officeDocument/2006/relationships/image" Target="../media/image779.png"/><Relationship Id="rId481" Type="http://schemas.openxmlformats.org/officeDocument/2006/relationships/customXml" Target="../ink/ink1019.xml"/><Relationship Id="rId27" Type="http://schemas.openxmlformats.org/officeDocument/2006/relationships/image" Target="../media/image657.png"/><Relationship Id="rId69" Type="http://schemas.openxmlformats.org/officeDocument/2006/relationships/image" Target="../media/image678.png"/><Relationship Id="rId134" Type="http://schemas.openxmlformats.org/officeDocument/2006/relationships/customXml" Target="../ink/ink800.xml"/><Relationship Id="rId80" Type="http://schemas.openxmlformats.org/officeDocument/2006/relationships/customXml" Target="../ink/ink772.xml"/><Relationship Id="rId176" Type="http://schemas.openxmlformats.org/officeDocument/2006/relationships/image" Target="../media/image730.png"/><Relationship Id="rId341" Type="http://schemas.openxmlformats.org/officeDocument/2006/relationships/customXml" Target="../ink/ink932.xml"/><Relationship Id="rId383" Type="http://schemas.openxmlformats.org/officeDocument/2006/relationships/customXml" Target="../ink/ink970.xml"/><Relationship Id="rId439" Type="http://schemas.openxmlformats.org/officeDocument/2006/relationships/customXml" Target="../ink/ink998.xml"/><Relationship Id="rId201" Type="http://schemas.openxmlformats.org/officeDocument/2006/relationships/customXml" Target="../ink/ink834.xml"/><Relationship Id="rId243" Type="http://schemas.openxmlformats.org/officeDocument/2006/relationships/customXml" Target="../ink/ink855.xml"/><Relationship Id="rId285" Type="http://schemas.openxmlformats.org/officeDocument/2006/relationships/customXml" Target="../ink/ink876.xml"/><Relationship Id="rId450" Type="http://schemas.openxmlformats.org/officeDocument/2006/relationships/image" Target="../media/image822.png"/><Relationship Id="rId506" Type="http://schemas.openxmlformats.org/officeDocument/2006/relationships/image" Target="../media/image850.png"/><Relationship Id="rId38" Type="http://schemas.openxmlformats.org/officeDocument/2006/relationships/customXml" Target="../ink/ink751.xml"/><Relationship Id="rId103" Type="http://schemas.openxmlformats.org/officeDocument/2006/relationships/image" Target="../media/image695.png"/><Relationship Id="rId310" Type="http://schemas.openxmlformats.org/officeDocument/2006/relationships/customXml" Target="../ink/ink901.xml"/><Relationship Id="rId492" Type="http://schemas.openxmlformats.org/officeDocument/2006/relationships/image" Target="../media/image843.png"/><Relationship Id="rId91" Type="http://schemas.openxmlformats.org/officeDocument/2006/relationships/image" Target="../media/image689.png"/><Relationship Id="rId145" Type="http://schemas.openxmlformats.org/officeDocument/2006/relationships/customXml" Target="../ink/ink806.xml"/><Relationship Id="rId187" Type="http://schemas.openxmlformats.org/officeDocument/2006/relationships/customXml" Target="../ink/ink827.xml"/><Relationship Id="rId352" Type="http://schemas.openxmlformats.org/officeDocument/2006/relationships/customXml" Target="../ink/ink943.xml"/><Relationship Id="rId394" Type="http://schemas.openxmlformats.org/officeDocument/2006/relationships/image" Target="../media/image794.png"/><Relationship Id="rId408" Type="http://schemas.openxmlformats.org/officeDocument/2006/relationships/image" Target="../media/image801.png"/><Relationship Id="rId212" Type="http://schemas.openxmlformats.org/officeDocument/2006/relationships/image" Target="../media/image748.png"/><Relationship Id="rId254" Type="http://schemas.openxmlformats.org/officeDocument/2006/relationships/image" Target="../media/image769.png"/><Relationship Id="rId49" Type="http://schemas.openxmlformats.org/officeDocument/2006/relationships/image" Target="../media/image668.png"/><Relationship Id="rId114" Type="http://schemas.openxmlformats.org/officeDocument/2006/relationships/image" Target="../media/image700.png"/><Relationship Id="rId296" Type="http://schemas.openxmlformats.org/officeDocument/2006/relationships/customXml" Target="../ink/ink887.xml"/><Relationship Id="rId461" Type="http://schemas.openxmlformats.org/officeDocument/2006/relationships/customXml" Target="../ink/ink1009.xml"/><Relationship Id="rId517" Type="http://schemas.openxmlformats.org/officeDocument/2006/relationships/customXml" Target="../ink/ink1037.xml"/><Relationship Id="rId60" Type="http://schemas.openxmlformats.org/officeDocument/2006/relationships/customXml" Target="../ink/ink762.xml"/><Relationship Id="rId156" Type="http://schemas.openxmlformats.org/officeDocument/2006/relationships/image" Target="../media/image720.png"/><Relationship Id="rId198" Type="http://schemas.openxmlformats.org/officeDocument/2006/relationships/image" Target="../media/image741.png"/><Relationship Id="rId321" Type="http://schemas.openxmlformats.org/officeDocument/2006/relationships/customXml" Target="../ink/ink912.xml"/><Relationship Id="rId363" Type="http://schemas.openxmlformats.org/officeDocument/2006/relationships/customXml" Target="../ink/ink954.xml"/><Relationship Id="rId419" Type="http://schemas.openxmlformats.org/officeDocument/2006/relationships/customXml" Target="../ink/ink988.xml"/><Relationship Id="rId223" Type="http://schemas.openxmlformats.org/officeDocument/2006/relationships/customXml" Target="../ink/ink845.xml"/><Relationship Id="rId430" Type="http://schemas.openxmlformats.org/officeDocument/2006/relationships/image" Target="../media/image812.png"/><Relationship Id="rId18" Type="http://schemas.openxmlformats.org/officeDocument/2006/relationships/customXml" Target="../ink/ink741.xml"/><Relationship Id="rId265" Type="http://schemas.openxmlformats.org/officeDocument/2006/relationships/customXml" Target="../ink/ink866.xml"/><Relationship Id="rId472" Type="http://schemas.openxmlformats.org/officeDocument/2006/relationships/image" Target="../media/image833.png"/><Relationship Id="rId528" Type="http://schemas.openxmlformats.org/officeDocument/2006/relationships/image" Target="../media/image861.png"/><Relationship Id="rId125" Type="http://schemas.openxmlformats.org/officeDocument/2006/relationships/customXml" Target="../ink/ink795.xml"/><Relationship Id="rId167" Type="http://schemas.openxmlformats.org/officeDocument/2006/relationships/customXml" Target="../ink/ink817.xml"/><Relationship Id="rId332" Type="http://schemas.openxmlformats.org/officeDocument/2006/relationships/customXml" Target="../ink/ink923.xml"/><Relationship Id="rId374" Type="http://schemas.openxmlformats.org/officeDocument/2006/relationships/customXml" Target="../ink/ink965.xml"/><Relationship Id="rId71" Type="http://schemas.openxmlformats.org/officeDocument/2006/relationships/image" Target="../media/image679.png"/><Relationship Id="rId234" Type="http://schemas.openxmlformats.org/officeDocument/2006/relationships/image" Target="../media/image759.png"/><Relationship Id="rId2" Type="http://schemas.openxmlformats.org/officeDocument/2006/relationships/customXml" Target="../ink/ink733.xml"/><Relationship Id="rId29" Type="http://schemas.openxmlformats.org/officeDocument/2006/relationships/image" Target="../media/image658.png"/><Relationship Id="rId276" Type="http://schemas.openxmlformats.org/officeDocument/2006/relationships/image" Target="../media/image780.png"/><Relationship Id="rId441" Type="http://schemas.openxmlformats.org/officeDocument/2006/relationships/customXml" Target="../ink/ink999.xml"/><Relationship Id="rId483" Type="http://schemas.openxmlformats.org/officeDocument/2006/relationships/customXml" Target="../ink/ink1020.xml"/><Relationship Id="rId40" Type="http://schemas.openxmlformats.org/officeDocument/2006/relationships/customXml" Target="../ink/ink752.xml"/><Relationship Id="rId136" Type="http://schemas.openxmlformats.org/officeDocument/2006/relationships/customXml" Target="../ink/ink801.xml"/><Relationship Id="rId178" Type="http://schemas.openxmlformats.org/officeDocument/2006/relationships/image" Target="../media/image731.png"/><Relationship Id="rId301" Type="http://schemas.openxmlformats.org/officeDocument/2006/relationships/customXml" Target="../ink/ink892.xml"/><Relationship Id="rId343" Type="http://schemas.openxmlformats.org/officeDocument/2006/relationships/customXml" Target="../ink/ink934.xml"/><Relationship Id="rId82" Type="http://schemas.openxmlformats.org/officeDocument/2006/relationships/customXml" Target="../ink/ink773.xml"/><Relationship Id="rId203" Type="http://schemas.openxmlformats.org/officeDocument/2006/relationships/customXml" Target="../ink/ink835.xml"/><Relationship Id="rId385" Type="http://schemas.openxmlformats.org/officeDocument/2006/relationships/customXml" Target="../ink/ink971.xml"/><Relationship Id="rId245" Type="http://schemas.openxmlformats.org/officeDocument/2006/relationships/customXml" Target="../ink/ink856.xml"/><Relationship Id="rId287" Type="http://schemas.openxmlformats.org/officeDocument/2006/relationships/customXml" Target="../ink/ink878.xml"/><Relationship Id="rId410" Type="http://schemas.openxmlformats.org/officeDocument/2006/relationships/image" Target="../media/image802.png"/><Relationship Id="rId452" Type="http://schemas.openxmlformats.org/officeDocument/2006/relationships/image" Target="../media/image823.png"/><Relationship Id="rId494" Type="http://schemas.openxmlformats.org/officeDocument/2006/relationships/image" Target="../media/image844.png"/><Relationship Id="rId508" Type="http://schemas.openxmlformats.org/officeDocument/2006/relationships/image" Target="../media/image851.png"/><Relationship Id="rId105" Type="http://schemas.openxmlformats.org/officeDocument/2006/relationships/customXml" Target="../ink/ink785.xml"/><Relationship Id="rId147" Type="http://schemas.openxmlformats.org/officeDocument/2006/relationships/customXml" Target="../ink/ink807.xml"/><Relationship Id="rId312" Type="http://schemas.openxmlformats.org/officeDocument/2006/relationships/customXml" Target="../ink/ink903.xml"/><Relationship Id="rId354" Type="http://schemas.openxmlformats.org/officeDocument/2006/relationships/customXml" Target="../ink/ink945.xml"/><Relationship Id="rId51" Type="http://schemas.openxmlformats.org/officeDocument/2006/relationships/image" Target="../media/image669.png"/><Relationship Id="rId93" Type="http://schemas.openxmlformats.org/officeDocument/2006/relationships/image" Target="../media/image690.png"/><Relationship Id="rId189" Type="http://schemas.openxmlformats.org/officeDocument/2006/relationships/customXml" Target="../ink/ink828.xml"/><Relationship Id="rId396" Type="http://schemas.openxmlformats.org/officeDocument/2006/relationships/image" Target="../media/image795.png"/><Relationship Id="rId214" Type="http://schemas.openxmlformats.org/officeDocument/2006/relationships/image" Target="../media/image749.png"/><Relationship Id="rId256" Type="http://schemas.openxmlformats.org/officeDocument/2006/relationships/image" Target="../media/image770.png"/><Relationship Id="rId298" Type="http://schemas.openxmlformats.org/officeDocument/2006/relationships/customXml" Target="../ink/ink889.xml"/><Relationship Id="rId421" Type="http://schemas.openxmlformats.org/officeDocument/2006/relationships/customXml" Target="../ink/ink989.xml"/><Relationship Id="rId463" Type="http://schemas.openxmlformats.org/officeDocument/2006/relationships/customXml" Target="../ink/ink1010.xml"/><Relationship Id="rId519" Type="http://schemas.openxmlformats.org/officeDocument/2006/relationships/customXml" Target="../ink/ink1038.xml"/><Relationship Id="rId116" Type="http://schemas.openxmlformats.org/officeDocument/2006/relationships/image" Target="../media/image701.png"/><Relationship Id="rId158" Type="http://schemas.openxmlformats.org/officeDocument/2006/relationships/image" Target="../media/image721.png"/><Relationship Id="rId323" Type="http://schemas.openxmlformats.org/officeDocument/2006/relationships/customXml" Target="../ink/ink914.xml"/><Relationship Id="rId530" Type="http://schemas.openxmlformats.org/officeDocument/2006/relationships/image" Target="../media/image862.png"/><Relationship Id="rId20" Type="http://schemas.openxmlformats.org/officeDocument/2006/relationships/customXml" Target="../ink/ink742.xml"/><Relationship Id="rId62" Type="http://schemas.openxmlformats.org/officeDocument/2006/relationships/customXml" Target="../ink/ink763.xml"/><Relationship Id="rId365" Type="http://schemas.openxmlformats.org/officeDocument/2006/relationships/customXml" Target="../ink/ink956.xml"/><Relationship Id="rId225" Type="http://schemas.openxmlformats.org/officeDocument/2006/relationships/customXml" Target="../ink/ink846.xml"/><Relationship Id="rId267" Type="http://schemas.openxmlformats.org/officeDocument/2006/relationships/customXml" Target="../ink/ink867.xml"/><Relationship Id="rId432" Type="http://schemas.openxmlformats.org/officeDocument/2006/relationships/image" Target="../media/image813.png"/><Relationship Id="rId474" Type="http://schemas.openxmlformats.org/officeDocument/2006/relationships/image" Target="../media/image834.png"/><Relationship Id="rId127" Type="http://schemas.openxmlformats.org/officeDocument/2006/relationships/customXml" Target="../ink/ink796.xml"/><Relationship Id="rId31" Type="http://schemas.openxmlformats.org/officeDocument/2006/relationships/image" Target="../media/image659.png"/><Relationship Id="rId73" Type="http://schemas.openxmlformats.org/officeDocument/2006/relationships/image" Target="../media/image680.png"/><Relationship Id="rId169" Type="http://schemas.openxmlformats.org/officeDocument/2006/relationships/customXml" Target="../ink/ink818.xml"/><Relationship Id="rId334" Type="http://schemas.openxmlformats.org/officeDocument/2006/relationships/customXml" Target="../ink/ink925.xml"/><Relationship Id="rId376" Type="http://schemas.openxmlformats.org/officeDocument/2006/relationships/image" Target="../media/image785.png"/><Relationship Id="rId4" Type="http://schemas.openxmlformats.org/officeDocument/2006/relationships/customXml" Target="../ink/ink734.xml"/><Relationship Id="rId180" Type="http://schemas.openxmlformats.org/officeDocument/2006/relationships/image" Target="../media/image732.png"/><Relationship Id="rId236" Type="http://schemas.openxmlformats.org/officeDocument/2006/relationships/image" Target="../media/image760.png"/><Relationship Id="rId278" Type="http://schemas.openxmlformats.org/officeDocument/2006/relationships/image" Target="../media/image781.png"/><Relationship Id="rId401" Type="http://schemas.openxmlformats.org/officeDocument/2006/relationships/customXml" Target="../ink/ink979.xml"/><Relationship Id="rId443" Type="http://schemas.openxmlformats.org/officeDocument/2006/relationships/customXml" Target="../ink/ink1000.xml"/><Relationship Id="rId303" Type="http://schemas.openxmlformats.org/officeDocument/2006/relationships/customXml" Target="../ink/ink894.xml"/><Relationship Id="rId485" Type="http://schemas.openxmlformats.org/officeDocument/2006/relationships/customXml" Target="../ink/ink1021.xml"/><Relationship Id="rId42" Type="http://schemas.openxmlformats.org/officeDocument/2006/relationships/customXml" Target="../ink/ink753.xml"/><Relationship Id="rId84" Type="http://schemas.openxmlformats.org/officeDocument/2006/relationships/customXml" Target="../ink/ink774.xml"/><Relationship Id="rId138" Type="http://schemas.openxmlformats.org/officeDocument/2006/relationships/customXml" Target="../ink/ink802.xml"/><Relationship Id="rId345" Type="http://schemas.openxmlformats.org/officeDocument/2006/relationships/customXml" Target="../ink/ink936.xml"/><Relationship Id="rId387" Type="http://schemas.openxmlformats.org/officeDocument/2006/relationships/customXml" Target="../ink/ink972.xml"/><Relationship Id="rId510" Type="http://schemas.openxmlformats.org/officeDocument/2006/relationships/image" Target="../media/image852.png"/><Relationship Id="rId191" Type="http://schemas.openxmlformats.org/officeDocument/2006/relationships/customXml" Target="../ink/ink829.xml"/><Relationship Id="rId205" Type="http://schemas.openxmlformats.org/officeDocument/2006/relationships/customXml" Target="../ink/ink836.xml"/><Relationship Id="rId247" Type="http://schemas.openxmlformats.org/officeDocument/2006/relationships/customXml" Target="../ink/ink857.xml"/><Relationship Id="rId412" Type="http://schemas.openxmlformats.org/officeDocument/2006/relationships/image" Target="../media/image803.png"/><Relationship Id="rId107" Type="http://schemas.openxmlformats.org/officeDocument/2006/relationships/customXml" Target="../ink/ink786.xml"/><Relationship Id="rId289" Type="http://schemas.openxmlformats.org/officeDocument/2006/relationships/customXml" Target="../ink/ink880.xml"/><Relationship Id="rId454" Type="http://schemas.openxmlformats.org/officeDocument/2006/relationships/image" Target="../media/image824.png"/><Relationship Id="rId496" Type="http://schemas.openxmlformats.org/officeDocument/2006/relationships/image" Target="../media/image845.png"/><Relationship Id="rId11" Type="http://schemas.openxmlformats.org/officeDocument/2006/relationships/image" Target="../media/image649.png"/><Relationship Id="rId53" Type="http://schemas.openxmlformats.org/officeDocument/2006/relationships/image" Target="../media/image670.png"/><Relationship Id="rId149" Type="http://schemas.openxmlformats.org/officeDocument/2006/relationships/customXml" Target="../ink/ink808.xml"/><Relationship Id="rId314" Type="http://schemas.openxmlformats.org/officeDocument/2006/relationships/customXml" Target="../ink/ink905.xml"/><Relationship Id="rId356" Type="http://schemas.openxmlformats.org/officeDocument/2006/relationships/customXml" Target="../ink/ink947.xml"/><Relationship Id="rId398" Type="http://schemas.openxmlformats.org/officeDocument/2006/relationships/image" Target="../media/image796.png"/><Relationship Id="rId521" Type="http://schemas.openxmlformats.org/officeDocument/2006/relationships/customXml" Target="../ink/ink1039.xml"/><Relationship Id="rId95" Type="http://schemas.openxmlformats.org/officeDocument/2006/relationships/image" Target="../media/image691.png"/><Relationship Id="rId160" Type="http://schemas.openxmlformats.org/officeDocument/2006/relationships/image" Target="../media/image722.png"/><Relationship Id="rId216" Type="http://schemas.openxmlformats.org/officeDocument/2006/relationships/image" Target="../media/image750.png"/><Relationship Id="rId423" Type="http://schemas.openxmlformats.org/officeDocument/2006/relationships/customXml" Target="../ink/ink990.xml"/><Relationship Id="rId258" Type="http://schemas.openxmlformats.org/officeDocument/2006/relationships/image" Target="../media/image771.png"/><Relationship Id="rId465" Type="http://schemas.openxmlformats.org/officeDocument/2006/relationships/customXml" Target="../ink/ink1011.xml"/><Relationship Id="rId22" Type="http://schemas.openxmlformats.org/officeDocument/2006/relationships/customXml" Target="../ink/ink743.xml"/><Relationship Id="rId64" Type="http://schemas.openxmlformats.org/officeDocument/2006/relationships/customXml" Target="../ink/ink764.xml"/><Relationship Id="rId118" Type="http://schemas.openxmlformats.org/officeDocument/2006/relationships/image" Target="../media/image702.png"/><Relationship Id="rId325" Type="http://schemas.openxmlformats.org/officeDocument/2006/relationships/customXml" Target="../ink/ink916.xml"/><Relationship Id="rId367" Type="http://schemas.openxmlformats.org/officeDocument/2006/relationships/customXml" Target="../ink/ink958.xml"/><Relationship Id="rId171" Type="http://schemas.openxmlformats.org/officeDocument/2006/relationships/customXml" Target="../ink/ink819.xml"/><Relationship Id="rId227" Type="http://schemas.openxmlformats.org/officeDocument/2006/relationships/customXml" Target="../ink/ink847.xml"/><Relationship Id="rId269" Type="http://schemas.openxmlformats.org/officeDocument/2006/relationships/customXml" Target="../ink/ink868.xml"/><Relationship Id="rId434" Type="http://schemas.openxmlformats.org/officeDocument/2006/relationships/image" Target="../media/image814.png"/><Relationship Id="rId476" Type="http://schemas.openxmlformats.org/officeDocument/2006/relationships/image" Target="../media/image835.png"/><Relationship Id="rId33" Type="http://schemas.openxmlformats.org/officeDocument/2006/relationships/image" Target="../media/image660.png"/><Relationship Id="rId129" Type="http://schemas.openxmlformats.org/officeDocument/2006/relationships/customXml" Target="../ink/ink797.xml"/><Relationship Id="rId280" Type="http://schemas.openxmlformats.org/officeDocument/2006/relationships/image" Target="../media/image782.png"/><Relationship Id="rId336" Type="http://schemas.openxmlformats.org/officeDocument/2006/relationships/customXml" Target="../ink/ink927.xml"/><Relationship Id="rId501" Type="http://schemas.openxmlformats.org/officeDocument/2006/relationships/customXml" Target="../ink/ink1029.xml"/><Relationship Id="rId75" Type="http://schemas.openxmlformats.org/officeDocument/2006/relationships/image" Target="../media/image681.png"/><Relationship Id="rId140" Type="http://schemas.openxmlformats.org/officeDocument/2006/relationships/customXml" Target="../ink/ink803.xml"/><Relationship Id="rId182" Type="http://schemas.openxmlformats.org/officeDocument/2006/relationships/image" Target="../media/image733.png"/><Relationship Id="rId378" Type="http://schemas.openxmlformats.org/officeDocument/2006/relationships/image" Target="../media/image786.png"/><Relationship Id="rId403" Type="http://schemas.openxmlformats.org/officeDocument/2006/relationships/customXml" Target="../ink/ink980.xml"/><Relationship Id="rId6" Type="http://schemas.openxmlformats.org/officeDocument/2006/relationships/customXml" Target="../ink/ink735.xml"/><Relationship Id="rId238" Type="http://schemas.openxmlformats.org/officeDocument/2006/relationships/image" Target="../media/image761.png"/><Relationship Id="rId445" Type="http://schemas.openxmlformats.org/officeDocument/2006/relationships/customXml" Target="../ink/ink1001.xml"/><Relationship Id="rId487" Type="http://schemas.openxmlformats.org/officeDocument/2006/relationships/customXml" Target="../ink/ink1022.xml"/><Relationship Id="rId291" Type="http://schemas.openxmlformats.org/officeDocument/2006/relationships/customXml" Target="../ink/ink882.xml"/><Relationship Id="rId305" Type="http://schemas.openxmlformats.org/officeDocument/2006/relationships/customXml" Target="../ink/ink896.xml"/><Relationship Id="rId347" Type="http://schemas.openxmlformats.org/officeDocument/2006/relationships/customXml" Target="../ink/ink938.xml"/><Relationship Id="rId512" Type="http://schemas.openxmlformats.org/officeDocument/2006/relationships/image" Target="../media/image853.png"/><Relationship Id="rId44" Type="http://schemas.openxmlformats.org/officeDocument/2006/relationships/customXml" Target="../ink/ink754.xml"/><Relationship Id="rId86" Type="http://schemas.openxmlformats.org/officeDocument/2006/relationships/customXml" Target="../ink/ink775.xml"/><Relationship Id="rId151" Type="http://schemas.openxmlformats.org/officeDocument/2006/relationships/customXml" Target="../ink/ink809.xml"/><Relationship Id="rId389" Type="http://schemas.openxmlformats.org/officeDocument/2006/relationships/customXml" Target="../ink/ink973.xml"/><Relationship Id="rId193" Type="http://schemas.openxmlformats.org/officeDocument/2006/relationships/customXml" Target="../ink/ink830.xml"/><Relationship Id="rId207" Type="http://schemas.openxmlformats.org/officeDocument/2006/relationships/customXml" Target="../ink/ink837.xml"/><Relationship Id="rId249" Type="http://schemas.openxmlformats.org/officeDocument/2006/relationships/customXml" Target="../ink/ink858.xml"/><Relationship Id="rId414" Type="http://schemas.openxmlformats.org/officeDocument/2006/relationships/image" Target="../media/image804.png"/><Relationship Id="rId456" Type="http://schemas.openxmlformats.org/officeDocument/2006/relationships/image" Target="../media/image825.png"/><Relationship Id="rId498" Type="http://schemas.openxmlformats.org/officeDocument/2006/relationships/image" Target="../media/image846.png"/><Relationship Id="rId13" Type="http://schemas.openxmlformats.org/officeDocument/2006/relationships/image" Target="../media/image650.png"/><Relationship Id="rId109" Type="http://schemas.openxmlformats.org/officeDocument/2006/relationships/customXml" Target="../ink/ink787.xml"/><Relationship Id="rId260" Type="http://schemas.openxmlformats.org/officeDocument/2006/relationships/image" Target="../media/image772.png"/><Relationship Id="rId316" Type="http://schemas.openxmlformats.org/officeDocument/2006/relationships/customXml" Target="../ink/ink907.xml"/><Relationship Id="rId523" Type="http://schemas.openxmlformats.org/officeDocument/2006/relationships/customXml" Target="../ink/ink1040.xml"/><Relationship Id="rId55" Type="http://schemas.openxmlformats.org/officeDocument/2006/relationships/image" Target="../media/image671.png"/><Relationship Id="rId97" Type="http://schemas.openxmlformats.org/officeDocument/2006/relationships/image" Target="../media/image692.png"/><Relationship Id="rId120" Type="http://schemas.openxmlformats.org/officeDocument/2006/relationships/image" Target="../media/image703.png"/><Relationship Id="rId358" Type="http://schemas.openxmlformats.org/officeDocument/2006/relationships/customXml" Target="../ink/ink949.xml"/><Relationship Id="rId162" Type="http://schemas.openxmlformats.org/officeDocument/2006/relationships/image" Target="../media/image723.png"/><Relationship Id="rId218" Type="http://schemas.openxmlformats.org/officeDocument/2006/relationships/image" Target="../media/image751.png"/><Relationship Id="rId425" Type="http://schemas.openxmlformats.org/officeDocument/2006/relationships/customXml" Target="../ink/ink991.xml"/><Relationship Id="rId467" Type="http://schemas.openxmlformats.org/officeDocument/2006/relationships/customXml" Target="../ink/ink1012.xml"/><Relationship Id="rId271" Type="http://schemas.openxmlformats.org/officeDocument/2006/relationships/customXml" Target="../ink/ink869.xml"/><Relationship Id="rId24" Type="http://schemas.openxmlformats.org/officeDocument/2006/relationships/customXml" Target="../ink/ink744.xml"/><Relationship Id="rId66" Type="http://schemas.openxmlformats.org/officeDocument/2006/relationships/customXml" Target="../ink/ink765.xml"/><Relationship Id="rId131" Type="http://schemas.openxmlformats.org/officeDocument/2006/relationships/image" Target="../media/image708.png"/><Relationship Id="rId327" Type="http://schemas.openxmlformats.org/officeDocument/2006/relationships/customXml" Target="../ink/ink918.xml"/><Relationship Id="rId369" Type="http://schemas.openxmlformats.org/officeDocument/2006/relationships/customXml" Target="../ink/ink960.xml"/><Relationship Id="rId173" Type="http://schemas.openxmlformats.org/officeDocument/2006/relationships/customXml" Target="../ink/ink820.xml"/><Relationship Id="rId229" Type="http://schemas.openxmlformats.org/officeDocument/2006/relationships/customXml" Target="../ink/ink848.xml"/><Relationship Id="rId380" Type="http://schemas.openxmlformats.org/officeDocument/2006/relationships/image" Target="../media/image787.png"/><Relationship Id="rId436" Type="http://schemas.openxmlformats.org/officeDocument/2006/relationships/image" Target="../media/image815.png"/><Relationship Id="rId240" Type="http://schemas.openxmlformats.org/officeDocument/2006/relationships/image" Target="../media/image762.png"/><Relationship Id="rId478" Type="http://schemas.openxmlformats.org/officeDocument/2006/relationships/image" Target="../media/image836.png"/><Relationship Id="rId35" Type="http://schemas.openxmlformats.org/officeDocument/2006/relationships/image" Target="../media/image661.png"/><Relationship Id="rId77" Type="http://schemas.openxmlformats.org/officeDocument/2006/relationships/image" Target="../media/image682.png"/><Relationship Id="rId100" Type="http://schemas.openxmlformats.org/officeDocument/2006/relationships/customXml" Target="../ink/ink782.xml"/><Relationship Id="rId282" Type="http://schemas.openxmlformats.org/officeDocument/2006/relationships/image" Target="../media/image783.png"/><Relationship Id="rId338" Type="http://schemas.openxmlformats.org/officeDocument/2006/relationships/customXml" Target="../ink/ink929.xml"/><Relationship Id="rId503" Type="http://schemas.openxmlformats.org/officeDocument/2006/relationships/customXml" Target="../ink/ink1030.xml"/><Relationship Id="rId8" Type="http://schemas.openxmlformats.org/officeDocument/2006/relationships/customXml" Target="../ink/ink736.xml"/><Relationship Id="rId142" Type="http://schemas.openxmlformats.org/officeDocument/2006/relationships/customXml" Target="../ink/ink804.xml"/><Relationship Id="rId184" Type="http://schemas.openxmlformats.org/officeDocument/2006/relationships/image" Target="../media/image734.png"/><Relationship Id="rId391" Type="http://schemas.openxmlformats.org/officeDocument/2006/relationships/customXml" Target="../ink/ink974.xml"/><Relationship Id="rId405" Type="http://schemas.openxmlformats.org/officeDocument/2006/relationships/customXml" Target="../ink/ink981.xml"/><Relationship Id="rId447" Type="http://schemas.openxmlformats.org/officeDocument/2006/relationships/customXml" Target="../ink/ink1002.xml"/><Relationship Id="rId251" Type="http://schemas.openxmlformats.org/officeDocument/2006/relationships/customXml" Target="../ink/ink859.xml"/><Relationship Id="rId489" Type="http://schemas.openxmlformats.org/officeDocument/2006/relationships/customXml" Target="../ink/ink1023.xml"/><Relationship Id="rId46" Type="http://schemas.openxmlformats.org/officeDocument/2006/relationships/customXml" Target="../ink/ink755.xml"/><Relationship Id="rId293" Type="http://schemas.openxmlformats.org/officeDocument/2006/relationships/customXml" Target="../ink/ink884.xml"/><Relationship Id="rId307" Type="http://schemas.openxmlformats.org/officeDocument/2006/relationships/customXml" Target="../ink/ink898.xml"/><Relationship Id="rId349" Type="http://schemas.openxmlformats.org/officeDocument/2006/relationships/customXml" Target="../ink/ink940.xml"/><Relationship Id="rId514" Type="http://schemas.openxmlformats.org/officeDocument/2006/relationships/image" Target="../media/image854.png"/><Relationship Id="rId88" Type="http://schemas.openxmlformats.org/officeDocument/2006/relationships/customXml" Target="../ink/ink776.xml"/><Relationship Id="rId111" Type="http://schemas.openxmlformats.org/officeDocument/2006/relationships/customXml" Target="../ink/ink788.xml"/><Relationship Id="rId153" Type="http://schemas.openxmlformats.org/officeDocument/2006/relationships/customXml" Target="../ink/ink810.xml"/><Relationship Id="rId195" Type="http://schemas.openxmlformats.org/officeDocument/2006/relationships/customXml" Target="../ink/ink831.xml"/><Relationship Id="rId209" Type="http://schemas.openxmlformats.org/officeDocument/2006/relationships/customXml" Target="../ink/ink838.xml"/><Relationship Id="rId360" Type="http://schemas.openxmlformats.org/officeDocument/2006/relationships/customXml" Target="../ink/ink951.xml"/><Relationship Id="rId416" Type="http://schemas.openxmlformats.org/officeDocument/2006/relationships/image" Target="../media/image805.png"/><Relationship Id="rId220" Type="http://schemas.openxmlformats.org/officeDocument/2006/relationships/image" Target="../media/image752.png"/><Relationship Id="rId458" Type="http://schemas.openxmlformats.org/officeDocument/2006/relationships/image" Target="../media/image826.png"/><Relationship Id="rId15" Type="http://schemas.openxmlformats.org/officeDocument/2006/relationships/image" Target="../media/image651.png"/><Relationship Id="rId57" Type="http://schemas.openxmlformats.org/officeDocument/2006/relationships/image" Target="../media/image672.png"/><Relationship Id="rId262" Type="http://schemas.openxmlformats.org/officeDocument/2006/relationships/image" Target="../media/image773.png"/><Relationship Id="rId318" Type="http://schemas.openxmlformats.org/officeDocument/2006/relationships/customXml" Target="../ink/ink909.xml"/><Relationship Id="rId525" Type="http://schemas.openxmlformats.org/officeDocument/2006/relationships/customXml" Target="../ink/ink1041.xml"/><Relationship Id="rId99" Type="http://schemas.openxmlformats.org/officeDocument/2006/relationships/image" Target="../media/image693.png"/><Relationship Id="rId122" Type="http://schemas.openxmlformats.org/officeDocument/2006/relationships/image" Target="../media/image704.png"/><Relationship Id="rId164" Type="http://schemas.openxmlformats.org/officeDocument/2006/relationships/image" Target="../media/image724.png"/><Relationship Id="rId371" Type="http://schemas.openxmlformats.org/officeDocument/2006/relationships/customXml" Target="../ink/ink962.xml"/><Relationship Id="rId427" Type="http://schemas.openxmlformats.org/officeDocument/2006/relationships/customXml" Target="../ink/ink992.xml"/><Relationship Id="rId469" Type="http://schemas.openxmlformats.org/officeDocument/2006/relationships/customXml" Target="../ink/ink1013.xml"/><Relationship Id="rId26" Type="http://schemas.openxmlformats.org/officeDocument/2006/relationships/customXml" Target="../ink/ink745.xml"/><Relationship Id="rId231" Type="http://schemas.openxmlformats.org/officeDocument/2006/relationships/customXml" Target="../ink/ink849.xml"/><Relationship Id="rId273" Type="http://schemas.openxmlformats.org/officeDocument/2006/relationships/customXml" Target="../ink/ink870.xml"/><Relationship Id="rId329" Type="http://schemas.openxmlformats.org/officeDocument/2006/relationships/customXml" Target="../ink/ink920.xml"/><Relationship Id="rId480" Type="http://schemas.openxmlformats.org/officeDocument/2006/relationships/image" Target="../media/image837.png"/><Relationship Id="rId68" Type="http://schemas.openxmlformats.org/officeDocument/2006/relationships/customXml" Target="../ink/ink766.xml"/><Relationship Id="rId133" Type="http://schemas.openxmlformats.org/officeDocument/2006/relationships/image" Target="../media/image709.png"/><Relationship Id="rId175" Type="http://schemas.openxmlformats.org/officeDocument/2006/relationships/customXml" Target="../ink/ink821.xml"/><Relationship Id="rId340" Type="http://schemas.openxmlformats.org/officeDocument/2006/relationships/customXml" Target="../ink/ink931.xml"/><Relationship Id="rId200" Type="http://schemas.openxmlformats.org/officeDocument/2006/relationships/image" Target="../media/image742.png"/><Relationship Id="rId382" Type="http://schemas.openxmlformats.org/officeDocument/2006/relationships/image" Target="../media/image788.png"/><Relationship Id="rId438" Type="http://schemas.openxmlformats.org/officeDocument/2006/relationships/image" Target="../media/image816.png"/><Relationship Id="rId242" Type="http://schemas.openxmlformats.org/officeDocument/2006/relationships/image" Target="../media/image763.png"/><Relationship Id="rId284" Type="http://schemas.openxmlformats.org/officeDocument/2006/relationships/image" Target="../media/image784.png"/><Relationship Id="rId491" Type="http://schemas.openxmlformats.org/officeDocument/2006/relationships/customXml" Target="../ink/ink1024.xml"/><Relationship Id="rId505" Type="http://schemas.openxmlformats.org/officeDocument/2006/relationships/customXml" Target="../ink/ink1031.xml"/><Relationship Id="rId37" Type="http://schemas.openxmlformats.org/officeDocument/2006/relationships/image" Target="../media/image662.png"/><Relationship Id="rId79" Type="http://schemas.openxmlformats.org/officeDocument/2006/relationships/image" Target="../media/image683.png"/><Relationship Id="rId102" Type="http://schemas.openxmlformats.org/officeDocument/2006/relationships/customXml" Target="../ink/ink783.xml"/><Relationship Id="rId144" Type="http://schemas.openxmlformats.org/officeDocument/2006/relationships/image" Target="../media/image714.png"/><Relationship Id="rId90" Type="http://schemas.openxmlformats.org/officeDocument/2006/relationships/customXml" Target="../ink/ink777.xml"/><Relationship Id="rId186" Type="http://schemas.openxmlformats.org/officeDocument/2006/relationships/image" Target="../media/image735.png"/><Relationship Id="rId351" Type="http://schemas.openxmlformats.org/officeDocument/2006/relationships/customXml" Target="../ink/ink942.xml"/><Relationship Id="rId393" Type="http://schemas.openxmlformats.org/officeDocument/2006/relationships/customXml" Target="../ink/ink975.xml"/><Relationship Id="rId407" Type="http://schemas.openxmlformats.org/officeDocument/2006/relationships/customXml" Target="../ink/ink982.xml"/><Relationship Id="rId449" Type="http://schemas.openxmlformats.org/officeDocument/2006/relationships/customXml" Target="../ink/ink1003.xml"/><Relationship Id="rId211" Type="http://schemas.openxmlformats.org/officeDocument/2006/relationships/customXml" Target="../ink/ink839.xml"/><Relationship Id="rId253" Type="http://schemas.openxmlformats.org/officeDocument/2006/relationships/customXml" Target="../ink/ink860.xml"/><Relationship Id="rId295" Type="http://schemas.openxmlformats.org/officeDocument/2006/relationships/customXml" Target="../ink/ink886.xml"/><Relationship Id="rId309" Type="http://schemas.openxmlformats.org/officeDocument/2006/relationships/customXml" Target="../ink/ink900.xml"/><Relationship Id="rId460" Type="http://schemas.openxmlformats.org/officeDocument/2006/relationships/image" Target="../media/image827.png"/><Relationship Id="rId516" Type="http://schemas.openxmlformats.org/officeDocument/2006/relationships/image" Target="../media/image855.png"/><Relationship Id="rId48" Type="http://schemas.openxmlformats.org/officeDocument/2006/relationships/customXml" Target="../ink/ink756.xml"/><Relationship Id="rId113" Type="http://schemas.openxmlformats.org/officeDocument/2006/relationships/customXml" Target="../ink/ink789.xml"/><Relationship Id="rId320" Type="http://schemas.openxmlformats.org/officeDocument/2006/relationships/customXml" Target="../ink/ink911.xml"/><Relationship Id="rId155" Type="http://schemas.openxmlformats.org/officeDocument/2006/relationships/customXml" Target="../ink/ink811.xml"/><Relationship Id="rId197" Type="http://schemas.openxmlformats.org/officeDocument/2006/relationships/customXml" Target="../ink/ink832.xml"/><Relationship Id="rId362" Type="http://schemas.openxmlformats.org/officeDocument/2006/relationships/customXml" Target="../ink/ink953.xml"/><Relationship Id="rId418" Type="http://schemas.openxmlformats.org/officeDocument/2006/relationships/image" Target="../media/image806.png"/><Relationship Id="rId222" Type="http://schemas.openxmlformats.org/officeDocument/2006/relationships/image" Target="../media/image753.png"/><Relationship Id="rId264" Type="http://schemas.openxmlformats.org/officeDocument/2006/relationships/image" Target="../media/image774.png"/><Relationship Id="rId471" Type="http://schemas.openxmlformats.org/officeDocument/2006/relationships/customXml" Target="../ink/ink1014.xml"/><Relationship Id="rId17" Type="http://schemas.openxmlformats.org/officeDocument/2006/relationships/image" Target="../media/image652.png"/><Relationship Id="rId59" Type="http://schemas.openxmlformats.org/officeDocument/2006/relationships/image" Target="../media/image673.png"/><Relationship Id="rId124" Type="http://schemas.openxmlformats.org/officeDocument/2006/relationships/image" Target="../media/image705.png"/><Relationship Id="rId527" Type="http://schemas.openxmlformats.org/officeDocument/2006/relationships/customXml" Target="../ink/ink1042.xml"/><Relationship Id="rId70" Type="http://schemas.openxmlformats.org/officeDocument/2006/relationships/customXml" Target="../ink/ink767.xml"/><Relationship Id="rId166" Type="http://schemas.openxmlformats.org/officeDocument/2006/relationships/image" Target="../media/image725.png"/><Relationship Id="rId331" Type="http://schemas.openxmlformats.org/officeDocument/2006/relationships/customXml" Target="../ink/ink922.xml"/><Relationship Id="rId373" Type="http://schemas.openxmlformats.org/officeDocument/2006/relationships/customXml" Target="../ink/ink964.xml"/><Relationship Id="rId429" Type="http://schemas.openxmlformats.org/officeDocument/2006/relationships/customXml" Target="../ink/ink993.xml"/><Relationship Id="rId1" Type="http://schemas.openxmlformats.org/officeDocument/2006/relationships/slideLayout" Target="../slideLayouts/slideLayout7.xml"/><Relationship Id="rId233" Type="http://schemas.openxmlformats.org/officeDocument/2006/relationships/customXml" Target="../ink/ink850.xml"/><Relationship Id="rId440" Type="http://schemas.openxmlformats.org/officeDocument/2006/relationships/image" Target="../media/image817.png"/><Relationship Id="rId28" Type="http://schemas.openxmlformats.org/officeDocument/2006/relationships/customXml" Target="../ink/ink746.xml"/><Relationship Id="rId275" Type="http://schemas.openxmlformats.org/officeDocument/2006/relationships/customXml" Target="../ink/ink871.xml"/><Relationship Id="rId300" Type="http://schemas.openxmlformats.org/officeDocument/2006/relationships/customXml" Target="../ink/ink891.xml"/><Relationship Id="rId482" Type="http://schemas.openxmlformats.org/officeDocument/2006/relationships/image" Target="../media/image838.png"/><Relationship Id="rId81" Type="http://schemas.openxmlformats.org/officeDocument/2006/relationships/image" Target="../media/image684.png"/><Relationship Id="rId135" Type="http://schemas.openxmlformats.org/officeDocument/2006/relationships/image" Target="../media/image710.png"/><Relationship Id="rId177" Type="http://schemas.openxmlformats.org/officeDocument/2006/relationships/customXml" Target="../ink/ink822.xml"/><Relationship Id="rId342" Type="http://schemas.openxmlformats.org/officeDocument/2006/relationships/customXml" Target="../ink/ink933.xml"/><Relationship Id="rId384" Type="http://schemas.openxmlformats.org/officeDocument/2006/relationships/image" Target="../media/image789.png"/><Relationship Id="rId202" Type="http://schemas.openxmlformats.org/officeDocument/2006/relationships/image" Target="../media/image743.png"/><Relationship Id="rId244" Type="http://schemas.openxmlformats.org/officeDocument/2006/relationships/image" Target="../media/image764.png"/><Relationship Id="rId39" Type="http://schemas.openxmlformats.org/officeDocument/2006/relationships/image" Target="../media/image663.png"/><Relationship Id="rId286" Type="http://schemas.openxmlformats.org/officeDocument/2006/relationships/customXml" Target="../ink/ink877.xml"/><Relationship Id="rId451" Type="http://schemas.openxmlformats.org/officeDocument/2006/relationships/customXml" Target="../ink/ink1004.xml"/><Relationship Id="rId493" Type="http://schemas.openxmlformats.org/officeDocument/2006/relationships/customXml" Target="../ink/ink1025.xml"/><Relationship Id="rId507" Type="http://schemas.openxmlformats.org/officeDocument/2006/relationships/customXml" Target="../ink/ink1032.xml"/><Relationship Id="rId50" Type="http://schemas.openxmlformats.org/officeDocument/2006/relationships/customXml" Target="../ink/ink757.xml"/><Relationship Id="rId104" Type="http://schemas.openxmlformats.org/officeDocument/2006/relationships/customXml" Target="../ink/ink784.xml"/><Relationship Id="rId146" Type="http://schemas.openxmlformats.org/officeDocument/2006/relationships/image" Target="../media/image715.png"/><Relationship Id="rId188" Type="http://schemas.openxmlformats.org/officeDocument/2006/relationships/image" Target="../media/image736.png"/><Relationship Id="rId311" Type="http://schemas.openxmlformats.org/officeDocument/2006/relationships/customXml" Target="../ink/ink902.xml"/><Relationship Id="rId353" Type="http://schemas.openxmlformats.org/officeDocument/2006/relationships/customXml" Target="../ink/ink944.xml"/><Relationship Id="rId395" Type="http://schemas.openxmlformats.org/officeDocument/2006/relationships/customXml" Target="../ink/ink976.xml"/><Relationship Id="rId409" Type="http://schemas.openxmlformats.org/officeDocument/2006/relationships/customXml" Target="../ink/ink983.xml"/><Relationship Id="rId92" Type="http://schemas.openxmlformats.org/officeDocument/2006/relationships/customXml" Target="../ink/ink778.xml"/><Relationship Id="rId213" Type="http://schemas.openxmlformats.org/officeDocument/2006/relationships/customXml" Target="../ink/ink840.xml"/><Relationship Id="rId420" Type="http://schemas.openxmlformats.org/officeDocument/2006/relationships/image" Target="../media/image807.png"/><Relationship Id="rId255" Type="http://schemas.openxmlformats.org/officeDocument/2006/relationships/customXml" Target="../ink/ink861.xml"/><Relationship Id="rId297" Type="http://schemas.openxmlformats.org/officeDocument/2006/relationships/customXml" Target="../ink/ink888.xml"/><Relationship Id="rId462" Type="http://schemas.openxmlformats.org/officeDocument/2006/relationships/image" Target="../media/image828.png"/><Relationship Id="rId518" Type="http://schemas.openxmlformats.org/officeDocument/2006/relationships/image" Target="../media/image856.png"/><Relationship Id="rId115" Type="http://schemas.openxmlformats.org/officeDocument/2006/relationships/customXml" Target="../ink/ink790.xml"/><Relationship Id="rId157" Type="http://schemas.openxmlformats.org/officeDocument/2006/relationships/customXml" Target="../ink/ink812.xml"/><Relationship Id="rId322" Type="http://schemas.openxmlformats.org/officeDocument/2006/relationships/customXml" Target="../ink/ink913.xml"/><Relationship Id="rId364" Type="http://schemas.openxmlformats.org/officeDocument/2006/relationships/customXml" Target="../ink/ink955.xml"/><Relationship Id="rId61" Type="http://schemas.openxmlformats.org/officeDocument/2006/relationships/image" Target="../media/image674.png"/><Relationship Id="rId199" Type="http://schemas.openxmlformats.org/officeDocument/2006/relationships/customXml" Target="../ink/ink833.xml"/><Relationship Id="rId19" Type="http://schemas.openxmlformats.org/officeDocument/2006/relationships/image" Target="../media/image653.png"/><Relationship Id="rId224" Type="http://schemas.openxmlformats.org/officeDocument/2006/relationships/image" Target="../media/image754.png"/><Relationship Id="rId266" Type="http://schemas.openxmlformats.org/officeDocument/2006/relationships/image" Target="../media/image775.png"/><Relationship Id="rId431" Type="http://schemas.openxmlformats.org/officeDocument/2006/relationships/customXml" Target="../ink/ink994.xml"/><Relationship Id="rId473" Type="http://schemas.openxmlformats.org/officeDocument/2006/relationships/customXml" Target="../ink/ink1015.xml"/><Relationship Id="rId529" Type="http://schemas.openxmlformats.org/officeDocument/2006/relationships/customXml" Target="../ink/ink1043.xml"/><Relationship Id="rId30" Type="http://schemas.openxmlformats.org/officeDocument/2006/relationships/customXml" Target="../ink/ink747.xml"/><Relationship Id="rId126" Type="http://schemas.openxmlformats.org/officeDocument/2006/relationships/image" Target="../media/image706.png"/><Relationship Id="rId168" Type="http://schemas.openxmlformats.org/officeDocument/2006/relationships/image" Target="../media/image726.png"/><Relationship Id="rId333" Type="http://schemas.openxmlformats.org/officeDocument/2006/relationships/customXml" Target="../ink/ink924.xml"/><Relationship Id="rId72" Type="http://schemas.openxmlformats.org/officeDocument/2006/relationships/customXml" Target="../ink/ink768.xml"/><Relationship Id="rId375" Type="http://schemas.openxmlformats.org/officeDocument/2006/relationships/customXml" Target="../ink/ink966.xml"/><Relationship Id="rId3" Type="http://schemas.openxmlformats.org/officeDocument/2006/relationships/image" Target="../media/image645.png"/><Relationship Id="rId235" Type="http://schemas.openxmlformats.org/officeDocument/2006/relationships/customXml" Target="../ink/ink851.xml"/><Relationship Id="rId277" Type="http://schemas.openxmlformats.org/officeDocument/2006/relationships/customXml" Target="../ink/ink872.xml"/><Relationship Id="rId400" Type="http://schemas.openxmlformats.org/officeDocument/2006/relationships/image" Target="../media/image797.png"/><Relationship Id="rId442" Type="http://schemas.openxmlformats.org/officeDocument/2006/relationships/image" Target="../media/image818.png"/><Relationship Id="rId484" Type="http://schemas.openxmlformats.org/officeDocument/2006/relationships/image" Target="../media/image839.png"/><Relationship Id="rId137" Type="http://schemas.openxmlformats.org/officeDocument/2006/relationships/image" Target="../media/image711.png"/><Relationship Id="rId302" Type="http://schemas.openxmlformats.org/officeDocument/2006/relationships/customXml" Target="../ink/ink893.xml"/><Relationship Id="rId344" Type="http://schemas.openxmlformats.org/officeDocument/2006/relationships/customXml" Target="../ink/ink935.xml"/><Relationship Id="rId41" Type="http://schemas.openxmlformats.org/officeDocument/2006/relationships/image" Target="../media/image664.png"/><Relationship Id="rId83" Type="http://schemas.openxmlformats.org/officeDocument/2006/relationships/image" Target="../media/image685.png"/><Relationship Id="rId179" Type="http://schemas.openxmlformats.org/officeDocument/2006/relationships/customXml" Target="../ink/ink823.xml"/><Relationship Id="rId386" Type="http://schemas.openxmlformats.org/officeDocument/2006/relationships/image" Target="../media/image790.png"/><Relationship Id="rId190" Type="http://schemas.openxmlformats.org/officeDocument/2006/relationships/image" Target="../media/image737.png"/><Relationship Id="rId204" Type="http://schemas.openxmlformats.org/officeDocument/2006/relationships/image" Target="../media/image744.png"/><Relationship Id="rId246" Type="http://schemas.openxmlformats.org/officeDocument/2006/relationships/image" Target="../media/image765.png"/><Relationship Id="rId288" Type="http://schemas.openxmlformats.org/officeDocument/2006/relationships/customXml" Target="../ink/ink879.xml"/><Relationship Id="rId411" Type="http://schemas.openxmlformats.org/officeDocument/2006/relationships/customXml" Target="../ink/ink984.xml"/><Relationship Id="rId453" Type="http://schemas.openxmlformats.org/officeDocument/2006/relationships/customXml" Target="../ink/ink1005.xml"/><Relationship Id="rId509" Type="http://schemas.openxmlformats.org/officeDocument/2006/relationships/customXml" Target="../ink/ink1033.xml"/><Relationship Id="rId106" Type="http://schemas.openxmlformats.org/officeDocument/2006/relationships/image" Target="../media/image696.png"/><Relationship Id="rId313" Type="http://schemas.openxmlformats.org/officeDocument/2006/relationships/customXml" Target="../ink/ink904.xml"/><Relationship Id="rId495" Type="http://schemas.openxmlformats.org/officeDocument/2006/relationships/customXml" Target="../ink/ink1026.xml"/><Relationship Id="rId10" Type="http://schemas.openxmlformats.org/officeDocument/2006/relationships/customXml" Target="../ink/ink737.xml"/><Relationship Id="rId52" Type="http://schemas.openxmlformats.org/officeDocument/2006/relationships/customXml" Target="../ink/ink758.xml"/><Relationship Id="rId94" Type="http://schemas.openxmlformats.org/officeDocument/2006/relationships/customXml" Target="../ink/ink779.xml"/><Relationship Id="rId148" Type="http://schemas.openxmlformats.org/officeDocument/2006/relationships/image" Target="../media/image716.png"/><Relationship Id="rId355" Type="http://schemas.openxmlformats.org/officeDocument/2006/relationships/customXml" Target="../ink/ink946.xml"/><Relationship Id="rId397" Type="http://schemas.openxmlformats.org/officeDocument/2006/relationships/customXml" Target="../ink/ink977.xml"/><Relationship Id="rId520" Type="http://schemas.openxmlformats.org/officeDocument/2006/relationships/image" Target="../media/image857.png"/><Relationship Id="rId215" Type="http://schemas.openxmlformats.org/officeDocument/2006/relationships/customXml" Target="../ink/ink841.xml"/><Relationship Id="rId257" Type="http://schemas.openxmlformats.org/officeDocument/2006/relationships/customXml" Target="../ink/ink862.xml"/><Relationship Id="rId422" Type="http://schemas.openxmlformats.org/officeDocument/2006/relationships/image" Target="../media/image808.png"/><Relationship Id="rId464" Type="http://schemas.openxmlformats.org/officeDocument/2006/relationships/image" Target="../media/image829.png"/><Relationship Id="rId299" Type="http://schemas.openxmlformats.org/officeDocument/2006/relationships/customXml" Target="../ink/ink890.xml"/><Relationship Id="rId63" Type="http://schemas.openxmlformats.org/officeDocument/2006/relationships/image" Target="../media/image675.png"/><Relationship Id="rId159" Type="http://schemas.openxmlformats.org/officeDocument/2006/relationships/customXml" Target="../ink/ink813.xml"/><Relationship Id="rId366" Type="http://schemas.openxmlformats.org/officeDocument/2006/relationships/customXml" Target="../ink/ink957.xml"/><Relationship Id="rId226" Type="http://schemas.openxmlformats.org/officeDocument/2006/relationships/image" Target="../media/image755.png"/><Relationship Id="rId433" Type="http://schemas.openxmlformats.org/officeDocument/2006/relationships/customXml" Target="../ink/ink995.xml"/><Relationship Id="rId74" Type="http://schemas.openxmlformats.org/officeDocument/2006/relationships/customXml" Target="../ink/ink769.xml"/><Relationship Id="rId377" Type="http://schemas.openxmlformats.org/officeDocument/2006/relationships/customXml" Target="../ink/ink967.xml"/><Relationship Id="rId500" Type="http://schemas.openxmlformats.org/officeDocument/2006/relationships/image" Target="../media/image847.png"/></Relationships>
</file>

<file path=ppt/slides/_rels/slide9.xml.rels><?xml version="1.0" encoding="UTF-8" standalone="yes"?>
<Relationships xmlns="http://schemas.openxmlformats.org/package/2006/relationships"><Relationship Id="rId117" Type="http://schemas.openxmlformats.org/officeDocument/2006/relationships/image" Target="../media/image308.png"/><Relationship Id="rId21" Type="http://schemas.openxmlformats.org/officeDocument/2006/relationships/image" Target="../media/image4131.png"/><Relationship Id="rId42" Type="http://schemas.openxmlformats.org/officeDocument/2006/relationships/customXml" Target="../ink/ink1064.xml"/><Relationship Id="rId63" Type="http://schemas.openxmlformats.org/officeDocument/2006/relationships/image" Target="../media/image4341.png"/><Relationship Id="rId84" Type="http://schemas.openxmlformats.org/officeDocument/2006/relationships/customXml" Target="../ink/ink1085.xml"/><Relationship Id="rId138" Type="http://schemas.openxmlformats.org/officeDocument/2006/relationships/customXml" Target="../ink/ink1112.xml"/><Relationship Id="rId159" Type="http://schemas.openxmlformats.org/officeDocument/2006/relationships/image" Target="../media/image329.png"/><Relationship Id="rId170" Type="http://schemas.openxmlformats.org/officeDocument/2006/relationships/customXml" Target="../ink/ink1128.xml"/><Relationship Id="rId191" Type="http://schemas.openxmlformats.org/officeDocument/2006/relationships/image" Target="../media/image345.png"/><Relationship Id="rId205" Type="http://schemas.openxmlformats.org/officeDocument/2006/relationships/image" Target="../media/image352.png"/><Relationship Id="rId107" Type="http://schemas.openxmlformats.org/officeDocument/2006/relationships/image" Target="../media/image4561.png"/><Relationship Id="rId11" Type="http://schemas.openxmlformats.org/officeDocument/2006/relationships/image" Target="../media/image4081.png"/><Relationship Id="rId32" Type="http://schemas.openxmlformats.org/officeDocument/2006/relationships/customXml" Target="../ink/ink1059.xml"/><Relationship Id="rId53" Type="http://schemas.openxmlformats.org/officeDocument/2006/relationships/image" Target="../media/image4291.png"/><Relationship Id="rId74" Type="http://schemas.openxmlformats.org/officeDocument/2006/relationships/customXml" Target="../ink/ink1080.xml"/><Relationship Id="rId128" Type="http://schemas.openxmlformats.org/officeDocument/2006/relationships/customXml" Target="../ink/ink1107.xml"/><Relationship Id="rId149" Type="http://schemas.openxmlformats.org/officeDocument/2006/relationships/image" Target="../media/image324.png"/><Relationship Id="rId5" Type="http://schemas.openxmlformats.org/officeDocument/2006/relationships/image" Target="../media/image4051.png"/><Relationship Id="rId95" Type="http://schemas.openxmlformats.org/officeDocument/2006/relationships/image" Target="../media/image4501.png"/><Relationship Id="rId160" Type="http://schemas.openxmlformats.org/officeDocument/2006/relationships/customXml" Target="../ink/ink1123.xml"/><Relationship Id="rId181" Type="http://schemas.openxmlformats.org/officeDocument/2006/relationships/image" Target="../media/image340.png"/><Relationship Id="rId22" Type="http://schemas.openxmlformats.org/officeDocument/2006/relationships/customXml" Target="../ink/ink1054.xml"/><Relationship Id="rId43" Type="http://schemas.openxmlformats.org/officeDocument/2006/relationships/image" Target="../media/image4241.png"/><Relationship Id="rId64" Type="http://schemas.openxmlformats.org/officeDocument/2006/relationships/customXml" Target="../ink/ink1075.xml"/><Relationship Id="rId118" Type="http://schemas.openxmlformats.org/officeDocument/2006/relationships/customXml" Target="../ink/ink1102.xml"/><Relationship Id="rId139" Type="http://schemas.openxmlformats.org/officeDocument/2006/relationships/image" Target="../media/image319.png"/><Relationship Id="rId85" Type="http://schemas.openxmlformats.org/officeDocument/2006/relationships/image" Target="../media/image4451.png"/><Relationship Id="rId150" Type="http://schemas.openxmlformats.org/officeDocument/2006/relationships/customXml" Target="../ink/ink1118.xml"/><Relationship Id="rId171" Type="http://schemas.openxmlformats.org/officeDocument/2006/relationships/image" Target="../media/image335.png"/><Relationship Id="rId192" Type="http://schemas.openxmlformats.org/officeDocument/2006/relationships/customXml" Target="../ink/ink1139.xml"/><Relationship Id="rId206" Type="http://schemas.openxmlformats.org/officeDocument/2006/relationships/customXml" Target="../ink/ink1146.xml"/><Relationship Id="rId12" Type="http://schemas.openxmlformats.org/officeDocument/2006/relationships/customXml" Target="../ink/ink1049.xml"/><Relationship Id="rId33" Type="http://schemas.openxmlformats.org/officeDocument/2006/relationships/image" Target="../media/image4191.png"/><Relationship Id="rId108" Type="http://schemas.openxmlformats.org/officeDocument/2006/relationships/customXml" Target="../ink/ink1097.xml"/><Relationship Id="rId129" Type="http://schemas.openxmlformats.org/officeDocument/2006/relationships/image" Target="../media/image314.png"/><Relationship Id="rId54" Type="http://schemas.openxmlformats.org/officeDocument/2006/relationships/customXml" Target="../ink/ink1070.xml"/><Relationship Id="rId75" Type="http://schemas.openxmlformats.org/officeDocument/2006/relationships/image" Target="../media/image4401.png"/><Relationship Id="rId96" Type="http://schemas.openxmlformats.org/officeDocument/2006/relationships/customXml" Target="../ink/ink1091.xml"/><Relationship Id="rId140" Type="http://schemas.openxmlformats.org/officeDocument/2006/relationships/customXml" Target="../ink/ink1113.xml"/><Relationship Id="rId161" Type="http://schemas.openxmlformats.org/officeDocument/2006/relationships/image" Target="../media/image330.png"/><Relationship Id="rId182" Type="http://schemas.openxmlformats.org/officeDocument/2006/relationships/customXml" Target="../ink/ink1134.xml"/><Relationship Id="rId6" Type="http://schemas.openxmlformats.org/officeDocument/2006/relationships/customXml" Target="../ink/ink1046.xml"/><Relationship Id="rId23" Type="http://schemas.openxmlformats.org/officeDocument/2006/relationships/image" Target="../media/image4141.png"/><Relationship Id="rId119" Type="http://schemas.openxmlformats.org/officeDocument/2006/relationships/image" Target="../media/image309.png"/><Relationship Id="rId44" Type="http://schemas.openxmlformats.org/officeDocument/2006/relationships/customXml" Target="../ink/ink1065.xml"/><Relationship Id="rId65" Type="http://schemas.openxmlformats.org/officeDocument/2006/relationships/image" Target="../media/image4351.png"/><Relationship Id="rId86" Type="http://schemas.openxmlformats.org/officeDocument/2006/relationships/customXml" Target="../ink/ink1086.xml"/><Relationship Id="rId130" Type="http://schemas.openxmlformats.org/officeDocument/2006/relationships/customXml" Target="../ink/ink1108.xml"/><Relationship Id="rId151" Type="http://schemas.openxmlformats.org/officeDocument/2006/relationships/image" Target="../media/image325.png"/><Relationship Id="rId172" Type="http://schemas.openxmlformats.org/officeDocument/2006/relationships/customXml" Target="../ink/ink1129.xml"/><Relationship Id="rId193" Type="http://schemas.openxmlformats.org/officeDocument/2006/relationships/image" Target="../media/image346.png"/><Relationship Id="rId207" Type="http://schemas.openxmlformats.org/officeDocument/2006/relationships/image" Target="../media/image353.png"/><Relationship Id="rId13" Type="http://schemas.openxmlformats.org/officeDocument/2006/relationships/image" Target="../media/image4091.png"/><Relationship Id="rId109" Type="http://schemas.openxmlformats.org/officeDocument/2006/relationships/image" Target="../media/image304.png"/><Relationship Id="rId34" Type="http://schemas.openxmlformats.org/officeDocument/2006/relationships/customXml" Target="../ink/ink1060.xml"/><Relationship Id="rId55" Type="http://schemas.openxmlformats.org/officeDocument/2006/relationships/image" Target="../media/image4301.png"/><Relationship Id="rId76" Type="http://schemas.openxmlformats.org/officeDocument/2006/relationships/customXml" Target="../ink/ink1081.xml"/><Relationship Id="rId97" Type="http://schemas.openxmlformats.org/officeDocument/2006/relationships/image" Target="../media/image4512.png"/><Relationship Id="rId120" Type="http://schemas.openxmlformats.org/officeDocument/2006/relationships/customXml" Target="../ink/ink1103.xml"/><Relationship Id="rId141" Type="http://schemas.openxmlformats.org/officeDocument/2006/relationships/image" Target="../media/image320.png"/><Relationship Id="rId7" Type="http://schemas.openxmlformats.org/officeDocument/2006/relationships/image" Target="../media/image4061.png"/><Relationship Id="rId162" Type="http://schemas.openxmlformats.org/officeDocument/2006/relationships/customXml" Target="../ink/ink1124.xml"/><Relationship Id="rId183" Type="http://schemas.openxmlformats.org/officeDocument/2006/relationships/image" Target="../media/image341.png"/><Relationship Id="rId24" Type="http://schemas.openxmlformats.org/officeDocument/2006/relationships/customXml" Target="../ink/ink1055.xml"/><Relationship Id="rId40" Type="http://schemas.openxmlformats.org/officeDocument/2006/relationships/customXml" Target="../ink/ink1063.xml"/><Relationship Id="rId45" Type="http://schemas.openxmlformats.org/officeDocument/2006/relationships/image" Target="../media/image4251.png"/><Relationship Id="rId66" Type="http://schemas.openxmlformats.org/officeDocument/2006/relationships/customXml" Target="../ink/ink1076.xml"/><Relationship Id="rId87" Type="http://schemas.openxmlformats.org/officeDocument/2006/relationships/image" Target="../media/image4461.png"/><Relationship Id="rId110" Type="http://schemas.openxmlformats.org/officeDocument/2006/relationships/customXml" Target="../ink/ink1098.xml"/><Relationship Id="rId115" Type="http://schemas.openxmlformats.org/officeDocument/2006/relationships/image" Target="../media/image307.png"/><Relationship Id="rId131" Type="http://schemas.openxmlformats.org/officeDocument/2006/relationships/image" Target="../media/image315.png"/><Relationship Id="rId136" Type="http://schemas.openxmlformats.org/officeDocument/2006/relationships/customXml" Target="../ink/ink1111.xml"/><Relationship Id="rId157" Type="http://schemas.openxmlformats.org/officeDocument/2006/relationships/image" Target="../media/image328.png"/><Relationship Id="rId178" Type="http://schemas.openxmlformats.org/officeDocument/2006/relationships/customXml" Target="../ink/ink1132.xml"/><Relationship Id="rId61" Type="http://schemas.openxmlformats.org/officeDocument/2006/relationships/image" Target="../media/image4331.png"/><Relationship Id="rId82" Type="http://schemas.openxmlformats.org/officeDocument/2006/relationships/customXml" Target="../ink/ink1084.xml"/><Relationship Id="rId152" Type="http://schemas.openxmlformats.org/officeDocument/2006/relationships/customXml" Target="../ink/ink1119.xml"/><Relationship Id="rId173" Type="http://schemas.openxmlformats.org/officeDocument/2006/relationships/image" Target="../media/image336.png"/><Relationship Id="rId194" Type="http://schemas.openxmlformats.org/officeDocument/2006/relationships/customXml" Target="../ink/ink1140.xml"/><Relationship Id="rId199" Type="http://schemas.openxmlformats.org/officeDocument/2006/relationships/image" Target="../media/image349.png"/><Relationship Id="rId203" Type="http://schemas.openxmlformats.org/officeDocument/2006/relationships/image" Target="../media/image351.png"/><Relationship Id="rId19" Type="http://schemas.openxmlformats.org/officeDocument/2006/relationships/image" Target="../media/image4121.png"/><Relationship Id="rId14" Type="http://schemas.openxmlformats.org/officeDocument/2006/relationships/customXml" Target="../ink/ink1050.xml"/><Relationship Id="rId30" Type="http://schemas.openxmlformats.org/officeDocument/2006/relationships/customXml" Target="../ink/ink1058.xml"/><Relationship Id="rId35" Type="http://schemas.openxmlformats.org/officeDocument/2006/relationships/image" Target="../media/image4201.png"/><Relationship Id="rId56" Type="http://schemas.openxmlformats.org/officeDocument/2006/relationships/customXml" Target="../ink/ink1071.xml"/><Relationship Id="rId77" Type="http://schemas.openxmlformats.org/officeDocument/2006/relationships/image" Target="../media/image4412.png"/><Relationship Id="rId100" Type="http://schemas.openxmlformats.org/officeDocument/2006/relationships/customXml" Target="../ink/ink1093.xml"/><Relationship Id="rId105" Type="http://schemas.openxmlformats.org/officeDocument/2006/relationships/image" Target="../media/image4551.png"/><Relationship Id="rId126" Type="http://schemas.openxmlformats.org/officeDocument/2006/relationships/customXml" Target="../ink/ink1106.xml"/><Relationship Id="rId147" Type="http://schemas.openxmlformats.org/officeDocument/2006/relationships/image" Target="../media/image323.png"/><Relationship Id="rId168" Type="http://schemas.openxmlformats.org/officeDocument/2006/relationships/customXml" Target="../ink/ink1127.xml"/><Relationship Id="rId8" Type="http://schemas.openxmlformats.org/officeDocument/2006/relationships/customXml" Target="../ink/ink1047.xml"/><Relationship Id="rId51" Type="http://schemas.openxmlformats.org/officeDocument/2006/relationships/image" Target="../media/image4281.png"/><Relationship Id="rId72" Type="http://schemas.openxmlformats.org/officeDocument/2006/relationships/customXml" Target="../ink/ink1079.xml"/><Relationship Id="rId93" Type="http://schemas.openxmlformats.org/officeDocument/2006/relationships/image" Target="../media/image4491.png"/><Relationship Id="rId98" Type="http://schemas.openxmlformats.org/officeDocument/2006/relationships/customXml" Target="../ink/ink1092.xml"/><Relationship Id="rId121" Type="http://schemas.openxmlformats.org/officeDocument/2006/relationships/image" Target="../media/image310.png"/><Relationship Id="rId142" Type="http://schemas.openxmlformats.org/officeDocument/2006/relationships/customXml" Target="../ink/ink1114.xml"/><Relationship Id="rId163" Type="http://schemas.openxmlformats.org/officeDocument/2006/relationships/image" Target="../media/image331.png"/><Relationship Id="rId184" Type="http://schemas.openxmlformats.org/officeDocument/2006/relationships/customXml" Target="../ink/ink1135.xml"/><Relationship Id="rId189" Type="http://schemas.openxmlformats.org/officeDocument/2006/relationships/image" Target="../media/image344.png"/><Relationship Id="rId3" Type="http://schemas.openxmlformats.org/officeDocument/2006/relationships/image" Target="../media/image4041.png"/><Relationship Id="rId25" Type="http://schemas.openxmlformats.org/officeDocument/2006/relationships/image" Target="../media/image4151.png"/><Relationship Id="rId46" Type="http://schemas.openxmlformats.org/officeDocument/2006/relationships/customXml" Target="../ink/ink1066.xml"/><Relationship Id="rId67" Type="http://schemas.openxmlformats.org/officeDocument/2006/relationships/image" Target="../media/image4361.png"/><Relationship Id="rId116" Type="http://schemas.openxmlformats.org/officeDocument/2006/relationships/customXml" Target="../ink/ink1101.xml"/><Relationship Id="rId137" Type="http://schemas.openxmlformats.org/officeDocument/2006/relationships/image" Target="../media/image318.png"/><Relationship Id="rId158" Type="http://schemas.openxmlformats.org/officeDocument/2006/relationships/customXml" Target="../ink/ink1122.xml"/><Relationship Id="rId20" Type="http://schemas.openxmlformats.org/officeDocument/2006/relationships/customXml" Target="../ink/ink1053.xml"/><Relationship Id="rId41" Type="http://schemas.openxmlformats.org/officeDocument/2006/relationships/image" Target="../media/image4231.png"/><Relationship Id="rId62" Type="http://schemas.openxmlformats.org/officeDocument/2006/relationships/customXml" Target="../ink/ink1074.xml"/><Relationship Id="rId83" Type="http://schemas.openxmlformats.org/officeDocument/2006/relationships/image" Target="../media/image4441.png"/><Relationship Id="rId88" Type="http://schemas.openxmlformats.org/officeDocument/2006/relationships/customXml" Target="../ink/ink1087.xml"/><Relationship Id="rId111" Type="http://schemas.openxmlformats.org/officeDocument/2006/relationships/image" Target="../media/image305.png"/><Relationship Id="rId132" Type="http://schemas.openxmlformats.org/officeDocument/2006/relationships/customXml" Target="../ink/ink1109.xml"/><Relationship Id="rId153" Type="http://schemas.openxmlformats.org/officeDocument/2006/relationships/image" Target="../media/image326.png"/><Relationship Id="rId174" Type="http://schemas.openxmlformats.org/officeDocument/2006/relationships/customXml" Target="../ink/ink1130.xml"/><Relationship Id="rId179" Type="http://schemas.openxmlformats.org/officeDocument/2006/relationships/image" Target="../media/image339.png"/><Relationship Id="rId195" Type="http://schemas.openxmlformats.org/officeDocument/2006/relationships/image" Target="../media/image347.png"/><Relationship Id="rId190" Type="http://schemas.openxmlformats.org/officeDocument/2006/relationships/customXml" Target="../ink/ink1138.xml"/><Relationship Id="rId204" Type="http://schemas.openxmlformats.org/officeDocument/2006/relationships/customXml" Target="../ink/ink1145.xml"/><Relationship Id="rId15" Type="http://schemas.openxmlformats.org/officeDocument/2006/relationships/image" Target="../media/image4102.png"/><Relationship Id="rId36" Type="http://schemas.openxmlformats.org/officeDocument/2006/relationships/customXml" Target="../ink/ink1061.xml"/><Relationship Id="rId57" Type="http://schemas.openxmlformats.org/officeDocument/2006/relationships/image" Target="../media/image4312.png"/><Relationship Id="rId106" Type="http://schemas.openxmlformats.org/officeDocument/2006/relationships/customXml" Target="../ink/ink1096.xml"/><Relationship Id="rId127" Type="http://schemas.openxmlformats.org/officeDocument/2006/relationships/image" Target="../media/image313.png"/><Relationship Id="rId10" Type="http://schemas.openxmlformats.org/officeDocument/2006/relationships/customXml" Target="../ink/ink1048.xml"/><Relationship Id="rId31" Type="http://schemas.openxmlformats.org/officeDocument/2006/relationships/image" Target="../media/image4181.png"/><Relationship Id="rId52" Type="http://schemas.openxmlformats.org/officeDocument/2006/relationships/customXml" Target="../ink/ink1069.xml"/><Relationship Id="rId73" Type="http://schemas.openxmlformats.org/officeDocument/2006/relationships/image" Target="../media/image4391.png"/><Relationship Id="rId78" Type="http://schemas.openxmlformats.org/officeDocument/2006/relationships/customXml" Target="../ink/ink1082.xml"/><Relationship Id="rId94" Type="http://schemas.openxmlformats.org/officeDocument/2006/relationships/customXml" Target="../ink/ink1090.xml"/><Relationship Id="rId99" Type="http://schemas.openxmlformats.org/officeDocument/2006/relationships/image" Target="../media/image4521.png"/><Relationship Id="rId101" Type="http://schemas.openxmlformats.org/officeDocument/2006/relationships/image" Target="../media/image4531.png"/><Relationship Id="rId122" Type="http://schemas.openxmlformats.org/officeDocument/2006/relationships/customXml" Target="../ink/ink1104.xml"/><Relationship Id="rId143" Type="http://schemas.openxmlformats.org/officeDocument/2006/relationships/image" Target="../media/image321.png"/><Relationship Id="rId148" Type="http://schemas.openxmlformats.org/officeDocument/2006/relationships/customXml" Target="../ink/ink1117.xml"/><Relationship Id="rId164" Type="http://schemas.openxmlformats.org/officeDocument/2006/relationships/customXml" Target="../ink/ink1125.xml"/><Relationship Id="rId169" Type="http://schemas.openxmlformats.org/officeDocument/2006/relationships/image" Target="../media/image334.png"/><Relationship Id="rId185" Type="http://schemas.openxmlformats.org/officeDocument/2006/relationships/image" Target="../media/image342.png"/><Relationship Id="rId4" Type="http://schemas.openxmlformats.org/officeDocument/2006/relationships/customXml" Target="../ink/ink1045.xml"/><Relationship Id="rId9" Type="http://schemas.openxmlformats.org/officeDocument/2006/relationships/image" Target="../media/image4071.png"/><Relationship Id="rId180" Type="http://schemas.openxmlformats.org/officeDocument/2006/relationships/customXml" Target="../ink/ink1133.xml"/><Relationship Id="rId26" Type="http://schemas.openxmlformats.org/officeDocument/2006/relationships/customXml" Target="../ink/ink1056.xml"/><Relationship Id="rId47" Type="http://schemas.openxmlformats.org/officeDocument/2006/relationships/image" Target="../media/image4261.png"/><Relationship Id="rId68" Type="http://schemas.openxmlformats.org/officeDocument/2006/relationships/customXml" Target="../ink/ink1077.xml"/><Relationship Id="rId89" Type="http://schemas.openxmlformats.org/officeDocument/2006/relationships/image" Target="../media/image4471.png"/><Relationship Id="rId112" Type="http://schemas.openxmlformats.org/officeDocument/2006/relationships/customXml" Target="../ink/ink1099.xml"/><Relationship Id="rId133" Type="http://schemas.openxmlformats.org/officeDocument/2006/relationships/image" Target="../media/image316.png"/><Relationship Id="rId154" Type="http://schemas.openxmlformats.org/officeDocument/2006/relationships/customXml" Target="../ink/ink1120.xml"/><Relationship Id="rId175" Type="http://schemas.openxmlformats.org/officeDocument/2006/relationships/image" Target="../media/image337.png"/><Relationship Id="rId196" Type="http://schemas.openxmlformats.org/officeDocument/2006/relationships/customXml" Target="../ink/ink1141.xml"/><Relationship Id="rId200" Type="http://schemas.openxmlformats.org/officeDocument/2006/relationships/customXml" Target="../ink/ink1143.xml"/><Relationship Id="rId16" Type="http://schemas.openxmlformats.org/officeDocument/2006/relationships/customXml" Target="../ink/ink1051.xml"/><Relationship Id="rId37" Type="http://schemas.openxmlformats.org/officeDocument/2006/relationships/image" Target="../media/image4212.png"/><Relationship Id="rId58" Type="http://schemas.openxmlformats.org/officeDocument/2006/relationships/customXml" Target="../ink/ink1072.xml"/><Relationship Id="rId79" Type="http://schemas.openxmlformats.org/officeDocument/2006/relationships/image" Target="../media/image4421.png"/><Relationship Id="rId102" Type="http://schemas.openxmlformats.org/officeDocument/2006/relationships/customXml" Target="../ink/ink1094.xml"/><Relationship Id="rId123" Type="http://schemas.openxmlformats.org/officeDocument/2006/relationships/image" Target="../media/image311.png"/><Relationship Id="rId144" Type="http://schemas.openxmlformats.org/officeDocument/2006/relationships/customXml" Target="../ink/ink1115.xml"/><Relationship Id="rId90" Type="http://schemas.openxmlformats.org/officeDocument/2006/relationships/customXml" Target="../ink/ink1088.xml"/><Relationship Id="rId165" Type="http://schemas.openxmlformats.org/officeDocument/2006/relationships/image" Target="../media/image332.png"/><Relationship Id="rId186" Type="http://schemas.openxmlformats.org/officeDocument/2006/relationships/customXml" Target="../ink/ink1136.xml"/><Relationship Id="rId27" Type="http://schemas.openxmlformats.org/officeDocument/2006/relationships/image" Target="../media/image4161.png"/><Relationship Id="rId48" Type="http://schemas.openxmlformats.org/officeDocument/2006/relationships/customXml" Target="../ink/ink1067.xml"/><Relationship Id="rId69" Type="http://schemas.openxmlformats.org/officeDocument/2006/relationships/image" Target="../media/image4371.png"/><Relationship Id="rId113" Type="http://schemas.openxmlformats.org/officeDocument/2006/relationships/image" Target="../media/image306.png"/><Relationship Id="rId134" Type="http://schemas.openxmlformats.org/officeDocument/2006/relationships/customXml" Target="../ink/ink1110.xml"/><Relationship Id="rId80" Type="http://schemas.openxmlformats.org/officeDocument/2006/relationships/customXml" Target="../ink/ink1083.xml"/><Relationship Id="rId155" Type="http://schemas.openxmlformats.org/officeDocument/2006/relationships/image" Target="../media/image327.png"/><Relationship Id="rId176" Type="http://schemas.openxmlformats.org/officeDocument/2006/relationships/customXml" Target="../ink/ink1131.xml"/><Relationship Id="rId197" Type="http://schemas.openxmlformats.org/officeDocument/2006/relationships/image" Target="../media/image348.png"/><Relationship Id="rId201" Type="http://schemas.openxmlformats.org/officeDocument/2006/relationships/image" Target="../media/image350.png"/><Relationship Id="rId17" Type="http://schemas.openxmlformats.org/officeDocument/2006/relationships/image" Target="../media/image4112.png"/><Relationship Id="rId38" Type="http://schemas.openxmlformats.org/officeDocument/2006/relationships/customXml" Target="../ink/ink1062.xml"/><Relationship Id="rId59" Type="http://schemas.openxmlformats.org/officeDocument/2006/relationships/image" Target="../media/image4321.png"/><Relationship Id="rId103" Type="http://schemas.openxmlformats.org/officeDocument/2006/relationships/image" Target="../media/image4541.png"/><Relationship Id="rId124" Type="http://schemas.openxmlformats.org/officeDocument/2006/relationships/customXml" Target="../ink/ink1105.xml"/><Relationship Id="rId70" Type="http://schemas.openxmlformats.org/officeDocument/2006/relationships/customXml" Target="../ink/ink1078.xml"/><Relationship Id="rId91" Type="http://schemas.openxmlformats.org/officeDocument/2006/relationships/image" Target="../media/image4481.png"/><Relationship Id="rId145" Type="http://schemas.openxmlformats.org/officeDocument/2006/relationships/image" Target="../media/image322.png"/><Relationship Id="rId166" Type="http://schemas.openxmlformats.org/officeDocument/2006/relationships/customXml" Target="../ink/ink1126.xml"/><Relationship Id="rId187" Type="http://schemas.openxmlformats.org/officeDocument/2006/relationships/image" Target="../media/image343.png"/><Relationship Id="rId1" Type="http://schemas.openxmlformats.org/officeDocument/2006/relationships/slideLayout" Target="../slideLayouts/slideLayout7.xml"/><Relationship Id="rId28" Type="http://schemas.openxmlformats.org/officeDocument/2006/relationships/customXml" Target="../ink/ink1057.xml"/><Relationship Id="rId49" Type="http://schemas.openxmlformats.org/officeDocument/2006/relationships/image" Target="../media/image4271.png"/><Relationship Id="rId114" Type="http://schemas.openxmlformats.org/officeDocument/2006/relationships/customXml" Target="../ink/ink1100.xml"/><Relationship Id="rId60" Type="http://schemas.openxmlformats.org/officeDocument/2006/relationships/customXml" Target="../ink/ink1073.xml"/><Relationship Id="rId81" Type="http://schemas.openxmlformats.org/officeDocument/2006/relationships/image" Target="../media/image4431.png"/><Relationship Id="rId135" Type="http://schemas.openxmlformats.org/officeDocument/2006/relationships/image" Target="../media/image317.png"/><Relationship Id="rId156" Type="http://schemas.openxmlformats.org/officeDocument/2006/relationships/customXml" Target="../ink/ink1121.xml"/><Relationship Id="rId177" Type="http://schemas.openxmlformats.org/officeDocument/2006/relationships/image" Target="../media/image338.png"/><Relationship Id="rId198" Type="http://schemas.openxmlformats.org/officeDocument/2006/relationships/customXml" Target="../ink/ink1142.xml"/><Relationship Id="rId202" Type="http://schemas.openxmlformats.org/officeDocument/2006/relationships/customXml" Target="../ink/ink1144.xml"/><Relationship Id="rId18" Type="http://schemas.openxmlformats.org/officeDocument/2006/relationships/customXml" Target="../ink/ink1052.xml"/><Relationship Id="rId39" Type="http://schemas.openxmlformats.org/officeDocument/2006/relationships/image" Target="../media/image4221.png"/><Relationship Id="rId50" Type="http://schemas.openxmlformats.org/officeDocument/2006/relationships/customXml" Target="../ink/ink1068.xml"/><Relationship Id="rId104" Type="http://schemas.openxmlformats.org/officeDocument/2006/relationships/customXml" Target="../ink/ink1095.xml"/><Relationship Id="rId125" Type="http://schemas.openxmlformats.org/officeDocument/2006/relationships/image" Target="../media/image312.png"/><Relationship Id="rId146" Type="http://schemas.openxmlformats.org/officeDocument/2006/relationships/customXml" Target="../ink/ink1116.xml"/><Relationship Id="rId167" Type="http://schemas.openxmlformats.org/officeDocument/2006/relationships/image" Target="../media/image333.png"/><Relationship Id="rId188" Type="http://schemas.openxmlformats.org/officeDocument/2006/relationships/customXml" Target="../ink/ink1137.xml"/><Relationship Id="rId71" Type="http://schemas.openxmlformats.org/officeDocument/2006/relationships/image" Target="../media/image4381.png"/><Relationship Id="rId92" Type="http://schemas.openxmlformats.org/officeDocument/2006/relationships/customXml" Target="../ink/ink1089.xml"/><Relationship Id="rId2" Type="http://schemas.openxmlformats.org/officeDocument/2006/relationships/customXml" Target="../ink/ink1044.xml"/><Relationship Id="rId29" Type="http://schemas.openxmlformats.org/officeDocument/2006/relationships/image" Target="../media/image4171.png"/></Relationships>
</file>

<file path=ppt/slides/_rels/slide10.xml.rels><?xml version="1.0" encoding="UTF-8" standalone="yes"?>
<Relationships xmlns="http://schemas.openxmlformats.org/package/2006/relationships"><Relationship Id="rId26" Type="http://schemas.openxmlformats.org/officeDocument/2006/relationships/customXml" Target="../ink/ink1159.xml"/><Relationship Id="rId21" Type="http://schemas.openxmlformats.org/officeDocument/2006/relationships/image" Target="../media/image872.png"/><Relationship Id="rId42" Type="http://schemas.openxmlformats.org/officeDocument/2006/relationships/customXml" Target="../ink/ink1167.xml"/><Relationship Id="rId47" Type="http://schemas.openxmlformats.org/officeDocument/2006/relationships/image" Target="../media/image885.png"/><Relationship Id="rId63" Type="http://schemas.openxmlformats.org/officeDocument/2006/relationships/image" Target="../media/image893.png"/><Relationship Id="rId68" Type="http://schemas.openxmlformats.org/officeDocument/2006/relationships/customXml" Target="../ink/ink1180.xml"/><Relationship Id="rId16" Type="http://schemas.openxmlformats.org/officeDocument/2006/relationships/customXml" Target="../ink/ink1154.xml"/><Relationship Id="rId11" Type="http://schemas.openxmlformats.org/officeDocument/2006/relationships/image" Target="../media/image867.png"/><Relationship Id="rId24" Type="http://schemas.openxmlformats.org/officeDocument/2006/relationships/customXml" Target="../ink/ink1158.xml"/><Relationship Id="rId32" Type="http://schemas.openxmlformats.org/officeDocument/2006/relationships/customXml" Target="../ink/ink1162.xml"/><Relationship Id="rId37" Type="http://schemas.openxmlformats.org/officeDocument/2006/relationships/image" Target="../media/image880.png"/><Relationship Id="rId40" Type="http://schemas.openxmlformats.org/officeDocument/2006/relationships/customXml" Target="../ink/ink1166.xml"/><Relationship Id="rId45" Type="http://schemas.openxmlformats.org/officeDocument/2006/relationships/image" Target="../media/image884.png"/><Relationship Id="rId53" Type="http://schemas.openxmlformats.org/officeDocument/2006/relationships/image" Target="../media/image888.png"/><Relationship Id="rId58" Type="http://schemas.openxmlformats.org/officeDocument/2006/relationships/customXml" Target="../ink/ink1175.xml"/><Relationship Id="rId66" Type="http://schemas.openxmlformats.org/officeDocument/2006/relationships/customXml" Target="../ink/ink1179.xml"/><Relationship Id="rId74" Type="http://schemas.openxmlformats.org/officeDocument/2006/relationships/customXml" Target="../ink/ink1183.xml"/><Relationship Id="rId5" Type="http://schemas.openxmlformats.org/officeDocument/2006/relationships/image" Target="../media/image864.png"/><Relationship Id="rId61" Type="http://schemas.openxmlformats.org/officeDocument/2006/relationships/image" Target="../media/image892.png"/><Relationship Id="rId19" Type="http://schemas.openxmlformats.org/officeDocument/2006/relationships/image" Target="../media/image871.png"/><Relationship Id="rId14" Type="http://schemas.openxmlformats.org/officeDocument/2006/relationships/customXml" Target="../ink/ink1153.xml"/><Relationship Id="rId22" Type="http://schemas.openxmlformats.org/officeDocument/2006/relationships/customXml" Target="../ink/ink1157.xml"/><Relationship Id="rId27" Type="http://schemas.openxmlformats.org/officeDocument/2006/relationships/image" Target="../media/image875.png"/><Relationship Id="rId30" Type="http://schemas.openxmlformats.org/officeDocument/2006/relationships/customXml" Target="../ink/ink1161.xml"/><Relationship Id="rId35" Type="http://schemas.openxmlformats.org/officeDocument/2006/relationships/image" Target="../media/image879.png"/><Relationship Id="rId43" Type="http://schemas.openxmlformats.org/officeDocument/2006/relationships/image" Target="../media/image883.png"/><Relationship Id="rId48" Type="http://schemas.openxmlformats.org/officeDocument/2006/relationships/customXml" Target="../ink/ink1170.xml"/><Relationship Id="rId56" Type="http://schemas.openxmlformats.org/officeDocument/2006/relationships/customXml" Target="../ink/ink1174.xml"/><Relationship Id="rId64" Type="http://schemas.openxmlformats.org/officeDocument/2006/relationships/customXml" Target="../ink/ink1178.xml"/><Relationship Id="rId69" Type="http://schemas.openxmlformats.org/officeDocument/2006/relationships/image" Target="../media/image896.png"/><Relationship Id="rId77" Type="http://schemas.openxmlformats.org/officeDocument/2006/relationships/image" Target="../media/image900.png"/><Relationship Id="rId8" Type="http://schemas.openxmlformats.org/officeDocument/2006/relationships/customXml" Target="../ink/ink1150.xml"/><Relationship Id="rId51" Type="http://schemas.openxmlformats.org/officeDocument/2006/relationships/image" Target="../media/image887.png"/><Relationship Id="rId72" Type="http://schemas.openxmlformats.org/officeDocument/2006/relationships/customXml" Target="../ink/ink1182.xml"/><Relationship Id="rId3" Type="http://schemas.openxmlformats.org/officeDocument/2006/relationships/image" Target="../media/image863.png"/><Relationship Id="rId12" Type="http://schemas.openxmlformats.org/officeDocument/2006/relationships/customXml" Target="../ink/ink1152.xml"/><Relationship Id="rId17" Type="http://schemas.openxmlformats.org/officeDocument/2006/relationships/image" Target="../media/image870.png"/><Relationship Id="rId25" Type="http://schemas.openxmlformats.org/officeDocument/2006/relationships/image" Target="../media/image874.png"/><Relationship Id="rId33" Type="http://schemas.openxmlformats.org/officeDocument/2006/relationships/image" Target="../media/image878.png"/><Relationship Id="rId38" Type="http://schemas.openxmlformats.org/officeDocument/2006/relationships/customXml" Target="../ink/ink1165.xml"/><Relationship Id="rId46" Type="http://schemas.openxmlformats.org/officeDocument/2006/relationships/customXml" Target="../ink/ink1169.xml"/><Relationship Id="rId59" Type="http://schemas.openxmlformats.org/officeDocument/2006/relationships/image" Target="../media/image891.png"/><Relationship Id="rId67" Type="http://schemas.openxmlformats.org/officeDocument/2006/relationships/image" Target="../media/image895.png"/><Relationship Id="rId20" Type="http://schemas.openxmlformats.org/officeDocument/2006/relationships/customXml" Target="../ink/ink1156.xml"/><Relationship Id="rId41" Type="http://schemas.openxmlformats.org/officeDocument/2006/relationships/image" Target="../media/image882.png"/><Relationship Id="rId54" Type="http://schemas.openxmlformats.org/officeDocument/2006/relationships/customXml" Target="../ink/ink1173.xml"/><Relationship Id="rId62" Type="http://schemas.openxmlformats.org/officeDocument/2006/relationships/customXml" Target="../ink/ink1177.xml"/><Relationship Id="rId70" Type="http://schemas.openxmlformats.org/officeDocument/2006/relationships/customXml" Target="../ink/ink1181.xml"/><Relationship Id="rId75" Type="http://schemas.openxmlformats.org/officeDocument/2006/relationships/image" Target="../media/image899.png"/><Relationship Id="rId1" Type="http://schemas.openxmlformats.org/officeDocument/2006/relationships/slideLayout" Target="../slideLayouts/slideLayout2.xml"/><Relationship Id="rId6" Type="http://schemas.openxmlformats.org/officeDocument/2006/relationships/customXml" Target="../ink/ink1149.xml"/><Relationship Id="rId15" Type="http://schemas.openxmlformats.org/officeDocument/2006/relationships/image" Target="../media/image869.png"/><Relationship Id="rId23" Type="http://schemas.openxmlformats.org/officeDocument/2006/relationships/image" Target="../media/image873.png"/><Relationship Id="rId28" Type="http://schemas.openxmlformats.org/officeDocument/2006/relationships/customXml" Target="../ink/ink1160.xml"/><Relationship Id="rId36" Type="http://schemas.openxmlformats.org/officeDocument/2006/relationships/customXml" Target="../ink/ink1164.xml"/><Relationship Id="rId49" Type="http://schemas.openxmlformats.org/officeDocument/2006/relationships/image" Target="../media/image886.png"/><Relationship Id="rId57" Type="http://schemas.openxmlformats.org/officeDocument/2006/relationships/image" Target="../media/image890.png"/><Relationship Id="rId10" Type="http://schemas.openxmlformats.org/officeDocument/2006/relationships/customXml" Target="../ink/ink1151.xml"/><Relationship Id="rId31" Type="http://schemas.openxmlformats.org/officeDocument/2006/relationships/image" Target="../media/image877.png"/><Relationship Id="rId44" Type="http://schemas.openxmlformats.org/officeDocument/2006/relationships/customXml" Target="../ink/ink1168.xml"/><Relationship Id="rId52" Type="http://schemas.openxmlformats.org/officeDocument/2006/relationships/customXml" Target="../ink/ink1172.xml"/><Relationship Id="rId60" Type="http://schemas.openxmlformats.org/officeDocument/2006/relationships/customXml" Target="../ink/ink1176.xml"/><Relationship Id="rId65" Type="http://schemas.openxmlformats.org/officeDocument/2006/relationships/image" Target="../media/image894.png"/><Relationship Id="rId73" Type="http://schemas.openxmlformats.org/officeDocument/2006/relationships/image" Target="../media/image898.png"/><Relationship Id="rId4" Type="http://schemas.openxmlformats.org/officeDocument/2006/relationships/customXml" Target="../ink/ink1148.xml"/><Relationship Id="rId9" Type="http://schemas.openxmlformats.org/officeDocument/2006/relationships/image" Target="../media/image866.png"/><Relationship Id="rId13" Type="http://schemas.openxmlformats.org/officeDocument/2006/relationships/image" Target="../media/image868.png"/><Relationship Id="rId18" Type="http://schemas.openxmlformats.org/officeDocument/2006/relationships/customXml" Target="../ink/ink1155.xml"/><Relationship Id="rId39" Type="http://schemas.openxmlformats.org/officeDocument/2006/relationships/image" Target="../media/image881.png"/><Relationship Id="rId34" Type="http://schemas.openxmlformats.org/officeDocument/2006/relationships/customXml" Target="../ink/ink1163.xml"/><Relationship Id="rId50" Type="http://schemas.openxmlformats.org/officeDocument/2006/relationships/customXml" Target="../ink/ink1171.xml"/><Relationship Id="rId55" Type="http://schemas.openxmlformats.org/officeDocument/2006/relationships/image" Target="../media/image889.png"/><Relationship Id="rId76" Type="http://schemas.openxmlformats.org/officeDocument/2006/relationships/customXml" Target="../ink/ink1184.xml"/><Relationship Id="rId7" Type="http://schemas.openxmlformats.org/officeDocument/2006/relationships/image" Target="../media/image865.png"/><Relationship Id="rId71" Type="http://schemas.openxmlformats.org/officeDocument/2006/relationships/image" Target="../media/image897.png"/><Relationship Id="rId2" Type="http://schemas.openxmlformats.org/officeDocument/2006/relationships/customXml" Target="../ink/ink1147.xml"/><Relationship Id="rId29" Type="http://schemas.openxmlformats.org/officeDocument/2006/relationships/image" Target="../media/image87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17" Type="http://schemas.openxmlformats.org/officeDocument/2006/relationships/image" Target="../media/image957.png"/><Relationship Id="rId21" Type="http://schemas.openxmlformats.org/officeDocument/2006/relationships/image" Target="../media/image910.png"/><Relationship Id="rId324" Type="http://schemas.openxmlformats.org/officeDocument/2006/relationships/customXml" Target="../ink/ink1347.xml"/><Relationship Id="rId531" Type="http://schemas.openxmlformats.org/officeDocument/2006/relationships/customXml" Target="../ink/ink1452.xml"/><Relationship Id="rId170" Type="http://schemas.openxmlformats.org/officeDocument/2006/relationships/customXml" Target="../ink/ink1269.xml"/><Relationship Id="rId268" Type="http://schemas.openxmlformats.org/officeDocument/2006/relationships/image" Target="../media/image1032.png"/><Relationship Id="rId475" Type="http://schemas.openxmlformats.org/officeDocument/2006/relationships/customXml" Target="../ink/ink1423.xml"/><Relationship Id="rId32" Type="http://schemas.openxmlformats.org/officeDocument/2006/relationships/customXml" Target="../ink/ink1200.xml"/><Relationship Id="rId128" Type="http://schemas.openxmlformats.org/officeDocument/2006/relationships/customXml" Target="../ink/ink1248.xml"/><Relationship Id="rId335" Type="http://schemas.openxmlformats.org/officeDocument/2006/relationships/image" Target="../media/image1064.png"/><Relationship Id="rId542" Type="http://schemas.openxmlformats.org/officeDocument/2006/relationships/image" Target="../media/image1166.png"/><Relationship Id="rId181" Type="http://schemas.openxmlformats.org/officeDocument/2006/relationships/image" Target="../media/image989.png"/><Relationship Id="rId402" Type="http://schemas.openxmlformats.org/officeDocument/2006/relationships/customXml" Target="../ink/ink1386.xml"/><Relationship Id="rId279" Type="http://schemas.openxmlformats.org/officeDocument/2006/relationships/customXml" Target="../ink/ink1324.xml"/><Relationship Id="rId486" Type="http://schemas.openxmlformats.org/officeDocument/2006/relationships/image" Target="../media/image1139.png"/><Relationship Id="rId43" Type="http://schemas.openxmlformats.org/officeDocument/2006/relationships/image" Target="../media/image921.png"/><Relationship Id="rId139" Type="http://schemas.openxmlformats.org/officeDocument/2006/relationships/image" Target="../media/image968.png"/><Relationship Id="rId346" Type="http://schemas.openxmlformats.org/officeDocument/2006/relationships/customXml" Target="../ink/ink1358.xml"/><Relationship Id="rId192" Type="http://schemas.openxmlformats.org/officeDocument/2006/relationships/customXml" Target="../ink/ink1280.xml"/><Relationship Id="rId206" Type="http://schemas.openxmlformats.org/officeDocument/2006/relationships/customXml" Target="../ink/ink1287.xml"/><Relationship Id="rId413" Type="http://schemas.openxmlformats.org/officeDocument/2006/relationships/image" Target="../media/image1103.png"/><Relationship Id="rId497" Type="http://schemas.openxmlformats.org/officeDocument/2006/relationships/customXml" Target="../ink/ink1434.xml"/><Relationship Id="rId12" Type="http://schemas.openxmlformats.org/officeDocument/2006/relationships/customXml" Target="../ink/ink1190.xml"/><Relationship Id="rId108" Type="http://schemas.openxmlformats.org/officeDocument/2006/relationships/customXml" Target="../ink/ink1238.xml"/><Relationship Id="rId315" Type="http://schemas.openxmlformats.org/officeDocument/2006/relationships/image" Target="../media/image1055.png"/><Relationship Id="rId357" Type="http://schemas.openxmlformats.org/officeDocument/2006/relationships/image" Target="../media/image1075.png"/><Relationship Id="rId522" Type="http://schemas.openxmlformats.org/officeDocument/2006/relationships/image" Target="../media/image1156.png"/><Relationship Id="rId54" Type="http://schemas.openxmlformats.org/officeDocument/2006/relationships/customXml" Target="../ink/ink1211.xml"/><Relationship Id="rId96" Type="http://schemas.openxmlformats.org/officeDocument/2006/relationships/customXml" Target="../ink/ink1232.xml"/><Relationship Id="rId161" Type="http://schemas.openxmlformats.org/officeDocument/2006/relationships/image" Target="../media/image979.png"/><Relationship Id="rId217" Type="http://schemas.openxmlformats.org/officeDocument/2006/relationships/image" Target="../media/image1007.png"/><Relationship Id="rId399" Type="http://schemas.openxmlformats.org/officeDocument/2006/relationships/image" Target="../media/image1096.png"/><Relationship Id="rId259" Type="http://schemas.openxmlformats.org/officeDocument/2006/relationships/customXml" Target="../ink/ink1314.xml"/><Relationship Id="rId424" Type="http://schemas.openxmlformats.org/officeDocument/2006/relationships/customXml" Target="../ink/ink1397.xml"/><Relationship Id="rId466" Type="http://schemas.openxmlformats.org/officeDocument/2006/relationships/image" Target="../media/image1129.png"/><Relationship Id="rId23" Type="http://schemas.openxmlformats.org/officeDocument/2006/relationships/image" Target="../media/image911.png"/><Relationship Id="rId119" Type="http://schemas.openxmlformats.org/officeDocument/2006/relationships/image" Target="../media/image958.png"/><Relationship Id="rId270" Type="http://schemas.openxmlformats.org/officeDocument/2006/relationships/image" Target="../media/image1033.png"/><Relationship Id="rId326" Type="http://schemas.openxmlformats.org/officeDocument/2006/relationships/customXml" Target="../ink/ink1348.xml"/><Relationship Id="rId533" Type="http://schemas.openxmlformats.org/officeDocument/2006/relationships/customXml" Target="../ink/ink1453.xml"/><Relationship Id="rId65" Type="http://schemas.openxmlformats.org/officeDocument/2006/relationships/image" Target="../media/image932.png"/><Relationship Id="rId130" Type="http://schemas.openxmlformats.org/officeDocument/2006/relationships/customXml" Target="../ink/ink1249.xml"/><Relationship Id="rId368" Type="http://schemas.openxmlformats.org/officeDocument/2006/relationships/customXml" Target="../ink/ink1369.xml"/><Relationship Id="rId172" Type="http://schemas.openxmlformats.org/officeDocument/2006/relationships/customXml" Target="../ink/ink1270.xml"/><Relationship Id="rId228" Type="http://schemas.openxmlformats.org/officeDocument/2006/relationships/customXml" Target="../ink/ink1298.xml"/><Relationship Id="rId435" Type="http://schemas.openxmlformats.org/officeDocument/2006/relationships/image" Target="../media/image1114.png"/><Relationship Id="rId477" Type="http://schemas.openxmlformats.org/officeDocument/2006/relationships/customXml" Target="../ink/ink1424.xml"/><Relationship Id="rId281" Type="http://schemas.openxmlformats.org/officeDocument/2006/relationships/customXml" Target="../ink/ink1325.xml"/><Relationship Id="rId337" Type="http://schemas.openxmlformats.org/officeDocument/2006/relationships/image" Target="../media/image1065.png"/><Relationship Id="rId502" Type="http://schemas.openxmlformats.org/officeDocument/2006/relationships/image" Target="../media/image1147.png"/><Relationship Id="rId34" Type="http://schemas.openxmlformats.org/officeDocument/2006/relationships/customXml" Target="../ink/ink1201.xml"/><Relationship Id="rId76" Type="http://schemas.openxmlformats.org/officeDocument/2006/relationships/customXml" Target="../ink/ink1222.xml"/><Relationship Id="rId141" Type="http://schemas.openxmlformats.org/officeDocument/2006/relationships/image" Target="../media/image969.png"/><Relationship Id="rId379" Type="http://schemas.openxmlformats.org/officeDocument/2006/relationships/image" Target="../media/image1086.png"/><Relationship Id="rId544" Type="http://schemas.openxmlformats.org/officeDocument/2006/relationships/image" Target="../media/image1167.png"/><Relationship Id="rId7" Type="http://schemas.openxmlformats.org/officeDocument/2006/relationships/image" Target="../media/image903.png"/><Relationship Id="rId183" Type="http://schemas.openxmlformats.org/officeDocument/2006/relationships/image" Target="../media/image990.png"/><Relationship Id="rId239" Type="http://schemas.openxmlformats.org/officeDocument/2006/relationships/customXml" Target="../ink/ink1304.xml"/><Relationship Id="rId390" Type="http://schemas.openxmlformats.org/officeDocument/2006/relationships/customXml" Target="../ink/ink1380.xml"/><Relationship Id="rId404" Type="http://schemas.openxmlformats.org/officeDocument/2006/relationships/customXml" Target="../ink/ink1387.xml"/><Relationship Id="rId446" Type="http://schemas.openxmlformats.org/officeDocument/2006/relationships/customXml" Target="../ink/ink1408.xml"/><Relationship Id="rId250" Type="http://schemas.openxmlformats.org/officeDocument/2006/relationships/image" Target="../media/image1023.png"/><Relationship Id="rId292" Type="http://schemas.openxmlformats.org/officeDocument/2006/relationships/image" Target="../media/image1044.png"/><Relationship Id="rId306" Type="http://schemas.openxmlformats.org/officeDocument/2006/relationships/image" Target="../media/image1051.png"/><Relationship Id="rId488" Type="http://schemas.openxmlformats.org/officeDocument/2006/relationships/image" Target="../media/image1140.png"/><Relationship Id="rId45" Type="http://schemas.openxmlformats.org/officeDocument/2006/relationships/image" Target="../media/image922.png"/><Relationship Id="rId87" Type="http://schemas.openxmlformats.org/officeDocument/2006/relationships/image" Target="../media/image943.png"/><Relationship Id="rId110" Type="http://schemas.openxmlformats.org/officeDocument/2006/relationships/customXml" Target="../ink/ink1239.xml"/><Relationship Id="rId348" Type="http://schemas.openxmlformats.org/officeDocument/2006/relationships/customXml" Target="../ink/ink1359.xml"/><Relationship Id="rId513" Type="http://schemas.openxmlformats.org/officeDocument/2006/relationships/customXml" Target="../ink/ink1442.xml"/><Relationship Id="rId152" Type="http://schemas.openxmlformats.org/officeDocument/2006/relationships/customXml" Target="../ink/ink1260.xml"/><Relationship Id="rId194" Type="http://schemas.openxmlformats.org/officeDocument/2006/relationships/customXml" Target="../ink/ink1281.xml"/><Relationship Id="rId208" Type="http://schemas.openxmlformats.org/officeDocument/2006/relationships/customXml" Target="../ink/ink1288.xml"/><Relationship Id="rId415" Type="http://schemas.openxmlformats.org/officeDocument/2006/relationships/image" Target="../media/image1104.png"/><Relationship Id="rId457" Type="http://schemas.openxmlformats.org/officeDocument/2006/relationships/image" Target="../media/image1125.png"/><Relationship Id="rId261" Type="http://schemas.openxmlformats.org/officeDocument/2006/relationships/customXml" Target="../ink/ink1315.xml"/><Relationship Id="rId499" Type="http://schemas.openxmlformats.org/officeDocument/2006/relationships/customXml" Target="../ink/ink1435.xml"/><Relationship Id="rId14" Type="http://schemas.openxmlformats.org/officeDocument/2006/relationships/customXml" Target="../ink/ink1191.xml"/><Relationship Id="rId56" Type="http://schemas.openxmlformats.org/officeDocument/2006/relationships/customXml" Target="../ink/ink1212.xml"/><Relationship Id="rId317" Type="http://schemas.openxmlformats.org/officeDocument/2006/relationships/image" Target="../media/image1056.png"/><Relationship Id="rId359" Type="http://schemas.openxmlformats.org/officeDocument/2006/relationships/image" Target="../media/image1076.png"/><Relationship Id="rId524" Type="http://schemas.openxmlformats.org/officeDocument/2006/relationships/image" Target="../media/image1157.png"/><Relationship Id="rId98" Type="http://schemas.openxmlformats.org/officeDocument/2006/relationships/customXml" Target="../ink/ink1233.xml"/><Relationship Id="rId121" Type="http://schemas.openxmlformats.org/officeDocument/2006/relationships/image" Target="../media/image959.png"/><Relationship Id="rId163" Type="http://schemas.openxmlformats.org/officeDocument/2006/relationships/image" Target="../media/image980.png"/><Relationship Id="rId219" Type="http://schemas.openxmlformats.org/officeDocument/2006/relationships/image" Target="../media/image1008.png"/><Relationship Id="rId370" Type="http://schemas.openxmlformats.org/officeDocument/2006/relationships/customXml" Target="../ink/ink1370.xml"/><Relationship Id="rId426" Type="http://schemas.openxmlformats.org/officeDocument/2006/relationships/customXml" Target="../ink/ink1398.xml"/><Relationship Id="rId230" Type="http://schemas.openxmlformats.org/officeDocument/2006/relationships/image" Target="../media/image1013.png"/><Relationship Id="rId468" Type="http://schemas.openxmlformats.org/officeDocument/2006/relationships/image" Target="../media/image1130.png"/><Relationship Id="rId25" Type="http://schemas.openxmlformats.org/officeDocument/2006/relationships/image" Target="../media/image912.png"/><Relationship Id="rId67" Type="http://schemas.openxmlformats.org/officeDocument/2006/relationships/image" Target="../media/image933.png"/><Relationship Id="rId272" Type="http://schemas.openxmlformats.org/officeDocument/2006/relationships/image" Target="../media/image1034.png"/><Relationship Id="rId328" Type="http://schemas.openxmlformats.org/officeDocument/2006/relationships/customXml" Target="../ink/ink1349.xml"/><Relationship Id="rId535" Type="http://schemas.openxmlformats.org/officeDocument/2006/relationships/customXml" Target="../ink/ink1454.xml"/><Relationship Id="rId132" Type="http://schemas.openxmlformats.org/officeDocument/2006/relationships/customXml" Target="../ink/ink1250.xml"/><Relationship Id="rId174" Type="http://schemas.openxmlformats.org/officeDocument/2006/relationships/customXml" Target="../ink/ink1271.xml"/><Relationship Id="rId381" Type="http://schemas.openxmlformats.org/officeDocument/2006/relationships/image" Target="../media/image1087.png"/><Relationship Id="rId241" Type="http://schemas.openxmlformats.org/officeDocument/2006/relationships/customXml" Target="../ink/ink1305.xml"/><Relationship Id="rId437" Type="http://schemas.openxmlformats.org/officeDocument/2006/relationships/image" Target="../media/image1115.png"/><Relationship Id="rId479" Type="http://schemas.openxmlformats.org/officeDocument/2006/relationships/customXml" Target="../ink/ink1425.xml"/><Relationship Id="rId36" Type="http://schemas.openxmlformats.org/officeDocument/2006/relationships/customXml" Target="../ink/ink1202.xml"/><Relationship Id="rId283" Type="http://schemas.openxmlformats.org/officeDocument/2006/relationships/customXml" Target="../ink/ink1326.xml"/><Relationship Id="rId339" Type="http://schemas.openxmlformats.org/officeDocument/2006/relationships/image" Target="../media/image1066.png"/><Relationship Id="rId490" Type="http://schemas.openxmlformats.org/officeDocument/2006/relationships/image" Target="../media/image1141.png"/><Relationship Id="rId504" Type="http://schemas.openxmlformats.org/officeDocument/2006/relationships/image" Target="../media/image1148.png"/><Relationship Id="rId546" Type="http://schemas.openxmlformats.org/officeDocument/2006/relationships/image" Target="../media/image1168.png"/><Relationship Id="rId78" Type="http://schemas.openxmlformats.org/officeDocument/2006/relationships/customXml" Target="../ink/ink1223.xml"/><Relationship Id="rId101" Type="http://schemas.openxmlformats.org/officeDocument/2006/relationships/image" Target="../media/image949.png"/><Relationship Id="rId143" Type="http://schemas.openxmlformats.org/officeDocument/2006/relationships/image" Target="../media/image970.png"/><Relationship Id="rId185" Type="http://schemas.openxmlformats.org/officeDocument/2006/relationships/image" Target="../media/image991.png"/><Relationship Id="rId350" Type="http://schemas.openxmlformats.org/officeDocument/2006/relationships/customXml" Target="../ink/ink1360.xml"/><Relationship Id="rId406" Type="http://schemas.openxmlformats.org/officeDocument/2006/relationships/customXml" Target="../ink/ink1388.xml"/><Relationship Id="rId9" Type="http://schemas.openxmlformats.org/officeDocument/2006/relationships/image" Target="../media/image904.png"/><Relationship Id="rId210" Type="http://schemas.openxmlformats.org/officeDocument/2006/relationships/customXml" Target="../ink/ink1289.xml"/><Relationship Id="rId392" Type="http://schemas.openxmlformats.org/officeDocument/2006/relationships/customXml" Target="../ink/ink1381.xml"/><Relationship Id="rId448" Type="http://schemas.openxmlformats.org/officeDocument/2006/relationships/customXml" Target="../ink/ink1409.xml"/><Relationship Id="rId252" Type="http://schemas.openxmlformats.org/officeDocument/2006/relationships/image" Target="../media/image1024.png"/><Relationship Id="rId294" Type="http://schemas.openxmlformats.org/officeDocument/2006/relationships/image" Target="../media/image1045.png"/><Relationship Id="rId308" Type="http://schemas.openxmlformats.org/officeDocument/2006/relationships/image" Target="../media/image1052.png"/><Relationship Id="rId515" Type="http://schemas.openxmlformats.org/officeDocument/2006/relationships/image" Target="../media/image1153.png"/><Relationship Id="rId47" Type="http://schemas.openxmlformats.org/officeDocument/2006/relationships/image" Target="../media/image923.png"/><Relationship Id="rId89" Type="http://schemas.openxmlformats.org/officeDocument/2006/relationships/image" Target="../media/image944.png"/><Relationship Id="rId112" Type="http://schemas.openxmlformats.org/officeDocument/2006/relationships/customXml" Target="../ink/ink1240.xml"/><Relationship Id="rId154" Type="http://schemas.openxmlformats.org/officeDocument/2006/relationships/customXml" Target="../ink/ink1261.xml"/><Relationship Id="rId361" Type="http://schemas.openxmlformats.org/officeDocument/2006/relationships/image" Target="../media/image1077.png"/><Relationship Id="rId196" Type="http://schemas.openxmlformats.org/officeDocument/2006/relationships/customXml" Target="../ink/ink1282.xml"/><Relationship Id="rId417" Type="http://schemas.openxmlformats.org/officeDocument/2006/relationships/image" Target="../media/image1105.png"/><Relationship Id="rId459" Type="http://schemas.openxmlformats.org/officeDocument/2006/relationships/image" Target="../media/image1126.png"/><Relationship Id="rId16" Type="http://schemas.openxmlformats.org/officeDocument/2006/relationships/customXml" Target="../ink/ink1192.xml"/><Relationship Id="rId221" Type="http://schemas.openxmlformats.org/officeDocument/2006/relationships/image" Target="../media/image1009.png"/><Relationship Id="rId263" Type="http://schemas.openxmlformats.org/officeDocument/2006/relationships/customXml" Target="../ink/ink1316.xml"/><Relationship Id="rId319" Type="http://schemas.openxmlformats.org/officeDocument/2006/relationships/image" Target="../media/image1057.png"/><Relationship Id="rId470" Type="http://schemas.openxmlformats.org/officeDocument/2006/relationships/image" Target="../media/image1131.png"/><Relationship Id="rId526" Type="http://schemas.openxmlformats.org/officeDocument/2006/relationships/image" Target="../media/image1158.png"/><Relationship Id="rId58" Type="http://schemas.openxmlformats.org/officeDocument/2006/relationships/customXml" Target="../ink/ink1213.xml"/><Relationship Id="rId123" Type="http://schemas.openxmlformats.org/officeDocument/2006/relationships/image" Target="../media/image960.png"/><Relationship Id="rId330" Type="http://schemas.openxmlformats.org/officeDocument/2006/relationships/customXml" Target="../ink/ink1350.xml"/><Relationship Id="rId165" Type="http://schemas.openxmlformats.org/officeDocument/2006/relationships/image" Target="../media/image981.png"/><Relationship Id="rId372" Type="http://schemas.openxmlformats.org/officeDocument/2006/relationships/customXml" Target="../ink/ink1371.xml"/><Relationship Id="rId428" Type="http://schemas.openxmlformats.org/officeDocument/2006/relationships/customXml" Target="../ink/ink1399.xml"/><Relationship Id="rId232" Type="http://schemas.openxmlformats.org/officeDocument/2006/relationships/image" Target="../media/image1014.png"/><Relationship Id="rId274" Type="http://schemas.openxmlformats.org/officeDocument/2006/relationships/image" Target="../media/image1035.png"/><Relationship Id="rId481" Type="http://schemas.openxmlformats.org/officeDocument/2006/relationships/customXml" Target="../ink/ink1426.xml"/><Relationship Id="rId27" Type="http://schemas.openxmlformats.org/officeDocument/2006/relationships/image" Target="../media/image913.png"/><Relationship Id="rId69" Type="http://schemas.openxmlformats.org/officeDocument/2006/relationships/image" Target="../media/image934.png"/><Relationship Id="rId134" Type="http://schemas.openxmlformats.org/officeDocument/2006/relationships/customXml" Target="../ink/ink1251.xml"/><Relationship Id="rId537" Type="http://schemas.openxmlformats.org/officeDocument/2006/relationships/customXml" Target="../ink/ink1455.xml"/><Relationship Id="rId80" Type="http://schemas.openxmlformats.org/officeDocument/2006/relationships/customXml" Target="../ink/ink1224.xml"/><Relationship Id="rId176" Type="http://schemas.openxmlformats.org/officeDocument/2006/relationships/customXml" Target="../ink/ink1272.xml"/><Relationship Id="rId341" Type="http://schemas.openxmlformats.org/officeDocument/2006/relationships/image" Target="../media/image1067.png"/><Relationship Id="rId383" Type="http://schemas.openxmlformats.org/officeDocument/2006/relationships/image" Target="../media/image1088.png"/><Relationship Id="rId439" Type="http://schemas.openxmlformats.org/officeDocument/2006/relationships/image" Target="../media/image1116.png"/><Relationship Id="rId201" Type="http://schemas.openxmlformats.org/officeDocument/2006/relationships/image" Target="../media/image999.png"/><Relationship Id="rId243" Type="http://schemas.openxmlformats.org/officeDocument/2006/relationships/customXml" Target="../ink/ink1306.xml"/><Relationship Id="rId285" Type="http://schemas.openxmlformats.org/officeDocument/2006/relationships/customXml" Target="../ink/ink1327.xml"/><Relationship Id="rId450" Type="http://schemas.openxmlformats.org/officeDocument/2006/relationships/customXml" Target="../ink/ink1410.xml"/><Relationship Id="rId506" Type="http://schemas.openxmlformats.org/officeDocument/2006/relationships/image" Target="../media/image1149.png"/><Relationship Id="rId38" Type="http://schemas.openxmlformats.org/officeDocument/2006/relationships/customXml" Target="../ink/ink1203.xml"/><Relationship Id="rId103" Type="http://schemas.openxmlformats.org/officeDocument/2006/relationships/image" Target="../media/image950.png"/><Relationship Id="rId310" Type="http://schemas.openxmlformats.org/officeDocument/2006/relationships/image" Target="../media/image1053.png"/><Relationship Id="rId492" Type="http://schemas.openxmlformats.org/officeDocument/2006/relationships/image" Target="../media/image1142.png"/><Relationship Id="rId548" Type="http://schemas.openxmlformats.org/officeDocument/2006/relationships/image" Target="../media/image1169.png"/><Relationship Id="rId91" Type="http://schemas.openxmlformats.org/officeDocument/2006/relationships/image" Target="../media/image945.png"/><Relationship Id="rId145" Type="http://schemas.openxmlformats.org/officeDocument/2006/relationships/image" Target="../media/image971.png"/><Relationship Id="rId187" Type="http://schemas.openxmlformats.org/officeDocument/2006/relationships/image" Target="../media/image992.png"/><Relationship Id="rId352" Type="http://schemas.openxmlformats.org/officeDocument/2006/relationships/customXml" Target="../ink/ink1361.xml"/><Relationship Id="rId394" Type="http://schemas.openxmlformats.org/officeDocument/2006/relationships/customXml" Target="../ink/ink1382.xml"/><Relationship Id="rId408" Type="http://schemas.openxmlformats.org/officeDocument/2006/relationships/customXml" Target="../ink/ink1389.xml"/><Relationship Id="rId212" Type="http://schemas.openxmlformats.org/officeDocument/2006/relationships/customXml" Target="../ink/ink1290.xml"/><Relationship Id="rId254" Type="http://schemas.openxmlformats.org/officeDocument/2006/relationships/image" Target="../media/image1025.png"/><Relationship Id="rId49" Type="http://schemas.openxmlformats.org/officeDocument/2006/relationships/image" Target="../media/image924.png"/><Relationship Id="rId114" Type="http://schemas.openxmlformats.org/officeDocument/2006/relationships/customXml" Target="../ink/ink1241.xml"/><Relationship Id="rId296" Type="http://schemas.openxmlformats.org/officeDocument/2006/relationships/image" Target="../media/image1046.png"/><Relationship Id="rId461" Type="http://schemas.openxmlformats.org/officeDocument/2006/relationships/image" Target="../media/image1127.png"/><Relationship Id="rId517" Type="http://schemas.openxmlformats.org/officeDocument/2006/relationships/image" Target="../media/image1154.png"/><Relationship Id="rId60" Type="http://schemas.openxmlformats.org/officeDocument/2006/relationships/customXml" Target="../ink/ink1214.xml"/><Relationship Id="rId156" Type="http://schemas.openxmlformats.org/officeDocument/2006/relationships/customXml" Target="../ink/ink1262.xml"/><Relationship Id="rId198" Type="http://schemas.openxmlformats.org/officeDocument/2006/relationships/customXml" Target="../ink/ink1283.xml"/><Relationship Id="rId321" Type="http://schemas.openxmlformats.org/officeDocument/2006/relationships/image" Target="../media/image1058.png"/><Relationship Id="rId363" Type="http://schemas.openxmlformats.org/officeDocument/2006/relationships/image" Target="../media/image1078.png"/><Relationship Id="rId419" Type="http://schemas.openxmlformats.org/officeDocument/2006/relationships/image" Target="../media/image1106.png"/><Relationship Id="rId223" Type="http://schemas.openxmlformats.org/officeDocument/2006/relationships/image" Target="../media/image1010.png"/><Relationship Id="rId430" Type="http://schemas.openxmlformats.org/officeDocument/2006/relationships/customXml" Target="../ink/ink1400.xml"/><Relationship Id="rId18" Type="http://schemas.openxmlformats.org/officeDocument/2006/relationships/customXml" Target="../ink/ink1193.xml"/><Relationship Id="rId265" Type="http://schemas.openxmlformats.org/officeDocument/2006/relationships/customXml" Target="../ink/ink1317.xml"/><Relationship Id="rId472" Type="http://schemas.openxmlformats.org/officeDocument/2006/relationships/image" Target="../media/image1132.png"/><Relationship Id="rId528" Type="http://schemas.openxmlformats.org/officeDocument/2006/relationships/image" Target="../media/image1159.png"/><Relationship Id="rId125" Type="http://schemas.openxmlformats.org/officeDocument/2006/relationships/image" Target="../media/image961.png"/><Relationship Id="rId167" Type="http://schemas.openxmlformats.org/officeDocument/2006/relationships/image" Target="../media/image982.png"/><Relationship Id="rId332" Type="http://schemas.openxmlformats.org/officeDocument/2006/relationships/customXml" Target="../ink/ink1351.xml"/><Relationship Id="rId374" Type="http://schemas.openxmlformats.org/officeDocument/2006/relationships/customXml" Target="../ink/ink1372.xml"/><Relationship Id="rId71" Type="http://schemas.openxmlformats.org/officeDocument/2006/relationships/image" Target="../media/image935.png"/><Relationship Id="rId234" Type="http://schemas.openxmlformats.org/officeDocument/2006/relationships/image" Target="../media/image1015.png"/><Relationship Id="rId2" Type="http://schemas.openxmlformats.org/officeDocument/2006/relationships/customXml" Target="../ink/ink1185.xml"/><Relationship Id="rId29" Type="http://schemas.openxmlformats.org/officeDocument/2006/relationships/image" Target="../media/image914.png"/><Relationship Id="rId276" Type="http://schemas.openxmlformats.org/officeDocument/2006/relationships/image" Target="../media/image1036.png"/><Relationship Id="rId441" Type="http://schemas.openxmlformats.org/officeDocument/2006/relationships/image" Target="../media/image1117.png"/><Relationship Id="rId483" Type="http://schemas.openxmlformats.org/officeDocument/2006/relationships/customXml" Target="../ink/ink1427.xml"/><Relationship Id="rId539" Type="http://schemas.openxmlformats.org/officeDocument/2006/relationships/customXml" Target="../ink/ink1456.xml"/><Relationship Id="rId40" Type="http://schemas.openxmlformats.org/officeDocument/2006/relationships/customXml" Target="../ink/ink1204.xml"/><Relationship Id="rId136" Type="http://schemas.openxmlformats.org/officeDocument/2006/relationships/customXml" Target="../ink/ink1252.xml"/><Relationship Id="rId178" Type="http://schemas.openxmlformats.org/officeDocument/2006/relationships/customXml" Target="../ink/ink1273.xml"/><Relationship Id="rId301" Type="http://schemas.openxmlformats.org/officeDocument/2006/relationships/customXml" Target="../ink/ink1335.xml"/><Relationship Id="rId343" Type="http://schemas.openxmlformats.org/officeDocument/2006/relationships/image" Target="../media/image1068.png"/><Relationship Id="rId550" Type="http://schemas.openxmlformats.org/officeDocument/2006/relationships/image" Target="../media/image1170.png"/><Relationship Id="rId82" Type="http://schemas.openxmlformats.org/officeDocument/2006/relationships/customXml" Target="../ink/ink1225.xml"/><Relationship Id="rId203" Type="http://schemas.openxmlformats.org/officeDocument/2006/relationships/image" Target="../media/image1000.png"/><Relationship Id="rId385" Type="http://schemas.openxmlformats.org/officeDocument/2006/relationships/image" Target="../media/image1089.png"/><Relationship Id="rId245" Type="http://schemas.openxmlformats.org/officeDocument/2006/relationships/customXml" Target="../ink/ink1307.xml"/><Relationship Id="rId287" Type="http://schemas.openxmlformats.org/officeDocument/2006/relationships/customXml" Target="../ink/ink1328.xml"/><Relationship Id="rId410" Type="http://schemas.openxmlformats.org/officeDocument/2006/relationships/customXml" Target="../ink/ink1390.xml"/><Relationship Id="rId452" Type="http://schemas.openxmlformats.org/officeDocument/2006/relationships/customXml" Target="../ink/ink1411.xml"/><Relationship Id="rId494" Type="http://schemas.openxmlformats.org/officeDocument/2006/relationships/image" Target="../media/image1143.png"/><Relationship Id="rId508" Type="http://schemas.openxmlformats.org/officeDocument/2006/relationships/image" Target="../media/image1150.png"/><Relationship Id="rId105" Type="http://schemas.openxmlformats.org/officeDocument/2006/relationships/image" Target="../media/image951.png"/><Relationship Id="rId147" Type="http://schemas.openxmlformats.org/officeDocument/2006/relationships/image" Target="../media/image972.png"/><Relationship Id="rId312" Type="http://schemas.openxmlformats.org/officeDocument/2006/relationships/customXml" Target="../ink/ink1341.xml"/><Relationship Id="rId354" Type="http://schemas.openxmlformats.org/officeDocument/2006/relationships/customXml" Target="../ink/ink1362.xml"/><Relationship Id="rId51" Type="http://schemas.openxmlformats.org/officeDocument/2006/relationships/image" Target="../media/image925.png"/><Relationship Id="rId93" Type="http://schemas.openxmlformats.org/officeDocument/2006/relationships/image" Target="../media/image946.png"/><Relationship Id="rId189" Type="http://schemas.openxmlformats.org/officeDocument/2006/relationships/image" Target="../media/image993.png"/><Relationship Id="rId396" Type="http://schemas.openxmlformats.org/officeDocument/2006/relationships/customXml" Target="../ink/ink1383.xml"/><Relationship Id="rId214" Type="http://schemas.openxmlformats.org/officeDocument/2006/relationships/customXml" Target="../ink/ink1291.xml"/><Relationship Id="rId256" Type="http://schemas.openxmlformats.org/officeDocument/2006/relationships/image" Target="../media/image1026.png"/><Relationship Id="rId298" Type="http://schemas.openxmlformats.org/officeDocument/2006/relationships/image" Target="../media/image1047.png"/><Relationship Id="rId421" Type="http://schemas.openxmlformats.org/officeDocument/2006/relationships/image" Target="../media/image1107.png"/><Relationship Id="rId463" Type="http://schemas.openxmlformats.org/officeDocument/2006/relationships/image" Target="../media/image1128.png"/><Relationship Id="rId519" Type="http://schemas.openxmlformats.org/officeDocument/2006/relationships/image" Target="../media/image1155.png"/><Relationship Id="rId116" Type="http://schemas.openxmlformats.org/officeDocument/2006/relationships/customXml" Target="../ink/ink1242.xml"/><Relationship Id="rId158" Type="http://schemas.openxmlformats.org/officeDocument/2006/relationships/customXml" Target="../ink/ink1263.xml"/><Relationship Id="rId323" Type="http://schemas.openxmlformats.org/officeDocument/2006/relationships/image" Target="../media/image1059.png"/><Relationship Id="rId530" Type="http://schemas.openxmlformats.org/officeDocument/2006/relationships/image" Target="../media/image1160.png"/><Relationship Id="rId20" Type="http://schemas.openxmlformats.org/officeDocument/2006/relationships/customXml" Target="../ink/ink1194.xml"/><Relationship Id="rId62" Type="http://schemas.openxmlformats.org/officeDocument/2006/relationships/customXml" Target="../ink/ink1215.xml"/><Relationship Id="rId365" Type="http://schemas.openxmlformats.org/officeDocument/2006/relationships/image" Target="../media/image1079.png"/><Relationship Id="rId225" Type="http://schemas.openxmlformats.org/officeDocument/2006/relationships/image" Target="../media/image1011.png"/><Relationship Id="rId267" Type="http://schemas.openxmlformats.org/officeDocument/2006/relationships/customXml" Target="../ink/ink1318.xml"/><Relationship Id="rId432" Type="http://schemas.openxmlformats.org/officeDocument/2006/relationships/customXml" Target="../ink/ink1401.xml"/><Relationship Id="rId474" Type="http://schemas.openxmlformats.org/officeDocument/2006/relationships/image" Target="../media/image1133.png"/><Relationship Id="rId127" Type="http://schemas.openxmlformats.org/officeDocument/2006/relationships/image" Target="../media/image962.png"/><Relationship Id="rId31" Type="http://schemas.openxmlformats.org/officeDocument/2006/relationships/image" Target="../media/image915.png"/><Relationship Id="rId73" Type="http://schemas.openxmlformats.org/officeDocument/2006/relationships/image" Target="../media/image936.png"/><Relationship Id="rId169" Type="http://schemas.openxmlformats.org/officeDocument/2006/relationships/image" Target="../media/image983.png"/><Relationship Id="rId334" Type="http://schemas.openxmlformats.org/officeDocument/2006/relationships/customXml" Target="../ink/ink1352.xml"/><Relationship Id="rId376" Type="http://schemas.openxmlformats.org/officeDocument/2006/relationships/customXml" Target="../ink/ink1373.xml"/><Relationship Id="rId541" Type="http://schemas.openxmlformats.org/officeDocument/2006/relationships/customXml" Target="../ink/ink1457.xml"/><Relationship Id="rId4" Type="http://schemas.openxmlformats.org/officeDocument/2006/relationships/customXml" Target="../ink/ink1186.xml"/><Relationship Id="rId180" Type="http://schemas.openxmlformats.org/officeDocument/2006/relationships/customXml" Target="../ink/ink1274.xml"/><Relationship Id="rId236" Type="http://schemas.openxmlformats.org/officeDocument/2006/relationships/image" Target="../media/image1016.png"/><Relationship Id="rId278" Type="http://schemas.openxmlformats.org/officeDocument/2006/relationships/image" Target="../media/image1037.png"/><Relationship Id="rId401" Type="http://schemas.openxmlformats.org/officeDocument/2006/relationships/image" Target="../media/image1097.png"/><Relationship Id="rId443" Type="http://schemas.openxmlformats.org/officeDocument/2006/relationships/image" Target="../media/image1118.png"/><Relationship Id="rId303" Type="http://schemas.openxmlformats.org/officeDocument/2006/relationships/customXml" Target="../ink/ink1336.xml"/><Relationship Id="rId485" Type="http://schemas.openxmlformats.org/officeDocument/2006/relationships/customXml" Target="../ink/ink1428.xml"/><Relationship Id="rId42" Type="http://schemas.openxmlformats.org/officeDocument/2006/relationships/customXml" Target="../ink/ink1205.xml"/><Relationship Id="rId84" Type="http://schemas.openxmlformats.org/officeDocument/2006/relationships/customXml" Target="../ink/ink1226.xml"/><Relationship Id="rId138" Type="http://schemas.openxmlformats.org/officeDocument/2006/relationships/customXml" Target="../ink/ink1253.xml"/><Relationship Id="rId345" Type="http://schemas.openxmlformats.org/officeDocument/2006/relationships/image" Target="../media/image1069.png"/><Relationship Id="rId387" Type="http://schemas.openxmlformats.org/officeDocument/2006/relationships/image" Target="../media/image1090.png"/><Relationship Id="rId510" Type="http://schemas.openxmlformats.org/officeDocument/2006/relationships/image" Target="../media/image1151.png"/><Relationship Id="rId191" Type="http://schemas.openxmlformats.org/officeDocument/2006/relationships/image" Target="../media/image994.png"/><Relationship Id="rId205" Type="http://schemas.openxmlformats.org/officeDocument/2006/relationships/image" Target="../media/image1001.png"/><Relationship Id="rId247" Type="http://schemas.openxmlformats.org/officeDocument/2006/relationships/customXml" Target="../ink/ink1308.xml"/><Relationship Id="rId412" Type="http://schemas.openxmlformats.org/officeDocument/2006/relationships/customXml" Target="../ink/ink1391.xml"/><Relationship Id="rId107" Type="http://schemas.openxmlformats.org/officeDocument/2006/relationships/image" Target="../media/image952.png"/><Relationship Id="rId289" Type="http://schemas.openxmlformats.org/officeDocument/2006/relationships/customXml" Target="../ink/ink1329.xml"/><Relationship Id="rId454" Type="http://schemas.openxmlformats.org/officeDocument/2006/relationships/customXml" Target="../ink/ink1412.xml"/><Relationship Id="rId496" Type="http://schemas.openxmlformats.org/officeDocument/2006/relationships/image" Target="../media/image1144.png"/><Relationship Id="rId11" Type="http://schemas.openxmlformats.org/officeDocument/2006/relationships/image" Target="../media/image905.png"/><Relationship Id="rId53" Type="http://schemas.openxmlformats.org/officeDocument/2006/relationships/image" Target="../media/image926.png"/><Relationship Id="rId149" Type="http://schemas.openxmlformats.org/officeDocument/2006/relationships/image" Target="../media/image973.png"/><Relationship Id="rId314" Type="http://schemas.openxmlformats.org/officeDocument/2006/relationships/customXml" Target="../ink/ink1342.xml"/><Relationship Id="rId356" Type="http://schemas.openxmlformats.org/officeDocument/2006/relationships/customXml" Target="../ink/ink1363.xml"/><Relationship Id="rId398" Type="http://schemas.openxmlformats.org/officeDocument/2006/relationships/customXml" Target="../ink/ink1384.xml"/><Relationship Id="rId521" Type="http://schemas.openxmlformats.org/officeDocument/2006/relationships/customXml" Target="../ink/ink1447.xml"/><Relationship Id="rId95" Type="http://schemas.openxmlformats.org/officeDocument/2006/relationships/image" Target="../media/image947.png"/><Relationship Id="rId160" Type="http://schemas.openxmlformats.org/officeDocument/2006/relationships/customXml" Target="../ink/ink1264.xml"/><Relationship Id="rId216" Type="http://schemas.openxmlformats.org/officeDocument/2006/relationships/customXml" Target="../ink/ink1292.xml"/><Relationship Id="rId423" Type="http://schemas.openxmlformats.org/officeDocument/2006/relationships/image" Target="../media/image1108.png"/><Relationship Id="rId258" Type="http://schemas.openxmlformats.org/officeDocument/2006/relationships/image" Target="../media/image1027.png"/><Relationship Id="rId465" Type="http://schemas.openxmlformats.org/officeDocument/2006/relationships/customXml" Target="../ink/ink1418.xml"/><Relationship Id="rId22" Type="http://schemas.openxmlformats.org/officeDocument/2006/relationships/customXml" Target="../ink/ink1195.xml"/><Relationship Id="rId64" Type="http://schemas.openxmlformats.org/officeDocument/2006/relationships/customXml" Target="../ink/ink1216.xml"/><Relationship Id="rId118" Type="http://schemas.openxmlformats.org/officeDocument/2006/relationships/customXml" Target="../ink/ink1243.xml"/><Relationship Id="rId325" Type="http://schemas.openxmlformats.org/officeDocument/2006/relationships/image" Target="../media/image1060.png"/><Relationship Id="rId367" Type="http://schemas.openxmlformats.org/officeDocument/2006/relationships/image" Target="../media/image1080.png"/><Relationship Id="rId532" Type="http://schemas.openxmlformats.org/officeDocument/2006/relationships/image" Target="../media/image1161.png"/><Relationship Id="rId171" Type="http://schemas.openxmlformats.org/officeDocument/2006/relationships/image" Target="../media/image984.png"/><Relationship Id="rId227" Type="http://schemas.openxmlformats.org/officeDocument/2006/relationships/image" Target="../media/image1012.png"/><Relationship Id="rId269" Type="http://schemas.openxmlformats.org/officeDocument/2006/relationships/customXml" Target="../ink/ink1319.xml"/><Relationship Id="rId434" Type="http://schemas.openxmlformats.org/officeDocument/2006/relationships/customXml" Target="../ink/ink1402.xml"/><Relationship Id="rId476" Type="http://schemas.openxmlformats.org/officeDocument/2006/relationships/image" Target="../media/image1134.png"/><Relationship Id="rId33" Type="http://schemas.openxmlformats.org/officeDocument/2006/relationships/image" Target="../media/image916.png"/><Relationship Id="rId129" Type="http://schemas.openxmlformats.org/officeDocument/2006/relationships/image" Target="../media/image963.png"/><Relationship Id="rId280" Type="http://schemas.openxmlformats.org/officeDocument/2006/relationships/image" Target="../media/image1038.png"/><Relationship Id="rId336" Type="http://schemas.openxmlformats.org/officeDocument/2006/relationships/customXml" Target="../ink/ink1353.xml"/><Relationship Id="rId501" Type="http://schemas.openxmlformats.org/officeDocument/2006/relationships/customXml" Target="../ink/ink1436.xml"/><Relationship Id="rId543" Type="http://schemas.openxmlformats.org/officeDocument/2006/relationships/customXml" Target="../ink/ink1458.xml"/><Relationship Id="rId75" Type="http://schemas.openxmlformats.org/officeDocument/2006/relationships/image" Target="../media/image937.png"/><Relationship Id="rId140" Type="http://schemas.openxmlformats.org/officeDocument/2006/relationships/customXml" Target="../ink/ink1254.xml"/><Relationship Id="rId182" Type="http://schemas.openxmlformats.org/officeDocument/2006/relationships/customXml" Target="../ink/ink1275.xml"/><Relationship Id="rId378" Type="http://schemas.openxmlformats.org/officeDocument/2006/relationships/customXml" Target="../ink/ink1374.xml"/><Relationship Id="rId403" Type="http://schemas.openxmlformats.org/officeDocument/2006/relationships/image" Target="../media/image1098.png"/><Relationship Id="rId6" Type="http://schemas.openxmlformats.org/officeDocument/2006/relationships/customXml" Target="../ink/ink1187.xml"/><Relationship Id="rId238" Type="http://schemas.openxmlformats.org/officeDocument/2006/relationships/image" Target="../media/image1017.png"/><Relationship Id="rId445" Type="http://schemas.openxmlformats.org/officeDocument/2006/relationships/image" Target="../media/image1119.png"/><Relationship Id="rId487" Type="http://schemas.openxmlformats.org/officeDocument/2006/relationships/customXml" Target="../ink/ink1429.xml"/><Relationship Id="rId291" Type="http://schemas.openxmlformats.org/officeDocument/2006/relationships/customXml" Target="../ink/ink1330.xml"/><Relationship Id="rId305" Type="http://schemas.openxmlformats.org/officeDocument/2006/relationships/customXml" Target="../ink/ink1337.xml"/><Relationship Id="rId347" Type="http://schemas.openxmlformats.org/officeDocument/2006/relationships/image" Target="../media/image1070.png"/><Relationship Id="rId512" Type="http://schemas.openxmlformats.org/officeDocument/2006/relationships/image" Target="../media/image1152.png"/><Relationship Id="rId44" Type="http://schemas.openxmlformats.org/officeDocument/2006/relationships/customXml" Target="../ink/ink1206.xml"/><Relationship Id="rId86" Type="http://schemas.openxmlformats.org/officeDocument/2006/relationships/customXml" Target="../ink/ink1227.xml"/><Relationship Id="rId151" Type="http://schemas.openxmlformats.org/officeDocument/2006/relationships/image" Target="../media/image974.png"/><Relationship Id="rId389" Type="http://schemas.openxmlformats.org/officeDocument/2006/relationships/image" Target="../media/image1091.png"/><Relationship Id="rId193" Type="http://schemas.openxmlformats.org/officeDocument/2006/relationships/image" Target="../media/image995.png"/><Relationship Id="rId207" Type="http://schemas.openxmlformats.org/officeDocument/2006/relationships/image" Target="../media/image1002.png"/><Relationship Id="rId249" Type="http://schemas.openxmlformats.org/officeDocument/2006/relationships/customXml" Target="../ink/ink1309.xml"/><Relationship Id="rId414" Type="http://schemas.openxmlformats.org/officeDocument/2006/relationships/customXml" Target="../ink/ink1392.xml"/><Relationship Id="rId456" Type="http://schemas.openxmlformats.org/officeDocument/2006/relationships/customXml" Target="../ink/ink1413.xml"/><Relationship Id="rId498" Type="http://schemas.openxmlformats.org/officeDocument/2006/relationships/image" Target="../media/image1145.png"/><Relationship Id="rId13" Type="http://schemas.openxmlformats.org/officeDocument/2006/relationships/image" Target="../media/image906.png"/><Relationship Id="rId109" Type="http://schemas.openxmlformats.org/officeDocument/2006/relationships/image" Target="../media/image953.png"/><Relationship Id="rId260" Type="http://schemas.openxmlformats.org/officeDocument/2006/relationships/image" Target="../media/image1028.png"/><Relationship Id="rId316" Type="http://schemas.openxmlformats.org/officeDocument/2006/relationships/customXml" Target="../ink/ink1343.xml"/><Relationship Id="rId523" Type="http://schemas.openxmlformats.org/officeDocument/2006/relationships/customXml" Target="../ink/ink1448.xml"/><Relationship Id="rId55" Type="http://schemas.openxmlformats.org/officeDocument/2006/relationships/image" Target="../media/image927.png"/><Relationship Id="rId97" Type="http://schemas.openxmlformats.org/officeDocument/2006/relationships/image" Target="../media/image465.png"/><Relationship Id="rId120" Type="http://schemas.openxmlformats.org/officeDocument/2006/relationships/customXml" Target="../ink/ink1244.xml"/><Relationship Id="rId358" Type="http://schemas.openxmlformats.org/officeDocument/2006/relationships/customXml" Target="../ink/ink1364.xml"/><Relationship Id="rId162" Type="http://schemas.openxmlformats.org/officeDocument/2006/relationships/customXml" Target="../ink/ink1265.xml"/><Relationship Id="rId218" Type="http://schemas.openxmlformats.org/officeDocument/2006/relationships/customXml" Target="../ink/ink1293.xml"/><Relationship Id="rId425" Type="http://schemas.openxmlformats.org/officeDocument/2006/relationships/image" Target="../media/image1109.png"/><Relationship Id="rId467" Type="http://schemas.openxmlformats.org/officeDocument/2006/relationships/customXml" Target="../ink/ink1419.xml"/><Relationship Id="rId271" Type="http://schemas.openxmlformats.org/officeDocument/2006/relationships/customXml" Target="../ink/ink1320.xml"/><Relationship Id="rId24" Type="http://schemas.openxmlformats.org/officeDocument/2006/relationships/customXml" Target="../ink/ink1196.xml"/><Relationship Id="rId66" Type="http://schemas.openxmlformats.org/officeDocument/2006/relationships/customXml" Target="../ink/ink1217.xml"/><Relationship Id="rId131" Type="http://schemas.openxmlformats.org/officeDocument/2006/relationships/image" Target="../media/image964.png"/><Relationship Id="rId327" Type="http://schemas.openxmlformats.org/officeDocument/2006/relationships/image" Target="../media/image1061.png"/><Relationship Id="rId369" Type="http://schemas.openxmlformats.org/officeDocument/2006/relationships/image" Target="../media/image1081.png"/><Relationship Id="rId534" Type="http://schemas.openxmlformats.org/officeDocument/2006/relationships/image" Target="../media/image1162.png"/><Relationship Id="rId173" Type="http://schemas.openxmlformats.org/officeDocument/2006/relationships/image" Target="../media/image985.png"/><Relationship Id="rId229" Type="http://schemas.openxmlformats.org/officeDocument/2006/relationships/customXml" Target="../ink/ink1299.xml"/><Relationship Id="rId380" Type="http://schemas.openxmlformats.org/officeDocument/2006/relationships/customXml" Target="../ink/ink1375.xml"/><Relationship Id="rId436" Type="http://schemas.openxmlformats.org/officeDocument/2006/relationships/customXml" Target="../ink/ink1403.xml"/><Relationship Id="rId240" Type="http://schemas.openxmlformats.org/officeDocument/2006/relationships/image" Target="../media/image1018.png"/><Relationship Id="rId478" Type="http://schemas.openxmlformats.org/officeDocument/2006/relationships/image" Target="../media/image1135.png"/><Relationship Id="rId35" Type="http://schemas.openxmlformats.org/officeDocument/2006/relationships/image" Target="../media/image917.png"/><Relationship Id="rId77" Type="http://schemas.openxmlformats.org/officeDocument/2006/relationships/image" Target="../media/image938.png"/><Relationship Id="rId100" Type="http://schemas.openxmlformats.org/officeDocument/2006/relationships/customXml" Target="../ink/ink1234.xml"/><Relationship Id="rId282" Type="http://schemas.openxmlformats.org/officeDocument/2006/relationships/image" Target="../media/image1039.png"/><Relationship Id="rId338" Type="http://schemas.openxmlformats.org/officeDocument/2006/relationships/customXml" Target="../ink/ink1354.xml"/><Relationship Id="rId503" Type="http://schemas.openxmlformats.org/officeDocument/2006/relationships/customXml" Target="../ink/ink1437.xml"/><Relationship Id="rId545" Type="http://schemas.openxmlformats.org/officeDocument/2006/relationships/customXml" Target="../ink/ink1459.xml"/><Relationship Id="rId8" Type="http://schemas.openxmlformats.org/officeDocument/2006/relationships/customXml" Target="../ink/ink1188.xml"/><Relationship Id="rId142" Type="http://schemas.openxmlformats.org/officeDocument/2006/relationships/customXml" Target="../ink/ink1255.xml"/><Relationship Id="rId184" Type="http://schemas.openxmlformats.org/officeDocument/2006/relationships/customXml" Target="../ink/ink1276.xml"/><Relationship Id="rId391" Type="http://schemas.openxmlformats.org/officeDocument/2006/relationships/image" Target="../media/image1092.png"/><Relationship Id="rId405" Type="http://schemas.openxmlformats.org/officeDocument/2006/relationships/image" Target="../media/image1099.png"/><Relationship Id="rId447" Type="http://schemas.openxmlformats.org/officeDocument/2006/relationships/image" Target="../media/image1120.png"/><Relationship Id="rId251" Type="http://schemas.openxmlformats.org/officeDocument/2006/relationships/customXml" Target="../ink/ink1310.xml"/><Relationship Id="rId489" Type="http://schemas.openxmlformats.org/officeDocument/2006/relationships/customXml" Target="../ink/ink1430.xml"/><Relationship Id="rId46" Type="http://schemas.openxmlformats.org/officeDocument/2006/relationships/customXml" Target="../ink/ink1207.xml"/><Relationship Id="rId293" Type="http://schemas.openxmlformats.org/officeDocument/2006/relationships/customXml" Target="../ink/ink1331.xml"/><Relationship Id="rId307" Type="http://schemas.openxmlformats.org/officeDocument/2006/relationships/customXml" Target="../ink/ink1338.xml"/><Relationship Id="rId349" Type="http://schemas.openxmlformats.org/officeDocument/2006/relationships/image" Target="../media/image1071.png"/><Relationship Id="rId514" Type="http://schemas.openxmlformats.org/officeDocument/2006/relationships/customXml" Target="../ink/ink1443.xml"/><Relationship Id="rId88" Type="http://schemas.openxmlformats.org/officeDocument/2006/relationships/customXml" Target="../ink/ink1228.xml"/><Relationship Id="rId111" Type="http://schemas.openxmlformats.org/officeDocument/2006/relationships/image" Target="../media/image954.png"/><Relationship Id="rId153" Type="http://schemas.openxmlformats.org/officeDocument/2006/relationships/image" Target="../media/image975.png"/><Relationship Id="rId195" Type="http://schemas.openxmlformats.org/officeDocument/2006/relationships/image" Target="../media/image996.png"/><Relationship Id="rId209" Type="http://schemas.openxmlformats.org/officeDocument/2006/relationships/image" Target="../media/image1003.png"/><Relationship Id="rId360" Type="http://schemas.openxmlformats.org/officeDocument/2006/relationships/customXml" Target="../ink/ink1365.xml"/><Relationship Id="rId416" Type="http://schemas.openxmlformats.org/officeDocument/2006/relationships/customXml" Target="../ink/ink1393.xml"/><Relationship Id="rId220" Type="http://schemas.openxmlformats.org/officeDocument/2006/relationships/customXml" Target="../ink/ink1294.xml"/><Relationship Id="rId458" Type="http://schemas.openxmlformats.org/officeDocument/2006/relationships/customXml" Target="../ink/ink1414.xml"/><Relationship Id="rId15" Type="http://schemas.openxmlformats.org/officeDocument/2006/relationships/image" Target="../media/image907.png"/><Relationship Id="rId57" Type="http://schemas.openxmlformats.org/officeDocument/2006/relationships/image" Target="../media/image928.png"/><Relationship Id="rId262" Type="http://schemas.openxmlformats.org/officeDocument/2006/relationships/image" Target="../media/image1029.png"/><Relationship Id="rId318" Type="http://schemas.openxmlformats.org/officeDocument/2006/relationships/customXml" Target="../ink/ink1344.xml"/><Relationship Id="rId525" Type="http://schemas.openxmlformats.org/officeDocument/2006/relationships/customXml" Target="../ink/ink1449.xml"/><Relationship Id="rId99" Type="http://schemas.openxmlformats.org/officeDocument/2006/relationships/image" Target="../media/image948.png"/><Relationship Id="rId122" Type="http://schemas.openxmlformats.org/officeDocument/2006/relationships/customXml" Target="../ink/ink1245.xml"/><Relationship Id="rId164" Type="http://schemas.openxmlformats.org/officeDocument/2006/relationships/customXml" Target="../ink/ink1266.xml"/><Relationship Id="rId371" Type="http://schemas.openxmlformats.org/officeDocument/2006/relationships/image" Target="../media/image1082.png"/><Relationship Id="rId427" Type="http://schemas.openxmlformats.org/officeDocument/2006/relationships/image" Target="../media/image1110.png"/><Relationship Id="rId469" Type="http://schemas.openxmlformats.org/officeDocument/2006/relationships/customXml" Target="../ink/ink1420.xml"/><Relationship Id="rId26" Type="http://schemas.openxmlformats.org/officeDocument/2006/relationships/customXml" Target="../ink/ink1197.xml"/><Relationship Id="rId231" Type="http://schemas.openxmlformats.org/officeDocument/2006/relationships/customXml" Target="../ink/ink1300.xml"/><Relationship Id="rId273" Type="http://schemas.openxmlformats.org/officeDocument/2006/relationships/customXml" Target="../ink/ink1321.xml"/><Relationship Id="rId329" Type="http://schemas.openxmlformats.org/officeDocument/2006/relationships/image" Target="../media/image1062.png"/><Relationship Id="rId480" Type="http://schemas.openxmlformats.org/officeDocument/2006/relationships/image" Target="../media/image1136.png"/><Relationship Id="rId536" Type="http://schemas.openxmlformats.org/officeDocument/2006/relationships/image" Target="../media/image1163.png"/><Relationship Id="rId68" Type="http://schemas.openxmlformats.org/officeDocument/2006/relationships/customXml" Target="../ink/ink1218.xml"/><Relationship Id="rId133" Type="http://schemas.openxmlformats.org/officeDocument/2006/relationships/image" Target="../media/image965.png"/><Relationship Id="rId175" Type="http://schemas.openxmlformats.org/officeDocument/2006/relationships/image" Target="../media/image986.png"/><Relationship Id="rId340" Type="http://schemas.openxmlformats.org/officeDocument/2006/relationships/customXml" Target="../ink/ink1355.xml"/><Relationship Id="rId200" Type="http://schemas.openxmlformats.org/officeDocument/2006/relationships/customXml" Target="../ink/ink1284.xml"/><Relationship Id="rId382" Type="http://schemas.openxmlformats.org/officeDocument/2006/relationships/customXml" Target="../ink/ink1376.xml"/><Relationship Id="rId438" Type="http://schemas.openxmlformats.org/officeDocument/2006/relationships/customXml" Target="../ink/ink1404.xml"/><Relationship Id="rId242" Type="http://schemas.openxmlformats.org/officeDocument/2006/relationships/image" Target="../media/image1019.png"/><Relationship Id="rId284" Type="http://schemas.openxmlformats.org/officeDocument/2006/relationships/image" Target="../media/image1040.png"/><Relationship Id="rId491" Type="http://schemas.openxmlformats.org/officeDocument/2006/relationships/customXml" Target="../ink/ink1431.xml"/><Relationship Id="rId505" Type="http://schemas.openxmlformats.org/officeDocument/2006/relationships/customXml" Target="../ink/ink1438.xml"/><Relationship Id="rId37" Type="http://schemas.openxmlformats.org/officeDocument/2006/relationships/image" Target="../media/image918.png"/><Relationship Id="rId79" Type="http://schemas.openxmlformats.org/officeDocument/2006/relationships/image" Target="../media/image939.png"/><Relationship Id="rId102" Type="http://schemas.openxmlformats.org/officeDocument/2006/relationships/customXml" Target="../ink/ink1235.xml"/><Relationship Id="rId144" Type="http://schemas.openxmlformats.org/officeDocument/2006/relationships/customXml" Target="../ink/ink1256.xml"/><Relationship Id="rId547" Type="http://schemas.openxmlformats.org/officeDocument/2006/relationships/customXml" Target="../ink/ink1460.xml"/><Relationship Id="rId90" Type="http://schemas.openxmlformats.org/officeDocument/2006/relationships/customXml" Target="../ink/ink1229.xml"/><Relationship Id="rId186" Type="http://schemas.openxmlformats.org/officeDocument/2006/relationships/customXml" Target="../ink/ink1277.xml"/><Relationship Id="rId351" Type="http://schemas.openxmlformats.org/officeDocument/2006/relationships/image" Target="../media/image1072.png"/><Relationship Id="rId393" Type="http://schemas.openxmlformats.org/officeDocument/2006/relationships/image" Target="../media/image1093.png"/><Relationship Id="rId407" Type="http://schemas.openxmlformats.org/officeDocument/2006/relationships/image" Target="../media/image1100.png"/><Relationship Id="rId449" Type="http://schemas.openxmlformats.org/officeDocument/2006/relationships/image" Target="../media/image1121.png"/><Relationship Id="rId211" Type="http://schemas.openxmlformats.org/officeDocument/2006/relationships/image" Target="../media/image1004.png"/><Relationship Id="rId253" Type="http://schemas.openxmlformats.org/officeDocument/2006/relationships/customXml" Target="../ink/ink1311.xml"/><Relationship Id="rId295" Type="http://schemas.openxmlformats.org/officeDocument/2006/relationships/customXml" Target="../ink/ink1332.xml"/><Relationship Id="rId309" Type="http://schemas.openxmlformats.org/officeDocument/2006/relationships/customXml" Target="../ink/ink1339.xml"/><Relationship Id="rId460" Type="http://schemas.openxmlformats.org/officeDocument/2006/relationships/customXml" Target="../ink/ink1415.xml"/><Relationship Id="rId516" Type="http://schemas.openxmlformats.org/officeDocument/2006/relationships/customXml" Target="../ink/ink1444.xml"/><Relationship Id="rId48" Type="http://schemas.openxmlformats.org/officeDocument/2006/relationships/customXml" Target="../ink/ink1208.xml"/><Relationship Id="rId113" Type="http://schemas.openxmlformats.org/officeDocument/2006/relationships/image" Target="../media/image955.png"/><Relationship Id="rId320" Type="http://schemas.openxmlformats.org/officeDocument/2006/relationships/customXml" Target="../ink/ink1345.xml"/><Relationship Id="rId155" Type="http://schemas.openxmlformats.org/officeDocument/2006/relationships/image" Target="../media/image976.png"/><Relationship Id="rId197" Type="http://schemas.openxmlformats.org/officeDocument/2006/relationships/image" Target="../media/image997.png"/><Relationship Id="rId362" Type="http://schemas.openxmlformats.org/officeDocument/2006/relationships/customXml" Target="../ink/ink1366.xml"/><Relationship Id="rId418" Type="http://schemas.openxmlformats.org/officeDocument/2006/relationships/customXml" Target="../ink/ink1394.xml"/><Relationship Id="rId222" Type="http://schemas.openxmlformats.org/officeDocument/2006/relationships/customXml" Target="../ink/ink1295.xml"/><Relationship Id="rId264" Type="http://schemas.openxmlformats.org/officeDocument/2006/relationships/image" Target="../media/image1030.png"/><Relationship Id="rId471" Type="http://schemas.openxmlformats.org/officeDocument/2006/relationships/customXml" Target="../ink/ink1421.xml"/><Relationship Id="rId17" Type="http://schemas.openxmlformats.org/officeDocument/2006/relationships/image" Target="../media/image908.png"/><Relationship Id="rId59" Type="http://schemas.openxmlformats.org/officeDocument/2006/relationships/image" Target="../media/image929.png"/><Relationship Id="rId124" Type="http://schemas.openxmlformats.org/officeDocument/2006/relationships/customXml" Target="../ink/ink1246.xml"/><Relationship Id="rId527" Type="http://schemas.openxmlformats.org/officeDocument/2006/relationships/customXml" Target="../ink/ink1450.xml"/><Relationship Id="rId70" Type="http://schemas.openxmlformats.org/officeDocument/2006/relationships/customXml" Target="../ink/ink1219.xml"/><Relationship Id="rId166" Type="http://schemas.openxmlformats.org/officeDocument/2006/relationships/customXml" Target="../ink/ink1267.xml"/><Relationship Id="rId331" Type="http://schemas.openxmlformats.org/officeDocument/2006/relationships/image" Target="../media/image1063.png"/><Relationship Id="rId373" Type="http://schemas.openxmlformats.org/officeDocument/2006/relationships/image" Target="../media/image1083.png"/><Relationship Id="rId429" Type="http://schemas.openxmlformats.org/officeDocument/2006/relationships/image" Target="../media/image1111.png"/><Relationship Id="rId1" Type="http://schemas.openxmlformats.org/officeDocument/2006/relationships/slideLayout" Target="../slideLayouts/slideLayout7.xml"/><Relationship Id="rId233" Type="http://schemas.openxmlformats.org/officeDocument/2006/relationships/customXml" Target="../ink/ink1301.xml"/><Relationship Id="rId440" Type="http://schemas.openxmlformats.org/officeDocument/2006/relationships/customXml" Target="../ink/ink1405.xml"/><Relationship Id="rId28" Type="http://schemas.openxmlformats.org/officeDocument/2006/relationships/customXml" Target="../ink/ink1198.xml"/><Relationship Id="rId275" Type="http://schemas.openxmlformats.org/officeDocument/2006/relationships/customXml" Target="../ink/ink1322.xml"/><Relationship Id="rId300" Type="http://schemas.openxmlformats.org/officeDocument/2006/relationships/image" Target="../media/image1048.png"/><Relationship Id="rId482" Type="http://schemas.openxmlformats.org/officeDocument/2006/relationships/image" Target="../media/image1137.png"/><Relationship Id="rId538" Type="http://schemas.openxmlformats.org/officeDocument/2006/relationships/image" Target="../media/image1164.png"/><Relationship Id="rId81" Type="http://schemas.openxmlformats.org/officeDocument/2006/relationships/image" Target="../media/image940.png"/><Relationship Id="rId135" Type="http://schemas.openxmlformats.org/officeDocument/2006/relationships/image" Target="../media/image966.png"/><Relationship Id="rId177" Type="http://schemas.openxmlformats.org/officeDocument/2006/relationships/image" Target="../media/image987.png"/><Relationship Id="rId342" Type="http://schemas.openxmlformats.org/officeDocument/2006/relationships/customXml" Target="../ink/ink1356.xml"/><Relationship Id="rId384" Type="http://schemas.openxmlformats.org/officeDocument/2006/relationships/customXml" Target="../ink/ink1377.xml"/><Relationship Id="rId202" Type="http://schemas.openxmlformats.org/officeDocument/2006/relationships/customXml" Target="../ink/ink1285.xml"/><Relationship Id="rId244" Type="http://schemas.openxmlformats.org/officeDocument/2006/relationships/image" Target="../media/image1020.png"/><Relationship Id="rId39" Type="http://schemas.openxmlformats.org/officeDocument/2006/relationships/image" Target="../media/image919.png"/><Relationship Id="rId286" Type="http://schemas.openxmlformats.org/officeDocument/2006/relationships/image" Target="../media/image1041.png"/><Relationship Id="rId451" Type="http://schemas.openxmlformats.org/officeDocument/2006/relationships/image" Target="../media/image1122.png"/><Relationship Id="rId493" Type="http://schemas.openxmlformats.org/officeDocument/2006/relationships/customXml" Target="../ink/ink1432.xml"/><Relationship Id="rId507" Type="http://schemas.openxmlformats.org/officeDocument/2006/relationships/customXml" Target="../ink/ink1439.xml"/><Relationship Id="rId549" Type="http://schemas.openxmlformats.org/officeDocument/2006/relationships/customXml" Target="../ink/ink1461.xml"/><Relationship Id="rId50" Type="http://schemas.openxmlformats.org/officeDocument/2006/relationships/customXml" Target="../ink/ink1209.xml"/><Relationship Id="rId104" Type="http://schemas.openxmlformats.org/officeDocument/2006/relationships/customXml" Target="../ink/ink1236.xml"/><Relationship Id="rId146" Type="http://schemas.openxmlformats.org/officeDocument/2006/relationships/customXml" Target="../ink/ink1257.xml"/><Relationship Id="rId188" Type="http://schemas.openxmlformats.org/officeDocument/2006/relationships/customXml" Target="../ink/ink1278.xml"/><Relationship Id="rId311" Type="http://schemas.openxmlformats.org/officeDocument/2006/relationships/customXml" Target="../ink/ink1340.xml"/><Relationship Id="rId353" Type="http://schemas.openxmlformats.org/officeDocument/2006/relationships/image" Target="../media/image1073.png"/><Relationship Id="rId395" Type="http://schemas.openxmlformats.org/officeDocument/2006/relationships/image" Target="../media/image1094.png"/><Relationship Id="rId409" Type="http://schemas.openxmlformats.org/officeDocument/2006/relationships/image" Target="../media/image1101.png"/><Relationship Id="rId92" Type="http://schemas.openxmlformats.org/officeDocument/2006/relationships/customXml" Target="../ink/ink1230.xml"/><Relationship Id="rId213" Type="http://schemas.openxmlformats.org/officeDocument/2006/relationships/image" Target="../media/image1005.png"/><Relationship Id="rId420" Type="http://schemas.openxmlformats.org/officeDocument/2006/relationships/customXml" Target="../ink/ink1395.xml"/><Relationship Id="rId255" Type="http://schemas.openxmlformats.org/officeDocument/2006/relationships/customXml" Target="../ink/ink1312.xml"/><Relationship Id="rId297" Type="http://schemas.openxmlformats.org/officeDocument/2006/relationships/customXml" Target="../ink/ink1333.xml"/><Relationship Id="rId462" Type="http://schemas.openxmlformats.org/officeDocument/2006/relationships/customXml" Target="../ink/ink1416.xml"/><Relationship Id="rId518" Type="http://schemas.openxmlformats.org/officeDocument/2006/relationships/customXml" Target="../ink/ink1445.xml"/><Relationship Id="rId115" Type="http://schemas.openxmlformats.org/officeDocument/2006/relationships/image" Target="../media/image956.png"/><Relationship Id="rId157" Type="http://schemas.openxmlformats.org/officeDocument/2006/relationships/image" Target="../media/image977.png"/><Relationship Id="rId322" Type="http://schemas.openxmlformats.org/officeDocument/2006/relationships/customXml" Target="../ink/ink1346.xml"/><Relationship Id="rId364" Type="http://schemas.openxmlformats.org/officeDocument/2006/relationships/customXml" Target="../ink/ink1367.xml"/><Relationship Id="rId61" Type="http://schemas.openxmlformats.org/officeDocument/2006/relationships/image" Target="../media/image930.png"/><Relationship Id="rId199" Type="http://schemas.openxmlformats.org/officeDocument/2006/relationships/image" Target="../media/image998.png"/><Relationship Id="rId19" Type="http://schemas.openxmlformats.org/officeDocument/2006/relationships/image" Target="../media/image909.png"/><Relationship Id="rId224" Type="http://schemas.openxmlformats.org/officeDocument/2006/relationships/customXml" Target="../ink/ink1296.xml"/><Relationship Id="rId266" Type="http://schemas.openxmlformats.org/officeDocument/2006/relationships/image" Target="../media/image1031.png"/><Relationship Id="rId431" Type="http://schemas.openxmlformats.org/officeDocument/2006/relationships/image" Target="../media/image1112.png"/><Relationship Id="rId473" Type="http://schemas.openxmlformats.org/officeDocument/2006/relationships/customXml" Target="../ink/ink1422.xml"/><Relationship Id="rId529" Type="http://schemas.openxmlformats.org/officeDocument/2006/relationships/customXml" Target="../ink/ink1451.xml"/><Relationship Id="rId30" Type="http://schemas.openxmlformats.org/officeDocument/2006/relationships/customXml" Target="../ink/ink1199.xml"/><Relationship Id="rId126" Type="http://schemas.openxmlformats.org/officeDocument/2006/relationships/customXml" Target="../ink/ink1247.xml"/><Relationship Id="rId168" Type="http://schemas.openxmlformats.org/officeDocument/2006/relationships/customXml" Target="../ink/ink1268.xml"/><Relationship Id="rId333" Type="http://schemas.openxmlformats.org/officeDocument/2006/relationships/image" Target="../media/image413.png"/><Relationship Id="rId540" Type="http://schemas.openxmlformats.org/officeDocument/2006/relationships/image" Target="../media/image1165.png"/><Relationship Id="rId72" Type="http://schemas.openxmlformats.org/officeDocument/2006/relationships/customXml" Target="../ink/ink1220.xml"/><Relationship Id="rId375" Type="http://schemas.openxmlformats.org/officeDocument/2006/relationships/image" Target="../media/image1084.png"/><Relationship Id="rId3" Type="http://schemas.openxmlformats.org/officeDocument/2006/relationships/image" Target="../media/image901.png"/><Relationship Id="rId235" Type="http://schemas.openxmlformats.org/officeDocument/2006/relationships/customXml" Target="../ink/ink1302.xml"/><Relationship Id="rId277" Type="http://schemas.openxmlformats.org/officeDocument/2006/relationships/customXml" Target="../ink/ink1323.xml"/><Relationship Id="rId400" Type="http://schemas.openxmlformats.org/officeDocument/2006/relationships/customXml" Target="../ink/ink1385.xml"/><Relationship Id="rId442" Type="http://schemas.openxmlformats.org/officeDocument/2006/relationships/customXml" Target="../ink/ink1406.xml"/><Relationship Id="rId484" Type="http://schemas.openxmlformats.org/officeDocument/2006/relationships/image" Target="../media/image1138.png"/><Relationship Id="rId137" Type="http://schemas.openxmlformats.org/officeDocument/2006/relationships/image" Target="../media/image967.png"/><Relationship Id="rId302" Type="http://schemas.openxmlformats.org/officeDocument/2006/relationships/image" Target="../media/image1049.png"/><Relationship Id="rId344" Type="http://schemas.openxmlformats.org/officeDocument/2006/relationships/customXml" Target="../ink/ink1357.xml"/><Relationship Id="rId41" Type="http://schemas.openxmlformats.org/officeDocument/2006/relationships/image" Target="../media/image920.png"/><Relationship Id="rId83" Type="http://schemas.openxmlformats.org/officeDocument/2006/relationships/image" Target="../media/image941.png"/><Relationship Id="rId179" Type="http://schemas.openxmlformats.org/officeDocument/2006/relationships/image" Target="../media/image988.png"/><Relationship Id="rId386" Type="http://schemas.openxmlformats.org/officeDocument/2006/relationships/customXml" Target="../ink/ink1378.xml"/><Relationship Id="rId190" Type="http://schemas.openxmlformats.org/officeDocument/2006/relationships/customXml" Target="../ink/ink1279.xml"/><Relationship Id="rId204" Type="http://schemas.openxmlformats.org/officeDocument/2006/relationships/customXml" Target="../ink/ink1286.xml"/><Relationship Id="rId246" Type="http://schemas.openxmlformats.org/officeDocument/2006/relationships/image" Target="../media/image1021.png"/><Relationship Id="rId288" Type="http://schemas.openxmlformats.org/officeDocument/2006/relationships/image" Target="../media/image1042.png"/><Relationship Id="rId411" Type="http://schemas.openxmlformats.org/officeDocument/2006/relationships/image" Target="../media/image1102.png"/><Relationship Id="rId453" Type="http://schemas.openxmlformats.org/officeDocument/2006/relationships/image" Target="../media/image1123.png"/><Relationship Id="rId509" Type="http://schemas.openxmlformats.org/officeDocument/2006/relationships/customXml" Target="../ink/ink1440.xml"/><Relationship Id="rId106" Type="http://schemas.openxmlformats.org/officeDocument/2006/relationships/customXml" Target="../ink/ink1237.xml"/><Relationship Id="rId313" Type="http://schemas.openxmlformats.org/officeDocument/2006/relationships/image" Target="../media/image1054.png"/><Relationship Id="rId495" Type="http://schemas.openxmlformats.org/officeDocument/2006/relationships/customXml" Target="../ink/ink1433.xml"/><Relationship Id="rId10" Type="http://schemas.openxmlformats.org/officeDocument/2006/relationships/customXml" Target="../ink/ink1189.xml"/><Relationship Id="rId52" Type="http://schemas.openxmlformats.org/officeDocument/2006/relationships/customXml" Target="../ink/ink1210.xml"/><Relationship Id="rId94" Type="http://schemas.openxmlformats.org/officeDocument/2006/relationships/customXml" Target="../ink/ink1231.xml"/><Relationship Id="rId148" Type="http://schemas.openxmlformats.org/officeDocument/2006/relationships/customXml" Target="../ink/ink1258.xml"/><Relationship Id="rId355" Type="http://schemas.openxmlformats.org/officeDocument/2006/relationships/image" Target="../media/image1074.png"/><Relationship Id="rId397" Type="http://schemas.openxmlformats.org/officeDocument/2006/relationships/image" Target="../media/image1095.png"/><Relationship Id="rId520" Type="http://schemas.openxmlformats.org/officeDocument/2006/relationships/customXml" Target="../ink/ink1446.xml"/><Relationship Id="rId215" Type="http://schemas.openxmlformats.org/officeDocument/2006/relationships/image" Target="../media/image1006.png"/><Relationship Id="rId257" Type="http://schemas.openxmlformats.org/officeDocument/2006/relationships/customXml" Target="../ink/ink1313.xml"/><Relationship Id="rId422" Type="http://schemas.openxmlformats.org/officeDocument/2006/relationships/customXml" Target="../ink/ink1396.xml"/><Relationship Id="rId464" Type="http://schemas.openxmlformats.org/officeDocument/2006/relationships/customXml" Target="../ink/ink1417.xml"/><Relationship Id="rId299" Type="http://schemas.openxmlformats.org/officeDocument/2006/relationships/customXml" Target="../ink/ink1334.xml"/><Relationship Id="rId63" Type="http://schemas.openxmlformats.org/officeDocument/2006/relationships/image" Target="../media/image931.png"/><Relationship Id="rId159" Type="http://schemas.openxmlformats.org/officeDocument/2006/relationships/image" Target="../media/image978.png"/><Relationship Id="rId366" Type="http://schemas.openxmlformats.org/officeDocument/2006/relationships/customXml" Target="../ink/ink1368.xml"/><Relationship Id="rId226" Type="http://schemas.openxmlformats.org/officeDocument/2006/relationships/customXml" Target="../ink/ink1297.xml"/><Relationship Id="rId433" Type="http://schemas.openxmlformats.org/officeDocument/2006/relationships/image" Target="../media/image1113.png"/><Relationship Id="rId74" Type="http://schemas.openxmlformats.org/officeDocument/2006/relationships/customXml" Target="../ink/ink1221.xml"/><Relationship Id="rId377" Type="http://schemas.openxmlformats.org/officeDocument/2006/relationships/image" Target="../media/image1085.png"/><Relationship Id="rId500" Type="http://schemas.openxmlformats.org/officeDocument/2006/relationships/image" Target="../media/image1146.png"/><Relationship Id="rId5" Type="http://schemas.openxmlformats.org/officeDocument/2006/relationships/image" Target="../media/image902.png"/><Relationship Id="rId237" Type="http://schemas.openxmlformats.org/officeDocument/2006/relationships/customXml" Target="../ink/ink1303.xml"/><Relationship Id="rId444" Type="http://schemas.openxmlformats.org/officeDocument/2006/relationships/customXml" Target="../ink/ink1407.xml"/><Relationship Id="rId290" Type="http://schemas.openxmlformats.org/officeDocument/2006/relationships/image" Target="../media/image1043.png"/><Relationship Id="rId304" Type="http://schemas.openxmlformats.org/officeDocument/2006/relationships/image" Target="../media/image1050.png"/><Relationship Id="rId388" Type="http://schemas.openxmlformats.org/officeDocument/2006/relationships/customXml" Target="../ink/ink1379.xml"/><Relationship Id="rId511" Type="http://schemas.openxmlformats.org/officeDocument/2006/relationships/customXml" Target="../ink/ink1441.xml"/><Relationship Id="rId85" Type="http://schemas.openxmlformats.org/officeDocument/2006/relationships/image" Target="../media/image942.png"/><Relationship Id="rId150" Type="http://schemas.openxmlformats.org/officeDocument/2006/relationships/customXml" Target="../ink/ink1259.xml"/><Relationship Id="rId248" Type="http://schemas.openxmlformats.org/officeDocument/2006/relationships/image" Target="../media/image1022.png"/><Relationship Id="rId455" Type="http://schemas.openxmlformats.org/officeDocument/2006/relationships/image" Target="../media/image1124.png"/></Relationships>
</file>

<file path=ppt/slides/_rels/slide13.xml.rels><?xml version="1.0" encoding="UTF-8" standalone="yes"?>
<Relationships xmlns="http://schemas.openxmlformats.org/package/2006/relationships"><Relationship Id="rId117" Type="http://schemas.openxmlformats.org/officeDocument/2006/relationships/image" Target="../media/image949.png"/><Relationship Id="rId299" Type="http://schemas.openxmlformats.org/officeDocument/2006/relationships/customXml" Target="../ink/ink1611.xml"/><Relationship Id="rId21" Type="http://schemas.openxmlformats.org/officeDocument/2006/relationships/image" Target="../media/image1081.png"/><Relationship Id="rId63" Type="http://schemas.openxmlformats.org/officeDocument/2006/relationships/image" Target="../media/image1171.png"/><Relationship Id="rId159" Type="http://schemas.openxmlformats.org/officeDocument/2006/relationships/image" Target="../media/image970.png"/><Relationship Id="rId170" Type="http://schemas.openxmlformats.org/officeDocument/2006/relationships/customXml" Target="../ink/ink1546.xml"/><Relationship Id="rId226" Type="http://schemas.openxmlformats.org/officeDocument/2006/relationships/customXml" Target="../ink/ink1574.xml"/><Relationship Id="rId268" Type="http://schemas.openxmlformats.org/officeDocument/2006/relationships/image" Target="../media/image1202.png"/><Relationship Id="rId32" Type="http://schemas.openxmlformats.org/officeDocument/2006/relationships/customXml" Target="../ink/ink1477.xml"/><Relationship Id="rId74" Type="http://schemas.openxmlformats.org/officeDocument/2006/relationships/customXml" Target="../ink/ink1498.xml"/><Relationship Id="rId128" Type="http://schemas.openxmlformats.org/officeDocument/2006/relationships/customXml" Target="../ink/ink1525.xml"/><Relationship Id="rId5" Type="http://schemas.openxmlformats.org/officeDocument/2006/relationships/image" Target="../media/image1073.png"/><Relationship Id="rId181" Type="http://schemas.openxmlformats.org/officeDocument/2006/relationships/image" Target="../media/image981.png"/><Relationship Id="rId237" Type="http://schemas.openxmlformats.org/officeDocument/2006/relationships/image" Target="../media/image1187.png"/><Relationship Id="rId279" Type="http://schemas.openxmlformats.org/officeDocument/2006/relationships/customXml" Target="../ink/ink1601.xml"/><Relationship Id="rId43" Type="http://schemas.openxmlformats.org/officeDocument/2006/relationships/image" Target="../media/image1092.png"/><Relationship Id="rId139" Type="http://schemas.openxmlformats.org/officeDocument/2006/relationships/image" Target="../media/image960.png"/><Relationship Id="rId290" Type="http://schemas.openxmlformats.org/officeDocument/2006/relationships/image" Target="../media/image1213.png"/><Relationship Id="rId304" Type="http://schemas.openxmlformats.org/officeDocument/2006/relationships/image" Target="../media/image1220.png"/><Relationship Id="rId85" Type="http://schemas.openxmlformats.org/officeDocument/2006/relationships/image" Target="../media/image934.png"/><Relationship Id="rId150" Type="http://schemas.openxmlformats.org/officeDocument/2006/relationships/customXml" Target="../ink/ink1536.xml"/><Relationship Id="rId192" Type="http://schemas.openxmlformats.org/officeDocument/2006/relationships/customXml" Target="../ink/ink1557.xml"/><Relationship Id="rId206" Type="http://schemas.openxmlformats.org/officeDocument/2006/relationships/customXml" Target="../ink/ink1564.xml"/><Relationship Id="rId248" Type="http://schemas.openxmlformats.org/officeDocument/2006/relationships/image" Target="../media/image1192.png"/><Relationship Id="rId12" Type="http://schemas.openxmlformats.org/officeDocument/2006/relationships/customXml" Target="../ink/ink1467.xml"/><Relationship Id="rId108" Type="http://schemas.openxmlformats.org/officeDocument/2006/relationships/customXml" Target="../ink/ink1515.xml"/><Relationship Id="rId54" Type="http://schemas.openxmlformats.org/officeDocument/2006/relationships/customXml" Target="../ink/ink1488.xml"/><Relationship Id="rId96" Type="http://schemas.openxmlformats.org/officeDocument/2006/relationships/customXml" Target="../ink/ink1509.xml"/><Relationship Id="rId161" Type="http://schemas.openxmlformats.org/officeDocument/2006/relationships/image" Target="../media/image971.png"/><Relationship Id="rId217" Type="http://schemas.openxmlformats.org/officeDocument/2006/relationships/image" Target="../media/image1177.png"/><Relationship Id="rId259" Type="http://schemas.openxmlformats.org/officeDocument/2006/relationships/customXml" Target="../ink/ink1591.xml"/><Relationship Id="rId23" Type="http://schemas.openxmlformats.org/officeDocument/2006/relationships/image" Target="../media/image1082.png"/><Relationship Id="rId119" Type="http://schemas.openxmlformats.org/officeDocument/2006/relationships/image" Target="../media/image950.png"/><Relationship Id="rId270" Type="http://schemas.openxmlformats.org/officeDocument/2006/relationships/image" Target="../media/image1203.png"/><Relationship Id="rId65" Type="http://schemas.openxmlformats.org/officeDocument/2006/relationships/image" Target="../media/image924.png"/><Relationship Id="rId130" Type="http://schemas.openxmlformats.org/officeDocument/2006/relationships/customXml" Target="../ink/ink1526.xml"/><Relationship Id="rId172" Type="http://schemas.openxmlformats.org/officeDocument/2006/relationships/customXml" Target="../ink/ink1547.xml"/><Relationship Id="rId193" Type="http://schemas.openxmlformats.org/officeDocument/2006/relationships/image" Target="../media/image987.png"/><Relationship Id="rId207" Type="http://schemas.openxmlformats.org/officeDocument/2006/relationships/image" Target="../media/image1172.png"/><Relationship Id="rId228" Type="http://schemas.openxmlformats.org/officeDocument/2006/relationships/customXml" Target="../ink/ink1575.xml"/><Relationship Id="rId249" Type="http://schemas.openxmlformats.org/officeDocument/2006/relationships/customXml" Target="../ink/ink1586.xml"/><Relationship Id="rId13" Type="http://schemas.openxmlformats.org/officeDocument/2006/relationships/image" Target="../media/image1077.png"/><Relationship Id="rId109" Type="http://schemas.openxmlformats.org/officeDocument/2006/relationships/image" Target="../media/image946.png"/><Relationship Id="rId260" Type="http://schemas.openxmlformats.org/officeDocument/2006/relationships/image" Target="../media/image1198.png"/><Relationship Id="rId281" Type="http://schemas.openxmlformats.org/officeDocument/2006/relationships/customXml" Target="../ink/ink1602.xml"/><Relationship Id="rId34" Type="http://schemas.openxmlformats.org/officeDocument/2006/relationships/customXml" Target="../ink/ink1478.xml"/><Relationship Id="rId55" Type="http://schemas.openxmlformats.org/officeDocument/2006/relationships/image" Target="../media/image1098.png"/><Relationship Id="rId76" Type="http://schemas.openxmlformats.org/officeDocument/2006/relationships/customXml" Target="../ink/ink1499.xml"/><Relationship Id="rId97" Type="http://schemas.openxmlformats.org/officeDocument/2006/relationships/image" Target="../media/image940.png"/><Relationship Id="rId120" Type="http://schemas.openxmlformats.org/officeDocument/2006/relationships/customXml" Target="../ink/ink1521.xml"/><Relationship Id="rId141" Type="http://schemas.openxmlformats.org/officeDocument/2006/relationships/image" Target="../media/image961.png"/><Relationship Id="rId7" Type="http://schemas.openxmlformats.org/officeDocument/2006/relationships/image" Target="../media/image1074.png"/><Relationship Id="rId162" Type="http://schemas.openxmlformats.org/officeDocument/2006/relationships/customXml" Target="../ink/ink1542.xml"/><Relationship Id="rId183" Type="http://schemas.openxmlformats.org/officeDocument/2006/relationships/image" Target="../media/image982.png"/><Relationship Id="rId218" Type="http://schemas.openxmlformats.org/officeDocument/2006/relationships/customXml" Target="../ink/ink1570.xml"/><Relationship Id="rId239" Type="http://schemas.openxmlformats.org/officeDocument/2006/relationships/image" Target="../media/image1188.png"/><Relationship Id="rId250" Type="http://schemas.openxmlformats.org/officeDocument/2006/relationships/image" Target="../media/image1193.png"/><Relationship Id="rId271" Type="http://schemas.openxmlformats.org/officeDocument/2006/relationships/customXml" Target="../ink/ink1597.xml"/><Relationship Id="rId292" Type="http://schemas.openxmlformats.org/officeDocument/2006/relationships/image" Target="../media/image1214.png"/><Relationship Id="rId306" Type="http://schemas.openxmlformats.org/officeDocument/2006/relationships/image" Target="../media/image1221.png"/><Relationship Id="rId24" Type="http://schemas.openxmlformats.org/officeDocument/2006/relationships/customXml" Target="../ink/ink1473.xml"/><Relationship Id="rId45" Type="http://schemas.openxmlformats.org/officeDocument/2006/relationships/image" Target="../media/image1093.png"/><Relationship Id="rId66" Type="http://schemas.openxmlformats.org/officeDocument/2006/relationships/customXml" Target="../ink/ink1494.xml"/><Relationship Id="rId87" Type="http://schemas.openxmlformats.org/officeDocument/2006/relationships/image" Target="../media/image935.png"/><Relationship Id="rId110" Type="http://schemas.openxmlformats.org/officeDocument/2006/relationships/customXml" Target="../ink/ink1516.xml"/><Relationship Id="rId131" Type="http://schemas.openxmlformats.org/officeDocument/2006/relationships/image" Target="../media/image956.png"/><Relationship Id="rId152" Type="http://schemas.openxmlformats.org/officeDocument/2006/relationships/customXml" Target="../ink/ink1537.xml"/><Relationship Id="rId173" Type="http://schemas.openxmlformats.org/officeDocument/2006/relationships/image" Target="../media/image977.png"/><Relationship Id="rId194" Type="http://schemas.openxmlformats.org/officeDocument/2006/relationships/customXml" Target="../ink/ink1558.xml"/><Relationship Id="rId208" Type="http://schemas.openxmlformats.org/officeDocument/2006/relationships/customXml" Target="../ink/ink1565.xml"/><Relationship Id="rId229" Type="http://schemas.openxmlformats.org/officeDocument/2006/relationships/image" Target="../media/image1183.png"/><Relationship Id="rId240" Type="http://schemas.openxmlformats.org/officeDocument/2006/relationships/customXml" Target="../ink/ink1581.xml"/><Relationship Id="rId261" Type="http://schemas.openxmlformats.org/officeDocument/2006/relationships/customXml" Target="../ink/ink1592.xml"/><Relationship Id="rId14" Type="http://schemas.openxmlformats.org/officeDocument/2006/relationships/customXml" Target="../ink/ink1468.xml"/><Relationship Id="rId35" Type="http://schemas.openxmlformats.org/officeDocument/2006/relationships/image" Target="../media/image1088.png"/><Relationship Id="rId56" Type="http://schemas.openxmlformats.org/officeDocument/2006/relationships/customXml" Target="../ink/ink1489.xml"/><Relationship Id="rId77" Type="http://schemas.openxmlformats.org/officeDocument/2006/relationships/image" Target="../media/image930.png"/><Relationship Id="rId100" Type="http://schemas.openxmlformats.org/officeDocument/2006/relationships/customXml" Target="../ink/ink1511.xml"/><Relationship Id="rId282" Type="http://schemas.openxmlformats.org/officeDocument/2006/relationships/image" Target="../media/image1209.png"/><Relationship Id="rId8" Type="http://schemas.openxmlformats.org/officeDocument/2006/relationships/customXml" Target="../ink/ink1465.xml"/><Relationship Id="rId98" Type="http://schemas.openxmlformats.org/officeDocument/2006/relationships/customXml" Target="../ink/ink1510.xml"/><Relationship Id="rId121" Type="http://schemas.openxmlformats.org/officeDocument/2006/relationships/image" Target="../media/image951.png"/><Relationship Id="rId142" Type="http://schemas.openxmlformats.org/officeDocument/2006/relationships/customXml" Target="../ink/ink1532.xml"/><Relationship Id="rId163" Type="http://schemas.openxmlformats.org/officeDocument/2006/relationships/image" Target="../media/image972.png"/><Relationship Id="rId184" Type="http://schemas.openxmlformats.org/officeDocument/2006/relationships/customXml" Target="../ink/ink1553.xml"/><Relationship Id="rId219" Type="http://schemas.openxmlformats.org/officeDocument/2006/relationships/image" Target="../media/image1178.png"/><Relationship Id="rId230" Type="http://schemas.openxmlformats.org/officeDocument/2006/relationships/customXml" Target="../ink/ink1576.xml"/><Relationship Id="rId251" Type="http://schemas.openxmlformats.org/officeDocument/2006/relationships/customXml" Target="../ink/ink1587.xml"/><Relationship Id="rId25" Type="http://schemas.openxmlformats.org/officeDocument/2006/relationships/image" Target="../media/image1083.png"/><Relationship Id="rId46" Type="http://schemas.openxmlformats.org/officeDocument/2006/relationships/customXml" Target="../ink/ink1484.xml"/><Relationship Id="rId67" Type="http://schemas.openxmlformats.org/officeDocument/2006/relationships/image" Target="../media/image925.png"/><Relationship Id="rId272" Type="http://schemas.openxmlformats.org/officeDocument/2006/relationships/image" Target="../media/image1204.png"/><Relationship Id="rId293" Type="http://schemas.openxmlformats.org/officeDocument/2006/relationships/customXml" Target="../ink/ink1608.xml"/><Relationship Id="rId307" Type="http://schemas.openxmlformats.org/officeDocument/2006/relationships/customXml" Target="../ink/ink1615.xml"/><Relationship Id="rId88" Type="http://schemas.openxmlformats.org/officeDocument/2006/relationships/customXml" Target="../ink/ink1505.xml"/><Relationship Id="rId111" Type="http://schemas.openxmlformats.org/officeDocument/2006/relationships/image" Target="../media/image947.png"/><Relationship Id="rId132" Type="http://schemas.openxmlformats.org/officeDocument/2006/relationships/customXml" Target="../ink/ink1527.xml"/><Relationship Id="rId153" Type="http://schemas.openxmlformats.org/officeDocument/2006/relationships/image" Target="../media/image967.png"/><Relationship Id="rId174" Type="http://schemas.openxmlformats.org/officeDocument/2006/relationships/customXml" Target="../ink/ink1548.xml"/><Relationship Id="rId195" Type="http://schemas.openxmlformats.org/officeDocument/2006/relationships/image" Target="../media/image988.png"/><Relationship Id="rId209" Type="http://schemas.openxmlformats.org/officeDocument/2006/relationships/image" Target="../media/image1173.png"/><Relationship Id="rId220" Type="http://schemas.openxmlformats.org/officeDocument/2006/relationships/customXml" Target="../ink/ink1571.xml"/><Relationship Id="rId241" Type="http://schemas.openxmlformats.org/officeDocument/2006/relationships/image" Target="../media/image1189.png"/><Relationship Id="rId15" Type="http://schemas.openxmlformats.org/officeDocument/2006/relationships/image" Target="../media/image1078.png"/><Relationship Id="rId36" Type="http://schemas.openxmlformats.org/officeDocument/2006/relationships/customXml" Target="../ink/ink1479.xml"/><Relationship Id="rId57" Type="http://schemas.openxmlformats.org/officeDocument/2006/relationships/image" Target="../media/image1099.png"/><Relationship Id="rId262" Type="http://schemas.openxmlformats.org/officeDocument/2006/relationships/image" Target="../media/image1199.png"/><Relationship Id="rId283" Type="http://schemas.openxmlformats.org/officeDocument/2006/relationships/customXml" Target="../ink/ink1603.xml"/><Relationship Id="rId78" Type="http://schemas.openxmlformats.org/officeDocument/2006/relationships/customXml" Target="../ink/ink1500.xml"/><Relationship Id="rId99" Type="http://schemas.openxmlformats.org/officeDocument/2006/relationships/image" Target="../media/image941.png"/><Relationship Id="rId101" Type="http://schemas.openxmlformats.org/officeDocument/2006/relationships/image" Target="../media/image942.png"/><Relationship Id="rId122" Type="http://schemas.openxmlformats.org/officeDocument/2006/relationships/customXml" Target="../ink/ink1522.xml"/><Relationship Id="rId143" Type="http://schemas.openxmlformats.org/officeDocument/2006/relationships/image" Target="../media/image962.png"/><Relationship Id="rId164" Type="http://schemas.openxmlformats.org/officeDocument/2006/relationships/customXml" Target="../ink/ink1543.xml"/><Relationship Id="rId185" Type="http://schemas.openxmlformats.org/officeDocument/2006/relationships/image" Target="../media/image983.png"/><Relationship Id="rId9" Type="http://schemas.openxmlformats.org/officeDocument/2006/relationships/image" Target="../media/image1075.png"/><Relationship Id="rId210" Type="http://schemas.openxmlformats.org/officeDocument/2006/relationships/customXml" Target="../ink/ink1566.xml"/><Relationship Id="rId26" Type="http://schemas.openxmlformats.org/officeDocument/2006/relationships/customXml" Target="../ink/ink1474.xml"/><Relationship Id="rId231" Type="http://schemas.openxmlformats.org/officeDocument/2006/relationships/image" Target="../media/image1184.png"/><Relationship Id="rId252" Type="http://schemas.openxmlformats.org/officeDocument/2006/relationships/image" Target="../media/image1194.png"/><Relationship Id="rId273" Type="http://schemas.openxmlformats.org/officeDocument/2006/relationships/customXml" Target="../ink/ink1598.xml"/><Relationship Id="rId294" Type="http://schemas.openxmlformats.org/officeDocument/2006/relationships/image" Target="../media/image1215.png"/><Relationship Id="rId308" Type="http://schemas.openxmlformats.org/officeDocument/2006/relationships/image" Target="../media/image1222.png"/><Relationship Id="rId47" Type="http://schemas.openxmlformats.org/officeDocument/2006/relationships/image" Target="../media/image1094.png"/><Relationship Id="rId68" Type="http://schemas.openxmlformats.org/officeDocument/2006/relationships/customXml" Target="../ink/ink1495.xml"/><Relationship Id="rId89" Type="http://schemas.openxmlformats.org/officeDocument/2006/relationships/image" Target="../media/image936.png"/><Relationship Id="rId112" Type="http://schemas.openxmlformats.org/officeDocument/2006/relationships/customXml" Target="../ink/ink1517.xml"/><Relationship Id="rId133" Type="http://schemas.openxmlformats.org/officeDocument/2006/relationships/image" Target="../media/image957.png"/><Relationship Id="rId154" Type="http://schemas.openxmlformats.org/officeDocument/2006/relationships/customXml" Target="../ink/ink1538.xml"/><Relationship Id="rId175" Type="http://schemas.openxmlformats.org/officeDocument/2006/relationships/image" Target="../media/image978.png"/><Relationship Id="rId196" Type="http://schemas.openxmlformats.org/officeDocument/2006/relationships/customXml" Target="../ink/ink1559.xml"/><Relationship Id="rId200" Type="http://schemas.openxmlformats.org/officeDocument/2006/relationships/customXml" Target="../ink/ink1561.xml"/><Relationship Id="rId16" Type="http://schemas.openxmlformats.org/officeDocument/2006/relationships/customXml" Target="../ink/ink1469.xml"/><Relationship Id="rId221" Type="http://schemas.openxmlformats.org/officeDocument/2006/relationships/image" Target="../media/image1179.png"/><Relationship Id="rId242" Type="http://schemas.openxmlformats.org/officeDocument/2006/relationships/customXml" Target="../ink/ink1582.xml"/><Relationship Id="rId263" Type="http://schemas.openxmlformats.org/officeDocument/2006/relationships/customXml" Target="../ink/ink1593.xml"/><Relationship Id="rId284" Type="http://schemas.openxmlformats.org/officeDocument/2006/relationships/image" Target="../media/image1210.png"/><Relationship Id="rId37" Type="http://schemas.openxmlformats.org/officeDocument/2006/relationships/image" Target="../media/image1089.png"/><Relationship Id="rId58" Type="http://schemas.openxmlformats.org/officeDocument/2006/relationships/customXml" Target="../ink/ink1490.xml"/><Relationship Id="rId79" Type="http://schemas.openxmlformats.org/officeDocument/2006/relationships/image" Target="../media/image931.png"/><Relationship Id="rId102" Type="http://schemas.openxmlformats.org/officeDocument/2006/relationships/customXml" Target="../ink/ink1512.xml"/><Relationship Id="rId123" Type="http://schemas.openxmlformats.org/officeDocument/2006/relationships/image" Target="../media/image952.png"/><Relationship Id="rId144" Type="http://schemas.openxmlformats.org/officeDocument/2006/relationships/customXml" Target="../ink/ink1533.xml"/><Relationship Id="rId90" Type="http://schemas.openxmlformats.org/officeDocument/2006/relationships/customXml" Target="../ink/ink1506.xml"/><Relationship Id="rId165" Type="http://schemas.openxmlformats.org/officeDocument/2006/relationships/image" Target="../media/image973.png"/><Relationship Id="rId186" Type="http://schemas.openxmlformats.org/officeDocument/2006/relationships/customXml" Target="../ink/ink1554.xml"/><Relationship Id="rId211" Type="http://schemas.openxmlformats.org/officeDocument/2006/relationships/image" Target="../media/image1174.png"/><Relationship Id="rId232" Type="http://schemas.openxmlformats.org/officeDocument/2006/relationships/customXml" Target="../ink/ink1577.xml"/><Relationship Id="rId253" Type="http://schemas.openxmlformats.org/officeDocument/2006/relationships/customXml" Target="../ink/ink1588.xml"/><Relationship Id="rId274" Type="http://schemas.openxmlformats.org/officeDocument/2006/relationships/image" Target="../media/image1205.png"/><Relationship Id="rId295" Type="http://schemas.openxmlformats.org/officeDocument/2006/relationships/customXml" Target="../ink/ink1609.xml"/><Relationship Id="rId309" Type="http://schemas.openxmlformats.org/officeDocument/2006/relationships/customXml" Target="../ink/ink1616.xml"/><Relationship Id="rId27" Type="http://schemas.openxmlformats.org/officeDocument/2006/relationships/image" Target="../media/image1084.png"/><Relationship Id="rId48" Type="http://schemas.openxmlformats.org/officeDocument/2006/relationships/customXml" Target="../ink/ink1485.xml"/><Relationship Id="rId69" Type="http://schemas.openxmlformats.org/officeDocument/2006/relationships/image" Target="../media/image926.png"/><Relationship Id="rId113" Type="http://schemas.openxmlformats.org/officeDocument/2006/relationships/image" Target="../media/image465.png"/><Relationship Id="rId134" Type="http://schemas.openxmlformats.org/officeDocument/2006/relationships/customXml" Target="../ink/ink1528.xml"/><Relationship Id="rId80" Type="http://schemas.openxmlformats.org/officeDocument/2006/relationships/customXml" Target="../ink/ink1501.xml"/><Relationship Id="rId155" Type="http://schemas.openxmlformats.org/officeDocument/2006/relationships/image" Target="../media/image968.png"/><Relationship Id="rId176" Type="http://schemas.openxmlformats.org/officeDocument/2006/relationships/customXml" Target="../ink/ink1549.xml"/><Relationship Id="rId197" Type="http://schemas.openxmlformats.org/officeDocument/2006/relationships/image" Target="../media/image989.png"/><Relationship Id="rId201" Type="http://schemas.openxmlformats.org/officeDocument/2006/relationships/image" Target="../media/image991.png"/><Relationship Id="rId222" Type="http://schemas.openxmlformats.org/officeDocument/2006/relationships/customXml" Target="../ink/ink1572.xml"/><Relationship Id="rId243" Type="http://schemas.openxmlformats.org/officeDocument/2006/relationships/image" Target="../media/image1190.png"/><Relationship Id="rId264" Type="http://schemas.openxmlformats.org/officeDocument/2006/relationships/image" Target="../media/image1200.png"/><Relationship Id="rId285" Type="http://schemas.openxmlformats.org/officeDocument/2006/relationships/customXml" Target="../ink/ink1604.xml"/><Relationship Id="rId17" Type="http://schemas.openxmlformats.org/officeDocument/2006/relationships/image" Target="../media/image1079.png"/><Relationship Id="rId38" Type="http://schemas.openxmlformats.org/officeDocument/2006/relationships/customXml" Target="../ink/ink1480.xml"/><Relationship Id="rId59" Type="http://schemas.openxmlformats.org/officeDocument/2006/relationships/image" Target="../media/image1100.png"/><Relationship Id="rId103" Type="http://schemas.openxmlformats.org/officeDocument/2006/relationships/image" Target="../media/image943.png"/><Relationship Id="rId124" Type="http://schemas.openxmlformats.org/officeDocument/2006/relationships/customXml" Target="../ink/ink1523.xml"/><Relationship Id="rId310" Type="http://schemas.openxmlformats.org/officeDocument/2006/relationships/image" Target="../media/image1223.png"/><Relationship Id="rId70" Type="http://schemas.openxmlformats.org/officeDocument/2006/relationships/customXml" Target="../ink/ink1496.xml"/><Relationship Id="rId91" Type="http://schemas.openxmlformats.org/officeDocument/2006/relationships/image" Target="../media/image937.png"/><Relationship Id="rId145" Type="http://schemas.openxmlformats.org/officeDocument/2006/relationships/image" Target="../media/image963.png"/><Relationship Id="rId166" Type="http://schemas.openxmlformats.org/officeDocument/2006/relationships/customXml" Target="../ink/ink1544.xml"/><Relationship Id="rId187" Type="http://schemas.openxmlformats.org/officeDocument/2006/relationships/image" Target="../media/image984.png"/><Relationship Id="rId1" Type="http://schemas.openxmlformats.org/officeDocument/2006/relationships/slideLayout" Target="../slideLayouts/slideLayout7.xml"/><Relationship Id="rId212" Type="http://schemas.openxmlformats.org/officeDocument/2006/relationships/customXml" Target="../ink/ink1567.xml"/><Relationship Id="rId233" Type="http://schemas.openxmlformats.org/officeDocument/2006/relationships/image" Target="../media/image1185.png"/><Relationship Id="rId254" Type="http://schemas.openxmlformats.org/officeDocument/2006/relationships/image" Target="../media/image1195.png"/><Relationship Id="rId28" Type="http://schemas.openxmlformats.org/officeDocument/2006/relationships/customXml" Target="../ink/ink1475.xml"/><Relationship Id="rId49" Type="http://schemas.openxmlformats.org/officeDocument/2006/relationships/image" Target="../media/image1095.png"/><Relationship Id="rId114" Type="http://schemas.openxmlformats.org/officeDocument/2006/relationships/customXml" Target="../ink/ink1518.xml"/><Relationship Id="rId275" Type="http://schemas.openxmlformats.org/officeDocument/2006/relationships/customXml" Target="../ink/ink1599.xml"/><Relationship Id="rId296" Type="http://schemas.openxmlformats.org/officeDocument/2006/relationships/image" Target="../media/image1216.png"/><Relationship Id="rId300" Type="http://schemas.openxmlformats.org/officeDocument/2006/relationships/image" Target="../media/image1218.png"/><Relationship Id="rId60" Type="http://schemas.openxmlformats.org/officeDocument/2006/relationships/customXml" Target="../ink/ink1491.xml"/><Relationship Id="rId81" Type="http://schemas.openxmlformats.org/officeDocument/2006/relationships/image" Target="../media/image932.png"/><Relationship Id="rId135" Type="http://schemas.openxmlformats.org/officeDocument/2006/relationships/image" Target="../media/image958.png"/><Relationship Id="rId156" Type="http://schemas.openxmlformats.org/officeDocument/2006/relationships/customXml" Target="../ink/ink1539.xml"/><Relationship Id="rId177" Type="http://schemas.openxmlformats.org/officeDocument/2006/relationships/image" Target="../media/image979.png"/><Relationship Id="rId198" Type="http://schemas.openxmlformats.org/officeDocument/2006/relationships/customXml" Target="../ink/ink1560.xml"/><Relationship Id="rId202" Type="http://schemas.openxmlformats.org/officeDocument/2006/relationships/customXml" Target="../ink/ink1562.xml"/><Relationship Id="rId223" Type="http://schemas.openxmlformats.org/officeDocument/2006/relationships/image" Target="../media/image1180.png"/><Relationship Id="rId244" Type="http://schemas.openxmlformats.org/officeDocument/2006/relationships/customXml" Target="../ink/ink1583.xml"/><Relationship Id="rId18" Type="http://schemas.openxmlformats.org/officeDocument/2006/relationships/customXml" Target="../ink/ink1470.xml"/><Relationship Id="rId39" Type="http://schemas.openxmlformats.org/officeDocument/2006/relationships/image" Target="../media/image1090.png"/><Relationship Id="rId265" Type="http://schemas.openxmlformats.org/officeDocument/2006/relationships/customXml" Target="../ink/ink1594.xml"/><Relationship Id="rId286" Type="http://schemas.openxmlformats.org/officeDocument/2006/relationships/image" Target="../media/image1211.png"/><Relationship Id="rId50" Type="http://schemas.openxmlformats.org/officeDocument/2006/relationships/customXml" Target="../ink/ink1486.xml"/><Relationship Id="rId104" Type="http://schemas.openxmlformats.org/officeDocument/2006/relationships/customXml" Target="../ink/ink1513.xml"/><Relationship Id="rId125" Type="http://schemas.openxmlformats.org/officeDocument/2006/relationships/image" Target="../media/image953.png"/><Relationship Id="rId146" Type="http://schemas.openxmlformats.org/officeDocument/2006/relationships/customXml" Target="../ink/ink1534.xml"/><Relationship Id="rId167" Type="http://schemas.openxmlformats.org/officeDocument/2006/relationships/image" Target="../media/image974.png"/><Relationship Id="rId188" Type="http://schemas.openxmlformats.org/officeDocument/2006/relationships/customXml" Target="../ink/ink1555.xml"/><Relationship Id="rId311" Type="http://schemas.openxmlformats.org/officeDocument/2006/relationships/customXml" Target="../ink/ink1617.xml"/><Relationship Id="rId71" Type="http://schemas.openxmlformats.org/officeDocument/2006/relationships/image" Target="../media/image927.png"/><Relationship Id="rId92" Type="http://schemas.openxmlformats.org/officeDocument/2006/relationships/customXml" Target="../ink/ink1507.xml"/><Relationship Id="rId213" Type="http://schemas.openxmlformats.org/officeDocument/2006/relationships/image" Target="../media/image1175.png"/><Relationship Id="rId234" Type="http://schemas.openxmlformats.org/officeDocument/2006/relationships/customXml" Target="../ink/ink1578.xml"/><Relationship Id="rId2" Type="http://schemas.openxmlformats.org/officeDocument/2006/relationships/customXml" Target="../ink/ink1462.xml"/><Relationship Id="rId29" Type="http://schemas.openxmlformats.org/officeDocument/2006/relationships/image" Target="../media/image1085.png"/><Relationship Id="rId255" Type="http://schemas.openxmlformats.org/officeDocument/2006/relationships/customXml" Target="../ink/ink1589.xml"/><Relationship Id="rId276" Type="http://schemas.openxmlformats.org/officeDocument/2006/relationships/image" Target="../media/image1206.png"/><Relationship Id="rId297" Type="http://schemas.openxmlformats.org/officeDocument/2006/relationships/customXml" Target="../ink/ink1610.xml"/><Relationship Id="rId40" Type="http://schemas.openxmlformats.org/officeDocument/2006/relationships/customXml" Target="../ink/ink1481.xml"/><Relationship Id="rId115" Type="http://schemas.openxmlformats.org/officeDocument/2006/relationships/image" Target="../media/image948.png"/><Relationship Id="rId136" Type="http://schemas.openxmlformats.org/officeDocument/2006/relationships/customXml" Target="../ink/ink1529.xml"/><Relationship Id="rId157" Type="http://schemas.openxmlformats.org/officeDocument/2006/relationships/image" Target="../media/image969.png"/><Relationship Id="rId178" Type="http://schemas.openxmlformats.org/officeDocument/2006/relationships/customXml" Target="../ink/ink1550.xml"/><Relationship Id="rId301" Type="http://schemas.openxmlformats.org/officeDocument/2006/relationships/customXml" Target="../ink/ink1612.xml"/><Relationship Id="rId61" Type="http://schemas.openxmlformats.org/officeDocument/2006/relationships/image" Target="../media/image1101.png"/><Relationship Id="rId82" Type="http://schemas.openxmlformats.org/officeDocument/2006/relationships/customXml" Target="../ink/ink1502.xml"/><Relationship Id="rId199" Type="http://schemas.openxmlformats.org/officeDocument/2006/relationships/image" Target="../media/image990.png"/><Relationship Id="rId203" Type="http://schemas.openxmlformats.org/officeDocument/2006/relationships/image" Target="../media/image992.png"/><Relationship Id="rId19" Type="http://schemas.openxmlformats.org/officeDocument/2006/relationships/image" Target="../media/image1080.png"/><Relationship Id="rId224" Type="http://schemas.openxmlformats.org/officeDocument/2006/relationships/customXml" Target="../ink/ink1573.xml"/><Relationship Id="rId245" Type="http://schemas.openxmlformats.org/officeDocument/2006/relationships/customXml" Target="../ink/ink1584.xml"/><Relationship Id="rId266" Type="http://schemas.openxmlformats.org/officeDocument/2006/relationships/image" Target="../media/image1201.png"/><Relationship Id="rId287" Type="http://schemas.openxmlformats.org/officeDocument/2006/relationships/customXml" Target="../ink/ink1605.xml"/><Relationship Id="rId30" Type="http://schemas.openxmlformats.org/officeDocument/2006/relationships/customXml" Target="../ink/ink1476.xml"/><Relationship Id="rId105" Type="http://schemas.openxmlformats.org/officeDocument/2006/relationships/image" Target="../media/image944.png"/><Relationship Id="rId126" Type="http://schemas.openxmlformats.org/officeDocument/2006/relationships/customXml" Target="../ink/ink1524.xml"/><Relationship Id="rId147" Type="http://schemas.openxmlformats.org/officeDocument/2006/relationships/image" Target="../media/image964.png"/><Relationship Id="rId168" Type="http://schemas.openxmlformats.org/officeDocument/2006/relationships/customXml" Target="../ink/ink1545.xml"/><Relationship Id="rId312" Type="http://schemas.openxmlformats.org/officeDocument/2006/relationships/image" Target="../media/image1224.png"/><Relationship Id="rId51" Type="http://schemas.openxmlformats.org/officeDocument/2006/relationships/image" Target="../media/image1096.png"/><Relationship Id="rId72" Type="http://schemas.openxmlformats.org/officeDocument/2006/relationships/customXml" Target="../ink/ink1497.xml"/><Relationship Id="rId93" Type="http://schemas.openxmlformats.org/officeDocument/2006/relationships/image" Target="../media/image938.png"/><Relationship Id="rId189" Type="http://schemas.openxmlformats.org/officeDocument/2006/relationships/image" Target="../media/image985.png"/><Relationship Id="rId3" Type="http://schemas.openxmlformats.org/officeDocument/2006/relationships/image" Target="../media/image1072.png"/><Relationship Id="rId214" Type="http://schemas.openxmlformats.org/officeDocument/2006/relationships/customXml" Target="../ink/ink1568.xml"/><Relationship Id="rId235" Type="http://schemas.openxmlformats.org/officeDocument/2006/relationships/image" Target="../media/image1186.png"/><Relationship Id="rId256" Type="http://schemas.openxmlformats.org/officeDocument/2006/relationships/image" Target="../media/image1196.png"/><Relationship Id="rId277" Type="http://schemas.openxmlformats.org/officeDocument/2006/relationships/customXml" Target="../ink/ink1600.xml"/><Relationship Id="rId298" Type="http://schemas.openxmlformats.org/officeDocument/2006/relationships/image" Target="../media/image1217.png"/><Relationship Id="rId116" Type="http://schemas.openxmlformats.org/officeDocument/2006/relationships/customXml" Target="../ink/ink1519.xml"/><Relationship Id="rId137" Type="http://schemas.openxmlformats.org/officeDocument/2006/relationships/image" Target="../media/image959.png"/><Relationship Id="rId158" Type="http://schemas.openxmlformats.org/officeDocument/2006/relationships/customXml" Target="../ink/ink1540.xml"/><Relationship Id="rId302" Type="http://schemas.openxmlformats.org/officeDocument/2006/relationships/image" Target="../media/image1219.png"/><Relationship Id="rId20" Type="http://schemas.openxmlformats.org/officeDocument/2006/relationships/customXml" Target="../ink/ink1471.xml"/><Relationship Id="rId41" Type="http://schemas.openxmlformats.org/officeDocument/2006/relationships/image" Target="../media/image1091.png"/><Relationship Id="rId62" Type="http://schemas.openxmlformats.org/officeDocument/2006/relationships/customXml" Target="../ink/ink1492.xml"/><Relationship Id="rId83" Type="http://schemas.openxmlformats.org/officeDocument/2006/relationships/image" Target="../media/image933.png"/><Relationship Id="rId179" Type="http://schemas.openxmlformats.org/officeDocument/2006/relationships/image" Target="../media/image980.png"/><Relationship Id="rId190" Type="http://schemas.openxmlformats.org/officeDocument/2006/relationships/customXml" Target="../ink/ink1556.xml"/><Relationship Id="rId204" Type="http://schemas.openxmlformats.org/officeDocument/2006/relationships/customXml" Target="../ink/ink1563.xml"/><Relationship Id="rId225" Type="http://schemas.openxmlformats.org/officeDocument/2006/relationships/image" Target="../media/image1181.png"/><Relationship Id="rId246" Type="http://schemas.openxmlformats.org/officeDocument/2006/relationships/image" Target="../media/image1191.png"/><Relationship Id="rId267" Type="http://schemas.openxmlformats.org/officeDocument/2006/relationships/customXml" Target="../ink/ink1595.xml"/><Relationship Id="rId288" Type="http://schemas.openxmlformats.org/officeDocument/2006/relationships/image" Target="../media/image1212.png"/><Relationship Id="rId106" Type="http://schemas.openxmlformats.org/officeDocument/2006/relationships/customXml" Target="../ink/ink1514.xml"/><Relationship Id="rId127" Type="http://schemas.openxmlformats.org/officeDocument/2006/relationships/image" Target="../media/image954.png"/><Relationship Id="rId313" Type="http://schemas.openxmlformats.org/officeDocument/2006/relationships/customXml" Target="../ink/ink1618.xml"/><Relationship Id="rId10" Type="http://schemas.openxmlformats.org/officeDocument/2006/relationships/customXml" Target="../ink/ink1466.xml"/><Relationship Id="rId31" Type="http://schemas.openxmlformats.org/officeDocument/2006/relationships/image" Target="../media/image1086.png"/><Relationship Id="rId52" Type="http://schemas.openxmlformats.org/officeDocument/2006/relationships/customXml" Target="../ink/ink1487.xml"/><Relationship Id="rId73" Type="http://schemas.openxmlformats.org/officeDocument/2006/relationships/image" Target="../media/image928.png"/><Relationship Id="rId94" Type="http://schemas.openxmlformats.org/officeDocument/2006/relationships/customXml" Target="../ink/ink1508.xml"/><Relationship Id="rId148" Type="http://schemas.openxmlformats.org/officeDocument/2006/relationships/customXml" Target="../ink/ink1535.xml"/><Relationship Id="rId169" Type="http://schemas.openxmlformats.org/officeDocument/2006/relationships/image" Target="../media/image975.png"/><Relationship Id="rId4" Type="http://schemas.openxmlformats.org/officeDocument/2006/relationships/customXml" Target="../ink/ink1463.xml"/><Relationship Id="rId180" Type="http://schemas.openxmlformats.org/officeDocument/2006/relationships/customXml" Target="../ink/ink1551.xml"/><Relationship Id="rId215" Type="http://schemas.openxmlformats.org/officeDocument/2006/relationships/image" Target="../media/image1176.png"/><Relationship Id="rId236" Type="http://schemas.openxmlformats.org/officeDocument/2006/relationships/customXml" Target="../ink/ink1579.xml"/><Relationship Id="rId257" Type="http://schemas.openxmlformats.org/officeDocument/2006/relationships/customXml" Target="../ink/ink1590.xml"/><Relationship Id="rId278" Type="http://schemas.openxmlformats.org/officeDocument/2006/relationships/image" Target="../media/image1207.png"/><Relationship Id="rId303" Type="http://schemas.openxmlformats.org/officeDocument/2006/relationships/customXml" Target="../ink/ink1613.xml"/><Relationship Id="rId42" Type="http://schemas.openxmlformats.org/officeDocument/2006/relationships/customXml" Target="../ink/ink1482.xml"/><Relationship Id="rId84" Type="http://schemas.openxmlformats.org/officeDocument/2006/relationships/customXml" Target="../ink/ink1503.xml"/><Relationship Id="rId138" Type="http://schemas.openxmlformats.org/officeDocument/2006/relationships/customXml" Target="../ink/ink1530.xml"/><Relationship Id="rId191" Type="http://schemas.openxmlformats.org/officeDocument/2006/relationships/image" Target="../media/image986.png"/><Relationship Id="rId205" Type="http://schemas.openxmlformats.org/officeDocument/2006/relationships/image" Target="../media/image1102.png"/><Relationship Id="rId247" Type="http://schemas.openxmlformats.org/officeDocument/2006/relationships/customXml" Target="../ink/ink1585.xml"/><Relationship Id="rId107" Type="http://schemas.openxmlformats.org/officeDocument/2006/relationships/image" Target="../media/image945.png"/><Relationship Id="rId289" Type="http://schemas.openxmlformats.org/officeDocument/2006/relationships/customXml" Target="../ink/ink1606.xml"/><Relationship Id="rId11" Type="http://schemas.openxmlformats.org/officeDocument/2006/relationships/image" Target="../media/image1076.png"/><Relationship Id="rId53" Type="http://schemas.openxmlformats.org/officeDocument/2006/relationships/image" Target="../media/image1097.png"/><Relationship Id="rId149" Type="http://schemas.openxmlformats.org/officeDocument/2006/relationships/image" Target="../media/image965.png"/><Relationship Id="rId314" Type="http://schemas.openxmlformats.org/officeDocument/2006/relationships/image" Target="../media/image1225.png"/><Relationship Id="rId95" Type="http://schemas.openxmlformats.org/officeDocument/2006/relationships/image" Target="../media/image939.png"/><Relationship Id="rId160" Type="http://schemas.openxmlformats.org/officeDocument/2006/relationships/customXml" Target="../ink/ink1541.xml"/><Relationship Id="rId216" Type="http://schemas.openxmlformats.org/officeDocument/2006/relationships/customXml" Target="../ink/ink1569.xml"/><Relationship Id="rId258" Type="http://schemas.openxmlformats.org/officeDocument/2006/relationships/image" Target="../media/image1197.png"/><Relationship Id="rId22" Type="http://schemas.openxmlformats.org/officeDocument/2006/relationships/customXml" Target="../ink/ink1472.xml"/><Relationship Id="rId64" Type="http://schemas.openxmlformats.org/officeDocument/2006/relationships/customXml" Target="../ink/ink1493.xml"/><Relationship Id="rId118" Type="http://schemas.openxmlformats.org/officeDocument/2006/relationships/customXml" Target="../ink/ink1520.xml"/><Relationship Id="rId171" Type="http://schemas.openxmlformats.org/officeDocument/2006/relationships/image" Target="../media/image976.png"/><Relationship Id="rId227" Type="http://schemas.openxmlformats.org/officeDocument/2006/relationships/image" Target="../media/image1182.png"/><Relationship Id="rId269" Type="http://schemas.openxmlformats.org/officeDocument/2006/relationships/customXml" Target="../ink/ink1596.xml"/><Relationship Id="rId33" Type="http://schemas.openxmlformats.org/officeDocument/2006/relationships/image" Target="../media/image1087.png"/><Relationship Id="rId129" Type="http://schemas.openxmlformats.org/officeDocument/2006/relationships/image" Target="../media/image955.png"/><Relationship Id="rId280" Type="http://schemas.openxmlformats.org/officeDocument/2006/relationships/image" Target="../media/image1208.png"/><Relationship Id="rId75" Type="http://schemas.openxmlformats.org/officeDocument/2006/relationships/image" Target="../media/image929.png"/><Relationship Id="rId140" Type="http://schemas.openxmlformats.org/officeDocument/2006/relationships/customXml" Target="../ink/ink1531.xml"/><Relationship Id="rId182" Type="http://schemas.openxmlformats.org/officeDocument/2006/relationships/customXml" Target="../ink/ink1552.xml"/><Relationship Id="rId6" Type="http://schemas.openxmlformats.org/officeDocument/2006/relationships/customXml" Target="../ink/ink1464.xml"/><Relationship Id="rId238" Type="http://schemas.openxmlformats.org/officeDocument/2006/relationships/customXml" Target="../ink/ink1580.xml"/><Relationship Id="rId291" Type="http://schemas.openxmlformats.org/officeDocument/2006/relationships/customXml" Target="../ink/ink1607.xml"/><Relationship Id="rId305" Type="http://schemas.openxmlformats.org/officeDocument/2006/relationships/customXml" Target="../ink/ink1614.xml"/><Relationship Id="rId44" Type="http://schemas.openxmlformats.org/officeDocument/2006/relationships/customXml" Target="../ink/ink1483.xml"/><Relationship Id="rId86" Type="http://schemas.openxmlformats.org/officeDocument/2006/relationships/customXml" Target="../ink/ink1504.xml"/><Relationship Id="rId151" Type="http://schemas.openxmlformats.org/officeDocument/2006/relationships/image" Target="../media/image966.png"/></Relationships>
</file>

<file path=ppt/slides/_rels/slide14.xml.rels><?xml version="1.0" encoding="UTF-8" standalone="yes"?>
<Relationships xmlns="http://schemas.openxmlformats.org/package/2006/relationships"><Relationship Id="rId117" Type="http://schemas.openxmlformats.org/officeDocument/2006/relationships/image" Target="../media/image1283.png"/><Relationship Id="rId21" Type="http://schemas.openxmlformats.org/officeDocument/2006/relationships/image" Target="../media/image1235.png"/><Relationship Id="rId324" Type="http://schemas.openxmlformats.org/officeDocument/2006/relationships/customXml" Target="../ink/ink1780.xml"/><Relationship Id="rId531" Type="http://schemas.openxmlformats.org/officeDocument/2006/relationships/customXml" Target="../ink/ink1884.xml"/><Relationship Id="rId170" Type="http://schemas.openxmlformats.org/officeDocument/2006/relationships/customXml" Target="../ink/ink1703.xml"/><Relationship Id="rId268" Type="http://schemas.openxmlformats.org/officeDocument/2006/relationships/customXml" Target="../ink/ink1752.xml"/><Relationship Id="rId475" Type="http://schemas.openxmlformats.org/officeDocument/2006/relationships/customXml" Target="../ink/ink1856.xml"/><Relationship Id="rId32" Type="http://schemas.openxmlformats.org/officeDocument/2006/relationships/customXml" Target="../ink/ink1634.xml"/><Relationship Id="rId128" Type="http://schemas.openxmlformats.org/officeDocument/2006/relationships/customXml" Target="../ink/ink1682.xml"/><Relationship Id="rId335" Type="http://schemas.openxmlformats.org/officeDocument/2006/relationships/customXml" Target="../ink/ink1786.xml"/><Relationship Id="rId542" Type="http://schemas.openxmlformats.org/officeDocument/2006/relationships/image" Target="../media/image1493.png"/><Relationship Id="rId181" Type="http://schemas.openxmlformats.org/officeDocument/2006/relationships/image" Target="../media/image1315.png"/><Relationship Id="rId402" Type="http://schemas.openxmlformats.org/officeDocument/2006/relationships/image" Target="../media/image1423.png"/><Relationship Id="rId279" Type="http://schemas.openxmlformats.org/officeDocument/2006/relationships/image" Target="../media/image1364.png"/><Relationship Id="rId486" Type="http://schemas.openxmlformats.org/officeDocument/2006/relationships/image" Target="../media/image1465.png"/><Relationship Id="rId43" Type="http://schemas.openxmlformats.org/officeDocument/2006/relationships/image" Target="../media/image1246.png"/><Relationship Id="rId139" Type="http://schemas.openxmlformats.org/officeDocument/2006/relationships/image" Target="../media/image1294.png"/><Relationship Id="rId346" Type="http://schemas.openxmlformats.org/officeDocument/2006/relationships/image" Target="../media/image1395.png"/><Relationship Id="rId192" Type="http://schemas.openxmlformats.org/officeDocument/2006/relationships/customXml" Target="../ink/ink1714.xml"/><Relationship Id="rId206" Type="http://schemas.openxmlformats.org/officeDocument/2006/relationships/customXml" Target="../ink/ink1721.xml"/><Relationship Id="rId413" Type="http://schemas.openxmlformats.org/officeDocument/2006/relationships/customXml" Target="../ink/ink1825.xml"/><Relationship Id="rId497" Type="http://schemas.openxmlformats.org/officeDocument/2006/relationships/customXml" Target="../ink/ink1867.xml"/><Relationship Id="rId12" Type="http://schemas.openxmlformats.org/officeDocument/2006/relationships/customXml" Target="../ink/ink1624.xml"/><Relationship Id="rId108" Type="http://schemas.openxmlformats.org/officeDocument/2006/relationships/customXml" Target="../ink/ink1672.xml"/><Relationship Id="rId315" Type="http://schemas.openxmlformats.org/officeDocument/2006/relationships/image" Target="../media/image1381.png"/><Relationship Id="rId357" Type="http://schemas.openxmlformats.org/officeDocument/2006/relationships/customXml" Target="../ink/ink1797.xml"/><Relationship Id="rId522" Type="http://schemas.openxmlformats.org/officeDocument/2006/relationships/image" Target="../media/image1483.png"/><Relationship Id="rId54" Type="http://schemas.openxmlformats.org/officeDocument/2006/relationships/customXml" Target="../ink/ink1645.xml"/><Relationship Id="rId96" Type="http://schemas.openxmlformats.org/officeDocument/2006/relationships/customXml" Target="../ink/ink1666.xml"/><Relationship Id="rId161" Type="http://schemas.openxmlformats.org/officeDocument/2006/relationships/image" Target="../media/image1305.png"/><Relationship Id="rId217" Type="http://schemas.openxmlformats.org/officeDocument/2006/relationships/image" Target="../media/image1333.png"/><Relationship Id="rId399" Type="http://schemas.openxmlformats.org/officeDocument/2006/relationships/customXml" Target="../ink/ink1818.xml"/><Relationship Id="rId259" Type="http://schemas.openxmlformats.org/officeDocument/2006/relationships/image" Target="../media/image1354.png"/><Relationship Id="rId424" Type="http://schemas.openxmlformats.org/officeDocument/2006/relationships/image" Target="../media/image1434.png"/><Relationship Id="rId466" Type="http://schemas.openxmlformats.org/officeDocument/2006/relationships/image" Target="../media/image1455.png"/><Relationship Id="rId23" Type="http://schemas.openxmlformats.org/officeDocument/2006/relationships/image" Target="../media/image1236.png"/><Relationship Id="rId119" Type="http://schemas.openxmlformats.org/officeDocument/2006/relationships/image" Target="../media/image1284.png"/><Relationship Id="rId270" Type="http://schemas.openxmlformats.org/officeDocument/2006/relationships/customXml" Target="../ink/ink1753.xml"/><Relationship Id="rId326" Type="http://schemas.openxmlformats.org/officeDocument/2006/relationships/customXml" Target="../ink/ink1781.xml"/><Relationship Id="rId533" Type="http://schemas.openxmlformats.org/officeDocument/2006/relationships/customXml" Target="../ink/ink1885.xml"/><Relationship Id="rId65" Type="http://schemas.openxmlformats.org/officeDocument/2006/relationships/image" Target="../media/image1257.png"/><Relationship Id="rId130" Type="http://schemas.openxmlformats.org/officeDocument/2006/relationships/customXml" Target="../ink/ink1683.xml"/><Relationship Id="rId368" Type="http://schemas.openxmlformats.org/officeDocument/2006/relationships/image" Target="../media/image1406.png"/><Relationship Id="rId172" Type="http://schemas.openxmlformats.org/officeDocument/2006/relationships/customXml" Target="../ink/ink1704.xml"/><Relationship Id="rId228" Type="http://schemas.openxmlformats.org/officeDocument/2006/relationships/customXml" Target="../ink/ink1732.xml"/><Relationship Id="rId435" Type="http://schemas.openxmlformats.org/officeDocument/2006/relationships/customXml" Target="../ink/ink1836.xml"/><Relationship Id="rId477" Type="http://schemas.openxmlformats.org/officeDocument/2006/relationships/customXml" Target="../ink/ink1857.xml"/><Relationship Id="rId281" Type="http://schemas.openxmlformats.org/officeDocument/2006/relationships/image" Target="../media/image1365.png"/><Relationship Id="rId337" Type="http://schemas.openxmlformats.org/officeDocument/2006/relationships/customXml" Target="../ink/ink1787.xml"/><Relationship Id="rId502" Type="http://schemas.openxmlformats.org/officeDocument/2006/relationships/image" Target="../media/image1473.png"/><Relationship Id="rId34" Type="http://schemas.openxmlformats.org/officeDocument/2006/relationships/customXml" Target="../ink/ink1635.xml"/><Relationship Id="rId76" Type="http://schemas.openxmlformats.org/officeDocument/2006/relationships/customXml" Target="../ink/ink1656.xml"/><Relationship Id="rId141" Type="http://schemas.openxmlformats.org/officeDocument/2006/relationships/image" Target="../media/image1295.png"/><Relationship Id="rId379" Type="http://schemas.openxmlformats.org/officeDocument/2006/relationships/customXml" Target="../ink/ink1808.xml"/><Relationship Id="rId544" Type="http://schemas.openxmlformats.org/officeDocument/2006/relationships/image" Target="../media/image1494.png"/><Relationship Id="rId7" Type="http://schemas.openxmlformats.org/officeDocument/2006/relationships/image" Target="../media/image1228.png"/><Relationship Id="rId183" Type="http://schemas.openxmlformats.org/officeDocument/2006/relationships/image" Target="../media/image1316.png"/><Relationship Id="rId239" Type="http://schemas.openxmlformats.org/officeDocument/2006/relationships/image" Target="../media/image1344.png"/><Relationship Id="rId390" Type="http://schemas.openxmlformats.org/officeDocument/2006/relationships/image" Target="../media/image1417.png"/><Relationship Id="rId404" Type="http://schemas.openxmlformats.org/officeDocument/2006/relationships/image" Target="../media/image1424.png"/><Relationship Id="rId446" Type="http://schemas.openxmlformats.org/officeDocument/2006/relationships/image" Target="../media/image1445.png"/><Relationship Id="rId250" Type="http://schemas.openxmlformats.org/officeDocument/2006/relationships/customXml" Target="../ink/ink1743.xml"/><Relationship Id="rId292" Type="http://schemas.openxmlformats.org/officeDocument/2006/relationships/customXml" Target="../ink/ink1764.xml"/><Relationship Id="rId306" Type="http://schemas.openxmlformats.org/officeDocument/2006/relationships/customXml" Target="../ink/ink1771.xml"/><Relationship Id="rId488" Type="http://schemas.openxmlformats.org/officeDocument/2006/relationships/image" Target="../media/image1466.png"/><Relationship Id="rId45" Type="http://schemas.openxmlformats.org/officeDocument/2006/relationships/image" Target="../media/image1247.png"/><Relationship Id="rId87" Type="http://schemas.openxmlformats.org/officeDocument/2006/relationships/image" Target="../media/image1268.png"/><Relationship Id="rId110" Type="http://schemas.openxmlformats.org/officeDocument/2006/relationships/customXml" Target="../ink/ink1673.xml"/><Relationship Id="rId348" Type="http://schemas.openxmlformats.org/officeDocument/2006/relationships/image" Target="../media/image1396.png"/><Relationship Id="rId513" Type="http://schemas.openxmlformats.org/officeDocument/2006/relationships/customXml" Target="../ink/ink1875.xml"/><Relationship Id="rId152" Type="http://schemas.openxmlformats.org/officeDocument/2006/relationships/customXml" Target="../ink/ink1694.xml"/><Relationship Id="rId194" Type="http://schemas.openxmlformats.org/officeDocument/2006/relationships/customXml" Target="../ink/ink1715.xml"/><Relationship Id="rId208" Type="http://schemas.openxmlformats.org/officeDocument/2006/relationships/customXml" Target="../ink/ink1722.xml"/><Relationship Id="rId415" Type="http://schemas.openxmlformats.org/officeDocument/2006/relationships/customXml" Target="../ink/ink1826.xml"/><Relationship Id="rId457" Type="http://schemas.openxmlformats.org/officeDocument/2006/relationships/customXml" Target="../ink/ink1847.xml"/><Relationship Id="rId261" Type="http://schemas.openxmlformats.org/officeDocument/2006/relationships/image" Target="../media/image1355.png"/><Relationship Id="rId499" Type="http://schemas.openxmlformats.org/officeDocument/2006/relationships/customXml" Target="../ink/ink1868.xml"/><Relationship Id="rId14" Type="http://schemas.openxmlformats.org/officeDocument/2006/relationships/customXml" Target="../ink/ink1625.xml"/><Relationship Id="rId56" Type="http://schemas.openxmlformats.org/officeDocument/2006/relationships/customXml" Target="../ink/ink1646.xml"/><Relationship Id="rId317" Type="http://schemas.openxmlformats.org/officeDocument/2006/relationships/image" Target="../media/image1382.png"/><Relationship Id="rId359" Type="http://schemas.openxmlformats.org/officeDocument/2006/relationships/customXml" Target="../ink/ink1798.xml"/><Relationship Id="rId524" Type="http://schemas.openxmlformats.org/officeDocument/2006/relationships/image" Target="../media/image1484.png"/><Relationship Id="rId98" Type="http://schemas.openxmlformats.org/officeDocument/2006/relationships/customXml" Target="../ink/ink1667.xml"/><Relationship Id="rId121" Type="http://schemas.openxmlformats.org/officeDocument/2006/relationships/image" Target="../media/image1285.png"/><Relationship Id="rId163" Type="http://schemas.openxmlformats.org/officeDocument/2006/relationships/image" Target="../media/image1306.png"/><Relationship Id="rId219" Type="http://schemas.openxmlformats.org/officeDocument/2006/relationships/image" Target="../media/image1334.png"/><Relationship Id="rId370" Type="http://schemas.openxmlformats.org/officeDocument/2006/relationships/image" Target="../media/image1407.png"/><Relationship Id="rId426" Type="http://schemas.openxmlformats.org/officeDocument/2006/relationships/image" Target="../media/image1435.png"/><Relationship Id="rId230" Type="http://schemas.openxmlformats.org/officeDocument/2006/relationships/customXml" Target="../ink/ink1733.xml"/><Relationship Id="rId468" Type="http://schemas.openxmlformats.org/officeDocument/2006/relationships/image" Target="../media/image1456.png"/><Relationship Id="rId25" Type="http://schemas.openxmlformats.org/officeDocument/2006/relationships/image" Target="../media/image1237.png"/><Relationship Id="rId67" Type="http://schemas.openxmlformats.org/officeDocument/2006/relationships/image" Target="../media/image1258.png"/><Relationship Id="rId272" Type="http://schemas.openxmlformats.org/officeDocument/2006/relationships/customXml" Target="../ink/ink1754.xml"/><Relationship Id="rId328" Type="http://schemas.openxmlformats.org/officeDocument/2006/relationships/customXml" Target="../ink/ink1782.xml"/><Relationship Id="rId535" Type="http://schemas.openxmlformats.org/officeDocument/2006/relationships/customXml" Target="../ink/ink1886.xml"/><Relationship Id="rId132" Type="http://schemas.openxmlformats.org/officeDocument/2006/relationships/customXml" Target="../ink/ink1684.xml"/><Relationship Id="rId174" Type="http://schemas.openxmlformats.org/officeDocument/2006/relationships/customXml" Target="../ink/ink1705.xml"/><Relationship Id="rId381" Type="http://schemas.openxmlformats.org/officeDocument/2006/relationships/customXml" Target="../ink/ink1809.xml"/><Relationship Id="rId241" Type="http://schemas.openxmlformats.org/officeDocument/2006/relationships/image" Target="../media/image1345.png"/><Relationship Id="rId437" Type="http://schemas.openxmlformats.org/officeDocument/2006/relationships/customXml" Target="../ink/ink1837.xml"/><Relationship Id="rId479" Type="http://schemas.openxmlformats.org/officeDocument/2006/relationships/customXml" Target="../ink/ink1858.xml"/><Relationship Id="rId36" Type="http://schemas.openxmlformats.org/officeDocument/2006/relationships/customXml" Target="../ink/ink1636.xml"/><Relationship Id="rId283" Type="http://schemas.openxmlformats.org/officeDocument/2006/relationships/image" Target="../media/image1366.png"/><Relationship Id="rId339" Type="http://schemas.openxmlformats.org/officeDocument/2006/relationships/customXml" Target="../ink/ink1788.xml"/><Relationship Id="rId490" Type="http://schemas.openxmlformats.org/officeDocument/2006/relationships/image" Target="../media/image1467.png"/><Relationship Id="rId504" Type="http://schemas.openxmlformats.org/officeDocument/2006/relationships/image" Target="../media/image1474.png"/><Relationship Id="rId546" Type="http://schemas.openxmlformats.org/officeDocument/2006/relationships/image" Target="../media/image1495.png"/><Relationship Id="rId78" Type="http://schemas.openxmlformats.org/officeDocument/2006/relationships/customXml" Target="../ink/ink1657.xml"/><Relationship Id="rId101" Type="http://schemas.openxmlformats.org/officeDocument/2006/relationships/image" Target="../media/image1275.png"/><Relationship Id="rId143" Type="http://schemas.openxmlformats.org/officeDocument/2006/relationships/image" Target="../media/image1296.png"/><Relationship Id="rId185" Type="http://schemas.openxmlformats.org/officeDocument/2006/relationships/image" Target="../media/image1317.png"/><Relationship Id="rId350" Type="http://schemas.openxmlformats.org/officeDocument/2006/relationships/image" Target="../media/image1397.png"/><Relationship Id="rId406" Type="http://schemas.openxmlformats.org/officeDocument/2006/relationships/image" Target="../media/image1425.png"/><Relationship Id="rId9" Type="http://schemas.openxmlformats.org/officeDocument/2006/relationships/image" Target="../media/image1229.png"/><Relationship Id="rId210" Type="http://schemas.openxmlformats.org/officeDocument/2006/relationships/customXml" Target="../ink/ink1723.xml"/><Relationship Id="rId392" Type="http://schemas.openxmlformats.org/officeDocument/2006/relationships/image" Target="../media/image1418.png"/><Relationship Id="rId448" Type="http://schemas.openxmlformats.org/officeDocument/2006/relationships/image" Target="../media/image1446.png"/><Relationship Id="rId252" Type="http://schemas.openxmlformats.org/officeDocument/2006/relationships/customXml" Target="../ink/ink1744.xml"/><Relationship Id="rId294" Type="http://schemas.openxmlformats.org/officeDocument/2006/relationships/customXml" Target="../ink/ink1765.xml"/><Relationship Id="rId308" Type="http://schemas.openxmlformats.org/officeDocument/2006/relationships/customXml" Target="../ink/ink1772.xml"/><Relationship Id="rId515" Type="http://schemas.openxmlformats.org/officeDocument/2006/relationships/customXml" Target="../ink/ink1876.xml"/><Relationship Id="rId47" Type="http://schemas.openxmlformats.org/officeDocument/2006/relationships/image" Target="../media/image1248.png"/><Relationship Id="rId89" Type="http://schemas.openxmlformats.org/officeDocument/2006/relationships/image" Target="../media/image1269.png"/><Relationship Id="rId112" Type="http://schemas.openxmlformats.org/officeDocument/2006/relationships/customXml" Target="../ink/ink1674.xml"/><Relationship Id="rId154" Type="http://schemas.openxmlformats.org/officeDocument/2006/relationships/customXml" Target="../ink/ink1695.xml"/><Relationship Id="rId361" Type="http://schemas.openxmlformats.org/officeDocument/2006/relationships/customXml" Target="../ink/ink1799.xml"/><Relationship Id="rId196" Type="http://schemas.openxmlformats.org/officeDocument/2006/relationships/customXml" Target="../ink/ink1716.xml"/><Relationship Id="rId417" Type="http://schemas.openxmlformats.org/officeDocument/2006/relationships/customXml" Target="../ink/ink1827.xml"/><Relationship Id="rId459" Type="http://schemas.openxmlformats.org/officeDocument/2006/relationships/customXml" Target="../ink/ink1848.xml"/><Relationship Id="rId16" Type="http://schemas.openxmlformats.org/officeDocument/2006/relationships/customXml" Target="../ink/ink1626.xml"/><Relationship Id="rId221" Type="http://schemas.openxmlformats.org/officeDocument/2006/relationships/image" Target="../media/image1335.png"/><Relationship Id="rId263" Type="http://schemas.openxmlformats.org/officeDocument/2006/relationships/image" Target="../media/image1356.png"/><Relationship Id="rId319" Type="http://schemas.openxmlformats.org/officeDocument/2006/relationships/image" Target="../media/image1383.png"/><Relationship Id="rId470" Type="http://schemas.openxmlformats.org/officeDocument/2006/relationships/image" Target="../media/image1457.png"/><Relationship Id="rId526" Type="http://schemas.openxmlformats.org/officeDocument/2006/relationships/image" Target="../media/image1485.png"/><Relationship Id="rId58" Type="http://schemas.openxmlformats.org/officeDocument/2006/relationships/customXml" Target="../ink/ink1647.xml"/><Relationship Id="rId123" Type="http://schemas.openxmlformats.org/officeDocument/2006/relationships/image" Target="../media/image1286.png"/><Relationship Id="rId330" Type="http://schemas.openxmlformats.org/officeDocument/2006/relationships/customXml" Target="../ink/ink1783.xml"/><Relationship Id="rId165" Type="http://schemas.openxmlformats.org/officeDocument/2006/relationships/image" Target="../media/image1307.png"/><Relationship Id="rId372" Type="http://schemas.openxmlformats.org/officeDocument/2006/relationships/image" Target="../media/image1408.png"/><Relationship Id="rId428" Type="http://schemas.openxmlformats.org/officeDocument/2006/relationships/image" Target="../media/image1436.png"/><Relationship Id="rId232" Type="http://schemas.openxmlformats.org/officeDocument/2006/relationships/customXml" Target="../ink/ink1734.xml"/><Relationship Id="rId274" Type="http://schemas.openxmlformats.org/officeDocument/2006/relationships/customXml" Target="../ink/ink1755.xml"/><Relationship Id="rId481" Type="http://schemas.openxmlformats.org/officeDocument/2006/relationships/customXml" Target="../ink/ink1859.xml"/><Relationship Id="rId27" Type="http://schemas.openxmlformats.org/officeDocument/2006/relationships/image" Target="../media/image1238.png"/><Relationship Id="rId69" Type="http://schemas.openxmlformats.org/officeDocument/2006/relationships/image" Target="../media/image1259.png"/><Relationship Id="rId134" Type="http://schemas.openxmlformats.org/officeDocument/2006/relationships/customXml" Target="../ink/ink1685.xml"/><Relationship Id="rId537" Type="http://schemas.openxmlformats.org/officeDocument/2006/relationships/customXml" Target="../ink/ink1887.xml"/><Relationship Id="rId80" Type="http://schemas.openxmlformats.org/officeDocument/2006/relationships/customXml" Target="../ink/ink1658.xml"/><Relationship Id="rId176" Type="http://schemas.openxmlformats.org/officeDocument/2006/relationships/customXml" Target="../ink/ink1706.xml"/><Relationship Id="rId341" Type="http://schemas.openxmlformats.org/officeDocument/2006/relationships/customXml" Target="../ink/ink1789.xml"/><Relationship Id="rId383" Type="http://schemas.openxmlformats.org/officeDocument/2006/relationships/customXml" Target="../ink/ink1810.xml"/><Relationship Id="rId439" Type="http://schemas.openxmlformats.org/officeDocument/2006/relationships/customXml" Target="../ink/ink1838.xml"/><Relationship Id="rId201" Type="http://schemas.openxmlformats.org/officeDocument/2006/relationships/image" Target="../media/image1325.png"/><Relationship Id="rId243" Type="http://schemas.openxmlformats.org/officeDocument/2006/relationships/image" Target="../media/image1346.png"/><Relationship Id="rId285" Type="http://schemas.openxmlformats.org/officeDocument/2006/relationships/image" Target="../media/image1367.png"/><Relationship Id="rId450" Type="http://schemas.openxmlformats.org/officeDocument/2006/relationships/image" Target="../media/image1447.png"/><Relationship Id="rId506" Type="http://schemas.openxmlformats.org/officeDocument/2006/relationships/image" Target="../media/image1475.png"/><Relationship Id="rId38" Type="http://schemas.openxmlformats.org/officeDocument/2006/relationships/customXml" Target="../ink/ink1637.xml"/><Relationship Id="rId103" Type="http://schemas.openxmlformats.org/officeDocument/2006/relationships/image" Target="../media/image1276.png"/><Relationship Id="rId310" Type="http://schemas.openxmlformats.org/officeDocument/2006/relationships/customXml" Target="../ink/ink1773.xml"/><Relationship Id="rId492" Type="http://schemas.openxmlformats.org/officeDocument/2006/relationships/image" Target="../media/image1468.png"/><Relationship Id="rId548" Type="http://schemas.openxmlformats.org/officeDocument/2006/relationships/image" Target="../media/image1496.png"/><Relationship Id="rId91" Type="http://schemas.openxmlformats.org/officeDocument/2006/relationships/image" Target="../media/image1270.png"/><Relationship Id="rId145" Type="http://schemas.openxmlformats.org/officeDocument/2006/relationships/image" Target="../media/image1297.png"/><Relationship Id="rId187" Type="http://schemas.openxmlformats.org/officeDocument/2006/relationships/image" Target="../media/image1318.png"/><Relationship Id="rId352" Type="http://schemas.openxmlformats.org/officeDocument/2006/relationships/image" Target="../media/image1398.png"/><Relationship Id="rId394" Type="http://schemas.openxmlformats.org/officeDocument/2006/relationships/image" Target="../media/image1419.png"/><Relationship Id="rId408" Type="http://schemas.openxmlformats.org/officeDocument/2006/relationships/image" Target="../media/image1426.png"/><Relationship Id="rId212" Type="http://schemas.openxmlformats.org/officeDocument/2006/relationships/customXml" Target="../ink/ink1724.xml"/><Relationship Id="rId254" Type="http://schemas.openxmlformats.org/officeDocument/2006/relationships/customXml" Target="../ink/ink1745.xml"/><Relationship Id="rId49" Type="http://schemas.openxmlformats.org/officeDocument/2006/relationships/image" Target="../media/image1249.png"/><Relationship Id="rId114" Type="http://schemas.openxmlformats.org/officeDocument/2006/relationships/customXml" Target="../ink/ink1675.xml"/><Relationship Id="rId296" Type="http://schemas.openxmlformats.org/officeDocument/2006/relationships/customXml" Target="../ink/ink1766.xml"/><Relationship Id="rId461" Type="http://schemas.openxmlformats.org/officeDocument/2006/relationships/customXml" Target="../ink/ink1849.xml"/><Relationship Id="rId517" Type="http://schemas.openxmlformats.org/officeDocument/2006/relationships/customXml" Target="../ink/ink1877.xml"/><Relationship Id="rId60" Type="http://schemas.openxmlformats.org/officeDocument/2006/relationships/customXml" Target="../ink/ink1648.xml"/><Relationship Id="rId156" Type="http://schemas.openxmlformats.org/officeDocument/2006/relationships/customXml" Target="../ink/ink1696.xml"/><Relationship Id="rId198" Type="http://schemas.openxmlformats.org/officeDocument/2006/relationships/customXml" Target="../ink/ink1717.xml"/><Relationship Id="rId321" Type="http://schemas.openxmlformats.org/officeDocument/2006/relationships/image" Target="../media/image1384.png"/><Relationship Id="rId363" Type="http://schemas.openxmlformats.org/officeDocument/2006/relationships/customXml" Target="../ink/ink1800.xml"/><Relationship Id="rId419" Type="http://schemas.openxmlformats.org/officeDocument/2006/relationships/customXml" Target="../ink/ink1828.xml"/><Relationship Id="rId223" Type="http://schemas.openxmlformats.org/officeDocument/2006/relationships/image" Target="../media/image1336.png"/><Relationship Id="rId430" Type="http://schemas.openxmlformats.org/officeDocument/2006/relationships/image" Target="../media/image1437.png"/><Relationship Id="rId18" Type="http://schemas.openxmlformats.org/officeDocument/2006/relationships/customXml" Target="../ink/ink1627.xml"/><Relationship Id="rId265" Type="http://schemas.openxmlformats.org/officeDocument/2006/relationships/image" Target="../media/image1357.png"/><Relationship Id="rId472" Type="http://schemas.openxmlformats.org/officeDocument/2006/relationships/image" Target="../media/image1458.png"/><Relationship Id="rId528" Type="http://schemas.openxmlformats.org/officeDocument/2006/relationships/image" Target="../media/image1486.png"/><Relationship Id="rId125" Type="http://schemas.openxmlformats.org/officeDocument/2006/relationships/image" Target="../media/image1287.png"/><Relationship Id="rId167" Type="http://schemas.openxmlformats.org/officeDocument/2006/relationships/image" Target="../media/image1308.png"/><Relationship Id="rId332" Type="http://schemas.openxmlformats.org/officeDocument/2006/relationships/customXml" Target="../ink/ink1784.xml"/><Relationship Id="rId374" Type="http://schemas.openxmlformats.org/officeDocument/2006/relationships/image" Target="../media/image1409.png"/><Relationship Id="rId71" Type="http://schemas.openxmlformats.org/officeDocument/2006/relationships/image" Target="../media/image1260.png"/><Relationship Id="rId234" Type="http://schemas.openxmlformats.org/officeDocument/2006/relationships/customXml" Target="../ink/ink1735.xml"/><Relationship Id="rId2" Type="http://schemas.openxmlformats.org/officeDocument/2006/relationships/customXml" Target="../ink/ink1619.xml"/><Relationship Id="rId29" Type="http://schemas.openxmlformats.org/officeDocument/2006/relationships/image" Target="../media/image1239.png"/><Relationship Id="rId276" Type="http://schemas.openxmlformats.org/officeDocument/2006/relationships/customXml" Target="../ink/ink1756.xml"/><Relationship Id="rId441" Type="http://schemas.openxmlformats.org/officeDocument/2006/relationships/customXml" Target="../ink/ink1839.xml"/><Relationship Id="rId483" Type="http://schemas.openxmlformats.org/officeDocument/2006/relationships/customXml" Target="../ink/ink1860.xml"/><Relationship Id="rId539" Type="http://schemas.openxmlformats.org/officeDocument/2006/relationships/customXml" Target="../ink/ink1888.xml"/><Relationship Id="rId40" Type="http://schemas.openxmlformats.org/officeDocument/2006/relationships/customXml" Target="../ink/ink1638.xml"/><Relationship Id="rId136" Type="http://schemas.openxmlformats.org/officeDocument/2006/relationships/customXml" Target="../ink/ink1686.xml"/><Relationship Id="rId178" Type="http://schemas.openxmlformats.org/officeDocument/2006/relationships/customXml" Target="../ink/ink1707.xml"/><Relationship Id="rId301" Type="http://schemas.openxmlformats.org/officeDocument/2006/relationships/image" Target="../media/image1375.png"/><Relationship Id="rId343" Type="http://schemas.openxmlformats.org/officeDocument/2006/relationships/customXml" Target="../ink/ink1790.xml"/><Relationship Id="rId550" Type="http://schemas.openxmlformats.org/officeDocument/2006/relationships/image" Target="../media/image1497.png"/><Relationship Id="rId82" Type="http://schemas.openxmlformats.org/officeDocument/2006/relationships/customXml" Target="../ink/ink1659.xml"/><Relationship Id="rId203" Type="http://schemas.openxmlformats.org/officeDocument/2006/relationships/image" Target="../media/image1326.png"/><Relationship Id="rId385" Type="http://schemas.openxmlformats.org/officeDocument/2006/relationships/customXml" Target="../ink/ink1811.xml"/><Relationship Id="rId245" Type="http://schemas.openxmlformats.org/officeDocument/2006/relationships/image" Target="../media/image1347.png"/><Relationship Id="rId287" Type="http://schemas.openxmlformats.org/officeDocument/2006/relationships/image" Target="../media/image1368.png"/><Relationship Id="rId410" Type="http://schemas.openxmlformats.org/officeDocument/2006/relationships/image" Target="../media/image1427.png"/><Relationship Id="rId452" Type="http://schemas.openxmlformats.org/officeDocument/2006/relationships/image" Target="../media/image1448.png"/><Relationship Id="rId494" Type="http://schemas.openxmlformats.org/officeDocument/2006/relationships/image" Target="../media/image1469.png"/><Relationship Id="rId508" Type="http://schemas.openxmlformats.org/officeDocument/2006/relationships/image" Target="../media/image1476.png"/><Relationship Id="rId105" Type="http://schemas.openxmlformats.org/officeDocument/2006/relationships/image" Target="../media/image1277.png"/><Relationship Id="rId147" Type="http://schemas.openxmlformats.org/officeDocument/2006/relationships/image" Target="../media/image1298.png"/><Relationship Id="rId312" Type="http://schemas.openxmlformats.org/officeDocument/2006/relationships/customXml" Target="../ink/ink1774.xml"/><Relationship Id="rId354" Type="http://schemas.openxmlformats.org/officeDocument/2006/relationships/image" Target="../media/image1399.png"/><Relationship Id="rId51" Type="http://schemas.openxmlformats.org/officeDocument/2006/relationships/image" Target="../media/image1250.png"/><Relationship Id="rId93" Type="http://schemas.openxmlformats.org/officeDocument/2006/relationships/image" Target="../media/image1271.png"/><Relationship Id="rId189" Type="http://schemas.openxmlformats.org/officeDocument/2006/relationships/image" Target="../media/image1319.png"/><Relationship Id="rId396" Type="http://schemas.openxmlformats.org/officeDocument/2006/relationships/image" Target="../media/image1420.png"/><Relationship Id="rId214" Type="http://schemas.openxmlformats.org/officeDocument/2006/relationships/customXml" Target="../ink/ink1725.xml"/><Relationship Id="rId256" Type="http://schemas.openxmlformats.org/officeDocument/2006/relationships/customXml" Target="../ink/ink1746.xml"/><Relationship Id="rId298" Type="http://schemas.openxmlformats.org/officeDocument/2006/relationships/customXml" Target="../ink/ink1767.xml"/><Relationship Id="rId421" Type="http://schemas.openxmlformats.org/officeDocument/2006/relationships/customXml" Target="../ink/ink1829.xml"/><Relationship Id="rId463" Type="http://schemas.openxmlformats.org/officeDocument/2006/relationships/customXml" Target="../ink/ink1850.xml"/><Relationship Id="rId519" Type="http://schemas.openxmlformats.org/officeDocument/2006/relationships/customXml" Target="../ink/ink1878.xml"/><Relationship Id="rId116" Type="http://schemas.openxmlformats.org/officeDocument/2006/relationships/customXml" Target="../ink/ink1676.xml"/><Relationship Id="rId158" Type="http://schemas.openxmlformats.org/officeDocument/2006/relationships/customXml" Target="../ink/ink1697.xml"/><Relationship Id="rId323" Type="http://schemas.openxmlformats.org/officeDocument/2006/relationships/image" Target="../media/image1385.png"/><Relationship Id="rId530" Type="http://schemas.openxmlformats.org/officeDocument/2006/relationships/image" Target="../media/image1487.png"/><Relationship Id="rId20" Type="http://schemas.openxmlformats.org/officeDocument/2006/relationships/customXml" Target="../ink/ink1628.xml"/><Relationship Id="rId62" Type="http://schemas.openxmlformats.org/officeDocument/2006/relationships/customXml" Target="../ink/ink1649.xml"/><Relationship Id="rId365" Type="http://schemas.openxmlformats.org/officeDocument/2006/relationships/customXml" Target="../ink/ink1801.xml"/><Relationship Id="rId225" Type="http://schemas.openxmlformats.org/officeDocument/2006/relationships/image" Target="../media/image1337.png"/><Relationship Id="rId267" Type="http://schemas.openxmlformats.org/officeDocument/2006/relationships/image" Target="../media/image1358.png"/><Relationship Id="rId432" Type="http://schemas.openxmlformats.org/officeDocument/2006/relationships/image" Target="../media/image1438.png"/><Relationship Id="rId474" Type="http://schemas.openxmlformats.org/officeDocument/2006/relationships/image" Target="../media/image1459.png"/><Relationship Id="rId127" Type="http://schemas.openxmlformats.org/officeDocument/2006/relationships/image" Target="../media/image1288.png"/><Relationship Id="rId31" Type="http://schemas.openxmlformats.org/officeDocument/2006/relationships/image" Target="../media/image1240.png"/><Relationship Id="rId73" Type="http://schemas.openxmlformats.org/officeDocument/2006/relationships/image" Target="../media/image1261.png"/><Relationship Id="rId169" Type="http://schemas.openxmlformats.org/officeDocument/2006/relationships/image" Target="../media/image1309.png"/><Relationship Id="rId334" Type="http://schemas.openxmlformats.org/officeDocument/2006/relationships/image" Target="../media/image1390.png"/><Relationship Id="rId376" Type="http://schemas.openxmlformats.org/officeDocument/2006/relationships/image" Target="../media/image1410.png"/><Relationship Id="rId541" Type="http://schemas.openxmlformats.org/officeDocument/2006/relationships/customXml" Target="../ink/ink1889.xml"/><Relationship Id="rId4" Type="http://schemas.openxmlformats.org/officeDocument/2006/relationships/customXml" Target="../ink/ink1620.xml"/><Relationship Id="rId180" Type="http://schemas.openxmlformats.org/officeDocument/2006/relationships/customXml" Target="../ink/ink1708.xml"/><Relationship Id="rId236" Type="http://schemas.openxmlformats.org/officeDocument/2006/relationships/customXml" Target="../ink/ink1736.xml"/><Relationship Id="rId278" Type="http://schemas.openxmlformats.org/officeDocument/2006/relationships/customXml" Target="../ink/ink1757.xml"/><Relationship Id="rId401" Type="http://schemas.openxmlformats.org/officeDocument/2006/relationships/customXml" Target="../ink/ink1819.xml"/><Relationship Id="rId443" Type="http://schemas.openxmlformats.org/officeDocument/2006/relationships/customXml" Target="../ink/ink1840.xml"/><Relationship Id="rId303" Type="http://schemas.openxmlformats.org/officeDocument/2006/relationships/image" Target="../media/image725.png"/><Relationship Id="rId485" Type="http://schemas.openxmlformats.org/officeDocument/2006/relationships/customXml" Target="../ink/ink1861.xml"/><Relationship Id="rId42" Type="http://schemas.openxmlformats.org/officeDocument/2006/relationships/customXml" Target="../ink/ink1639.xml"/><Relationship Id="rId84" Type="http://schemas.openxmlformats.org/officeDocument/2006/relationships/customXml" Target="../ink/ink1660.xml"/><Relationship Id="rId138" Type="http://schemas.openxmlformats.org/officeDocument/2006/relationships/customXml" Target="../ink/ink1687.xml"/><Relationship Id="rId345" Type="http://schemas.openxmlformats.org/officeDocument/2006/relationships/customXml" Target="../ink/ink1791.xml"/><Relationship Id="rId387" Type="http://schemas.openxmlformats.org/officeDocument/2006/relationships/customXml" Target="../ink/ink1812.xml"/><Relationship Id="rId510" Type="http://schemas.openxmlformats.org/officeDocument/2006/relationships/image" Target="../media/image1477.png"/><Relationship Id="rId552" Type="http://schemas.openxmlformats.org/officeDocument/2006/relationships/image" Target="../media/image1498.png"/><Relationship Id="rId191" Type="http://schemas.openxmlformats.org/officeDocument/2006/relationships/image" Target="../media/image1320.png"/><Relationship Id="rId205" Type="http://schemas.openxmlformats.org/officeDocument/2006/relationships/image" Target="../media/image1327.png"/><Relationship Id="rId247" Type="http://schemas.openxmlformats.org/officeDocument/2006/relationships/image" Target="../media/image1348.png"/><Relationship Id="rId412" Type="http://schemas.openxmlformats.org/officeDocument/2006/relationships/image" Target="../media/image1428.png"/><Relationship Id="rId107" Type="http://schemas.openxmlformats.org/officeDocument/2006/relationships/image" Target="../media/image1278.png"/><Relationship Id="rId289" Type="http://schemas.openxmlformats.org/officeDocument/2006/relationships/image" Target="../media/image1369.png"/><Relationship Id="rId454" Type="http://schemas.openxmlformats.org/officeDocument/2006/relationships/image" Target="../media/image1449.png"/><Relationship Id="rId496" Type="http://schemas.openxmlformats.org/officeDocument/2006/relationships/image" Target="../media/image1470.png"/><Relationship Id="rId11" Type="http://schemas.openxmlformats.org/officeDocument/2006/relationships/image" Target="../media/image1230.png"/><Relationship Id="rId53" Type="http://schemas.openxmlformats.org/officeDocument/2006/relationships/image" Target="../media/image1251.png"/><Relationship Id="rId149" Type="http://schemas.openxmlformats.org/officeDocument/2006/relationships/image" Target="../media/image1299.png"/><Relationship Id="rId314" Type="http://schemas.openxmlformats.org/officeDocument/2006/relationships/customXml" Target="../ink/ink1775.xml"/><Relationship Id="rId356" Type="http://schemas.openxmlformats.org/officeDocument/2006/relationships/image" Target="../media/image1400.png"/><Relationship Id="rId398" Type="http://schemas.openxmlformats.org/officeDocument/2006/relationships/image" Target="../media/image1421.png"/><Relationship Id="rId521" Type="http://schemas.openxmlformats.org/officeDocument/2006/relationships/customXml" Target="../ink/ink1879.xml"/><Relationship Id="rId95" Type="http://schemas.openxmlformats.org/officeDocument/2006/relationships/image" Target="../media/image1272.png"/><Relationship Id="rId160" Type="http://schemas.openxmlformats.org/officeDocument/2006/relationships/customXml" Target="../ink/ink1698.xml"/><Relationship Id="rId216" Type="http://schemas.openxmlformats.org/officeDocument/2006/relationships/customXml" Target="../ink/ink1726.xml"/><Relationship Id="rId423" Type="http://schemas.openxmlformats.org/officeDocument/2006/relationships/customXml" Target="../ink/ink1830.xml"/><Relationship Id="rId258" Type="http://schemas.openxmlformats.org/officeDocument/2006/relationships/customXml" Target="../ink/ink1747.xml"/><Relationship Id="rId465" Type="http://schemas.openxmlformats.org/officeDocument/2006/relationships/customXml" Target="../ink/ink1851.xml"/><Relationship Id="rId22" Type="http://schemas.openxmlformats.org/officeDocument/2006/relationships/customXml" Target="../ink/ink1629.xml"/><Relationship Id="rId64" Type="http://schemas.openxmlformats.org/officeDocument/2006/relationships/customXml" Target="../ink/ink1650.xml"/><Relationship Id="rId118" Type="http://schemas.openxmlformats.org/officeDocument/2006/relationships/customXml" Target="../ink/ink1677.xml"/><Relationship Id="rId325" Type="http://schemas.openxmlformats.org/officeDocument/2006/relationships/image" Target="../media/image1386.png"/><Relationship Id="rId367" Type="http://schemas.openxmlformats.org/officeDocument/2006/relationships/customXml" Target="../ink/ink1802.xml"/><Relationship Id="rId532" Type="http://schemas.openxmlformats.org/officeDocument/2006/relationships/image" Target="../media/image1488.png"/><Relationship Id="rId171" Type="http://schemas.openxmlformats.org/officeDocument/2006/relationships/image" Target="../media/image1310.png"/><Relationship Id="rId227" Type="http://schemas.openxmlformats.org/officeDocument/2006/relationships/image" Target="../media/image1338.png"/><Relationship Id="rId269" Type="http://schemas.openxmlformats.org/officeDocument/2006/relationships/image" Target="../media/image1359.png"/><Relationship Id="rId434" Type="http://schemas.openxmlformats.org/officeDocument/2006/relationships/image" Target="../media/image1439.png"/><Relationship Id="rId476" Type="http://schemas.openxmlformats.org/officeDocument/2006/relationships/image" Target="../media/image1460.png"/><Relationship Id="rId33" Type="http://schemas.openxmlformats.org/officeDocument/2006/relationships/image" Target="../media/image1241.png"/><Relationship Id="rId129" Type="http://schemas.openxmlformats.org/officeDocument/2006/relationships/image" Target="../media/image1289.png"/><Relationship Id="rId280" Type="http://schemas.openxmlformats.org/officeDocument/2006/relationships/customXml" Target="../ink/ink1758.xml"/><Relationship Id="rId336" Type="http://schemas.openxmlformats.org/officeDocument/2006/relationships/image" Target="../media/image1391.png"/><Relationship Id="rId501" Type="http://schemas.openxmlformats.org/officeDocument/2006/relationships/customXml" Target="../ink/ink1869.xml"/><Relationship Id="rId543" Type="http://schemas.openxmlformats.org/officeDocument/2006/relationships/customXml" Target="../ink/ink1890.xml"/><Relationship Id="rId75" Type="http://schemas.openxmlformats.org/officeDocument/2006/relationships/image" Target="../media/image1262.png"/><Relationship Id="rId140" Type="http://schemas.openxmlformats.org/officeDocument/2006/relationships/customXml" Target="../ink/ink1688.xml"/><Relationship Id="rId182" Type="http://schemas.openxmlformats.org/officeDocument/2006/relationships/customXml" Target="../ink/ink1709.xml"/><Relationship Id="rId378" Type="http://schemas.openxmlformats.org/officeDocument/2006/relationships/image" Target="../media/image1411.png"/><Relationship Id="rId403" Type="http://schemas.openxmlformats.org/officeDocument/2006/relationships/customXml" Target="../ink/ink1820.xml"/><Relationship Id="rId6" Type="http://schemas.openxmlformats.org/officeDocument/2006/relationships/customXml" Target="../ink/ink1621.xml"/><Relationship Id="rId238" Type="http://schemas.openxmlformats.org/officeDocument/2006/relationships/customXml" Target="../ink/ink1737.xml"/><Relationship Id="rId445" Type="http://schemas.openxmlformats.org/officeDocument/2006/relationships/customXml" Target="../ink/ink1841.xml"/><Relationship Id="rId487" Type="http://schemas.openxmlformats.org/officeDocument/2006/relationships/customXml" Target="../ink/ink1862.xml"/><Relationship Id="rId291" Type="http://schemas.openxmlformats.org/officeDocument/2006/relationships/image" Target="../media/image1370.png"/><Relationship Id="rId305" Type="http://schemas.openxmlformats.org/officeDocument/2006/relationships/image" Target="../media/image1376.png"/><Relationship Id="rId347" Type="http://schemas.openxmlformats.org/officeDocument/2006/relationships/customXml" Target="../ink/ink1792.xml"/><Relationship Id="rId512" Type="http://schemas.openxmlformats.org/officeDocument/2006/relationships/image" Target="../media/image1478.png"/><Relationship Id="rId44" Type="http://schemas.openxmlformats.org/officeDocument/2006/relationships/customXml" Target="../ink/ink1640.xml"/><Relationship Id="rId86" Type="http://schemas.openxmlformats.org/officeDocument/2006/relationships/customXml" Target="../ink/ink1661.xml"/><Relationship Id="rId151" Type="http://schemas.openxmlformats.org/officeDocument/2006/relationships/image" Target="../media/image1300.png"/><Relationship Id="rId389" Type="http://schemas.openxmlformats.org/officeDocument/2006/relationships/customXml" Target="../ink/ink1813.xml"/><Relationship Id="rId193" Type="http://schemas.openxmlformats.org/officeDocument/2006/relationships/image" Target="../media/image1321.png"/><Relationship Id="rId207" Type="http://schemas.openxmlformats.org/officeDocument/2006/relationships/image" Target="../media/image1328.png"/><Relationship Id="rId249" Type="http://schemas.openxmlformats.org/officeDocument/2006/relationships/image" Target="../media/image1349.png"/><Relationship Id="rId414" Type="http://schemas.openxmlformats.org/officeDocument/2006/relationships/image" Target="../media/image1429.png"/><Relationship Id="rId456" Type="http://schemas.openxmlformats.org/officeDocument/2006/relationships/image" Target="../media/image1450.png"/><Relationship Id="rId498" Type="http://schemas.openxmlformats.org/officeDocument/2006/relationships/image" Target="../media/image1471.png"/><Relationship Id="rId13" Type="http://schemas.openxmlformats.org/officeDocument/2006/relationships/image" Target="../media/image1231.png"/><Relationship Id="rId109" Type="http://schemas.openxmlformats.org/officeDocument/2006/relationships/image" Target="../media/image1279.png"/><Relationship Id="rId260" Type="http://schemas.openxmlformats.org/officeDocument/2006/relationships/customXml" Target="../ink/ink1748.xml"/><Relationship Id="rId316" Type="http://schemas.openxmlformats.org/officeDocument/2006/relationships/customXml" Target="../ink/ink1776.xml"/><Relationship Id="rId523" Type="http://schemas.openxmlformats.org/officeDocument/2006/relationships/customXml" Target="../ink/ink1880.xml"/><Relationship Id="rId55" Type="http://schemas.openxmlformats.org/officeDocument/2006/relationships/image" Target="../media/image1252.png"/><Relationship Id="rId97" Type="http://schemas.openxmlformats.org/officeDocument/2006/relationships/image" Target="../media/image1273.png"/><Relationship Id="rId120" Type="http://schemas.openxmlformats.org/officeDocument/2006/relationships/customXml" Target="../ink/ink1678.xml"/><Relationship Id="rId358" Type="http://schemas.openxmlformats.org/officeDocument/2006/relationships/image" Target="../media/image1401.png"/><Relationship Id="rId162" Type="http://schemas.openxmlformats.org/officeDocument/2006/relationships/customXml" Target="../ink/ink1699.xml"/><Relationship Id="rId218" Type="http://schemas.openxmlformats.org/officeDocument/2006/relationships/customXml" Target="../ink/ink1727.xml"/><Relationship Id="rId425" Type="http://schemas.openxmlformats.org/officeDocument/2006/relationships/customXml" Target="../ink/ink1831.xml"/><Relationship Id="rId467" Type="http://schemas.openxmlformats.org/officeDocument/2006/relationships/customXml" Target="../ink/ink1852.xml"/><Relationship Id="rId271" Type="http://schemas.openxmlformats.org/officeDocument/2006/relationships/image" Target="../media/image1360.png"/><Relationship Id="rId24" Type="http://schemas.openxmlformats.org/officeDocument/2006/relationships/customXml" Target="../ink/ink1630.xml"/><Relationship Id="rId66" Type="http://schemas.openxmlformats.org/officeDocument/2006/relationships/customXml" Target="../ink/ink1651.xml"/><Relationship Id="rId131" Type="http://schemas.openxmlformats.org/officeDocument/2006/relationships/image" Target="../media/image1290.png"/><Relationship Id="rId327" Type="http://schemas.openxmlformats.org/officeDocument/2006/relationships/image" Target="../media/image1387.png"/><Relationship Id="rId369" Type="http://schemas.openxmlformats.org/officeDocument/2006/relationships/customXml" Target="../ink/ink1803.xml"/><Relationship Id="rId534" Type="http://schemas.openxmlformats.org/officeDocument/2006/relationships/image" Target="../media/image1489.png"/><Relationship Id="rId173" Type="http://schemas.openxmlformats.org/officeDocument/2006/relationships/image" Target="../media/image1311.png"/><Relationship Id="rId229" Type="http://schemas.openxmlformats.org/officeDocument/2006/relationships/image" Target="../media/image1339.png"/><Relationship Id="rId380" Type="http://schemas.openxmlformats.org/officeDocument/2006/relationships/image" Target="../media/image1412.png"/><Relationship Id="rId436" Type="http://schemas.openxmlformats.org/officeDocument/2006/relationships/image" Target="../media/image1440.png"/><Relationship Id="rId240" Type="http://schemas.openxmlformats.org/officeDocument/2006/relationships/customXml" Target="../ink/ink1738.xml"/><Relationship Id="rId478" Type="http://schemas.openxmlformats.org/officeDocument/2006/relationships/image" Target="../media/image1461.png"/><Relationship Id="rId35" Type="http://schemas.openxmlformats.org/officeDocument/2006/relationships/image" Target="../media/image1242.png"/><Relationship Id="rId77" Type="http://schemas.openxmlformats.org/officeDocument/2006/relationships/image" Target="../media/image1263.png"/><Relationship Id="rId100" Type="http://schemas.openxmlformats.org/officeDocument/2006/relationships/customXml" Target="../ink/ink1668.xml"/><Relationship Id="rId282" Type="http://schemas.openxmlformats.org/officeDocument/2006/relationships/customXml" Target="../ink/ink1759.xml"/><Relationship Id="rId338" Type="http://schemas.openxmlformats.org/officeDocument/2006/relationships/image" Target="../media/image645.png"/><Relationship Id="rId503" Type="http://schemas.openxmlformats.org/officeDocument/2006/relationships/customXml" Target="../ink/ink1870.xml"/><Relationship Id="rId545" Type="http://schemas.openxmlformats.org/officeDocument/2006/relationships/customXml" Target="../ink/ink1891.xml"/><Relationship Id="rId8" Type="http://schemas.openxmlformats.org/officeDocument/2006/relationships/customXml" Target="../ink/ink1622.xml"/><Relationship Id="rId142" Type="http://schemas.openxmlformats.org/officeDocument/2006/relationships/customXml" Target="../ink/ink1689.xml"/><Relationship Id="rId184" Type="http://schemas.openxmlformats.org/officeDocument/2006/relationships/customXml" Target="../ink/ink1710.xml"/><Relationship Id="rId391" Type="http://schemas.openxmlformats.org/officeDocument/2006/relationships/customXml" Target="../ink/ink1814.xml"/><Relationship Id="rId405" Type="http://schemas.openxmlformats.org/officeDocument/2006/relationships/customXml" Target="../ink/ink1821.xml"/><Relationship Id="rId447" Type="http://schemas.openxmlformats.org/officeDocument/2006/relationships/customXml" Target="../ink/ink1842.xml"/><Relationship Id="rId251" Type="http://schemas.openxmlformats.org/officeDocument/2006/relationships/image" Target="../media/image1350.png"/><Relationship Id="rId489" Type="http://schemas.openxmlformats.org/officeDocument/2006/relationships/customXml" Target="../ink/ink1863.xml"/><Relationship Id="rId46" Type="http://schemas.openxmlformats.org/officeDocument/2006/relationships/customXml" Target="../ink/ink1641.xml"/><Relationship Id="rId293" Type="http://schemas.openxmlformats.org/officeDocument/2006/relationships/image" Target="../media/image1371.png"/><Relationship Id="rId307" Type="http://schemas.openxmlformats.org/officeDocument/2006/relationships/image" Target="../media/image1377.png"/><Relationship Id="rId349" Type="http://schemas.openxmlformats.org/officeDocument/2006/relationships/customXml" Target="../ink/ink1793.xml"/><Relationship Id="rId514" Type="http://schemas.openxmlformats.org/officeDocument/2006/relationships/image" Target="../media/image1479.png"/><Relationship Id="rId88" Type="http://schemas.openxmlformats.org/officeDocument/2006/relationships/customXml" Target="../ink/ink1662.xml"/><Relationship Id="rId111" Type="http://schemas.openxmlformats.org/officeDocument/2006/relationships/image" Target="../media/image1280.png"/><Relationship Id="rId153" Type="http://schemas.openxmlformats.org/officeDocument/2006/relationships/image" Target="../media/image1301.png"/><Relationship Id="rId195" Type="http://schemas.openxmlformats.org/officeDocument/2006/relationships/image" Target="../media/image1322.png"/><Relationship Id="rId209" Type="http://schemas.openxmlformats.org/officeDocument/2006/relationships/image" Target="../media/image1329.png"/><Relationship Id="rId360" Type="http://schemas.openxmlformats.org/officeDocument/2006/relationships/image" Target="../media/image1402.png"/><Relationship Id="rId416" Type="http://schemas.openxmlformats.org/officeDocument/2006/relationships/image" Target="../media/image1430.png"/><Relationship Id="rId220" Type="http://schemas.openxmlformats.org/officeDocument/2006/relationships/customXml" Target="../ink/ink1728.xml"/><Relationship Id="rId458" Type="http://schemas.openxmlformats.org/officeDocument/2006/relationships/image" Target="../media/image1451.png"/><Relationship Id="rId15" Type="http://schemas.openxmlformats.org/officeDocument/2006/relationships/image" Target="../media/image1232.png"/><Relationship Id="rId57" Type="http://schemas.openxmlformats.org/officeDocument/2006/relationships/image" Target="../media/image1253.png"/><Relationship Id="rId262" Type="http://schemas.openxmlformats.org/officeDocument/2006/relationships/customXml" Target="../ink/ink1749.xml"/><Relationship Id="rId318" Type="http://schemas.openxmlformats.org/officeDocument/2006/relationships/customXml" Target="../ink/ink1777.xml"/><Relationship Id="rId525" Type="http://schemas.openxmlformats.org/officeDocument/2006/relationships/customXml" Target="../ink/ink1881.xml"/><Relationship Id="rId99" Type="http://schemas.openxmlformats.org/officeDocument/2006/relationships/image" Target="../media/image1274.png"/><Relationship Id="rId122" Type="http://schemas.openxmlformats.org/officeDocument/2006/relationships/customXml" Target="../ink/ink1679.xml"/><Relationship Id="rId164" Type="http://schemas.openxmlformats.org/officeDocument/2006/relationships/customXml" Target="../ink/ink1700.xml"/><Relationship Id="rId371" Type="http://schemas.openxmlformats.org/officeDocument/2006/relationships/customXml" Target="../ink/ink1804.xml"/><Relationship Id="rId427" Type="http://schemas.openxmlformats.org/officeDocument/2006/relationships/customXml" Target="../ink/ink1832.xml"/><Relationship Id="rId469" Type="http://schemas.openxmlformats.org/officeDocument/2006/relationships/customXml" Target="../ink/ink1853.xml"/><Relationship Id="rId26" Type="http://schemas.openxmlformats.org/officeDocument/2006/relationships/customXml" Target="../ink/ink1631.xml"/><Relationship Id="rId231" Type="http://schemas.openxmlformats.org/officeDocument/2006/relationships/image" Target="../media/image1340.png"/><Relationship Id="rId273" Type="http://schemas.openxmlformats.org/officeDocument/2006/relationships/image" Target="../media/image1361.png"/><Relationship Id="rId329" Type="http://schemas.openxmlformats.org/officeDocument/2006/relationships/image" Target="../media/image1388.png"/><Relationship Id="rId480" Type="http://schemas.openxmlformats.org/officeDocument/2006/relationships/image" Target="../media/image1462.png"/><Relationship Id="rId536" Type="http://schemas.openxmlformats.org/officeDocument/2006/relationships/image" Target="../media/image1490.png"/><Relationship Id="rId68" Type="http://schemas.openxmlformats.org/officeDocument/2006/relationships/customXml" Target="../ink/ink1652.xml"/><Relationship Id="rId133" Type="http://schemas.openxmlformats.org/officeDocument/2006/relationships/image" Target="../media/image1291.png"/><Relationship Id="rId175" Type="http://schemas.openxmlformats.org/officeDocument/2006/relationships/image" Target="../media/image1312.png"/><Relationship Id="rId340" Type="http://schemas.openxmlformats.org/officeDocument/2006/relationships/image" Target="../media/image1392.png"/><Relationship Id="rId200" Type="http://schemas.openxmlformats.org/officeDocument/2006/relationships/customXml" Target="../ink/ink1718.xml"/><Relationship Id="rId382" Type="http://schemas.openxmlformats.org/officeDocument/2006/relationships/image" Target="../media/image1413.png"/><Relationship Id="rId438" Type="http://schemas.openxmlformats.org/officeDocument/2006/relationships/image" Target="../media/image1441.png"/><Relationship Id="rId242" Type="http://schemas.openxmlformats.org/officeDocument/2006/relationships/customXml" Target="../ink/ink1739.xml"/><Relationship Id="rId284" Type="http://schemas.openxmlformats.org/officeDocument/2006/relationships/customXml" Target="../ink/ink1760.xml"/><Relationship Id="rId491" Type="http://schemas.openxmlformats.org/officeDocument/2006/relationships/customXml" Target="../ink/ink1864.xml"/><Relationship Id="rId505" Type="http://schemas.openxmlformats.org/officeDocument/2006/relationships/customXml" Target="../ink/ink1871.xml"/><Relationship Id="rId37" Type="http://schemas.openxmlformats.org/officeDocument/2006/relationships/image" Target="../media/image1243.png"/><Relationship Id="rId79" Type="http://schemas.openxmlformats.org/officeDocument/2006/relationships/image" Target="../media/image1264.png"/><Relationship Id="rId102" Type="http://schemas.openxmlformats.org/officeDocument/2006/relationships/customXml" Target="../ink/ink1669.xml"/><Relationship Id="rId144" Type="http://schemas.openxmlformats.org/officeDocument/2006/relationships/customXml" Target="../ink/ink1690.xml"/><Relationship Id="rId547" Type="http://schemas.openxmlformats.org/officeDocument/2006/relationships/customXml" Target="../ink/ink1892.xml"/><Relationship Id="rId90" Type="http://schemas.openxmlformats.org/officeDocument/2006/relationships/customXml" Target="../ink/ink1663.xml"/><Relationship Id="rId186" Type="http://schemas.openxmlformats.org/officeDocument/2006/relationships/customXml" Target="../ink/ink1711.xml"/><Relationship Id="rId351" Type="http://schemas.openxmlformats.org/officeDocument/2006/relationships/customXml" Target="../ink/ink1794.xml"/><Relationship Id="rId393" Type="http://schemas.openxmlformats.org/officeDocument/2006/relationships/customXml" Target="../ink/ink1815.xml"/><Relationship Id="rId407" Type="http://schemas.openxmlformats.org/officeDocument/2006/relationships/customXml" Target="../ink/ink1822.xml"/><Relationship Id="rId449" Type="http://schemas.openxmlformats.org/officeDocument/2006/relationships/customXml" Target="../ink/ink1843.xml"/><Relationship Id="rId211" Type="http://schemas.openxmlformats.org/officeDocument/2006/relationships/image" Target="../media/image1330.png"/><Relationship Id="rId253" Type="http://schemas.openxmlformats.org/officeDocument/2006/relationships/image" Target="../media/image1351.png"/><Relationship Id="rId295" Type="http://schemas.openxmlformats.org/officeDocument/2006/relationships/image" Target="../media/image1372.png"/><Relationship Id="rId309" Type="http://schemas.openxmlformats.org/officeDocument/2006/relationships/image" Target="../media/image1378.png"/><Relationship Id="rId460" Type="http://schemas.openxmlformats.org/officeDocument/2006/relationships/image" Target="../media/image1452.png"/><Relationship Id="rId516" Type="http://schemas.openxmlformats.org/officeDocument/2006/relationships/image" Target="../media/image1480.png"/><Relationship Id="rId48" Type="http://schemas.openxmlformats.org/officeDocument/2006/relationships/customXml" Target="../ink/ink1642.xml"/><Relationship Id="rId113" Type="http://schemas.openxmlformats.org/officeDocument/2006/relationships/image" Target="../media/image1281.png"/><Relationship Id="rId320" Type="http://schemas.openxmlformats.org/officeDocument/2006/relationships/customXml" Target="../ink/ink1778.xml"/><Relationship Id="rId155" Type="http://schemas.openxmlformats.org/officeDocument/2006/relationships/image" Target="../media/image1302.png"/><Relationship Id="rId197" Type="http://schemas.openxmlformats.org/officeDocument/2006/relationships/image" Target="../media/image1323.png"/><Relationship Id="rId362" Type="http://schemas.openxmlformats.org/officeDocument/2006/relationships/image" Target="../media/image1403.png"/><Relationship Id="rId418" Type="http://schemas.openxmlformats.org/officeDocument/2006/relationships/image" Target="../media/image1431.png"/><Relationship Id="rId222" Type="http://schemas.openxmlformats.org/officeDocument/2006/relationships/customXml" Target="../ink/ink1729.xml"/><Relationship Id="rId264" Type="http://schemas.openxmlformats.org/officeDocument/2006/relationships/customXml" Target="../ink/ink1750.xml"/><Relationship Id="rId471" Type="http://schemas.openxmlformats.org/officeDocument/2006/relationships/customXml" Target="../ink/ink1854.xml"/><Relationship Id="rId17" Type="http://schemas.openxmlformats.org/officeDocument/2006/relationships/image" Target="../media/image1233.png"/><Relationship Id="rId59" Type="http://schemas.openxmlformats.org/officeDocument/2006/relationships/image" Target="../media/image1254.png"/><Relationship Id="rId124" Type="http://schemas.openxmlformats.org/officeDocument/2006/relationships/customXml" Target="../ink/ink1680.xml"/><Relationship Id="rId527" Type="http://schemas.openxmlformats.org/officeDocument/2006/relationships/customXml" Target="../ink/ink1882.xml"/><Relationship Id="rId70" Type="http://schemas.openxmlformats.org/officeDocument/2006/relationships/customXml" Target="../ink/ink1653.xml"/><Relationship Id="rId166" Type="http://schemas.openxmlformats.org/officeDocument/2006/relationships/customXml" Target="../ink/ink1701.xml"/><Relationship Id="rId331" Type="http://schemas.openxmlformats.org/officeDocument/2006/relationships/image" Target="../media/image1389.png"/><Relationship Id="rId373" Type="http://schemas.openxmlformats.org/officeDocument/2006/relationships/customXml" Target="../ink/ink1805.xml"/><Relationship Id="rId429" Type="http://schemas.openxmlformats.org/officeDocument/2006/relationships/customXml" Target="../ink/ink1833.xml"/><Relationship Id="rId1" Type="http://schemas.openxmlformats.org/officeDocument/2006/relationships/slideLayout" Target="../slideLayouts/slideLayout7.xml"/><Relationship Id="rId233" Type="http://schemas.openxmlformats.org/officeDocument/2006/relationships/image" Target="../media/image1341.png"/><Relationship Id="rId440" Type="http://schemas.openxmlformats.org/officeDocument/2006/relationships/image" Target="../media/image1442.png"/><Relationship Id="rId28" Type="http://schemas.openxmlformats.org/officeDocument/2006/relationships/customXml" Target="../ink/ink1632.xml"/><Relationship Id="rId275" Type="http://schemas.openxmlformats.org/officeDocument/2006/relationships/image" Target="../media/image1362.png"/><Relationship Id="rId300" Type="http://schemas.openxmlformats.org/officeDocument/2006/relationships/customXml" Target="../ink/ink1768.xml"/><Relationship Id="rId482" Type="http://schemas.openxmlformats.org/officeDocument/2006/relationships/image" Target="../media/image1463.png"/><Relationship Id="rId538" Type="http://schemas.openxmlformats.org/officeDocument/2006/relationships/image" Target="../media/image1491.png"/><Relationship Id="rId81" Type="http://schemas.openxmlformats.org/officeDocument/2006/relationships/image" Target="../media/image1265.png"/><Relationship Id="rId135" Type="http://schemas.openxmlformats.org/officeDocument/2006/relationships/image" Target="../media/image1292.png"/><Relationship Id="rId177" Type="http://schemas.openxmlformats.org/officeDocument/2006/relationships/image" Target="../media/image1313.png"/><Relationship Id="rId342" Type="http://schemas.openxmlformats.org/officeDocument/2006/relationships/image" Target="../media/image1393.png"/><Relationship Id="rId384" Type="http://schemas.openxmlformats.org/officeDocument/2006/relationships/image" Target="../media/image1414.png"/><Relationship Id="rId202" Type="http://schemas.openxmlformats.org/officeDocument/2006/relationships/customXml" Target="../ink/ink1719.xml"/><Relationship Id="rId244" Type="http://schemas.openxmlformats.org/officeDocument/2006/relationships/customXml" Target="../ink/ink1740.xml"/><Relationship Id="rId39" Type="http://schemas.openxmlformats.org/officeDocument/2006/relationships/image" Target="../media/image1244.png"/><Relationship Id="rId286" Type="http://schemas.openxmlformats.org/officeDocument/2006/relationships/customXml" Target="../ink/ink1761.xml"/><Relationship Id="rId451" Type="http://schemas.openxmlformats.org/officeDocument/2006/relationships/customXml" Target="../ink/ink1844.xml"/><Relationship Id="rId493" Type="http://schemas.openxmlformats.org/officeDocument/2006/relationships/customXml" Target="../ink/ink1865.xml"/><Relationship Id="rId507" Type="http://schemas.openxmlformats.org/officeDocument/2006/relationships/customXml" Target="../ink/ink1872.xml"/><Relationship Id="rId549" Type="http://schemas.openxmlformats.org/officeDocument/2006/relationships/customXml" Target="../ink/ink1893.xml"/><Relationship Id="rId50" Type="http://schemas.openxmlformats.org/officeDocument/2006/relationships/customXml" Target="../ink/ink1643.xml"/><Relationship Id="rId104" Type="http://schemas.openxmlformats.org/officeDocument/2006/relationships/customXml" Target="../ink/ink1670.xml"/><Relationship Id="rId146" Type="http://schemas.openxmlformats.org/officeDocument/2006/relationships/customXml" Target="../ink/ink1691.xml"/><Relationship Id="rId188" Type="http://schemas.openxmlformats.org/officeDocument/2006/relationships/customXml" Target="../ink/ink1712.xml"/><Relationship Id="rId311" Type="http://schemas.openxmlformats.org/officeDocument/2006/relationships/image" Target="../media/image1379.png"/><Relationship Id="rId353" Type="http://schemas.openxmlformats.org/officeDocument/2006/relationships/customXml" Target="../ink/ink1795.xml"/><Relationship Id="rId395" Type="http://schemas.openxmlformats.org/officeDocument/2006/relationships/customXml" Target="../ink/ink1816.xml"/><Relationship Id="rId409" Type="http://schemas.openxmlformats.org/officeDocument/2006/relationships/customXml" Target="../ink/ink1823.xml"/><Relationship Id="rId92" Type="http://schemas.openxmlformats.org/officeDocument/2006/relationships/customXml" Target="../ink/ink1664.xml"/><Relationship Id="rId213" Type="http://schemas.openxmlformats.org/officeDocument/2006/relationships/image" Target="../media/image1331.png"/><Relationship Id="rId420" Type="http://schemas.openxmlformats.org/officeDocument/2006/relationships/image" Target="../media/image1432.png"/><Relationship Id="rId255" Type="http://schemas.openxmlformats.org/officeDocument/2006/relationships/image" Target="../media/image1352.png"/><Relationship Id="rId297" Type="http://schemas.openxmlformats.org/officeDocument/2006/relationships/image" Target="../media/image1373.png"/><Relationship Id="rId462" Type="http://schemas.openxmlformats.org/officeDocument/2006/relationships/image" Target="../media/image1453.png"/><Relationship Id="rId518" Type="http://schemas.openxmlformats.org/officeDocument/2006/relationships/image" Target="../media/image1481.png"/><Relationship Id="rId115" Type="http://schemas.openxmlformats.org/officeDocument/2006/relationships/image" Target="../media/image1282.png"/><Relationship Id="rId157" Type="http://schemas.openxmlformats.org/officeDocument/2006/relationships/image" Target="../media/image1303.png"/><Relationship Id="rId322" Type="http://schemas.openxmlformats.org/officeDocument/2006/relationships/customXml" Target="../ink/ink1779.xml"/><Relationship Id="rId364" Type="http://schemas.openxmlformats.org/officeDocument/2006/relationships/image" Target="../media/image1404.png"/><Relationship Id="rId61" Type="http://schemas.openxmlformats.org/officeDocument/2006/relationships/image" Target="../media/image1255.png"/><Relationship Id="rId199" Type="http://schemas.openxmlformats.org/officeDocument/2006/relationships/image" Target="../media/image1324.png"/><Relationship Id="rId19" Type="http://schemas.openxmlformats.org/officeDocument/2006/relationships/image" Target="../media/image1234.png"/><Relationship Id="rId224" Type="http://schemas.openxmlformats.org/officeDocument/2006/relationships/customXml" Target="../ink/ink1730.xml"/><Relationship Id="rId266" Type="http://schemas.openxmlformats.org/officeDocument/2006/relationships/customXml" Target="../ink/ink1751.xml"/><Relationship Id="rId431" Type="http://schemas.openxmlformats.org/officeDocument/2006/relationships/customXml" Target="../ink/ink1834.xml"/><Relationship Id="rId473" Type="http://schemas.openxmlformats.org/officeDocument/2006/relationships/customXml" Target="../ink/ink1855.xml"/><Relationship Id="rId529" Type="http://schemas.openxmlformats.org/officeDocument/2006/relationships/customXml" Target="../ink/ink1883.xml"/><Relationship Id="rId30" Type="http://schemas.openxmlformats.org/officeDocument/2006/relationships/customXml" Target="../ink/ink1633.xml"/><Relationship Id="rId126" Type="http://schemas.openxmlformats.org/officeDocument/2006/relationships/customXml" Target="../ink/ink1681.xml"/><Relationship Id="rId168" Type="http://schemas.openxmlformats.org/officeDocument/2006/relationships/customXml" Target="../ink/ink1702.xml"/><Relationship Id="rId333" Type="http://schemas.openxmlformats.org/officeDocument/2006/relationships/customXml" Target="../ink/ink1785.xml"/><Relationship Id="rId540" Type="http://schemas.openxmlformats.org/officeDocument/2006/relationships/image" Target="../media/image1492.png"/><Relationship Id="rId72" Type="http://schemas.openxmlformats.org/officeDocument/2006/relationships/customXml" Target="../ink/ink1654.xml"/><Relationship Id="rId375" Type="http://schemas.openxmlformats.org/officeDocument/2006/relationships/customXml" Target="../ink/ink1806.xml"/><Relationship Id="rId3" Type="http://schemas.openxmlformats.org/officeDocument/2006/relationships/image" Target="../media/image1226.png"/><Relationship Id="rId235" Type="http://schemas.openxmlformats.org/officeDocument/2006/relationships/image" Target="../media/image1342.png"/><Relationship Id="rId277" Type="http://schemas.openxmlformats.org/officeDocument/2006/relationships/image" Target="../media/image1363.png"/><Relationship Id="rId400" Type="http://schemas.openxmlformats.org/officeDocument/2006/relationships/image" Target="../media/image1422.png"/><Relationship Id="rId442" Type="http://schemas.openxmlformats.org/officeDocument/2006/relationships/image" Target="../media/image1443.png"/><Relationship Id="rId484" Type="http://schemas.openxmlformats.org/officeDocument/2006/relationships/image" Target="../media/image1464.png"/><Relationship Id="rId137" Type="http://schemas.openxmlformats.org/officeDocument/2006/relationships/image" Target="../media/image1293.png"/><Relationship Id="rId302" Type="http://schemas.openxmlformats.org/officeDocument/2006/relationships/customXml" Target="../ink/ink1769.xml"/><Relationship Id="rId344" Type="http://schemas.openxmlformats.org/officeDocument/2006/relationships/image" Target="../media/image1394.png"/><Relationship Id="rId41" Type="http://schemas.openxmlformats.org/officeDocument/2006/relationships/image" Target="../media/image1245.png"/><Relationship Id="rId83" Type="http://schemas.openxmlformats.org/officeDocument/2006/relationships/image" Target="../media/image1266.png"/><Relationship Id="rId179" Type="http://schemas.openxmlformats.org/officeDocument/2006/relationships/image" Target="../media/image1314.png"/><Relationship Id="rId386" Type="http://schemas.openxmlformats.org/officeDocument/2006/relationships/image" Target="../media/image1415.png"/><Relationship Id="rId551" Type="http://schemas.openxmlformats.org/officeDocument/2006/relationships/customXml" Target="../ink/ink1894.xml"/><Relationship Id="rId190" Type="http://schemas.openxmlformats.org/officeDocument/2006/relationships/customXml" Target="../ink/ink1713.xml"/><Relationship Id="rId204" Type="http://schemas.openxmlformats.org/officeDocument/2006/relationships/customXml" Target="../ink/ink1720.xml"/><Relationship Id="rId246" Type="http://schemas.openxmlformats.org/officeDocument/2006/relationships/customXml" Target="../ink/ink1741.xml"/><Relationship Id="rId288" Type="http://schemas.openxmlformats.org/officeDocument/2006/relationships/customXml" Target="../ink/ink1762.xml"/><Relationship Id="rId411" Type="http://schemas.openxmlformats.org/officeDocument/2006/relationships/customXml" Target="../ink/ink1824.xml"/><Relationship Id="rId453" Type="http://schemas.openxmlformats.org/officeDocument/2006/relationships/customXml" Target="../ink/ink1845.xml"/><Relationship Id="rId509" Type="http://schemas.openxmlformats.org/officeDocument/2006/relationships/customXml" Target="../ink/ink1873.xml"/><Relationship Id="rId106" Type="http://schemas.openxmlformats.org/officeDocument/2006/relationships/customXml" Target="../ink/ink1671.xml"/><Relationship Id="rId313" Type="http://schemas.openxmlformats.org/officeDocument/2006/relationships/image" Target="../media/image1380.png"/><Relationship Id="rId495" Type="http://schemas.openxmlformats.org/officeDocument/2006/relationships/customXml" Target="../ink/ink1866.xml"/><Relationship Id="rId10" Type="http://schemas.openxmlformats.org/officeDocument/2006/relationships/customXml" Target="../ink/ink1623.xml"/><Relationship Id="rId52" Type="http://schemas.openxmlformats.org/officeDocument/2006/relationships/customXml" Target="../ink/ink1644.xml"/><Relationship Id="rId94" Type="http://schemas.openxmlformats.org/officeDocument/2006/relationships/customXml" Target="../ink/ink1665.xml"/><Relationship Id="rId148" Type="http://schemas.openxmlformats.org/officeDocument/2006/relationships/customXml" Target="../ink/ink1692.xml"/><Relationship Id="rId355" Type="http://schemas.openxmlformats.org/officeDocument/2006/relationships/customXml" Target="../ink/ink1796.xml"/><Relationship Id="rId397" Type="http://schemas.openxmlformats.org/officeDocument/2006/relationships/customXml" Target="../ink/ink1817.xml"/><Relationship Id="rId520" Type="http://schemas.openxmlformats.org/officeDocument/2006/relationships/image" Target="../media/image1482.png"/><Relationship Id="rId215" Type="http://schemas.openxmlformats.org/officeDocument/2006/relationships/image" Target="../media/image1332.png"/><Relationship Id="rId257" Type="http://schemas.openxmlformats.org/officeDocument/2006/relationships/image" Target="../media/image1353.png"/><Relationship Id="rId422" Type="http://schemas.openxmlformats.org/officeDocument/2006/relationships/image" Target="../media/image1433.png"/><Relationship Id="rId464" Type="http://schemas.openxmlformats.org/officeDocument/2006/relationships/image" Target="../media/image1454.png"/><Relationship Id="rId299" Type="http://schemas.openxmlformats.org/officeDocument/2006/relationships/image" Target="../media/image1374.png"/><Relationship Id="rId63" Type="http://schemas.openxmlformats.org/officeDocument/2006/relationships/image" Target="../media/image1256.png"/><Relationship Id="rId159" Type="http://schemas.openxmlformats.org/officeDocument/2006/relationships/image" Target="../media/image1304.png"/><Relationship Id="rId366" Type="http://schemas.openxmlformats.org/officeDocument/2006/relationships/image" Target="../media/image1405.png"/><Relationship Id="rId226" Type="http://schemas.openxmlformats.org/officeDocument/2006/relationships/customXml" Target="../ink/ink1731.xml"/><Relationship Id="rId433" Type="http://schemas.openxmlformats.org/officeDocument/2006/relationships/customXml" Target="../ink/ink1835.xml"/><Relationship Id="rId74" Type="http://schemas.openxmlformats.org/officeDocument/2006/relationships/customXml" Target="../ink/ink1655.xml"/><Relationship Id="rId377" Type="http://schemas.openxmlformats.org/officeDocument/2006/relationships/customXml" Target="../ink/ink1807.xml"/><Relationship Id="rId500" Type="http://schemas.openxmlformats.org/officeDocument/2006/relationships/image" Target="../media/image1472.png"/><Relationship Id="rId5" Type="http://schemas.openxmlformats.org/officeDocument/2006/relationships/image" Target="../media/image1227.png"/><Relationship Id="rId237" Type="http://schemas.openxmlformats.org/officeDocument/2006/relationships/image" Target="../media/image1343.png"/><Relationship Id="rId444" Type="http://schemas.openxmlformats.org/officeDocument/2006/relationships/image" Target="../media/image1444.png"/><Relationship Id="rId290" Type="http://schemas.openxmlformats.org/officeDocument/2006/relationships/customXml" Target="../ink/ink1763.xml"/><Relationship Id="rId304" Type="http://schemas.openxmlformats.org/officeDocument/2006/relationships/customXml" Target="../ink/ink1770.xml"/><Relationship Id="rId388" Type="http://schemas.openxmlformats.org/officeDocument/2006/relationships/image" Target="../media/image1416.png"/><Relationship Id="rId511" Type="http://schemas.openxmlformats.org/officeDocument/2006/relationships/customXml" Target="../ink/ink1874.xml"/><Relationship Id="rId85" Type="http://schemas.openxmlformats.org/officeDocument/2006/relationships/image" Target="../media/image1267.png"/><Relationship Id="rId150" Type="http://schemas.openxmlformats.org/officeDocument/2006/relationships/customXml" Target="../ink/ink1693.xml"/><Relationship Id="rId248" Type="http://schemas.openxmlformats.org/officeDocument/2006/relationships/customXml" Target="../ink/ink1742.xml"/><Relationship Id="rId455" Type="http://schemas.openxmlformats.org/officeDocument/2006/relationships/customXml" Target="../ink/ink1846.xml"/></Relationships>
</file>

<file path=ppt/slides/_rels/slide15.xml.rels><?xml version="1.0" encoding="UTF-8" standalone="yes"?>
<Relationships xmlns="http://schemas.openxmlformats.org/package/2006/relationships"><Relationship Id="rId117" Type="http://schemas.openxmlformats.org/officeDocument/2006/relationships/image" Target="../media/image999.png"/><Relationship Id="rId21" Type="http://schemas.openxmlformats.org/officeDocument/2006/relationships/image" Target="../media/image1508.png"/><Relationship Id="rId324" Type="http://schemas.openxmlformats.org/officeDocument/2006/relationships/image" Target="../media/image1618.png"/><Relationship Id="rId531" Type="http://schemas.openxmlformats.org/officeDocument/2006/relationships/customXml" Target="../ink/ink2176.xml"/><Relationship Id="rId170" Type="http://schemas.openxmlformats.org/officeDocument/2006/relationships/image" Target="../media/image1543.png"/><Relationship Id="rId268" Type="http://schemas.openxmlformats.org/officeDocument/2006/relationships/customXml" Target="../ink/ink2029.xml"/><Relationship Id="rId475" Type="http://schemas.openxmlformats.org/officeDocument/2006/relationships/customXml" Target="../ink/ink2148.xml"/><Relationship Id="rId32" Type="http://schemas.openxmlformats.org/officeDocument/2006/relationships/customXml" Target="../ink/ink1910.xml"/><Relationship Id="rId128" Type="http://schemas.openxmlformats.org/officeDocument/2006/relationships/customXml" Target="../ink/ink1958.xml"/><Relationship Id="rId335" Type="http://schemas.openxmlformats.org/officeDocument/2006/relationships/image" Target="../media/image1623.png"/><Relationship Id="rId542" Type="http://schemas.openxmlformats.org/officeDocument/2006/relationships/image" Target="../media/image1712.png"/><Relationship Id="rId181" Type="http://schemas.openxmlformats.org/officeDocument/2006/relationships/customXml" Target="../ink/ink1985.xml"/><Relationship Id="rId402" Type="http://schemas.openxmlformats.org/officeDocument/2006/relationships/image" Target="../media/image1649.png"/><Relationship Id="rId279" Type="http://schemas.openxmlformats.org/officeDocument/2006/relationships/image" Target="../media/image1596.png"/><Relationship Id="rId486" Type="http://schemas.openxmlformats.org/officeDocument/2006/relationships/image" Target="../media/image1684.png"/><Relationship Id="rId43" Type="http://schemas.openxmlformats.org/officeDocument/2006/relationships/image" Target="../media/image1519.png"/><Relationship Id="rId139" Type="http://schemas.openxmlformats.org/officeDocument/2006/relationships/image" Target="../media/image1529.png"/><Relationship Id="rId346" Type="http://schemas.openxmlformats.org/officeDocument/2006/relationships/customXml" Target="../ink/ink2069.xml"/><Relationship Id="rId553" Type="http://schemas.openxmlformats.org/officeDocument/2006/relationships/customXml" Target="../ink/ink2187.xml"/><Relationship Id="rId192" Type="http://schemas.openxmlformats.org/officeDocument/2006/relationships/image" Target="../media/image1554.png"/><Relationship Id="rId206" Type="http://schemas.openxmlformats.org/officeDocument/2006/relationships/image" Target="../media/image1561.png"/><Relationship Id="rId413" Type="http://schemas.openxmlformats.org/officeDocument/2006/relationships/customXml" Target="../ink/ink2110.xml"/><Relationship Id="rId497" Type="http://schemas.openxmlformats.org/officeDocument/2006/relationships/customXml" Target="../ink/ink2159.xml"/><Relationship Id="rId357" Type="http://schemas.openxmlformats.org/officeDocument/2006/relationships/image" Target="../media/image1634.png"/><Relationship Id="rId54" Type="http://schemas.openxmlformats.org/officeDocument/2006/relationships/customXml" Target="../ink/ink1921.xml"/><Relationship Id="rId96" Type="http://schemas.openxmlformats.org/officeDocument/2006/relationships/customXml" Target="../ink/ink1942.xml"/><Relationship Id="rId161" Type="http://schemas.openxmlformats.org/officeDocument/2006/relationships/image" Target="../media/image1539.png"/><Relationship Id="rId217" Type="http://schemas.openxmlformats.org/officeDocument/2006/relationships/customXml" Target="../ink/ink2003.xml"/><Relationship Id="rId399" Type="http://schemas.openxmlformats.org/officeDocument/2006/relationships/customXml" Target="../ink/ink2103.xml"/><Relationship Id="rId259" Type="http://schemas.openxmlformats.org/officeDocument/2006/relationships/image" Target="../media/image1587.png"/><Relationship Id="rId424" Type="http://schemas.openxmlformats.org/officeDocument/2006/relationships/image" Target="../media/image1660.png"/><Relationship Id="rId466" Type="http://schemas.openxmlformats.org/officeDocument/2006/relationships/image" Target="../media/image1674.png"/><Relationship Id="rId23" Type="http://schemas.openxmlformats.org/officeDocument/2006/relationships/image" Target="../media/image1509.png"/><Relationship Id="rId119" Type="http://schemas.openxmlformats.org/officeDocument/2006/relationships/image" Target="../media/image1000.png"/><Relationship Id="rId270" Type="http://schemas.openxmlformats.org/officeDocument/2006/relationships/customXml" Target="../ink/ink2030.xml"/><Relationship Id="rId326" Type="http://schemas.openxmlformats.org/officeDocument/2006/relationships/customXml" Target="../ink/ink2059.xml"/><Relationship Id="rId533" Type="http://schemas.openxmlformats.org/officeDocument/2006/relationships/customXml" Target="../ink/ink2177.xml"/><Relationship Id="rId65" Type="http://schemas.openxmlformats.org/officeDocument/2006/relationships/image" Target="../media/image905.png"/><Relationship Id="rId130" Type="http://schemas.openxmlformats.org/officeDocument/2006/relationships/customXml" Target="../ink/ink1959.xml"/><Relationship Id="rId368" Type="http://schemas.openxmlformats.org/officeDocument/2006/relationships/customXml" Target="../ink/ink2080.xml"/><Relationship Id="rId172" Type="http://schemas.openxmlformats.org/officeDocument/2006/relationships/image" Target="../media/image1544.png"/><Relationship Id="rId228" Type="http://schemas.openxmlformats.org/officeDocument/2006/relationships/image" Target="../media/image1572.png"/><Relationship Id="rId435" Type="http://schemas.openxmlformats.org/officeDocument/2006/relationships/image" Target="../media/image1665.png"/><Relationship Id="rId477" Type="http://schemas.openxmlformats.org/officeDocument/2006/relationships/customXml" Target="../ink/ink2149.xml"/><Relationship Id="rId281" Type="http://schemas.openxmlformats.org/officeDocument/2006/relationships/image" Target="../media/image1597.png"/><Relationship Id="rId337" Type="http://schemas.openxmlformats.org/officeDocument/2006/relationships/image" Target="../media/image1624.png"/><Relationship Id="rId502" Type="http://schemas.openxmlformats.org/officeDocument/2006/relationships/image" Target="../media/image1692.png"/><Relationship Id="rId34" Type="http://schemas.openxmlformats.org/officeDocument/2006/relationships/customXml" Target="../ink/ink1911.xml"/><Relationship Id="rId76" Type="http://schemas.openxmlformats.org/officeDocument/2006/relationships/customXml" Target="../ink/ink1932.xml"/><Relationship Id="rId141" Type="http://schemas.openxmlformats.org/officeDocument/2006/relationships/image" Target="../media/image1530.png"/><Relationship Id="rId379" Type="http://schemas.openxmlformats.org/officeDocument/2006/relationships/customXml" Target="../ink/ink2086.xml"/><Relationship Id="rId544" Type="http://schemas.openxmlformats.org/officeDocument/2006/relationships/image" Target="../media/image1713.png"/><Relationship Id="rId7" Type="http://schemas.openxmlformats.org/officeDocument/2006/relationships/image" Target="../media/image1501.png"/><Relationship Id="rId183" Type="http://schemas.openxmlformats.org/officeDocument/2006/relationships/customXml" Target="../ink/ink1986.xml"/><Relationship Id="rId239" Type="http://schemas.openxmlformats.org/officeDocument/2006/relationships/customXml" Target="../ink/ink2014.xml"/><Relationship Id="rId390" Type="http://schemas.openxmlformats.org/officeDocument/2006/relationships/customXml" Target="../ink/ink2097.xml"/><Relationship Id="rId404" Type="http://schemas.openxmlformats.org/officeDocument/2006/relationships/image" Target="../media/image1650.png"/><Relationship Id="rId446" Type="http://schemas.openxmlformats.org/officeDocument/2006/relationships/customXml" Target="../ink/ink2129.xml"/><Relationship Id="rId250" Type="http://schemas.openxmlformats.org/officeDocument/2006/relationships/customXml" Target="../ink/ink2020.xml"/><Relationship Id="rId292" Type="http://schemas.openxmlformats.org/officeDocument/2006/relationships/customXml" Target="../ink/ink2041.xml"/><Relationship Id="rId306" Type="http://schemas.openxmlformats.org/officeDocument/2006/relationships/customXml" Target="../ink/ink2048.xml"/><Relationship Id="rId488" Type="http://schemas.openxmlformats.org/officeDocument/2006/relationships/image" Target="../media/image1685.png"/><Relationship Id="rId45" Type="http://schemas.openxmlformats.org/officeDocument/2006/relationships/image" Target="../media/image1520.png"/><Relationship Id="rId87" Type="http://schemas.openxmlformats.org/officeDocument/2006/relationships/image" Target="../media/image916.png"/><Relationship Id="rId110" Type="http://schemas.openxmlformats.org/officeDocument/2006/relationships/customXml" Target="../ink/ink1949.xml"/><Relationship Id="rId348" Type="http://schemas.openxmlformats.org/officeDocument/2006/relationships/customXml" Target="../ink/ink2070.xml"/><Relationship Id="rId513" Type="http://schemas.openxmlformats.org/officeDocument/2006/relationships/customXml" Target="../ink/ink2167.xml"/><Relationship Id="rId152" Type="http://schemas.openxmlformats.org/officeDocument/2006/relationships/customXml" Target="../ink/ink1970.xml"/><Relationship Id="rId194" Type="http://schemas.openxmlformats.org/officeDocument/2006/relationships/image" Target="../media/image1555.png"/><Relationship Id="rId208" Type="http://schemas.openxmlformats.org/officeDocument/2006/relationships/image" Target="../media/image1562.png"/><Relationship Id="rId415" Type="http://schemas.openxmlformats.org/officeDocument/2006/relationships/customXml" Target="../ink/ink2111.xml"/><Relationship Id="rId457" Type="http://schemas.openxmlformats.org/officeDocument/2006/relationships/image" Target="../media/image1670.png"/><Relationship Id="rId261" Type="http://schemas.openxmlformats.org/officeDocument/2006/relationships/image" Target="../media/image1588.png"/><Relationship Id="rId499" Type="http://schemas.openxmlformats.org/officeDocument/2006/relationships/customXml" Target="../ink/ink2160.xml"/><Relationship Id="rId14" Type="http://schemas.openxmlformats.org/officeDocument/2006/relationships/customXml" Target="../ink/ink1901.xml"/><Relationship Id="rId56" Type="http://schemas.openxmlformats.org/officeDocument/2006/relationships/customXml" Target="../ink/ink1922.xml"/><Relationship Id="rId317" Type="http://schemas.openxmlformats.org/officeDocument/2006/relationships/customXml" Target="../ink/ink2054.xml"/><Relationship Id="rId359" Type="http://schemas.openxmlformats.org/officeDocument/2006/relationships/image" Target="../media/image1635.png"/><Relationship Id="rId524" Type="http://schemas.openxmlformats.org/officeDocument/2006/relationships/image" Target="../media/image1703.png"/><Relationship Id="rId98" Type="http://schemas.openxmlformats.org/officeDocument/2006/relationships/customXml" Target="../ink/ink1943.xml"/><Relationship Id="rId121" Type="http://schemas.openxmlformats.org/officeDocument/2006/relationships/image" Target="../media/image1001.png"/><Relationship Id="rId163" Type="http://schemas.openxmlformats.org/officeDocument/2006/relationships/customXml" Target="../ink/ink1976.xml"/><Relationship Id="rId219" Type="http://schemas.openxmlformats.org/officeDocument/2006/relationships/customXml" Target="../ink/ink2004.xml"/><Relationship Id="rId370" Type="http://schemas.openxmlformats.org/officeDocument/2006/relationships/customXml" Target="../ink/ink2081.xml"/><Relationship Id="rId426" Type="http://schemas.openxmlformats.org/officeDocument/2006/relationships/image" Target="../media/image1661.png"/><Relationship Id="rId230" Type="http://schemas.openxmlformats.org/officeDocument/2006/relationships/image" Target="../media/image1573.png"/><Relationship Id="rId468" Type="http://schemas.openxmlformats.org/officeDocument/2006/relationships/image" Target="../media/image1675.png"/><Relationship Id="rId25" Type="http://schemas.openxmlformats.org/officeDocument/2006/relationships/image" Target="../media/image1510.png"/><Relationship Id="rId67" Type="http://schemas.openxmlformats.org/officeDocument/2006/relationships/image" Target="../media/image906.png"/><Relationship Id="rId272" Type="http://schemas.openxmlformats.org/officeDocument/2006/relationships/customXml" Target="../ink/ink2031.xml"/><Relationship Id="rId328" Type="http://schemas.openxmlformats.org/officeDocument/2006/relationships/customXml" Target="../ink/ink2060.xml"/><Relationship Id="rId535" Type="http://schemas.openxmlformats.org/officeDocument/2006/relationships/customXml" Target="../ink/ink2178.xml"/><Relationship Id="rId132" Type="http://schemas.openxmlformats.org/officeDocument/2006/relationships/customXml" Target="../ink/ink1960.xml"/><Relationship Id="rId174" Type="http://schemas.openxmlformats.org/officeDocument/2006/relationships/image" Target="../media/image1545.png"/><Relationship Id="rId381" Type="http://schemas.openxmlformats.org/officeDocument/2006/relationships/customXml" Target="../ink/ink2088.xml"/><Relationship Id="rId241" Type="http://schemas.openxmlformats.org/officeDocument/2006/relationships/customXml" Target="../ink/ink2015.xml"/><Relationship Id="rId437" Type="http://schemas.openxmlformats.org/officeDocument/2006/relationships/image" Target="../media/image1666.png"/><Relationship Id="rId479" Type="http://schemas.openxmlformats.org/officeDocument/2006/relationships/customXml" Target="../ink/ink2150.xml"/><Relationship Id="rId36" Type="http://schemas.openxmlformats.org/officeDocument/2006/relationships/customXml" Target="../ink/ink1912.xml"/><Relationship Id="rId283" Type="http://schemas.openxmlformats.org/officeDocument/2006/relationships/image" Target="../media/image1598.png"/><Relationship Id="rId339" Type="http://schemas.openxmlformats.org/officeDocument/2006/relationships/image" Target="../media/image1625.png"/><Relationship Id="rId490" Type="http://schemas.openxmlformats.org/officeDocument/2006/relationships/image" Target="../media/image1686.png"/><Relationship Id="rId504" Type="http://schemas.openxmlformats.org/officeDocument/2006/relationships/image" Target="../media/image1693.png"/><Relationship Id="rId546" Type="http://schemas.openxmlformats.org/officeDocument/2006/relationships/image" Target="../media/image1714.png"/><Relationship Id="rId78" Type="http://schemas.openxmlformats.org/officeDocument/2006/relationships/customXml" Target="../ink/ink1933.xml"/><Relationship Id="rId101" Type="http://schemas.openxmlformats.org/officeDocument/2006/relationships/image" Target="../media/image923.png"/><Relationship Id="rId143" Type="http://schemas.openxmlformats.org/officeDocument/2006/relationships/image" Target="../media/image465.png"/><Relationship Id="rId185" Type="http://schemas.openxmlformats.org/officeDocument/2006/relationships/customXml" Target="../ink/ink1987.xml"/><Relationship Id="rId350" Type="http://schemas.openxmlformats.org/officeDocument/2006/relationships/customXml" Target="../ink/ink2071.xml"/><Relationship Id="rId406" Type="http://schemas.openxmlformats.org/officeDocument/2006/relationships/image" Target="../media/image1651.png"/><Relationship Id="rId9" Type="http://schemas.openxmlformats.org/officeDocument/2006/relationships/image" Target="../media/image1502.png"/><Relationship Id="rId210" Type="http://schemas.openxmlformats.org/officeDocument/2006/relationships/image" Target="../media/image1563.png"/><Relationship Id="rId392" Type="http://schemas.openxmlformats.org/officeDocument/2006/relationships/customXml" Target="../ink/ink2099.xml"/><Relationship Id="rId448" Type="http://schemas.openxmlformats.org/officeDocument/2006/relationships/customXml" Target="../ink/ink2131.xml"/><Relationship Id="rId252" Type="http://schemas.openxmlformats.org/officeDocument/2006/relationships/customXml" Target="../ink/ink2021.xml"/><Relationship Id="rId294" Type="http://schemas.openxmlformats.org/officeDocument/2006/relationships/customXml" Target="../ink/ink2042.xml"/><Relationship Id="rId308" Type="http://schemas.openxmlformats.org/officeDocument/2006/relationships/customXml" Target="../ink/ink2049.xml"/><Relationship Id="rId515" Type="http://schemas.openxmlformats.org/officeDocument/2006/relationships/customXml" Target="../ink/ink2168.xml"/><Relationship Id="rId47" Type="http://schemas.openxmlformats.org/officeDocument/2006/relationships/image" Target="../media/image1521.png"/><Relationship Id="rId89" Type="http://schemas.openxmlformats.org/officeDocument/2006/relationships/image" Target="../media/image917.png"/><Relationship Id="rId112" Type="http://schemas.openxmlformats.org/officeDocument/2006/relationships/customXml" Target="../ink/ink1950.xml"/><Relationship Id="rId154" Type="http://schemas.openxmlformats.org/officeDocument/2006/relationships/customXml" Target="../ink/ink1971.xml"/><Relationship Id="rId361" Type="http://schemas.openxmlformats.org/officeDocument/2006/relationships/image" Target="../media/image1636.png"/><Relationship Id="rId196" Type="http://schemas.openxmlformats.org/officeDocument/2006/relationships/image" Target="../media/image1556.png"/><Relationship Id="rId417" Type="http://schemas.openxmlformats.org/officeDocument/2006/relationships/customXml" Target="../ink/ink2112.xml"/><Relationship Id="rId459" Type="http://schemas.openxmlformats.org/officeDocument/2006/relationships/customXml" Target="../ink/ink2140.xml"/><Relationship Id="rId16" Type="http://schemas.openxmlformats.org/officeDocument/2006/relationships/customXml" Target="../ink/ink1902.xml"/><Relationship Id="rId221" Type="http://schemas.openxmlformats.org/officeDocument/2006/relationships/customXml" Target="../ink/ink2005.xml"/><Relationship Id="rId263" Type="http://schemas.openxmlformats.org/officeDocument/2006/relationships/image" Target="../media/image1589.png"/><Relationship Id="rId319" Type="http://schemas.openxmlformats.org/officeDocument/2006/relationships/customXml" Target="../ink/ink2055.xml"/><Relationship Id="rId470" Type="http://schemas.openxmlformats.org/officeDocument/2006/relationships/image" Target="../media/image1676.png"/><Relationship Id="rId526" Type="http://schemas.openxmlformats.org/officeDocument/2006/relationships/image" Target="../media/image1704.png"/><Relationship Id="rId58" Type="http://schemas.openxmlformats.org/officeDocument/2006/relationships/customXml" Target="../ink/ink1923.xml"/><Relationship Id="rId123" Type="http://schemas.openxmlformats.org/officeDocument/2006/relationships/image" Target="../media/image1002.png"/><Relationship Id="rId330" Type="http://schemas.openxmlformats.org/officeDocument/2006/relationships/customXml" Target="../ink/ink2061.xml"/><Relationship Id="rId165" Type="http://schemas.openxmlformats.org/officeDocument/2006/relationships/customXml" Target="../ink/ink1977.xml"/><Relationship Id="rId372" Type="http://schemas.openxmlformats.org/officeDocument/2006/relationships/image" Target="../media/image1641.png"/><Relationship Id="rId428" Type="http://schemas.openxmlformats.org/officeDocument/2006/relationships/image" Target="../media/image1662.png"/><Relationship Id="rId232" Type="http://schemas.openxmlformats.org/officeDocument/2006/relationships/image" Target="../media/image1574.png"/><Relationship Id="rId274" Type="http://schemas.openxmlformats.org/officeDocument/2006/relationships/customXml" Target="../ink/ink2032.xml"/><Relationship Id="rId481" Type="http://schemas.openxmlformats.org/officeDocument/2006/relationships/customXml" Target="../ink/ink2151.xml"/><Relationship Id="rId27" Type="http://schemas.openxmlformats.org/officeDocument/2006/relationships/image" Target="../media/image1511.png"/><Relationship Id="rId69" Type="http://schemas.openxmlformats.org/officeDocument/2006/relationships/image" Target="../media/image907.png"/><Relationship Id="rId134" Type="http://schemas.openxmlformats.org/officeDocument/2006/relationships/customXml" Target="../ink/ink1961.xml"/><Relationship Id="rId537" Type="http://schemas.openxmlformats.org/officeDocument/2006/relationships/customXml" Target="../ink/ink2179.xml"/><Relationship Id="rId80" Type="http://schemas.openxmlformats.org/officeDocument/2006/relationships/customXml" Target="../ink/ink1934.xml"/><Relationship Id="rId176" Type="http://schemas.openxmlformats.org/officeDocument/2006/relationships/image" Target="../media/image1546.png"/><Relationship Id="rId341" Type="http://schemas.openxmlformats.org/officeDocument/2006/relationships/image" Target="../media/image1626.png"/><Relationship Id="rId383" Type="http://schemas.openxmlformats.org/officeDocument/2006/relationships/customXml" Target="../ink/ink2090.xml"/><Relationship Id="rId439" Type="http://schemas.openxmlformats.org/officeDocument/2006/relationships/image" Target="../media/image1667.png"/><Relationship Id="rId201" Type="http://schemas.openxmlformats.org/officeDocument/2006/relationships/customXml" Target="../ink/ink1995.xml"/><Relationship Id="rId243" Type="http://schemas.openxmlformats.org/officeDocument/2006/relationships/customXml" Target="../ink/ink2016.xml"/><Relationship Id="rId285" Type="http://schemas.openxmlformats.org/officeDocument/2006/relationships/image" Target="../media/image1599.png"/><Relationship Id="rId450" Type="http://schemas.openxmlformats.org/officeDocument/2006/relationships/customXml" Target="../ink/ink2133.xml"/><Relationship Id="rId506" Type="http://schemas.openxmlformats.org/officeDocument/2006/relationships/image" Target="../media/image1694.png"/><Relationship Id="rId38" Type="http://schemas.openxmlformats.org/officeDocument/2006/relationships/customXml" Target="../ink/ink1913.xml"/><Relationship Id="rId103" Type="http://schemas.openxmlformats.org/officeDocument/2006/relationships/image" Target="../media/image1526.png"/><Relationship Id="rId310" Type="http://schemas.openxmlformats.org/officeDocument/2006/relationships/customXml" Target="../ink/ink2050.xml"/><Relationship Id="rId492" Type="http://schemas.openxmlformats.org/officeDocument/2006/relationships/image" Target="../media/image1687.png"/><Relationship Id="rId548" Type="http://schemas.openxmlformats.org/officeDocument/2006/relationships/image" Target="../media/image1715.png"/><Relationship Id="rId91" Type="http://schemas.openxmlformats.org/officeDocument/2006/relationships/image" Target="../media/image918.png"/><Relationship Id="rId145" Type="http://schemas.openxmlformats.org/officeDocument/2006/relationships/image" Target="../media/image1531.png"/><Relationship Id="rId187" Type="http://schemas.openxmlformats.org/officeDocument/2006/relationships/customXml" Target="../ink/ink1988.xml"/><Relationship Id="rId352" Type="http://schemas.openxmlformats.org/officeDocument/2006/relationships/customXml" Target="../ink/ink2072.xml"/><Relationship Id="rId394" Type="http://schemas.openxmlformats.org/officeDocument/2006/relationships/image" Target="../media/image1645.png"/><Relationship Id="rId408" Type="http://schemas.openxmlformats.org/officeDocument/2006/relationships/image" Target="../media/image1652.png"/><Relationship Id="rId212" Type="http://schemas.openxmlformats.org/officeDocument/2006/relationships/image" Target="../media/image1564.png"/><Relationship Id="rId254" Type="http://schemas.openxmlformats.org/officeDocument/2006/relationships/customXml" Target="../ink/ink2022.xml"/><Relationship Id="rId49" Type="http://schemas.openxmlformats.org/officeDocument/2006/relationships/image" Target="../media/image1522.png"/><Relationship Id="rId114" Type="http://schemas.openxmlformats.org/officeDocument/2006/relationships/customXml" Target="../ink/ink1951.xml"/><Relationship Id="rId296" Type="http://schemas.openxmlformats.org/officeDocument/2006/relationships/customXml" Target="../ink/ink2043.xml"/><Relationship Id="rId461" Type="http://schemas.openxmlformats.org/officeDocument/2006/relationships/customXml" Target="../ink/ink2141.xml"/><Relationship Id="rId517" Type="http://schemas.openxmlformats.org/officeDocument/2006/relationships/customXml" Target="../ink/ink2169.xml"/><Relationship Id="rId60" Type="http://schemas.openxmlformats.org/officeDocument/2006/relationships/customXml" Target="../ink/ink1924.xml"/><Relationship Id="rId156" Type="http://schemas.openxmlformats.org/officeDocument/2006/relationships/customXml" Target="../ink/ink1972.xml"/><Relationship Id="rId198" Type="http://schemas.openxmlformats.org/officeDocument/2006/relationships/image" Target="../media/image1557.png"/><Relationship Id="rId321" Type="http://schemas.openxmlformats.org/officeDocument/2006/relationships/customXml" Target="../ink/ink2056.xml"/><Relationship Id="rId363" Type="http://schemas.openxmlformats.org/officeDocument/2006/relationships/image" Target="../media/image1637.png"/><Relationship Id="rId419" Type="http://schemas.openxmlformats.org/officeDocument/2006/relationships/customXml" Target="../ink/ink2113.xml"/><Relationship Id="rId223" Type="http://schemas.openxmlformats.org/officeDocument/2006/relationships/customXml" Target="../ink/ink2006.xml"/><Relationship Id="rId430" Type="http://schemas.openxmlformats.org/officeDocument/2006/relationships/image" Target="../media/image1663.png"/><Relationship Id="rId18" Type="http://schemas.openxmlformats.org/officeDocument/2006/relationships/customXml" Target="../ink/ink1903.xml"/><Relationship Id="rId265" Type="http://schemas.openxmlformats.org/officeDocument/2006/relationships/image" Target="../media/image1590.png"/><Relationship Id="rId472" Type="http://schemas.openxmlformats.org/officeDocument/2006/relationships/image" Target="../media/image1677.png"/><Relationship Id="rId528" Type="http://schemas.openxmlformats.org/officeDocument/2006/relationships/image" Target="../media/image1705.png"/><Relationship Id="rId125" Type="http://schemas.openxmlformats.org/officeDocument/2006/relationships/image" Target="../media/image1003.png"/><Relationship Id="rId167" Type="http://schemas.openxmlformats.org/officeDocument/2006/relationships/customXml" Target="../ink/ink1978.xml"/><Relationship Id="rId332" Type="http://schemas.openxmlformats.org/officeDocument/2006/relationships/customXml" Target="../ink/ink2062.xml"/><Relationship Id="rId374" Type="http://schemas.openxmlformats.org/officeDocument/2006/relationships/image" Target="../media/image1642.png"/><Relationship Id="rId71" Type="http://schemas.openxmlformats.org/officeDocument/2006/relationships/image" Target="../media/image908.png"/><Relationship Id="rId234" Type="http://schemas.openxmlformats.org/officeDocument/2006/relationships/image" Target="../media/image1575.png"/><Relationship Id="rId2" Type="http://schemas.openxmlformats.org/officeDocument/2006/relationships/customXml" Target="../ink/ink1895.xml"/><Relationship Id="rId29" Type="http://schemas.openxmlformats.org/officeDocument/2006/relationships/image" Target="../media/image1512.png"/><Relationship Id="rId276" Type="http://schemas.openxmlformats.org/officeDocument/2006/relationships/customXml" Target="../ink/ink2033.xml"/><Relationship Id="rId441" Type="http://schemas.openxmlformats.org/officeDocument/2006/relationships/image" Target="../media/image1668.png"/><Relationship Id="rId483" Type="http://schemas.openxmlformats.org/officeDocument/2006/relationships/customXml" Target="../ink/ink2152.xml"/><Relationship Id="rId539" Type="http://schemas.openxmlformats.org/officeDocument/2006/relationships/customXml" Target="../ink/ink2180.xml"/><Relationship Id="rId40" Type="http://schemas.openxmlformats.org/officeDocument/2006/relationships/customXml" Target="../ink/ink1914.xml"/><Relationship Id="rId136" Type="http://schemas.openxmlformats.org/officeDocument/2006/relationships/customXml" Target="../ink/ink1962.xml"/><Relationship Id="rId178" Type="http://schemas.openxmlformats.org/officeDocument/2006/relationships/image" Target="../media/image1547.png"/><Relationship Id="rId301" Type="http://schemas.openxmlformats.org/officeDocument/2006/relationships/image" Target="../media/image1607.png"/><Relationship Id="rId343" Type="http://schemas.openxmlformats.org/officeDocument/2006/relationships/image" Target="../media/image1627.png"/><Relationship Id="rId550" Type="http://schemas.openxmlformats.org/officeDocument/2006/relationships/image" Target="../media/image1716.png"/><Relationship Id="rId82" Type="http://schemas.openxmlformats.org/officeDocument/2006/relationships/customXml" Target="../ink/ink1935.xml"/><Relationship Id="rId203" Type="http://schemas.openxmlformats.org/officeDocument/2006/relationships/customXml" Target="../ink/ink1996.xml"/><Relationship Id="rId385" Type="http://schemas.openxmlformats.org/officeDocument/2006/relationships/customXml" Target="../ink/ink2092.xml"/><Relationship Id="rId245" Type="http://schemas.openxmlformats.org/officeDocument/2006/relationships/customXml" Target="../ink/ink2017.xml"/><Relationship Id="rId287" Type="http://schemas.openxmlformats.org/officeDocument/2006/relationships/image" Target="../media/image1600.png"/><Relationship Id="rId410" Type="http://schemas.openxmlformats.org/officeDocument/2006/relationships/image" Target="../media/image1653.png"/><Relationship Id="rId452" Type="http://schemas.openxmlformats.org/officeDocument/2006/relationships/customXml" Target="../ink/ink2135.xml"/><Relationship Id="rId494" Type="http://schemas.openxmlformats.org/officeDocument/2006/relationships/image" Target="../media/image1688.png"/><Relationship Id="rId508" Type="http://schemas.openxmlformats.org/officeDocument/2006/relationships/image" Target="../media/image1695.png"/><Relationship Id="rId105" Type="http://schemas.openxmlformats.org/officeDocument/2006/relationships/image" Target="../media/image993.png"/><Relationship Id="rId147" Type="http://schemas.openxmlformats.org/officeDocument/2006/relationships/image" Target="../media/image1532.png"/><Relationship Id="rId312" Type="http://schemas.openxmlformats.org/officeDocument/2006/relationships/customXml" Target="../ink/ink2051.xml"/><Relationship Id="rId354" Type="http://schemas.openxmlformats.org/officeDocument/2006/relationships/customXml" Target="../ink/ink2073.xml"/><Relationship Id="rId51" Type="http://schemas.openxmlformats.org/officeDocument/2006/relationships/image" Target="../media/image1523.png"/><Relationship Id="rId93" Type="http://schemas.openxmlformats.org/officeDocument/2006/relationships/image" Target="../media/image919.png"/><Relationship Id="rId189" Type="http://schemas.openxmlformats.org/officeDocument/2006/relationships/customXml" Target="../ink/ink1989.xml"/><Relationship Id="rId396" Type="http://schemas.openxmlformats.org/officeDocument/2006/relationships/image" Target="../media/image1646.png"/><Relationship Id="rId214" Type="http://schemas.openxmlformats.org/officeDocument/2006/relationships/image" Target="../media/image1565.png"/><Relationship Id="rId256" Type="http://schemas.openxmlformats.org/officeDocument/2006/relationships/customXml" Target="../ink/ink2023.xml"/><Relationship Id="rId298" Type="http://schemas.openxmlformats.org/officeDocument/2006/relationships/customXml" Target="../ink/ink2044.xml"/><Relationship Id="rId421" Type="http://schemas.openxmlformats.org/officeDocument/2006/relationships/customXml" Target="../ink/ink2114.xml"/><Relationship Id="rId463" Type="http://schemas.openxmlformats.org/officeDocument/2006/relationships/customXml" Target="../ink/ink2142.xml"/><Relationship Id="rId519" Type="http://schemas.openxmlformats.org/officeDocument/2006/relationships/customXml" Target="../ink/ink2170.xml"/><Relationship Id="rId116" Type="http://schemas.openxmlformats.org/officeDocument/2006/relationships/customXml" Target="../ink/ink1952.xml"/><Relationship Id="rId158" Type="http://schemas.openxmlformats.org/officeDocument/2006/relationships/customXml" Target="../ink/ink1973.xml"/><Relationship Id="rId323" Type="http://schemas.openxmlformats.org/officeDocument/2006/relationships/customXml" Target="../ink/ink2057.xml"/><Relationship Id="rId530" Type="http://schemas.openxmlformats.org/officeDocument/2006/relationships/image" Target="../media/image1706.png"/><Relationship Id="rId20" Type="http://schemas.openxmlformats.org/officeDocument/2006/relationships/customXml" Target="../ink/ink1904.xml"/><Relationship Id="rId62" Type="http://schemas.openxmlformats.org/officeDocument/2006/relationships/customXml" Target="../ink/ink1925.xml"/><Relationship Id="rId365" Type="http://schemas.openxmlformats.org/officeDocument/2006/relationships/image" Target="../media/image1638.png"/><Relationship Id="rId225" Type="http://schemas.openxmlformats.org/officeDocument/2006/relationships/customXml" Target="../ink/ink2007.xml"/><Relationship Id="rId267" Type="http://schemas.openxmlformats.org/officeDocument/2006/relationships/image" Target="../media/image1102.png"/><Relationship Id="rId432" Type="http://schemas.openxmlformats.org/officeDocument/2006/relationships/customXml" Target="../ink/ink2120.xml"/><Relationship Id="rId474" Type="http://schemas.openxmlformats.org/officeDocument/2006/relationships/image" Target="../media/image1678.png"/><Relationship Id="rId127" Type="http://schemas.openxmlformats.org/officeDocument/2006/relationships/image" Target="../media/image1004.png"/><Relationship Id="rId31" Type="http://schemas.openxmlformats.org/officeDocument/2006/relationships/image" Target="../media/image1513.png"/><Relationship Id="rId73" Type="http://schemas.openxmlformats.org/officeDocument/2006/relationships/image" Target="../media/image909.png"/><Relationship Id="rId169" Type="http://schemas.openxmlformats.org/officeDocument/2006/relationships/customXml" Target="../ink/ink1979.xml"/><Relationship Id="rId334" Type="http://schemas.openxmlformats.org/officeDocument/2006/relationships/customXml" Target="../ink/ink2063.xml"/><Relationship Id="rId376" Type="http://schemas.openxmlformats.org/officeDocument/2006/relationships/image" Target="../media/image1643.png"/><Relationship Id="rId541" Type="http://schemas.openxmlformats.org/officeDocument/2006/relationships/customXml" Target="../ink/ink2181.xml"/><Relationship Id="rId4" Type="http://schemas.openxmlformats.org/officeDocument/2006/relationships/customXml" Target="../ink/ink1896.xml"/><Relationship Id="rId180" Type="http://schemas.openxmlformats.org/officeDocument/2006/relationships/image" Target="../media/image1548.png"/><Relationship Id="rId236" Type="http://schemas.openxmlformats.org/officeDocument/2006/relationships/image" Target="../media/image1576.png"/><Relationship Id="rId278" Type="http://schemas.openxmlformats.org/officeDocument/2006/relationships/customXml" Target="../ink/ink2034.xml"/><Relationship Id="rId401" Type="http://schemas.openxmlformats.org/officeDocument/2006/relationships/customXml" Target="../ink/ink2104.xml"/><Relationship Id="rId443" Type="http://schemas.openxmlformats.org/officeDocument/2006/relationships/customXml" Target="../ink/ink2126.xml"/><Relationship Id="rId303" Type="http://schemas.openxmlformats.org/officeDocument/2006/relationships/image" Target="../media/image1608.png"/><Relationship Id="rId485" Type="http://schemas.openxmlformats.org/officeDocument/2006/relationships/customXml" Target="../ink/ink2153.xml"/><Relationship Id="rId42" Type="http://schemas.openxmlformats.org/officeDocument/2006/relationships/customXml" Target="../ink/ink1915.xml"/><Relationship Id="rId84" Type="http://schemas.openxmlformats.org/officeDocument/2006/relationships/customXml" Target="../ink/ink1936.xml"/><Relationship Id="rId138" Type="http://schemas.openxmlformats.org/officeDocument/2006/relationships/customXml" Target="../ink/ink1963.xml"/><Relationship Id="rId345" Type="http://schemas.openxmlformats.org/officeDocument/2006/relationships/image" Target="../media/image1628.png"/><Relationship Id="rId387" Type="http://schemas.openxmlformats.org/officeDocument/2006/relationships/customXml" Target="../ink/ink2094.xml"/><Relationship Id="rId510" Type="http://schemas.openxmlformats.org/officeDocument/2006/relationships/image" Target="../media/image1696.png"/><Relationship Id="rId552" Type="http://schemas.openxmlformats.org/officeDocument/2006/relationships/image" Target="../media/image1717.png"/><Relationship Id="rId191" Type="http://schemas.openxmlformats.org/officeDocument/2006/relationships/customXml" Target="../ink/ink1990.xml"/><Relationship Id="rId205" Type="http://schemas.openxmlformats.org/officeDocument/2006/relationships/customXml" Target="../ink/ink1997.xml"/><Relationship Id="rId247" Type="http://schemas.openxmlformats.org/officeDocument/2006/relationships/image" Target="../media/image1581.png"/><Relationship Id="rId412" Type="http://schemas.openxmlformats.org/officeDocument/2006/relationships/image" Target="../media/image1654.png"/><Relationship Id="rId107" Type="http://schemas.openxmlformats.org/officeDocument/2006/relationships/image" Target="../media/image994.png"/><Relationship Id="rId289" Type="http://schemas.openxmlformats.org/officeDocument/2006/relationships/image" Target="../media/image1601.png"/><Relationship Id="rId454" Type="http://schemas.openxmlformats.org/officeDocument/2006/relationships/customXml" Target="../ink/ink2137.xml"/><Relationship Id="rId496" Type="http://schemas.openxmlformats.org/officeDocument/2006/relationships/image" Target="../media/image1689.png"/><Relationship Id="rId11" Type="http://schemas.openxmlformats.org/officeDocument/2006/relationships/image" Target="../media/image1503.png"/><Relationship Id="rId53" Type="http://schemas.openxmlformats.org/officeDocument/2006/relationships/image" Target="../media/image1524.png"/><Relationship Id="rId149" Type="http://schemas.openxmlformats.org/officeDocument/2006/relationships/image" Target="../media/image1533.png"/><Relationship Id="rId314" Type="http://schemas.openxmlformats.org/officeDocument/2006/relationships/image" Target="../media/image1613.png"/><Relationship Id="rId356" Type="http://schemas.openxmlformats.org/officeDocument/2006/relationships/customXml" Target="../ink/ink2074.xml"/><Relationship Id="rId398" Type="http://schemas.openxmlformats.org/officeDocument/2006/relationships/image" Target="../media/image1647.png"/><Relationship Id="rId521" Type="http://schemas.openxmlformats.org/officeDocument/2006/relationships/customXml" Target="../ink/ink2171.xml"/><Relationship Id="rId95" Type="http://schemas.openxmlformats.org/officeDocument/2006/relationships/image" Target="../media/image920.png"/><Relationship Id="rId160" Type="http://schemas.openxmlformats.org/officeDocument/2006/relationships/customXml" Target="../ink/ink1974.xml"/><Relationship Id="rId216" Type="http://schemas.openxmlformats.org/officeDocument/2006/relationships/image" Target="../media/image1566.png"/><Relationship Id="rId423" Type="http://schemas.openxmlformats.org/officeDocument/2006/relationships/customXml" Target="../ink/ink2115.xml"/><Relationship Id="rId258" Type="http://schemas.openxmlformats.org/officeDocument/2006/relationships/customXml" Target="../ink/ink2024.xml"/><Relationship Id="rId465" Type="http://schemas.openxmlformats.org/officeDocument/2006/relationships/customXml" Target="../ink/ink2143.xml"/><Relationship Id="rId22" Type="http://schemas.openxmlformats.org/officeDocument/2006/relationships/customXml" Target="../ink/ink1905.xml"/><Relationship Id="rId64" Type="http://schemas.openxmlformats.org/officeDocument/2006/relationships/customXml" Target="../ink/ink1926.xml"/><Relationship Id="rId118" Type="http://schemas.openxmlformats.org/officeDocument/2006/relationships/customXml" Target="../ink/ink1953.xml"/><Relationship Id="rId325" Type="http://schemas.openxmlformats.org/officeDocument/2006/relationships/customXml" Target="../ink/ink2058.xml"/><Relationship Id="rId367" Type="http://schemas.openxmlformats.org/officeDocument/2006/relationships/image" Target="../media/image1639.png"/><Relationship Id="rId532" Type="http://schemas.openxmlformats.org/officeDocument/2006/relationships/image" Target="../media/image1707.png"/><Relationship Id="rId171" Type="http://schemas.openxmlformats.org/officeDocument/2006/relationships/customXml" Target="../ink/ink1980.xml"/><Relationship Id="rId227" Type="http://schemas.openxmlformats.org/officeDocument/2006/relationships/customXml" Target="../ink/ink2008.xml"/><Relationship Id="rId269" Type="http://schemas.openxmlformats.org/officeDocument/2006/relationships/image" Target="../media/image1591.png"/><Relationship Id="rId434" Type="http://schemas.openxmlformats.org/officeDocument/2006/relationships/customXml" Target="../ink/ink2121.xml"/><Relationship Id="rId476" Type="http://schemas.openxmlformats.org/officeDocument/2006/relationships/image" Target="../media/image1679.png"/><Relationship Id="rId33" Type="http://schemas.openxmlformats.org/officeDocument/2006/relationships/image" Target="../media/image1514.png"/><Relationship Id="rId129" Type="http://schemas.openxmlformats.org/officeDocument/2006/relationships/image" Target="../media/image1005.png"/><Relationship Id="rId280" Type="http://schemas.openxmlformats.org/officeDocument/2006/relationships/customXml" Target="../ink/ink2035.xml"/><Relationship Id="rId336" Type="http://schemas.openxmlformats.org/officeDocument/2006/relationships/customXml" Target="../ink/ink2064.xml"/><Relationship Id="rId501" Type="http://schemas.openxmlformats.org/officeDocument/2006/relationships/customXml" Target="../ink/ink2161.xml"/><Relationship Id="rId543" Type="http://schemas.openxmlformats.org/officeDocument/2006/relationships/customXml" Target="../ink/ink2182.xml"/><Relationship Id="rId75" Type="http://schemas.openxmlformats.org/officeDocument/2006/relationships/image" Target="../media/image910.png"/><Relationship Id="rId140" Type="http://schemas.openxmlformats.org/officeDocument/2006/relationships/customXml" Target="../ink/ink1964.xml"/><Relationship Id="rId182" Type="http://schemas.openxmlformats.org/officeDocument/2006/relationships/image" Target="../media/image1549.png"/><Relationship Id="rId378" Type="http://schemas.openxmlformats.org/officeDocument/2006/relationships/image" Target="../media/image1644.png"/><Relationship Id="rId403" Type="http://schemas.openxmlformats.org/officeDocument/2006/relationships/customXml" Target="../ink/ink2105.xml"/><Relationship Id="rId6" Type="http://schemas.openxmlformats.org/officeDocument/2006/relationships/customXml" Target="../ink/ink1897.xml"/><Relationship Id="rId238" Type="http://schemas.openxmlformats.org/officeDocument/2006/relationships/image" Target="../media/image1577.png"/><Relationship Id="rId445" Type="http://schemas.openxmlformats.org/officeDocument/2006/relationships/customXml" Target="../ink/ink2128.xml"/><Relationship Id="rId487" Type="http://schemas.openxmlformats.org/officeDocument/2006/relationships/customXml" Target="../ink/ink2154.xml"/><Relationship Id="rId291" Type="http://schemas.openxmlformats.org/officeDocument/2006/relationships/image" Target="../media/image1602.png"/><Relationship Id="rId305" Type="http://schemas.openxmlformats.org/officeDocument/2006/relationships/image" Target="../media/image1609.png"/><Relationship Id="rId347" Type="http://schemas.openxmlformats.org/officeDocument/2006/relationships/image" Target="../media/image1629.png"/><Relationship Id="rId512" Type="http://schemas.openxmlformats.org/officeDocument/2006/relationships/image" Target="../media/image1697.png"/><Relationship Id="rId44" Type="http://schemas.openxmlformats.org/officeDocument/2006/relationships/customXml" Target="../ink/ink1916.xml"/><Relationship Id="rId86" Type="http://schemas.openxmlformats.org/officeDocument/2006/relationships/customXml" Target="../ink/ink1937.xml"/><Relationship Id="rId151" Type="http://schemas.openxmlformats.org/officeDocument/2006/relationships/image" Target="../media/image1534.png"/><Relationship Id="rId389" Type="http://schemas.openxmlformats.org/officeDocument/2006/relationships/customXml" Target="../ink/ink2096.xml"/><Relationship Id="rId554" Type="http://schemas.openxmlformats.org/officeDocument/2006/relationships/image" Target="../media/image1718.png"/><Relationship Id="rId193" Type="http://schemas.openxmlformats.org/officeDocument/2006/relationships/customXml" Target="../ink/ink1991.xml"/><Relationship Id="rId207" Type="http://schemas.openxmlformats.org/officeDocument/2006/relationships/customXml" Target="../ink/ink1998.xml"/><Relationship Id="rId249" Type="http://schemas.openxmlformats.org/officeDocument/2006/relationships/image" Target="../media/image1582.png"/><Relationship Id="rId414" Type="http://schemas.openxmlformats.org/officeDocument/2006/relationships/image" Target="../media/image1655.png"/><Relationship Id="rId456" Type="http://schemas.openxmlformats.org/officeDocument/2006/relationships/customXml" Target="../ink/ink2138.xml"/><Relationship Id="rId498" Type="http://schemas.openxmlformats.org/officeDocument/2006/relationships/image" Target="../media/image1690.png"/><Relationship Id="rId13" Type="http://schemas.openxmlformats.org/officeDocument/2006/relationships/image" Target="../media/image1504.png"/><Relationship Id="rId109" Type="http://schemas.openxmlformats.org/officeDocument/2006/relationships/image" Target="../media/image995.png"/><Relationship Id="rId260" Type="http://schemas.openxmlformats.org/officeDocument/2006/relationships/customXml" Target="../ink/ink2025.xml"/><Relationship Id="rId316" Type="http://schemas.openxmlformats.org/officeDocument/2006/relationships/image" Target="../media/image1614.png"/><Relationship Id="rId523" Type="http://schemas.openxmlformats.org/officeDocument/2006/relationships/customXml" Target="../ink/ink2172.xml"/><Relationship Id="rId55" Type="http://schemas.openxmlformats.org/officeDocument/2006/relationships/image" Target="../media/image1525.png"/><Relationship Id="rId97" Type="http://schemas.openxmlformats.org/officeDocument/2006/relationships/image" Target="../media/image921.png"/><Relationship Id="rId120" Type="http://schemas.openxmlformats.org/officeDocument/2006/relationships/customXml" Target="../ink/ink1954.xml"/><Relationship Id="rId358" Type="http://schemas.openxmlformats.org/officeDocument/2006/relationships/customXml" Target="../ink/ink2075.xml"/><Relationship Id="rId162" Type="http://schemas.openxmlformats.org/officeDocument/2006/relationships/customXml" Target="../ink/ink1975.xml"/><Relationship Id="rId218" Type="http://schemas.openxmlformats.org/officeDocument/2006/relationships/image" Target="../media/image1567.png"/><Relationship Id="rId425" Type="http://schemas.openxmlformats.org/officeDocument/2006/relationships/customXml" Target="../ink/ink2116.xml"/><Relationship Id="rId467" Type="http://schemas.openxmlformats.org/officeDocument/2006/relationships/customXml" Target="../ink/ink2144.xml"/><Relationship Id="rId271" Type="http://schemas.openxmlformats.org/officeDocument/2006/relationships/image" Target="../media/image1592.png"/><Relationship Id="rId24" Type="http://schemas.openxmlformats.org/officeDocument/2006/relationships/customXml" Target="../ink/ink1906.xml"/><Relationship Id="rId66" Type="http://schemas.openxmlformats.org/officeDocument/2006/relationships/customXml" Target="../ink/ink1927.xml"/><Relationship Id="rId131" Type="http://schemas.openxmlformats.org/officeDocument/2006/relationships/image" Target="../media/image1006.png"/><Relationship Id="rId327" Type="http://schemas.openxmlformats.org/officeDocument/2006/relationships/image" Target="../media/image1619.png"/><Relationship Id="rId369" Type="http://schemas.openxmlformats.org/officeDocument/2006/relationships/image" Target="../media/image1640.png"/><Relationship Id="rId534" Type="http://schemas.openxmlformats.org/officeDocument/2006/relationships/image" Target="../media/image1708.png"/><Relationship Id="rId173" Type="http://schemas.openxmlformats.org/officeDocument/2006/relationships/customXml" Target="../ink/ink1981.xml"/><Relationship Id="rId229" Type="http://schemas.openxmlformats.org/officeDocument/2006/relationships/customXml" Target="../ink/ink2009.xml"/><Relationship Id="rId380" Type="http://schemas.openxmlformats.org/officeDocument/2006/relationships/customXml" Target="../ink/ink2087.xml"/><Relationship Id="rId436" Type="http://schemas.openxmlformats.org/officeDocument/2006/relationships/customXml" Target="../ink/ink2122.xml"/><Relationship Id="rId240" Type="http://schemas.openxmlformats.org/officeDocument/2006/relationships/image" Target="../media/image1578.png"/><Relationship Id="rId478" Type="http://schemas.openxmlformats.org/officeDocument/2006/relationships/image" Target="../media/image1680.png"/><Relationship Id="rId35" Type="http://schemas.openxmlformats.org/officeDocument/2006/relationships/image" Target="../media/image1515.png"/><Relationship Id="rId77" Type="http://schemas.openxmlformats.org/officeDocument/2006/relationships/image" Target="../media/image911.png"/><Relationship Id="rId100" Type="http://schemas.openxmlformats.org/officeDocument/2006/relationships/customXml" Target="../ink/ink1944.xml"/><Relationship Id="rId282" Type="http://schemas.openxmlformats.org/officeDocument/2006/relationships/customXml" Target="../ink/ink2036.xml"/><Relationship Id="rId338" Type="http://schemas.openxmlformats.org/officeDocument/2006/relationships/customXml" Target="../ink/ink2065.xml"/><Relationship Id="rId503" Type="http://schemas.openxmlformats.org/officeDocument/2006/relationships/customXml" Target="../ink/ink2162.xml"/><Relationship Id="rId545" Type="http://schemas.openxmlformats.org/officeDocument/2006/relationships/customXml" Target="../ink/ink2183.xml"/><Relationship Id="rId8" Type="http://schemas.openxmlformats.org/officeDocument/2006/relationships/customXml" Target="../ink/ink1898.xml"/><Relationship Id="rId142" Type="http://schemas.openxmlformats.org/officeDocument/2006/relationships/customXml" Target="../ink/ink1965.xml"/><Relationship Id="rId184" Type="http://schemas.openxmlformats.org/officeDocument/2006/relationships/image" Target="../media/image1550.png"/><Relationship Id="rId391" Type="http://schemas.openxmlformats.org/officeDocument/2006/relationships/customXml" Target="../ink/ink2098.xml"/><Relationship Id="rId405" Type="http://schemas.openxmlformats.org/officeDocument/2006/relationships/customXml" Target="../ink/ink2106.xml"/><Relationship Id="rId447" Type="http://schemas.openxmlformats.org/officeDocument/2006/relationships/customXml" Target="../ink/ink2130.xml"/><Relationship Id="rId251" Type="http://schemas.openxmlformats.org/officeDocument/2006/relationships/image" Target="../media/image1583.png"/><Relationship Id="rId489" Type="http://schemas.openxmlformats.org/officeDocument/2006/relationships/customXml" Target="../ink/ink2155.xml"/><Relationship Id="rId46" Type="http://schemas.openxmlformats.org/officeDocument/2006/relationships/customXml" Target="../ink/ink1917.xml"/><Relationship Id="rId293" Type="http://schemas.openxmlformats.org/officeDocument/2006/relationships/image" Target="../media/image1603.png"/><Relationship Id="rId307" Type="http://schemas.openxmlformats.org/officeDocument/2006/relationships/image" Target="../media/image1610.png"/><Relationship Id="rId349" Type="http://schemas.openxmlformats.org/officeDocument/2006/relationships/image" Target="../media/image1630.png"/><Relationship Id="rId514" Type="http://schemas.openxmlformats.org/officeDocument/2006/relationships/image" Target="../media/image1698.png"/><Relationship Id="rId88" Type="http://schemas.openxmlformats.org/officeDocument/2006/relationships/customXml" Target="../ink/ink1938.xml"/><Relationship Id="rId111" Type="http://schemas.openxmlformats.org/officeDocument/2006/relationships/image" Target="../media/image996.png"/><Relationship Id="rId153" Type="http://schemas.openxmlformats.org/officeDocument/2006/relationships/image" Target="../media/image1535.png"/><Relationship Id="rId195" Type="http://schemas.openxmlformats.org/officeDocument/2006/relationships/customXml" Target="../ink/ink1992.xml"/><Relationship Id="rId209" Type="http://schemas.openxmlformats.org/officeDocument/2006/relationships/customXml" Target="../ink/ink1999.xml"/><Relationship Id="rId360" Type="http://schemas.openxmlformats.org/officeDocument/2006/relationships/customXml" Target="../ink/ink2076.xml"/><Relationship Id="rId416" Type="http://schemas.openxmlformats.org/officeDocument/2006/relationships/image" Target="../media/image1656.png"/><Relationship Id="rId220" Type="http://schemas.openxmlformats.org/officeDocument/2006/relationships/image" Target="../media/image1568.png"/><Relationship Id="rId458" Type="http://schemas.openxmlformats.org/officeDocument/2006/relationships/customXml" Target="../ink/ink2139.xml"/><Relationship Id="rId15" Type="http://schemas.openxmlformats.org/officeDocument/2006/relationships/image" Target="../media/image1505.png"/><Relationship Id="rId57" Type="http://schemas.openxmlformats.org/officeDocument/2006/relationships/image" Target="../media/image901.png"/><Relationship Id="rId262" Type="http://schemas.openxmlformats.org/officeDocument/2006/relationships/customXml" Target="../ink/ink2026.xml"/><Relationship Id="rId318" Type="http://schemas.openxmlformats.org/officeDocument/2006/relationships/image" Target="../media/image1615.png"/><Relationship Id="rId525" Type="http://schemas.openxmlformats.org/officeDocument/2006/relationships/customXml" Target="../ink/ink2173.xml"/><Relationship Id="rId99" Type="http://schemas.openxmlformats.org/officeDocument/2006/relationships/image" Target="../media/image922.png"/><Relationship Id="rId122" Type="http://schemas.openxmlformats.org/officeDocument/2006/relationships/customXml" Target="../ink/ink1955.xml"/><Relationship Id="rId164" Type="http://schemas.openxmlformats.org/officeDocument/2006/relationships/image" Target="../media/image1540.png"/><Relationship Id="rId371" Type="http://schemas.openxmlformats.org/officeDocument/2006/relationships/customXml" Target="../ink/ink2082.xml"/><Relationship Id="rId427" Type="http://schemas.openxmlformats.org/officeDocument/2006/relationships/customXml" Target="../ink/ink2117.xml"/><Relationship Id="rId469" Type="http://schemas.openxmlformats.org/officeDocument/2006/relationships/customXml" Target="../ink/ink2145.xml"/><Relationship Id="rId26" Type="http://schemas.openxmlformats.org/officeDocument/2006/relationships/customXml" Target="../ink/ink1907.xml"/><Relationship Id="rId231" Type="http://schemas.openxmlformats.org/officeDocument/2006/relationships/customXml" Target="../ink/ink2010.xml"/><Relationship Id="rId273" Type="http://schemas.openxmlformats.org/officeDocument/2006/relationships/image" Target="../media/image1593.png"/><Relationship Id="rId329" Type="http://schemas.openxmlformats.org/officeDocument/2006/relationships/image" Target="../media/image1620.png"/><Relationship Id="rId480" Type="http://schemas.openxmlformats.org/officeDocument/2006/relationships/image" Target="../media/image1681.png"/><Relationship Id="rId536" Type="http://schemas.openxmlformats.org/officeDocument/2006/relationships/image" Target="../media/image1709.png"/><Relationship Id="rId68" Type="http://schemas.openxmlformats.org/officeDocument/2006/relationships/customXml" Target="../ink/ink1928.xml"/><Relationship Id="rId133" Type="http://schemas.openxmlformats.org/officeDocument/2006/relationships/image" Target="../media/image1007.png"/><Relationship Id="rId175" Type="http://schemas.openxmlformats.org/officeDocument/2006/relationships/customXml" Target="../ink/ink1982.xml"/><Relationship Id="rId340" Type="http://schemas.openxmlformats.org/officeDocument/2006/relationships/customXml" Target="../ink/ink2066.xml"/><Relationship Id="rId200" Type="http://schemas.openxmlformats.org/officeDocument/2006/relationships/image" Target="../media/image1558.png"/><Relationship Id="rId382" Type="http://schemas.openxmlformats.org/officeDocument/2006/relationships/customXml" Target="../ink/ink2089.xml"/><Relationship Id="rId438" Type="http://schemas.openxmlformats.org/officeDocument/2006/relationships/customXml" Target="../ink/ink2123.xml"/><Relationship Id="rId242" Type="http://schemas.openxmlformats.org/officeDocument/2006/relationships/image" Target="../media/image1579.png"/><Relationship Id="rId284" Type="http://schemas.openxmlformats.org/officeDocument/2006/relationships/customXml" Target="../ink/ink2037.xml"/><Relationship Id="rId491" Type="http://schemas.openxmlformats.org/officeDocument/2006/relationships/customXml" Target="../ink/ink2156.xml"/><Relationship Id="rId505" Type="http://schemas.openxmlformats.org/officeDocument/2006/relationships/customXml" Target="../ink/ink2163.xml"/><Relationship Id="rId37" Type="http://schemas.openxmlformats.org/officeDocument/2006/relationships/image" Target="../media/image1516.png"/><Relationship Id="rId79" Type="http://schemas.openxmlformats.org/officeDocument/2006/relationships/image" Target="../media/image912.png"/><Relationship Id="rId102" Type="http://schemas.openxmlformats.org/officeDocument/2006/relationships/customXml" Target="../ink/ink1945.xml"/><Relationship Id="rId144" Type="http://schemas.openxmlformats.org/officeDocument/2006/relationships/customXml" Target="../ink/ink1966.xml"/><Relationship Id="rId547" Type="http://schemas.openxmlformats.org/officeDocument/2006/relationships/customXml" Target="../ink/ink2184.xml"/><Relationship Id="rId90" Type="http://schemas.openxmlformats.org/officeDocument/2006/relationships/customXml" Target="../ink/ink1939.xml"/><Relationship Id="rId186" Type="http://schemas.openxmlformats.org/officeDocument/2006/relationships/image" Target="../media/image1551.png"/><Relationship Id="rId351" Type="http://schemas.openxmlformats.org/officeDocument/2006/relationships/image" Target="../media/image1631.png"/><Relationship Id="rId393" Type="http://schemas.openxmlformats.org/officeDocument/2006/relationships/customXml" Target="../ink/ink2100.xml"/><Relationship Id="rId407" Type="http://schemas.openxmlformats.org/officeDocument/2006/relationships/customXml" Target="../ink/ink2107.xml"/><Relationship Id="rId449" Type="http://schemas.openxmlformats.org/officeDocument/2006/relationships/customXml" Target="../ink/ink2132.xml"/><Relationship Id="rId211" Type="http://schemas.openxmlformats.org/officeDocument/2006/relationships/customXml" Target="../ink/ink2000.xml"/><Relationship Id="rId253" Type="http://schemas.openxmlformats.org/officeDocument/2006/relationships/image" Target="../media/image1584.png"/><Relationship Id="rId295" Type="http://schemas.openxmlformats.org/officeDocument/2006/relationships/image" Target="../media/image1604.png"/><Relationship Id="rId309" Type="http://schemas.openxmlformats.org/officeDocument/2006/relationships/image" Target="../media/image1611.png"/><Relationship Id="rId460" Type="http://schemas.openxmlformats.org/officeDocument/2006/relationships/image" Target="../media/image1671.png"/><Relationship Id="rId516" Type="http://schemas.openxmlformats.org/officeDocument/2006/relationships/image" Target="../media/image1699.png"/><Relationship Id="rId48" Type="http://schemas.openxmlformats.org/officeDocument/2006/relationships/customXml" Target="../ink/ink1918.xml"/><Relationship Id="rId113" Type="http://schemas.openxmlformats.org/officeDocument/2006/relationships/image" Target="../media/image997.png"/><Relationship Id="rId320" Type="http://schemas.openxmlformats.org/officeDocument/2006/relationships/image" Target="../media/image1616.png"/><Relationship Id="rId155" Type="http://schemas.openxmlformats.org/officeDocument/2006/relationships/image" Target="../media/image1536.png"/><Relationship Id="rId197" Type="http://schemas.openxmlformats.org/officeDocument/2006/relationships/customXml" Target="../ink/ink1993.xml"/><Relationship Id="rId362" Type="http://schemas.openxmlformats.org/officeDocument/2006/relationships/customXml" Target="../ink/ink2077.xml"/><Relationship Id="rId418" Type="http://schemas.openxmlformats.org/officeDocument/2006/relationships/image" Target="../media/image1657.png"/><Relationship Id="rId222" Type="http://schemas.openxmlformats.org/officeDocument/2006/relationships/image" Target="../media/image1569.png"/><Relationship Id="rId264" Type="http://schemas.openxmlformats.org/officeDocument/2006/relationships/customXml" Target="../ink/ink2027.xml"/><Relationship Id="rId471" Type="http://schemas.openxmlformats.org/officeDocument/2006/relationships/customXml" Target="../ink/ink2146.xml"/><Relationship Id="rId17" Type="http://schemas.openxmlformats.org/officeDocument/2006/relationships/image" Target="../media/image1506.png"/><Relationship Id="rId59" Type="http://schemas.openxmlformats.org/officeDocument/2006/relationships/image" Target="../media/image902.png"/><Relationship Id="rId124" Type="http://schemas.openxmlformats.org/officeDocument/2006/relationships/customXml" Target="../ink/ink1956.xml"/><Relationship Id="rId527" Type="http://schemas.openxmlformats.org/officeDocument/2006/relationships/customXml" Target="../ink/ink2174.xml"/><Relationship Id="rId70" Type="http://schemas.openxmlformats.org/officeDocument/2006/relationships/customXml" Target="../ink/ink1929.xml"/><Relationship Id="rId166" Type="http://schemas.openxmlformats.org/officeDocument/2006/relationships/image" Target="../media/image1541.png"/><Relationship Id="rId331" Type="http://schemas.openxmlformats.org/officeDocument/2006/relationships/image" Target="../media/image1621.png"/><Relationship Id="rId373" Type="http://schemas.openxmlformats.org/officeDocument/2006/relationships/customXml" Target="../ink/ink2083.xml"/><Relationship Id="rId429" Type="http://schemas.openxmlformats.org/officeDocument/2006/relationships/customXml" Target="../ink/ink2118.xml"/><Relationship Id="rId1" Type="http://schemas.openxmlformats.org/officeDocument/2006/relationships/slideLayout" Target="../slideLayouts/slideLayout7.xml"/><Relationship Id="rId233" Type="http://schemas.openxmlformats.org/officeDocument/2006/relationships/customXml" Target="../ink/ink2011.xml"/><Relationship Id="rId440" Type="http://schemas.openxmlformats.org/officeDocument/2006/relationships/customXml" Target="../ink/ink2124.xml"/><Relationship Id="rId28" Type="http://schemas.openxmlformats.org/officeDocument/2006/relationships/customXml" Target="../ink/ink1908.xml"/><Relationship Id="rId275" Type="http://schemas.openxmlformats.org/officeDocument/2006/relationships/image" Target="../media/image1594.png"/><Relationship Id="rId300" Type="http://schemas.openxmlformats.org/officeDocument/2006/relationships/customXml" Target="../ink/ink2045.xml"/><Relationship Id="rId482" Type="http://schemas.openxmlformats.org/officeDocument/2006/relationships/image" Target="../media/image1682.png"/><Relationship Id="rId538" Type="http://schemas.openxmlformats.org/officeDocument/2006/relationships/image" Target="../media/image1710.png"/><Relationship Id="rId81" Type="http://schemas.openxmlformats.org/officeDocument/2006/relationships/image" Target="../media/image913.png"/><Relationship Id="rId135" Type="http://schemas.openxmlformats.org/officeDocument/2006/relationships/image" Target="../media/image1527.png"/><Relationship Id="rId177" Type="http://schemas.openxmlformats.org/officeDocument/2006/relationships/customXml" Target="../ink/ink1983.xml"/><Relationship Id="rId342" Type="http://schemas.openxmlformats.org/officeDocument/2006/relationships/customXml" Target="../ink/ink2067.xml"/><Relationship Id="rId384" Type="http://schemas.openxmlformats.org/officeDocument/2006/relationships/customXml" Target="../ink/ink2091.xml"/><Relationship Id="rId202" Type="http://schemas.openxmlformats.org/officeDocument/2006/relationships/image" Target="../media/image1559.png"/><Relationship Id="rId244" Type="http://schemas.openxmlformats.org/officeDocument/2006/relationships/image" Target="../media/image1580.png"/><Relationship Id="rId39" Type="http://schemas.openxmlformats.org/officeDocument/2006/relationships/image" Target="../media/image1517.png"/><Relationship Id="rId286" Type="http://schemas.openxmlformats.org/officeDocument/2006/relationships/customXml" Target="../ink/ink2038.xml"/><Relationship Id="rId451" Type="http://schemas.openxmlformats.org/officeDocument/2006/relationships/customXml" Target="../ink/ink2134.xml"/><Relationship Id="rId493" Type="http://schemas.openxmlformats.org/officeDocument/2006/relationships/customXml" Target="../ink/ink2157.xml"/><Relationship Id="rId507" Type="http://schemas.openxmlformats.org/officeDocument/2006/relationships/customXml" Target="../ink/ink2164.xml"/><Relationship Id="rId549" Type="http://schemas.openxmlformats.org/officeDocument/2006/relationships/customXml" Target="../ink/ink2185.xml"/><Relationship Id="rId50" Type="http://schemas.openxmlformats.org/officeDocument/2006/relationships/customXml" Target="../ink/ink1919.xml"/><Relationship Id="rId104" Type="http://schemas.openxmlformats.org/officeDocument/2006/relationships/customXml" Target="../ink/ink1946.xml"/><Relationship Id="rId146" Type="http://schemas.openxmlformats.org/officeDocument/2006/relationships/customXml" Target="../ink/ink1967.xml"/><Relationship Id="rId188" Type="http://schemas.openxmlformats.org/officeDocument/2006/relationships/image" Target="../media/image1552.png"/><Relationship Id="rId311" Type="http://schemas.openxmlformats.org/officeDocument/2006/relationships/image" Target="../media/image1612.png"/><Relationship Id="rId353" Type="http://schemas.openxmlformats.org/officeDocument/2006/relationships/image" Target="../media/image1632.png"/><Relationship Id="rId395" Type="http://schemas.openxmlformats.org/officeDocument/2006/relationships/customXml" Target="../ink/ink2101.xml"/><Relationship Id="rId409" Type="http://schemas.openxmlformats.org/officeDocument/2006/relationships/customXml" Target="../ink/ink2108.xml"/><Relationship Id="rId92" Type="http://schemas.openxmlformats.org/officeDocument/2006/relationships/customXml" Target="../ink/ink1940.xml"/><Relationship Id="rId213" Type="http://schemas.openxmlformats.org/officeDocument/2006/relationships/customXml" Target="../ink/ink2001.xml"/><Relationship Id="rId420" Type="http://schemas.openxmlformats.org/officeDocument/2006/relationships/image" Target="../media/image1658.png"/><Relationship Id="rId255" Type="http://schemas.openxmlformats.org/officeDocument/2006/relationships/image" Target="../media/image1585.png"/><Relationship Id="rId297" Type="http://schemas.openxmlformats.org/officeDocument/2006/relationships/image" Target="../media/image1605.png"/><Relationship Id="rId462" Type="http://schemas.openxmlformats.org/officeDocument/2006/relationships/image" Target="../media/image1672.png"/><Relationship Id="rId518" Type="http://schemas.openxmlformats.org/officeDocument/2006/relationships/image" Target="../media/image1700.png"/><Relationship Id="rId115" Type="http://schemas.openxmlformats.org/officeDocument/2006/relationships/image" Target="../media/image998.png"/><Relationship Id="rId157" Type="http://schemas.openxmlformats.org/officeDocument/2006/relationships/image" Target="../media/image1537.png"/><Relationship Id="rId322" Type="http://schemas.openxmlformats.org/officeDocument/2006/relationships/image" Target="../media/image1617.png"/><Relationship Id="rId364" Type="http://schemas.openxmlformats.org/officeDocument/2006/relationships/customXml" Target="../ink/ink2078.xml"/><Relationship Id="rId61" Type="http://schemas.openxmlformats.org/officeDocument/2006/relationships/image" Target="../media/image903.png"/><Relationship Id="rId199" Type="http://schemas.openxmlformats.org/officeDocument/2006/relationships/customXml" Target="../ink/ink1994.xml"/><Relationship Id="rId19" Type="http://schemas.openxmlformats.org/officeDocument/2006/relationships/image" Target="../media/image1507.png"/><Relationship Id="rId224" Type="http://schemas.openxmlformats.org/officeDocument/2006/relationships/image" Target="../media/image1570.png"/><Relationship Id="rId266" Type="http://schemas.openxmlformats.org/officeDocument/2006/relationships/customXml" Target="../ink/ink2028.xml"/><Relationship Id="rId431" Type="http://schemas.openxmlformats.org/officeDocument/2006/relationships/customXml" Target="../ink/ink2119.xml"/><Relationship Id="rId473" Type="http://schemas.openxmlformats.org/officeDocument/2006/relationships/customXml" Target="../ink/ink2147.xml"/><Relationship Id="rId529" Type="http://schemas.openxmlformats.org/officeDocument/2006/relationships/customXml" Target="../ink/ink2175.xml"/><Relationship Id="rId30" Type="http://schemas.openxmlformats.org/officeDocument/2006/relationships/customXml" Target="../ink/ink1909.xml"/><Relationship Id="rId126" Type="http://schemas.openxmlformats.org/officeDocument/2006/relationships/customXml" Target="../ink/ink1957.xml"/><Relationship Id="rId168" Type="http://schemas.openxmlformats.org/officeDocument/2006/relationships/image" Target="../media/image1542.png"/><Relationship Id="rId333" Type="http://schemas.openxmlformats.org/officeDocument/2006/relationships/image" Target="../media/image1622.png"/><Relationship Id="rId540" Type="http://schemas.openxmlformats.org/officeDocument/2006/relationships/image" Target="../media/image1711.png"/><Relationship Id="rId72" Type="http://schemas.openxmlformats.org/officeDocument/2006/relationships/customXml" Target="../ink/ink1930.xml"/><Relationship Id="rId375" Type="http://schemas.openxmlformats.org/officeDocument/2006/relationships/customXml" Target="../ink/ink2084.xml"/><Relationship Id="rId3" Type="http://schemas.openxmlformats.org/officeDocument/2006/relationships/image" Target="../media/image1499.png"/><Relationship Id="rId235" Type="http://schemas.openxmlformats.org/officeDocument/2006/relationships/customXml" Target="../ink/ink2012.xml"/><Relationship Id="rId277" Type="http://schemas.openxmlformats.org/officeDocument/2006/relationships/image" Target="../media/image1595.png"/><Relationship Id="rId400" Type="http://schemas.openxmlformats.org/officeDocument/2006/relationships/image" Target="../media/image1648.png"/><Relationship Id="rId442" Type="http://schemas.openxmlformats.org/officeDocument/2006/relationships/customXml" Target="../ink/ink2125.xml"/><Relationship Id="rId484" Type="http://schemas.openxmlformats.org/officeDocument/2006/relationships/image" Target="../media/image1683.png"/><Relationship Id="rId137" Type="http://schemas.openxmlformats.org/officeDocument/2006/relationships/image" Target="../media/image1528.png"/><Relationship Id="rId302" Type="http://schemas.openxmlformats.org/officeDocument/2006/relationships/customXml" Target="../ink/ink2046.xml"/><Relationship Id="rId344" Type="http://schemas.openxmlformats.org/officeDocument/2006/relationships/customXml" Target="../ink/ink2068.xml"/><Relationship Id="rId41" Type="http://schemas.openxmlformats.org/officeDocument/2006/relationships/image" Target="../media/image1518.png"/><Relationship Id="rId83" Type="http://schemas.openxmlformats.org/officeDocument/2006/relationships/image" Target="../media/image914.png"/><Relationship Id="rId179" Type="http://schemas.openxmlformats.org/officeDocument/2006/relationships/customXml" Target="../ink/ink1984.xml"/><Relationship Id="rId386" Type="http://schemas.openxmlformats.org/officeDocument/2006/relationships/customXml" Target="../ink/ink2093.xml"/><Relationship Id="rId551" Type="http://schemas.openxmlformats.org/officeDocument/2006/relationships/customXml" Target="../ink/ink2186.xml"/><Relationship Id="rId190" Type="http://schemas.openxmlformats.org/officeDocument/2006/relationships/image" Target="../media/image1553.png"/><Relationship Id="rId204" Type="http://schemas.openxmlformats.org/officeDocument/2006/relationships/image" Target="../media/image1560.png"/><Relationship Id="rId246" Type="http://schemas.openxmlformats.org/officeDocument/2006/relationships/customXml" Target="../ink/ink2018.xml"/><Relationship Id="rId288" Type="http://schemas.openxmlformats.org/officeDocument/2006/relationships/customXml" Target="../ink/ink2039.xml"/><Relationship Id="rId411" Type="http://schemas.openxmlformats.org/officeDocument/2006/relationships/customXml" Target="../ink/ink2109.xml"/><Relationship Id="rId453" Type="http://schemas.openxmlformats.org/officeDocument/2006/relationships/customXml" Target="../ink/ink2136.xml"/><Relationship Id="rId509" Type="http://schemas.openxmlformats.org/officeDocument/2006/relationships/customXml" Target="../ink/ink2165.xml"/><Relationship Id="rId106" Type="http://schemas.openxmlformats.org/officeDocument/2006/relationships/customXml" Target="../ink/ink1947.xml"/><Relationship Id="rId313" Type="http://schemas.openxmlformats.org/officeDocument/2006/relationships/customXml" Target="../ink/ink2052.xml"/><Relationship Id="rId495" Type="http://schemas.openxmlformats.org/officeDocument/2006/relationships/customXml" Target="../ink/ink2158.xml"/><Relationship Id="rId10" Type="http://schemas.openxmlformats.org/officeDocument/2006/relationships/customXml" Target="../ink/ink1899.xml"/><Relationship Id="rId52" Type="http://schemas.openxmlformats.org/officeDocument/2006/relationships/customXml" Target="../ink/ink1920.xml"/><Relationship Id="rId94" Type="http://schemas.openxmlformats.org/officeDocument/2006/relationships/customXml" Target="../ink/ink1941.xml"/><Relationship Id="rId148" Type="http://schemas.openxmlformats.org/officeDocument/2006/relationships/customXml" Target="../ink/ink1968.xml"/><Relationship Id="rId355" Type="http://schemas.openxmlformats.org/officeDocument/2006/relationships/image" Target="../media/image1633.png"/><Relationship Id="rId397" Type="http://schemas.openxmlformats.org/officeDocument/2006/relationships/customXml" Target="../ink/ink2102.xml"/><Relationship Id="rId520" Type="http://schemas.openxmlformats.org/officeDocument/2006/relationships/image" Target="../media/image1701.png"/><Relationship Id="rId215" Type="http://schemas.openxmlformats.org/officeDocument/2006/relationships/customXml" Target="../ink/ink2002.xml"/><Relationship Id="rId257" Type="http://schemas.openxmlformats.org/officeDocument/2006/relationships/image" Target="../media/image1586.png"/><Relationship Id="rId422" Type="http://schemas.openxmlformats.org/officeDocument/2006/relationships/image" Target="../media/image1659.png"/><Relationship Id="rId464" Type="http://schemas.openxmlformats.org/officeDocument/2006/relationships/image" Target="../media/image1673.png"/><Relationship Id="rId299" Type="http://schemas.openxmlformats.org/officeDocument/2006/relationships/image" Target="../media/image1606.png"/><Relationship Id="rId63" Type="http://schemas.openxmlformats.org/officeDocument/2006/relationships/image" Target="../media/image904.png"/><Relationship Id="rId159" Type="http://schemas.openxmlformats.org/officeDocument/2006/relationships/image" Target="../media/image1538.png"/><Relationship Id="rId366" Type="http://schemas.openxmlformats.org/officeDocument/2006/relationships/customXml" Target="../ink/ink2079.xml"/><Relationship Id="rId226" Type="http://schemas.openxmlformats.org/officeDocument/2006/relationships/image" Target="../media/image1571.png"/><Relationship Id="rId433" Type="http://schemas.openxmlformats.org/officeDocument/2006/relationships/image" Target="../media/image1664.png"/><Relationship Id="rId74" Type="http://schemas.openxmlformats.org/officeDocument/2006/relationships/customXml" Target="../ink/ink1931.xml"/><Relationship Id="rId377" Type="http://schemas.openxmlformats.org/officeDocument/2006/relationships/customXml" Target="../ink/ink2085.xml"/><Relationship Id="rId500" Type="http://schemas.openxmlformats.org/officeDocument/2006/relationships/image" Target="../media/image1691.png"/><Relationship Id="rId5" Type="http://schemas.openxmlformats.org/officeDocument/2006/relationships/image" Target="../media/image1500.png"/><Relationship Id="rId237" Type="http://schemas.openxmlformats.org/officeDocument/2006/relationships/customXml" Target="../ink/ink2013.xml"/><Relationship Id="rId444" Type="http://schemas.openxmlformats.org/officeDocument/2006/relationships/customXml" Target="../ink/ink2127.xml"/><Relationship Id="rId290" Type="http://schemas.openxmlformats.org/officeDocument/2006/relationships/customXml" Target="../ink/ink2040.xml"/><Relationship Id="rId304" Type="http://schemas.openxmlformats.org/officeDocument/2006/relationships/customXml" Target="../ink/ink2047.xml"/><Relationship Id="rId388" Type="http://schemas.openxmlformats.org/officeDocument/2006/relationships/customXml" Target="../ink/ink2095.xml"/><Relationship Id="rId511" Type="http://schemas.openxmlformats.org/officeDocument/2006/relationships/customXml" Target="../ink/ink2166.xml"/><Relationship Id="rId85" Type="http://schemas.openxmlformats.org/officeDocument/2006/relationships/image" Target="../media/image915.png"/><Relationship Id="rId150" Type="http://schemas.openxmlformats.org/officeDocument/2006/relationships/customXml" Target="../ink/ink1969.xml"/><Relationship Id="rId248" Type="http://schemas.openxmlformats.org/officeDocument/2006/relationships/customXml" Target="../ink/ink2019.xml"/><Relationship Id="rId455" Type="http://schemas.openxmlformats.org/officeDocument/2006/relationships/image" Target="../media/image1669.png"/><Relationship Id="rId12" Type="http://schemas.openxmlformats.org/officeDocument/2006/relationships/customXml" Target="../ink/ink1900.xml"/><Relationship Id="rId108" Type="http://schemas.openxmlformats.org/officeDocument/2006/relationships/customXml" Target="../ink/ink1948.xml"/><Relationship Id="rId315" Type="http://schemas.openxmlformats.org/officeDocument/2006/relationships/customXml" Target="../ink/ink2053.xml"/><Relationship Id="rId522" Type="http://schemas.openxmlformats.org/officeDocument/2006/relationships/image" Target="../media/image1702.png"/></Relationships>
</file>

<file path=ppt/slides/_rels/slide16.xml.rels><?xml version="1.0" encoding="UTF-8" standalone="yes"?>
<Relationships xmlns="http://schemas.openxmlformats.org/package/2006/relationships"><Relationship Id="rId117" Type="http://schemas.openxmlformats.org/officeDocument/2006/relationships/customXml" Target="../ink/ink2246.xml"/><Relationship Id="rId299" Type="http://schemas.openxmlformats.org/officeDocument/2006/relationships/customXml" Target="../ink/ink2361.xml"/><Relationship Id="rId21" Type="http://schemas.openxmlformats.org/officeDocument/2006/relationships/image" Target="../media/image1001.png"/><Relationship Id="rId63" Type="http://schemas.openxmlformats.org/officeDocument/2006/relationships/image" Target="../media/image1685.png"/><Relationship Id="rId159" Type="http://schemas.openxmlformats.org/officeDocument/2006/relationships/image" Target="../media/image1615.png"/><Relationship Id="rId324" Type="http://schemas.openxmlformats.org/officeDocument/2006/relationships/image" Target="../media/image1748.png"/><Relationship Id="rId366" Type="http://schemas.openxmlformats.org/officeDocument/2006/relationships/image" Target="../media/image1769.png"/><Relationship Id="rId170" Type="http://schemas.openxmlformats.org/officeDocument/2006/relationships/image" Target="../media/image1620.png"/><Relationship Id="rId226" Type="http://schemas.openxmlformats.org/officeDocument/2006/relationships/customXml" Target="../ink/ink2302.xml"/><Relationship Id="rId268" Type="http://schemas.openxmlformats.org/officeDocument/2006/relationships/customXml" Target="../ink/ink2333.xml"/><Relationship Id="rId32" Type="http://schemas.openxmlformats.org/officeDocument/2006/relationships/customXml" Target="../ink/ink2203.xml"/><Relationship Id="rId74" Type="http://schemas.openxmlformats.org/officeDocument/2006/relationships/customXml" Target="../ink/ink2224.xml"/><Relationship Id="rId128" Type="http://schemas.openxmlformats.org/officeDocument/2006/relationships/image" Target="../media/image1600.png"/><Relationship Id="rId335" Type="http://schemas.openxmlformats.org/officeDocument/2006/relationships/customXml" Target="../ink/ink2379.xml"/><Relationship Id="rId377" Type="http://schemas.openxmlformats.org/officeDocument/2006/relationships/customXml" Target="../ink/ink2400.xml"/><Relationship Id="rId5" Type="http://schemas.openxmlformats.org/officeDocument/2006/relationships/image" Target="../media/image993.png"/><Relationship Id="rId181" Type="http://schemas.openxmlformats.org/officeDocument/2006/relationships/customXml" Target="../ink/ink2279.xml"/><Relationship Id="rId237" Type="http://schemas.openxmlformats.org/officeDocument/2006/relationships/image" Target="../media/image1727.png"/><Relationship Id="rId402" Type="http://schemas.openxmlformats.org/officeDocument/2006/relationships/image" Target="../media/image1787.png"/><Relationship Id="rId279" Type="http://schemas.openxmlformats.org/officeDocument/2006/relationships/image" Target="../media/image1733.png"/><Relationship Id="rId43" Type="http://schemas.openxmlformats.org/officeDocument/2006/relationships/image" Target="../media/image1675.png"/><Relationship Id="rId139" Type="http://schemas.openxmlformats.org/officeDocument/2006/relationships/customXml" Target="../ink/ink2257.xml"/><Relationship Id="rId290" Type="http://schemas.openxmlformats.org/officeDocument/2006/relationships/customXml" Target="../ink/ink2352.xml"/><Relationship Id="rId304" Type="http://schemas.openxmlformats.org/officeDocument/2006/relationships/image" Target="../media/image1738.png"/><Relationship Id="rId346" Type="http://schemas.openxmlformats.org/officeDocument/2006/relationships/image" Target="../media/image1759.png"/><Relationship Id="rId388" Type="http://schemas.openxmlformats.org/officeDocument/2006/relationships/image" Target="../media/image1780.png"/><Relationship Id="rId85" Type="http://schemas.openxmlformats.org/officeDocument/2006/relationships/image" Target="../media/image1580.png"/><Relationship Id="rId150" Type="http://schemas.openxmlformats.org/officeDocument/2006/relationships/image" Target="../media/image1611.png"/><Relationship Id="rId192" Type="http://schemas.openxmlformats.org/officeDocument/2006/relationships/image" Target="../media/image1631.png"/><Relationship Id="rId206" Type="http://schemas.openxmlformats.org/officeDocument/2006/relationships/image" Target="../media/image1638.png"/><Relationship Id="rId248" Type="http://schemas.openxmlformats.org/officeDocument/2006/relationships/customXml" Target="../ink/ink2314.xml"/><Relationship Id="rId12" Type="http://schemas.openxmlformats.org/officeDocument/2006/relationships/customXml" Target="../ink/ink2193.xml"/><Relationship Id="rId108" Type="http://schemas.openxmlformats.org/officeDocument/2006/relationships/image" Target="../media/image1102.png"/><Relationship Id="rId315" Type="http://schemas.openxmlformats.org/officeDocument/2006/relationships/customXml" Target="../ink/ink2369.xml"/><Relationship Id="rId357" Type="http://schemas.openxmlformats.org/officeDocument/2006/relationships/customXml" Target="../ink/ink2390.xml"/><Relationship Id="rId54" Type="http://schemas.openxmlformats.org/officeDocument/2006/relationships/customXml" Target="../ink/ink2214.xml"/><Relationship Id="rId96" Type="http://schemas.openxmlformats.org/officeDocument/2006/relationships/image" Target="../media/image1585.png"/><Relationship Id="rId161" Type="http://schemas.openxmlformats.org/officeDocument/2006/relationships/image" Target="../media/image1616.png"/><Relationship Id="rId217" Type="http://schemas.openxmlformats.org/officeDocument/2006/relationships/image" Target="../media/image1643.png"/><Relationship Id="rId399" Type="http://schemas.openxmlformats.org/officeDocument/2006/relationships/customXml" Target="../ink/ink2411.xml"/><Relationship Id="rId259" Type="http://schemas.openxmlformats.org/officeDocument/2006/relationships/customXml" Target="../ink/ink2325.xml"/><Relationship Id="rId23" Type="http://schemas.openxmlformats.org/officeDocument/2006/relationships/image" Target="../media/image1003.png"/><Relationship Id="rId119" Type="http://schemas.openxmlformats.org/officeDocument/2006/relationships/customXml" Target="../ink/ink2247.xml"/><Relationship Id="rId270" Type="http://schemas.openxmlformats.org/officeDocument/2006/relationships/customXml" Target="../ink/ink2335.xml"/><Relationship Id="rId326" Type="http://schemas.openxmlformats.org/officeDocument/2006/relationships/image" Target="../media/image1749.png"/><Relationship Id="rId65" Type="http://schemas.openxmlformats.org/officeDocument/2006/relationships/image" Target="../media/image1570.png"/><Relationship Id="rId130" Type="http://schemas.openxmlformats.org/officeDocument/2006/relationships/image" Target="../media/image1601.png"/><Relationship Id="rId368" Type="http://schemas.openxmlformats.org/officeDocument/2006/relationships/image" Target="../media/image1770.png"/><Relationship Id="rId172" Type="http://schemas.openxmlformats.org/officeDocument/2006/relationships/image" Target="../media/image1621.png"/><Relationship Id="rId228" Type="http://schemas.openxmlformats.org/officeDocument/2006/relationships/customXml" Target="../ink/ink2303.xml"/><Relationship Id="rId281" Type="http://schemas.openxmlformats.org/officeDocument/2006/relationships/image" Target="../media/image1734.png"/><Relationship Id="rId337" Type="http://schemas.openxmlformats.org/officeDocument/2006/relationships/customXml" Target="../ink/ink2380.xml"/><Relationship Id="rId34" Type="http://schemas.openxmlformats.org/officeDocument/2006/relationships/customXml" Target="../ink/ink2204.xml"/><Relationship Id="rId76" Type="http://schemas.openxmlformats.org/officeDocument/2006/relationships/customXml" Target="../ink/ink2225.xml"/><Relationship Id="rId141" Type="http://schemas.openxmlformats.org/officeDocument/2006/relationships/customXml" Target="../ink/ink2258.xml"/><Relationship Id="rId379" Type="http://schemas.openxmlformats.org/officeDocument/2006/relationships/customXml" Target="../ink/ink2401.xml"/><Relationship Id="rId7" Type="http://schemas.openxmlformats.org/officeDocument/2006/relationships/image" Target="../media/image994.png"/><Relationship Id="rId183" Type="http://schemas.openxmlformats.org/officeDocument/2006/relationships/customXml" Target="../ink/ink2280.xml"/><Relationship Id="rId239" Type="http://schemas.openxmlformats.org/officeDocument/2006/relationships/image" Target="../media/image1728.png"/><Relationship Id="rId390" Type="http://schemas.openxmlformats.org/officeDocument/2006/relationships/image" Target="../media/image1781.png"/><Relationship Id="rId404" Type="http://schemas.openxmlformats.org/officeDocument/2006/relationships/image" Target="../media/image1788.png"/><Relationship Id="rId250" Type="http://schemas.openxmlformats.org/officeDocument/2006/relationships/customXml" Target="../ink/ink2316.xml"/><Relationship Id="rId292" Type="http://schemas.openxmlformats.org/officeDocument/2006/relationships/customXml" Target="../ink/ink2354.xml"/><Relationship Id="rId306" Type="http://schemas.openxmlformats.org/officeDocument/2006/relationships/image" Target="../media/image1739.png"/><Relationship Id="rId45" Type="http://schemas.openxmlformats.org/officeDocument/2006/relationships/image" Target="../media/image1676.png"/><Relationship Id="rId87" Type="http://schemas.openxmlformats.org/officeDocument/2006/relationships/customXml" Target="../ink/ink2231.xml"/><Relationship Id="rId110" Type="http://schemas.openxmlformats.org/officeDocument/2006/relationships/image" Target="../media/image1591.png"/><Relationship Id="rId348" Type="http://schemas.openxmlformats.org/officeDocument/2006/relationships/image" Target="../media/image1760.png"/><Relationship Id="rId152" Type="http://schemas.openxmlformats.org/officeDocument/2006/relationships/image" Target="../media/image1612.png"/><Relationship Id="rId194" Type="http://schemas.openxmlformats.org/officeDocument/2006/relationships/image" Target="../media/image1632.png"/><Relationship Id="rId208" Type="http://schemas.openxmlformats.org/officeDocument/2006/relationships/image" Target="../media/image1639.png"/><Relationship Id="rId261" Type="http://schemas.openxmlformats.org/officeDocument/2006/relationships/customXml" Target="../ink/ink2327.xml"/><Relationship Id="rId14" Type="http://schemas.openxmlformats.org/officeDocument/2006/relationships/customXml" Target="../ink/ink2194.xml"/><Relationship Id="rId56" Type="http://schemas.openxmlformats.org/officeDocument/2006/relationships/customXml" Target="../ink/ink2215.xml"/><Relationship Id="rId317" Type="http://schemas.openxmlformats.org/officeDocument/2006/relationships/customXml" Target="../ink/ink2370.xml"/><Relationship Id="rId359" Type="http://schemas.openxmlformats.org/officeDocument/2006/relationships/customXml" Target="../ink/ink2391.xml"/><Relationship Id="rId98" Type="http://schemas.openxmlformats.org/officeDocument/2006/relationships/image" Target="../media/image1586.png"/><Relationship Id="rId121" Type="http://schemas.openxmlformats.org/officeDocument/2006/relationships/customXml" Target="../ink/ink2248.xml"/><Relationship Id="rId163" Type="http://schemas.openxmlformats.org/officeDocument/2006/relationships/image" Target="../media/image1617.png"/><Relationship Id="rId219" Type="http://schemas.openxmlformats.org/officeDocument/2006/relationships/image" Target="../media/image1644.png"/><Relationship Id="rId370" Type="http://schemas.openxmlformats.org/officeDocument/2006/relationships/image" Target="../media/image1771.png"/><Relationship Id="rId230" Type="http://schemas.openxmlformats.org/officeDocument/2006/relationships/customXml" Target="../ink/ink2304.xml"/><Relationship Id="rId25" Type="http://schemas.openxmlformats.org/officeDocument/2006/relationships/image" Target="../media/image1004.png"/><Relationship Id="rId67" Type="http://schemas.openxmlformats.org/officeDocument/2006/relationships/image" Target="../media/image1571.png"/><Relationship Id="rId272" Type="http://schemas.openxmlformats.org/officeDocument/2006/relationships/customXml" Target="../ink/ink2337.xml"/><Relationship Id="rId328" Type="http://schemas.openxmlformats.org/officeDocument/2006/relationships/image" Target="../media/image1750.png"/><Relationship Id="rId132" Type="http://schemas.openxmlformats.org/officeDocument/2006/relationships/image" Target="../media/image1602.png"/><Relationship Id="rId174" Type="http://schemas.openxmlformats.org/officeDocument/2006/relationships/image" Target="../media/image1622.png"/><Relationship Id="rId381" Type="http://schemas.openxmlformats.org/officeDocument/2006/relationships/customXml" Target="../ink/ink2402.xml"/><Relationship Id="rId241" Type="http://schemas.openxmlformats.org/officeDocument/2006/relationships/image" Target="../media/image1729.png"/><Relationship Id="rId36" Type="http://schemas.openxmlformats.org/officeDocument/2006/relationships/customXml" Target="../ink/ink2205.xml"/><Relationship Id="rId283" Type="http://schemas.openxmlformats.org/officeDocument/2006/relationships/customXml" Target="../ink/ink2346.xml"/><Relationship Id="rId339" Type="http://schemas.openxmlformats.org/officeDocument/2006/relationships/customXml" Target="../ink/ink2381.xml"/><Relationship Id="rId78" Type="http://schemas.openxmlformats.org/officeDocument/2006/relationships/customXml" Target="../ink/ink2226.xml"/><Relationship Id="rId101" Type="http://schemas.openxmlformats.org/officeDocument/2006/relationships/customXml" Target="../ink/ink2238.xml"/><Relationship Id="rId143" Type="http://schemas.openxmlformats.org/officeDocument/2006/relationships/customXml" Target="../ink/ink2259.xml"/><Relationship Id="rId185" Type="http://schemas.openxmlformats.org/officeDocument/2006/relationships/customXml" Target="../ink/ink2281.xml"/><Relationship Id="rId350" Type="http://schemas.openxmlformats.org/officeDocument/2006/relationships/image" Target="../media/image1761.png"/><Relationship Id="rId406" Type="http://schemas.openxmlformats.org/officeDocument/2006/relationships/customXml" Target="../ink/ink2415.xml"/><Relationship Id="rId9" Type="http://schemas.openxmlformats.org/officeDocument/2006/relationships/image" Target="../media/image995.png"/><Relationship Id="rId210" Type="http://schemas.openxmlformats.org/officeDocument/2006/relationships/image" Target="../media/image1640.png"/><Relationship Id="rId392" Type="http://schemas.openxmlformats.org/officeDocument/2006/relationships/image" Target="../media/image1782.png"/><Relationship Id="rId252" Type="http://schemas.openxmlformats.org/officeDocument/2006/relationships/customXml" Target="../ink/ink2318.xml"/><Relationship Id="rId294" Type="http://schemas.openxmlformats.org/officeDocument/2006/relationships/customXml" Target="../ink/ink2356.xml"/><Relationship Id="rId308" Type="http://schemas.openxmlformats.org/officeDocument/2006/relationships/image" Target="../media/image1740.png"/><Relationship Id="rId47" Type="http://schemas.openxmlformats.org/officeDocument/2006/relationships/image" Target="../media/image1677.png"/><Relationship Id="rId89" Type="http://schemas.openxmlformats.org/officeDocument/2006/relationships/customXml" Target="../ink/ink2232.xml"/><Relationship Id="rId112" Type="http://schemas.openxmlformats.org/officeDocument/2006/relationships/image" Target="../media/image1592.png"/><Relationship Id="rId154" Type="http://schemas.openxmlformats.org/officeDocument/2006/relationships/customXml" Target="../ink/ink2265.xml"/><Relationship Id="rId361" Type="http://schemas.openxmlformats.org/officeDocument/2006/relationships/customXml" Target="../ink/ink2392.xml"/><Relationship Id="rId196" Type="http://schemas.openxmlformats.org/officeDocument/2006/relationships/image" Target="../media/image1633.png"/><Relationship Id="rId16" Type="http://schemas.openxmlformats.org/officeDocument/2006/relationships/customXml" Target="../ink/ink2195.xml"/><Relationship Id="rId221" Type="http://schemas.openxmlformats.org/officeDocument/2006/relationships/image" Target="../media/image1719.png"/><Relationship Id="rId263" Type="http://schemas.openxmlformats.org/officeDocument/2006/relationships/image" Target="../media/image1732.png"/><Relationship Id="rId319" Type="http://schemas.openxmlformats.org/officeDocument/2006/relationships/customXml" Target="../ink/ink2371.xml"/><Relationship Id="rId58" Type="http://schemas.openxmlformats.org/officeDocument/2006/relationships/customXml" Target="../ink/ink2216.xml"/><Relationship Id="rId123" Type="http://schemas.openxmlformats.org/officeDocument/2006/relationships/customXml" Target="../ink/ink2249.xml"/><Relationship Id="rId330" Type="http://schemas.openxmlformats.org/officeDocument/2006/relationships/image" Target="../media/image1751.png"/><Relationship Id="rId165" Type="http://schemas.openxmlformats.org/officeDocument/2006/relationships/image" Target="../media/image1618.png"/><Relationship Id="rId372" Type="http://schemas.openxmlformats.org/officeDocument/2006/relationships/image" Target="../media/image1772.png"/><Relationship Id="rId232" Type="http://schemas.openxmlformats.org/officeDocument/2006/relationships/customXml" Target="../ink/ink2305.xml"/><Relationship Id="rId274" Type="http://schemas.openxmlformats.org/officeDocument/2006/relationships/customXml" Target="../ink/ink2339.xml"/><Relationship Id="rId27" Type="http://schemas.openxmlformats.org/officeDocument/2006/relationships/image" Target="../media/image1005.png"/><Relationship Id="rId48" Type="http://schemas.openxmlformats.org/officeDocument/2006/relationships/customXml" Target="../ink/ink2211.xml"/><Relationship Id="rId69" Type="http://schemas.openxmlformats.org/officeDocument/2006/relationships/image" Target="../media/image1572.png"/><Relationship Id="rId113" Type="http://schemas.openxmlformats.org/officeDocument/2006/relationships/customXml" Target="../ink/ink2244.xml"/><Relationship Id="rId134" Type="http://schemas.openxmlformats.org/officeDocument/2006/relationships/image" Target="../media/image1603.png"/><Relationship Id="rId320" Type="http://schemas.openxmlformats.org/officeDocument/2006/relationships/image" Target="../media/image1746.png"/><Relationship Id="rId80" Type="http://schemas.openxmlformats.org/officeDocument/2006/relationships/customXml" Target="../ink/ink2227.xml"/><Relationship Id="rId155" Type="http://schemas.openxmlformats.org/officeDocument/2006/relationships/image" Target="../media/image1613.png"/><Relationship Id="rId176" Type="http://schemas.openxmlformats.org/officeDocument/2006/relationships/image" Target="../media/image1623.png"/><Relationship Id="rId197" Type="http://schemas.openxmlformats.org/officeDocument/2006/relationships/customXml" Target="../ink/ink2287.xml"/><Relationship Id="rId341" Type="http://schemas.openxmlformats.org/officeDocument/2006/relationships/customXml" Target="../ink/ink2382.xml"/><Relationship Id="rId362" Type="http://schemas.openxmlformats.org/officeDocument/2006/relationships/image" Target="../media/image1767.png"/><Relationship Id="rId383" Type="http://schemas.openxmlformats.org/officeDocument/2006/relationships/customXml" Target="../ink/ink2403.xml"/><Relationship Id="rId201" Type="http://schemas.openxmlformats.org/officeDocument/2006/relationships/customXml" Target="../ink/ink2289.xml"/><Relationship Id="rId222" Type="http://schemas.openxmlformats.org/officeDocument/2006/relationships/customXml" Target="../ink/ink2300.xml"/><Relationship Id="rId243" Type="http://schemas.openxmlformats.org/officeDocument/2006/relationships/image" Target="../media/image1730.png"/><Relationship Id="rId264" Type="http://schemas.openxmlformats.org/officeDocument/2006/relationships/customXml" Target="../ink/ink2329.xml"/><Relationship Id="rId285" Type="http://schemas.openxmlformats.org/officeDocument/2006/relationships/image" Target="../media/image1735.png"/><Relationship Id="rId17" Type="http://schemas.openxmlformats.org/officeDocument/2006/relationships/image" Target="../media/image999.png"/><Relationship Id="rId38" Type="http://schemas.openxmlformats.org/officeDocument/2006/relationships/customXml" Target="../ink/ink2206.xml"/><Relationship Id="rId59" Type="http://schemas.openxmlformats.org/officeDocument/2006/relationships/image" Target="../media/image1683.png"/><Relationship Id="rId103" Type="http://schemas.openxmlformats.org/officeDocument/2006/relationships/customXml" Target="../ink/ink2239.xml"/><Relationship Id="rId124" Type="http://schemas.openxmlformats.org/officeDocument/2006/relationships/image" Target="../media/image1598.png"/><Relationship Id="rId310" Type="http://schemas.openxmlformats.org/officeDocument/2006/relationships/image" Target="../media/image1741.png"/><Relationship Id="rId70" Type="http://schemas.openxmlformats.org/officeDocument/2006/relationships/customXml" Target="../ink/ink2222.xml"/><Relationship Id="rId91" Type="http://schemas.openxmlformats.org/officeDocument/2006/relationships/customXml" Target="../ink/ink2233.xml"/><Relationship Id="rId145" Type="http://schemas.openxmlformats.org/officeDocument/2006/relationships/customXml" Target="../ink/ink2260.xml"/><Relationship Id="rId166" Type="http://schemas.openxmlformats.org/officeDocument/2006/relationships/customXml" Target="../ink/ink2271.xml"/><Relationship Id="rId187" Type="http://schemas.openxmlformats.org/officeDocument/2006/relationships/customXml" Target="../ink/ink2282.xml"/><Relationship Id="rId331" Type="http://schemas.openxmlformats.org/officeDocument/2006/relationships/customXml" Target="../ink/ink2377.xml"/><Relationship Id="rId352" Type="http://schemas.openxmlformats.org/officeDocument/2006/relationships/image" Target="../media/image1762.png"/><Relationship Id="rId373" Type="http://schemas.openxmlformats.org/officeDocument/2006/relationships/customXml" Target="../ink/ink2398.xml"/><Relationship Id="rId394" Type="http://schemas.openxmlformats.org/officeDocument/2006/relationships/image" Target="../media/image1783.png"/><Relationship Id="rId408" Type="http://schemas.openxmlformats.org/officeDocument/2006/relationships/customXml" Target="../ink/ink2416.xml"/><Relationship Id="rId1" Type="http://schemas.openxmlformats.org/officeDocument/2006/relationships/slideLayout" Target="../slideLayouts/slideLayout7.xml"/><Relationship Id="rId212" Type="http://schemas.openxmlformats.org/officeDocument/2006/relationships/customXml" Target="../ink/ink2295.xml"/><Relationship Id="rId233" Type="http://schemas.openxmlformats.org/officeDocument/2006/relationships/image" Target="../media/image1725.png"/><Relationship Id="rId254" Type="http://schemas.openxmlformats.org/officeDocument/2006/relationships/customXml" Target="../ink/ink2320.xml"/><Relationship Id="rId28" Type="http://schemas.openxmlformats.org/officeDocument/2006/relationships/customXml" Target="../ink/ink2201.xml"/><Relationship Id="rId49" Type="http://schemas.openxmlformats.org/officeDocument/2006/relationships/image" Target="../media/image1678.png"/><Relationship Id="rId114" Type="http://schemas.openxmlformats.org/officeDocument/2006/relationships/image" Target="../media/image1593.png"/><Relationship Id="rId275" Type="http://schemas.openxmlformats.org/officeDocument/2006/relationships/customXml" Target="../ink/ink2340.xml"/><Relationship Id="rId296" Type="http://schemas.openxmlformats.org/officeDocument/2006/relationships/customXml" Target="../ink/ink2358.xml"/><Relationship Id="rId300" Type="http://schemas.openxmlformats.org/officeDocument/2006/relationships/image" Target="../media/image1736.png"/><Relationship Id="rId60" Type="http://schemas.openxmlformats.org/officeDocument/2006/relationships/customXml" Target="../ink/ink2217.xml"/><Relationship Id="rId81" Type="http://schemas.openxmlformats.org/officeDocument/2006/relationships/image" Target="../media/image1578.png"/><Relationship Id="rId135" Type="http://schemas.openxmlformats.org/officeDocument/2006/relationships/customXml" Target="../ink/ink2255.xml"/><Relationship Id="rId156" Type="http://schemas.openxmlformats.org/officeDocument/2006/relationships/customXml" Target="../ink/ink2266.xml"/><Relationship Id="rId177" Type="http://schemas.openxmlformats.org/officeDocument/2006/relationships/customXml" Target="../ink/ink2277.xml"/><Relationship Id="rId198" Type="http://schemas.openxmlformats.org/officeDocument/2006/relationships/image" Target="../media/image1634.png"/><Relationship Id="rId321" Type="http://schemas.openxmlformats.org/officeDocument/2006/relationships/customXml" Target="../ink/ink2372.xml"/><Relationship Id="rId342" Type="http://schemas.openxmlformats.org/officeDocument/2006/relationships/image" Target="../media/image1757.png"/><Relationship Id="rId363" Type="http://schemas.openxmlformats.org/officeDocument/2006/relationships/customXml" Target="../ink/ink2393.xml"/><Relationship Id="rId384" Type="http://schemas.openxmlformats.org/officeDocument/2006/relationships/image" Target="../media/image1778.png"/><Relationship Id="rId202" Type="http://schemas.openxmlformats.org/officeDocument/2006/relationships/image" Target="../media/image1636.png"/><Relationship Id="rId223" Type="http://schemas.openxmlformats.org/officeDocument/2006/relationships/image" Target="../media/image1720.png"/><Relationship Id="rId244" Type="http://schemas.openxmlformats.org/officeDocument/2006/relationships/customXml" Target="../ink/ink2311.xml"/><Relationship Id="rId18" Type="http://schemas.openxmlformats.org/officeDocument/2006/relationships/customXml" Target="../ink/ink2196.xml"/><Relationship Id="rId39" Type="http://schemas.openxmlformats.org/officeDocument/2006/relationships/image" Target="../media/image1673.png"/><Relationship Id="rId265" Type="http://schemas.openxmlformats.org/officeDocument/2006/relationships/customXml" Target="../ink/ink2330.xml"/><Relationship Id="rId286" Type="http://schemas.openxmlformats.org/officeDocument/2006/relationships/customXml" Target="../ink/ink2348.xml"/><Relationship Id="rId50" Type="http://schemas.openxmlformats.org/officeDocument/2006/relationships/customXml" Target="../ink/ink2212.xml"/><Relationship Id="rId104" Type="http://schemas.openxmlformats.org/officeDocument/2006/relationships/image" Target="../media/image1589.png"/><Relationship Id="rId125" Type="http://schemas.openxmlformats.org/officeDocument/2006/relationships/customXml" Target="../ink/ink2250.xml"/><Relationship Id="rId146" Type="http://schemas.openxmlformats.org/officeDocument/2006/relationships/image" Target="../media/image1609.png"/><Relationship Id="rId167" Type="http://schemas.openxmlformats.org/officeDocument/2006/relationships/customXml" Target="../ink/ink2272.xml"/><Relationship Id="rId188" Type="http://schemas.openxmlformats.org/officeDocument/2006/relationships/image" Target="../media/image1629.png"/><Relationship Id="rId311" Type="http://schemas.openxmlformats.org/officeDocument/2006/relationships/customXml" Target="../ink/ink2367.xml"/><Relationship Id="rId332" Type="http://schemas.openxmlformats.org/officeDocument/2006/relationships/image" Target="../media/image1752.png"/><Relationship Id="rId353" Type="http://schemas.openxmlformats.org/officeDocument/2006/relationships/customXml" Target="../ink/ink2388.xml"/><Relationship Id="rId374" Type="http://schemas.openxmlformats.org/officeDocument/2006/relationships/image" Target="../media/image1773.png"/><Relationship Id="rId395" Type="http://schemas.openxmlformats.org/officeDocument/2006/relationships/customXml" Target="../ink/ink2409.xml"/><Relationship Id="rId409" Type="http://schemas.openxmlformats.org/officeDocument/2006/relationships/image" Target="../media/image1790.png"/><Relationship Id="rId71" Type="http://schemas.openxmlformats.org/officeDocument/2006/relationships/image" Target="../media/image1573.png"/><Relationship Id="rId92" Type="http://schemas.openxmlformats.org/officeDocument/2006/relationships/image" Target="../media/image1583.png"/><Relationship Id="rId213" Type="http://schemas.openxmlformats.org/officeDocument/2006/relationships/image" Target="../media/image1641.png"/><Relationship Id="rId234" Type="http://schemas.openxmlformats.org/officeDocument/2006/relationships/customXml" Target="../ink/ink2306.xml"/><Relationship Id="rId2" Type="http://schemas.openxmlformats.org/officeDocument/2006/relationships/customXml" Target="../ink/ink2188.xml"/><Relationship Id="rId29" Type="http://schemas.openxmlformats.org/officeDocument/2006/relationships/image" Target="../media/image1669.png"/><Relationship Id="rId255" Type="http://schemas.openxmlformats.org/officeDocument/2006/relationships/customXml" Target="../ink/ink2321.xml"/><Relationship Id="rId276" Type="http://schemas.openxmlformats.org/officeDocument/2006/relationships/customXml" Target="../ink/ink2341.xml"/><Relationship Id="rId297" Type="http://schemas.openxmlformats.org/officeDocument/2006/relationships/customXml" Target="../ink/ink2359.xml"/><Relationship Id="rId40" Type="http://schemas.openxmlformats.org/officeDocument/2006/relationships/customXml" Target="../ink/ink2207.xml"/><Relationship Id="rId115" Type="http://schemas.openxmlformats.org/officeDocument/2006/relationships/customXml" Target="../ink/ink2245.xml"/><Relationship Id="rId136" Type="http://schemas.openxmlformats.org/officeDocument/2006/relationships/image" Target="../media/image1604.png"/><Relationship Id="rId157" Type="http://schemas.openxmlformats.org/officeDocument/2006/relationships/image" Target="../media/image1614.png"/><Relationship Id="rId178" Type="http://schemas.openxmlformats.org/officeDocument/2006/relationships/image" Target="../media/image1624.png"/><Relationship Id="rId301" Type="http://schemas.openxmlformats.org/officeDocument/2006/relationships/customXml" Target="../ink/ink2362.xml"/><Relationship Id="rId322" Type="http://schemas.openxmlformats.org/officeDocument/2006/relationships/image" Target="../media/image1747.png"/><Relationship Id="rId343" Type="http://schemas.openxmlformats.org/officeDocument/2006/relationships/customXml" Target="../ink/ink2383.xml"/><Relationship Id="rId364" Type="http://schemas.openxmlformats.org/officeDocument/2006/relationships/image" Target="../media/image1768.png"/><Relationship Id="rId61" Type="http://schemas.openxmlformats.org/officeDocument/2006/relationships/image" Target="../media/image1684.png"/><Relationship Id="rId82" Type="http://schemas.openxmlformats.org/officeDocument/2006/relationships/customXml" Target="../ink/ink2228.xml"/><Relationship Id="rId199" Type="http://schemas.openxmlformats.org/officeDocument/2006/relationships/customXml" Target="../ink/ink2288.xml"/><Relationship Id="rId203" Type="http://schemas.openxmlformats.org/officeDocument/2006/relationships/customXml" Target="../ink/ink2290.xml"/><Relationship Id="rId385" Type="http://schemas.openxmlformats.org/officeDocument/2006/relationships/customXml" Target="../ink/ink2404.xml"/><Relationship Id="rId19" Type="http://schemas.openxmlformats.org/officeDocument/2006/relationships/image" Target="../media/image1000.png"/><Relationship Id="rId224" Type="http://schemas.openxmlformats.org/officeDocument/2006/relationships/customXml" Target="../ink/ink2301.xml"/><Relationship Id="rId245" Type="http://schemas.openxmlformats.org/officeDocument/2006/relationships/image" Target="../media/image1731.png"/><Relationship Id="rId266" Type="http://schemas.openxmlformats.org/officeDocument/2006/relationships/customXml" Target="../ink/ink2331.xml"/><Relationship Id="rId287" Type="http://schemas.openxmlformats.org/officeDocument/2006/relationships/customXml" Target="../ink/ink2349.xml"/><Relationship Id="rId30" Type="http://schemas.openxmlformats.org/officeDocument/2006/relationships/customXml" Target="../ink/ink2202.xml"/><Relationship Id="rId105" Type="http://schemas.openxmlformats.org/officeDocument/2006/relationships/customXml" Target="../ink/ink2240.xml"/><Relationship Id="rId126" Type="http://schemas.openxmlformats.org/officeDocument/2006/relationships/image" Target="../media/image1599.png"/><Relationship Id="rId147" Type="http://schemas.openxmlformats.org/officeDocument/2006/relationships/customXml" Target="../ink/ink2261.xml"/><Relationship Id="rId168" Type="http://schemas.openxmlformats.org/officeDocument/2006/relationships/image" Target="../media/image1619.png"/><Relationship Id="rId312" Type="http://schemas.openxmlformats.org/officeDocument/2006/relationships/image" Target="../media/image1742.png"/><Relationship Id="rId333" Type="http://schemas.openxmlformats.org/officeDocument/2006/relationships/customXml" Target="../ink/ink2378.xml"/><Relationship Id="rId354" Type="http://schemas.openxmlformats.org/officeDocument/2006/relationships/image" Target="../media/image1763.png"/><Relationship Id="rId51" Type="http://schemas.openxmlformats.org/officeDocument/2006/relationships/image" Target="../media/image1679.png"/><Relationship Id="rId72" Type="http://schemas.openxmlformats.org/officeDocument/2006/relationships/customXml" Target="../ink/ink2223.xml"/><Relationship Id="rId93" Type="http://schemas.openxmlformats.org/officeDocument/2006/relationships/customXml" Target="../ink/ink2234.xml"/><Relationship Id="rId189" Type="http://schemas.openxmlformats.org/officeDocument/2006/relationships/customXml" Target="../ink/ink2283.xml"/><Relationship Id="rId375" Type="http://schemas.openxmlformats.org/officeDocument/2006/relationships/customXml" Target="../ink/ink2399.xml"/><Relationship Id="rId396" Type="http://schemas.openxmlformats.org/officeDocument/2006/relationships/image" Target="../media/image1784.png"/><Relationship Id="rId3" Type="http://schemas.openxmlformats.org/officeDocument/2006/relationships/image" Target="../media/image1645.png"/><Relationship Id="rId214" Type="http://schemas.openxmlformats.org/officeDocument/2006/relationships/customXml" Target="../ink/ink2296.xml"/><Relationship Id="rId235" Type="http://schemas.openxmlformats.org/officeDocument/2006/relationships/image" Target="../media/image1726.png"/><Relationship Id="rId256" Type="http://schemas.openxmlformats.org/officeDocument/2006/relationships/customXml" Target="../ink/ink2322.xml"/><Relationship Id="rId277" Type="http://schemas.openxmlformats.org/officeDocument/2006/relationships/customXml" Target="../ink/ink2342.xml"/><Relationship Id="rId298" Type="http://schemas.openxmlformats.org/officeDocument/2006/relationships/customXml" Target="../ink/ink2360.xml"/><Relationship Id="rId400" Type="http://schemas.openxmlformats.org/officeDocument/2006/relationships/image" Target="../media/image1786.png"/><Relationship Id="rId116" Type="http://schemas.openxmlformats.org/officeDocument/2006/relationships/image" Target="../media/image1594.png"/><Relationship Id="rId137" Type="http://schemas.openxmlformats.org/officeDocument/2006/relationships/customXml" Target="../ink/ink2256.xml"/><Relationship Id="rId158" Type="http://schemas.openxmlformats.org/officeDocument/2006/relationships/customXml" Target="../ink/ink2267.xml"/><Relationship Id="rId302" Type="http://schemas.openxmlformats.org/officeDocument/2006/relationships/image" Target="../media/image1737.png"/><Relationship Id="rId323" Type="http://schemas.openxmlformats.org/officeDocument/2006/relationships/customXml" Target="../ink/ink2373.xml"/><Relationship Id="rId344" Type="http://schemas.openxmlformats.org/officeDocument/2006/relationships/image" Target="../media/image1758.png"/><Relationship Id="rId20" Type="http://schemas.openxmlformats.org/officeDocument/2006/relationships/customXml" Target="../ink/ink2197.xml"/><Relationship Id="rId41" Type="http://schemas.openxmlformats.org/officeDocument/2006/relationships/image" Target="../media/image1674.png"/><Relationship Id="rId62" Type="http://schemas.openxmlformats.org/officeDocument/2006/relationships/customXml" Target="../ink/ink2218.xml"/><Relationship Id="rId83" Type="http://schemas.openxmlformats.org/officeDocument/2006/relationships/image" Target="../media/image1579.png"/><Relationship Id="rId179" Type="http://schemas.openxmlformats.org/officeDocument/2006/relationships/customXml" Target="../ink/ink2278.xml"/><Relationship Id="rId365" Type="http://schemas.openxmlformats.org/officeDocument/2006/relationships/customXml" Target="../ink/ink2394.xml"/><Relationship Id="rId386" Type="http://schemas.openxmlformats.org/officeDocument/2006/relationships/image" Target="../media/image1779.png"/><Relationship Id="rId190" Type="http://schemas.openxmlformats.org/officeDocument/2006/relationships/image" Target="../media/image1630.png"/><Relationship Id="rId204" Type="http://schemas.openxmlformats.org/officeDocument/2006/relationships/image" Target="../media/image1637.png"/><Relationship Id="rId225" Type="http://schemas.openxmlformats.org/officeDocument/2006/relationships/image" Target="../media/image1721.png"/><Relationship Id="rId246" Type="http://schemas.openxmlformats.org/officeDocument/2006/relationships/customXml" Target="../ink/ink2312.xml"/><Relationship Id="rId267" Type="http://schemas.openxmlformats.org/officeDocument/2006/relationships/customXml" Target="../ink/ink2332.xml"/><Relationship Id="rId288" Type="http://schemas.openxmlformats.org/officeDocument/2006/relationships/customXml" Target="../ink/ink2350.xml"/><Relationship Id="rId106" Type="http://schemas.openxmlformats.org/officeDocument/2006/relationships/image" Target="../media/image1590.png"/><Relationship Id="rId127" Type="http://schemas.openxmlformats.org/officeDocument/2006/relationships/customXml" Target="../ink/ink2251.xml"/><Relationship Id="rId313" Type="http://schemas.openxmlformats.org/officeDocument/2006/relationships/customXml" Target="../ink/ink2368.xml"/><Relationship Id="rId10" Type="http://schemas.openxmlformats.org/officeDocument/2006/relationships/customXml" Target="../ink/ink2192.xml"/><Relationship Id="rId31" Type="http://schemas.openxmlformats.org/officeDocument/2006/relationships/image" Target="../media/image1670.png"/><Relationship Id="rId52" Type="http://schemas.openxmlformats.org/officeDocument/2006/relationships/customXml" Target="../ink/ink2213.xml"/><Relationship Id="rId73" Type="http://schemas.openxmlformats.org/officeDocument/2006/relationships/image" Target="../media/image1574.png"/><Relationship Id="rId94" Type="http://schemas.openxmlformats.org/officeDocument/2006/relationships/image" Target="../media/image1584.png"/><Relationship Id="rId148" Type="http://schemas.openxmlformats.org/officeDocument/2006/relationships/image" Target="../media/image1610.png"/><Relationship Id="rId169" Type="http://schemas.openxmlformats.org/officeDocument/2006/relationships/customXml" Target="../ink/ink2273.xml"/><Relationship Id="rId334" Type="http://schemas.openxmlformats.org/officeDocument/2006/relationships/image" Target="../media/image1753.png"/><Relationship Id="rId355" Type="http://schemas.openxmlformats.org/officeDocument/2006/relationships/customXml" Target="../ink/ink2389.xml"/><Relationship Id="rId376" Type="http://schemas.openxmlformats.org/officeDocument/2006/relationships/image" Target="../media/image1774.png"/><Relationship Id="rId397" Type="http://schemas.openxmlformats.org/officeDocument/2006/relationships/customXml" Target="../ink/ink2410.xml"/><Relationship Id="rId4" Type="http://schemas.openxmlformats.org/officeDocument/2006/relationships/customXml" Target="../ink/ink2189.xml"/><Relationship Id="rId180" Type="http://schemas.openxmlformats.org/officeDocument/2006/relationships/image" Target="../media/image1625.png"/><Relationship Id="rId215" Type="http://schemas.openxmlformats.org/officeDocument/2006/relationships/image" Target="../media/image1642.png"/><Relationship Id="rId236" Type="http://schemas.openxmlformats.org/officeDocument/2006/relationships/customXml" Target="../ink/ink2307.xml"/><Relationship Id="rId257" Type="http://schemas.openxmlformats.org/officeDocument/2006/relationships/customXml" Target="../ink/ink2323.xml"/><Relationship Id="rId278" Type="http://schemas.openxmlformats.org/officeDocument/2006/relationships/customXml" Target="../ink/ink2343.xml"/><Relationship Id="rId401" Type="http://schemas.openxmlformats.org/officeDocument/2006/relationships/customXml" Target="../ink/ink2412.xml"/><Relationship Id="rId303" Type="http://schemas.openxmlformats.org/officeDocument/2006/relationships/customXml" Target="../ink/ink2363.xml"/><Relationship Id="rId42" Type="http://schemas.openxmlformats.org/officeDocument/2006/relationships/customXml" Target="../ink/ink2208.xml"/><Relationship Id="rId84" Type="http://schemas.openxmlformats.org/officeDocument/2006/relationships/customXml" Target="../ink/ink2229.xml"/><Relationship Id="rId138" Type="http://schemas.openxmlformats.org/officeDocument/2006/relationships/image" Target="../media/image1605.png"/><Relationship Id="rId345" Type="http://schemas.openxmlformats.org/officeDocument/2006/relationships/customXml" Target="../ink/ink2384.xml"/><Relationship Id="rId387" Type="http://schemas.openxmlformats.org/officeDocument/2006/relationships/customXml" Target="../ink/ink2405.xml"/><Relationship Id="rId191" Type="http://schemas.openxmlformats.org/officeDocument/2006/relationships/customXml" Target="../ink/ink2284.xml"/><Relationship Id="rId205" Type="http://schemas.openxmlformats.org/officeDocument/2006/relationships/customXml" Target="../ink/ink2291.xml"/><Relationship Id="rId247" Type="http://schemas.openxmlformats.org/officeDocument/2006/relationships/customXml" Target="../ink/ink2313.xml"/><Relationship Id="rId107" Type="http://schemas.openxmlformats.org/officeDocument/2006/relationships/customXml" Target="../ink/ink2241.xml"/><Relationship Id="rId289" Type="http://schemas.openxmlformats.org/officeDocument/2006/relationships/customXml" Target="../ink/ink2351.xml"/><Relationship Id="rId11" Type="http://schemas.openxmlformats.org/officeDocument/2006/relationships/image" Target="../media/image996.png"/><Relationship Id="rId53" Type="http://schemas.openxmlformats.org/officeDocument/2006/relationships/image" Target="../media/image1680.png"/><Relationship Id="rId149" Type="http://schemas.openxmlformats.org/officeDocument/2006/relationships/customXml" Target="../ink/ink2262.xml"/><Relationship Id="rId314" Type="http://schemas.openxmlformats.org/officeDocument/2006/relationships/image" Target="../media/image1743.png"/><Relationship Id="rId356" Type="http://schemas.openxmlformats.org/officeDocument/2006/relationships/image" Target="../media/image1764.png"/><Relationship Id="rId398" Type="http://schemas.openxmlformats.org/officeDocument/2006/relationships/image" Target="../media/image1785.png"/><Relationship Id="rId95" Type="http://schemas.openxmlformats.org/officeDocument/2006/relationships/customXml" Target="../ink/ink2235.xml"/><Relationship Id="rId160" Type="http://schemas.openxmlformats.org/officeDocument/2006/relationships/customXml" Target="../ink/ink2268.xml"/><Relationship Id="rId216" Type="http://schemas.openxmlformats.org/officeDocument/2006/relationships/customXml" Target="../ink/ink2297.xml"/><Relationship Id="rId258" Type="http://schemas.openxmlformats.org/officeDocument/2006/relationships/customXml" Target="../ink/ink2324.xml"/><Relationship Id="rId22" Type="http://schemas.openxmlformats.org/officeDocument/2006/relationships/customXml" Target="../ink/ink2198.xml"/><Relationship Id="rId64" Type="http://schemas.openxmlformats.org/officeDocument/2006/relationships/customXml" Target="../ink/ink2219.xml"/><Relationship Id="rId118" Type="http://schemas.openxmlformats.org/officeDocument/2006/relationships/image" Target="../media/image1595.png"/><Relationship Id="rId325" Type="http://schemas.openxmlformats.org/officeDocument/2006/relationships/customXml" Target="../ink/ink2374.xml"/><Relationship Id="rId367" Type="http://schemas.openxmlformats.org/officeDocument/2006/relationships/customXml" Target="../ink/ink2395.xml"/><Relationship Id="rId171" Type="http://schemas.openxmlformats.org/officeDocument/2006/relationships/customXml" Target="../ink/ink2274.xml"/><Relationship Id="rId227" Type="http://schemas.openxmlformats.org/officeDocument/2006/relationships/image" Target="../media/image1722.png"/><Relationship Id="rId269" Type="http://schemas.openxmlformats.org/officeDocument/2006/relationships/customXml" Target="../ink/ink2334.xml"/><Relationship Id="rId33" Type="http://schemas.openxmlformats.org/officeDocument/2006/relationships/image" Target="../media/image465.png"/><Relationship Id="rId129" Type="http://schemas.openxmlformats.org/officeDocument/2006/relationships/customXml" Target="../ink/ink2252.xml"/><Relationship Id="rId280" Type="http://schemas.openxmlformats.org/officeDocument/2006/relationships/customXml" Target="../ink/ink2344.xml"/><Relationship Id="rId336" Type="http://schemas.openxmlformats.org/officeDocument/2006/relationships/image" Target="../media/image1754.png"/><Relationship Id="rId75" Type="http://schemas.openxmlformats.org/officeDocument/2006/relationships/image" Target="../media/image1575.png"/><Relationship Id="rId140" Type="http://schemas.openxmlformats.org/officeDocument/2006/relationships/image" Target="../media/image1606.png"/><Relationship Id="rId182" Type="http://schemas.openxmlformats.org/officeDocument/2006/relationships/image" Target="../media/image1626.png"/><Relationship Id="rId378" Type="http://schemas.openxmlformats.org/officeDocument/2006/relationships/image" Target="../media/image1775.png"/><Relationship Id="rId403" Type="http://schemas.openxmlformats.org/officeDocument/2006/relationships/customXml" Target="../ink/ink2413.xml"/><Relationship Id="rId6" Type="http://schemas.openxmlformats.org/officeDocument/2006/relationships/customXml" Target="../ink/ink2190.xml"/><Relationship Id="rId238" Type="http://schemas.openxmlformats.org/officeDocument/2006/relationships/customXml" Target="../ink/ink2308.xml"/><Relationship Id="rId291" Type="http://schemas.openxmlformats.org/officeDocument/2006/relationships/customXml" Target="../ink/ink2353.xml"/><Relationship Id="rId305" Type="http://schemas.openxmlformats.org/officeDocument/2006/relationships/customXml" Target="../ink/ink2364.xml"/><Relationship Id="rId347" Type="http://schemas.openxmlformats.org/officeDocument/2006/relationships/customXml" Target="../ink/ink2385.xml"/><Relationship Id="rId44" Type="http://schemas.openxmlformats.org/officeDocument/2006/relationships/customXml" Target="../ink/ink2209.xml"/><Relationship Id="rId86" Type="http://schemas.openxmlformats.org/officeDocument/2006/relationships/customXml" Target="../ink/ink2230.xml"/><Relationship Id="rId151" Type="http://schemas.openxmlformats.org/officeDocument/2006/relationships/customXml" Target="../ink/ink2263.xml"/><Relationship Id="rId389" Type="http://schemas.openxmlformats.org/officeDocument/2006/relationships/customXml" Target="../ink/ink2406.xml"/><Relationship Id="rId193" Type="http://schemas.openxmlformats.org/officeDocument/2006/relationships/customXml" Target="../ink/ink2285.xml"/><Relationship Id="rId207" Type="http://schemas.openxmlformats.org/officeDocument/2006/relationships/customXml" Target="../ink/ink2292.xml"/><Relationship Id="rId249" Type="http://schemas.openxmlformats.org/officeDocument/2006/relationships/customXml" Target="../ink/ink2315.xml"/><Relationship Id="rId13" Type="http://schemas.openxmlformats.org/officeDocument/2006/relationships/image" Target="../media/image997.png"/><Relationship Id="rId109" Type="http://schemas.openxmlformats.org/officeDocument/2006/relationships/customXml" Target="../ink/ink2242.xml"/><Relationship Id="rId260" Type="http://schemas.openxmlformats.org/officeDocument/2006/relationships/customXml" Target="../ink/ink2326.xml"/><Relationship Id="rId316" Type="http://schemas.openxmlformats.org/officeDocument/2006/relationships/image" Target="../media/image1744.png"/><Relationship Id="rId55" Type="http://schemas.openxmlformats.org/officeDocument/2006/relationships/image" Target="../media/image1681.png"/><Relationship Id="rId97" Type="http://schemas.openxmlformats.org/officeDocument/2006/relationships/customXml" Target="../ink/ink2236.xml"/><Relationship Id="rId120" Type="http://schemas.openxmlformats.org/officeDocument/2006/relationships/image" Target="../media/image1596.png"/><Relationship Id="rId358" Type="http://schemas.openxmlformats.org/officeDocument/2006/relationships/image" Target="../media/image1765.png"/><Relationship Id="rId162" Type="http://schemas.openxmlformats.org/officeDocument/2006/relationships/customXml" Target="../ink/ink2269.xml"/><Relationship Id="rId218" Type="http://schemas.openxmlformats.org/officeDocument/2006/relationships/customXml" Target="../ink/ink2298.xml"/><Relationship Id="rId271" Type="http://schemas.openxmlformats.org/officeDocument/2006/relationships/customXml" Target="../ink/ink2336.xml"/><Relationship Id="rId24" Type="http://schemas.openxmlformats.org/officeDocument/2006/relationships/customXml" Target="../ink/ink2199.xml"/><Relationship Id="rId66" Type="http://schemas.openxmlformats.org/officeDocument/2006/relationships/customXml" Target="../ink/ink2220.xml"/><Relationship Id="rId131" Type="http://schemas.openxmlformats.org/officeDocument/2006/relationships/customXml" Target="../ink/ink2253.xml"/><Relationship Id="rId327" Type="http://schemas.openxmlformats.org/officeDocument/2006/relationships/customXml" Target="../ink/ink2375.xml"/><Relationship Id="rId369" Type="http://schemas.openxmlformats.org/officeDocument/2006/relationships/customXml" Target="../ink/ink2396.xml"/><Relationship Id="rId173" Type="http://schemas.openxmlformats.org/officeDocument/2006/relationships/customXml" Target="../ink/ink2275.xml"/><Relationship Id="rId229" Type="http://schemas.openxmlformats.org/officeDocument/2006/relationships/image" Target="../media/image1723.png"/><Relationship Id="rId380" Type="http://schemas.openxmlformats.org/officeDocument/2006/relationships/image" Target="../media/image1776.png"/><Relationship Id="rId240" Type="http://schemas.openxmlformats.org/officeDocument/2006/relationships/customXml" Target="../ink/ink2309.xml"/><Relationship Id="rId35" Type="http://schemas.openxmlformats.org/officeDocument/2006/relationships/image" Target="../media/image1671.png"/><Relationship Id="rId77" Type="http://schemas.openxmlformats.org/officeDocument/2006/relationships/image" Target="../media/image1576.png"/><Relationship Id="rId100" Type="http://schemas.openxmlformats.org/officeDocument/2006/relationships/image" Target="../media/image1587.png"/><Relationship Id="rId282" Type="http://schemas.openxmlformats.org/officeDocument/2006/relationships/customXml" Target="../ink/ink2345.xml"/><Relationship Id="rId338" Type="http://schemas.openxmlformats.org/officeDocument/2006/relationships/image" Target="../media/image1755.png"/><Relationship Id="rId8" Type="http://schemas.openxmlformats.org/officeDocument/2006/relationships/customXml" Target="../ink/ink2191.xml"/><Relationship Id="rId142" Type="http://schemas.openxmlformats.org/officeDocument/2006/relationships/image" Target="../media/image1607.png"/><Relationship Id="rId184" Type="http://schemas.openxmlformats.org/officeDocument/2006/relationships/image" Target="../media/image1627.png"/><Relationship Id="rId391" Type="http://schemas.openxmlformats.org/officeDocument/2006/relationships/customXml" Target="../ink/ink2407.xml"/><Relationship Id="rId405" Type="http://schemas.openxmlformats.org/officeDocument/2006/relationships/customXml" Target="../ink/ink2414.xml"/><Relationship Id="rId251" Type="http://schemas.openxmlformats.org/officeDocument/2006/relationships/customXml" Target="../ink/ink2317.xml"/><Relationship Id="rId46" Type="http://schemas.openxmlformats.org/officeDocument/2006/relationships/customXml" Target="../ink/ink2210.xml"/><Relationship Id="rId293" Type="http://schemas.openxmlformats.org/officeDocument/2006/relationships/customXml" Target="../ink/ink2355.xml"/><Relationship Id="rId307" Type="http://schemas.openxmlformats.org/officeDocument/2006/relationships/customXml" Target="../ink/ink2365.xml"/><Relationship Id="rId349" Type="http://schemas.openxmlformats.org/officeDocument/2006/relationships/customXml" Target="../ink/ink2386.xml"/><Relationship Id="rId88" Type="http://schemas.openxmlformats.org/officeDocument/2006/relationships/image" Target="../media/image1581.png"/><Relationship Id="rId111" Type="http://schemas.openxmlformats.org/officeDocument/2006/relationships/customXml" Target="../ink/ink2243.xml"/><Relationship Id="rId153" Type="http://schemas.openxmlformats.org/officeDocument/2006/relationships/customXml" Target="../ink/ink2264.xml"/><Relationship Id="rId195" Type="http://schemas.openxmlformats.org/officeDocument/2006/relationships/customXml" Target="../ink/ink2286.xml"/><Relationship Id="rId209" Type="http://schemas.openxmlformats.org/officeDocument/2006/relationships/customXml" Target="../ink/ink2293.xml"/><Relationship Id="rId360" Type="http://schemas.openxmlformats.org/officeDocument/2006/relationships/image" Target="../media/image1766.png"/><Relationship Id="rId220" Type="http://schemas.openxmlformats.org/officeDocument/2006/relationships/customXml" Target="../ink/ink2299.xml"/><Relationship Id="rId15" Type="http://schemas.openxmlformats.org/officeDocument/2006/relationships/image" Target="../media/image998.png"/><Relationship Id="rId57" Type="http://schemas.openxmlformats.org/officeDocument/2006/relationships/image" Target="../media/image1682.png"/><Relationship Id="rId262" Type="http://schemas.openxmlformats.org/officeDocument/2006/relationships/customXml" Target="../ink/ink2328.xml"/><Relationship Id="rId318" Type="http://schemas.openxmlformats.org/officeDocument/2006/relationships/image" Target="../media/image1745.png"/><Relationship Id="rId99" Type="http://schemas.openxmlformats.org/officeDocument/2006/relationships/customXml" Target="../ink/ink2237.xml"/><Relationship Id="rId122" Type="http://schemas.openxmlformats.org/officeDocument/2006/relationships/image" Target="../media/image1597.png"/><Relationship Id="rId164" Type="http://schemas.openxmlformats.org/officeDocument/2006/relationships/customXml" Target="../ink/ink2270.xml"/><Relationship Id="rId371" Type="http://schemas.openxmlformats.org/officeDocument/2006/relationships/customXml" Target="../ink/ink2397.xml"/><Relationship Id="rId26" Type="http://schemas.openxmlformats.org/officeDocument/2006/relationships/customXml" Target="../ink/ink2200.xml"/><Relationship Id="rId231" Type="http://schemas.openxmlformats.org/officeDocument/2006/relationships/image" Target="../media/image1724.png"/><Relationship Id="rId273" Type="http://schemas.openxmlformats.org/officeDocument/2006/relationships/customXml" Target="../ink/ink2338.xml"/><Relationship Id="rId329" Type="http://schemas.openxmlformats.org/officeDocument/2006/relationships/customXml" Target="../ink/ink2376.xml"/><Relationship Id="rId68" Type="http://schemas.openxmlformats.org/officeDocument/2006/relationships/customXml" Target="../ink/ink2221.xml"/><Relationship Id="rId133" Type="http://schemas.openxmlformats.org/officeDocument/2006/relationships/customXml" Target="../ink/ink2254.xml"/><Relationship Id="rId175" Type="http://schemas.openxmlformats.org/officeDocument/2006/relationships/customXml" Target="../ink/ink2276.xml"/><Relationship Id="rId340" Type="http://schemas.openxmlformats.org/officeDocument/2006/relationships/image" Target="../media/image1756.png"/><Relationship Id="rId200" Type="http://schemas.openxmlformats.org/officeDocument/2006/relationships/image" Target="../media/image1635.png"/><Relationship Id="rId382" Type="http://schemas.openxmlformats.org/officeDocument/2006/relationships/image" Target="../media/image1777.png"/><Relationship Id="rId242" Type="http://schemas.openxmlformats.org/officeDocument/2006/relationships/customXml" Target="../ink/ink2310.xml"/><Relationship Id="rId284" Type="http://schemas.openxmlformats.org/officeDocument/2006/relationships/customXml" Target="../ink/ink2347.xml"/><Relationship Id="rId37" Type="http://schemas.openxmlformats.org/officeDocument/2006/relationships/image" Target="../media/image1672.png"/><Relationship Id="rId79" Type="http://schemas.openxmlformats.org/officeDocument/2006/relationships/image" Target="../media/image1577.png"/><Relationship Id="rId102" Type="http://schemas.openxmlformats.org/officeDocument/2006/relationships/image" Target="../media/image1588.png"/><Relationship Id="rId144" Type="http://schemas.openxmlformats.org/officeDocument/2006/relationships/image" Target="../media/image1608.png"/><Relationship Id="rId90" Type="http://schemas.openxmlformats.org/officeDocument/2006/relationships/image" Target="../media/image1582.png"/><Relationship Id="rId186" Type="http://schemas.openxmlformats.org/officeDocument/2006/relationships/image" Target="../media/image1628.png"/><Relationship Id="rId351" Type="http://schemas.openxmlformats.org/officeDocument/2006/relationships/customXml" Target="../ink/ink2387.xml"/><Relationship Id="rId393" Type="http://schemas.openxmlformats.org/officeDocument/2006/relationships/customXml" Target="../ink/ink2408.xml"/><Relationship Id="rId407" Type="http://schemas.openxmlformats.org/officeDocument/2006/relationships/image" Target="../media/image1789.png"/><Relationship Id="rId211" Type="http://schemas.openxmlformats.org/officeDocument/2006/relationships/customXml" Target="../ink/ink2294.xml"/><Relationship Id="rId253" Type="http://schemas.openxmlformats.org/officeDocument/2006/relationships/customXml" Target="../ink/ink2319.xml"/><Relationship Id="rId295" Type="http://schemas.openxmlformats.org/officeDocument/2006/relationships/customXml" Target="../ink/ink2357.xml"/><Relationship Id="rId309" Type="http://schemas.openxmlformats.org/officeDocument/2006/relationships/customXml" Target="../ink/ink2366.xml"/></Relationships>
</file>

<file path=ppt/slides/_rels/slide17.xml.rels><?xml version="1.0" encoding="UTF-8" standalone="yes"?>
<Relationships xmlns="http://schemas.openxmlformats.org/package/2006/relationships"><Relationship Id="rId117" Type="http://schemas.openxmlformats.org/officeDocument/2006/relationships/customXml" Target="../ink/ink2475.xml"/><Relationship Id="rId299" Type="http://schemas.openxmlformats.org/officeDocument/2006/relationships/image" Target="../media/image1812.png"/><Relationship Id="rId21" Type="http://schemas.openxmlformats.org/officeDocument/2006/relationships/customXml" Target="../ink/ink2427.xml"/><Relationship Id="rId63" Type="http://schemas.openxmlformats.org/officeDocument/2006/relationships/customXml" Target="../ink/ink2448.xml"/><Relationship Id="rId159" Type="http://schemas.openxmlformats.org/officeDocument/2006/relationships/customXml" Target="../ink/ink2496.xml"/><Relationship Id="rId170" Type="http://schemas.openxmlformats.org/officeDocument/2006/relationships/customXml" Target="../ink/ink2502.xml"/><Relationship Id="rId226" Type="http://schemas.openxmlformats.org/officeDocument/2006/relationships/customXml" Target="../ink/ink2531.xml"/><Relationship Id="rId268" Type="http://schemas.openxmlformats.org/officeDocument/2006/relationships/customXml" Target="../ink/ink2561.xml"/><Relationship Id="rId32" Type="http://schemas.openxmlformats.org/officeDocument/2006/relationships/image" Target="../media/image1004.png"/><Relationship Id="rId74" Type="http://schemas.openxmlformats.org/officeDocument/2006/relationships/image" Target="../media/image1572.png"/><Relationship Id="rId128" Type="http://schemas.openxmlformats.org/officeDocument/2006/relationships/image" Target="../media/image1597.png"/><Relationship Id="rId5" Type="http://schemas.openxmlformats.org/officeDocument/2006/relationships/image" Target="../media/image1733.png"/><Relationship Id="rId181" Type="http://schemas.openxmlformats.org/officeDocument/2006/relationships/customXml" Target="../ink/ink2508.xml"/><Relationship Id="rId237" Type="http://schemas.openxmlformats.org/officeDocument/2006/relationships/image" Target="../media/image1796.png"/><Relationship Id="rId279" Type="http://schemas.openxmlformats.org/officeDocument/2006/relationships/image" Target="../media/image1802.png"/><Relationship Id="rId43" Type="http://schemas.openxmlformats.org/officeDocument/2006/relationships/customXml" Target="../ink/ink2438.xml"/><Relationship Id="rId139" Type="http://schemas.openxmlformats.org/officeDocument/2006/relationships/customXml" Target="../ink/ink2486.xml"/><Relationship Id="rId290" Type="http://schemas.openxmlformats.org/officeDocument/2006/relationships/customXml" Target="../ink/ink2577.xml"/><Relationship Id="rId304" Type="http://schemas.openxmlformats.org/officeDocument/2006/relationships/customXml" Target="../ink/ink2584.xml"/><Relationship Id="rId85" Type="http://schemas.openxmlformats.org/officeDocument/2006/relationships/customXml" Target="../ink/ink2459.xml"/><Relationship Id="rId150" Type="http://schemas.openxmlformats.org/officeDocument/2006/relationships/image" Target="../media/image1608.png"/><Relationship Id="rId192" Type="http://schemas.openxmlformats.org/officeDocument/2006/relationships/image" Target="../media/image1628.png"/><Relationship Id="rId206" Type="http://schemas.openxmlformats.org/officeDocument/2006/relationships/image" Target="../media/image1635.png"/><Relationship Id="rId248" Type="http://schemas.openxmlformats.org/officeDocument/2006/relationships/customXml" Target="../ink/ink2542.xml"/><Relationship Id="rId12" Type="http://schemas.openxmlformats.org/officeDocument/2006/relationships/image" Target="../media/image993.png"/><Relationship Id="rId108" Type="http://schemas.openxmlformats.org/officeDocument/2006/relationships/image" Target="../media/image1588.png"/><Relationship Id="rId315" Type="http://schemas.openxmlformats.org/officeDocument/2006/relationships/image" Target="../media/image1820.png"/><Relationship Id="rId54" Type="http://schemas.openxmlformats.org/officeDocument/2006/relationships/image" Target="../media/image1746.png"/><Relationship Id="rId96" Type="http://schemas.openxmlformats.org/officeDocument/2006/relationships/image" Target="../media/image1582.png"/><Relationship Id="rId161" Type="http://schemas.openxmlformats.org/officeDocument/2006/relationships/image" Target="../media/image1613.png"/><Relationship Id="rId217" Type="http://schemas.openxmlformats.org/officeDocument/2006/relationships/customXml" Target="../ink/ink2526.xml"/><Relationship Id="rId259" Type="http://schemas.openxmlformats.org/officeDocument/2006/relationships/customXml" Target="../ink/ink2553.xml"/><Relationship Id="rId23" Type="http://schemas.openxmlformats.org/officeDocument/2006/relationships/customXml" Target="../ink/ink2428.xml"/><Relationship Id="rId119" Type="http://schemas.openxmlformats.org/officeDocument/2006/relationships/customXml" Target="../ink/ink2476.xml"/><Relationship Id="rId270" Type="http://schemas.openxmlformats.org/officeDocument/2006/relationships/customXml" Target="../ink/ink2563.xml"/><Relationship Id="rId65" Type="http://schemas.openxmlformats.org/officeDocument/2006/relationships/customXml" Target="../ink/ink2449.xml"/><Relationship Id="rId130" Type="http://schemas.openxmlformats.org/officeDocument/2006/relationships/image" Target="../media/image1598.png"/><Relationship Id="rId172" Type="http://schemas.openxmlformats.org/officeDocument/2006/relationships/customXml" Target="../ink/ink2503.xml"/><Relationship Id="rId228" Type="http://schemas.openxmlformats.org/officeDocument/2006/relationships/customXml" Target="../ink/ink2532.xml"/><Relationship Id="rId281" Type="http://schemas.openxmlformats.org/officeDocument/2006/relationships/image" Target="../media/image1803.png"/><Relationship Id="rId34" Type="http://schemas.openxmlformats.org/officeDocument/2006/relationships/image" Target="../media/image1736.png"/><Relationship Id="rId55" Type="http://schemas.openxmlformats.org/officeDocument/2006/relationships/customXml" Target="../ink/ink2444.xml"/><Relationship Id="rId76" Type="http://schemas.openxmlformats.org/officeDocument/2006/relationships/image" Target="../media/image1573.png"/><Relationship Id="rId97" Type="http://schemas.openxmlformats.org/officeDocument/2006/relationships/customXml" Target="../ink/ink2465.xml"/><Relationship Id="rId120" Type="http://schemas.openxmlformats.org/officeDocument/2006/relationships/image" Target="../media/image1593.png"/><Relationship Id="rId141" Type="http://schemas.openxmlformats.org/officeDocument/2006/relationships/customXml" Target="../ink/ink2487.xml"/><Relationship Id="rId7" Type="http://schemas.openxmlformats.org/officeDocument/2006/relationships/image" Target="../media/image1734.png"/><Relationship Id="rId162" Type="http://schemas.openxmlformats.org/officeDocument/2006/relationships/customXml" Target="../ink/ink2498.xml"/><Relationship Id="rId183" Type="http://schemas.openxmlformats.org/officeDocument/2006/relationships/customXml" Target="../ink/ink2509.xml"/><Relationship Id="rId218" Type="http://schemas.openxmlformats.org/officeDocument/2006/relationships/customXml" Target="../ink/ink2527.xml"/><Relationship Id="rId239" Type="http://schemas.openxmlformats.org/officeDocument/2006/relationships/image" Target="../media/image1797.png"/><Relationship Id="rId250" Type="http://schemas.openxmlformats.org/officeDocument/2006/relationships/customXml" Target="../ink/ink2544.xml"/><Relationship Id="rId271" Type="http://schemas.openxmlformats.org/officeDocument/2006/relationships/customXml" Target="../ink/ink2564.xml"/><Relationship Id="rId292" Type="http://schemas.openxmlformats.org/officeDocument/2006/relationships/customXml" Target="../ink/ink2578.xml"/><Relationship Id="rId306" Type="http://schemas.openxmlformats.org/officeDocument/2006/relationships/customXml" Target="../ink/ink2585.xml"/><Relationship Id="rId24" Type="http://schemas.openxmlformats.org/officeDocument/2006/relationships/image" Target="../media/image999.png"/><Relationship Id="rId45" Type="http://schemas.openxmlformats.org/officeDocument/2006/relationships/customXml" Target="../ink/ink2439.xml"/><Relationship Id="rId66" Type="http://schemas.openxmlformats.org/officeDocument/2006/relationships/image" Target="../media/image1752.png"/><Relationship Id="rId87" Type="http://schemas.openxmlformats.org/officeDocument/2006/relationships/customXml" Target="../ink/ink2460.xml"/><Relationship Id="rId110" Type="http://schemas.openxmlformats.org/officeDocument/2006/relationships/image" Target="../media/image1589.png"/><Relationship Id="rId131" Type="http://schemas.openxmlformats.org/officeDocument/2006/relationships/customXml" Target="../ink/ink2482.xml"/><Relationship Id="rId152" Type="http://schemas.openxmlformats.org/officeDocument/2006/relationships/image" Target="../media/image1609.png"/><Relationship Id="rId173" Type="http://schemas.openxmlformats.org/officeDocument/2006/relationships/customXml" Target="../ink/ink2504.xml"/><Relationship Id="rId194" Type="http://schemas.openxmlformats.org/officeDocument/2006/relationships/image" Target="../media/image1629.png"/><Relationship Id="rId208" Type="http://schemas.openxmlformats.org/officeDocument/2006/relationships/image" Target="../media/image1636.png"/><Relationship Id="rId229" Type="http://schemas.openxmlformats.org/officeDocument/2006/relationships/image" Target="../media/image1792.png"/><Relationship Id="rId240" Type="http://schemas.openxmlformats.org/officeDocument/2006/relationships/customXml" Target="../ink/ink2538.xml"/><Relationship Id="rId261" Type="http://schemas.openxmlformats.org/officeDocument/2006/relationships/customXml" Target="../ink/ink2555.xml"/><Relationship Id="rId14" Type="http://schemas.openxmlformats.org/officeDocument/2006/relationships/image" Target="../media/image994.png"/><Relationship Id="rId35" Type="http://schemas.openxmlformats.org/officeDocument/2006/relationships/customXml" Target="../ink/ink2434.xml"/><Relationship Id="rId56" Type="http://schemas.openxmlformats.org/officeDocument/2006/relationships/image" Target="../media/image1747.png"/><Relationship Id="rId77" Type="http://schemas.openxmlformats.org/officeDocument/2006/relationships/customXml" Target="../ink/ink2455.xml"/><Relationship Id="rId100" Type="http://schemas.openxmlformats.org/officeDocument/2006/relationships/image" Target="../media/image1584.png"/><Relationship Id="rId282" Type="http://schemas.openxmlformats.org/officeDocument/2006/relationships/customXml" Target="../ink/ink2573.xml"/><Relationship Id="rId317" Type="http://schemas.openxmlformats.org/officeDocument/2006/relationships/image" Target="../media/image1821.png"/><Relationship Id="rId8" Type="http://schemas.openxmlformats.org/officeDocument/2006/relationships/customXml" Target="../ink/ink2420.xml"/><Relationship Id="rId98" Type="http://schemas.openxmlformats.org/officeDocument/2006/relationships/image" Target="../media/image1583.png"/><Relationship Id="rId121" Type="http://schemas.openxmlformats.org/officeDocument/2006/relationships/customXml" Target="../ink/ink2477.xml"/><Relationship Id="rId142" Type="http://schemas.openxmlformats.org/officeDocument/2006/relationships/image" Target="../media/image1604.png"/><Relationship Id="rId163" Type="http://schemas.openxmlformats.org/officeDocument/2006/relationships/image" Target="../media/image1614.png"/><Relationship Id="rId184" Type="http://schemas.openxmlformats.org/officeDocument/2006/relationships/image" Target="../media/image1624.png"/><Relationship Id="rId219" Type="http://schemas.openxmlformats.org/officeDocument/2006/relationships/image" Target="../media/image1641.png"/><Relationship Id="rId230" Type="http://schemas.openxmlformats.org/officeDocument/2006/relationships/customXml" Target="../ink/ink2533.xml"/><Relationship Id="rId251" Type="http://schemas.openxmlformats.org/officeDocument/2006/relationships/customXml" Target="../ink/ink2545.xml"/><Relationship Id="rId25" Type="http://schemas.openxmlformats.org/officeDocument/2006/relationships/customXml" Target="../ink/ink2429.xml"/><Relationship Id="rId46" Type="http://schemas.openxmlformats.org/officeDocument/2006/relationships/image" Target="../media/image1742.png"/><Relationship Id="rId67" Type="http://schemas.openxmlformats.org/officeDocument/2006/relationships/customXml" Target="../ink/ink2450.xml"/><Relationship Id="rId272" Type="http://schemas.openxmlformats.org/officeDocument/2006/relationships/customXml" Target="../ink/ink2565.xml"/><Relationship Id="rId293" Type="http://schemas.openxmlformats.org/officeDocument/2006/relationships/image" Target="../media/image1809.png"/><Relationship Id="rId307" Type="http://schemas.openxmlformats.org/officeDocument/2006/relationships/image" Target="../media/image1816.png"/><Relationship Id="rId88" Type="http://schemas.openxmlformats.org/officeDocument/2006/relationships/image" Target="../media/image1579.png"/><Relationship Id="rId111" Type="http://schemas.openxmlformats.org/officeDocument/2006/relationships/customXml" Target="../ink/ink2472.xml"/><Relationship Id="rId132" Type="http://schemas.openxmlformats.org/officeDocument/2006/relationships/image" Target="../media/image1599.png"/><Relationship Id="rId153" Type="http://schemas.openxmlformats.org/officeDocument/2006/relationships/customXml" Target="../ink/ink2493.xml"/><Relationship Id="rId174" Type="http://schemas.openxmlformats.org/officeDocument/2006/relationships/image" Target="../media/image1619.png"/><Relationship Id="rId195" Type="http://schemas.openxmlformats.org/officeDocument/2006/relationships/customXml" Target="../ink/ink2515.xml"/><Relationship Id="rId209" Type="http://schemas.openxmlformats.org/officeDocument/2006/relationships/customXml" Target="../ink/ink2522.xml"/><Relationship Id="rId220" Type="http://schemas.openxmlformats.org/officeDocument/2006/relationships/customXml" Target="../ink/ink2528.xml"/><Relationship Id="rId241" Type="http://schemas.openxmlformats.org/officeDocument/2006/relationships/image" Target="../media/image1729.png"/><Relationship Id="rId15" Type="http://schemas.openxmlformats.org/officeDocument/2006/relationships/customXml" Target="../ink/ink2424.xml"/><Relationship Id="rId36" Type="http://schemas.openxmlformats.org/officeDocument/2006/relationships/image" Target="../media/image1737.png"/><Relationship Id="rId57" Type="http://schemas.openxmlformats.org/officeDocument/2006/relationships/customXml" Target="../ink/ink2445.xml"/><Relationship Id="rId262" Type="http://schemas.openxmlformats.org/officeDocument/2006/relationships/customXml" Target="../ink/ink2556.xml"/><Relationship Id="rId283" Type="http://schemas.openxmlformats.org/officeDocument/2006/relationships/image" Target="../media/image1804.png"/><Relationship Id="rId318" Type="http://schemas.openxmlformats.org/officeDocument/2006/relationships/customXml" Target="../ink/ink2591.xml"/><Relationship Id="rId78" Type="http://schemas.openxmlformats.org/officeDocument/2006/relationships/image" Target="../media/image1574.png"/><Relationship Id="rId99" Type="http://schemas.openxmlformats.org/officeDocument/2006/relationships/customXml" Target="../ink/ink2466.xml"/><Relationship Id="rId101" Type="http://schemas.openxmlformats.org/officeDocument/2006/relationships/customXml" Target="../ink/ink2467.xml"/><Relationship Id="rId122" Type="http://schemas.openxmlformats.org/officeDocument/2006/relationships/image" Target="../media/image1594.png"/><Relationship Id="rId143" Type="http://schemas.openxmlformats.org/officeDocument/2006/relationships/customXml" Target="../ink/ink2488.xml"/><Relationship Id="rId164" Type="http://schemas.openxmlformats.org/officeDocument/2006/relationships/customXml" Target="../ink/ink2499.xml"/><Relationship Id="rId185" Type="http://schemas.openxmlformats.org/officeDocument/2006/relationships/customXml" Target="../ink/ink2510.xml"/><Relationship Id="rId9" Type="http://schemas.openxmlformats.org/officeDocument/2006/relationships/customXml" Target="../ink/ink2421.xml"/><Relationship Id="rId210" Type="http://schemas.openxmlformats.org/officeDocument/2006/relationships/image" Target="../media/image1637.png"/><Relationship Id="rId26" Type="http://schemas.openxmlformats.org/officeDocument/2006/relationships/image" Target="../media/image1000.png"/><Relationship Id="rId231" Type="http://schemas.openxmlformats.org/officeDocument/2006/relationships/image" Target="../media/image1793.png"/><Relationship Id="rId252" Type="http://schemas.openxmlformats.org/officeDocument/2006/relationships/customXml" Target="../ink/ink2546.xml"/><Relationship Id="rId273" Type="http://schemas.openxmlformats.org/officeDocument/2006/relationships/customXml" Target="../ink/ink2566.xml"/><Relationship Id="rId294" Type="http://schemas.openxmlformats.org/officeDocument/2006/relationships/customXml" Target="../ink/ink2579.xml"/><Relationship Id="rId308" Type="http://schemas.openxmlformats.org/officeDocument/2006/relationships/customXml" Target="../ink/ink2586.xml"/><Relationship Id="rId47" Type="http://schemas.openxmlformats.org/officeDocument/2006/relationships/customXml" Target="../ink/ink2440.xml"/><Relationship Id="rId68" Type="http://schemas.openxmlformats.org/officeDocument/2006/relationships/image" Target="../media/image1753.png"/><Relationship Id="rId89" Type="http://schemas.openxmlformats.org/officeDocument/2006/relationships/customXml" Target="../ink/ink2461.xml"/><Relationship Id="rId112" Type="http://schemas.openxmlformats.org/officeDocument/2006/relationships/image" Target="../media/image1590.png"/><Relationship Id="rId133" Type="http://schemas.openxmlformats.org/officeDocument/2006/relationships/customXml" Target="../ink/ink2483.xml"/><Relationship Id="rId154" Type="http://schemas.openxmlformats.org/officeDocument/2006/relationships/image" Target="../media/image1610.png"/><Relationship Id="rId175" Type="http://schemas.openxmlformats.org/officeDocument/2006/relationships/customXml" Target="../ink/ink2505.xml"/><Relationship Id="rId196" Type="http://schemas.openxmlformats.org/officeDocument/2006/relationships/image" Target="../media/image1630.png"/><Relationship Id="rId200" Type="http://schemas.openxmlformats.org/officeDocument/2006/relationships/image" Target="../media/image1632.png"/><Relationship Id="rId16" Type="http://schemas.openxmlformats.org/officeDocument/2006/relationships/image" Target="../media/image995.png"/><Relationship Id="rId221" Type="http://schemas.openxmlformats.org/officeDocument/2006/relationships/image" Target="../media/image1642.png"/><Relationship Id="rId242" Type="http://schemas.openxmlformats.org/officeDocument/2006/relationships/customXml" Target="../ink/ink2539.xml"/><Relationship Id="rId263" Type="http://schemas.openxmlformats.org/officeDocument/2006/relationships/customXml" Target="../ink/ink2557.xml"/><Relationship Id="rId284" Type="http://schemas.openxmlformats.org/officeDocument/2006/relationships/customXml" Target="../ink/ink2574.xml"/><Relationship Id="rId319" Type="http://schemas.openxmlformats.org/officeDocument/2006/relationships/image" Target="../media/image1822.png"/><Relationship Id="rId37" Type="http://schemas.openxmlformats.org/officeDocument/2006/relationships/customXml" Target="../ink/ink2435.xml"/><Relationship Id="rId58" Type="http://schemas.openxmlformats.org/officeDocument/2006/relationships/image" Target="../media/image1748.png"/><Relationship Id="rId79" Type="http://schemas.openxmlformats.org/officeDocument/2006/relationships/customXml" Target="../ink/ink2456.xml"/><Relationship Id="rId102" Type="http://schemas.openxmlformats.org/officeDocument/2006/relationships/image" Target="../media/image1585.png"/><Relationship Id="rId123" Type="http://schemas.openxmlformats.org/officeDocument/2006/relationships/customXml" Target="../ink/ink2478.xml"/><Relationship Id="rId144" Type="http://schemas.openxmlformats.org/officeDocument/2006/relationships/image" Target="../media/image1605.png"/><Relationship Id="rId90" Type="http://schemas.openxmlformats.org/officeDocument/2006/relationships/image" Target="../media/image1580.png"/><Relationship Id="rId165" Type="http://schemas.openxmlformats.org/officeDocument/2006/relationships/image" Target="../media/image1615.png"/><Relationship Id="rId186" Type="http://schemas.openxmlformats.org/officeDocument/2006/relationships/image" Target="../media/image1625.png"/><Relationship Id="rId211" Type="http://schemas.openxmlformats.org/officeDocument/2006/relationships/customXml" Target="../ink/ink2523.xml"/><Relationship Id="rId232" Type="http://schemas.openxmlformats.org/officeDocument/2006/relationships/customXml" Target="../ink/ink2534.xml"/><Relationship Id="rId253" Type="http://schemas.openxmlformats.org/officeDocument/2006/relationships/customXml" Target="../ink/ink2547.xml"/><Relationship Id="rId274" Type="http://schemas.openxmlformats.org/officeDocument/2006/relationships/customXml" Target="../ink/ink2567.xml"/><Relationship Id="rId295" Type="http://schemas.openxmlformats.org/officeDocument/2006/relationships/image" Target="../media/image1810.png"/><Relationship Id="rId309" Type="http://schemas.openxmlformats.org/officeDocument/2006/relationships/image" Target="../media/image1817.png"/><Relationship Id="rId27" Type="http://schemas.openxmlformats.org/officeDocument/2006/relationships/customXml" Target="../ink/ink2430.xml"/><Relationship Id="rId48" Type="http://schemas.openxmlformats.org/officeDocument/2006/relationships/image" Target="../media/image1743.png"/><Relationship Id="rId69" Type="http://schemas.openxmlformats.org/officeDocument/2006/relationships/customXml" Target="../ink/ink2451.xml"/><Relationship Id="rId113" Type="http://schemas.openxmlformats.org/officeDocument/2006/relationships/customXml" Target="../ink/ink2473.xml"/><Relationship Id="rId134" Type="http://schemas.openxmlformats.org/officeDocument/2006/relationships/image" Target="../media/image1600.png"/><Relationship Id="rId320" Type="http://schemas.openxmlformats.org/officeDocument/2006/relationships/customXml" Target="../ink/ink2592.xml"/><Relationship Id="rId80" Type="http://schemas.openxmlformats.org/officeDocument/2006/relationships/image" Target="../media/image1575.png"/><Relationship Id="rId155" Type="http://schemas.openxmlformats.org/officeDocument/2006/relationships/customXml" Target="../ink/ink2494.xml"/><Relationship Id="rId176" Type="http://schemas.openxmlformats.org/officeDocument/2006/relationships/image" Target="../media/image1620.png"/><Relationship Id="rId197" Type="http://schemas.openxmlformats.org/officeDocument/2006/relationships/customXml" Target="../ink/ink2516.xml"/><Relationship Id="rId201" Type="http://schemas.openxmlformats.org/officeDocument/2006/relationships/customXml" Target="../ink/ink2518.xml"/><Relationship Id="rId222" Type="http://schemas.openxmlformats.org/officeDocument/2006/relationships/customXml" Target="../ink/ink2529.xml"/><Relationship Id="rId243" Type="http://schemas.openxmlformats.org/officeDocument/2006/relationships/image" Target="../media/image1798.png"/><Relationship Id="rId264" Type="http://schemas.openxmlformats.org/officeDocument/2006/relationships/image" Target="../media/image1801.png"/><Relationship Id="rId285" Type="http://schemas.openxmlformats.org/officeDocument/2006/relationships/image" Target="../media/image1805.png"/><Relationship Id="rId17" Type="http://schemas.openxmlformats.org/officeDocument/2006/relationships/customXml" Target="../ink/ink2425.xml"/><Relationship Id="rId38" Type="http://schemas.openxmlformats.org/officeDocument/2006/relationships/image" Target="../media/image1738.png"/><Relationship Id="rId59" Type="http://schemas.openxmlformats.org/officeDocument/2006/relationships/customXml" Target="../ink/ink2446.xml"/><Relationship Id="rId103" Type="http://schemas.openxmlformats.org/officeDocument/2006/relationships/customXml" Target="../ink/ink2468.xml"/><Relationship Id="rId124" Type="http://schemas.openxmlformats.org/officeDocument/2006/relationships/image" Target="../media/image1595.png"/><Relationship Id="rId310" Type="http://schemas.openxmlformats.org/officeDocument/2006/relationships/customXml" Target="../ink/ink2587.xml"/><Relationship Id="rId70" Type="http://schemas.openxmlformats.org/officeDocument/2006/relationships/image" Target="../media/image1570.png"/><Relationship Id="rId91" Type="http://schemas.openxmlformats.org/officeDocument/2006/relationships/customXml" Target="../ink/ink2462.xml"/><Relationship Id="rId145" Type="http://schemas.openxmlformats.org/officeDocument/2006/relationships/customXml" Target="../ink/ink2489.xml"/><Relationship Id="rId166" Type="http://schemas.openxmlformats.org/officeDocument/2006/relationships/customXml" Target="../ink/ink2500.xml"/><Relationship Id="rId187" Type="http://schemas.openxmlformats.org/officeDocument/2006/relationships/customXml" Target="../ink/ink2511.xml"/><Relationship Id="rId1" Type="http://schemas.openxmlformats.org/officeDocument/2006/relationships/slideLayout" Target="../slideLayouts/slideLayout7.xml"/><Relationship Id="rId212" Type="http://schemas.openxmlformats.org/officeDocument/2006/relationships/image" Target="../media/image1638.png"/><Relationship Id="rId233" Type="http://schemas.openxmlformats.org/officeDocument/2006/relationships/image" Target="../media/image1794.png"/><Relationship Id="rId254" Type="http://schemas.openxmlformats.org/officeDocument/2006/relationships/customXml" Target="../ink/ink2548.xml"/><Relationship Id="rId28" Type="http://schemas.openxmlformats.org/officeDocument/2006/relationships/image" Target="../media/image1001.png"/><Relationship Id="rId49" Type="http://schemas.openxmlformats.org/officeDocument/2006/relationships/customXml" Target="../ink/ink2441.xml"/><Relationship Id="rId114" Type="http://schemas.openxmlformats.org/officeDocument/2006/relationships/image" Target="../media/image1102.png"/><Relationship Id="rId275" Type="http://schemas.openxmlformats.org/officeDocument/2006/relationships/customXml" Target="../ink/ink2568.xml"/><Relationship Id="rId296" Type="http://schemas.openxmlformats.org/officeDocument/2006/relationships/customXml" Target="../ink/ink2580.xml"/><Relationship Id="rId300" Type="http://schemas.openxmlformats.org/officeDocument/2006/relationships/customXml" Target="../ink/ink2582.xml"/><Relationship Id="rId60" Type="http://schemas.openxmlformats.org/officeDocument/2006/relationships/image" Target="../media/image1749.png"/><Relationship Id="rId81" Type="http://schemas.openxmlformats.org/officeDocument/2006/relationships/customXml" Target="../ink/ink2457.xml"/><Relationship Id="rId135" Type="http://schemas.openxmlformats.org/officeDocument/2006/relationships/customXml" Target="../ink/ink2484.xml"/><Relationship Id="rId156" Type="http://schemas.openxmlformats.org/officeDocument/2006/relationships/image" Target="../media/image1611.png"/><Relationship Id="rId177" Type="http://schemas.openxmlformats.org/officeDocument/2006/relationships/customXml" Target="../ink/ink2506.xml"/><Relationship Id="rId198" Type="http://schemas.openxmlformats.org/officeDocument/2006/relationships/image" Target="../media/image1631.png"/><Relationship Id="rId321" Type="http://schemas.openxmlformats.org/officeDocument/2006/relationships/image" Target="../media/image1823.png"/><Relationship Id="rId202" Type="http://schemas.openxmlformats.org/officeDocument/2006/relationships/image" Target="../media/image1633.png"/><Relationship Id="rId223" Type="http://schemas.openxmlformats.org/officeDocument/2006/relationships/image" Target="../media/image1643.png"/><Relationship Id="rId244" Type="http://schemas.openxmlformats.org/officeDocument/2006/relationships/customXml" Target="../ink/ink2540.xml"/><Relationship Id="rId18" Type="http://schemas.openxmlformats.org/officeDocument/2006/relationships/image" Target="../media/image996.png"/><Relationship Id="rId39" Type="http://schemas.openxmlformats.org/officeDocument/2006/relationships/customXml" Target="../ink/ink2436.xml"/><Relationship Id="rId265" Type="http://schemas.openxmlformats.org/officeDocument/2006/relationships/customXml" Target="../ink/ink2558.xml"/><Relationship Id="rId286" Type="http://schemas.openxmlformats.org/officeDocument/2006/relationships/customXml" Target="../ink/ink2575.xml"/><Relationship Id="rId50" Type="http://schemas.openxmlformats.org/officeDocument/2006/relationships/image" Target="../media/image1744.png"/><Relationship Id="rId104" Type="http://schemas.openxmlformats.org/officeDocument/2006/relationships/image" Target="../media/image1586.png"/><Relationship Id="rId125" Type="http://schemas.openxmlformats.org/officeDocument/2006/relationships/customXml" Target="../ink/ink2479.xml"/><Relationship Id="rId146" Type="http://schemas.openxmlformats.org/officeDocument/2006/relationships/image" Target="../media/image1606.png"/><Relationship Id="rId167" Type="http://schemas.openxmlformats.org/officeDocument/2006/relationships/image" Target="../media/image1616.png"/><Relationship Id="rId188" Type="http://schemas.openxmlformats.org/officeDocument/2006/relationships/image" Target="../media/image1626.png"/><Relationship Id="rId311" Type="http://schemas.openxmlformats.org/officeDocument/2006/relationships/image" Target="../media/image1818.png"/><Relationship Id="rId71" Type="http://schemas.openxmlformats.org/officeDocument/2006/relationships/customXml" Target="../ink/ink2452.xml"/><Relationship Id="rId92" Type="http://schemas.openxmlformats.org/officeDocument/2006/relationships/image" Target="../media/image465.png"/><Relationship Id="rId213" Type="http://schemas.openxmlformats.org/officeDocument/2006/relationships/customXml" Target="../ink/ink2524.xml"/><Relationship Id="rId234" Type="http://schemas.openxmlformats.org/officeDocument/2006/relationships/customXml" Target="../ink/ink2535.xml"/><Relationship Id="rId2" Type="http://schemas.openxmlformats.org/officeDocument/2006/relationships/customXml" Target="../ink/ink2417.xml"/><Relationship Id="rId29" Type="http://schemas.openxmlformats.org/officeDocument/2006/relationships/customXml" Target="../ink/ink2431.xml"/><Relationship Id="rId255" Type="http://schemas.openxmlformats.org/officeDocument/2006/relationships/customXml" Target="../ink/ink2549.xml"/><Relationship Id="rId276" Type="http://schemas.openxmlformats.org/officeDocument/2006/relationships/customXml" Target="../ink/ink2569.xml"/><Relationship Id="rId297" Type="http://schemas.openxmlformats.org/officeDocument/2006/relationships/image" Target="../media/image1811.png"/><Relationship Id="rId40" Type="http://schemas.openxmlformats.org/officeDocument/2006/relationships/image" Target="../media/image1739.png"/><Relationship Id="rId115" Type="http://schemas.openxmlformats.org/officeDocument/2006/relationships/customXml" Target="../ink/ink2474.xml"/><Relationship Id="rId136" Type="http://schemas.openxmlformats.org/officeDocument/2006/relationships/image" Target="../media/image1601.png"/><Relationship Id="rId157" Type="http://schemas.openxmlformats.org/officeDocument/2006/relationships/customXml" Target="../ink/ink2495.xml"/><Relationship Id="rId178" Type="http://schemas.openxmlformats.org/officeDocument/2006/relationships/image" Target="../media/image1621.png"/><Relationship Id="rId301" Type="http://schemas.openxmlformats.org/officeDocument/2006/relationships/image" Target="../media/image1813.png"/><Relationship Id="rId322" Type="http://schemas.openxmlformats.org/officeDocument/2006/relationships/customXml" Target="../ink/ink2593.xml"/><Relationship Id="rId61" Type="http://schemas.openxmlformats.org/officeDocument/2006/relationships/customXml" Target="../ink/ink2447.xml"/><Relationship Id="rId82" Type="http://schemas.openxmlformats.org/officeDocument/2006/relationships/image" Target="../media/image1576.png"/><Relationship Id="rId199" Type="http://schemas.openxmlformats.org/officeDocument/2006/relationships/customXml" Target="../ink/ink2517.xml"/><Relationship Id="rId203" Type="http://schemas.openxmlformats.org/officeDocument/2006/relationships/customXml" Target="../ink/ink2519.xml"/><Relationship Id="rId19" Type="http://schemas.openxmlformats.org/officeDocument/2006/relationships/customXml" Target="../ink/ink2426.xml"/><Relationship Id="rId224" Type="http://schemas.openxmlformats.org/officeDocument/2006/relationships/customXml" Target="../ink/ink2530.xml"/><Relationship Id="rId245" Type="http://schemas.openxmlformats.org/officeDocument/2006/relationships/image" Target="../media/image1799.png"/><Relationship Id="rId266" Type="http://schemas.openxmlformats.org/officeDocument/2006/relationships/customXml" Target="../ink/ink2559.xml"/><Relationship Id="rId287" Type="http://schemas.openxmlformats.org/officeDocument/2006/relationships/image" Target="../media/image1806.png"/><Relationship Id="rId30" Type="http://schemas.openxmlformats.org/officeDocument/2006/relationships/image" Target="../media/image1003.png"/><Relationship Id="rId105" Type="http://schemas.openxmlformats.org/officeDocument/2006/relationships/customXml" Target="../ink/ink2469.xml"/><Relationship Id="rId126" Type="http://schemas.openxmlformats.org/officeDocument/2006/relationships/image" Target="../media/image1596.png"/><Relationship Id="rId147" Type="http://schemas.openxmlformats.org/officeDocument/2006/relationships/customXml" Target="../ink/ink2490.xml"/><Relationship Id="rId168" Type="http://schemas.openxmlformats.org/officeDocument/2006/relationships/customXml" Target="../ink/ink2501.xml"/><Relationship Id="rId312" Type="http://schemas.openxmlformats.org/officeDocument/2006/relationships/customXml" Target="../ink/ink2588.xml"/><Relationship Id="rId51" Type="http://schemas.openxmlformats.org/officeDocument/2006/relationships/customXml" Target="../ink/ink2442.xml"/><Relationship Id="rId72" Type="http://schemas.openxmlformats.org/officeDocument/2006/relationships/image" Target="../media/image1571.png"/><Relationship Id="rId93" Type="http://schemas.openxmlformats.org/officeDocument/2006/relationships/customXml" Target="../ink/ink2463.xml"/><Relationship Id="rId189" Type="http://schemas.openxmlformats.org/officeDocument/2006/relationships/customXml" Target="../ink/ink2512.xml"/><Relationship Id="rId3" Type="http://schemas.openxmlformats.org/officeDocument/2006/relationships/image" Target="../media/image1723.png"/><Relationship Id="rId214" Type="http://schemas.openxmlformats.org/officeDocument/2006/relationships/image" Target="../media/image1639.png"/><Relationship Id="rId235" Type="http://schemas.openxmlformats.org/officeDocument/2006/relationships/image" Target="../media/image1795.png"/><Relationship Id="rId256" Type="http://schemas.openxmlformats.org/officeDocument/2006/relationships/customXml" Target="../ink/ink2550.xml"/><Relationship Id="rId277" Type="http://schemas.openxmlformats.org/officeDocument/2006/relationships/customXml" Target="../ink/ink2570.xml"/><Relationship Id="rId298" Type="http://schemas.openxmlformats.org/officeDocument/2006/relationships/customXml" Target="../ink/ink2581.xml"/><Relationship Id="rId116" Type="http://schemas.openxmlformats.org/officeDocument/2006/relationships/image" Target="../media/image1591.png"/><Relationship Id="rId137" Type="http://schemas.openxmlformats.org/officeDocument/2006/relationships/customXml" Target="../ink/ink2485.xml"/><Relationship Id="rId158" Type="http://schemas.openxmlformats.org/officeDocument/2006/relationships/image" Target="../media/image1612.png"/><Relationship Id="rId302" Type="http://schemas.openxmlformats.org/officeDocument/2006/relationships/customXml" Target="../ink/ink2583.xml"/><Relationship Id="rId323" Type="http://schemas.openxmlformats.org/officeDocument/2006/relationships/image" Target="../media/image1824.png"/><Relationship Id="rId20" Type="http://schemas.openxmlformats.org/officeDocument/2006/relationships/image" Target="../media/image997.png"/><Relationship Id="rId41" Type="http://schemas.openxmlformats.org/officeDocument/2006/relationships/customXml" Target="../ink/ink2437.xml"/><Relationship Id="rId62" Type="http://schemas.openxmlformats.org/officeDocument/2006/relationships/image" Target="../media/image1750.png"/><Relationship Id="rId83" Type="http://schemas.openxmlformats.org/officeDocument/2006/relationships/customXml" Target="../ink/ink2458.xml"/><Relationship Id="rId179" Type="http://schemas.openxmlformats.org/officeDocument/2006/relationships/customXml" Target="../ink/ink2507.xml"/><Relationship Id="rId190" Type="http://schemas.openxmlformats.org/officeDocument/2006/relationships/image" Target="../media/image1627.png"/><Relationship Id="rId204" Type="http://schemas.openxmlformats.org/officeDocument/2006/relationships/image" Target="../media/image1634.png"/><Relationship Id="rId225" Type="http://schemas.openxmlformats.org/officeDocument/2006/relationships/image" Target="../media/image1644.png"/><Relationship Id="rId246" Type="http://schemas.openxmlformats.org/officeDocument/2006/relationships/customXml" Target="../ink/ink2541.xml"/><Relationship Id="rId267" Type="http://schemas.openxmlformats.org/officeDocument/2006/relationships/customXml" Target="../ink/ink2560.xml"/><Relationship Id="rId288" Type="http://schemas.openxmlformats.org/officeDocument/2006/relationships/customXml" Target="../ink/ink2576.xml"/><Relationship Id="rId106" Type="http://schemas.openxmlformats.org/officeDocument/2006/relationships/image" Target="../media/image1587.png"/><Relationship Id="rId127" Type="http://schemas.openxmlformats.org/officeDocument/2006/relationships/customXml" Target="../ink/ink2480.xml"/><Relationship Id="rId313" Type="http://schemas.openxmlformats.org/officeDocument/2006/relationships/image" Target="../media/image1819.png"/><Relationship Id="rId10" Type="http://schemas.openxmlformats.org/officeDocument/2006/relationships/image" Target="../media/image1645.png"/><Relationship Id="rId31" Type="http://schemas.openxmlformats.org/officeDocument/2006/relationships/customXml" Target="../ink/ink2432.xml"/><Relationship Id="rId52" Type="http://schemas.openxmlformats.org/officeDocument/2006/relationships/image" Target="../media/image1745.png"/><Relationship Id="rId73" Type="http://schemas.openxmlformats.org/officeDocument/2006/relationships/customXml" Target="../ink/ink2453.xml"/><Relationship Id="rId94" Type="http://schemas.openxmlformats.org/officeDocument/2006/relationships/image" Target="../media/image1581.png"/><Relationship Id="rId148" Type="http://schemas.openxmlformats.org/officeDocument/2006/relationships/image" Target="../media/image1607.png"/><Relationship Id="rId169" Type="http://schemas.openxmlformats.org/officeDocument/2006/relationships/image" Target="../media/image1617.png"/><Relationship Id="rId4" Type="http://schemas.openxmlformats.org/officeDocument/2006/relationships/customXml" Target="../ink/ink2418.xml"/><Relationship Id="rId180" Type="http://schemas.openxmlformats.org/officeDocument/2006/relationships/image" Target="../media/image1622.png"/><Relationship Id="rId215" Type="http://schemas.openxmlformats.org/officeDocument/2006/relationships/customXml" Target="../ink/ink2525.xml"/><Relationship Id="rId236" Type="http://schemas.openxmlformats.org/officeDocument/2006/relationships/customXml" Target="../ink/ink2536.xml"/><Relationship Id="rId257" Type="http://schemas.openxmlformats.org/officeDocument/2006/relationships/customXml" Target="../ink/ink2551.xml"/><Relationship Id="rId278" Type="http://schemas.openxmlformats.org/officeDocument/2006/relationships/customXml" Target="../ink/ink2571.xml"/><Relationship Id="rId303" Type="http://schemas.openxmlformats.org/officeDocument/2006/relationships/image" Target="../media/image1814.png"/><Relationship Id="rId42" Type="http://schemas.openxmlformats.org/officeDocument/2006/relationships/image" Target="../media/image1740.png"/><Relationship Id="rId84" Type="http://schemas.openxmlformats.org/officeDocument/2006/relationships/image" Target="../media/image1577.png"/><Relationship Id="rId138" Type="http://schemas.openxmlformats.org/officeDocument/2006/relationships/image" Target="../media/image1602.png"/><Relationship Id="rId191" Type="http://schemas.openxmlformats.org/officeDocument/2006/relationships/customXml" Target="../ink/ink2513.xml"/><Relationship Id="rId205" Type="http://schemas.openxmlformats.org/officeDocument/2006/relationships/customXml" Target="../ink/ink2520.xml"/><Relationship Id="rId247" Type="http://schemas.openxmlformats.org/officeDocument/2006/relationships/image" Target="../media/image1800.png"/><Relationship Id="rId107" Type="http://schemas.openxmlformats.org/officeDocument/2006/relationships/customXml" Target="../ink/ink2470.xml"/><Relationship Id="rId289" Type="http://schemas.openxmlformats.org/officeDocument/2006/relationships/image" Target="../media/image1807.png"/><Relationship Id="rId11" Type="http://schemas.openxmlformats.org/officeDocument/2006/relationships/customXml" Target="../ink/ink2422.xml"/><Relationship Id="rId53" Type="http://schemas.openxmlformats.org/officeDocument/2006/relationships/customXml" Target="../ink/ink2443.xml"/><Relationship Id="rId149" Type="http://schemas.openxmlformats.org/officeDocument/2006/relationships/customXml" Target="../ink/ink2491.xml"/><Relationship Id="rId314" Type="http://schemas.openxmlformats.org/officeDocument/2006/relationships/customXml" Target="../ink/ink2589.xml"/><Relationship Id="rId95" Type="http://schemas.openxmlformats.org/officeDocument/2006/relationships/customXml" Target="../ink/ink2464.xml"/><Relationship Id="rId160" Type="http://schemas.openxmlformats.org/officeDocument/2006/relationships/customXml" Target="../ink/ink2497.xml"/><Relationship Id="rId216" Type="http://schemas.openxmlformats.org/officeDocument/2006/relationships/image" Target="../media/image1640.png"/><Relationship Id="rId258" Type="http://schemas.openxmlformats.org/officeDocument/2006/relationships/customXml" Target="../ink/ink2552.xml"/><Relationship Id="rId22" Type="http://schemas.openxmlformats.org/officeDocument/2006/relationships/image" Target="../media/image998.png"/><Relationship Id="rId64" Type="http://schemas.openxmlformats.org/officeDocument/2006/relationships/image" Target="../media/image1751.png"/><Relationship Id="rId118" Type="http://schemas.openxmlformats.org/officeDocument/2006/relationships/image" Target="../media/image1592.png"/><Relationship Id="rId171" Type="http://schemas.openxmlformats.org/officeDocument/2006/relationships/image" Target="../media/image1618.png"/><Relationship Id="rId227" Type="http://schemas.openxmlformats.org/officeDocument/2006/relationships/image" Target="../media/image1791.png"/><Relationship Id="rId269" Type="http://schemas.openxmlformats.org/officeDocument/2006/relationships/customXml" Target="../ink/ink2562.xml"/><Relationship Id="rId33" Type="http://schemas.openxmlformats.org/officeDocument/2006/relationships/customXml" Target="../ink/ink2433.xml"/><Relationship Id="rId129" Type="http://schemas.openxmlformats.org/officeDocument/2006/relationships/customXml" Target="../ink/ink2481.xml"/><Relationship Id="rId280" Type="http://schemas.openxmlformats.org/officeDocument/2006/relationships/customXml" Target="../ink/ink2572.xml"/><Relationship Id="rId75" Type="http://schemas.openxmlformats.org/officeDocument/2006/relationships/customXml" Target="../ink/ink2454.xml"/><Relationship Id="rId140" Type="http://schemas.openxmlformats.org/officeDocument/2006/relationships/image" Target="../media/image1603.png"/><Relationship Id="rId182" Type="http://schemas.openxmlformats.org/officeDocument/2006/relationships/image" Target="../media/image1623.png"/><Relationship Id="rId6" Type="http://schemas.openxmlformats.org/officeDocument/2006/relationships/customXml" Target="../ink/ink2419.xml"/><Relationship Id="rId238" Type="http://schemas.openxmlformats.org/officeDocument/2006/relationships/customXml" Target="../ink/ink2537.xml"/><Relationship Id="rId291" Type="http://schemas.openxmlformats.org/officeDocument/2006/relationships/image" Target="../media/image1808.png"/><Relationship Id="rId305" Type="http://schemas.openxmlformats.org/officeDocument/2006/relationships/image" Target="../media/image1815.png"/><Relationship Id="rId44" Type="http://schemas.openxmlformats.org/officeDocument/2006/relationships/image" Target="../media/image1741.png"/><Relationship Id="rId86" Type="http://schemas.openxmlformats.org/officeDocument/2006/relationships/image" Target="../media/image1578.png"/><Relationship Id="rId151" Type="http://schemas.openxmlformats.org/officeDocument/2006/relationships/customXml" Target="../ink/ink2492.xml"/><Relationship Id="rId193" Type="http://schemas.openxmlformats.org/officeDocument/2006/relationships/customXml" Target="../ink/ink2514.xml"/><Relationship Id="rId207" Type="http://schemas.openxmlformats.org/officeDocument/2006/relationships/customXml" Target="../ink/ink2521.xml"/><Relationship Id="rId249" Type="http://schemas.openxmlformats.org/officeDocument/2006/relationships/customXml" Target="../ink/ink2543.xml"/><Relationship Id="rId13" Type="http://schemas.openxmlformats.org/officeDocument/2006/relationships/customXml" Target="../ink/ink2423.xml"/><Relationship Id="rId109" Type="http://schemas.openxmlformats.org/officeDocument/2006/relationships/customXml" Target="../ink/ink2471.xml"/><Relationship Id="rId260" Type="http://schemas.openxmlformats.org/officeDocument/2006/relationships/customXml" Target="../ink/ink2554.xml"/><Relationship Id="rId316" Type="http://schemas.openxmlformats.org/officeDocument/2006/relationships/customXml" Target="../ink/ink2590.xml"/></Relationships>
</file>

<file path=ppt/slides/_rels/slide18.xml.rels><?xml version="1.0" encoding="UTF-8" standalone="yes"?>
<Relationships xmlns="http://schemas.openxmlformats.org/package/2006/relationships"><Relationship Id="rId117" Type="http://schemas.openxmlformats.org/officeDocument/2006/relationships/image" Target="../media/image1882.png"/><Relationship Id="rId299" Type="http://schemas.openxmlformats.org/officeDocument/2006/relationships/image" Target="../media/image1971.png"/><Relationship Id="rId21" Type="http://schemas.openxmlformats.org/officeDocument/2006/relationships/image" Target="../media/image1834.png"/><Relationship Id="rId63" Type="http://schemas.openxmlformats.org/officeDocument/2006/relationships/image" Target="../media/image1855.png"/><Relationship Id="rId159" Type="http://schemas.openxmlformats.org/officeDocument/2006/relationships/image" Target="../media/image1902.png"/><Relationship Id="rId170" Type="http://schemas.openxmlformats.org/officeDocument/2006/relationships/customXml" Target="../ink/ink2678.xml"/><Relationship Id="rId226" Type="http://schemas.openxmlformats.org/officeDocument/2006/relationships/customXml" Target="../ink/ink2706.xml"/><Relationship Id="rId268" Type="http://schemas.openxmlformats.org/officeDocument/2006/relationships/customXml" Target="../ink/ink2727.xml"/><Relationship Id="rId32" Type="http://schemas.openxmlformats.org/officeDocument/2006/relationships/customXml" Target="../ink/ink2609.xml"/><Relationship Id="rId74" Type="http://schemas.openxmlformats.org/officeDocument/2006/relationships/customXml" Target="../ink/ink2630.xml"/><Relationship Id="rId128" Type="http://schemas.openxmlformats.org/officeDocument/2006/relationships/customXml" Target="../ink/ink2657.xml"/><Relationship Id="rId5" Type="http://schemas.openxmlformats.org/officeDocument/2006/relationships/image" Target="../media/image1826.png"/><Relationship Id="rId181" Type="http://schemas.openxmlformats.org/officeDocument/2006/relationships/image" Target="../media/image1913.png"/><Relationship Id="rId237" Type="http://schemas.openxmlformats.org/officeDocument/2006/relationships/image" Target="../media/image1940.png"/><Relationship Id="rId279" Type="http://schemas.openxmlformats.org/officeDocument/2006/relationships/image" Target="../media/image1961.png"/><Relationship Id="rId43" Type="http://schemas.openxmlformats.org/officeDocument/2006/relationships/image" Target="../media/image1845.png"/><Relationship Id="rId139" Type="http://schemas.openxmlformats.org/officeDocument/2006/relationships/image" Target="../media/image1892.png"/><Relationship Id="rId290" Type="http://schemas.openxmlformats.org/officeDocument/2006/relationships/customXml" Target="../ink/ink2738.xml"/><Relationship Id="rId304" Type="http://schemas.openxmlformats.org/officeDocument/2006/relationships/customXml" Target="../ink/ink2745.xml"/><Relationship Id="rId85" Type="http://schemas.openxmlformats.org/officeDocument/2006/relationships/image" Target="../media/image1866.png"/><Relationship Id="rId150" Type="http://schemas.openxmlformats.org/officeDocument/2006/relationships/customXml" Target="../ink/ink2668.xml"/><Relationship Id="rId192" Type="http://schemas.openxmlformats.org/officeDocument/2006/relationships/customXml" Target="../ink/ink2689.xml"/><Relationship Id="rId206" Type="http://schemas.openxmlformats.org/officeDocument/2006/relationships/customXml" Target="../ink/ink2696.xml"/><Relationship Id="rId248" Type="http://schemas.openxmlformats.org/officeDocument/2006/relationships/customXml" Target="../ink/ink2717.xml"/><Relationship Id="rId12" Type="http://schemas.openxmlformats.org/officeDocument/2006/relationships/customXml" Target="../ink/ink2599.xml"/><Relationship Id="rId108" Type="http://schemas.openxmlformats.org/officeDocument/2006/relationships/customXml" Target="../ink/ink2647.xml"/><Relationship Id="rId315" Type="http://schemas.openxmlformats.org/officeDocument/2006/relationships/image" Target="../media/image1979.png"/><Relationship Id="rId54" Type="http://schemas.openxmlformats.org/officeDocument/2006/relationships/customXml" Target="../ink/ink2620.xml"/><Relationship Id="rId96" Type="http://schemas.openxmlformats.org/officeDocument/2006/relationships/customXml" Target="../ink/ink2641.xml"/><Relationship Id="rId161" Type="http://schemas.openxmlformats.org/officeDocument/2006/relationships/image" Target="../media/image1903.png"/><Relationship Id="rId217" Type="http://schemas.openxmlformats.org/officeDocument/2006/relationships/image" Target="../media/image1930.png"/><Relationship Id="rId259" Type="http://schemas.openxmlformats.org/officeDocument/2006/relationships/image" Target="../media/image1951.png"/><Relationship Id="rId23" Type="http://schemas.openxmlformats.org/officeDocument/2006/relationships/image" Target="../media/image1835.png"/><Relationship Id="rId119" Type="http://schemas.openxmlformats.org/officeDocument/2006/relationships/image" Target="../media/image1883.png"/><Relationship Id="rId270" Type="http://schemas.openxmlformats.org/officeDocument/2006/relationships/customXml" Target="../ink/ink2728.xml"/><Relationship Id="rId65" Type="http://schemas.openxmlformats.org/officeDocument/2006/relationships/image" Target="../media/image1856.png"/><Relationship Id="rId130" Type="http://schemas.openxmlformats.org/officeDocument/2006/relationships/customXml" Target="../ink/ink2658.xml"/><Relationship Id="rId172" Type="http://schemas.openxmlformats.org/officeDocument/2006/relationships/customXml" Target="../ink/ink2679.xml"/><Relationship Id="rId228" Type="http://schemas.openxmlformats.org/officeDocument/2006/relationships/customXml" Target="../ink/ink2707.xml"/><Relationship Id="rId281" Type="http://schemas.openxmlformats.org/officeDocument/2006/relationships/image" Target="../media/image1962.png"/><Relationship Id="rId34" Type="http://schemas.openxmlformats.org/officeDocument/2006/relationships/customXml" Target="../ink/ink2610.xml"/><Relationship Id="rId55" Type="http://schemas.openxmlformats.org/officeDocument/2006/relationships/image" Target="../media/image1851.png"/><Relationship Id="rId76" Type="http://schemas.openxmlformats.org/officeDocument/2006/relationships/customXml" Target="../ink/ink2631.xml"/><Relationship Id="rId97" Type="http://schemas.openxmlformats.org/officeDocument/2006/relationships/image" Target="../media/image1872.png"/><Relationship Id="rId120" Type="http://schemas.openxmlformats.org/officeDocument/2006/relationships/customXml" Target="../ink/ink2653.xml"/><Relationship Id="rId141" Type="http://schemas.openxmlformats.org/officeDocument/2006/relationships/image" Target="../media/image1893.png"/><Relationship Id="rId7" Type="http://schemas.openxmlformats.org/officeDocument/2006/relationships/image" Target="../media/image1827.png"/><Relationship Id="rId162" Type="http://schemas.openxmlformats.org/officeDocument/2006/relationships/customXml" Target="../ink/ink2674.xml"/><Relationship Id="rId183" Type="http://schemas.openxmlformats.org/officeDocument/2006/relationships/image" Target="../media/image1914.png"/><Relationship Id="rId218" Type="http://schemas.openxmlformats.org/officeDocument/2006/relationships/customXml" Target="../ink/ink2702.xml"/><Relationship Id="rId239" Type="http://schemas.openxmlformats.org/officeDocument/2006/relationships/image" Target="../media/image1941.png"/><Relationship Id="rId250" Type="http://schemas.openxmlformats.org/officeDocument/2006/relationships/customXml" Target="../ink/ink2718.xml"/><Relationship Id="rId271" Type="http://schemas.openxmlformats.org/officeDocument/2006/relationships/image" Target="../media/image1957.png"/><Relationship Id="rId292" Type="http://schemas.openxmlformats.org/officeDocument/2006/relationships/customXml" Target="../ink/ink2739.xml"/><Relationship Id="rId306" Type="http://schemas.openxmlformats.org/officeDocument/2006/relationships/customXml" Target="../ink/ink2746.xml"/><Relationship Id="rId24" Type="http://schemas.openxmlformats.org/officeDocument/2006/relationships/customXml" Target="../ink/ink2605.xml"/><Relationship Id="rId45" Type="http://schemas.openxmlformats.org/officeDocument/2006/relationships/image" Target="../media/image1846.png"/><Relationship Id="rId66" Type="http://schemas.openxmlformats.org/officeDocument/2006/relationships/customXml" Target="../ink/ink2626.xml"/><Relationship Id="rId87" Type="http://schemas.openxmlformats.org/officeDocument/2006/relationships/image" Target="../media/image1867.png"/><Relationship Id="rId110" Type="http://schemas.openxmlformats.org/officeDocument/2006/relationships/customXml" Target="../ink/ink2648.xml"/><Relationship Id="rId131" Type="http://schemas.openxmlformats.org/officeDocument/2006/relationships/image" Target="../media/image465.png"/><Relationship Id="rId152" Type="http://schemas.openxmlformats.org/officeDocument/2006/relationships/customXml" Target="../ink/ink2669.xml"/><Relationship Id="rId173" Type="http://schemas.openxmlformats.org/officeDocument/2006/relationships/image" Target="../media/image1909.png"/><Relationship Id="rId194" Type="http://schemas.openxmlformats.org/officeDocument/2006/relationships/customXml" Target="../ink/ink2690.xml"/><Relationship Id="rId208" Type="http://schemas.openxmlformats.org/officeDocument/2006/relationships/customXml" Target="../ink/ink2697.xml"/><Relationship Id="rId229" Type="http://schemas.openxmlformats.org/officeDocument/2006/relationships/image" Target="../media/image1936.png"/><Relationship Id="rId240" Type="http://schemas.openxmlformats.org/officeDocument/2006/relationships/customXml" Target="../ink/ink2713.xml"/><Relationship Id="rId261" Type="http://schemas.openxmlformats.org/officeDocument/2006/relationships/image" Target="../media/image1952.png"/><Relationship Id="rId14" Type="http://schemas.openxmlformats.org/officeDocument/2006/relationships/customXml" Target="../ink/ink2600.xml"/><Relationship Id="rId35" Type="http://schemas.openxmlformats.org/officeDocument/2006/relationships/image" Target="../media/image1841.png"/><Relationship Id="rId56" Type="http://schemas.openxmlformats.org/officeDocument/2006/relationships/customXml" Target="../ink/ink2621.xml"/><Relationship Id="rId77" Type="http://schemas.openxmlformats.org/officeDocument/2006/relationships/image" Target="../media/image1862.png"/><Relationship Id="rId100" Type="http://schemas.openxmlformats.org/officeDocument/2006/relationships/customXml" Target="../ink/ink2643.xml"/><Relationship Id="rId282" Type="http://schemas.openxmlformats.org/officeDocument/2006/relationships/customXml" Target="../ink/ink2734.xml"/><Relationship Id="rId317" Type="http://schemas.openxmlformats.org/officeDocument/2006/relationships/image" Target="../media/image1980.png"/><Relationship Id="rId8" Type="http://schemas.openxmlformats.org/officeDocument/2006/relationships/customXml" Target="../ink/ink2597.xml"/><Relationship Id="rId98" Type="http://schemas.openxmlformats.org/officeDocument/2006/relationships/customXml" Target="../ink/ink2642.xml"/><Relationship Id="rId121" Type="http://schemas.openxmlformats.org/officeDocument/2006/relationships/image" Target="../media/image1884.png"/><Relationship Id="rId142" Type="http://schemas.openxmlformats.org/officeDocument/2006/relationships/customXml" Target="../ink/ink2664.xml"/><Relationship Id="rId163" Type="http://schemas.openxmlformats.org/officeDocument/2006/relationships/image" Target="../media/image1904.png"/><Relationship Id="rId184" Type="http://schemas.openxmlformats.org/officeDocument/2006/relationships/customXml" Target="../ink/ink2685.xml"/><Relationship Id="rId219" Type="http://schemas.openxmlformats.org/officeDocument/2006/relationships/image" Target="../media/image1931.png"/><Relationship Id="rId230" Type="http://schemas.openxmlformats.org/officeDocument/2006/relationships/customXml" Target="../ink/ink2708.xml"/><Relationship Id="rId251" Type="http://schemas.openxmlformats.org/officeDocument/2006/relationships/image" Target="../media/image1947.png"/><Relationship Id="rId25" Type="http://schemas.openxmlformats.org/officeDocument/2006/relationships/image" Target="../media/image1836.png"/><Relationship Id="rId46" Type="http://schemas.openxmlformats.org/officeDocument/2006/relationships/customXml" Target="../ink/ink2616.xml"/><Relationship Id="rId67" Type="http://schemas.openxmlformats.org/officeDocument/2006/relationships/image" Target="../media/image1857.png"/><Relationship Id="rId272" Type="http://schemas.openxmlformats.org/officeDocument/2006/relationships/customXml" Target="../ink/ink2729.xml"/><Relationship Id="rId293" Type="http://schemas.openxmlformats.org/officeDocument/2006/relationships/image" Target="../media/image1968.png"/><Relationship Id="rId307" Type="http://schemas.openxmlformats.org/officeDocument/2006/relationships/image" Target="../media/image1975.png"/><Relationship Id="rId88" Type="http://schemas.openxmlformats.org/officeDocument/2006/relationships/customXml" Target="../ink/ink2637.xml"/><Relationship Id="rId111" Type="http://schemas.openxmlformats.org/officeDocument/2006/relationships/image" Target="../media/image1879.png"/><Relationship Id="rId132" Type="http://schemas.openxmlformats.org/officeDocument/2006/relationships/customXml" Target="../ink/ink2659.xml"/><Relationship Id="rId153" Type="http://schemas.openxmlformats.org/officeDocument/2006/relationships/image" Target="../media/image1899.png"/><Relationship Id="rId174" Type="http://schemas.openxmlformats.org/officeDocument/2006/relationships/customXml" Target="../ink/ink2680.xml"/><Relationship Id="rId195" Type="http://schemas.openxmlformats.org/officeDocument/2006/relationships/image" Target="../media/image1919.png"/><Relationship Id="rId209" Type="http://schemas.openxmlformats.org/officeDocument/2006/relationships/image" Target="../media/image1926.png"/><Relationship Id="rId220" Type="http://schemas.openxmlformats.org/officeDocument/2006/relationships/customXml" Target="../ink/ink2703.xml"/><Relationship Id="rId241" Type="http://schemas.openxmlformats.org/officeDocument/2006/relationships/image" Target="../media/image1942.png"/><Relationship Id="rId15" Type="http://schemas.openxmlformats.org/officeDocument/2006/relationships/image" Target="../media/image1831.png"/><Relationship Id="rId36" Type="http://schemas.openxmlformats.org/officeDocument/2006/relationships/customXml" Target="../ink/ink2611.xml"/><Relationship Id="rId57" Type="http://schemas.openxmlformats.org/officeDocument/2006/relationships/image" Target="../media/image1852.png"/><Relationship Id="rId262" Type="http://schemas.openxmlformats.org/officeDocument/2006/relationships/customXml" Target="../ink/ink2724.xml"/><Relationship Id="rId283" Type="http://schemas.openxmlformats.org/officeDocument/2006/relationships/image" Target="../media/image1963.png"/><Relationship Id="rId318" Type="http://schemas.openxmlformats.org/officeDocument/2006/relationships/customXml" Target="../ink/ink2752.xml"/><Relationship Id="rId78" Type="http://schemas.openxmlformats.org/officeDocument/2006/relationships/customXml" Target="../ink/ink2632.xml"/><Relationship Id="rId99" Type="http://schemas.openxmlformats.org/officeDocument/2006/relationships/image" Target="../media/image1873.png"/><Relationship Id="rId101" Type="http://schemas.openxmlformats.org/officeDocument/2006/relationships/image" Target="../media/image1874.png"/><Relationship Id="rId122" Type="http://schemas.openxmlformats.org/officeDocument/2006/relationships/customXml" Target="../ink/ink2654.xml"/><Relationship Id="rId143" Type="http://schemas.openxmlformats.org/officeDocument/2006/relationships/image" Target="../media/image1894.png"/><Relationship Id="rId164" Type="http://schemas.openxmlformats.org/officeDocument/2006/relationships/customXml" Target="../ink/ink2675.xml"/><Relationship Id="rId185" Type="http://schemas.openxmlformats.org/officeDocument/2006/relationships/image" Target="../media/image1915.png"/><Relationship Id="rId9" Type="http://schemas.openxmlformats.org/officeDocument/2006/relationships/image" Target="../media/image1828.png"/><Relationship Id="rId210" Type="http://schemas.openxmlformats.org/officeDocument/2006/relationships/customXml" Target="../ink/ink2698.xml"/><Relationship Id="rId26" Type="http://schemas.openxmlformats.org/officeDocument/2006/relationships/customXml" Target="../ink/ink2606.xml"/><Relationship Id="rId231" Type="http://schemas.openxmlformats.org/officeDocument/2006/relationships/image" Target="../media/image1937.png"/><Relationship Id="rId252" Type="http://schemas.openxmlformats.org/officeDocument/2006/relationships/customXml" Target="../ink/ink2719.xml"/><Relationship Id="rId273" Type="http://schemas.openxmlformats.org/officeDocument/2006/relationships/image" Target="../media/image1958.png"/><Relationship Id="rId294" Type="http://schemas.openxmlformats.org/officeDocument/2006/relationships/customXml" Target="../ink/ink2740.xml"/><Relationship Id="rId308" Type="http://schemas.openxmlformats.org/officeDocument/2006/relationships/customXml" Target="../ink/ink2747.xml"/><Relationship Id="rId47" Type="http://schemas.openxmlformats.org/officeDocument/2006/relationships/image" Target="../media/image1847.png"/><Relationship Id="rId68" Type="http://schemas.openxmlformats.org/officeDocument/2006/relationships/customXml" Target="../ink/ink2627.xml"/><Relationship Id="rId89" Type="http://schemas.openxmlformats.org/officeDocument/2006/relationships/image" Target="../media/image1868.png"/><Relationship Id="rId112" Type="http://schemas.openxmlformats.org/officeDocument/2006/relationships/customXml" Target="../ink/ink2649.xml"/><Relationship Id="rId133" Type="http://schemas.openxmlformats.org/officeDocument/2006/relationships/image" Target="../media/image1889.png"/><Relationship Id="rId154" Type="http://schemas.openxmlformats.org/officeDocument/2006/relationships/customXml" Target="../ink/ink2670.xml"/><Relationship Id="rId175" Type="http://schemas.openxmlformats.org/officeDocument/2006/relationships/image" Target="../media/image1910.png"/><Relationship Id="rId196" Type="http://schemas.openxmlformats.org/officeDocument/2006/relationships/customXml" Target="../ink/ink2691.xml"/><Relationship Id="rId200" Type="http://schemas.openxmlformats.org/officeDocument/2006/relationships/customXml" Target="../ink/ink2693.xml"/><Relationship Id="rId16" Type="http://schemas.openxmlformats.org/officeDocument/2006/relationships/customXml" Target="../ink/ink2601.xml"/><Relationship Id="rId221" Type="http://schemas.openxmlformats.org/officeDocument/2006/relationships/image" Target="../media/image1932.png"/><Relationship Id="rId242" Type="http://schemas.openxmlformats.org/officeDocument/2006/relationships/customXml" Target="../ink/ink2714.xml"/><Relationship Id="rId263" Type="http://schemas.openxmlformats.org/officeDocument/2006/relationships/image" Target="../media/image1953.png"/><Relationship Id="rId284" Type="http://schemas.openxmlformats.org/officeDocument/2006/relationships/customXml" Target="../ink/ink2735.xml"/><Relationship Id="rId319" Type="http://schemas.openxmlformats.org/officeDocument/2006/relationships/image" Target="../media/image1981.png"/><Relationship Id="rId37" Type="http://schemas.openxmlformats.org/officeDocument/2006/relationships/image" Target="../media/image1842.png"/><Relationship Id="rId58" Type="http://schemas.openxmlformats.org/officeDocument/2006/relationships/customXml" Target="../ink/ink2622.xml"/><Relationship Id="rId79" Type="http://schemas.openxmlformats.org/officeDocument/2006/relationships/image" Target="../media/image1863.png"/><Relationship Id="rId102" Type="http://schemas.openxmlformats.org/officeDocument/2006/relationships/customXml" Target="../ink/ink2644.xml"/><Relationship Id="rId123" Type="http://schemas.openxmlformats.org/officeDocument/2006/relationships/image" Target="../media/image1885.png"/><Relationship Id="rId144" Type="http://schemas.openxmlformats.org/officeDocument/2006/relationships/customXml" Target="../ink/ink2665.xml"/><Relationship Id="rId90" Type="http://schemas.openxmlformats.org/officeDocument/2006/relationships/customXml" Target="../ink/ink2638.xml"/><Relationship Id="rId165" Type="http://schemas.openxmlformats.org/officeDocument/2006/relationships/image" Target="../media/image1905.png"/><Relationship Id="rId186" Type="http://schemas.openxmlformats.org/officeDocument/2006/relationships/customXml" Target="../ink/ink2686.xml"/><Relationship Id="rId211" Type="http://schemas.openxmlformats.org/officeDocument/2006/relationships/image" Target="../media/image1927.png"/><Relationship Id="rId232" Type="http://schemas.openxmlformats.org/officeDocument/2006/relationships/customXml" Target="../ink/ink2709.xml"/><Relationship Id="rId253" Type="http://schemas.openxmlformats.org/officeDocument/2006/relationships/image" Target="../media/image1948.png"/><Relationship Id="rId274" Type="http://schemas.openxmlformats.org/officeDocument/2006/relationships/customXml" Target="../ink/ink2730.xml"/><Relationship Id="rId295" Type="http://schemas.openxmlformats.org/officeDocument/2006/relationships/image" Target="../media/image1969.png"/><Relationship Id="rId309" Type="http://schemas.openxmlformats.org/officeDocument/2006/relationships/image" Target="../media/image1976.png"/><Relationship Id="rId27" Type="http://schemas.openxmlformats.org/officeDocument/2006/relationships/image" Target="../media/image1837.png"/><Relationship Id="rId48" Type="http://schemas.openxmlformats.org/officeDocument/2006/relationships/customXml" Target="../ink/ink2617.xml"/><Relationship Id="rId69" Type="http://schemas.openxmlformats.org/officeDocument/2006/relationships/image" Target="../media/image1858.png"/><Relationship Id="rId113" Type="http://schemas.openxmlformats.org/officeDocument/2006/relationships/image" Target="../media/image1880.png"/><Relationship Id="rId134" Type="http://schemas.openxmlformats.org/officeDocument/2006/relationships/customXml" Target="../ink/ink2660.xml"/><Relationship Id="rId320" Type="http://schemas.openxmlformats.org/officeDocument/2006/relationships/customXml" Target="../ink/ink2753.xml"/><Relationship Id="rId80" Type="http://schemas.openxmlformats.org/officeDocument/2006/relationships/customXml" Target="../ink/ink2633.xml"/><Relationship Id="rId155" Type="http://schemas.openxmlformats.org/officeDocument/2006/relationships/image" Target="../media/image1900.png"/><Relationship Id="rId176" Type="http://schemas.openxmlformats.org/officeDocument/2006/relationships/customXml" Target="../ink/ink2681.xml"/><Relationship Id="rId197" Type="http://schemas.openxmlformats.org/officeDocument/2006/relationships/image" Target="../media/image1920.png"/><Relationship Id="rId201" Type="http://schemas.openxmlformats.org/officeDocument/2006/relationships/image" Target="../media/image1922.png"/><Relationship Id="rId222" Type="http://schemas.openxmlformats.org/officeDocument/2006/relationships/customXml" Target="../ink/ink2704.xml"/><Relationship Id="rId243" Type="http://schemas.openxmlformats.org/officeDocument/2006/relationships/image" Target="../media/image1943.png"/><Relationship Id="rId264" Type="http://schemas.openxmlformats.org/officeDocument/2006/relationships/customXml" Target="../ink/ink2725.xml"/><Relationship Id="rId285" Type="http://schemas.openxmlformats.org/officeDocument/2006/relationships/image" Target="../media/image1964.png"/><Relationship Id="rId17" Type="http://schemas.openxmlformats.org/officeDocument/2006/relationships/image" Target="../media/image1832.png"/><Relationship Id="rId38" Type="http://schemas.openxmlformats.org/officeDocument/2006/relationships/customXml" Target="../ink/ink2612.xml"/><Relationship Id="rId59" Type="http://schemas.openxmlformats.org/officeDocument/2006/relationships/image" Target="../media/image1853.png"/><Relationship Id="rId103" Type="http://schemas.openxmlformats.org/officeDocument/2006/relationships/image" Target="../media/image1875.png"/><Relationship Id="rId124" Type="http://schemas.openxmlformats.org/officeDocument/2006/relationships/customXml" Target="../ink/ink2655.xml"/><Relationship Id="rId310" Type="http://schemas.openxmlformats.org/officeDocument/2006/relationships/customXml" Target="../ink/ink2748.xml"/><Relationship Id="rId70" Type="http://schemas.openxmlformats.org/officeDocument/2006/relationships/customXml" Target="../ink/ink2628.xml"/><Relationship Id="rId91" Type="http://schemas.openxmlformats.org/officeDocument/2006/relationships/image" Target="../media/image1869.png"/><Relationship Id="rId145" Type="http://schemas.openxmlformats.org/officeDocument/2006/relationships/image" Target="../media/image1895.png"/><Relationship Id="rId166" Type="http://schemas.openxmlformats.org/officeDocument/2006/relationships/customXml" Target="../ink/ink2676.xml"/><Relationship Id="rId187" Type="http://schemas.openxmlformats.org/officeDocument/2006/relationships/image" Target="../media/image1916.png"/><Relationship Id="rId1" Type="http://schemas.openxmlformats.org/officeDocument/2006/relationships/slideLayout" Target="../slideLayouts/slideLayout7.xml"/><Relationship Id="rId212" Type="http://schemas.openxmlformats.org/officeDocument/2006/relationships/customXml" Target="../ink/ink2699.xml"/><Relationship Id="rId233" Type="http://schemas.openxmlformats.org/officeDocument/2006/relationships/image" Target="../media/image1938.png"/><Relationship Id="rId254" Type="http://schemas.openxmlformats.org/officeDocument/2006/relationships/customXml" Target="../ink/ink2720.xml"/><Relationship Id="rId28" Type="http://schemas.openxmlformats.org/officeDocument/2006/relationships/customXml" Target="../ink/ink2607.xml"/><Relationship Id="rId49" Type="http://schemas.openxmlformats.org/officeDocument/2006/relationships/image" Target="../media/image1848.png"/><Relationship Id="rId114" Type="http://schemas.openxmlformats.org/officeDocument/2006/relationships/customXml" Target="../ink/ink2650.xml"/><Relationship Id="rId275" Type="http://schemas.openxmlformats.org/officeDocument/2006/relationships/image" Target="../media/image1959.png"/><Relationship Id="rId296" Type="http://schemas.openxmlformats.org/officeDocument/2006/relationships/customXml" Target="../ink/ink2741.xml"/><Relationship Id="rId300" Type="http://schemas.openxmlformats.org/officeDocument/2006/relationships/customXml" Target="../ink/ink2743.xml"/><Relationship Id="rId60" Type="http://schemas.openxmlformats.org/officeDocument/2006/relationships/customXml" Target="../ink/ink2623.xml"/><Relationship Id="rId81" Type="http://schemas.openxmlformats.org/officeDocument/2006/relationships/image" Target="../media/image1864.png"/><Relationship Id="rId135" Type="http://schemas.openxmlformats.org/officeDocument/2006/relationships/image" Target="../media/image1890.png"/><Relationship Id="rId156" Type="http://schemas.openxmlformats.org/officeDocument/2006/relationships/customXml" Target="../ink/ink2671.xml"/><Relationship Id="rId177" Type="http://schemas.openxmlformats.org/officeDocument/2006/relationships/image" Target="../media/image1911.png"/><Relationship Id="rId198" Type="http://schemas.openxmlformats.org/officeDocument/2006/relationships/customXml" Target="../ink/ink2692.xml"/><Relationship Id="rId321" Type="http://schemas.openxmlformats.org/officeDocument/2006/relationships/image" Target="../media/image1982.png"/><Relationship Id="rId202" Type="http://schemas.openxmlformats.org/officeDocument/2006/relationships/customXml" Target="../ink/ink2694.xml"/><Relationship Id="rId223" Type="http://schemas.openxmlformats.org/officeDocument/2006/relationships/image" Target="../media/image1933.png"/><Relationship Id="rId244" Type="http://schemas.openxmlformats.org/officeDocument/2006/relationships/customXml" Target="../ink/ink2715.xml"/><Relationship Id="rId18" Type="http://schemas.openxmlformats.org/officeDocument/2006/relationships/customXml" Target="../ink/ink2602.xml"/><Relationship Id="rId39" Type="http://schemas.openxmlformats.org/officeDocument/2006/relationships/image" Target="../media/image1843.png"/><Relationship Id="rId265" Type="http://schemas.openxmlformats.org/officeDocument/2006/relationships/image" Target="../media/image1954.png"/><Relationship Id="rId286" Type="http://schemas.openxmlformats.org/officeDocument/2006/relationships/customXml" Target="../ink/ink2736.xml"/><Relationship Id="rId50" Type="http://schemas.openxmlformats.org/officeDocument/2006/relationships/customXml" Target="../ink/ink2618.xml"/><Relationship Id="rId104" Type="http://schemas.openxmlformats.org/officeDocument/2006/relationships/customXml" Target="../ink/ink2645.xml"/><Relationship Id="rId125" Type="http://schemas.openxmlformats.org/officeDocument/2006/relationships/image" Target="../media/image1886.png"/><Relationship Id="rId146" Type="http://schemas.openxmlformats.org/officeDocument/2006/relationships/customXml" Target="../ink/ink2666.xml"/><Relationship Id="rId167" Type="http://schemas.openxmlformats.org/officeDocument/2006/relationships/image" Target="../media/image1906.png"/><Relationship Id="rId188" Type="http://schemas.openxmlformats.org/officeDocument/2006/relationships/customXml" Target="../ink/ink2687.xml"/><Relationship Id="rId311" Type="http://schemas.openxmlformats.org/officeDocument/2006/relationships/image" Target="../media/image1977.png"/><Relationship Id="rId71" Type="http://schemas.openxmlformats.org/officeDocument/2006/relationships/image" Target="../media/image1859.png"/><Relationship Id="rId92" Type="http://schemas.openxmlformats.org/officeDocument/2006/relationships/customXml" Target="../ink/ink2639.xml"/><Relationship Id="rId213" Type="http://schemas.openxmlformats.org/officeDocument/2006/relationships/image" Target="../media/image1928.png"/><Relationship Id="rId234" Type="http://schemas.openxmlformats.org/officeDocument/2006/relationships/customXml" Target="../ink/ink2710.xml"/><Relationship Id="rId2" Type="http://schemas.openxmlformats.org/officeDocument/2006/relationships/customXml" Target="../ink/ink2594.xml"/><Relationship Id="rId29" Type="http://schemas.openxmlformats.org/officeDocument/2006/relationships/image" Target="../media/image1838.png"/><Relationship Id="rId255" Type="http://schemas.openxmlformats.org/officeDocument/2006/relationships/image" Target="../media/image1949.png"/><Relationship Id="rId276" Type="http://schemas.openxmlformats.org/officeDocument/2006/relationships/customXml" Target="../ink/ink2731.xml"/><Relationship Id="rId297" Type="http://schemas.openxmlformats.org/officeDocument/2006/relationships/image" Target="../media/image1970.png"/><Relationship Id="rId40" Type="http://schemas.openxmlformats.org/officeDocument/2006/relationships/customXml" Target="../ink/ink2613.xml"/><Relationship Id="rId115" Type="http://schemas.openxmlformats.org/officeDocument/2006/relationships/image" Target="../media/image1881.png"/><Relationship Id="rId136" Type="http://schemas.openxmlformats.org/officeDocument/2006/relationships/customXml" Target="../ink/ink2661.xml"/><Relationship Id="rId157" Type="http://schemas.openxmlformats.org/officeDocument/2006/relationships/image" Target="../media/image1901.png"/><Relationship Id="rId178" Type="http://schemas.openxmlformats.org/officeDocument/2006/relationships/customXml" Target="../ink/ink2682.xml"/><Relationship Id="rId301" Type="http://schemas.openxmlformats.org/officeDocument/2006/relationships/image" Target="../media/image1972.png"/><Relationship Id="rId61" Type="http://schemas.openxmlformats.org/officeDocument/2006/relationships/image" Target="../media/image1854.png"/><Relationship Id="rId82" Type="http://schemas.openxmlformats.org/officeDocument/2006/relationships/customXml" Target="../ink/ink2634.xml"/><Relationship Id="rId199" Type="http://schemas.openxmlformats.org/officeDocument/2006/relationships/image" Target="../media/image1921.png"/><Relationship Id="rId203" Type="http://schemas.openxmlformats.org/officeDocument/2006/relationships/image" Target="../media/image1923.png"/><Relationship Id="rId19" Type="http://schemas.openxmlformats.org/officeDocument/2006/relationships/image" Target="../media/image1833.png"/><Relationship Id="rId224" Type="http://schemas.openxmlformats.org/officeDocument/2006/relationships/customXml" Target="../ink/ink2705.xml"/><Relationship Id="rId245" Type="http://schemas.openxmlformats.org/officeDocument/2006/relationships/image" Target="../media/image1944.png"/><Relationship Id="rId266" Type="http://schemas.openxmlformats.org/officeDocument/2006/relationships/customXml" Target="../ink/ink2726.xml"/><Relationship Id="rId287" Type="http://schemas.openxmlformats.org/officeDocument/2006/relationships/image" Target="../media/image1965.png"/><Relationship Id="rId30" Type="http://schemas.openxmlformats.org/officeDocument/2006/relationships/customXml" Target="../ink/ink2608.xml"/><Relationship Id="rId105" Type="http://schemas.openxmlformats.org/officeDocument/2006/relationships/image" Target="../media/image1876.png"/><Relationship Id="rId126" Type="http://schemas.openxmlformats.org/officeDocument/2006/relationships/customXml" Target="../ink/ink2656.xml"/><Relationship Id="rId147" Type="http://schemas.openxmlformats.org/officeDocument/2006/relationships/image" Target="../media/image1896.png"/><Relationship Id="rId168" Type="http://schemas.openxmlformats.org/officeDocument/2006/relationships/customXml" Target="../ink/ink2677.xml"/><Relationship Id="rId312" Type="http://schemas.openxmlformats.org/officeDocument/2006/relationships/customXml" Target="../ink/ink2749.xml"/><Relationship Id="rId51" Type="http://schemas.openxmlformats.org/officeDocument/2006/relationships/image" Target="../media/image1849.png"/><Relationship Id="rId72" Type="http://schemas.openxmlformats.org/officeDocument/2006/relationships/customXml" Target="../ink/ink2629.xml"/><Relationship Id="rId93" Type="http://schemas.openxmlformats.org/officeDocument/2006/relationships/image" Target="../media/image1870.png"/><Relationship Id="rId189" Type="http://schemas.openxmlformats.org/officeDocument/2006/relationships/image" Target="../media/image1917.png"/><Relationship Id="rId3" Type="http://schemas.openxmlformats.org/officeDocument/2006/relationships/image" Target="../media/image1825.png"/><Relationship Id="rId214" Type="http://schemas.openxmlformats.org/officeDocument/2006/relationships/customXml" Target="../ink/ink2700.xml"/><Relationship Id="rId235" Type="http://schemas.openxmlformats.org/officeDocument/2006/relationships/image" Target="../media/image1939.png"/><Relationship Id="rId256" Type="http://schemas.openxmlformats.org/officeDocument/2006/relationships/customXml" Target="../ink/ink2721.xml"/><Relationship Id="rId277" Type="http://schemas.openxmlformats.org/officeDocument/2006/relationships/image" Target="../media/image1960.png"/><Relationship Id="rId298" Type="http://schemas.openxmlformats.org/officeDocument/2006/relationships/customXml" Target="../ink/ink2742.xml"/><Relationship Id="rId116" Type="http://schemas.openxmlformats.org/officeDocument/2006/relationships/customXml" Target="../ink/ink2651.xml"/><Relationship Id="rId137" Type="http://schemas.openxmlformats.org/officeDocument/2006/relationships/image" Target="../media/image1891.png"/><Relationship Id="rId158" Type="http://schemas.openxmlformats.org/officeDocument/2006/relationships/customXml" Target="../ink/ink2672.xml"/><Relationship Id="rId302" Type="http://schemas.openxmlformats.org/officeDocument/2006/relationships/customXml" Target="../ink/ink2744.xml"/><Relationship Id="rId20" Type="http://schemas.openxmlformats.org/officeDocument/2006/relationships/customXml" Target="../ink/ink2603.xml"/><Relationship Id="rId41" Type="http://schemas.openxmlformats.org/officeDocument/2006/relationships/image" Target="../media/image1844.png"/><Relationship Id="rId62" Type="http://schemas.openxmlformats.org/officeDocument/2006/relationships/customXml" Target="../ink/ink2624.xml"/><Relationship Id="rId83" Type="http://schemas.openxmlformats.org/officeDocument/2006/relationships/image" Target="../media/image1865.png"/><Relationship Id="rId179" Type="http://schemas.openxmlformats.org/officeDocument/2006/relationships/image" Target="../media/image1912.png"/><Relationship Id="rId190" Type="http://schemas.openxmlformats.org/officeDocument/2006/relationships/customXml" Target="../ink/ink2688.xml"/><Relationship Id="rId204" Type="http://schemas.openxmlformats.org/officeDocument/2006/relationships/customXml" Target="../ink/ink2695.xml"/><Relationship Id="rId225" Type="http://schemas.openxmlformats.org/officeDocument/2006/relationships/image" Target="../media/image1934.png"/><Relationship Id="rId246" Type="http://schemas.openxmlformats.org/officeDocument/2006/relationships/customXml" Target="../ink/ink2716.xml"/><Relationship Id="rId267" Type="http://schemas.openxmlformats.org/officeDocument/2006/relationships/image" Target="../media/image1955.png"/><Relationship Id="rId288" Type="http://schemas.openxmlformats.org/officeDocument/2006/relationships/customXml" Target="../ink/ink2737.xml"/><Relationship Id="rId106" Type="http://schemas.openxmlformats.org/officeDocument/2006/relationships/customXml" Target="../ink/ink2646.xml"/><Relationship Id="rId127" Type="http://schemas.openxmlformats.org/officeDocument/2006/relationships/image" Target="../media/image1887.png"/><Relationship Id="rId313" Type="http://schemas.openxmlformats.org/officeDocument/2006/relationships/image" Target="../media/image1978.png"/><Relationship Id="rId10" Type="http://schemas.openxmlformats.org/officeDocument/2006/relationships/customXml" Target="../ink/ink2598.xml"/><Relationship Id="rId31" Type="http://schemas.openxmlformats.org/officeDocument/2006/relationships/image" Target="../media/image1839.png"/><Relationship Id="rId52" Type="http://schemas.openxmlformats.org/officeDocument/2006/relationships/customXml" Target="../ink/ink2619.xml"/><Relationship Id="rId73" Type="http://schemas.openxmlformats.org/officeDocument/2006/relationships/image" Target="../media/image1860.png"/><Relationship Id="rId94" Type="http://schemas.openxmlformats.org/officeDocument/2006/relationships/customXml" Target="../ink/ink2640.xml"/><Relationship Id="rId148" Type="http://schemas.openxmlformats.org/officeDocument/2006/relationships/customXml" Target="../ink/ink2667.xml"/><Relationship Id="rId169" Type="http://schemas.openxmlformats.org/officeDocument/2006/relationships/image" Target="../media/image1907.png"/><Relationship Id="rId4" Type="http://schemas.openxmlformats.org/officeDocument/2006/relationships/customXml" Target="../ink/ink2595.xml"/><Relationship Id="rId180" Type="http://schemas.openxmlformats.org/officeDocument/2006/relationships/customXml" Target="../ink/ink2683.xml"/><Relationship Id="rId215" Type="http://schemas.openxmlformats.org/officeDocument/2006/relationships/image" Target="../media/image1929.png"/><Relationship Id="rId236" Type="http://schemas.openxmlformats.org/officeDocument/2006/relationships/customXml" Target="../ink/ink2711.xml"/><Relationship Id="rId257" Type="http://schemas.openxmlformats.org/officeDocument/2006/relationships/image" Target="../media/image1950.png"/><Relationship Id="rId278" Type="http://schemas.openxmlformats.org/officeDocument/2006/relationships/customXml" Target="../ink/ink2732.xml"/><Relationship Id="rId303" Type="http://schemas.openxmlformats.org/officeDocument/2006/relationships/image" Target="../media/image1973.png"/><Relationship Id="rId42" Type="http://schemas.openxmlformats.org/officeDocument/2006/relationships/customXml" Target="../ink/ink2614.xml"/><Relationship Id="rId84" Type="http://schemas.openxmlformats.org/officeDocument/2006/relationships/customXml" Target="../ink/ink2635.xml"/><Relationship Id="rId138" Type="http://schemas.openxmlformats.org/officeDocument/2006/relationships/customXml" Target="../ink/ink2662.xml"/><Relationship Id="rId191" Type="http://schemas.openxmlformats.org/officeDocument/2006/relationships/image" Target="../media/image1918.png"/><Relationship Id="rId205" Type="http://schemas.openxmlformats.org/officeDocument/2006/relationships/image" Target="../media/image1924.png"/><Relationship Id="rId247" Type="http://schemas.openxmlformats.org/officeDocument/2006/relationships/image" Target="../media/image1945.png"/><Relationship Id="rId107" Type="http://schemas.openxmlformats.org/officeDocument/2006/relationships/image" Target="../media/image1877.png"/><Relationship Id="rId289" Type="http://schemas.openxmlformats.org/officeDocument/2006/relationships/image" Target="../media/image1966.png"/><Relationship Id="rId11" Type="http://schemas.openxmlformats.org/officeDocument/2006/relationships/image" Target="../media/image1829.png"/><Relationship Id="rId53" Type="http://schemas.openxmlformats.org/officeDocument/2006/relationships/image" Target="../media/image1850.png"/><Relationship Id="rId149" Type="http://schemas.openxmlformats.org/officeDocument/2006/relationships/image" Target="../media/image1897.png"/><Relationship Id="rId314" Type="http://schemas.openxmlformats.org/officeDocument/2006/relationships/customXml" Target="../ink/ink2750.xml"/><Relationship Id="rId95" Type="http://schemas.openxmlformats.org/officeDocument/2006/relationships/image" Target="../media/image1871.png"/><Relationship Id="rId160" Type="http://schemas.openxmlformats.org/officeDocument/2006/relationships/customXml" Target="../ink/ink2673.xml"/><Relationship Id="rId216" Type="http://schemas.openxmlformats.org/officeDocument/2006/relationships/customXml" Target="../ink/ink2701.xml"/><Relationship Id="rId258" Type="http://schemas.openxmlformats.org/officeDocument/2006/relationships/customXml" Target="../ink/ink2722.xml"/><Relationship Id="rId22" Type="http://schemas.openxmlformats.org/officeDocument/2006/relationships/customXml" Target="../ink/ink2604.xml"/><Relationship Id="rId64" Type="http://schemas.openxmlformats.org/officeDocument/2006/relationships/customXml" Target="../ink/ink2625.xml"/><Relationship Id="rId118" Type="http://schemas.openxmlformats.org/officeDocument/2006/relationships/customXml" Target="../ink/ink2652.xml"/><Relationship Id="rId171" Type="http://schemas.openxmlformats.org/officeDocument/2006/relationships/image" Target="../media/image1908.png"/><Relationship Id="rId227" Type="http://schemas.openxmlformats.org/officeDocument/2006/relationships/image" Target="../media/image1935.png"/><Relationship Id="rId269" Type="http://schemas.openxmlformats.org/officeDocument/2006/relationships/image" Target="../media/image1956.png"/><Relationship Id="rId33" Type="http://schemas.openxmlformats.org/officeDocument/2006/relationships/image" Target="../media/image1840.png"/><Relationship Id="rId129" Type="http://schemas.openxmlformats.org/officeDocument/2006/relationships/image" Target="../media/image1888.png"/><Relationship Id="rId280" Type="http://schemas.openxmlformats.org/officeDocument/2006/relationships/customXml" Target="../ink/ink2733.xml"/><Relationship Id="rId75" Type="http://schemas.openxmlformats.org/officeDocument/2006/relationships/image" Target="../media/image1861.png"/><Relationship Id="rId140" Type="http://schemas.openxmlformats.org/officeDocument/2006/relationships/customXml" Target="../ink/ink2663.xml"/><Relationship Id="rId182" Type="http://schemas.openxmlformats.org/officeDocument/2006/relationships/customXml" Target="../ink/ink2684.xml"/><Relationship Id="rId6" Type="http://schemas.openxmlformats.org/officeDocument/2006/relationships/customXml" Target="../ink/ink2596.xml"/><Relationship Id="rId238" Type="http://schemas.openxmlformats.org/officeDocument/2006/relationships/customXml" Target="../ink/ink2712.xml"/><Relationship Id="rId291" Type="http://schemas.openxmlformats.org/officeDocument/2006/relationships/image" Target="../media/image1967.png"/><Relationship Id="rId305" Type="http://schemas.openxmlformats.org/officeDocument/2006/relationships/image" Target="../media/image1974.png"/><Relationship Id="rId44" Type="http://schemas.openxmlformats.org/officeDocument/2006/relationships/customXml" Target="../ink/ink2615.xml"/><Relationship Id="rId86" Type="http://schemas.openxmlformats.org/officeDocument/2006/relationships/customXml" Target="../ink/ink2636.xml"/><Relationship Id="rId151" Type="http://schemas.openxmlformats.org/officeDocument/2006/relationships/image" Target="../media/image1898.png"/><Relationship Id="rId193" Type="http://schemas.openxmlformats.org/officeDocument/2006/relationships/image" Target="../media/image709.png"/><Relationship Id="rId207" Type="http://schemas.openxmlformats.org/officeDocument/2006/relationships/image" Target="../media/image1925.png"/><Relationship Id="rId249" Type="http://schemas.openxmlformats.org/officeDocument/2006/relationships/image" Target="../media/image1946.png"/><Relationship Id="rId13" Type="http://schemas.openxmlformats.org/officeDocument/2006/relationships/image" Target="../media/image1830.png"/><Relationship Id="rId109" Type="http://schemas.openxmlformats.org/officeDocument/2006/relationships/image" Target="../media/image1878.png"/><Relationship Id="rId260" Type="http://schemas.openxmlformats.org/officeDocument/2006/relationships/customXml" Target="../ink/ink2723.xml"/><Relationship Id="rId316" Type="http://schemas.openxmlformats.org/officeDocument/2006/relationships/customXml" Target="../ink/ink2751.xml"/></Relationships>
</file>

<file path=ppt/slides/_rels/slide19.xml.rels><?xml version="1.0" encoding="UTF-8" standalone="yes"?>
<Relationships xmlns="http://schemas.openxmlformats.org/package/2006/relationships"><Relationship Id="rId117" Type="http://schemas.openxmlformats.org/officeDocument/2006/relationships/image" Target="../media/image2040.png"/><Relationship Id="rId21" Type="http://schemas.openxmlformats.org/officeDocument/2006/relationships/image" Target="../media/image1992.png"/><Relationship Id="rId324" Type="http://schemas.openxmlformats.org/officeDocument/2006/relationships/image" Target="../media/image2142.png"/><Relationship Id="rId170" Type="http://schemas.openxmlformats.org/officeDocument/2006/relationships/customXml" Target="../ink/ink2838.xml"/><Relationship Id="rId268" Type="http://schemas.openxmlformats.org/officeDocument/2006/relationships/customXml" Target="../ink/ink2887.xml"/><Relationship Id="rId475" Type="http://schemas.openxmlformats.org/officeDocument/2006/relationships/customXml" Target="../ink/ink2991.xml"/><Relationship Id="rId32" Type="http://schemas.openxmlformats.org/officeDocument/2006/relationships/customXml" Target="../ink/ink2769.xml"/><Relationship Id="rId74" Type="http://schemas.openxmlformats.org/officeDocument/2006/relationships/customXml" Target="../ink/ink2790.xml"/><Relationship Id="rId128" Type="http://schemas.openxmlformats.org/officeDocument/2006/relationships/customXml" Target="../ink/ink2817.xml"/><Relationship Id="rId335" Type="http://schemas.openxmlformats.org/officeDocument/2006/relationships/customXml" Target="../ink/ink2921.xml"/><Relationship Id="rId377" Type="http://schemas.openxmlformats.org/officeDocument/2006/relationships/customXml" Target="../ink/ink2942.xml"/><Relationship Id="rId500" Type="http://schemas.openxmlformats.org/officeDocument/2006/relationships/customXml" Target="../ink/ink3004.xml"/><Relationship Id="rId5" Type="http://schemas.openxmlformats.org/officeDocument/2006/relationships/image" Target="../media/image1984.png"/><Relationship Id="rId181" Type="http://schemas.openxmlformats.org/officeDocument/2006/relationships/image" Target="../media/image2072.png"/><Relationship Id="rId237" Type="http://schemas.openxmlformats.org/officeDocument/2006/relationships/image" Target="../media/image2100.png"/><Relationship Id="rId402" Type="http://schemas.openxmlformats.org/officeDocument/2006/relationships/image" Target="../media/image2180.png"/><Relationship Id="rId279" Type="http://schemas.openxmlformats.org/officeDocument/2006/relationships/image" Target="../media/image2120.png"/><Relationship Id="rId444" Type="http://schemas.openxmlformats.org/officeDocument/2006/relationships/image" Target="../media/image2201.png"/><Relationship Id="rId486" Type="http://schemas.openxmlformats.org/officeDocument/2006/relationships/customXml" Target="../ink/ink2997.xml"/><Relationship Id="rId43" Type="http://schemas.openxmlformats.org/officeDocument/2006/relationships/image" Target="../media/image2003.png"/><Relationship Id="rId139" Type="http://schemas.openxmlformats.org/officeDocument/2006/relationships/image" Target="../media/image2051.png"/><Relationship Id="rId290" Type="http://schemas.openxmlformats.org/officeDocument/2006/relationships/customXml" Target="../ink/ink2898.xml"/><Relationship Id="rId304" Type="http://schemas.openxmlformats.org/officeDocument/2006/relationships/customXml" Target="../ink/ink2905.xml"/><Relationship Id="rId346" Type="http://schemas.openxmlformats.org/officeDocument/2006/relationships/image" Target="../media/image2153.png"/><Relationship Id="rId388" Type="http://schemas.openxmlformats.org/officeDocument/2006/relationships/image" Target="../media/image2173.png"/><Relationship Id="rId511" Type="http://schemas.openxmlformats.org/officeDocument/2006/relationships/customXml" Target="../ink/ink3010.xml"/><Relationship Id="rId85" Type="http://schemas.openxmlformats.org/officeDocument/2006/relationships/image" Target="../media/image2024.png"/><Relationship Id="rId150" Type="http://schemas.openxmlformats.org/officeDocument/2006/relationships/customXml" Target="../ink/ink2828.xml"/><Relationship Id="rId192" Type="http://schemas.openxmlformats.org/officeDocument/2006/relationships/customXml" Target="../ink/ink2849.xml"/><Relationship Id="rId206" Type="http://schemas.openxmlformats.org/officeDocument/2006/relationships/customXml" Target="../ink/ink2856.xml"/><Relationship Id="rId413" Type="http://schemas.openxmlformats.org/officeDocument/2006/relationships/customXml" Target="../ink/ink2960.xml"/><Relationship Id="rId248" Type="http://schemas.openxmlformats.org/officeDocument/2006/relationships/customXml" Target="../ink/ink2877.xml"/><Relationship Id="rId455" Type="http://schemas.openxmlformats.org/officeDocument/2006/relationships/customXml" Target="../ink/ink2981.xml"/><Relationship Id="rId497" Type="http://schemas.openxmlformats.org/officeDocument/2006/relationships/image" Target="../media/image2227.png"/><Relationship Id="rId12" Type="http://schemas.openxmlformats.org/officeDocument/2006/relationships/customXml" Target="../ink/ink2759.xml"/><Relationship Id="rId108" Type="http://schemas.openxmlformats.org/officeDocument/2006/relationships/customXml" Target="../ink/ink2807.xml"/><Relationship Id="rId315" Type="http://schemas.openxmlformats.org/officeDocument/2006/relationships/customXml" Target="../ink/ink2911.xml"/><Relationship Id="rId357" Type="http://schemas.openxmlformats.org/officeDocument/2006/relationships/customXml" Target="../ink/ink2932.xml"/><Relationship Id="rId522" Type="http://schemas.openxmlformats.org/officeDocument/2006/relationships/image" Target="../media/image2239.png"/><Relationship Id="rId54" Type="http://schemas.openxmlformats.org/officeDocument/2006/relationships/customXml" Target="../ink/ink2780.xml"/><Relationship Id="rId96" Type="http://schemas.openxmlformats.org/officeDocument/2006/relationships/customXml" Target="../ink/ink2801.xml"/><Relationship Id="rId161" Type="http://schemas.openxmlformats.org/officeDocument/2006/relationships/image" Target="../media/image2062.png"/><Relationship Id="rId217" Type="http://schemas.openxmlformats.org/officeDocument/2006/relationships/image" Target="../media/image2090.png"/><Relationship Id="rId399" Type="http://schemas.openxmlformats.org/officeDocument/2006/relationships/customXml" Target="../ink/ink2953.xml"/><Relationship Id="rId259" Type="http://schemas.openxmlformats.org/officeDocument/2006/relationships/image" Target="../media/image2111.png"/><Relationship Id="rId424" Type="http://schemas.openxmlformats.org/officeDocument/2006/relationships/image" Target="../media/image2191.png"/><Relationship Id="rId466" Type="http://schemas.openxmlformats.org/officeDocument/2006/relationships/image" Target="../media/image2212.png"/><Relationship Id="rId23" Type="http://schemas.openxmlformats.org/officeDocument/2006/relationships/image" Target="../media/image1993.png"/><Relationship Id="rId119" Type="http://schemas.openxmlformats.org/officeDocument/2006/relationships/image" Target="../media/image2041.png"/><Relationship Id="rId270" Type="http://schemas.openxmlformats.org/officeDocument/2006/relationships/customXml" Target="../ink/ink2888.xml"/><Relationship Id="rId326" Type="http://schemas.openxmlformats.org/officeDocument/2006/relationships/image" Target="../media/image2143.png"/><Relationship Id="rId65" Type="http://schemas.openxmlformats.org/officeDocument/2006/relationships/image" Target="../media/image2014.png"/><Relationship Id="rId130" Type="http://schemas.openxmlformats.org/officeDocument/2006/relationships/customXml" Target="../ink/ink2818.xml"/><Relationship Id="rId368" Type="http://schemas.openxmlformats.org/officeDocument/2006/relationships/image" Target="../media/image2163.png"/><Relationship Id="rId172" Type="http://schemas.openxmlformats.org/officeDocument/2006/relationships/customXml" Target="../ink/ink2839.xml"/><Relationship Id="rId228" Type="http://schemas.openxmlformats.org/officeDocument/2006/relationships/customXml" Target="../ink/ink2867.xml"/><Relationship Id="rId435" Type="http://schemas.openxmlformats.org/officeDocument/2006/relationships/customXml" Target="../ink/ink2971.xml"/><Relationship Id="rId477" Type="http://schemas.openxmlformats.org/officeDocument/2006/relationships/customXml" Target="../ink/ink2992.xml"/><Relationship Id="rId281" Type="http://schemas.openxmlformats.org/officeDocument/2006/relationships/image" Target="../media/image2121.png"/><Relationship Id="rId337" Type="http://schemas.openxmlformats.org/officeDocument/2006/relationships/customXml" Target="../ink/ink2922.xml"/><Relationship Id="rId502" Type="http://schemas.openxmlformats.org/officeDocument/2006/relationships/customXml" Target="../ink/ink3005.xml"/><Relationship Id="rId34" Type="http://schemas.openxmlformats.org/officeDocument/2006/relationships/customXml" Target="../ink/ink2770.xml"/><Relationship Id="rId76" Type="http://schemas.openxmlformats.org/officeDocument/2006/relationships/customXml" Target="../ink/ink2791.xml"/><Relationship Id="rId141" Type="http://schemas.openxmlformats.org/officeDocument/2006/relationships/image" Target="../media/image2052.png"/><Relationship Id="rId379" Type="http://schemas.openxmlformats.org/officeDocument/2006/relationships/customXml" Target="../ink/ink2943.xml"/><Relationship Id="rId7" Type="http://schemas.openxmlformats.org/officeDocument/2006/relationships/image" Target="../media/image1985.png"/><Relationship Id="rId183" Type="http://schemas.openxmlformats.org/officeDocument/2006/relationships/image" Target="../media/image2073.png"/><Relationship Id="rId239" Type="http://schemas.openxmlformats.org/officeDocument/2006/relationships/image" Target="../media/image2101.png"/><Relationship Id="rId390" Type="http://schemas.openxmlformats.org/officeDocument/2006/relationships/image" Target="../media/image2174.png"/><Relationship Id="rId404" Type="http://schemas.openxmlformats.org/officeDocument/2006/relationships/image" Target="../media/image2181.png"/><Relationship Id="rId446" Type="http://schemas.openxmlformats.org/officeDocument/2006/relationships/image" Target="../media/image2202.png"/><Relationship Id="rId250" Type="http://schemas.openxmlformats.org/officeDocument/2006/relationships/customXml" Target="../ink/ink2878.xml"/><Relationship Id="rId292" Type="http://schemas.openxmlformats.org/officeDocument/2006/relationships/customXml" Target="../ink/ink2899.xml"/><Relationship Id="rId306" Type="http://schemas.openxmlformats.org/officeDocument/2006/relationships/customXml" Target="../ink/ink2906.xml"/><Relationship Id="rId488" Type="http://schemas.openxmlformats.org/officeDocument/2006/relationships/customXml" Target="../ink/ink2998.xml"/><Relationship Id="rId45" Type="http://schemas.openxmlformats.org/officeDocument/2006/relationships/image" Target="../media/image2004.png"/><Relationship Id="rId87" Type="http://schemas.openxmlformats.org/officeDocument/2006/relationships/image" Target="../media/image2025.png"/><Relationship Id="rId110" Type="http://schemas.openxmlformats.org/officeDocument/2006/relationships/customXml" Target="../ink/ink2808.xml"/><Relationship Id="rId348" Type="http://schemas.openxmlformats.org/officeDocument/2006/relationships/image" Target="../media/image1841.png"/><Relationship Id="rId513" Type="http://schemas.openxmlformats.org/officeDocument/2006/relationships/customXml" Target="../ink/ink3011.xml"/><Relationship Id="rId152" Type="http://schemas.openxmlformats.org/officeDocument/2006/relationships/customXml" Target="../ink/ink2829.xml"/><Relationship Id="rId194" Type="http://schemas.openxmlformats.org/officeDocument/2006/relationships/customXml" Target="../ink/ink2850.xml"/><Relationship Id="rId208" Type="http://schemas.openxmlformats.org/officeDocument/2006/relationships/customXml" Target="../ink/ink2857.xml"/><Relationship Id="rId415" Type="http://schemas.openxmlformats.org/officeDocument/2006/relationships/customXml" Target="../ink/ink2961.xml"/><Relationship Id="rId457" Type="http://schemas.openxmlformats.org/officeDocument/2006/relationships/customXml" Target="../ink/ink2982.xml"/><Relationship Id="rId261" Type="http://schemas.openxmlformats.org/officeDocument/2006/relationships/image" Target="../media/image2112.png"/><Relationship Id="rId499" Type="http://schemas.openxmlformats.org/officeDocument/2006/relationships/image" Target="../media/image2228.png"/><Relationship Id="rId14" Type="http://schemas.openxmlformats.org/officeDocument/2006/relationships/customXml" Target="../ink/ink2760.xml"/><Relationship Id="rId56" Type="http://schemas.openxmlformats.org/officeDocument/2006/relationships/customXml" Target="../ink/ink2781.xml"/><Relationship Id="rId317" Type="http://schemas.openxmlformats.org/officeDocument/2006/relationships/customXml" Target="../ink/ink2912.xml"/><Relationship Id="rId359" Type="http://schemas.openxmlformats.org/officeDocument/2006/relationships/customXml" Target="../ink/ink2933.xml"/><Relationship Id="rId98" Type="http://schemas.openxmlformats.org/officeDocument/2006/relationships/customXml" Target="../ink/ink2802.xml"/><Relationship Id="rId121" Type="http://schemas.openxmlformats.org/officeDocument/2006/relationships/image" Target="../media/image2042.png"/><Relationship Id="rId163" Type="http://schemas.openxmlformats.org/officeDocument/2006/relationships/image" Target="../media/image2063.png"/><Relationship Id="rId219" Type="http://schemas.openxmlformats.org/officeDocument/2006/relationships/image" Target="../media/image2091.png"/><Relationship Id="rId370" Type="http://schemas.openxmlformats.org/officeDocument/2006/relationships/image" Target="../media/image2164.png"/><Relationship Id="rId426" Type="http://schemas.openxmlformats.org/officeDocument/2006/relationships/image" Target="../media/image2192.png"/><Relationship Id="rId230" Type="http://schemas.openxmlformats.org/officeDocument/2006/relationships/customXml" Target="../ink/ink2868.xml"/><Relationship Id="rId468" Type="http://schemas.openxmlformats.org/officeDocument/2006/relationships/image" Target="../media/image2213.png"/><Relationship Id="rId25" Type="http://schemas.openxmlformats.org/officeDocument/2006/relationships/image" Target="../media/image1994.png"/><Relationship Id="rId67" Type="http://schemas.openxmlformats.org/officeDocument/2006/relationships/image" Target="../media/image2015.png"/><Relationship Id="rId272" Type="http://schemas.openxmlformats.org/officeDocument/2006/relationships/customXml" Target="../ink/ink2889.xml"/><Relationship Id="rId328" Type="http://schemas.openxmlformats.org/officeDocument/2006/relationships/image" Target="../media/image2144.png"/><Relationship Id="rId132" Type="http://schemas.openxmlformats.org/officeDocument/2006/relationships/customXml" Target="../ink/ink2819.xml"/><Relationship Id="rId174" Type="http://schemas.openxmlformats.org/officeDocument/2006/relationships/customXml" Target="../ink/ink2840.xml"/><Relationship Id="rId381" Type="http://schemas.openxmlformats.org/officeDocument/2006/relationships/customXml" Target="../ink/ink2944.xml"/><Relationship Id="rId241" Type="http://schemas.openxmlformats.org/officeDocument/2006/relationships/image" Target="../media/image2102.png"/><Relationship Id="rId437" Type="http://schemas.openxmlformats.org/officeDocument/2006/relationships/customXml" Target="../ink/ink2972.xml"/><Relationship Id="rId479" Type="http://schemas.openxmlformats.org/officeDocument/2006/relationships/customXml" Target="../ink/ink2993.xml"/><Relationship Id="rId36" Type="http://schemas.openxmlformats.org/officeDocument/2006/relationships/customXml" Target="../ink/ink2771.xml"/><Relationship Id="rId283" Type="http://schemas.openxmlformats.org/officeDocument/2006/relationships/image" Target="../media/image2122.png"/><Relationship Id="rId339" Type="http://schemas.openxmlformats.org/officeDocument/2006/relationships/customXml" Target="../ink/ink2923.xml"/><Relationship Id="rId490" Type="http://schemas.openxmlformats.org/officeDocument/2006/relationships/customXml" Target="../ink/ink2999.xml"/><Relationship Id="rId504" Type="http://schemas.openxmlformats.org/officeDocument/2006/relationships/customXml" Target="../ink/ink3006.xml"/><Relationship Id="rId78" Type="http://schemas.openxmlformats.org/officeDocument/2006/relationships/customXml" Target="../ink/ink2792.xml"/><Relationship Id="rId101" Type="http://schemas.openxmlformats.org/officeDocument/2006/relationships/image" Target="../media/image2032.png"/><Relationship Id="rId143" Type="http://schemas.openxmlformats.org/officeDocument/2006/relationships/image" Target="../media/image2053.png"/><Relationship Id="rId185" Type="http://schemas.openxmlformats.org/officeDocument/2006/relationships/image" Target="../media/image2074.png"/><Relationship Id="rId350" Type="http://schemas.openxmlformats.org/officeDocument/2006/relationships/image" Target="../media/image2154.png"/><Relationship Id="rId406" Type="http://schemas.openxmlformats.org/officeDocument/2006/relationships/image" Target="../media/image2182.png"/><Relationship Id="rId9" Type="http://schemas.openxmlformats.org/officeDocument/2006/relationships/image" Target="../media/image1986.png"/><Relationship Id="rId210" Type="http://schemas.openxmlformats.org/officeDocument/2006/relationships/customXml" Target="../ink/ink2858.xml"/><Relationship Id="rId392" Type="http://schemas.openxmlformats.org/officeDocument/2006/relationships/image" Target="../media/image2175.png"/><Relationship Id="rId448" Type="http://schemas.openxmlformats.org/officeDocument/2006/relationships/image" Target="../media/image2203.png"/><Relationship Id="rId252" Type="http://schemas.openxmlformats.org/officeDocument/2006/relationships/customXml" Target="../ink/ink2879.xml"/><Relationship Id="rId294" Type="http://schemas.openxmlformats.org/officeDocument/2006/relationships/customXml" Target="../ink/ink2900.xml"/><Relationship Id="rId308" Type="http://schemas.openxmlformats.org/officeDocument/2006/relationships/customXml" Target="../ink/ink2907.xml"/><Relationship Id="rId515" Type="http://schemas.openxmlformats.org/officeDocument/2006/relationships/customXml" Target="../ink/ink3012.xml"/><Relationship Id="rId47" Type="http://schemas.openxmlformats.org/officeDocument/2006/relationships/image" Target="../media/image2005.png"/><Relationship Id="rId89" Type="http://schemas.openxmlformats.org/officeDocument/2006/relationships/image" Target="../media/image2026.png"/><Relationship Id="rId112" Type="http://schemas.openxmlformats.org/officeDocument/2006/relationships/customXml" Target="../ink/ink2809.xml"/><Relationship Id="rId154" Type="http://schemas.openxmlformats.org/officeDocument/2006/relationships/customXml" Target="../ink/ink2830.xml"/><Relationship Id="rId361" Type="http://schemas.openxmlformats.org/officeDocument/2006/relationships/customXml" Target="../ink/ink2934.xml"/><Relationship Id="rId196" Type="http://schemas.openxmlformats.org/officeDocument/2006/relationships/customXml" Target="../ink/ink2851.xml"/><Relationship Id="rId417" Type="http://schemas.openxmlformats.org/officeDocument/2006/relationships/customXml" Target="../ink/ink2962.xml"/><Relationship Id="rId459" Type="http://schemas.openxmlformats.org/officeDocument/2006/relationships/customXml" Target="../ink/ink2983.xml"/><Relationship Id="rId16" Type="http://schemas.openxmlformats.org/officeDocument/2006/relationships/customXml" Target="../ink/ink2761.xml"/><Relationship Id="rId221" Type="http://schemas.openxmlformats.org/officeDocument/2006/relationships/image" Target="../media/image2092.png"/><Relationship Id="rId263" Type="http://schemas.openxmlformats.org/officeDocument/2006/relationships/image" Target="../media/image2113.png"/><Relationship Id="rId319" Type="http://schemas.openxmlformats.org/officeDocument/2006/relationships/customXml" Target="../ink/ink2913.xml"/><Relationship Id="rId470" Type="http://schemas.openxmlformats.org/officeDocument/2006/relationships/image" Target="../media/image2214.png"/><Relationship Id="rId58" Type="http://schemas.openxmlformats.org/officeDocument/2006/relationships/customXml" Target="../ink/ink2782.xml"/><Relationship Id="rId123" Type="http://schemas.openxmlformats.org/officeDocument/2006/relationships/image" Target="../media/image2043.png"/><Relationship Id="rId330" Type="http://schemas.openxmlformats.org/officeDocument/2006/relationships/image" Target="../media/image2145.png"/><Relationship Id="rId165" Type="http://schemas.openxmlformats.org/officeDocument/2006/relationships/image" Target="../media/image2064.png"/><Relationship Id="rId372" Type="http://schemas.openxmlformats.org/officeDocument/2006/relationships/image" Target="../media/image2165.png"/><Relationship Id="rId428" Type="http://schemas.openxmlformats.org/officeDocument/2006/relationships/image" Target="../media/image2193.png"/><Relationship Id="rId232" Type="http://schemas.openxmlformats.org/officeDocument/2006/relationships/customXml" Target="../ink/ink2869.xml"/><Relationship Id="rId274" Type="http://schemas.openxmlformats.org/officeDocument/2006/relationships/customXml" Target="../ink/ink2890.xml"/><Relationship Id="rId481" Type="http://schemas.openxmlformats.org/officeDocument/2006/relationships/customXml" Target="../ink/ink2994.xml"/><Relationship Id="rId27" Type="http://schemas.openxmlformats.org/officeDocument/2006/relationships/image" Target="../media/image1995.png"/><Relationship Id="rId69" Type="http://schemas.openxmlformats.org/officeDocument/2006/relationships/image" Target="../media/image2016.png"/><Relationship Id="rId134" Type="http://schemas.openxmlformats.org/officeDocument/2006/relationships/customXml" Target="../ink/ink2820.xml"/><Relationship Id="rId80" Type="http://schemas.openxmlformats.org/officeDocument/2006/relationships/customXml" Target="../ink/ink2793.xml"/><Relationship Id="rId176" Type="http://schemas.openxmlformats.org/officeDocument/2006/relationships/customXml" Target="../ink/ink2841.xml"/><Relationship Id="rId341" Type="http://schemas.openxmlformats.org/officeDocument/2006/relationships/customXml" Target="../ink/ink2924.xml"/><Relationship Id="rId383" Type="http://schemas.openxmlformats.org/officeDocument/2006/relationships/customXml" Target="../ink/ink2945.xml"/><Relationship Id="rId439" Type="http://schemas.openxmlformats.org/officeDocument/2006/relationships/customXml" Target="../ink/ink2973.xml"/><Relationship Id="rId201" Type="http://schemas.openxmlformats.org/officeDocument/2006/relationships/image" Target="../media/image2082.png"/><Relationship Id="rId243" Type="http://schemas.openxmlformats.org/officeDocument/2006/relationships/image" Target="../media/image2103.png"/><Relationship Id="rId285" Type="http://schemas.openxmlformats.org/officeDocument/2006/relationships/image" Target="../media/image2123.png"/><Relationship Id="rId450" Type="http://schemas.openxmlformats.org/officeDocument/2006/relationships/image" Target="../media/image2204.png"/><Relationship Id="rId506" Type="http://schemas.openxmlformats.org/officeDocument/2006/relationships/customXml" Target="../ink/ink3007.xml"/><Relationship Id="rId38" Type="http://schemas.openxmlformats.org/officeDocument/2006/relationships/customXml" Target="../ink/ink2772.xml"/><Relationship Id="rId103" Type="http://schemas.openxmlformats.org/officeDocument/2006/relationships/image" Target="../media/image2033.png"/><Relationship Id="rId310" Type="http://schemas.openxmlformats.org/officeDocument/2006/relationships/customXml" Target="../ink/ink2908.xml"/><Relationship Id="rId492" Type="http://schemas.openxmlformats.org/officeDocument/2006/relationships/customXml" Target="../ink/ink3000.xml"/><Relationship Id="rId91" Type="http://schemas.openxmlformats.org/officeDocument/2006/relationships/image" Target="../media/image2027.png"/><Relationship Id="rId145" Type="http://schemas.openxmlformats.org/officeDocument/2006/relationships/image" Target="../media/image2054.png"/><Relationship Id="rId187" Type="http://schemas.openxmlformats.org/officeDocument/2006/relationships/image" Target="../media/image2075.png"/><Relationship Id="rId352" Type="http://schemas.openxmlformats.org/officeDocument/2006/relationships/image" Target="../media/image2155.png"/><Relationship Id="rId394" Type="http://schemas.openxmlformats.org/officeDocument/2006/relationships/image" Target="../media/image2176.png"/><Relationship Id="rId408" Type="http://schemas.openxmlformats.org/officeDocument/2006/relationships/image" Target="../media/image2183.png"/><Relationship Id="rId212" Type="http://schemas.openxmlformats.org/officeDocument/2006/relationships/customXml" Target="../ink/ink2859.xml"/><Relationship Id="rId254" Type="http://schemas.openxmlformats.org/officeDocument/2006/relationships/customXml" Target="../ink/ink2880.xml"/><Relationship Id="rId49" Type="http://schemas.openxmlformats.org/officeDocument/2006/relationships/image" Target="../media/image2006.png"/><Relationship Id="rId114" Type="http://schemas.openxmlformats.org/officeDocument/2006/relationships/customXml" Target="../ink/ink2810.xml"/><Relationship Id="rId296" Type="http://schemas.openxmlformats.org/officeDocument/2006/relationships/customXml" Target="../ink/ink2901.xml"/><Relationship Id="rId461" Type="http://schemas.openxmlformats.org/officeDocument/2006/relationships/customXml" Target="../ink/ink2984.xml"/><Relationship Id="rId517" Type="http://schemas.openxmlformats.org/officeDocument/2006/relationships/customXml" Target="../ink/ink3013.xml"/><Relationship Id="rId60" Type="http://schemas.openxmlformats.org/officeDocument/2006/relationships/customXml" Target="../ink/ink2783.xml"/><Relationship Id="rId156" Type="http://schemas.openxmlformats.org/officeDocument/2006/relationships/customXml" Target="../ink/ink2831.xml"/><Relationship Id="rId198" Type="http://schemas.openxmlformats.org/officeDocument/2006/relationships/customXml" Target="../ink/ink2852.xml"/><Relationship Id="rId321" Type="http://schemas.openxmlformats.org/officeDocument/2006/relationships/customXml" Target="../ink/ink2914.xml"/><Relationship Id="rId363" Type="http://schemas.openxmlformats.org/officeDocument/2006/relationships/customXml" Target="../ink/ink2935.xml"/><Relationship Id="rId419" Type="http://schemas.openxmlformats.org/officeDocument/2006/relationships/customXml" Target="../ink/ink2963.xml"/><Relationship Id="rId223" Type="http://schemas.openxmlformats.org/officeDocument/2006/relationships/image" Target="../media/image2093.png"/><Relationship Id="rId430" Type="http://schemas.openxmlformats.org/officeDocument/2006/relationships/image" Target="../media/image2194.png"/><Relationship Id="rId18" Type="http://schemas.openxmlformats.org/officeDocument/2006/relationships/customXml" Target="../ink/ink2762.xml"/><Relationship Id="rId265" Type="http://schemas.openxmlformats.org/officeDocument/2006/relationships/image" Target="../media/image465.png"/><Relationship Id="rId472" Type="http://schemas.openxmlformats.org/officeDocument/2006/relationships/image" Target="../media/image2215.png"/><Relationship Id="rId125" Type="http://schemas.openxmlformats.org/officeDocument/2006/relationships/image" Target="../media/image2044.png"/><Relationship Id="rId167" Type="http://schemas.openxmlformats.org/officeDocument/2006/relationships/image" Target="../media/image2065.png"/><Relationship Id="rId332" Type="http://schemas.openxmlformats.org/officeDocument/2006/relationships/image" Target="../media/image2146.png"/><Relationship Id="rId374" Type="http://schemas.openxmlformats.org/officeDocument/2006/relationships/image" Target="../media/image2166.png"/><Relationship Id="rId71" Type="http://schemas.openxmlformats.org/officeDocument/2006/relationships/image" Target="../media/image2017.png"/><Relationship Id="rId234" Type="http://schemas.openxmlformats.org/officeDocument/2006/relationships/customXml" Target="../ink/ink2870.xml"/><Relationship Id="rId2" Type="http://schemas.openxmlformats.org/officeDocument/2006/relationships/customXml" Target="../ink/ink2754.xml"/><Relationship Id="rId29" Type="http://schemas.openxmlformats.org/officeDocument/2006/relationships/image" Target="../media/image1996.png"/><Relationship Id="rId276" Type="http://schemas.openxmlformats.org/officeDocument/2006/relationships/customXml" Target="../ink/ink2891.xml"/><Relationship Id="rId441" Type="http://schemas.openxmlformats.org/officeDocument/2006/relationships/customXml" Target="../ink/ink2974.xml"/><Relationship Id="rId483" Type="http://schemas.openxmlformats.org/officeDocument/2006/relationships/customXml" Target="../ink/ink2995.xml"/><Relationship Id="rId40" Type="http://schemas.openxmlformats.org/officeDocument/2006/relationships/customXml" Target="../ink/ink2773.xml"/><Relationship Id="rId136" Type="http://schemas.openxmlformats.org/officeDocument/2006/relationships/customXml" Target="../ink/ink2821.xml"/><Relationship Id="rId178" Type="http://schemas.openxmlformats.org/officeDocument/2006/relationships/customXml" Target="../ink/ink2842.xml"/><Relationship Id="rId301" Type="http://schemas.openxmlformats.org/officeDocument/2006/relationships/image" Target="../media/image2131.png"/><Relationship Id="rId343" Type="http://schemas.openxmlformats.org/officeDocument/2006/relationships/customXml" Target="../ink/ink2925.xml"/><Relationship Id="rId82" Type="http://schemas.openxmlformats.org/officeDocument/2006/relationships/customXml" Target="../ink/ink2794.xml"/><Relationship Id="rId203" Type="http://schemas.openxmlformats.org/officeDocument/2006/relationships/image" Target="../media/image2083.png"/><Relationship Id="rId385" Type="http://schemas.openxmlformats.org/officeDocument/2006/relationships/customXml" Target="../ink/ink2946.xml"/><Relationship Id="rId245" Type="http://schemas.openxmlformats.org/officeDocument/2006/relationships/image" Target="../media/image2104.png"/><Relationship Id="rId287" Type="http://schemas.openxmlformats.org/officeDocument/2006/relationships/image" Target="../media/image2124.png"/><Relationship Id="rId410" Type="http://schemas.openxmlformats.org/officeDocument/2006/relationships/image" Target="../media/image2184.png"/><Relationship Id="rId452" Type="http://schemas.openxmlformats.org/officeDocument/2006/relationships/image" Target="../media/image2205.png"/><Relationship Id="rId494" Type="http://schemas.openxmlformats.org/officeDocument/2006/relationships/customXml" Target="../ink/ink3001.xml"/><Relationship Id="rId508" Type="http://schemas.openxmlformats.org/officeDocument/2006/relationships/customXml" Target="../ink/ink3008.xml"/><Relationship Id="rId105" Type="http://schemas.openxmlformats.org/officeDocument/2006/relationships/image" Target="../media/image2034.png"/><Relationship Id="rId147" Type="http://schemas.openxmlformats.org/officeDocument/2006/relationships/image" Target="../media/image2055.png"/><Relationship Id="rId312" Type="http://schemas.openxmlformats.org/officeDocument/2006/relationships/image" Target="../media/image2136.png"/><Relationship Id="rId354" Type="http://schemas.openxmlformats.org/officeDocument/2006/relationships/image" Target="../media/image2156.png"/><Relationship Id="rId51" Type="http://schemas.openxmlformats.org/officeDocument/2006/relationships/image" Target="../media/image2007.png"/><Relationship Id="rId93" Type="http://schemas.openxmlformats.org/officeDocument/2006/relationships/image" Target="../media/image2028.png"/><Relationship Id="rId189" Type="http://schemas.openxmlformats.org/officeDocument/2006/relationships/image" Target="../media/image2076.png"/><Relationship Id="rId396" Type="http://schemas.openxmlformats.org/officeDocument/2006/relationships/image" Target="../media/image2177.png"/><Relationship Id="rId214" Type="http://schemas.openxmlformats.org/officeDocument/2006/relationships/customXml" Target="../ink/ink2860.xml"/><Relationship Id="rId256" Type="http://schemas.openxmlformats.org/officeDocument/2006/relationships/customXml" Target="../ink/ink2881.xml"/><Relationship Id="rId298" Type="http://schemas.openxmlformats.org/officeDocument/2006/relationships/customXml" Target="../ink/ink2902.xml"/><Relationship Id="rId421" Type="http://schemas.openxmlformats.org/officeDocument/2006/relationships/customXml" Target="../ink/ink2964.xml"/><Relationship Id="rId463" Type="http://schemas.openxmlformats.org/officeDocument/2006/relationships/customXml" Target="../ink/ink2985.xml"/><Relationship Id="rId519" Type="http://schemas.openxmlformats.org/officeDocument/2006/relationships/customXml" Target="../ink/ink3014.xml"/><Relationship Id="rId116" Type="http://schemas.openxmlformats.org/officeDocument/2006/relationships/customXml" Target="../ink/ink2811.xml"/><Relationship Id="rId158" Type="http://schemas.openxmlformats.org/officeDocument/2006/relationships/customXml" Target="../ink/ink2832.xml"/><Relationship Id="rId323" Type="http://schemas.openxmlformats.org/officeDocument/2006/relationships/customXml" Target="../ink/ink2915.xml"/><Relationship Id="rId20" Type="http://schemas.openxmlformats.org/officeDocument/2006/relationships/customXml" Target="../ink/ink2763.xml"/><Relationship Id="rId62" Type="http://schemas.openxmlformats.org/officeDocument/2006/relationships/customXml" Target="../ink/ink2784.xml"/><Relationship Id="rId365" Type="http://schemas.openxmlformats.org/officeDocument/2006/relationships/customXml" Target="../ink/ink2936.xml"/><Relationship Id="rId225" Type="http://schemas.openxmlformats.org/officeDocument/2006/relationships/image" Target="../media/image2094.png"/><Relationship Id="rId267" Type="http://schemas.openxmlformats.org/officeDocument/2006/relationships/image" Target="../media/image2114.png"/><Relationship Id="rId432" Type="http://schemas.openxmlformats.org/officeDocument/2006/relationships/image" Target="../media/image2195.png"/><Relationship Id="rId474" Type="http://schemas.openxmlformats.org/officeDocument/2006/relationships/image" Target="../media/image2216.png"/><Relationship Id="rId127" Type="http://schemas.openxmlformats.org/officeDocument/2006/relationships/image" Target="../media/image2045.png"/><Relationship Id="rId31" Type="http://schemas.openxmlformats.org/officeDocument/2006/relationships/image" Target="../media/image1997.png"/><Relationship Id="rId73" Type="http://schemas.openxmlformats.org/officeDocument/2006/relationships/image" Target="../media/image2018.png"/><Relationship Id="rId169" Type="http://schemas.openxmlformats.org/officeDocument/2006/relationships/image" Target="../media/image2066.png"/><Relationship Id="rId334" Type="http://schemas.openxmlformats.org/officeDocument/2006/relationships/image" Target="../media/image2147.png"/><Relationship Id="rId376" Type="http://schemas.openxmlformats.org/officeDocument/2006/relationships/image" Target="../media/image2167.png"/><Relationship Id="rId4" Type="http://schemas.openxmlformats.org/officeDocument/2006/relationships/customXml" Target="../ink/ink2755.xml"/><Relationship Id="rId180" Type="http://schemas.openxmlformats.org/officeDocument/2006/relationships/customXml" Target="../ink/ink2843.xml"/><Relationship Id="rId236" Type="http://schemas.openxmlformats.org/officeDocument/2006/relationships/customXml" Target="../ink/ink2871.xml"/><Relationship Id="rId278" Type="http://schemas.openxmlformats.org/officeDocument/2006/relationships/customXml" Target="../ink/ink2892.xml"/><Relationship Id="rId401" Type="http://schemas.openxmlformats.org/officeDocument/2006/relationships/customXml" Target="../ink/ink2954.xml"/><Relationship Id="rId443" Type="http://schemas.openxmlformats.org/officeDocument/2006/relationships/customXml" Target="../ink/ink2975.xml"/><Relationship Id="rId303" Type="http://schemas.openxmlformats.org/officeDocument/2006/relationships/image" Target="../media/image2132.png"/><Relationship Id="rId485" Type="http://schemas.openxmlformats.org/officeDocument/2006/relationships/customXml" Target="../ink/ink2996.xml"/><Relationship Id="rId42" Type="http://schemas.openxmlformats.org/officeDocument/2006/relationships/customXml" Target="../ink/ink2774.xml"/><Relationship Id="rId84" Type="http://schemas.openxmlformats.org/officeDocument/2006/relationships/customXml" Target="../ink/ink2795.xml"/><Relationship Id="rId138" Type="http://schemas.openxmlformats.org/officeDocument/2006/relationships/customXml" Target="../ink/ink2822.xml"/><Relationship Id="rId345" Type="http://schemas.openxmlformats.org/officeDocument/2006/relationships/customXml" Target="../ink/ink2926.xml"/><Relationship Id="rId387" Type="http://schemas.openxmlformats.org/officeDocument/2006/relationships/customXml" Target="../ink/ink2947.xml"/><Relationship Id="rId510" Type="http://schemas.openxmlformats.org/officeDocument/2006/relationships/customXml" Target="../ink/ink3009.xml"/><Relationship Id="rId191" Type="http://schemas.openxmlformats.org/officeDocument/2006/relationships/image" Target="../media/image2077.png"/><Relationship Id="rId205" Type="http://schemas.openxmlformats.org/officeDocument/2006/relationships/image" Target="../media/image2084.png"/><Relationship Id="rId247" Type="http://schemas.openxmlformats.org/officeDocument/2006/relationships/image" Target="../media/image2105.png"/><Relationship Id="rId412" Type="http://schemas.openxmlformats.org/officeDocument/2006/relationships/image" Target="../media/image2185.png"/><Relationship Id="rId107" Type="http://schemas.openxmlformats.org/officeDocument/2006/relationships/image" Target="../media/image2035.png"/><Relationship Id="rId289" Type="http://schemas.openxmlformats.org/officeDocument/2006/relationships/image" Target="../media/image2125.png"/><Relationship Id="rId454" Type="http://schemas.openxmlformats.org/officeDocument/2006/relationships/image" Target="../media/image2206.png"/><Relationship Id="rId496" Type="http://schemas.openxmlformats.org/officeDocument/2006/relationships/customXml" Target="../ink/ink3002.xml"/><Relationship Id="rId11" Type="http://schemas.openxmlformats.org/officeDocument/2006/relationships/image" Target="../media/image1987.png"/><Relationship Id="rId53" Type="http://schemas.openxmlformats.org/officeDocument/2006/relationships/image" Target="../media/image2008.png"/><Relationship Id="rId149" Type="http://schemas.openxmlformats.org/officeDocument/2006/relationships/image" Target="../media/image2056.png"/><Relationship Id="rId314" Type="http://schemas.openxmlformats.org/officeDocument/2006/relationships/image" Target="../media/image2137.png"/><Relationship Id="rId356" Type="http://schemas.openxmlformats.org/officeDocument/2006/relationships/image" Target="../media/image2157.png"/><Relationship Id="rId398" Type="http://schemas.openxmlformats.org/officeDocument/2006/relationships/image" Target="../media/image2178.png"/><Relationship Id="rId521" Type="http://schemas.openxmlformats.org/officeDocument/2006/relationships/customXml" Target="../ink/ink3015.xml"/><Relationship Id="rId95" Type="http://schemas.openxmlformats.org/officeDocument/2006/relationships/image" Target="../media/image2029.png"/><Relationship Id="rId160" Type="http://schemas.openxmlformats.org/officeDocument/2006/relationships/customXml" Target="../ink/ink2833.xml"/><Relationship Id="rId216" Type="http://schemas.openxmlformats.org/officeDocument/2006/relationships/customXml" Target="../ink/ink2861.xml"/><Relationship Id="rId423" Type="http://schemas.openxmlformats.org/officeDocument/2006/relationships/customXml" Target="../ink/ink2965.xml"/><Relationship Id="rId258" Type="http://schemas.openxmlformats.org/officeDocument/2006/relationships/customXml" Target="../ink/ink2882.xml"/><Relationship Id="rId465" Type="http://schemas.openxmlformats.org/officeDocument/2006/relationships/customXml" Target="../ink/ink2986.xml"/><Relationship Id="rId22" Type="http://schemas.openxmlformats.org/officeDocument/2006/relationships/customXml" Target="../ink/ink2764.xml"/><Relationship Id="rId64" Type="http://schemas.openxmlformats.org/officeDocument/2006/relationships/customXml" Target="../ink/ink2785.xml"/><Relationship Id="rId118" Type="http://schemas.openxmlformats.org/officeDocument/2006/relationships/customXml" Target="../ink/ink2812.xml"/><Relationship Id="rId325" Type="http://schemas.openxmlformats.org/officeDocument/2006/relationships/customXml" Target="../ink/ink2916.xml"/><Relationship Id="rId367" Type="http://schemas.openxmlformats.org/officeDocument/2006/relationships/customXml" Target="../ink/ink2937.xml"/><Relationship Id="rId171" Type="http://schemas.openxmlformats.org/officeDocument/2006/relationships/image" Target="../media/image2067.png"/><Relationship Id="rId227" Type="http://schemas.openxmlformats.org/officeDocument/2006/relationships/image" Target="../media/image2095.png"/><Relationship Id="rId269" Type="http://schemas.openxmlformats.org/officeDocument/2006/relationships/image" Target="../media/image2115.png"/><Relationship Id="rId434" Type="http://schemas.openxmlformats.org/officeDocument/2006/relationships/image" Target="../media/image2196.png"/><Relationship Id="rId476" Type="http://schemas.openxmlformats.org/officeDocument/2006/relationships/image" Target="../media/image2217.png"/><Relationship Id="rId33" Type="http://schemas.openxmlformats.org/officeDocument/2006/relationships/image" Target="../media/image1998.png"/><Relationship Id="rId129" Type="http://schemas.openxmlformats.org/officeDocument/2006/relationships/image" Target="../media/image2046.png"/><Relationship Id="rId280" Type="http://schemas.openxmlformats.org/officeDocument/2006/relationships/customXml" Target="../ink/ink2893.xml"/><Relationship Id="rId336" Type="http://schemas.openxmlformats.org/officeDocument/2006/relationships/image" Target="../media/image2148.png"/><Relationship Id="rId501" Type="http://schemas.openxmlformats.org/officeDocument/2006/relationships/image" Target="../media/image2229.png"/><Relationship Id="rId75" Type="http://schemas.openxmlformats.org/officeDocument/2006/relationships/image" Target="../media/image2019.png"/><Relationship Id="rId140" Type="http://schemas.openxmlformats.org/officeDocument/2006/relationships/customXml" Target="../ink/ink2823.xml"/><Relationship Id="rId182" Type="http://schemas.openxmlformats.org/officeDocument/2006/relationships/customXml" Target="../ink/ink2844.xml"/><Relationship Id="rId378" Type="http://schemas.openxmlformats.org/officeDocument/2006/relationships/image" Target="../media/image2168.png"/><Relationship Id="rId403" Type="http://schemas.openxmlformats.org/officeDocument/2006/relationships/customXml" Target="../ink/ink2955.xml"/><Relationship Id="rId6" Type="http://schemas.openxmlformats.org/officeDocument/2006/relationships/customXml" Target="../ink/ink2756.xml"/><Relationship Id="rId238" Type="http://schemas.openxmlformats.org/officeDocument/2006/relationships/customXml" Target="../ink/ink2872.xml"/><Relationship Id="rId445" Type="http://schemas.openxmlformats.org/officeDocument/2006/relationships/customXml" Target="../ink/ink2976.xml"/><Relationship Id="rId487" Type="http://schemas.openxmlformats.org/officeDocument/2006/relationships/image" Target="../media/image2222.png"/><Relationship Id="rId291" Type="http://schemas.openxmlformats.org/officeDocument/2006/relationships/image" Target="../media/image2126.png"/><Relationship Id="rId305" Type="http://schemas.openxmlformats.org/officeDocument/2006/relationships/image" Target="../media/image2133.png"/><Relationship Id="rId347" Type="http://schemas.openxmlformats.org/officeDocument/2006/relationships/customXml" Target="../ink/ink2927.xml"/><Relationship Id="rId512" Type="http://schemas.openxmlformats.org/officeDocument/2006/relationships/image" Target="../media/image2234.png"/><Relationship Id="rId44" Type="http://schemas.openxmlformats.org/officeDocument/2006/relationships/customXml" Target="../ink/ink2775.xml"/><Relationship Id="rId86" Type="http://schemas.openxmlformats.org/officeDocument/2006/relationships/customXml" Target="../ink/ink2796.xml"/><Relationship Id="rId151" Type="http://schemas.openxmlformats.org/officeDocument/2006/relationships/image" Target="../media/image2057.png"/><Relationship Id="rId389" Type="http://schemas.openxmlformats.org/officeDocument/2006/relationships/customXml" Target="../ink/ink2948.xml"/><Relationship Id="rId193" Type="http://schemas.openxmlformats.org/officeDocument/2006/relationships/image" Target="../media/image2078.png"/><Relationship Id="rId207" Type="http://schemas.openxmlformats.org/officeDocument/2006/relationships/image" Target="../media/image2085.png"/><Relationship Id="rId249" Type="http://schemas.openxmlformats.org/officeDocument/2006/relationships/image" Target="../media/image2106.png"/><Relationship Id="rId414" Type="http://schemas.openxmlformats.org/officeDocument/2006/relationships/image" Target="../media/image2186.png"/><Relationship Id="rId456" Type="http://schemas.openxmlformats.org/officeDocument/2006/relationships/image" Target="../media/image2207.png"/><Relationship Id="rId498" Type="http://schemas.openxmlformats.org/officeDocument/2006/relationships/customXml" Target="../ink/ink3003.xml"/><Relationship Id="rId13" Type="http://schemas.openxmlformats.org/officeDocument/2006/relationships/image" Target="../media/image1988.png"/><Relationship Id="rId109" Type="http://schemas.openxmlformats.org/officeDocument/2006/relationships/image" Target="../media/image2036.png"/><Relationship Id="rId260" Type="http://schemas.openxmlformats.org/officeDocument/2006/relationships/customXml" Target="../ink/ink2883.xml"/><Relationship Id="rId316" Type="http://schemas.openxmlformats.org/officeDocument/2006/relationships/image" Target="../media/image2138.png"/><Relationship Id="rId55" Type="http://schemas.openxmlformats.org/officeDocument/2006/relationships/image" Target="../media/image2009.png"/><Relationship Id="rId97" Type="http://schemas.openxmlformats.org/officeDocument/2006/relationships/image" Target="../media/image2030.png"/><Relationship Id="rId120" Type="http://schemas.openxmlformats.org/officeDocument/2006/relationships/customXml" Target="../ink/ink2813.xml"/><Relationship Id="rId358" Type="http://schemas.openxmlformats.org/officeDocument/2006/relationships/image" Target="../media/image2158.png"/><Relationship Id="rId162" Type="http://schemas.openxmlformats.org/officeDocument/2006/relationships/customXml" Target="../ink/ink2834.xml"/><Relationship Id="rId218" Type="http://schemas.openxmlformats.org/officeDocument/2006/relationships/customXml" Target="../ink/ink2862.xml"/><Relationship Id="rId425" Type="http://schemas.openxmlformats.org/officeDocument/2006/relationships/customXml" Target="../ink/ink2966.xml"/><Relationship Id="rId467" Type="http://schemas.openxmlformats.org/officeDocument/2006/relationships/customXml" Target="../ink/ink2987.xml"/><Relationship Id="rId271" Type="http://schemas.openxmlformats.org/officeDocument/2006/relationships/image" Target="../media/image2116.png"/><Relationship Id="rId24" Type="http://schemas.openxmlformats.org/officeDocument/2006/relationships/customXml" Target="../ink/ink2765.xml"/><Relationship Id="rId66" Type="http://schemas.openxmlformats.org/officeDocument/2006/relationships/customXml" Target="../ink/ink2786.xml"/><Relationship Id="rId131" Type="http://schemas.openxmlformats.org/officeDocument/2006/relationships/image" Target="../media/image2047.png"/><Relationship Id="rId327" Type="http://schemas.openxmlformats.org/officeDocument/2006/relationships/customXml" Target="../ink/ink2917.xml"/><Relationship Id="rId369" Type="http://schemas.openxmlformats.org/officeDocument/2006/relationships/customXml" Target="../ink/ink2938.xml"/><Relationship Id="rId173" Type="http://schemas.openxmlformats.org/officeDocument/2006/relationships/image" Target="../media/image2068.png"/><Relationship Id="rId229" Type="http://schemas.openxmlformats.org/officeDocument/2006/relationships/image" Target="../media/image2096.png"/><Relationship Id="rId380" Type="http://schemas.openxmlformats.org/officeDocument/2006/relationships/image" Target="../media/image2169.png"/><Relationship Id="rId436" Type="http://schemas.openxmlformats.org/officeDocument/2006/relationships/image" Target="../media/image2197.png"/><Relationship Id="rId240" Type="http://schemas.openxmlformats.org/officeDocument/2006/relationships/customXml" Target="../ink/ink2873.xml"/><Relationship Id="rId478" Type="http://schemas.openxmlformats.org/officeDocument/2006/relationships/image" Target="../media/image2218.png"/><Relationship Id="rId35" Type="http://schemas.openxmlformats.org/officeDocument/2006/relationships/image" Target="../media/image1999.png"/><Relationship Id="rId77" Type="http://schemas.openxmlformats.org/officeDocument/2006/relationships/image" Target="../media/image2020.png"/><Relationship Id="rId100" Type="http://schemas.openxmlformats.org/officeDocument/2006/relationships/customXml" Target="../ink/ink2803.xml"/><Relationship Id="rId282" Type="http://schemas.openxmlformats.org/officeDocument/2006/relationships/customXml" Target="../ink/ink2894.xml"/><Relationship Id="rId338" Type="http://schemas.openxmlformats.org/officeDocument/2006/relationships/image" Target="../media/image2149.png"/><Relationship Id="rId503" Type="http://schemas.openxmlformats.org/officeDocument/2006/relationships/image" Target="../media/image2230.png"/><Relationship Id="rId8" Type="http://schemas.openxmlformats.org/officeDocument/2006/relationships/customXml" Target="../ink/ink2757.xml"/><Relationship Id="rId142" Type="http://schemas.openxmlformats.org/officeDocument/2006/relationships/customXml" Target="../ink/ink2824.xml"/><Relationship Id="rId184" Type="http://schemas.openxmlformats.org/officeDocument/2006/relationships/customXml" Target="../ink/ink2845.xml"/><Relationship Id="rId391" Type="http://schemas.openxmlformats.org/officeDocument/2006/relationships/customXml" Target="../ink/ink2949.xml"/><Relationship Id="rId405" Type="http://schemas.openxmlformats.org/officeDocument/2006/relationships/customXml" Target="../ink/ink2956.xml"/><Relationship Id="rId447" Type="http://schemas.openxmlformats.org/officeDocument/2006/relationships/customXml" Target="../ink/ink2977.xml"/><Relationship Id="rId251" Type="http://schemas.openxmlformats.org/officeDocument/2006/relationships/image" Target="../media/image2107.png"/><Relationship Id="rId489" Type="http://schemas.openxmlformats.org/officeDocument/2006/relationships/image" Target="../media/image2223.png"/><Relationship Id="rId46" Type="http://schemas.openxmlformats.org/officeDocument/2006/relationships/customXml" Target="../ink/ink2776.xml"/><Relationship Id="rId293" Type="http://schemas.openxmlformats.org/officeDocument/2006/relationships/image" Target="../media/image2127.png"/><Relationship Id="rId307" Type="http://schemas.openxmlformats.org/officeDocument/2006/relationships/image" Target="../media/image2134.png"/><Relationship Id="rId349" Type="http://schemas.openxmlformats.org/officeDocument/2006/relationships/customXml" Target="../ink/ink2928.xml"/><Relationship Id="rId514" Type="http://schemas.openxmlformats.org/officeDocument/2006/relationships/image" Target="../media/image2235.png"/><Relationship Id="rId88" Type="http://schemas.openxmlformats.org/officeDocument/2006/relationships/customXml" Target="../ink/ink2797.xml"/><Relationship Id="rId111" Type="http://schemas.openxmlformats.org/officeDocument/2006/relationships/image" Target="../media/image2037.png"/><Relationship Id="rId153" Type="http://schemas.openxmlformats.org/officeDocument/2006/relationships/image" Target="../media/image2058.png"/><Relationship Id="rId195" Type="http://schemas.openxmlformats.org/officeDocument/2006/relationships/image" Target="../media/image2079.png"/><Relationship Id="rId209" Type="http://schemas.openxmlformats.org/officeDocument/2006/relationships/image" Target="../media/image2086.png"/><Relationship Id="rId360" Type="http://schemas.openxmlformats.org/officeDocument/2006/relationships/image" Target="../media/image2159.png"/><Relationship Id="rId416" Type="http://schemas.openxmlformats.org/officeDocument/2006/relationships/image" Target="../media/image2187.png"/><Relationship Id="rId220" Type="http://schemas.openxmlformats.org/officeDocument/2006/relationships/customXml" Target="../ink/ink2863.xml"/><Relationship Id="rId458" Type="http://schemas.openxmlformats.org/officeDocument/2006/relationships/image" Target="../media/image2208.png"/><Relationship Id="rId15" Type="http://schemas.openxmlformats.org/officeDocument/2006/relationships/image" Target="../media/image1989.png"/><Relationship Id="rId57" Type="http://schemas.openxmlformats.org/officeDocument/2006/relationships/image" Target="../media/image2010.png"/><Relationship Id="rId262" Type="http://schemas.openxmlformats.org/officeDocument/2006/relationships/customXml" Target="../ink/ink2884.xml"/><Relationship Id="rId318" Type="http://schemas.openxmlformats.org/officeDocument/2006/relationships/image" Target="../media/image2139.png"/><Relationship Id="rId99" Type="http://schemas.openxmlformats.org/officeDocument/2006/relationships/image" Target="../media/image2031.png"/><Relationship Id="rId122" Type="http://schemas.openxmlformats.org/officeDocument/2006/relationships/customXml" Target="../ink/ink2814.xml"/><Relationship Id="rId164" Type="http://schemas.openxmlformats.org/officeDocument/2006/relationships/customXml" Target="../ink/ink2835.xml"/><Relationship Id="rId371" Type="http://schemas.openxmlformats.org/officeDocument/2006/relationships/customXml" Target="../ink/ink2939.xml"/><Relationship Id="rId427" Type="http://schemas.openxmlformats.org/officeDocument/2006/relationships/customXml" Target="../ink/ink2967.xml"/><Relationship Id="rId469" Type="http://schemas.openxmlformats.org/officeDocument/2006/relationships/customXml" Target="../ink/ink2988.xml"/><Relationship Id="rId26" Type="http://schemas.openxmlformats.org/officeDocument/2006/relationships/customXml" Target="../ink/ink2766.xml"/><Relationship Id="rId231" Type="http://schemas.openxmlformats.org/officeDocument/2006/relationships/image" Target="../media/image2097.png"/><Relationship Id="rId273" Type="http://schemas.openxmlformats.org/officeDocument/2006/relationships/image" Target="../media/image2117.png"/><Relationship Id="rId329" Type="http://schemas.openxmlformats.org/officeDocument/2006/relationships/customXml" Target="../ink/ink2918.xml"/><Relationship Id="rId480" Type="http://schemas.openxmlformats.org/officeDocument/2006/relationships/image" Target="../media/image2219.png"/><Relationship Id="rId68" Type="http://schemas.openxmlformats.org/officeDocument/2006/relationships/customXml" Target="../ink/ink2787.xml"/><Relationship Id="rId133" Type="http://schemas.openxmlformats.org/officeDocument/2006/relationships/image" Target="../media/image2048.png"/><Relationship Id="rId175" Type="http://schemas.openxmlformats.org/officeDocument/2006/relationships/image" Target="../media/image2069.png"/><Relationship Id="rId340" Type="http://schemas.openxmlformats.org/officeDocument/2006/relationships/image" Target="../media/image2150.png"/><Relationship Id="rId200" Type="http://schemas.openxmlformats.org/officeDocument/2006/relationships/customXml" Target="../ink/ink2853.xml"/><Relationship Id="rId382" Type="http://schemas.openxmlformats.org/officeDocument/2006/relationships/image" Target="../media/image2170.png"/><Relationship Id="rId438" Type="http://schemas.openxmlformats.org/officeDocument/2006/relationships/image" Target="../media/image2198.png"/><Relationship Id="rId242" Type="http://schemas.openxmlformats.org/officeDocument/2006/relationships/customXml" Target="../ink/ink2874.xml"/><Relationship Id="rId284" Type="http://schemas.openxmlformats.org/officeDocument/2006/relationships/customXml" Target="../ink/ink2895.xml"/><Relationship Id="rId491" Type="http://schemas.openxmlformats.org/officeDocument/2006/relationships/image" Target="../media/image2224.png"/><Relationship Id="rId505" Type="http://schemas.openxmlformats.org/officeDocument/2006/relationships/image" Target="../media/image2231.png"/><Relationship Id="rId37" Type="http://schemas.openxmlformats.org/officeDocument/2006/relationships/image" Target="../media/image2000.png"/><Relationship Id="rId79" Type="http://schemas.openxmlformats.org/officeDocument/2006/relationships/image" Target="../media/image2021.png"/><Relationship Id="rId102" Type="http://schemas.openxmlformats.org/officeDocument/2006/relationships/customXml" Target="../ink/ink2804.xml"/><Relationship Id="rId144" Type="http://schemas.openxmlformats.org/officeDocument/2006/relationships/customXml" Target="../ink/ink2825.xml"/><Relationship Id="rId90" Type="http://schemas.openxmlformats.org/officeDocument/2006/relationships/customXml" Target="../ink/ink2798.xml"/><Relationship Id="rId186" Type="http://schemas.openxmlformats.org/officeDocument/2006/relationships/customXml" Target="../ink/ink2846.xml"/><Relationship Id="rId351" Type="http://schemas.openxmlformats.org/officeDocument/2006/relationships/customXml" Target="../ink/ink2929.xml"/><Relationship Id="rId393" Type="http://schemas.openxmlformats.org/officeDocument/2006/relationships/customXml" Target="../ink/ink2950.xml"/><Relationship Id="rId407" Type="http://schemas.openxmlformats.org/officeDocument/2006/relationships/customXml" Target="../ink/ink2957.xml"/><Relationship Id="rId449" Type="http://schemas.openxmlformats.org/officeDocument/2006/relationships/customXml" Target="../ink/ink2978.xml"/><Relationship Id="rId211" Type="http://schemas.openxmlformats.org/officeDocument/2006/relationships/image" Target="../media/image2087.png"/><Relationship Id="rId253" Type="http://schemas.openxmlformats.org/officeDocument/2006/relationships/image" Target="../media/image2108.png"/><Relationship Id="rId295" Type="http://schemas.openxmlformats.org/officeDocument/2006/relationships/image" Target="../media/image2128.png"/><Relationship Id="rId309" Type="http://schemas.openxmlformats.org/officeDocument/2006/relationships/image" Target="../media/image2135.png"/><Relationship Id="rId460" Type="http://schemas.openxmlformats.org/officeDocument/2006/relationships/image" Target="../media/image2209.png"/><Relationship Id="rId516" Type="http://schemas.openxmlformats.org/officeDocument/2006/relationships/image" Target="../media/image2236.png"/><Relationship Id="rId48" Type="http://schemas.openxmlformats.org/officeDocument/2006/relationships/customXml" Target="../ink/ink2777.xml"/><Relationship Id="rId113" Type="http://schemas.openxmlformats.org/officeDocument/2006/relationships/image" Target="../media/image2038.png"/><Relationship Id="rId320" Type="http://schemas.openxmlformats.org/officeDocument/2006/relationships/image" Target="../media/image2140.png"/><Relationship Id="rId155" Type="http://schemas.openxmlformats.org/officeDocument/2006/relationships/image" Target="../media/image2059.png"/><Relationship Id="rId197" Type="http://schemas.openxmlformats.org/officeDocument/2006/relationships/image" Target="../media/image2080.png"/><Relationship Id="rId362" Type="http://schemas.openxmlformats.org/officeDocument/2006/relationships/image" Target="../media/image2160.png"/><Relationship Id="rId418" Type="http://schemas.openxmlformats.org/officeDocument/2006/relationships/image" Target="../media/image2188.png"/><Relationship Id="rId222" Type="http://schemas.openxmlformats.org/officeDocument/2006/relationships/customXml" Target="../ink/ink2864.xml"/><Relationship Id="rId264" Type="http://schemas.openxmlformats.org/officeDocument/2006/relationships/customXml" Target="../ink/ink2885.xml"/><Relationship Id="rId471" Type="http://schemas.openxmlformats.org/officeDocument/2006/relationships/customXml" Target="../ink/ink2989.xml"/><Relationship Id="rId17" Type="http://schemas.openxmlformats.org/officeDocument/2006/relationships/image" Target="../media/image1990.png"/><Relationship Id="rId59" Type="http://schemas.openxmlformats.org/officeDocument/2006/relationships/image" Target="../media/image2011.png"/><Relationship Id="rId124" Type="http://schemas.openxmlformats.org/officeDocument/2006/relationships/customXml" Target="../ink/ink2815.xml"/><Relationship Id="rId70" Type="http://schemas.openxmlformats.org/officeDocument/2006/relationships/customXml" Target="../ink/ink2788.xml"/><Relationship Id="rId166" Type="http://schemas.openxmlformats.org/officeDocument/2006/relationships/customXml" Target="../ink/ink2836.xml"/><Relationship Id="rId331" Type="http://schemas.openxmlformats.org/officeDocument/2006/relationships/customXml" Target="../ink/ink2919.xml"/><Relationship Id="rId373" Type="http://schemas.openxmlformats.org/officeDocument/2006/relationships/customXml" Target="../ink/ink2940.xml"/><Relationship Id="rId429" Type="http://schemas.openxmlformats.org/officeDocument/2006/relationships/customXml" Target="../ink/ink2968.xml"/><Relationship Id="rId1" Type="http://schemas.openxmlformats.org/officeDocument/2006/relationships/slideLayout" Target="../slideLayouts/slideLayout7.xml"/><Relationship Id="rId233" Type="http://schemas.openxmlformats.org/officeDocument/2006/relationships/image" Target="../media/image2098.png"/><Relationship Id="rId440" Type="http://schemas.openxmlformats.org/officeDocument/2006/relationships/image" Target="../media/image2199.png"/><Relationship Id="rId28" Type="http://schemas.openxmlformats.org/officeDocument/2006/relationships/customXml" Target="../ink/ink2767.xml"/><Relationship Id="rId275" Type="http://schemas.openxmlformats.org/officeDocument/2006/relationships/image" Target="../media/image2118.png"/><Relationship Id="rId300" Type="http://schemas.openxmlformats.org/officeDocument/2006/relationships/customXml" Target="../ink/ink2903.xml"/><Relationship Id="rId482" Type="http://schemas.openxmlformats.org/officeDocument/2006/relationships/image" Target="../media/image2220.png"/><Relationship Id="rId81" Type="http://schemas.openxmlformats.org/officeDocument/2006/relationships/image" Target="../media/image2022.png"/><Relationship Id="rId135" Type="http://schemas.openxmlformats.org/officeDocument/2006/relationships/image" Target="../media/image2049.png"/><Relationship Id="rId177" Type="http://schemas.openxmlformats.org/officeDocument/2006/relationships/image" Target="../media/image2070.png"/><Relationship Id="rId342" Type="http://schemas.openxmlformats.org/officeDocument/2006/relationships/image" Target="../media/image2151.png"/><Relationship Id="rId384" Type="http://schemas.openxmlformats.org/officeDocument/2006/relationships/image" Target="../media/image2171.png"/><Relationship Id="rId202" Type="http://schemas.openxmlformats.org/officeDocument/2006/relationships/customXml" Target="../ink/ink2854.xml"/><Relationship Id="rId244" Type="http://schemas.openxmlformats.org/officeDocument/2006/relationships/customXml" Target="../ink/ink2875.xml"/><Relationship Id="rId39" Type="http://schemas.openxmlformats.org/officeDocument/2006/relationships/image" Target="../media/image2001.png"/><Relationship Id="rId286" Type="http://schemas.openxmlformats.org/officeDocument/2006/relationships/customXml" Target="../ink/ink2896.xml"/><Relationship Id="rId451" Type="http://schemas.openxmlformats.org/officeDocument/2006/relationships/customXml" Target="../ink/ink2979.xml"/><Relationship Id="rId493" Type="http://schemas.openxmlformats.org/officeDocument/2006/relationships/image" Target="../media/image2225.png"/><Relationship Id="rId507" Type="http://schemas.openxmlformats.org/officeDocument/2006/relationships/image" Target="../media/image2232.png"/><Relationship Id="rId50" Type="http://schemas.openxmlformats.org/officeDocument/2006/relationships/customXml" Target="../ink/ink2778.xml"/><Relationship Id="rId104" Type="http://schemas.openxmlformats.org/officeDocument/2006/relationships/customXml" Target="../ink/ink2805.xml"/><Relationship Id="rId146" Type="http://schemas.openxmlformats.org/officeDocument/2006/relationships/customXml" Target="../ink/ink2826.xml"/><Relationship Id="rId188" Type="http://schemas.openxmlformats.org/officeDocument/2006/relationships/customXml" Target="../ink/ink2847.xml"/><Relationship Id="rId311" Type="http://schemas.openxmlformats.org/officeDocument/2006/relationships/customXml" Target="../ink/ink2909.xml"/><Relationship Id="rId353" Type="http://schemas.openxmlformats.org/officeDocument/2006/relationships/customXml" Target="../ink/ink2930.xml"/><Relationship Id="rId395" Type="http://schemas.openxmlformats.org/officeDocument/2006/relationships/customXml" Target="../ink/ink2951.xml"/><Relationship Id="rId409" Type="http://schemas.openxmlformats.org/officeDocument/2006/relationships/customXml" Target="../ink/ink2958.xml"/><Relationship Id="rId92" Type="http://schemas.openxmlformats.org/officeDocument/2006/relationships/customXml" Target="../ink/ink2799.xml"/><Relationship Id="rId213" Type="http://schemas.openxmlformats.org/officeDocument/2006/relationships/image" Target="../media/image2088.png"/><Relationship Id="rId420" Type="http://schemas.openxmlformats.org/officeDocument/2006/relationships/image" Target="../media/image2189.png"/><Relationship Id="rId255" Type="http://schemas.openxmlformats.org/officeDocument/2006/relationships/image" Target="../media/image2109.png"/><Relationship Id="rId297" Type="http://schemas.openxmlformats.org/officeDocument/2006/relationships/image" Target="../media/image2129.png"/><Relationship Id="rId462" Type="http://schemas.openxmlformats.org/officeDocument/2006/relationships/image" Target="../media/image2210.png"/><Relationship Id="rId518" Type="http://schemas.openxmlformats.org/officeDocument/2006/relationships/image" Target="../media/image2237.png"/><Relationship Id="rId115" Type="http://schemas.openxmlformats.org/officeDocument/2006/relationships/image" Target="../media/image2039.png"/><Relationship Id="rId157" Type="http://schemas.openxmlformats.org/officeDocument/2006/relationships/image" Target="../media/image2060.png"/><Relationship Id="rId322" Type="http://schemas.openxmlformats.org/officeDocument/2006/relationships/image" Target="../media/image2141.png"/><Relationship Id="rId364" Type="http://schemas.openxmlformats.org/officeDocument/2006/relationships/image" Target="../media/image2161.png"/><Relationship Id="rId61" Type="http://schemas.openxmlformats.org/officeDocument/2006/relationships/image" Target="../media/image2012.png"/><Relationship Id="rId199" Type="http://schemas.openxmlformats.org/officeDocument/2006/relationships/image" Target="../media/image2081.png"/><Relationship Id="rId19" Type="http://schemas.openxmlformats.org/officeDocument/2006/relationships/image" Target="../media/image1991.png"/><Relationship Id="rId224" Type="http://schemas.openxmlformats.org/officeDocument/2006/relationships/customXml" Target="../ink/ink2865.xml"/><Relationship Id="rId266" Type="http://schemas.openxmlformats.org/officeDocument/2006/relationships/customXml" Target="../ink/ink2886.xml"/><Relationship Id="rId431" Type="http://schemas.openxmlformats.org/officeDocument/2006/relationships/customXml" Target="../ink/ink2969.xml"/><Relationship Id="rId473" Type="http://schemas.openxmlformats.org/officeDocument/2006/relationships/customXml" Target="../ink/ink2990.xml"/><Relationship Id="rId30" Type="http://schemas.openxmlformats.org/officeDocument/2006/relationships/customXml" Target="../ink/ink2768.xml"/><Relationship Id="rId126" Type="http://schemas.openxmlformats.org/officeDocument/2006/relationships/customXml" Target="../ink/ink2816.xml"/><Relationship Id="rId168" Type="http://schemas.openxmlformats.org/officeDocument/2006/relationships/customXml" Target="../ink/ink2837.xml"/><Relationship Id="rId333" Type="http://schemas.openxmlformats.org/officeDocument/2006/relationships/customXml" Target="../ink/ink2920.xml"/><Relationship Id="rId72" Type="http://schemas.openxmlformats.org/officeDocument/2006/relationships/customXml" Target="../ink/ink2789.xml"/><Relationship Id="rId375" Type="http://schemas.openxmlformats.org/officeDocument/2006/relationships/customXml" Target="../ink/ink2941.xml"/><Relationship Id="rId3" Type="http://schemas.openxmlformats.org/officeDocument/2006/relationships/image" Target="../media/image1983.png"/><Relationship Id="rId235" Type="http://schemas.openxmlformats.org/officeDocument/2006/relationships/image" Target="../media/image2099.png"/><Relationship Id="rId277" Type="http://schemas.openxmlformats.org/officeDocument/2006/relationships/image" Target="../media/image2119.png"/><Relationship Id="rId400" Type="http://schemas.openxmlformats.org/officeDocument/2006/relationships/image" Target="../media/image2179.png"/><Relationship Id="rId442" Type="http://schemas.openxmlformats.org/officeDocument/2006/relationships/image" Target="../media/image2200.png"/><Relationship Id="rId484" Type="http://schemas.openxmlformats.org/officeDocument/2006/relationships/image" Target="../media/image2221.png"/><Relationship Id="rId137" Type="http://schemas.openxmlformats.org/officeDocument/2006/relationships/image" Target="../media/image2050.png"/><Relationship Id="rId302" Type="http://schemas.openxmlformats.org/officeDocument/2006/relationships/customXml" Target="../ink/ink2904.xml"/><Relationship Id="rId344" Type="http://schemas.openxmlformats.org/officeDocument/2006/relationships/image" Target="../media/image2152.png"/><Relationship Id="rId41" Type="http://schemas.openxmlformats.org/officeDocument/2006/relationships/image" Target="../media/image2002.png"/><Relationship Id="rId83" Type="http://schemas.openxmlformats.org/officeDocument/2006/relationships/image" Target="../media/image2023.png"/><Relationship Id="rId179" Type="http://schemas.openxmlformats.org/officeDocument/2006/relationships/image" Target="../media/image2071.png"/><Relationship Id="rId386" Type="http://schemas.openxmlformats.org/officeDocument/2006/relationships/image" Target="../media/image2172.png"/><Relationship Id="rId190" Type="http://schemas.openxmlformats.org/officeDocument/2006/relationships/customXml" Target="../ink/ink2848.xml"/><Relationship Id="rId204" Type="http://schemas.openxmlformats.org/officeDocument/2006/relationships/customXml" Target="../ink/ink2855.xml"/><Relationship Id="rId246" Type="http://schemas.openxmlformats.org/officeDocument/2006/relationships/customXml" Target="../ink/ink2876.xml"/><Relationship Id="rId288" Type="http://schemas.openxmlformats.org/officeDocument/2006/relationships/customXml" Target="../ink/ink2897.xml"/><Relationship Id="rId411" Type="http://schemas.openxmlformats.org/officeDocument/2006/relationships/customXml" Target="../ink/ink2959.xml"/><Relationship Id="rId453" Type="http://schemas.openxmlformats.org/officeDocument/2006/relationships/customXml" Target="../ink/ink2980.xml"/><Relationship Id="rId509" Type="http://schemas.openxmlformats.org/officeDocument/2006/relationships/image" Target="../media/image2233.png"/><Relationship Id="rId106" Type="http://schemas.openxmlformats.org/officeDocument/2006/relationships/customXml" Target="../ink/ink2806.xml"/><Relationship Id="rId313" Type="http://schemas.openxmlformats.org/officeDocument/2006/relationships/customXml" Target="../ink/ink2910.xml"/><Relationship Id="rId495" Type="http://schemas.openxmlformats.org/officeDocument/2006/relationships/image" Target="../media/image2226.png"/><Relationship Id="rId10" Type="http://schemas.openxmlformats.org/officeDocument/2006/relationships/customXml" Target="../ink/ink2758.xml"/><Relationship Id="rId52" Type="http://schemas.openxmlformats.org/officeDocument/2006/relationships/customXml" Target="../ink/ink2779.xml"/><Relationship Id="rId94" Type="http://schemas.openxmlformats.org/officeDocument/2006/relationships/customXml" Target="../ink/ink2800.xml"/><Relationship Id="rId148" Type="http://schemas.openxmlformats.org/officeDocument/2006/relationships/customXml" Target="../ink/ink2827.xml"/><Relationship Id="rId355" Type="http://schemas.openxmlformats.org/officeDocument/2006/relationships/customXml" Target="../ink/ink2931.xml"/><Relationship Id="rId397" Type="http://schemas.openxmlformats.org/officeDocument/2006/relationships/customXml" Target="../ink/ink2952.xml"/><Relationship Id="rId520" Type="http://schemas.openxmlformats.org/officeDocument/2006/relationships/image" Target="../media/image2238.png"/><Relationship Id="rId215" Type="http://schemas.openxmlformats.org/officeDocument/2006/relationships/image" Target="../media/image2089.png"/><Relationship Id="rId257" Type="http://schemas.openxmlformats.org/officeDocument/2006/relationships/image" Target="../media/image2110.png"/><Relationship Id="rId422" Type="http://schemas.openxmlformats.org/officeDocument/2006/relationships/image" Target="../media/image2190.png"/><Relationship Id="rId464" Type="http://schemas.openxmlformats.org/officeDocument/2006/relationships/image" Target="../media/image2211.png"/><Relationship Id="rId299" Type="http://schemas.openxmlformats.org/officeDocument/2006/relationships/image" Target="../media/image2130.png"/><Relationship Id="rId63" Type="http://schemas.openxmlformats.org/officeDocument/2006/relationships/image" Target="../media/image2013.png"/><Relationship Id="rId159" Type="http://schemas.openxmlformats.org/officeDocument/2006/relationships/image" Target="../media/image2061.png"/><Relationship Id="rId366" Type="http://schemas.openxmlformats.org/officeDocument/2006/relationships/image" Target="../media/image2162.png"/><Relationship Id="rId226" Type="http://schemas.openxmlformats.org/officeDocument/2006/relationships/customXml" Target="../ink/ink2866.xml"/><Relationship Id="rId433" Type="http://schemas.openxmlformats.org/officeDocument/2006/relationships/customXml" Target="../ink/ink2970.xml"/></Relationships>
</file>

<file path=ppt/slides/_rels/slide20.xml.rels><?xml version="1.0" encoding="UTF-8" standalone="yes"?>
<Relationships xmlns="http://schemas.openxmlformats.org/package/2006/relationships"><Relationship Id="rId117" Type="http://schemas.openxmlformats.org/officeDocument/2006/relationships/image" Target="../media/image2248.png"/><Relationship Id="rId299" Type="http://schemas.openxmlformats.org/officeDocument/2006/relationships/image" Target="../media/image2338.png"/><Relationship Id="rId21" Type="http://schemas.openxmlformats.org/officeDocument/2006/relationships/image" Target="../media/image2060.png"/><Relationship Id="rId63" Type="http://schemas.openxmlformats.org/officeDocument/2006/relationships/image" Target="../media/image2081.png"/><Relationship Id="rId159" Type="http://schemas.openxmlformats.org/officeDocument/2006/relationships/image" Target="../media/image2269.png"/><Relationship Id="rId170" Type="http://schemas.openxmlformats.org/officeDocument/2006/relationships/customXml" Target="../ink/ink3100.xml"/><Relationship Id="rId226" Type="http://schemas.openxmlformats.org/officeDocument/2006/relationships/customXml" Target="../ink/ink3128.xml"/><Relationship Id="rId268" Type="http://schemas.openxmlformats.org/officeDocument/2006/relationships/customXml" Target="../ink/ink3149.xml"/><Relationship Id="rId32" Type="http://schemas.openxmlformats.org/officeDocument/2006/relationships/customXml" Target="../ink/ink3031.xml"/><Relationship Id="rId74" Type="http://schemas.openxmlformats.org/officeDocument/2006/relationships/customXml" Target="../ink/ink3052.xml"/><Relationship Id="rId128" Type="http://schemas.openxmlformats.org/officeDocument/2006/relationships/customXml" Target="../ink/ink3079.xml"/><Relationship Id="rId5" Type="http://schemas.openxmlformats.org/officeDocument/2006/relationships/image" Target="../media/image2052.png"/><Relationship Id="rId181" Type="http://schemas.openxmlformats.org/officeDocument/2006/relationships/image" Target="../media/image2280.png"/><Relationship Id="rId237" Type="http://schemas.openxmlformats.org/officeDocument/2006/relationships/image" Target="../media/image2308.png"/><Relationship Id="rId279" Type="http://schemas.openxmlformats.org/officeDocument/2006/relationships/image" Target="../media/image2328.png"/><Relationship Id="rId43" Type="http://schemas.openxmlformats.org/officeDocument/2006/relationships/image" Target="../media/image2071.png"/><Relationship Id="rId139" Type="http://schemas.openxmlformats.org/officeDocument/2006/relationships/image" Target="../media/image2259.png"/><Relationship Id="rId290" Type="http://schemas.openxmlformats.org/officeDocument/2006/relationships/customXml" Target="../ink/ink3160.xml"/><Relationship Id="rId304" Type="http://schemas.openxmlformats.org/officeDocument/2006/relationships/customXml" Target="../ink/ink3167.xml"/><Relationship Id="rId85" Type="http://schemas.openxmlformats.org/officeDocument/2006/relationships/image" Target="../media/image2092.png"/><Relationship Id="rId150" Type="http://schemas.openxmlformats.org/officeDocument/2006/relationships/customXml" Target="../ink/ink3090.xml"/><Relationship Id="rId192" Type="http://schemas.openxmlformats.org/officeDocument/2006/relationships/customXml" Target="../ink/ink3111.xml"/><Relationship Id="rId206" Type="http://schemas.openxmlformats.org/officeDocument/2006/relationships/customXml" Target="../ink/ink3118.xml"/><Relationship Id="rId248" Type="http://schemas.openxmlformats.org/officeDocument/2006/relationships/customXml" Target="../ink/ink3139.xml"/><Relationship Id="rId12" Type="http://schemas.openxmlformats.org/officeDocument/2006/relationships/customXml" Target="../ink/ink3021.xml"/><Relationship Id="rId108" Type="http://schemas.openxmlformats.org/officeDocument/2006/relationships/customXml" Target="../ink/ink3069.xml"/><Relationship Id="rId315" Type="http://schemas.openxmlformats.org/officeDocument/2006/relationships/image" Target="../media/image2346.png"/><Relationship Id="rId54" Type="http://schemas.openxmlformats.org/officeDocument/2006/relationships/customXml" Target="../ink/ink3042.xml"/><Relationship Id="rId96" Type="http://schemas.openxmlformats.org/officeDocument/2006/relationships/customXml" Target="../ink/ink3063.xml"/><Relationship Id="rId161" Type="http://schemas.openxmlformats.org/officeDocument/2006/relationships/image" Target="../media/image2270.png"/><Relationship Id="rId217" Type="http://schemas.openxmlformats.org/officeDocument/2006/relationships/image" Target="../media/image2298.png"/><Relationship Id="rId259" Type="http://schemas.openxmlformats.org/officeDocument/2006/relationships/image" Target="../media/image2319.png"/><Relationship Id="rId23" Type="http://schemas.openxmlformats.org/officeDocument/2006/relationships/image" Target="../media/image2061.png"/><Relationship Id="rId119" Type="http://schemas.openxmlformats.org/officeDocument/2006/relationships/image" Target="../media/image2249.png"/><Relationship Id="rId270" Type="http://schemas.openxmlformats.org/officeDocument/2006/relationships/customXml" Target="../ink/ink3150.xml"/><Relationship Id="rId65" Type="http://schemas.openxmlformats.org/officeDocument/2006/relationships/image" Target="../media/image2082.png"/><Relationship Id="rId130" Type="http://schemas.openxmlformats.org/officeDocument/2006/relationships/customXml" Target="../ink/ink3080.xml"/><Relationship Id="rId172" Type="http://schemas.openxmlformats.org/officeDocument/2006/relationships/customXml" Target="../ink/ink3101.xml"/><Relationship Id="rId228" Type="http://schemas.openxmlformats.org/officeDocument/2006/relationships/customXml" Target="../ink/ink3129.xml"/><Relationship Id="rId281" Type="http://schemas.openxmlformats.org/officeDocument/2006/relationships/image" Target="../media/image2329.png"/><Relationship Id="rId34" Type="http://schemas.openxmlformats.org/officeDocument/2006/relationships/customXml" Target="../ink/ink3032.xml"/><Relationship Id="rId55" Type="http://schemas.openxmlformats.org/officeDocument/2006/relationships/image" Target="../media/image2077.png"/><Relationship Id="rId76" Type="http://schemas.openxmlformats.org/officeDocument/2006/relationships/customXml" Target="../ink/ink3053.xml"/><Relationship Id="rId97" Type="http://schemas.openxmlformats.org/officeDocument/2006/relationships/image" Target="../media/image2098.png"/><Relationship Id="rId120" Type="http://schemas.openxmlformats.org/officeDocument/2006/relationships/customXml" Target="../ink/ink3075.xml"/><Relationship Id="rId141" Type="http://schemas.openxmlformats.org/officeDocument/2006/relationships/image" Target="../media/image2260.png"/><Relationship Id="rId7" Type="http://schemas.openxmlformats.org/officeDocument/2006/relationships/image" Target="../media/image2053.png"/><Relationship Id="rId162" Type="http://schemas.openxmlformats.org/officeDocument/2006/relationships/customXml" Target="../ink/ink3096.xml"/><Relationship Id="rId183" Type="http://schemas.openxmlformats.org/officeDocument/2006/relationships/image" Target="../media/image2281.png"/><Relationship Id="rId218" Type="http://schemas.openxmlformats.org/officeDocument/2006/relationships/customXml" Target="../ink/ink3124.xml"/><Relationship Id="rId239" Type="http://schemas.openxmlformats.org/officeDocument/2006/relationships/image" Target="../media/image2309.png"/><Relationship Id="rId250" Type="http://schemas.openxmlformats.org/officeDocument/2006/relationships/customXml" Target="../ink/ink3140.xml"/><Relationship Id="rId271" Type="http://schemas.openxmlformats.org/officeDocument/2006/relationships/image" Target="../media/image2325.png"/><Relationship Id="rId292" Type="http://schemas.openxmlformats.org/officeDocument/2006/relationships/customXml" Target="../ink/ink3161.xml"/><Relationship Id="rId306" Type="http://schemas.openxmlformats.org/officeDocument/2006/relationships/customXml" Target="../ink/ink3168.xml"/><Relationship Id="rId24" Type="http://schemas.openxmlformats.org/officeDocument/2006/relationships/customXml" Target="../ink/ink3027.xml"/><Relationship Id="rId45" Type="http://schemas.openxmlformats.org/officeDocument/2006/relationships/image" Target="../media/image2072.png"/><Relationship Id="rId66" Type="http://schemas.openxmlformats.org/officeDocument/2006/relationships/customXml" Target="../ink/ink3048.xml"/><Relationship Id="rId87" Type="http://schemas.openxmlformats.org/officeDocument/2006/relationships/image" Target="../media/image2093.png"/><Relationship Id="rId110" Type="http://schemas.openxmlformats.org/officeDocument/2006/relationships/customXml" Target="../ink/ink3070.xml"/><Relationship Id="rId131" Type="http://schemas.openxmlformats.org/officeDocument/2006/relationships/image" Target="../media/image2255.png"/><Relationship Id="rId152" Type="http://schemas.openxmlformats.org/officeDocument/2006/relationships/customXml" Target="../ink/ink3091.xml"/><Relationship Id="rId173" Type="http://schemas.openxmlformats.org/officeDocument/2006/relationships/image" Target="../media/image2276.png"/><Relationship Id="rId194" Type="http://schemas.openxmlformats.org/officeDocument/2006/relationships/customXml" Target="../ink/ink3112.xml"/><Relationship Id="rId208" Type="http://schemas.openxmlformats.org/officeDocument/2006/relationships/customXml" Target="../ink/ink3119.xml"/><Relationship Id="rId229" Type="http://schemas.openxmlformats.org/officeDocument/2006/relationships/image" Target="../media/image2304.png"/><Relationship Id="rId240" Type="http://schemas.openxmlformats.org/officeDocument/2006/relationships/customXml" Target="../ink/ink3135.xml"/><Relationship Id="rId261" Type="http://schemas.openxmlformats.org/officeDocument/2006/relationships/image" Target="../media/image2320.png"/><Relationship Id="rId14" Type="http://schemas.openxmlformats.org/officeDocument/2006/relationships/customXml" Target="../ink/ink3022.xml"/><Relationship Id="rId35" Type="http://schemas.openxmlformats.org/officeDocument/2006/relationships/image" Target="../media/image2067.png"/><Relationship Id="rId56" Type="http://schemas.openxmlformats.org/officeDocument/2006/relationships/customXml" Target="../ink/ink3043.xml"/><Relationship Id="rId77" Type="http://schemas.openxmlformats.org/officeDocument/2006/relationships/image" Target="../media/image2088.png"/><Relationship Id="rId100" Type="http://schemas.openxmlformats.org/officeDocument/2006/relationships/customXml" Target="../ink/ink3065.xml"/><Relationship Id="rId282" Type="http://schemas.openxmlformats.org/officeDocument/2006/relationships/customXml" Target="../ink/ink3156.xml"/><Relationship Id="rId317" Type="http://schemas.openxmlformats.org/officeDocument/2006/relationships/image" Target="../media/image2347.png"/><Relationship Id="rId8" Type="http://schemas.openxmlformats.org/officeDocument/2006/relationships/customXml" Target="../ink/ink3019.xml"/><Relationship Id="rId98" Type="http://schemas.openxmlformats.org/officeDocument/2006/relationships/customXml" Target="../ink/ink3064.xml"/><Relationship Id="rId121" Type="http://schemas.openxmlformats.org/officeDocument/2006/relationships/image" Target="../media/image2250.png"/><Relationship Id="rId142" Type="http://schemas.openxmlformats.org/officeDocument/2006/relationships/customXml" Target="../ink/ink3086.xml"/><Relationship Id="rId163" Type="http://schemas.openxmlformats.org/officeDocument/2006/relationships/image" Target="../media/image2271.png"/><Relationship Id="rId184" Type="http://schemas.openxmlformats.org/officeDocument/2006/relationships/customXml" Target="../ink/ink3107.xml"/><Relationship Id="rId219" Type="http://schemas.openxmlformats.org/officeDocument/2006/relationships/image" Target="../media/image2299.png"/><Relationship Id="rId230" Type="http://schemas.openxmlformats.org/officeDocument/2006/relationships/customXml" Target="../ink/ink3130.xml"/><Relationship Id="rId251" Type="http://schemas.openxmlformats.org/officeDocument/2006/relationships/image" Target="../media/image2315.png"/><Relationship Id="rId25" Type="http://schemas.openxmlformats.org/officeDocument/2006/relationships/image" Target="../media/image2062.png"/><Relationship Id="rId46" Type="http://schemas.openxmlformats.org/officeDocument/2006/relationships/customXml" Target="../ink/ink3038.xml"/><Relationship Id="rId67" Type="http://schemas.openxmlformats.org/officeDocument/2006/relationships/image" Target="../media/image2083.png"/><Relationship Id="rId272" Type="http://schemas.openxmlformats.org/officeDocument/2006/relationships/customXml" Target="../ink/ink3151.xml"/><Relationship Id="rId293" Type="http://schemas.openxmlformats.org/officeDocument/2006/relationships/image" Target="../media/image2335.png"/><Relationship Id="rId307" Type="http://schemas.openxmlformats.org/officeDocument/2006/relationships/image" Target="../media/image2342.png"/><Relationship Id="rId88" Type="http://schemas.openxmlformats.org/officeDocument/2006/relationships/customXml" Target="../ink/ink3059.xml"/><Relationship Id="rId111" Type="http://schemas.openxmlformats.org/officeDocument/2006/relationships/image" Target="../media/image2245.png"/><Relationship Id="rId132" Type="http://schemas.openxmlformats.org/officeDocument/2006/relationships/customXml" Target="../ink/ink3081.xml"/><Relationship Id="rId153" Type="http://schemas.openxmlformats.org/officeDocument/2006/relationships/image" Target="../media/image2266.png"/><Relationship Id="rId174" Type="http://schemas.openxmlformats.org/officeDocument/2006/relationships/customXml" Target="../ink/ink3102.xml"/><Relationship Id="rId195" Type="http://schemas.openxmlformats.org/officeDocument/2006/relationships/image" Target="../media/image2287.png"/><Relationship Id="rId209" Type="http://schemas.openxmlformats.org/officeDocument/2006/relationships/image" Target="../media/image2294.png"/><Relationship Id="rId220" Type="http://schemas.openxmlformats.org/officeDocument/2006/relationships/customXml" Target="../ink/ink3125.xml"/><Relationship Id="rId241" Type="http://schemas.openxmlformats.org/officeDocument/2006/relationships/image" Target="../media/image2310.png"/><Relationship Id="rId15" Type="http://schemas.openxmlformats.org/officeDocument/2006/relationships/image" Target="../media/image2057.png"/><Relationship Id="rId36" Type="http://schemas.openxmlformats.org/officeDocument/2006/relationships/customXml" Target="../ink/ink3033.xml"/><Relationship Id="rId57" Type="http://schemas.openxmlformats.org/officeDocument/2006/relationships/image" Target="../media/image2078.png"/><Relationship Id="rId262" Type="http://schemas.openxmlformats.org/officeDocument/2006/relationships/customXml" Target="../ink/ink3146.xml"/><Relationship Id="rId283" Type="http://schemas.openxmlformats.org/officeDocument/2006/relationships/image" Target="../media/image2330.png"/><Relationship Id="rId318" Type="http://schemas.openxmlformats.org/officeDocument/2006/relationships/customXml" Target="../ink/ink3174.xml"/><Relationship Id="rId78" Type="http://schemas.openxmlformats.org/officeDocument/2006/relationships/customXml" Target="../ink/ink3054.xml"/><Relationship Id="rId99" Type="http://schemas.openxmlformats.org/officeDocument/2006/relationships/image" Target="../media/image2099.png"/><Relationship Id="rId101" Type="http://schemas.openxmlformats.org/officeDocument/2006/relationships/image" Target="../media/image2240.png"/><Relationship Id="rId122" Type="http://schemas.openxmlformats.org/officeDocument/2006/relationships/customXml" Target="../ink/ink3076.xml"/><Relationship Id="rId143" Type="http://schemas.openxmlformats.org/officeDocument/2006/relationships/image" Target="../media/image2261.png"/><Relationship Id="rId164" Type="http://schemas.openxmlformats.org/officeDocument/2006/relationships/customXml" Target="../ink/ink3097.xml"/><Relationship Id="rId185" Type="http://schemas.openxmlformats.org/officeDocument/2006/relationships/image" Target="../media/image2282.png"/><Relationship Id="rId9" Type="http://schemas.openxmlformats.org/officeDocument/2006/relationships/image" Target="../media/image2054.png"/><Relationship Id="rId210" Type="http://schemas.openxmlformats.org/officeDocument/2006/relationships/customXml" Target="../ink/ink3120.xml"/><Relationship Id="rId26" Type="http://schemas.openxmlformats.org/officeDocument/2006/relationships/customXml" Target="../ink/ink3028.xml"/><Relationship Id="rId231" Type="http://schemas.openxmlformats.org/officeDocument/2006/relationships/image" Target="../media/image2305.png"/><Relationship Id="rId252" Type="http://schemas.openxmlformats.org/officeDocument/2006/relationships/customXml" Target="../ink/ink3141.xml"/><Relationship Id="rId273" Type="http://schemas.openxmlformats.org/officeDocument/2006/relationships/image" Target="../media/image1884.png"/><Relationship Id="rId294" Type="http://schemas.openxmlformats.org/officeDocument/2006/relationships/customXml" Target="../ink/ink3162.xml"/><Relationship Id="rId308" Type="http://schemas.openxmlformats.org/officeDocument/2006/relationships/customXml" Target="../ink/ink3169.xml"/><Relationship Id="rId47" Type="http://schemas.openxmlformats.org/officeDocument/2006/relationships/image" Target="../media/image2073.png"/><Relationship Id="rId68" Type="http://schemas.openxmlformats.org/officeDocument/2006/relationships/customXml" Target="../ink/ink3049.xml"/><Relationship Id="rId89" Type="http://schemas.openxmlformats.org/officeDocument/2006/relationships/image" Target="../media/image2094.png"/><Relationship Id="rId112" Type="http://schemas.openxmlformats.org/officeDocument/2006/relationships/customXml" Target="../ink/ink3071.xml"/><Relationship Id="rId133" Type="http://schemas.openxmlformats.org/officeDocument/2006/relationships/image" Target="../media/image2256.png"/><Relationship Id="rId154" Type="http://schemas.openxmlformats.org/officeDocument/2006/relationships/customXml" Target="../ink/ink3092.xml"/><Relationship Id="rId175" Type="http://schemas.openxmlformats.org/officeDocument/2006/relationships/image" Target="../media/image2277.png"/><Relationship Id="rId196" Type="http://schemas.openxmlformats.org/officeDocument/2006/relationships/customXml" Target="../ink/ink3113.xml"/><Relationship Id="rId200" Type="http://schemas.openxmlformats.org/officeDocument/2006/relationships/customXml" Target="../ink/ink3115.xml"/><Relationship Id="rId16" Type="http://schemas.openxmlformats.org/officeDocument/2006/relationships/customXml" Target="../ink/ink3023.xml"/><Relationship Id="rId221" Type="http://schemas.openxmlformats.org/officeDocument/2006/relationships/image" Target="../media/image2300.png"/><Relationship Id="rId242" Type="http://schemas.openxmlformats.org/officeDocument/2006/relationships/customXml" Target="../ink/ink3136.xml"/><Relationship Id="rId263" Type="http://schemas.openxmlformats.org/officeDocument/2006/relationships/image" Target="../media/image2321.png"/><Relationship Id="rId284" Type="http://schemas.openxmlformats.org/officeDocument/2006/relationships/customXml" Target="../ink/ink3157.xml"/><Relationship Id="rId319" Type="http://schemas.openxmlformats.org/officeDocument/2006/relationships/image" Target="../media/image2348.png"/><Relationship Id="rId37" Type="http://schemas.openxmlformats.org/officeDocument/2006/relationships/image" Target="../media/image2068.png"/><Relationship Id="rId58" Type="http://schemas.openxmlformats.org/officeDocument/2006/relationships/customXml" Target="../ink/ink3044.xml"/><Relationship Id="rId79" Type="http://schemas.openxmlformats.org/officeDocument/2006/relationships/image" Target="../media/image2089.png"/><Relationship Id="rId102" Type="http://schemas.openxmlformats.org/officeDocument/2006/relationships/customXml" Target="../ink/ink3066.xml"/><Relationship Id="rId123" Type="http://schemas.openxmlformats.org/officeDocument/2006/relationships/image" Target="../media/image2251.png"/><Relationship Id="rId144" Type="http://schemas.openxmlformats.org/officeDocument/2006/relationships/customXml" Target="../ink/ink3087.xml"/><Relationship Id="rId90" Type="http://schemas.openxmlformats.org/officeDocument/2006/relationships/customXml" Target="../ink/ink3060.xml"/><Relationship Id="rId165" Type="http://schemas.openxmlformats.org/officeDocument/2006/relationships/image" Target="../media/image2272.png"/><Relationship Id="rId186" Type="http://schemas.openxmlformats.org/officeDocument/2006/relationships/customXml" Target="../ink/ink3108.xml"/><Relationship Id="rId211" Type="http://schemas.openxmlformats.org/officeDocument/2006/relationships/image" Target="../media/image2295.png"/><Relationship Id="rId232" Type="http://schemas.openxmlformats.org/officeDocument/2006/relationships/customXml" Target="../ink/ink3131.xml"/><Relationship Id="rId253" Type="http://schemas.openxmlformats.org/officeDocument/2006/relationships/image" Target="../media/image2316.png"/><Relationship Id="rId274" Type="http://schemas.openxmlformats.org/officeDocument/2006/relationships/customXml" Target="../ink/ink3152.xml"/><Relationship Id="rId295" Type="http://schemas.openxmlformats.org/officeDocument/2006/relationships/image" Target="../media/image2336.png"/><Relationship Id="rId309" Type="http://schemas.openxmlformats.org/officeDocument/2006/relationships/image" Target="../media/image2343.png"/><Relationship Id="rId27" Type="http://schemas.openxmlformats.org/officeDocument/2006/relationships/image" Target="../media/image2063.png"/><Relationship Id="rId48" Type="http://schemas.openxmlformats.org/officeDocument/2006/relationships/customXml" Target="../ink/ink3039.xml"/><Relationship Id="rId69" Type="http://schemas.openxmlformats.org/officeDocument/2006/relationships/image" Target="../media/image2084.png"/><Relationship Id="rId113" Type="http://schemas.openxmlformats.org/officeDocument/2006/relationships/image" Target="../media/image2246.png"/><Relationship Id="rId134" Type="http://schemas.openxmlformats.org/officeDocument/2006/relationships/customXml" Target="../ink/ink3082.xml"/><Relationship Id="rId320" Type="http://schemas.openxmlformats.org/officeDocument/2006/relationships/customXml" Target="../ink/ink3175.xml"/><Relationship Id="rId80" Type="http://schemas.openxmlformats.org/officeDocument/2006/relationships/customXml" Target="../ink/ink3055.xml"/><Relationship Id="rId155" Type="http://schemas.openxmlformats.org/officeDocument/2006/relationships/image" Target="../media/image2267.png"/><Relationship Id="rId176" Type="http://schemas.openxmlformats.org/officeDocument/2006/relationships/customXml" Target="../ink/ink3103.xml"/><Relationship Id="rId197" Type="http://schemas.openxmlformats.org/officeDocument/2006/relationships/image" Target="../media/image2288.png"/><Relationship Id="rId201" Type="http://schemas.openxmlformats.org/officeDocument/2006/relationships/image" Target="../media/image2290.png"/><Relationship Id="rId222" Type="http://schemas.openxmlformats.org/officeDocument/2006/relationships/customXml" Target="../ink/ink3126.xml"/><Relationship Id="rId243" Type="http://schemas.openxmlformats.org/officeDocument/2006/relationships/image" Target="../media/image2311.png"/><Relationship Id="rId264" Type="http://schemas.openxmlformats.org/officeDocument/2006/relationships/customXml" Target="../ink/ink3147.xml"/><Relationship Id="rId285" Type="http://schemas.openxmlformats.org/officeDocument/2006/relationships/image" Target="../media/image2331.png"/><Relationship Id="rId17" Type="http://schemas.openxmlformats.org/officeDocument/2006/relationships/image" Target="../media/image2058.png"/><Relationship Id="rId38" Type="http://schemas.openxmlformats.org/officeDocument/2006/relationships/customXml" Target="../ink/ink3034.xml"/><Relationship Id="rId59" Type="http://schemas.openxmlformats.org/officeDocument/2006/relationships/image" Target="../media/image2079.png"/><Relationship Id="rId103" Type="http://schemas.openxmlformats.org/officeDocument/2006/relationships/image" Target="../media/image2241.png"/><Relationship Id="rId124" Type="http://schemas.openxmlformats.org/officeDocument/2006/relationships/customXml" Target="../ink/ink3077.xml"/><Relationship Id="rId310" Type="http://schemas.openxmlformats.org/officeDocument/2006/relationships/customXml" Target="../ink/ink3170.xml"/><Relationship Id="rId70" Type="http://schemas.openxmlformats.org/officeDocument/2006/relationships/customXml" Target="../ink/ink3050.xml"/><Relationship Id="rId91" Type="http://schemas.openxmlformats.org/officeDocument/2006/relationships/image" Target="../media/image2095.png"/><Relationship Id="rId145" Type="http://schemas.openxmlformats.org/officeDocument/2006/relationships/image" Target="../media/image2262.png"/><Relationship Id="rId166" Type="http://schemas.openxmlformats.org/officeDocument/2006/relationships/customXml" Target="../ink/ink3098.xml"/><Relationship Id="rId187" Type="http://schemas.openxmlformats.org/officeDocument/2006/relationships/image" Target="../media/image2283.png"/><Relationship Id="rId1" Type="http://schemas.openxmlformats.org/officeDocument/2006/relationships/slideLayout" Target="../slideLayouts/slideLayout7.xml"/><Relationship Id="rId212" Type="http://schemas.openxmlformats.org/officeDocument/2006/relationships/customXml" Target="../ink/ink3121.xml"/><Relationship Id="rId233" Type="http://schemas.openxmlformats.org/officeDocument/2006/relationships/image" Target="../media/image2306.png"/><Relationship Id="rId254" Type="http://schemas.openxmlformats.org/officeDocument/2006/relationships/customXml" Target="../ink/ink3142.xml"/><Relationship Id="rId28" Type="http://schemas.openxmlformats.org/officeDocument/2006/relationships/customXml" Target="../ink/ink3029.xml"/><Relationship Id="rId49" Type="http://schemas.openxmlformats.org/officeDocument/2006/relationships/image" Target="../media/image2074.png"/><Relationship Id="rId114" Type="http://schemas.openxmlformats.org/officeDocument/2006/relationships/customXml" Target="../ink/ink3072.xml"/><Relationship Id="rId275" Type="http://schemas.openxmlformats.org/officeDocument/2006/relationships/image" Target="../media/image2326.png"/><Relationship Id="rId296" Type="http://schemas.openxmlformats.org/officeDocument/2006/relationships/customXml" Target="../ink/ink3163.xml"/><Relationship Id="rId300" Type="http://schemas.openxmlformats.org/officeDocument/2006/relationships/customXml" Target="../ink/ink3165.xml"/><Relationship Id="rId60" Type="http://schemas.openxmlformats.org/officeDocument/2006/relationships/customXml" Target="../ink/ink3045.xml"/><Relationship Id="rId81" Type="http://schemas.openxmlformats.org/officeDocument/2006/relationships/image" Target="../media/image2090.png"/><Relationship Id="rId135" Type="http://schemas.openxmlformats.org/officeDocument/2006/relationships/image" Target="../media/image2257.png"/><Relationship Id="rId156" Type="http://schemas.openxmlformats.org/officeDocument/2006/relationships/customXml" Target="../ink/ink3093.xml"/><Relationship Id="rId177" Type="http://schemas.openxmlformats.org/officeDocument/2006/relationships/image" Target="../media/image2278.png"/><Relationship Id="rId198" Type="http://schemas.openxmlformats.org/officeDocument/2006/relationships/customXml" Target="../ink/ink3114.xml"/><Relationship Id="rId321" Type="http://schemas.openxmlformats.org/officeDocument/2006/relationships/image" Target="../media/image2349.png"/><Relationship Id="rId202" Type="http://schemas.openxmlformats.org/officeDocument/2006/relationships/customXml" Target="../ink/ink3116.xml"/><Relationship Id="rId223" Type="http://schemas.openxmlformats.org/officeDocument/2006/relationships/image" Target="../media/image2301.png"/><Relationship Id="rId244" Type="http://schemas.openxmlformats.org/officeDocument/2006/relationships/customXml" Target="../ink/ink3137.xml"/><Relationship Id="rId18" Type="http://schemas.openxmlformats.org/officeDocument/2006/relationships/customXml" Target="../ink/ink3024.xml"/><Relationship Id="rId39" Type="http://schemas.openxmlformats.org/officeDocument/2006/relationships/image" Target="../media/image2069.png"/><Relationship Id="rId265" Type="http://schemas.openxmlformats.org/officeDocument/2006/relationships/image" Target="../media/image2322.png"/><Relationship Id="rId286" Type="http://schemas.openxmlformats.org/officeDocument/2006/relationships/customXml" Target="../ink/ink3158.xml"/><Relationship Id="rId50" Type="http://schemas.openxmlformats.org/officeDocument/2006/relationships/customXml" Target="../ink/ink3040.xml"/><Relationship Id="rId104" Type="http://schemas.openxmlformats.org/officeDocument/2006/relationships/customXml" Target="../ink/ink3067.xml"/><Relationship Id="rId125" Type="http://schemas.openxmlformats.org/officeDocument/2006/relationships/image" Target="../media/image2252.png"/><Relationship Id="rId146" Type="http://schemas.openxmlformats.org/officeDocument/2006/relationships/customXml" Target="../ink/ink3088.xml"/><Relationship Id="rId167" Type="http://schemas.openxmlformats.org/officeDocument/2006/relationships/image" Target="../media/image2273.png"/><Relationship Id="rId188" Type="http://schemas.openxmlformats.org/officeDocument/2006/relationships/customXml" Target="../ink/ink3109.xml"/><Relationship Id="rId311" Type="http://schemas.openxmlformats.org/officeDocument/2006/relationships/image" Target="../media/image2344.png"/><Relationship Id="rId71" Type="http://schemas.openxmlformats.org/officeDocument/2006/relationships/image" Target="../media/image2085.png"/><Relationship Id="rId92" Type="http://schemas.openxmlformats.org/officeDocument/2006/relationships/customXml" Target="../ink/ink3061.xml"/><Relationship Id="rId213" Type="http://schemas.openxmlformats.org/officeDocument/2006/relationships/image" Target="../media/image2296.png"/><Relationship Id="rId234" Type="http://schemas.openxmlformats.org/officeDocument/2006/relationships/customXml" Target="../ink/ink3132.xml"/><Relationship Id="rId2" Type="http://schemas.openxmlformats.org/officeDocument/2006/relationships/customXml" Target="../ink/ink3016.xml"/><Relationship Id="rId29" Type="http://schemas.openxmlformats.org/officeDocument/2006/relationships/image" Target="../media/image2064.png"/><Relationship Id="rId255" Type="http://schemas.openxmlformats.org/officeDocument/2006/relationships/image" Target="../media/image2317.png"/><Relationship Id="rId276" Type="http://schemas.openxmlformats.org/officeDocument/2006/relationships/customXml" Target="../ink/ink3153.xml"/><Relationship Id="rId297" Type="http://schemas.openxmlformats.org/officeDocument/2006/relationships/image" Target="../media/image2337.png"/><Relationship Id="rId40" Type="http://schemas.openxmlformats.org/officeDocument/2006/relationships/customXml" Target="../ink/ink3035.xml"/><Relationship Id="rId115" Type="http://schemas.openxmlformats.org/officeDocument/2006/relationships/image" Target="../media/image2247.png"/><Relationship Id="rId136" Type="http://schemas.openxmlformats.org/officeDocument/2006/relationships/customXml" Target="../ink/ink3083.xml"/><Relationship Id="rId157" Type="http://schemas.openxmlformats.org/officeDocument/2006/relationships/image" Target="../media/image2268.png"/><Relationship Id="rId178" Type="http://schemas.openxmlformats.org/officeDocument/2006/relationships/customXml" Target="../ink/ink3104.xml"/><Relationship Id="rId301" Type="http://schemas.openxmlformats.org/officeDocument/2006/relationships/image" Target="../media/image2339.png"/><Relationship Id="rId61" Type="http://schemas.openxmlformats.org/officeDocument/2006/relationships/image" Target="../media/image2080.png"/><Relationship Id="rId82" Type="http://schemas.openxmlformats.org/officeDocument/2006/relationships/customXml" Target="../ink/ink3056.xml"/><Relationship Id="rId199" Type="http://schemas.openxmlformats.org/officeDocument/2006/relationships/image" Target="../media/image2289.png"/><Relationship Id="rId203" Type="http://schemas.openxmlformats.org/officeDocument/2006/relationships/image" Target="../media/image2291.png"/><Relationship Id="rId19" Type="http://schemas.openxmlformats.org/officeDocument/2006/relationships/image" Target="../media/image2059.png"/><Relationship Id="rId224" Type="http://schemas.openxmlformats.org/officeDocument/2006/relationships/customXml" Target="../ink/ink3127.xml"/><Relationship Id="rId245" Type="http://schemas.openxmlformats.org/officeDocument/2006/relationships/image" Target="../media/image2312.png"/><Relationship Id="rId266" Type="http://schemas.openxmlformats.org/officeDocument/2006/relationships/customXml" Target="../ink/ink3148.xml"/><Relationship Id="rId287" Type="http://schemas.openxmlformats.org/officeDocument/2006/relationships/image" Target="../media/image2332.png"/><Relationship Id="rId30" Type="http://schemas.openxmlformats.org/officeDocument/2006/relationships/customXml" Target="../ink/ink3030.xml"/><Relationship Id="rId105" Type="http://schemas.openxmlformats.org/officeDocument/2006/relationships/image" Target="../media/image2242.png"/><Relationship Id="rId126" Type="http://schemas.openxmlformats.org/officeDocument/2006/relationships/customXml" Target="../ink/ink3078.xml"/><Relationship Id="rId147" Type="http://schemas.openxmlformats.org/officeDocument/2006/relationships/image" Target="../media/image2263.png"/><Relationship Id="rId168" Type="http://schemas.openxmlformats.org/officeDocument/2006/relationships/customXml" Target="../ink/ink3099.xml"/><Relationship Id="rId312" Type="http://schemas.openxmlformats.org/officeDocument/2006/relationships/customXml" Target="../ink/ink3171.xml"/><Relationship Id="rId51" Type="http://schemas.openxmlformats.org/officeDocument/2006/relationships/image" Target="../media/image2075.png"/><Relationship Id="rId72" Type="http://schemas.openxmlformats.org/officeDocument/2006/relationships/customXml" Target="../ink/ink3051.xml"/><Relationship Id="rId93" Type="http://schemas.openxmlformats.org/officeDocument/2006/relationships/image" Target="../media/image2096.png"/><Relationship Id="rId189" Type="http://schemas.openxmlformats.org/officeDocument/2006/relationships/image" Target="../media/image2284.png"/><Relationship Id="rId3" Type="http://schemas.openxmlformats.org/officeDocument/2006/relationships/image" Target="../media/image2051.png"/><Relationship Id="rId214" Type="http://schemas.openxmlformats.org/officeDocument/2006/relationships/customXml" Target="../ink/ink3122.xml"/><Relationship Id="rId235" Type="http://schemas.openxmlformats.org/officeDocument/2006/relationships/image" Target="../media/image2307.png"/><Relationship Id="rId256" Type="http://schemas.openxmlformats.org/officeDocument/2006/relationships/customXml" Target="../ink/ink3143.xml"/><Relationship Id="rId277" Type="http://schemas.openxmlformats.org/officeDocument/2006/relationships/image" Target="../media/image2327.png"/><Relationship Id="rId298" Type="http://schemas.openxmlformats.org/officeDocument/2006/relationships/customXml" Target="../ink/ink3164.xml"/><Relationship Id="rId116" Type="http://schemas.openxmlformats.org/officeDocument/2006/relationships/customXml" Target="../ink/ink3073.xml"/><Relationship Id="rId137" Type="http://schemas.openxmlformats.org/officeDocument/2006/relationships/image" Target="../media/image2258.png"/><Relationship Id="rId158" Type="http://schemas.openxmlformats.org/officeDocument/2006/relationships/customXml" Target="../ink/ink3094.xml"/><Relationship Id="rId302" Type="http://schemas.openxmlformats.org/officeDocument/2006/relationships/customXml" Target="../ink/ink3166.xml"/><Relationship Id="rId20" Type="http://schemas.openxmlformats.org/officeDocument/2006/relationships/customXml" Target="../ink/ink3025.xml"/><Relationship Id="rId41" Type="http://schemas.openxmlformats.org/officeDocument/2006/relationships/image" Target="../media/image2070.png"/><Relationship Id="rId62" Type="http://schemas.openxmlformats.org/officeDocument/2006/relationships/customXml" Target="../ink/ink3046.xml"/><Relationship Id="rId83" Type="http://schemas.openxmlformats.org/officeDocument/2006/relationships/image" Target="../media/image2091.png"/><Relationship Id="rId179" Type="http://schemas.openxmlformats.org/officeDocument/2006/relationships/image" Target="../media/image2279.png"/><Relationship Id="rId190" Type="http://schemas.openxmlformats.org/officeDocument/2006/relationships/customXml" Target="../ink/ink3110.xml"/><Relationship Id="rId204" Type="http://schemas.openxmlformats.org/officeDocument/2006/relationships/customXml" Target="../ink/ink3117.xml"/><Relationship Id="rId225" Type="http://schemas.openxmlformats.org/officeDocument/2006/relationships/image" Target="../media/image2302.png"/><Relationship Id="rId246" Type="http://schemas.openxmlformats.org/officeDocument/2006/relationships/customXml" Target="../ink/ink3138.xml"/><Relationship Id="rId267" Type="http://schemas.openxmlformats.org/officeDocument/2006/relationships/image" Target="../media/image2323.png"/><Relationship Id="rId288" Type="http://schemas.openxmlformats.org/officeDocument/2006/relationships/customXml" Target="../ink/ink3159.xml"/><Relationship Id="rId106" Type="http://schemas.openxmlformats.org/officeDocument/2006/relationships/customXml" Target="../ink/ink3068.xml"/><Relationship Id="rId127" Type="http://schemas.openxmlformats.org/officeDocument/2006/relationships/image" Target="../media/image2253.png"/><Relationship Id="rId313" Type="http://schemas.openxmlformats.org/officeDocument/2006/relationships/image" Target="../media/image2345.png"/><Relationship Id="rId10" Type="http://schemas.openxmlformats.org/officeDocument/2006/relationships/customXml" Target="../ink/ink3020.xml"/><Relationship Id="rId31" Type="http://schemas.openxmlformats.org/officeDocument/2006/relationships/image" Target="../media/image2065.png"/><Relationship Id="rId52" Type="http://schemas.openxmlformats.org/officeDocument/2006/relationships/customXml" Target="../ink/ink3041.xml"/><Relationship Id="rId73" Type="http://schemas.openxmlformats.org/officeDocument/2006/relationships/image" Target="../media/image2086.png"/><Relationship Id="rId94" Type="http://schemas.openxmlformats.org/officeDocument/2006/relationships/customXml" Target="../ink/ink3062.xml"/><Relationship Id="rId148" Type="http://schemas.openxmlformats.org/officeDocument/2006/relationships/customXml" Target="../ink/ink3089.xml"/><Relationship Id="rId169" Type="http://schemas.openxmlformats.org/officeDocument/2006/relationships/image" Target="../media/image2274.png"/><Relationship Id="rId4" Type="http://schemas.openxmlformats.org/officeDocument/2006/relationships/customXml" Target="../ink/ink3017.xml"/><Relationship Id="rId180" Type="http://schemas.openxmlformats.org/officeDocument/2006/relationships/customXml" Target="../ink/ink3105.xml"/><Relationship Id="rId215" Type="http://schemas.openxmlformats.org/officeDocument/2006/relationships/image" Target="../media/image2297.png"/><Relationship Id="rId236" Type="http://schemas.openxmlformats.org/officeDocument/2006/relationships/customXml" Target="../ink/ink3133.xml"/><Relationship Id="rId257" Type="http://schemas.openxmlformats.org/officeDocument/2006/relationships/image" Target="../media/image2318.png"/><Relationship Id="rId278" Type="http://schemas.openxmlformats.org/officeDocument/2006/relationships/customXml" Target="../ink/ink3154.xml"/><Relationship Id="rId303" Type="http://schemas.openxmlformats.org/officeDocument/2006/relationships/image" Target="../media/image2340.png"/><Relationship Id="rId42" Type="http://schemas.openxmlformats.org/officeDocument/2006/relationships/customXml" Target="../ink/ink3036.xml"/><Relationship Id="rId84" Type="http://schemas.openxmlformats.org/officeDocument/2006/relationships/customXml" Target="../ink/ink3057.xml"/><Relationship Id="rId138" Type="http://schemas.openxmlformats.org/officeDocument/2006/relationships/customXml" Target="../ink/ink3084.xml"/><Relationship Id="rId191" Type="http://schemas.openxmlformats.org/officeDocument/2006/relationships/image" Target="../media/image2285.png"/><Relationship Id="rId205" Type="http://schemas.openxmlformats.org/officeDocument/2006/relationships/image" Target="../media/image2292.png"/><Relationship Id="rId247" Type="http://schemas.openxmlformats.org/officeDocument/2006/relationships/image" Target="../media/image2313.png"/><Relationship Id="rId107" Type="http://schemas.openxmlformats.org/officeDocument/2006/relationships/image" Target="../media/image2243.png"/><Relationship Id="rId289" Type="http://schemas.openxmlformats.org/officeDocument/2006/relationships/image" Target="../media/image2333.png"/><Relationship Id="rId11" Type="http://schemas.openxmlformats.org/officeDocument/2006/relationships/image" Target="../media/image2055.png"/><Relationship Id="rId53" Type="http://schemas.openxmlformats.org/officeDocument/2006/relationships/image" Target="../media/image2076.png"/><Relationship Id="rId149" Type="http://schemas.openxmlformats.org/officeDocument/2006/relationships/image" Target="../media/image2264.png"/><Relationship Id="rId314" Type="http://schemas.openxmlformats.org/officeDocument/2006/relationships/customXml" Target="../ink/ink3172.xml"/><Relationship Id="rId95" Type="http://schemas.openxmlformats.org/officeDocument/2006/relationships/image" Target="../media/image2097.png"/><Relationship Id="rId160" Type="http://schemas.openxmlformats.org/officeDocument/2006/relationships/customXml" Target="../ink/ink3095.xml"/><Relationship Id="rId216" Type="http://schemas.openxmlformats.org/officeDocument/2006/relationships/customXml" Target="../ink/ink3123.xml"/><Relationship Id="rId258" Type="http://schemas.openxmlformats.org/officeDocument/2006/relationships/customXml" Target="../ink/ink3144.xml"/><Relationship Id="rId22" Type="http://schemas.openxmlformats.org/officeDocument/2006/relationships/customXml" Target="../ink/ink3026.xml"/><Relationship Id="rId64" Type="http://schemas.openxmlformats.org/officeDocument/2006/relationships/customXml" Target="../ink/ink3047.xml"/><Relationship Id="rId118" Type="http://schemas.openxmlformats.org/officeDocument/2006/relationships/customXml" Target="../ink/ink3074.xml"/><Relationship Id="rId171" Type="http://schemas.openxmlformats.org/officeDocument/2006/relationships/image" Target="../media/image2275.png"/><Relationship Id="rId227" Type="http://schemas.openxmlformats.org/officeDocument/2006/relationships/image" Target="../media/image2303.png"/><Relationship Id="rId269" Type="http://schemas.openxmlformats.org/officeDocument/2006/relationships/image" Target="../media/image2324.png"/><Relationship Id="rId33" Type="http://schemas.openxmlformats.org/officeDocument/2006/relationships/image" Target="../media/image2066.png"/><Relationship Id="rId129" Type="http://schemas.openxmlformats.org/officeDocument/2006/relationships/image" Target="../media/image2254.png"/><Relationship Id="rId280" Type="http://schemas.openxmlformats.org/officeDocument/2006/relationships/customXml" Target="../ink/ink3155.xml"/><Relationship Id="rId75" Type="http://schemas.openxmlformats.org/officeDocument/2006/relationships/image" Target="../media/image2087.png"/><Relationship Id="rId140" Type="http://schemas.openxmlformats.org/officeDocument/2006/relationships/customXml" Target="../ink/ink3085.xml"/><Relationship Id="rId182" Type="http://schemas.openxmlformats.org/officeDocument/2006/relationships/customXml" Target="../ink/ink3106.xml"/><Relationship Id="rId6" Type="http://schemas.openxmlformats.org/officeDocument/2006/relationships/customXml" Target="../ink/ink3018.xml"/><Relationship Id="rId238" Type="http://schemas.openxmlformats.org/officeDocument/2006/relationships/customXml" Target="../ink/ink3134.xml"/><Relationship Id="rId291" Type="http://schemas.openxmlformats.org/officeDocument/2006/relationships/image" Target="../media/image2334.png"/><Relationship Id="rId305" Type="http://schemas.openxmlformats.org/officeDocument/2006/relationships/image" Target="../media/image2341.png"/><Relationship Id="rId44" Type="http://schemas.openxmlformats.org/officeDocument/2006/relationships/customXml" Target="../ink/ink3037.xml"/><Relationship Id="rId86" Type="http://schemas.openxmlformats.org/officeDocument/2006/relationships/customXml" Target="../ink/ink3058.xml"/><Relationship Id="rId151" Type="http://schemas.openxmlformats.org/officeDocument/2006/relationships/image" Target="../media/image2265.png"/><Relationship Id="rId193" Type="http://schemas.openxmlformats.org/officeDocument/2006/relationships/image" Target="../media/image2286.png"/><Relationship Id="rId207" Type="http://schemas.openxmlformats.org/officeDocument/2006/relationships/image" Target="../media/image2293.png"/><Relationship Id="rId249" Type="http://schemas.openxmlformats.org/officeDocument/2006/relationships/image" Target="../media/image2314.png"/><Relationship Id="rId13" Type="http://schemas.openxmlformats.org/officeDocument/2006/relationships/image" Target="../media/image2056.png"/><Relationship Id="rId109" Type="http://schemas.openxmlformats.org/officeDocument/2006/relationships/image" Target="../media/image2244.png"/><Relationship Id="rId260" Type="http://schemas.openxmlformats.org/officeDocument/2006/relationships/customXml" Target="../ink/ink3145.xml"/><Relationship Id="rId316" Type="http://schemas.openxmlformats.org/officeDocument/2006/relationships/customXml" Target="../ink/ink317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customXml" Target="../ink/ink3178.xml"/><Relationship Id="rId3" Type="http://schemas.openxmlformats.org/officeDocument/2006/relationships/image" Target="../media/image1.wmf"/><Relationship Id="rId7" Type="http://schemas.openxmlformats.org/officeDocument/2006/relationships/image" Target="../media/image3100.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customXml" Target="../ink/ink3177.xml"/><Relationship Id="rId11" Type="http://schemas.openxmlformats.org/officeDocument/2006/relationships/image" Target="../media/image5100.png"/><Relationship Id="rId5" Type="http://schemas.openxmlformats.org/officeDocument/2006/relationships/image" Target="../media/image21000.png"/><Relationship Id="rId10" Type="http://schemas.openxmlformats.org/officeDocument/2006/relationships/customXml" Target="../ink/ink3179.xml"/><Relationship Id="rId4" Type="http://schemas.openxmlformats.org/officeDocument/2006/relationships/customXml" Target="../ink/ink3176.xml"/><Relationship Id="rId9" Type="http://schemas.openxmlformats.org/officeDocument/2006/relationships/image" Target="../media/image4100.png"/></Relationships>
</file>

<file path=ppt/slides/_rels/slide2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17" Type="http://schemas.openxmlformats.org/officeDocument/2006/relationships/image" Target="../media/image6410.png"/><Relationship Id="rId21" Type="http://schemas.openxmlformats.org/officeDocument/2006/relationships/image" Target="../media/image16100.png"/><Relationship Id="rId42" Type="http://schemas.openxmlformats.org/officeDocument/2006/relationships/customXml" Target="../ink/ink3200.xml"/><Relationship Id="rId63" Type="http://schemas.openxmlformats.org/officeDocument/2006/relationships/image" Target="../media/image3710.png"/><Relationship Id="rId84" Type="http://schemas.openxmlformats.org/officeDocument/2006/relationships/customXml" Target="../ink/ink3221.xml"/><Relationship Id="rId138" Type="http://schemas.openxmlformats.org/officeDocument/2006/relationships/customXml" Target="../ink/ink3248.xml"/><Relationship Id="rId159" Type="http://schemas.openxmlformats.org/officeDocument/2006/relationships/image" Target="../media/image8500.png"/><Relationship Id="rId170" Type="http://schemas.openxmlformats.org/officeDocument/2006/relationships/customXml" Target="../ink/ink3264.xml"/><Relationship Id="rId191" Type="http://schemas.openxmlformats.org/officeDocument/2006/relationships/image" Target="../media/image10110.png"/><Relationship Id="rId205" Type="http://schemas.openxmlformats.org/officeDocument/2006/relationships/image" Target="../media/image10800.png"/><Relationship Id="rId107" Type="http://schemas.openxmlformats.org/officeDocument/2006/relationships/image" Target="../media/image5910.png"/><Relationship Id="rId11" Type="http://schemas.openxmlformats.org/officeDocument/2006/relationships/image" Target="../media/image11100.png"/><Relationship Id="rId32" Type="http://schemas.openxmlformats.org/officeDocument/2006/relationships/customXml" Target="../ink/ink3195.xml"/><Relationship Id="rId53" Type="http://schemas.openxmlformats.org/officeDocument/2006/relationships/image" Target="../media/image3210.png"/><Relationship Id="rId74" Type="http://schemas.openxmlformats.org/officeDocument/2006/relationships/customXml" Target="../ink/ink3216.xml"/><Relationship Id="rId128" Type="http://schemas.openxmlformats.org/officeDocument/2006/relationships/customXml" Target="../ink/ink3243.xml"/><Relationship Id="rId149" Type="http://schemas.openxmlformats.org/officeDocument/2006/relationships/image" Target="../media/image8000.png"/><Relationship Id="rId5" Type="http://schemas.openxmlformats.org/officeDocument/2006/relationships/image" Target="../media/image8100.png"/><Relationship Id="rId95" Type="http://schemas.openxmlformats.org/officeDocument/2006/relationships/image" Target="../media/image5310.png"/><Relationship Id="rId160" Type="http://schemas.openxmlformats.org/officeDocument/2006/relationships/customXml" Target="../ink/ink3259.xml"/><Relationship Id="rId181" Type="http://schemas.openxmlformats.org/officeDocument/2006/relationships/image" Target="../media/image9600.png"/><Relationship Id="rId216" Type="http://schemas.openxmlformats.org/officeDocument/2006/relationships/customXml" Target="../ink/ink3287.xml"/><Relationship Id="rId22" Type="http://schemas.openxmlformats.org/officeDocument/2006/relationships/customXml" Target="../ink/ink3190.xml"/><Relationship Id="rId43" Type="http://schemas.openxmlformats.org/officeDocument/2006/relationships/image" Target="../media/image2710.png"/><Relationship Id="rId64" Type="http://schemas.openxmlformats.org/officeDocument/2006/relationships/customXml" Target="../ink/ink3211.xml"/><Relationship Id="rId118" Type="http://schemas.openxmlformats.org/officeDocument/2006/relationships/customXml" Target="../ink/ink3238.xml"/><Relationship Id="rId139" Type="http://schemas.openxmlformats.org/officeDocument/2006/relationships/image" Target="../media/image7500.png"/><Relationship Id="rId85" Type="http://schemas.openxmlformats.org/officeDocument/2006/relationships/image" Target="../media/image4810.png"/><Relationship Id="rId150" Type="http://schemas.openxmlformats.org/officeDocument/2006/relationships/customXml" Target="../ink/ink3254.xml"/><Relationship Id="rId171" Type="http://schemas.openxmlformats.org/officeDocument/2006/relationships/image" Target="../media/image9110.png"/><Relationship Id="rId192" Type="http://schemas.openxmlformats.org/officeDocument/2006/relationships/customXml" Target="../ink/ink3275.xml"/><Relationship Id="rId206" Type="http://schemas.openxmlformats.org/officeDocument/2006/relationships/customXml" Target="../ink/ink3282.xml"/><Relationship Id="rId12" Type="http://schemas.openxmlformats.org/officeDocument/2006/relationships/customXml" Target="../ink/ink3185.xml"/><Relationship Id="rId33" Type="http://schemas.openxmlformats.org/officeDocument/2006/relationships/image" Target="../media/image22100.png"/><Relationship Id="rId108" Type="http://schemas.openxmlformats.org/officeDocument/2006/relationships/customXml" Target="../ink/ink3233.xml"/><Relationship Id="rId129" Type="http://schemas.openxmlformats.org/officeDocument/2006/relationships/image" Target="../media/image7000.png"/><Relationship Id="rId54" Type="http://schemas.openxmlformats.org/officeDocument/2006/relationships/customXml" Target="../ink/ink3206.xml"/><Relationship Id="rId75" Type="http://schemas.openxmlformats.org/officeDocument/2006/relationships/image" Target="../media/image4310.png"/><Relationship Id="rId96" Type="http://schemas.openxmlformats.org/officeDocument/2006/relationships/customXml" Target="../ink/ink3227.xml"/><Relationship Id="rId140" Type="http://schemas.openxmlformats.org/officeDocument/2006/relationships/customXml" Target="../ink/ink3249.xml"/><Relationship Id="rId161" Type="http://schemas.openxmlformats.org/officeDocument/2006/relationships/image" Target="../media/image8600.png"/><Relationship Id="rId182" Type="http://schemas.openxmlformats.org/officeDocument/2006/relationships/customXml" Target="../ink/ink3270.xml"/><Relationship Id="rId217" Type="http://schemas.openxmlformats.org/officeDocument/2006/relationships/image" Target="../media/image11400.png"/><Relationship Id="rId6" Type="http://schemas.openxmlformats.org/officeDocument/2006/relationships/customXml" Target="../ink/ink3182.xml"/><Relationship Id="rId23" Type="http://schemas.openxmlformats.org/officeDocument/2006/relationships/image" Target="../media/image17100.png"/><Relationship Id="rId119" Type="http://schemas.openxmlformats.org/officeDocument/2006/relationships/image" Target="../media/image6510.png"/><Relationship Id="rId44" Type="http://schemas.openxmlformats.org/officeDocument/2006/relationships/customXml" Target="../ink/ink3201.xml"/><Relationship Id="rId65" Type="http://schemas.openxmlformats.org/officeDocument/2006/relationships/image" Target="../media/image3810.png"/><Relationship Id="rId86" Type="http://schemas.openxmlformats.org/officeDocument/2006/relationships/customXml" Target="../ink/ink3222.xml"/><Relationship Id="rId130" Type="http://schemas.openxmlformats.org/officeDocument/2006/relationships/customXml" Target="../ink/ink3244.xml"/><Relationship Id="rId151" Type="http://schemas.openxmlformats.org/officeDocument/2006/relationships/image" Target="../media/image8110.png"/><Relationship Id="rId172" Type="http://schemas.openxmlformats.org/officeDocument/2006/relationships/customXml" Target="../ink/ink3265.xml"/><Relationship Id="rId193" Type="http://schemas.openxmlformats.org/officeDocument/2006/relationships/image" Target="../media/image10200.png"/><Relationship Id="rId207" Type="http://schemas.openxmlformats.org/officeDocument/2006/relationships/image" Target="../media/image10900.png"/><Relationship Id="rId13" Type="http://schemas.openxmlformats.org/officeDocument/2006/relationships/image" Target="../media/image12100.png"/><Relationship Id="rId109" Type="http://schemas.openxmlformats.org/officeDocument/2006/relationships/image" Target="../media/image6010.png"/><Relationship Id="rId34" Type="http://schemas.openxmlformats.org/officeDocument/2006/relationships/customXml" Target="../ink/ink3196.xml"/><Relationship Id="rId55" Type="http://schemas.openxmlformats.org/officeDocument/2006/relationships/image" Target="../media/image3310.png"/><Relationship Id="rId76" Type="http://schemas.openxmlformats.org/officeDocument/2006/relationships/customXml" Target="../ink/ink3217.xml"/><Relationship Id="rId97" Type="http://schemas.openxmlformats.org/officeDocument/2006/relationships/image" Target="../media/image5410.png"/><Relationship Id="rId120" Type="http://schemas.openxmlformats.org/officeDocument/2006/relationships/customXml" Target="../ink/ink3239.xml"/><Relationship Id="rId141" Type="http://schemas.openxmlformats.org/officeDocument/2006/relationships/image" Target="../media/image7600.png"/><Relationship Id="rId7" Type="http://schemas.openxmlformats.org/officeDocument/2006/relationships/image" Target="../media/image9100.png"/><Relationship Id="rId162" Type="http://schemas.openxmlformats.org/officeDocument/2006/relationships/customXml" Target="../ink/ink3260.xml"/><Relationship Id="rId183" Type="http://schemas.openxmlformats.org/officeDocument/2006/relationships/image" Target="../media/image9700.png"/><Relationship Id="rId218" Type="http://schemas.openxmlformats.org/officeDocument/2006/relationships/customXml" Target="../ink/ink3288.xml"/><Relationship Id="rId24" Type="http://schemas.openxmlformats.org/officeDocument/2006/relationships/customXml" Target="../ink/ink3191.xml"/><Relationship Id="rId45" Type="http://schemas.openxmlformats.org/officeDocument/2006/relationships/image" Target="../media/image2810.png"/><Relationship Id="rId66" Type="http://schemas.openxmlformats.org/officeDocument/2006/relationships/customXml" Target="../ink/ink3212.xml"/><Relationship Id="rId87" Type="http://schemas.openxmlformats.org/officeDocument/2006/relationships/image" Target="../media/image4910.png"/><Relationship Id="rId110" Type="http://schemas.openxmlformats.org/officeDocument/2006/relationships/customXml" Target="../ink/ink3234.xml"/><Relationship Id="rId131" Type="http://schemas.openxmlformats.org/officeDocument/2006/relationships/image" Target="../media/image7110.png"/><Relationship Id="rId152" Type="http://schemas.openxmlformats.org/officeDocument/2006/relationships/customXml" Target="../ink/ink3255.xml"/><Relationship Id="rId173" Type="http://schemas.openxmlformats.org/officeDocument/2006/relationships/image" Target="../media/image9200.png"/><Relationship Id="rId194" Type="http://schemas.openxmlformats.org/officeDocument/2006/relationships/customXml" Target="../ink/ink3276.xml"/><Relationship Id="rId208" Type="http://schemas.openxmlformats.org/officeDocument/2006/relationships/customXml" Target="../ink/ink3283.xml"/><Relationship Id="rId14" Type="http://schemas.openxmlformats.org/officeDocument/2006/relationships/customXml" Target="../ink/ink3186.xml"/><Relationship Id="rId30" Type="http://schemas.openxmlformats.org/officeDocument/2006/relationships/customXml" Target="../ink/ink3194.xml"/><Relationship Id="rId35" Type="http://schemas.openxmlformats.org/officeDocument/2006/relationships/image" Target="../media/image23100.png"/><Relationship Id="rId56" Type="http://schemas.openxmlformats.org/officeDocument/2006/relationships/customXml" Target="../ink/ink3207.xml"/><Relationship Id="rId77" Type="http://schemas.openxmlformats.org/officeDocument/2006/relationships/image" Target="../media/image4410.png"/><Relationship Id="rId100" Type="http://schemas.openxmlformats.org/officeDocument/2006/relationships/customXml" Target="../ink/ink3229.xml"/><Relationship Id="rId105" Type="http://schemas.openxmlformats.org/officeDocument/2006/relationships/image" Target="../media/image5810.png"/><Relationship Id="rId126" Type="http://schemas.openxmlformats.org/officeDocument/2006/relationships/customXml" Target="../ink/ink3242.xml"/><Relationship Id="rId147" Type="http://schemas.openxmlformats.org/officeDocument/2006/relationships/image" Target="../media/image7900.png"/><Relationship Id="rId168" Type="http://schemas.openxmlformats.org/officeDocument/2006/relationships/customXml" Target="../ink/ink3263.xml"/><Relationship Id="rId8" Type="http://schemas.openxmlformats.org/officeDocument/2006/relationships/customXml" Target="../ink/ink3183.xml"/><Relationship Id="rId51" Type="http://schemas.openxmlformats.org/officeDocument/2006/relationships/image" Target="../media/image3110.png"/><Relationship Id="rId72" Type="http://schemas.openxmlformats.org/officeDocument/2006/relationships/customXml" Target="../ink/ink3215.xml"/><Relationship Id="rId93" Type="http://schemas.openxmlformats.org/officeDocument/2006/relationships/image" Target="../media/image5210.png"/><Relationship Id="rId98" Type="http://schemas.openxmlformats.org/officeDocument/2006/relationships/customXml" Target="../ink/ink3228.xml"/><Relationship Id="rId121" Type="http://schemas.openxmlformats.org/officeDocument/2006/relationships/image" Target="../media/image6610.png"/><Relationship Id="rId142" Type="http://schemas.openxmlformats.org/officeDocument/2006/relationships/customXml" Target="../ink/ink3250.xml"/><Relationship Id="rId163" Type="http://schemas.openxmlformats.org/officeDocument/2006/relationships/image" Target="../media/image8700.png"/><Relationship Id="rId184" Type="http://schemas.openxmlformats.org/officeDocument/2006/relationships/customXml" Target="../ink/ink3271.xml"/><Relationship Id="rId189" Type="http://schemas.openxmlformats.org/officeDocument/2006/relationships/image" Target="../media/image10000.png"/><Relationship Id="rId219" Type="http://schemas.openxmlformats.org/officeDocument/2006/relationships/image" Target="../media/image11500.png"/><Relationship Id="rId3" Type="http://schemas.openxmlformats.org/officeDocument/2006/relationships/image" Target="../media/image7100.png"/><Relationship Id="rId214" Type="http://schemas.openxmlformats.org/officeDocument/2006/relationships/customXml" Target="../ink/ink3286.xml"/><Relationship Id="rId25" Type="http://schemas.openxmlformats.org/officeDocument/2006/relationships/image" Target="../media/image18100.png"/><Relationship Id="rId46" Type="http://schemas.openxmlformats.org/officeDocument/2006/relationships/customXml" Target="../ink/ink3202.xml"/><Relationship Id="rId67" Type="http://schemas.openxmlformats.org/officeDocument/2006/relationships/image" Target="../media/image3910.png"/><Relationship Id="rId116" Type="http://schemas.openxmlformats.org/officeDocument/2006/relationships/customXml" Target="../ink/ink3237.xml"/><Relationship Id="rId137" Type="http://schemas.openxmlformats.org/officeDocument/2006/relationships/image" Target="../media/image7400.png"/><Relationship Id="rId158" Type="http://schemas.openxmlformats.org/officeDocument/2006/relationships/customXml" Target="../ink/ink3258.xml"/><Relationship Id="rId20" Type="http://schemas.openxmlformats.org/officeDocument/2006/relationships/customXml" Target="../ink/ink3189.xml"/><Relationship Id="rId41" Type="http://schemas.openxmlformats.org/officeDocument/2006/relationships/image" Target="../media/image2610.png"/><Relationship Id="rId62" Type="http://schemas.openxmlformats.org/officeDocument/2006/relationships/customXml" Target="../ink/ink3210.xml"/><Relationship Id="rId83" Type="http://schemas.openxmlformats.org/officeDocument/2006/relationships/image" Target="../media/image4710.png"/><Relationship Id="rId88" Type="http://schemas.openxmlformats.org/officeDocument/2006/relationships/customXml" Target="../ink/ink3223.xml"/><Relationship Id="rId111" Type="http://schemas.openxmlformats.org/officeDocument/2006/relationships/image" Target="../media/image6110.png"/><Relationship Id="rId132" Type="http://schemas.openxmlformats.org/officeDocument/2006/relationships/customXml" Target="../ink/ink3245.xml"/><Relationship Id="rId153" Type="http://schemas.openxmlformats.org/officeDocument/2006/relationships/image" Target="../media/image8200.png"/><Relationship Id="rId174" Type="http://schemas.openxmlformats.org/officeDocument/2006/relationships/customXml" Target="../ink/ink3266.xml"/><Relationship Id="rId179" Type="http://schemas.openxmlformats.org/officeDocument/2006/relationships/image" Target="../media/image9500.png"/><Relationship Id="rId195" Type="http://schemas.openxmlformats.org/officeDocument/2006/relationships/image" Target="../media/image10300.png"/><Relationship Id="rId209" Type="http://schemas.openxmlformats.org/officeDocument/2006/relationships/image" Target="../media/image11000.png"/><Relationship Id="rId190" Type="http://schemas.openxmlformats.org/officeDocument/2006/relationships/customXml" Target="../ink/ink3274.xml"/><Relationship Id="rId204" Type="http://schemas.openxmlformats.org/officeDocument/2006/relationships/customXml" Target="../ink/ink3281.xml"/><Relationship Id="rId15" Type="http://schemas.openxmlformats.org/officeDocument/2006/relationships/image" Target="../media/image13100.png"/><Relationship Id="rId36" Type="http://schemas.openxmlformats.org/officeDocument/2006/relationships/customXml" Target="../ink/ink3197.xml"/><Relationship Id="rId57" Type="http://schemas.openxmlformats.org/officeDocument/2006/relationships/image" Target="../media/image3410.png"/><Relationship Id="rId106" Type="http://schemas.openxmlformats.org/officeDocument/2006/relationships/customXml" Target="../ink/ink3232.xml"/><Relationship Id="rId127" Type="http://schemas.openxmlformats.org/officeDocument/2006/relationships/image" Target="../media/image6900.png"/><Relationship Id="rId10" Type="http://schemas.openxmlformats.org/officeDocument/2006/relationships/customXml" Target="../ink/ink3184.xml"/><Relationship Id="rId31" Type="http://schemas.openxmlformats.org/officeDocument/2006/relationships/image" Target="../media/image21100.png"/><Relationship Id="rId52" Type="http://schemas.openxmlformats.org/officeDocument/2006/relationships/customXml" Target="../ink/ink3205.xml"/><Relationship Id="rId73" Type="http://schemas.openxmlformats.org/officeDocument/2006/relationships/image" Target="../media/image4210.png"/><Relationship Id="rId78" Type="http://schemas.openxmlformats.org/officeDocument/2006/relationships/customXml" Target="../ink/ink3218.xml"/><Relationship Id="rId94" Type="http://schemas.openxmlformats.org/officeDocument/2006/relationships/customXml" Target="../ink/ink3226.xml"/><Relationship Id="rId99" Type="http://schemas.openxmlformats.org/officeDocument/2006/relationships/image" Target="../media/image5510.png"/><Relationship Id="rId101" Type="http://schemas.openxmlformats.org/officeDocument/2006/relationships/image" Target="../media/image5610.png"/><Relationship Id="rId122" Type="http://schemas.openxmlformats.org/officeDocument/2006/relationships/customXml" Target="../ink/ink3240.xml"/><Relationship Id="rId143" Type="http://schemas.openxmlformats.org/officeDocument/2006/relationships/image" Target="../media/image7700.png"/><Relationship Id="rId148" Type="http://schemas.openxmlformats.org/officeDocument/2006/relationships/customXml" Target="../ink/ink3253.xml"/><Relationship Id="rId164" Type="http://schemas.openxmlformats.org/officeDocument/2006/relationships/customXml" Target="../ink/ink3261.xml"/><Relationship Id="rId169" Type="http://schemas.openxmlformats.org/officeDocument/2006/relationships/image" Target="../media/image9000.png"/><Relationship Id="rId185" Type="http://schemas.openxmlformats.org/officeDocument/2006/relationships/image" Target="../media/image9800.png"/><Relationship Id="rId4" Type="http://schemas.openxmlformats.org/officeDocument/2006/relationships/customXml" Target="../ink/ink3181.xml"/><Relationship Id="rId9" Type="http://schemas.openxmlformats.org/officeDocument/2006/relationships/image" Target="../media/image10100.png"/><Relationship Id="rId180" Type="http://schemas.openxmlformats.org/officeDocument/2006/relationships/customXml" Target="../ink/ink3269.xml"/><Relationship Id="rId210" Type="http://schemas.openxmlformats.org/officeDocument/2006/relationships/customXml" Target="../ink/ink3284.xml"/><Relationship Id="rId215" Type="http://schemas.openxmlformats.org/officeDocument/2006/relationships/image" Target="../media/image11300.png"/><Relationship Id="rId26" Type="http://schemas.openxmlformats.org/officeDocument/2006/relationships/customXml" Target="../ink/ink3192.xml"/><Relationship Id="rId47" Type="http://schemas.openxmlformats.org/officeDocument/2006/relationships/image" Target="../media/image2910.png"/><Relationship Id="rId68" Type="http://schemas.openxmlformats.org/officeDocument/2006/relationships/customXml" Target="../ink/ink3213.xml"/><Relationship Id="rId89" Type="http://schemas.openxmlformats.org/officeDocument/2006/relationships/image" Target="../media/image5010.png"/><Relationship Id="rId112" Type="http://schemas.openxmlformats.org/officeDocument/2006/relationships/customXml" Target="../ink/ink3235.xml"/><Relationship Id="rId133" Type="http://schemas.openxmlformats.org/officeDocument/2006/relationships/image" Target="../media/image7200.png"/><Relationship Id="rId154" Type="http://schemas.openxmlformats.org/officeDocument/2006/relationships/customXml" Target="../ink/ink3256.xml"/><Relationship Id="rId175" Type="http://schemas.openxmlformats.org/officeDocument/2006/relationships/image" Target="../media/image9300.png"/><Relationship Id="rId196" Type="http://schemas.openxmlformats.org/officeDocument/2006/relationships/customXml" Target="../ink/ink3277.xml"/><Relationship Id="rId200" Type="http://schemas.openxmlformats.org/officeDocument/2006/relationships/customXml" Target="../ink/ink3279.xml"/><Relationship Id="rId16" Type="http://schemas.openxmlformats.org/officeDocument/2006/relationships/customXml" Target="../ink/ink3187.xml"/><Relationship Id="rId37" Type="http://schemas.openxmlformats.org/officeDocument/2006/relationships/image" Target="../media/image2410.png"/><Relationship Id="rId58" Type="http://schemas.openxmlformats.org/officeDocument/2006/relationships/customXml" Target="../ink/ink3208.xml"/><Relationship Id="rId79" Type="http://schemas.openxmlformats.org/officeDocument/2006/relationships/image" Target="../media/image4510.png"/><Relationship Id="rId102" Type="http://schemas.openxmlformats.org/officeDocument/2006/relationships/customXml" Target="../ink/ink3230.xml"/><Relationship Id="rId123" Type="http://schemas.openxmlformats.org/officeDocument/2006/relationships/image" Target="../media/image6740.png"/><Relationship Id="rId144" Type="http://schemas.openxmlformats.org/officeDocument/2006/relationships/customXml" Target="../ink/ink3251.xml"/><Relationship Id="rId90" Type="http://schemas.openxmlformats.org/officeDocument/2006/relationships/customXml" Target="../ink/ink3224.xml"/><Relationship Id="rId165" Type="http://schemas.openxmlformats.org/officeDocument/2006/relationships/image" Target="../media/image8800.png"/><Relationship Id="rId186" Type="http://schemas.openxmlformats.org/officeDocument/2006/relationships/customXml" Target="../ink/ink3272.xml"/><Relationship Id="rId211" Type="http://schemas.openxmlformats.org/officeDocument/2006/relationships/image" Target="../media/image11110.png"/><Relationship Id="rId27" Type="http://schemas.openxmlformats.org/officeDocument/2006/relationships/image" Target="../media/image19100.png"/><Relationship Id="rId48" Type="http://schemas.openxmlformats.org/officeDocument/2006/relationships/customXml" Target="../ink/ink3203.xml"/><Relationship Id="rId69" Type="http://schemas.openxmlformats.org/officeDocument/2006/relationships/image" Target="../media/image4010.png"/><Relationship Id="rId113" Type="http://schemas.openxmlformats.org/officeDocument/2006/relationships/image" Target="../media/image6210.png"/><Relationship Id="rId134" Type="http://schemas.openxmlformats.org/officeDocument/2006/relationships/customXml" Target="../ink/ink3246.xml"/><Relationship Id="rId80" Type="http://schemas.openxmlformats.org/officeDocument/2006/relationships/customXml" Target="../ink/ink3219.xml"/><Relationship Id="rId155" Type="http://schemas.openxmlformats.org/officeDocument/2006/relationships/image" Target="../media/image8300.png"/><Relationship Id="rId176" Type="http://schemas.openxmlformats.org/officeDocument/2006/relationships/customXml" Target="../ink/ink3267.xml"/><Relationship Id="rId197" Type="http://schemas.openxmlformats.org/officeDocument/2006/relationships/image" Target="../media/image10400.png"/><Relationship Id="rId201" Type="http://schemas.openxmlformats.org/officeDocument/2006/relationships/image" Target="../media/image10600.png"/><Relationship Id="rId17" Type="http://schemas.openxmlformats.org/officeDocument/2006/relationships/image" Target="../media/image14100.png"/><Relationship Id="rId38" Type="http://schemas.openxmlformats.org/officeDocument/2006/relationships/customXml" Target="../ink/ink3198.xml"/><Relationship Id="rId59" Type="http://schemas.openxmlformats.org/officeDocument/2006/relationships/image" Target="../media/image3510.png"/><Relationship Id="rId103" Type="http://schemas.openxmlformats.org/officeDocument/2006/relationships/image" Target="../media/image5710.png"/><Relationship Id="rId124" Type="http://schemas.openxmlformats.org/officeDocument/2006/relationships/customXml" Target="../ink/ink3241.xml"/><Relationship Id="rId70" Type="http://schemas.openxmlformats.org/officeDocument/2006/relationships/customXml" Target="../ink/ink3214.xml"/><Relationship Id="rId91" Type="http://schemas.openxmlformats.org/officeDocument/2006/relationships/image" Target="../media/image5110.png"/><Relationship Id="rId145" Type="http://schemas.openxmlformats.org/officeDocument/2006/relationships/image" Target="../media/image7800.png"/><Relationship Id="rId166" Type="http://schemas.openxmlformats.org/officeDocument/2006/relationships/customXml" Target="../ink/ink3262.xml"/><Relationship Id="rId187" Type="http://schemas.openxmlformats.org/officeDocument/2006/relationships/image" Target="../media/image9900.png"/><Relationship Id="rId1" Type="http://schemas.openxmlformats.org/officeDocument/2006/relationships/slideLayout" Target="../slideLayouts/slideLayout7.xml"/><Relationship Id="rId212" Type="http://schemas.openxmlformats.org/officeDocument/2006/relationships/customXml" Target="../ink/ink3285.xml"/><Relationship Id="rId28" Type="http://schemas.openxmlformats.org/officeDocument/2006/relationships/customXml" Target="../ink/ink3193.xml"/><Relationship Id="rId49" Type="http://schemas.openxmlformats.org/officeDocument/2006/relationships/image" Target="../media/image3010.png"/><Relationship Id="rId114" Type="http://schemas.openxmlformats.org/officeDocument/2006/relationships/customXml" Target="../ink/ink3236.xml"/><Relationship Id="rId60" Type="http://schemas.openxmlformats.org/officeDocument/2006/relationships/customXml" Target="../ink/ink3209.xml"/><Relationship Id="rId81" Type="http://schemas.openxmlformats.org/officeDocument/2006/relationships/image" Target="../media/image4610.png"/><Relationship Id="rId135" Type="http://schemas.openxmlformats.org/officeDocument/2006/relationships/image" Target="../media/image7300.png"/><Relationship Id="rId156" Type="http://schemas.openxmlformats.org/officeDocument/2006/relationships/customXml" Target="../ink/ink3257.xml"/><Relationship Id="rId177" Type="http://schemas.openxmlformats.org/officeDocument/2006/relationships/image" Target="../media/image9400.png"/><Relationship Id="rId198" Type="http://schemas.openxmlformats.org/officeDocument/2006/relationships/customXml" Target="../ink/ink3278.xml"/><Relationship Id="rId202" Type="http://schemas.openxmlformats.org/officeDocument/2006/relationships/customXml" Target="../ink/ink3280.xml"/><Relationship Id="rId18" Type="http://schemas.openxmlformats.org/officeDocument/2006/relationships/customXml" Target="../ink/ink3188.xml"/><Relationship Id="rId39" Type="http://schemas.openxmlformats.org/officeDocument/2006/relationships/image" Target="../media/image2510.png"/><Relationship Id="rId50" Type="http://schemas.openxmlformats.org/officeDocument/2006/relationships/customXml" Target="../ink/ink3204.xml"/><Relationship Id="rId104" Type="http://schemas.openxmlformats.org/officeDocument/2006/relationships/customXml" Target="../ink/ink3231.xml"/><Relationship Id="rId125" Type="http://schemas.openxmlformats.org/officeDocument/2006/relationships/image" Target="../media/image6800.png"/><Relationship Id="rId146" Type="http://schemas.openxmlformats.org/officeDocument/2006/relationships/customXml" Target="../ink/ink3252.xml"/><Relationship Id="rId167" Type="http://schemas.openxmlformats.org/officeDocument/2006/relationships/image" Target="../media/image8900.png"/><Relationship Id="rId188" Type="http://schemas.openxmlformats.org/officeDocument/2006/relationships/customXml" Target="../ink/ink3273.xml"/><Relationship Id="rId71" Type="http://schemas.openxmlformats.org/officeDocument/2006/relationships/image" Target="../media/image4110.png"/><Relationship Id="rId92" Type="http://schemas.openxmlformats.org/officeDocument/2006/relationships/customXml" Target="../ink/ink3225.xml"/><Relationship Id="rId213" Type="http://schemas.openxmlformats.org/officeDocument/2006/relationships/image" Target="../media/image11200.png"/><Relationship Id="rId2" Type="http://schemas.openxmlformats.org/officeDocument/2006/relationships/customXml" Target="../ink/ink3180.xml"/><Relationship Id="rId29" Type="http://schemas.openxmlformats.org/officeDocument/2006/relationships/image" Target="../media/image20100.png"/><Relationship Id="rId40" Type="http://schemas.openxmlformats.org/officeDocument/2006/relationships/customXml" Target="../ink/ink3199.xml"/><Relationship Id="rId115" Type="http://schemas.openxmlformats.org/officeDocument/2006/relationships/image" Target="../media/image6310.png"/><Relationship Id="rId136" Type="http://schemas.openxmlformats.org/officeDocument/2006/relationships/customXml" Target="../ink/ink3247.xml"/><Relationship Id="rId157" Type="http://schemas.openxmlformats.org/officeDocument/2006/relationships/image" Target="../media/image8400.png"/><Relationship Id="rId178" Type="http://schemas.openxmlformats.org/officeDocument/2006/relationships/customXml" Target="../ink/ink3268.xml"/><Relationship Id="rId61" Type="http://schemas.openxmlformats.org/officeDocument/2006/relationships/image" Target="../media/image3610.png"/><Relationship Id="rId82" Type="http://schemas.openxmlformats.org/officeDocument/2006/relationships/customXml" Target="../ink/ink3220.xml"/><Relationship Id="rId199" Type="http://schemas.openxmlformats.org/officeDocument/2006/relationships/image" Target="../media/image10500.png"/><Relationship Id="rId203" Type="http://schemas.openxmlformats.org/officeDocument/2006/relationships/image" Target="../media/image10700.png"/><Relationship Id="rId19" Type="http://schemas.openxmlformats.org/officeDocument/2006/relationships/image" Target="../media/image15100.png"/></Relationships>
</file>

<file path=ppt/slides/_rels/slide32.xml.rels><?xml version="1.0" encoding="UTF-8" standalone="yes"?>
<Relationships xmlns="http://schemas.openxmlformats.org/package/2006/relationships"><Relationship Id="rId26" Type="http://schemas.openxmlformats.org/officeDocument/2006/relationships/customXml" Target="../ink/ink3301.xml"/><Relationship Id="rId21" Type="http://schemas.openxmlformats.org/officeDocument/2006/relationships/image" Target="../media/image12500.png"/><Relationship Id="rId42" Type="http://schemas.openxmlformats.org/officeDocument/2006/relationships/customXml" Target="../ink/ink3309.xml"/><Relationship Id="rId47" Type="http://schemas.openxmlformats.org/officeDocument/2006/relationships/image" Target="../media/image13800.png"/><Relationship Id="rId63" Type="http://schemas.openxmlformats.org/officeDocument/2006/relationships/image" Target="../media/image14600.png"/><Relationship Id="rId68" Type="http://schemas.openxmlformats.org/officeDocument/2006/relationships/customXml" Target="../ink/ink3322.xml"/><Relationship Id="rId16" Type="http://schemas.openxmlformats.org/officeDocument/2006/relationships/customXml" Target="../ink/ink3296.xml"/><Relationship Id="rId11" Type="http://schemas.openxmlformats.org/officeDocument/2006/relationships/image" Target="../media/image12000.png"/><Relationship Id="rId24" Type="http://schemas.openxmlformats.org/officeDocument/2006/relationships/customXml" Target="../ink/ink3300.xml"/><Relationship Id="rId32" Type="http://schemas.openxmlformats.org/officeDocument/2006/relationships/customXml" Target="../ink/ink3304.xml"/><Relationship Id="rId37" Type="http://schemas.openxmlformats.org/officeDocument/2006/relationships/image" Target="../media/image13300.png"/><Relationship Id="rId40" Type="http://schemas.openxmlformats.org/officeDocument/2006/relationships/customXml" Target="../ink/ink3308.xml"/><Relationship Id="rId45" Type="http://schemas.openxmlformats.org/officeDocument/2006/relationships/image" Target="../media/image13700.png"/><Relationship Id="rId53" Type="http://schemas.openxmlformats.org/officeDocument/2006/relationships/image" Target="../media/image14110.png"/><Relationship Id="rId58" Type="http://schemas.openxmlformats.org/officeDocument/2006/relationships/customXml" Target="../ink/ink3317.xml"/><Relationship Id="rId66" Type="http://schemas.openxmlformats.org/officeDocument/2006/relationships/customXml" Target="../ink/ink3321.xml"/><Relationship Id="rId74" Type="http://schemas.openxmlformats.org/officeDocument/2006/relationships/customXml" Target="../ink/ink3325.xml"/><Relationship Id="rId79" Type="http://schemas.openxmlformats.org/officeDocument/2006/relationships/image" Target="../media/image15400.png"/><Relationship Id="rId5" Type="http://schemas.openxmlformats.org/officeDocument/2006/relationships/image" Target="../media/image11700.png"/><Relationship Id="rId61" Type="http://schemas.openxmlformats.org/officeDocument/2006/relationships/image" Target="../media/image14500.png"/><Relationship Id="rId19" Type="http://schemas.openxmlformats.org/officeDocument/2006/relationships/image" Target="../media/image12400.png"/><Relationship Id="rId14" Type="http://schemas.openxmlformats.org/officeDocument/2006/relationships/customXml" Target="../ink/ink3295.xml"/><Relationship Id="rId22" Type="http://schemas.openxmlformats.org/officeDocument/2006/relationships/customXml" Target="../ink/ink3299.xml"/><Relationship Id="rId27" Type="http://schemas.openxmlformats.org/officeDocument/2006/relationships/image" Target="../media/image12800.png"/><Relationship Id="rId30" Type="http://schemas.openxmlformats.org/officeDocument/2006/relationships/customXml" Target="../ink/ink3303.xml"/><Relationship Id="rId35" Type="http://schemas.openxmlformats.org/officeDocument/2006/relationships/image" Target="../media/image13200.png"/><Relationship Id="rId43" Type="http://schemas.openxmlformats.org/officeDocument/2006/relationships/image" Target="../media/image13600.png"/><Relationship Id="rId48" Type="http://schemas.openxmlformats.org/officeDocument/2006/relationships/customXml" Target="../ink/ink3312.xml"/><Relationship Id="rId56" Type="http://schemas.openxmlformats.org/officeDocument/2006/relationships/customXml" Target="../ink/ink3316.xml"/><Relationship Id="rId64" Type="http://schemas.openxmlformats.org/officeDocument/2006/relationships/customXml" Target="../ink/ink3320.xml"/><Relationship Id="rId69" Type="http://schemas.openxmlformats.org/officeDocument/2006/relationships/image" Target="../media/image14900.png"/><Relationship Id="rId77" Type="http://schemas.openxmlformats.org/officeDocument/2006/relationships/image" Target="../media/image15300.png"/><Relationship Id="rId8" Type="http://schemas.openxmlformats.org/officeDocument/2006/relationships/customXml" Target="../ink/ink3292.xml"/><Relationship Id="rId51" Type="http://schemas.openxmlformats.org/officeDocument/2006/relationships/image" Target="../media/image14000.png"/><Relationship Id="rId72" Type="http://schemas.openxmlformats.org/officeDocument/2006/relationships/customXml" Target="../ink/ink3324.xml"/><Relationship Id="rId3" Type="http://schemas.openxmlformats.org/officeDocument/2006/relationships/image" Target="../media/image11600.png"/><Relationship Id="rId12" Type="http://schemas.openxmlformats.org/officeDocument/2006/relationships/customXml" Target="../ink/ink3294.xml"/><Relationship Id="rId17" Type="http://schemas.openxmlformats.org/officeDocument/2006/relationships/image" Target="../media/image12300.png"/><Relationship Id="rId25" Type="http://schemas.openxmlformats.org/officeDocument/2006/relationships/image" Target="../media/image12700.png"/><Relationship Id="rId33" Type="http://schemas.openxmlformats.org/officeDocument/2006/relationships/image" Target="../media/image13110.png"/><Relationship Id="rId38" Type="http://schemas.openxmlformats.org/officeDocument/2006/relationships/customXml" Target="../ink/ink3307.xml"/><Relationship Id="rId46" Type="http://schemas.openxmlformats.org/officeDocument/2006/relationships/customXml" Target="../ink/ink3311.xml"/><Relationship Id="rId59" Type="http://schemas.openxmlformats.org/officeDocument/2006/relationships/image" Target="../media/image14400.png"/><Relationship Id="rId67" Type="http://schemas.openxmlformats.org/officeDocument/2006/relationships/image" Target="../media/image14800.png"/><Relationship Id="rId20" Type="http://schemas.openxmlformats.org/officeDocument/2006/relationships/customXml" Target="../ink/ink3298.xml"/><Relationship Id="rId41" Type="http://schemas.openxmlformats.org/officeDocument/2006/relationships/image" Target="../media/image13500.png"/><Relationship Id="rId54" Type="http://schemas.openxmlformats.org/officeDocument/2006/relationships/customXml" Target="../ink/ink3315.xml"/><Relationship Id="rId62" Type="http://schemas.openxmlformats.org/officeDocument/2006/relationships/customXml" Target="../ink/ink3319.xml"/><Relationship Id="rId70" Type="http://schemas.openxmlformats.org/officeDocument/2006/relationships/customXml" Target="../ink/ink3323.xml"/><Relationship Id="rId75" Type="http://schemas.openxmlformats.org/officeDocument/2006/relationships/image" Target="../media/image15200.png"/><Relationship Id="rId1" Type="http://schemas.openxmlformats.org/officeDocument/2006/relationships/slideLayout" Target="../slideLayouts/slideLayout7.xml"/><Relationship Id="rId6" Type="http://schemas.openxmlformats.org/officeDocument/2006/relationships/customXml" Target="../ink/ink3291.xml"/><Relationship Id="rId15" Type="http://schemas.openxmlformats.org/officeDocument/2006/relationships/image" Target="../media/image12200.png"/><Relationship Id="rId23" Type="http://schemas.openxmlformats.org/officeDocument/2006/relationships/image" Target="../media/image12600.png"/><Relationship Id="rId28" Type="http://schemas.openxmlformats.org/officeDocument/2006/relationships/customXml" Target="../ink/ink3302.xml"/><Relationship Id="rId36" Type="http://schemas.openxmlformats.org/officeDocument/2006/relationships/customXml" Target="../ink/ink3306.xml"/><Relationship Id="rId49" Type="http://schemas.openxmlformats.org/officeDocument/2006/relationships/image" Target="../media/image13900.png"/><Relationship Id="rId57" Type="http://schemas.openxmlformats.org/officeDocument/2006/relationships/image" Target="../media/image14300.png"/><Relationship Id="rId10" Type="http://schemas.openxmlformats.org/officeDocument/2006/relationships/customXml" Target="../ink/ink3293.xml"/><Relationship Id="rId31" Type="http://schemas.openxmlformats.org/officeDocument/2006/relationships/image" Target="../media/image13000.png"/><Relationship Id="rId44" Type="http://schemas.openxmlformats.org/officeDocument/2006/relationships/customXml" Target="../ink/ink3310.xml"/><Relationship Id="rId52" Type="http://schemas.openxmlformats.org/officeDocument/2006/relationships/customXml" Target="../ink/ink3314.xml"/><Relationship Id="rId60" Type="http://schemas.openxmlformats.org/officeDocument/2006/relationships/customXml" Target="../ink/ink3318.xml"/><Relationship Id="rId65" Type="http://schemas.openxmlformats.org/officeDocument/2006/relationships/image" Target="../media/image14700.png"/><Relationship Id="rId73" Type="http://schemas.openxmlformats.org/officeDocument/2006/relationships/image" Target="../media/image15110.png"/><Relationship Id="rId78" Type="http://schemas.openxmlformats.org/officeDocument/2006/relationships/customXml" Target="../ink/ink3327.xml"/><Relationship Id="rId4" Type="http://schemas.openxmlformats.org/officeDocument/2006/relationships/customXml" Target="../ink/ink3290.xml"/><Relationship Id="rId9" Type="http://schemas.openxmlformats.org/officeDocument/2006/relationships/image" Target="../media/image11900.png"/><Relationship Id="rId13" Type="http://schemas.openxmlformats.org/officeDocument/2006/relationships/image" Target="../media/image12110.png"/><Relationship Id="rId18" Type="http://schemas.openxmlformats.org/officeDocument/2006/relationships/customXml" Target="../ink/ink3297.xml"/><Relationship Id="rId39" Type="http://schemas.openxmlformats.org/officeDocument/2006/relationships/image" Target="../media/image13400.png"/><Relationship Id="rId34" Type="http://schemas.openxmlformats.org/officeDocument/2006/relationships/customXml" Target="../ink/ink3305.xml"/><Relationship Id="rId50" Type="http://schemas.openxmlformats.org/officeDocument/2006/relationships/customXml" Target="../ink/ink3313.xml"/><Relationship Id="rId55" Type="http://schemas.openxmlformats.org/officeDocument/2006/relationships/image" Target="../media/image14200.png"/><Relationship Id="rId76" Type="http://schemas.openxmlformats.org/officeDocument/2006/relationships/customXml" Target="../ink/ink3326.xml"/><Relationship Id="rId7" Type="http://schemas.openxmlformats.org/officeDocument/2006/relationships/image" Target="../media/image11800.png"/><Relationship Id="rId71" Type="http://schemas.openxmlformats.org/officeDocument/2006/relationships/image" Target="../media/image15000.png"/><Relationship Id="rId2" Type="http://schemas.openxmlformats.org/officeDocument/2006/relationships/customXml" Target="../ink/ink3289.xml"/><Relationship Id="rId29" Type="http://schemas.openxmlformats.org/officeDocument/2006/relationships/image" Target="../media/image12900.png"/></Relationships>
</file>

<file path=ppt/slides/_rels/slide33.xml.rels><?xml version="1.0" encoding="UTF-8" standalone="yes"?>
<Relationships xmlns="http://schemas.openxmlformats.org/package/2006/relationships"><Relationship Id="rId26" Type="http://schemas.openxmlformats.org/officeDocument/2006/relationships/customXml" Target="../ink/ink3340.xml"/><Relationship Id="rId21" Type="http://schemas.openxmlformats.org/officeDocument/2006/relationships/image" Target="../media/image16400.png"/><Relationship Id="rId42" Type="http://schemas.openxmlformats.org/officeDocument/2006/relationships/customXml" Target="../ink/ink3348.xml"/><Relationship Id="rId47" Type="http://schemas.openxmlformats.org/officeDocument/2006/relationships/image" Target="../media/image17700.png"/><Relationship Id="rId63" Type="http://schemas.openxmlformats.org/officeDocument/2006/relationships/image" Target="../media/image18500.png"/><Relationship Id="rId68" Type="http://schemas.openxmlformats.org/officeDocument/2006/relationships/customXml" Target="../ink/ink3361.xml"/><Relationship Id="rId84" Type="http://schemas.openxmlformats.org/officeDocument/2006/relationships/customXml" Target="../ink/ink3369.xml"/><Relationship Id="rId89" Type="http://schemas.openxmlformats.org/officeDocument/2006/relationships/image" Target="../media/image19800.png"/><Relationship Id="rId16" Type="http://schemas.openxmlformats.org/officeDocument/2006/relationships/customXml" Target="../ink/ink3335.xml"/><Relationship Id="rId107" Type="http://schemas.openxmlformats.org/officeDocument/2006/relationships/image" Target="../media/image20700.png"/><Relationship Id="rId11" Type="http://schemas.openxmlformats.org/officeDocument/2006/relationships/image" Target="../media/image15900.png"/><Relationship Id="rId32" Type="http://schemas.openxmlformats.org/officeDocument/2006/relationships/customXml" Target="../ink/ink3343.xml"/><Relationship Id="rId37" Type="http://schemas.openxmlformats.org/officeDocument/2006/relationships/image" Target="../media/image17200.png"/><Relationship Id="rId53" Type="http://schemas.openxmlformats.org/officeDocument/2006/relationships/image" Target="../media/image18000.png"/><Relationship Id="rId58" Type="http://schemas.openxmlformats.org/officeDocument/2006/relationships/customXml" Target="../ink/ink3356.xml"/><Relationship Id="rId74" Type="http://schemas.openxmlformats.org/officeDocument/2006/relationships/customXml" Target="../ink/ink3364.xml"/><Relationship Id="rId79" Type="http://schemas.openxmlformats.org/officeDocument/2006/relationships/image" Target="../media/image19300.png"/><Relationship Id="rId102" Type="http://schemas.openxmlformats.org/officeDocument/2006/relationships/customXml" Target="../ink/ink3378.xml"/><Relationship Id="rId5" Type="http://schemas.openxmlformats.org/officeDocument/2006/relationships/image" Target="../media/image15600.png"/><Relationship Id="rId90" Type="http://schemas.openxmlformats.org/officeDocument/2006/relationships/customXml" Target="../ink/ink3372.xml"/><Relationship Id="rId95" Type="http://schemas.openxmlformats.org/officeDocument/2006/relationships/image" Target="../media/image20110.png"/><Relationship Id="rId22" Type="http://schemas.openxmlformats.org/officeDocument/2006/relationships/customXml" Target="../ink/ink3338.xml"/><Relationship Id="rId27" Type="http://schemas.openxmlformats.org/officeDocument/2006/relationships/image" Target="../media/image16700.png"/><Relationship Id="rId43" Type="http://schemas.openxmlformats.org/officeDocument/2006/relationships/image" Target="../media/image17500.png"/><Relationship Id="rId48" Type="http://schemas.openxmlformats.org/officeDocument/2006/relationships/customXml" Target="../ink/ink3351.xml"/><Relationship Id="rId64" Type="http://schemas.openxmlformats.org/officeDocument/2006/relationships/customXml" Target="../ink/ink3359.xml"/><Relationship Id="rId69" Type="http://schemas.openxmlformats.org/officeDocument/2006/relationships/image" Target="../media/image18800.png"/><Relationship Id="rId80" Type="http://schemas.openxmlformats.org/officeDocument/2006/relationships/customXml" Target="../ink/ink3367.xml"/><Relationship Id="rId85" Type="http://schemas.openxmlformats.org/officeDocument/2006/relationships/image" Target="../media/image19600.png"/><Relationship Id="rId12" Type="http://schemas.openxmlformats.org/officeDocument/2006/relationships/customXml" Target="../ink/ink3333.xml"/><Relationship Id="rId17" Type="http://schemas.openxmlformats.org/officeDocument/2006/relationships/image" Target="../media/image16200.png"/><Relationship Id="rId33" Type="http://schemas.openxmlformats.org/officeDocument/2006/relationships/image" Target="../media/image17000.png"/><Relationship Id="rId38" Type="http://schemas.openxmlformats.org/officeDocument/2006/relationships/customXml" Target="../ink/ink3346.xml"/><Relationship Id="rId59" Type="http://schemas.openxmlformats.org/officeDocument/2006/relationships/image" Target="../media/image18300.png"/><Relationship Id="rId103" Type="http://schemas.openxmlformats.org/officeDocument/2006/relationships/image" Target="../media/image20500.png"/><Relationship Id="rId108" Type="http://schemas.openxmlformats.org/officeDocument/2006/relationships/customXml" Target="../ink/ink3381.xml"/><Relationship Id="rId54" Type="http://schemas.openxmlformats.org/officeDocument/2006/relationships/customXml" Target="../ink/ink3354.xml"/><Relationship Id="rId70" Type="http://schemas.openxmlformats.org/officeDocument/2006/relationships/customXml" Target="../ink/ink3362.xml"/><Relationship Id="rId75" Type="http://schemas.openxmlformats.org/officeDocument/2006/relationships/image" Target="../media/image19110.png"/><Relationship Id="rId91" Type="http://schemas.openxmlformats.org/officeDocument/2006/relationships/image" Target="../media/image19900.png"/><Relationship Id="rId96" Type="http://schemas.openxmlformats.org/officeDocument/2006/relationships/customXml" Target="../ink/ink3375.xml"/><Relationship Id="rId1" Type="http://schemas.openxmlformats.org/officeDocument/2006/relationships/slideLayout" Target="../slideLayouts/slideLayout7.xml"/><Relationship Id="rId6" Type="http://schemas.openxmlformats.org/officeDocument/2006/relationships/customXml" Target="../ink/ink3330.xml"/><Relationship Id="rId15" Type="http://schemas.openxmlformats.org/officeDocument/2006/relationships/image" Target="../media/image16110.png"/><Relationship Id="rId23" Type="http://schemas.openxmlformats.org/officeDocument/2006/relationships/image" Target="../media/image16500.png"/><Relationship Id="rId28" Type="http://schemas.openxmlformats.org/officeDocument/2006/relationships/customXml" Target="../ink/ink3341.xml"/><Relationship Id="rId36" Type="http://schemas.openxmlformats.org/officeDocument/2006/relationships/customXml" Target="../ink/ink3345.xml"/><Relationship Id="rId49" Type="http://schemas.openxmlformats.org/officeDocument/2006/relationships/image" Target="../media/image17800.png"/><Relationship Id="rId57" Type="http://schemas.openxmlformats.org/officeDocument/2006/relationships/image" Target="../media/image18200.png"/><Relationship Id="rId106" Type="http://schemas.openxmlformats.org/officeDocument/2006/relationships/customXml" Target="../ink/ink3380.xml"/><Relationship Id="rId10" Type="http://schemas.openxmlformats.org/officeDocument/2006/relationships/customXml" Target="../ink/ink3332.xml"/><Relationship Id="rId31" Type="http://schemas.openxmlformats.org/officeDocument/2006/relationships/image" Target="../media/image16900.png"/><Relationship Id="rId44" Type="http://schemas.openxmlformats.org/officeDocument/2006/relationships/customXml" Target="../ink/ink3349.xml"/><Relationship Id="rId52" Type="http://schemas.openxmlformats.org/officeDocument/2006/relationships/customXml" Target="../ink/ink3353.xml"/><Relationship Id="rId60" Type="http://schemas.openxmlformats.org/officeDocument/2006/relationships/customXml" Target="../ink/ink3357.xml"/><Relationship Id="rId65" Type="http://schemas.openxmlformats.org/officeDocument/2006/relationships/image" Target="../media/image18600.png"/><Relationship Id="rId73" Type="http://schemas.openxmlformats.org/officeDocument/2006/relationships/image" Target="../media/image19000.png"/><Relationship Id="rId78" Type="http://schemas.openxmlformats.org/officeDocument/2006/relationships/customXml" Target="../ink/ink3366.xml"/><Relationship Id="rId81" Type="http://schemas.openxmlformats.org/officeDocument/2006/relationships/image" Target="../media/image19400.png"/><Relationship Id="rId86" Type="http://schemas.openxmlformats.org/officeDocument/2006/relationships/customXml" Target="../ink/ink3370.xml"/><Relationship Id="rId94" Type="http://schemas.openxmlformats.org/officeDocument/2006/relationships/customXml" Target="../ink/ink3374.xml"/><Relationship Id="rId99" Type="http://schemas.openxmlformats.org/officeDocument/2006/relationships/image" Target="../media/image20300.png"/><Relationship Id="rId101" Type="http://schemas.openxmlformats.org/officeDocument/2006/relationships/image" Target="../media/image20400.png"/><Relationship Id="rId4" Type="http://schemas.openxmlformats.org/officeDocument/2006/relationships/customXml" Target="../ink/ink3329.xml"/><Relationship Id="rId9" Type="http://schemas.openxmlformats.org/officeDocument/2006/relationships/image" Target="../media/image15800.png"/><Relationship Id="rId13" Type="http://schemas.openxmlformats.org/officeDocument/2006/relationships/image" Target="../media/image16000.png"/><Relationship Id="rId18" Type="http://schemas.openxmlformats.org/officeDocument/2006/relationships/customXml" Target="../ink/ink3336.xml"/><Relationship Id="rId39" Type="http://schemas.openxmlformats.org/officeDocument/2006/relationships/image" Target="../media/image17300.png"/><Relationship Id="rId109" Type="http://schemas.openxmlformats.org/officeDocument/2006/relationships/image" Target="../media/image20800.png"/><Relationship Id="rId34" Type="http://schemas.openxmlformats.org/officeDocument/2006/relationships/customXml" Target="../ink/ink3344.xml"/><Relationship Id="rId50" Type="http://schemas.openxmlformats.org/officeDocument/2006/relationships/customXml" Target="../ink/ink3352.xml"/><Relationship Id="rId55" Type="http://schemas.openxmlformats.org/officeDocument/2006/relationships/image" Target="../media/image18110.png"/><Relationship Id="rId76" Type="http://schemas.openxmlformats.org/officeDocument/2006/relationships/customXml" Target="../ink/ink3365.xml"/><Relationship Id="rId97" Type="http://schemas.openxmlformats.org/officeDocument/2006/relationships/image" Target="../media/image20200.png"/><Relationship Id="rId104" Type="http://schemas.openxmlformats.org/officeDocument/2006/relationships/customXml" Target="../ink/ink3379.xml"/><Relationship Id="rId7" Type="http://schemas.openxmlformats.org/officeDocument/2006/relationships/image" Target="../media/image15700.png"/><Relationship Id="rId71" Type="http://schemas.openxmlformats.org/officeDocument/2006/relationships/image" Target="../media/image18900.png"/><Relationship Id="rId92" Type="http://schemas.openxmlformats.org/officeDocument/2006/relationships/customXml" Target="../ink/ink3373.xml"/><Relationship Id="rId2" Type="http://schemas.openxmlformats.org/officeDocument/2006/relationships/customXml" Target="../ink/ink3328.xml"/><Relationship Id="rId29" Type="http://schemas.openxmlformats.org/officeDocument/2006/relationships/image" Target="../media/image16800.png"/><Relationship Id="rId24" Type="http://schemas.openxmlformats.org/officeDocument/2006/relationships/customXml" Target="../ink/ink3339.xml"/><Relationship Id="rId40" Type="http://schemas.openxmlformats.org/officeDocument/2006/relationships/customXml" Target="../ink/ink3347.xml"/><Relationship Id="rId45" Type="http://schemas.openxmlformats.org/officeDocument/2006/relationships/image" Target="../media/image17600.png"/><Relationship Id="rId66" Type="http://schemas.openxmlformats.org/officeDocument/2006/relationships/customXml" Target="../ink/ink3360.xml"/><Relationship Id="rId87" Type="http://schemas.openxmlformats.org/officeDocument/2006/relationships/image" Target="../media/image19700.png"/><Relationship Id="rId110" Type="http://schemas.openxmlformats.org/officeDocument/2006/relationships/customXml" Target="../ink/ink3382.xml"/><Relationship Id="rId61" Type="http://schemas.openxmlformats.org/officeDocument/2006/relationships/image" Target="../media/image18400.png"/><Relationship Id="rId82" Type="http://schemas.openxmlformats.org/officeDocument/2006/relationships/customXml" Target="../ink/ink3368.xml"/><Relationship Id="rId19" Type="http://schemas.openxmlformats.org/officeDocument/2006/relationships/image" Target="../media/image16300.png"/><Relationship Id="rId14" Type="http://schemas.openxmlformats.org/officeDocument/2006/relationships/customXml" Target="../ink/ink3334.xml"/><Relationship Id="rId30" Type="http://schemas.openxmlformats.org/officeDocument/2006/relationships/customXml" Target="../ink/ink3342.xml"/><Relationship Id="rId35" Type="http://schemas.openxmlformats.org/officeDocument/2006/relationships/image" Target="../media/image17110.png"/><Relationship Id="rId56" Type="http://schemas.openxmlformats.org/officeDocument/2006/relationships/customXml" Target="../ink/ink3355.xml"/><Relationship Id="rId77" Type="http://schemas.openxmlformats.org/officeDocument/2006/relationships/image" Target="../media/image19200.png"/><Relationship Id="rId100" Type="http://schemas.openxmlformats.org/officeDocument/2006/relationships/customXml" Target="../ink/ink3377.xml"/><Relationship Id="rId105" Type="http://schemas.openxmlformats.org/officeDocument/2006/relationships/image" Target="../media/image20600.png"/><Relationship Id="rId8" Type="http://schemas.openxmlformats.org/officeDocument/2006/relationships/customXml" Target="../ink/ink3331.xml"/><Relationship Id="rId51" Type="http://schemas.openxmlformats.org/officeDocument/2006/relationships/image" Target="../media/image17900.png"/><Relationship Id="rId72" Type="http://schemas.openxmlformats.org/officeDocument/2006/relationships/customXml" Target="../ink/ink3363.xml"/><Relationship Id="rId93" Type="http://schemas.openxmlformats.org/officeDocument/2006/relationships/image" Target="../media/image20000.png"/><Relationship Id="rId98" Type="http://schemas.openxmlformats.org/officeDocument/2006/relationships/customXml" Target="../ink/ink3376.xml"/><Relationship Id="rId3" Type="http://schemas.openxmlformats.org/officeDocument/2006/relationships/image" Target="../media/image15500.png"/><Relationship Id="rId25" Type="http://schemas.openxmlformats.org/officeDocument/2006/relationships/image" Target="../media/image16600.png"/><Relationship Id="rId46" Type="http://schemas.openxmlformats.org/officeDocument/2006/relationships/customXml" Target="../ink/ink3350.xml"/><Relationship Id="rId67" Type="http://schemas.openxmlformats.org/officeDocument/2006/relationships/image" Target="../media/image18700.png"/><Relationship Id="rId20" Type="http://schemas.openxmlformats.org/officeDocument/2006/relationships/customXml" Target="../ink/ink3337.xml"/><Relationship Id="rId41" Type="http://schemas.openxmlformats.org/officeDocument/2006/relationships/image" Target="../media/image17400.png"/><Relationship Id="rId62" Type="http://schemas.openxmlformats.org/officeDocument/2006/relationships/customXml" Target="../ink/ink3358.xml"/><Relationship Id="rId83" Type="http://schemas.openxmlformats.org/officeDocument/2006/relationships/image" Target="../media/image19500.png"/><Relationship Id="rId88" Type="http://schemas.openxmlformats.org/officeDocument/2006/relationships/customXml" Target="../ink/ink3371.xml"/><Relationship Id="rId111" Type="http://schemas.openxmlformats.org/officeDocument/2006/relationships/image" Target="../media/image20900.png"/></Relationships>
</file>

<file path=ppt/slides/_rels/slide34.xml.rels><?xml version="1.0" encoding="UTF-8" standalone="yes"?>
<Relationships xmlns="http://schemas.openxmlformats.org/package/2006/relationships"><Relationship Id="rId26" Type="http://schemas.openxmlformats.org/officeDocument/2006/relationships/customXml" Target="../ink/ink3395.xml"/><Relationship Id="rId21" Type="http://schemas.openxmlformats.org/officeDocument/2006/relationships/image" Target="../media/image21900.png"/><Relationship Id="rId42" Type="http://schemas.openxmlformats.org/officeDocument/2006/relationships/customXml" Target="../ink/ink3403.xml"/><Relationship Id="rId47" Type="http://schemas.openxmlformats.org/officeDocument/2006/relationships/image" Target="../media/image23200.png"/><Relationship Id="rId63" Type="http://schemas.openxmlformats.org/officeDocument/2006/relationships/image" Target="../media/image2400.png"/><Relationship Id="rId68" Type="http://schemas.openxmlformats.org/officeDocument/2006/relationships/customXml" Target="../ink/ink3416.xml"/><Relationship Id="rId84" Type="http://schemas.openxmlformats.org/officeDocument/2006/relationships/customXml" Target="../ink/ink3424.xml"/><Relationship Id="rId89" Type="http://schemas.openxmlformats.org/officeDocument/2006/relationships/image" Target="../media/image2530.png"/><Relationship Id="rId112" Type="http://schemas.openxmlformats.org/officeDocument/2006/relationships/customXml" Target="../ink/ink3438.xml"/><Relationship Id="rId16" Type="http://schemas.openxmlformats.org/officeDocument/2006/relationships/customXml" Target="../ink/ink3390.xml"/><Relationship Id="rId107" Type="http://schemas.openxmlformats.org/officeDocument/2006/relationships/image" Target="../media/image2620.png"/><Relationship Id="rId11" Type="http://schemas.openxmlformats.org/officeDocument/2006/relationships/image" Target="../media/image21400.png"/><Relationship Id="rId32" Type="http://schemas.openxmlformats.org/officeDocument/2006/relationships/customXml" Target="../ink/ink3398.xml"/><Relationship Id="rId37" Type="http://schemas.openxmlformats.org/officeDocument/2006/relationships/image" Target="../media/image22700.png"/><Relationship Id="rId53" Type="http://schemas.openxmlformats.org/officeDocument/2006/relationships/image" Target="../media/image2350.png"/><Relationship Id="rId58" Type="http://schemas.openxmlformats.org/officeDocument/2006/relationships/customXml" Target="../ink/ink3411.xml"/><Relationship Id="rId74" Type="http://schemas.openxmlformats.org/officeDocument/2006/relationships/customXml" Target="../ink/ink3419.xml"/><Relationship Id="rId79" Type="http://schemas.openxmlformats.org/officeDocument/2006/relationships/image" Target="../media/image2480.png"/><Relationship Id="rId102" Type="http://schemas.openxmlformats.org/officeDocument/2006/relationships/customXml" Target="../ink/ink3433.xml"/><Relationship Id="rId5" Type="http://schemas.openxmlformats.org/officeDocument/2006/relationships/image" Target="../media/image21110.png"/><Relationship Id="rId90" Type="http://schemas.openxmlformats.org/officeDocument/2006/relationships/customXml" Target="../ink/ink3427.xml"/><Relationship Id="rId95" Type="http://schemas.openxmlformats.org/officeDocument/2006/relationships/image" Target="../media/image2560.png"/><Relationship Id="rId22" Type="http://schemas.openxmlformats.org/officeDocument/2006/relationships/customXml" Target="../ink/ink3393.xml"/><Relationship Id="rId27" Type="http://schemas.openxmlformats.org/officeDocument/2006/relationships/image" Target="../media/image22200.png"/><Relationship Id="rId43" Type="http://schemas.openxmlformats.org/officeDocument/2006/relationships/image" Target="../media/image23000.png"/><Relationship Id="rId48" Type="http://schemas.openxmlformats.org/officeDocument/2006/relationships/customXml" Target="../ink/ink3406.xml"/><Relationship Id="rId64" Type="http://schemas.openxmlformats.org/officeDocument/2006/relationships/customXml" Target="../ink/ink3414.xml"/><Relationship Id="rId69" Type="http://schemas.openxmlformats.org/officeDocument/2006/relationships/image" Target="../media/image2430.png"/><Relationship Id="rId113" Type="http://schemas.openxmlformats.org/officeDocument/2006/relationships/image" Target="../media/image2650.png"/><Relationship Id="rId80" Type="http://schemas.openxmlformats.org/officeDocument/2006/relationships/customXml" Target="../ink/ink3422.xml"/><Relationship Id="rId85" Type="http://schemas.openxmlformats.org/officeDocument/2006/relationships/image" Target="../media/image2511.png"/><Relationship Id="rId12" Type="http://schemas.openxmlformats.org/officeDocument/2006/relationships/customXml" Target="../ink/ink3388.xml"/><Relationship Id="rId17" Type="http://schemas.openxmlformats.org/officeDocument/2006/relationships/image" Target="../media/image21700.png"/><Relationship Id="rId33" Type="http://schemas.openxmlformats.org/officeDocument/2006/relationships/image" Target="../media/image22500.png"/><Relationship Id="rId38" Type="http://schemas.openxmlformats.org/officeDocument/2006/relationships/customXml" Target="../ink/ink3401.xml"/><Relationship Id="rId59" Type="http://schemas.openxmlformats.org/officeDocument/2006/relationships/image" Target="../media/image2380.png"/><Relationship Id="rId103" Type="http://schemas.openxmlformats.org/officeDocument/2006/relationships/image" Target="../media/image2600.png"/><Relationship Id="rId108" Type="http://schemas.openxmlformats.org/officeDocument/2006/relationships/customXml" Target="../ink/ink3436.xml"/><Relationship Id="rId54" Type="http://schemas.openxmlformats.org/officeDocument/2006/relationships/customXml" Target="../ink/ink3409.xml"/><Relationship Id="rId70" Type="http://schemas.openxmlformats.org/officeDocument/2006/relationships/customXml" Target="../ink/ink3417.xml"/><Relationship Id="rId75" Type="http://schemas.openxmlformats.org/officeDocument/2006/relationships/image" Target="../media/image2460.png"/><Relationship Id="rId91" Type="http://schemas.openxmlformats.org/officeDocument/2006/relationships/image" Target="../media/image2540.png"/><Relationship Id="rId96" Type="http://schemas.openxmlformats.org/officeDocument/2006/relationships/customXml" Target="../ink/ink3430.xml"/><Relationship Id="rId1" Type="http://schemas.openxmlformats.org/officeDocument/2006/relationships/slideLayout" Target="../slideLayouts/slideLayout7.xml"/><Relationship Id="rId6" Type="http://schemas.openxmlformats.org/officeDocument/2006/relationships/customXml" Target="../ink/ink3385.xml"/><Relationship Id="rId15" Type="http://schemas.openxmlformats.org/officeDocument/2006/relationships/image" Target="../media/image21600.png"/><Relationship Id="rId23" Type="http://schemas.openxmlformats.org/officeDocument/2006/relationships/image" Target="../media/image22000.png"/><Relationship Id="rId28" Type="http://schemas.openxmlformats.org/officeDocument/2006/relationships/customXml" Target="../ink/ink3396.xml"/><Relationship Id="rId36" Type="http://schemas.openxmlformats.org/officeDocument/2006/relationships/customXml" Target="../ink/ink3400.xml"/><Relationship Id="rId49" Type="http://schemas.openxmlformats.org/officeDocument/2006/relationships/image" Target="../media/image23300.png"/><Relationship Id="rId57" Type="http://schemas.openxmlformats.org/officeDocument/2006/relationships/image" Target="../media/image2370.png"/><Relationship Id="rId106" Type="http://schemas.openxmlformats.org/officeDocument/2006/relationships/customXml" Target="../ink/ink3435.xml"/><Relationship Id="rId10" Type="http://schemas.openxmlformats.org/officeDocument/2006/relationships/customXml" Target="../ink/ink3387.xml"/><Relationship Id="rId31" Type="http://schemas.openxmlformats.org/officeDocument/2006/relationships/image" Target="../media/image22400.png"/><Relationship Id="rId44" Type="http://schemas.openxmlformats.org/officeDocument/2006/relationships/customXml" Target="../ink/ink3404.xml"/><Relationship Id="rId52" Type="http://schemas.openxmlformats.org/officeDocument/2006/relationships/customXml" Target="../ink/ink3408.xml"/><Relationship Id="rId60" Type="http://schemas.openxmlformats.org/officeDocument/2006/relationships/customXml" Target="../ink/ink3412.xml"/><Relationship Id="rId65" Type="http://schemas.openxmlformats.org/officeDocument/2006/relationships/image" Target="../media/image2411.png"/><Relationship Id="rId73" Type="http://schemas.openxmlformats.org/officeDocument/2006/relationships/image" Target="../media/image2450.png"/><Relationship Id="rId78" Type="http://schemas.openxmlformats.org/officeDocument/2006/relationships/customXml" Target="../ink/ink3421.xml"/><Relationship Id="rId81" Type="http://schemas.openxmlformats.org/officeDocument/2006/relationships/image" Target="../media/image2490.png"/><Relationship Id="rId86" Type="http://schemas.openxmlformats.org/officeDocument/2006/relationships/customXml" Target="../ink/ink3425.xml"/><Relationship Id="rId94" Type="http://schemas.openxmlformats.org/officeDocument/2006/relationships/customXml" Target="../ink/ink3429.xml"/><Relationship Id="rId99" Type="http://schemas.openxmlformats.org/officeDocument/2006/relationships/image" Target="../media/image2580.png"/><Relationship Id="rId101" Type="http://schemas.openxmlformats.org/officeDocument/2006/relationships/image" Target="../media/image2590.png"/><Relationship Id="rId4" Type="http://schemas.openxmlformats.org/officeDocument/2006/relationships/customXml" Target="../ink/ink3384.xml"/><Relationship Id="rId9" Type="http://schemas.openxmlformats.org/officeDocument/2006/relationships/image" Target="../media/image21300.png"/><Relationship Id="rId13" Type="http://schemas.openxmlformats.org/officeDocument/2006/relationships/image" Target="../media/image21500.png"/><Relationship Id="rId18" Type="http://schemas.openxmlformats.org/officeDocument/2006/relationships/customXml" Target="../ink/ink3391.xml"/><Relationship Id="rId39" Type="http://schemas.openxmlformats.org/officeDocument/2006/relationships/image" Target="../media/image22800.png"/><Relationship Id="rId109" Type="http://schemas.openxmlformats.org/officeDocument/2006/relationships/image" Target="../media/image2630.png"/><Relationship Id="rId34" Type="http://schemas.openxmlformats.org/officeDocument/2006/relationships/customXml" Target="../ink/ink3399.xml"/><Relationship Id="rId50" Type="http://schemas.openxmlformats.org/officeDocument/2006/relationships/customXml" Target="../ink/ink3407.xml"/><Relationship Id="rId55" Type="http://schemas.openxmlformats.org/officeDocument/2006/relationships/image" Target="../media/image2360.png"/><Relationship Id="rId76" Type="http://schemas.openxmlformats.org/officeDocument/2006/relationships/customXml" Target="../ink/ink3420.xml"/><Relationship Id="rId97" Type="http://schemas.openxmlformats.org/officeDocument/2006/relationships/image" Target="../media/image2570.png"/><Relationship Id="rId104" Type="http://schemas.openxmlformats.org/officeDocument/2006/relationships/customXml" Target="../ink/ink3434.xml"/><Relationship Id="rId7" Type="http://schemas.openxmlformats.org/officeDocument/2006/relationships/image" Target="../media/image21200.png"/><Relationship Id="rId71" Type="http://schemas.openxmlformats.org/officeDocument/2006/relationships/image" Target="../media/image2440.png"/><Relationship Id="rId92" Type="http://schemas.openxmlformats.org/officeDocument/2006/relationships/customXml" Target="../ink/ink3428.xml"/><Relationship Id="rId2" Type="http://schemas.openxmlformats.org/officeDocument/2006/relationships/customXml" Target="../ink/ink3383.xml"/><Relationship Id="rId29" Type="http://schemas.openxmlformats.org/officeDocument/2006/relationships/image" Target="../media/image22300.png"/><Relationship Id="rId24" Type="http://schemas.openxmlformats.org/officeDocument/2006/relationships/customXml" Target="../ink/ink3394.xml"/><Relationship Id="rId40" Type="http://schemas.openxmlformats.org/officeDocument/2006/relationships/customXml" Target="../ink/ink3402.xml"/><Relationship Id="rId45" Type="http://schemas.openxmlformats.org/officeDocument/2006/relationships/image" Target="../media/image23110.png"/><Relationship Id="rId66" Type="http://schemas.openxmlformats.org/officeDocument/2006/relationships/customXml" Target="../ink/ink3415.xml"/><Relationship Id="rId87" Type="http://schemas.openxmlformats.org/officeDocument/2006/relationships/image" Target="../media/image2520.png"/><Relationship Id="rId110" Type="http://schemas.openxmlformats.org/officeDocument/2006/relationships/customXml" Target="../ink/ink3437.xml"/><Relationship Id="rId61" Type="http://schemas.openxmlformats.org/officeDocument/2006/relationships/image" Target="../media/image2390.png"/><Relationship Id="rId82" Type="http://schemas.openxmlformats.org/officeDocument/2006/relationships/customXml" Target="../ink/ink3423.xml"/><Relationship Id="rId19" Type="http://schemas.openxmlformats.org/officeDocument/2006/relationships/image" Target="../media/image21800.png"/><Relationship Id="rId14" Type="http://schemas.openxmlformats.org/officeDocument/2006/relationships/customXml" Target="../ink/ink3389.xml"/><Relationship Id="rId30" Type="http://schemas.openxmlformats.org/officeDocument/2006/relationships/customXml" Target="../ink/ink3397.xml"/><Relationship Id="rId35" Type="http://schemas.openxmlformats.org/officeDocument/2006/relationships/image" Target="../media/image22600.png"/><Relationship Id="rId56" Type="http://schemas.openxmlformats.org/officeDocument/2006/relationships/customXml" Target="../ink/ink3410.xml"/><Relationship Id="rId77" Type="http://schemas.openxmlformats.org/officeDocument/2006/relationships/image" Target="../media/image2470.png"/><Relationship Id="rId100" Type="http://schemas.openxmlformats.org/officeDocument/2006/relationships/customXml" Target="../ink/ink3432.xml"/><Relationship Id="rId105" Type="http://schemas.openxmlformats.org/officeDocument/2006/relationships/image" Target="../media/image2611.png"/><Relationship Id="rId8" Type="http://schemas.openxmlformats.org/officeDocument/2006/relationships/customXml" Target="../ink/ink3386.xml"/><Relationship Id="rId51" Type="http://schemas.openxmlformats.org/officeDocument/2006/relationships/image" Target="../media/image23400.png"/><Relationship Id="rId72" Type="http://schemas.openxmlformats.org/officeDocument/2006/relationships/customXml" Target="../ink/ink3418.xml"/><Relationship Id="rId93" Type="http://schemas.openxmlformats.org/officeDocument/2006/relationships/image" Target="../media/image2550.png"/><Relationship Id="rId98" Type="http://schemas.openxmlformats.org/officeDocument/2006/relationships/customXml" Target="../ink/ink3431.xml"/><Relationship Id="rId3" Type="http://schemas.openxmlformats.org/officeDocument/2006/relationships/image" Target="../media/image21010.png"/><Relationship Id="rId25" Type="http://schemas.openxmlformats.org/officeDocument/2006/relationships/image" Target="../media/image22110.png"/><Relationship Id="rId46" Type="http://schemas.openxmlformats.org/officeDocument/2006/relationships/customXml" Target="../ink/ink3405.xml"/><Relationship Id="rId67" Type="http://schemas.openxmlformats.org/officeDocument/2006/relationships/image" Target="../media/image2420.png"/><Relationship Id="rId20" Type="http://schemas.openxmlformats.org/officeDocument/2006/relationships/customXml" Target="../ink/ink3392.xml"/><Relationship Id="rId41" Type="http://schemas.openxmlformats.org/officeDocument/2006/relationships/image" Target="../media/image22900.png"/><Relationship Id="rId62" Type="http://schemas.openxmlformats.org/officeDocument/2006/relationships/customXml" Target="../ink/ink3413.xml"/><Relationship Id="rId83" Type="http://schemas.openxmlformats.org/officeDocument/2006/relationships/image" Target="../media/image2500.png"/><Relationship Id="rId88" Type="http://schemas.openxmlformats.org/officeDocument/2006/relationships/customXml" Target="../ink/ink3426.xml"/><Relationship Id="rId111" Type="http://schemas.openxmlformats.org/officeDocument/2006/relationships/image" Target="../media/image2640.png"/></Relationships>
</file>

<file path=ppt/slides/_rels/slide35.xml.rels><?xml version="1.0" encoding="UTF-8" standalone="yes"?>
<Relationships xmlns="http://schemas.openxmlformats.org/package/2006/relationships"><Relationship Id="rId26" Type="http://schemas.openxmlformats.org/officeDocument/2006/relationships/customXml" Target="../ink/ink3451.xml"/><Relationship Id="rId21" Type="http://schemas.openxmlformats.org/officeDocument/2006/relationships/image" Target="../media/image2750.png"/><Relationship Id="rId42" Type="http://schemas.openxmlformats.org/officeDocument/2006/relationships/customXml" Target="../ink/ink3459.xml"/><Relationship Id="rId47" Type="http://schemas.openxmlformats.org/officeDocument/2006/relationships/image" Target="../media/image2880.png"/><Relationship Id="rId63" Type="http://schemas.openxmlformats.org/officeDocument/2006/relationships/image" Target="../media/image2960.png"/><Relationship Id="rId68" Type="http://schemas.openxmlformats.org/officeDocument/2006/relationships/customXml" Target="../ink/ink3472.xml"/><Relationship Id="rId84" Type="http://schemas.openxmlformats.org/officeDocument/2006/relationships/customXml" Target="../ink/ink3480.xml"/><Relationship Id="rId16" Type="http://schemas.openxmlformats.org/officeDocument/2006/relationships/customXml" Target="../ink/ink3446.xml"/><Relationship Id="rId11" Type="http://schemas.openxmlformats.org/officeDocument/2006/relationships/image" Target="../media/image2700.png"/><Relationship Id="rId32" Type="http://schemas.openxmlformats.org/officeDocument/2006/relationships/customXml" Target="../ink/ink3454.xml"/><Relationship Id="rId37" Type="http://schemas.openxmlformats.org/officeDocument/2006/relationships/image" Target="../media/image2830.png"/><Relationship Id="rId53" Type="http://schemas.openxmlformats.org/officeDocument/2006/relationships/image" Target="../media/image2911.png"/><Relationship Id="rId58" Type="http://schemas.openxmlformats.org/officeDocument/2006/relationships/customXml" Target="../ink/ink3467.xml"/><Relationship Id="rId74" Type="http://schemas.openxmlformats.org/officeDocument/2006/relationships/customXml" Target="../ink/ink3475.xml"/><Relationship Id="rId79" Type="http://schemas.openxmlformats.org/officeDocument/2006/relationships/image" Target="../media/image3040.png"/><Relationship Id="rId5" Type="http://schemas.openxmlformats.org/officeDocument/2006/relationships/image" Target="../media/image2670.png"/><Relationship Id="rId19" Type="http://schemas.openxmlformats.org/officeDocument/2006/relationships/image" Target="../media/image2740.png"/><Relationship Id="rId14" Type="http://schemas.openxmlformats.org/officeDocument/2006/relationships/customXml" Target="../ink/ink3445.xml"/><Relationship Id="rId22" Type="http://schemas.openxmlformats.org/officeDocument/2006/relationships/customXml" Target="../ink/ink3449.xml"/><Relationship Id="rId27" Type="http://schemas.openxmlformats.org/officeDocument/2006/relationships/image" Target="../media/image2780.png"/><Relationship Id="rId30" Type="http://schemas.openxmlformats.org/officeDocument/2006/relationships/customXml" Target="../ink/ink3453.xml"/><Relationship Id="rId35" Type="http://schemas.openxmlformats.org/officeDocument/2006/relationships/image" Target="../media/image2820.png"/><Relationship Id="rId43" Type="http://schemas.openxmlformats.org/officeDocument/2006/relationships/image" Target="../media/image2860.png"/><Relationship Id="rId48" Type="http://schemas.openxmlformats.org/officeDocument/2006/relationships/customXml" Target="../ink/ink3462.xml"/><Relationship Id="rId56" Type="http://schemas.openxmlformats.org/officeDocument/2006/relationships/customXml" Target="../ink/ink3466.xml"/><Relationship Id="rId64" Type="http://schemas.openxmlformats.org/officeDocument/2006/relationships/customXml" Target="../ink/ink3470.xml"/><Relationship Id="rId69" Type="http://schemas.openxmlformats.org/officeDocument/2006/relationships/image" Target="../media/image2990.png"/><Relationship Id="rId77" Type="http://schemas.openxmlformats.org/officeDocument/2006/relationships/image" Target="../media/image3030.png"/><Relationship Id="rId8" Type="http://schemas.openxmlformats.org/officeDocument/2006/relationships/customXml" Target="../ink/ink3442.xml"/><Relationship Id="rId51" Type="http://schemas.openxmlformats.org/officeDocument/2006/relationships/image" Target="../media/image2900.png"/><Relationship Id="rId72" Type="http://schemas.openxmlformats.org/officeDocument/2006/relationships/customXml" Target="../ink/ink3474.xml"/><Relationship Id="rId80" Type="http://schemas.openxmlformats.org/officeDocument/2006/relationships/customXml" Target="../ink/ink3478.xml"/><Relationship Id="rId85" Type="http://schemas.openxmlformats.org/officeDocument/2006/relationships/image" Target="../media/image3070.png"/><Relationship Id="rId3" Type="http://schemas.openxmlformats.org/officeDocument/2006/relationships/image" Target="../media/image2660.png"/><Relationship Id="rId12" Type="http://schemas.openxmlformats.org/officeDocument/2006/relationships/customXml" Target="../ink/ink3444.xml"/><Relationship Id="rId17" Type="http://schemas.openxmlformats.org/officeDocument/2006/relationships/image" Target="../media/image2730.png"/><Relationship Id="rId25" Type="http://schemas.openxmlformats.org/officeDocument/2006/relationships/image" Target="../media/image2770.png"/><Relationship Id="rId33" Type="http://schemas.openxmlformats.org/officeDocument/2006/relationships/image" Target="../media/image2811.png"/><Relationship Id="rId38" Type="http://schemas.openxmlformats.org/officeDocument/2006/relationships/customXml" Target="../ink/ink3457.xml"/><Relationship Id="rId46" Type="http://schemas.openxmlformats.org/officeDocument/2006/relationships/customXml" Target="../ink/ink3461.xml"/><Relationship Id="rId59" Type="http://schemas.openxmlformats.org/officeDocument/2006/relationships/image" Target="../media/image2940.png"/><Relationship Id="rId67" Type="http://schemas.openxmlformats.org/officeDocument/2006/relationships/image" Target="../media/image2980.png"/><Relationship Id="rId20" Type="http://schemas.openxmlformats.org/officeDocument/2006/relationships/customXml" Target="../ink/ink3448.xml"/><Relationship Id="rId41" Type="http://schemas.openxmlformats.org/officeDocument/2006/relationships/image" Target="../media/image2850.png"/><Relationship Id="rId54" Type="http://schemas.openxmlformats.org/officeDocument/2006/relationships/customXml" Target="../ink/ink3465.xml"/><Relationship Id="rId62" Type="http://schemas.openxmlformats.org/officeDocument/2006/relationships/customXml" Target="../ink/ink3469.xml"/><Relationship Id="rId70" Type="http://schemas.openxmlformats.org/officeDocument/2006/relationships/customXml" Target="../ink/ink3473.xml"/><Relationship Id="rId75" Type="http://schemas.openxmlformats.org/officeDocument/2006/relationships/image" Target="../media/image3020.png"/><Relationship Id="rId83" Type="http://schemas.openxmlformats.org/officeDocument/2006/relationships/image" Target="../media/image3060.png"/><Relationship Id="rId1" Type="http://schemas.openxmlformats.org/officeDocument/2006/relationships/slideLayout" Target="../slideLayouts/slideLayout7.xml"/><Relationship Id="rId6" Type="http://schemas.openxmlformats.org/officeDocument/2006/relationships/customXml" Target="../ink/ink3441.xml"/><Relationship Id="rId15" Type="http://schemas.openxmlformats.org/officeDocument/2006/relationships/image" Target="../media/image2720.png"/><Relationship Id="rId23" Type="http://schemas.openxmlformats.org/officeDocument/2006/relationships/image" Target="../media/image2760.png"/><Relationship Id="rId28" Type="http://schemas.openxmlformats.org/officeDocument/2006/relationships/customXml" Target="../ink/ink3452.xml"/><Relationship Id="rId36" Type="http://schemas.openxmlformats.org/officeDocument/2006/relationships/customXml" Target="../ink/ink3456.xml"/><Relationship Id="rId49" Type="http://schemas.openxmlformats.org/officeDocument/2006/relationships/image" Target="../media/image2890.png"/><Relationship Id="rId57" Type="http://schemas.openxmlformats.org/officeDocument/2006/relationships/image" Target="../media/image2930.png"/><Relationship Id="rId10" Type="http://schemas.openxmlformats.org/officeDocument/2006/relationships/customXml" Target="../ink/ink3443.xml"/><Relationship Id="rId31" Type="http://schemas.openxmlformats.org/officeDocument/2006/relationships/image" Target="../media/image2800.png"/><Relationship Id="rId44" Type="http://schemas.openxmlformats.org/officeDocument/2006/relationships/customXml" Target="../ink/ink3460.xml"/><Relationship Id="rId52" Type="http://schemas.openxmlformats.org/officeDocument/2006/relationships/customXml" Target="../ink/ink3464.xml"/><Relationship Id="rId60" Type="http://schemas.openxmlformats.org/officeDocument/2006/relationships/customXml" Target="../ink/ink3468.xml"/><Relationship Id="rId65" Type="http://schemas.openxmlformats.org/officeDocument/2006/relationships/image" Target="../media/image2970.png"/><Relationship Id="rId73" Type="http://schemas.openxmlformats.org/officeDocument/2006/relationships/image" Target="../media/image3011.png"/><Relationship Id="rId78" Type="http://schemas.openxmlformats.org/officeDocument/2006/relationships/customXml" Target="../ink/ink3477.xml"/><Relationship Id="rId81" Type="http://schemas.openxmlformats.org/officeDocument/2006/relationships/image" Target="../media/image3050.png"/><Relationship Id="rId86" Type="http://schemas.openxmlformats.org/officeDocument/2006/relationships/customXml" Target="../ink/ink3481.xml"/><Relationship Id="rId4" Type="http://schemas.openxmlformats.org/officeDocument/2006/relationships/customXml" Target="../ink/ink3440.xml"/><Relationship Id="rId9" Type="http://schemas.openxmlformats.org/officeDocument/2006/relationships/image" Target="../media/image2690.png"/><Relationship Id="rId13" Type="http://schemas.openxmlformats.org/officeDocument/2006/relationships/image" Target="../media/image2711.png"/><Relationship Id="rId18" Type="http://schemas.openxmlformats.org/officeDocument/2006/relationships/customXml" Target="../ink/ink3447.xml"/><Relationship Id="rId39" Type="http://schemas.openxmlformats.org/officeDocument/2006/relationships/image" Target="../media/image2840.png"/><Relationship Id="rId34" Type="http://schemas.openxmlformats.org/officeDocument/2006/relationships/customXml" Target="../ink/ink3455.xml"/><Relationship Id="rId50" Type="http://schemas.openxmlformats.org/officeDocument/2006/relationships/customXml" Target="../ink/ink3463.xml"/><Relationship Id="rId55" Type="http://schemas.openxmlformats.org/officeDocument/2006/relationships/image" Target="../media/image2920.png"/><Relationship Id="rId76" Type="http://schemas.openxmlformats.org/officeDocument/2006/relationships/customXml" Target="../ink/ink3476.xml"/><Relationship Id="rId7" Type="http://schemas.openxmlformats.org/officeDocument/2006/relationships/image" Target="../media/image2680.png"/><Relationship Id="rId71" Type="http://schemas.openxmlformats.org/officeDocument/2006/relationships/image" Target="../media/image3000.png"/><Relationship Id="rId2" Type="http://schemas.openxmlformats.org/officeDocument/2006/relationships/customXml" Target="../ink/ink3439.xml"/><Relationship Id="rId29" Type="http://schemas.openxmlformats.org/officeDocument/2006/relationships/image" Target="../media/image2790.png"/><Relationship Id="rId24" Type="http://schemas.openxmlformats.org/officeDocument/2006/relationships/customXml" Target="../ink/ink3450.xml"/><Relationship Id="rId40" Type="http://schemas.openxmlformats.org/officeDocument/2006/relationships/customXml" Target="../ink/ink3458.xml"/><Relationship Id="rId45" Type="http://schemas.openxmlformats.org/officeDocument/2006/relationships/image" Target="../media/image2870.png"/><Relationship Id="rId66" Type="http://schemas.openxmlformats.org/officeDocument/2006/relationships/customXml" Target="../ink/ink3471.xml"/><Relationship Id="rId87" Type="http://schemas.openxmlformats.org/officeDocument/2006/relationships/image" Target="../media/image3080.png"/><Relationship Id="rId61" Type="http://schemas.openxmlformats.org/officeDocument/2006/relationships/image" Target="../media/image2950.png"/><Relationship Id="rId82" Type="http://schemas.openxmlformats.org/officeDocument/2006/relationships/customXml" Target="../ink/ink3479.xml"/></Relationships>
</file>

<file path=ppt/slides/_rels/slide36.xml.rels><?xml version="1.0" encoding="UTF-8" standalone="yes"?>
<Relationships xmlns="http://schemas.openxmlformats.org/package/2006/relationships"><Relationship Id="rId117" Type="http://schemas.openxmlformats.org/officeDocument/2006/relationships/image" Target="../media/image3390.png"/><Relationship Id="rId21" Type="http://schemas.openxmlformats.org/officeDocument/2006/relationships/image" Target="../media/image2870.png"/><Relationship Id="rId63" Type="http://schemas.openxmlformats.org/officeDocument/2006/relationships/image" Target="../media/image3120.png"/><Relationship Id="rId159" Type="http://schemas.openxmlformats.org/officeDocument/2006/relationships/image" Target="../media/image3600.png"/><Relationship Id="rId170" Type="http://schemas.openxmlformats.org/officeDocument/2006/relationships/customXml" Target="../ink/ink3566.xml"/><Relationship Id="rId191" Type="http://schemas.openxmlformats.org/officeDocument/2006/relationships/image" Target="../media/image3760.png"/><Relationship Id="rId205" Type="http://schemas.openxmlformats.org/officeDocument/2006/relationships/image" Target="../media/image3830.png"/><Relationship Id="rId226" Type="http://schemas.openxmlformats.org/officeDocument/2006/relationships/customXml" Target="../ink/ink3594.xml"/><Relationship Id="rId247" Type="http://schemas.openxmlformats.org/officeDocument/2006/relationships/image" Target="../media/image4040.png"/><Relationship Id="rId107" Type="http://schemas.openxmlformats.org/officeDocument/2006/relationships/image" Target="../media/image3340.png"/><Relationship Id="rId11" Type="http://schemas.openxmlformats.org/officeDocument/2006/relationships/image" Target="../media/image2820.png"/><Relationship Id="rId32" Type="http://schemas.openxmlformats.org/officeDocument/2006/relationships/customXml" Target="../ink/ink3497.xml"/><Relationship Id="rId53" Type="http://schemas.openxmlformats.org/officeDocument/2006/relationships/image" Target="../media/image3030.png"/><Relationship Id="rId74" Type="http://schemas.openxmlformats.org/officeDocument/2006/relationships/customXml" Target="../ink/ink3518.xml"/><Relationship Id="rId128" Type="http://schemas.openxmlformats.org/officeDocument/2006/relationships/customXml" Target="../ink/ink3545.xml"/><Relationship Id="rId149" Type="http://schemas.openxmlformats.org/officeDocument/2006/relationships/image" Target="../media/image3550.png"/><Relationship Id="rId5" Type="http://schemas.openxmlformats.org/officeDocument/2006/relationships/image" Target="../media/image2790.png"/><Relationship Id="rId95" Type="http://schemas.openxmlformats.org/officeDocument/2006/relationships/image" Target="../media/image3280.png"/><Relationship Id="rId160" Type="http://schemas.openxmlformats.org/officeDocument/2006/relationships/customXml" Target="../ink/ink3561.xml"/><Relationship Id="rId181" Type="http://schemas.openxmlformats.org/officeDocument/2006/relationships/image" Target="../media/image3711.png"/><Relationship Id="rId216" Type="http://schemas.openxmlformats.org/officeDocument/2006/relationships/customXml" Target="../ink/ink3589.xml"/><Relationship Id="rId237" Type="http://schemas.openxmlformats.org/officeDocument/2006/relationships/image" Target="../media/image3990.png"/><Relationship Id="rId258" Type="http://schemas.openxmlformats.org/officeDocument/2006/relationships/customXml" Target="../ink/ink3610.xml"/><Relationship Id="rId22" Type="http://schemas.openxmlformats.org/officeDocument/2006/relationships/customXml" Target="../ink/ink3492.xml"/><Relationship Id="rId43" Type="http://schemas.openxmlformats.org/officeDocument/2006/relationships/image" Target="../media/image2980.png"/><Relationship Id="rId64" Type="http://schemas.openxmlformats.org/officeDocument/2006/relationships/customXml" Target="../ink/ink3513.xml"/><Relationship Id="rId118" Type="http://schemas.openxmlformats.org/officeDocument/2006/relationships/customXml" Target="../ink/ink3540.xml"/><Relationship Id="rId139" Type="http://schemas.openxmlformats.org/officeDocument/2006/relationships/image" Target="../media/image3500.png"/><Relationship Id="rId85" Type="http://schemas.openxmlformats.org/officeDocument/2006/relationships/image" Target="../media/image3230.png"/><Relationship Id="rId150" Type="http://schemas.openxmlformats.org/officeDocument/2006/relationships/customXml" Target="../ink/ink3556.xml"/><Relationship Id="rId171" Type="http://schemas.openxmlformats.org/officeDocument/2006/relationships/image" Target="../media/image3660.png"/><Relationship Id="rId192" Type="http://schemas.openxmlformats.org/officeDocument/2006/relationships/customXml" Target="../ink/ink3577.xml"/><Relationship Id="rId206" Type="http://schemas.openxmlformats.org/officeDocument/2006/relationships/customXml" Target="../ink/ink3584.xml"/><Relationship Id="rId227" Type="http://schemas.openxmlformats.org/officeDocument/2006/relationships/image" Target="../media/image3940.png"/><Relationship Id="rId248" Type="http://schemas.openxmlformats.org/officeDocument/2006/relationships/customXml" Target="../ink/ink3605.xml"/><Relationship Id="rId12" Type="http://schemas.openxmlformats.org/officeDocument/2006/relationships/customXml" Target="../ink/ink3487.xml"/><Relationship Id="rId33" Type="http://schemas.openxmlformats.org/officeDocument/2006/relationships/image" Target="../media/image2930.png"/><Relationship Id="rId108" Type="http://schemas.openxmlformats.org/officeDocument/2006/relationships/customXml" Target="../ink/ink3535.xml"/><Relationship Id="rId129" Type="http://schemas.openxmlformats.org/officeDocument/2006/relationships/image" Target="../media/image3450.png"/><Relationship Id="rId54" Type="http://schemas.openxmlformats.org/officeDocument/2006/relationships/customXml" Target="../ink/ink3508.xml"/><Relationship Id="rId75" Type="http://schemas.openxmlformats.org/officeDocument/2006/relationships/image" Target="../media/image3180.png"/><Relationship Id="rId96" Type="http://schemas.openxmlformats.org/officeDocument/2006/relationships/customXml" Target="../ink/ink3529.xml"/><Relationship Id="rId140" Type="http://schemas.openxmlformats.org/officeDocument/2006/relationships/customXml" Target="../ink/ink3551.xml"/><Relationship Id="rId161" Type="http://schemas.openxmlformats.org/officeDocument/2006/relationships/image" Target="../media/image3611.png"/><Relationship Id="rId182" Type="http://schemas.openxmlformats.org/officeDocument/2006/relationships/customXml" Target="../ink/ink3572.xml"/><Relationship Id="rId217" Type="http://schemas.openxmlformats.org/officeDocument/2006/relationships/image" Target="../media/image3890.png"/><Relationship Id="rId6" Type="http://schemas.openxmlformats.org/officeDocument/2006/relationships/customXml" Target="../ink/ink3484.xml"/><Relationship Id="rId238" Type="http://schemas.openxmlformats.org/officeDocument/2006/relationships/customXml" Target="../ink/ink3600.xml"/><Relationship Id="rId259" Type="http://schemas.openxmlformats.org/officeDocument/2006/relationships/image" Target="../media/image4101.png"/><Relationship Id="rId23" Type="http://schemas.openxmlformats.org/officeDocument/2006/relationships/image" Target="../media/image2880.png"/><Relationship Id="rId119" Type="http://schemas.openxmlformats.org/officeDocument/2006/relationships/image" Target="../media/image3400.png"/><Relationship Id="rId44" Type="http://schemas.openxmlformats.org/officeDocument/2006/relationships/customXml" Target="../ink/ink3503.xml"/><Relationship Id="rId65" Type="http://schemas.openxmlformats.org/officeDocument/2006/relationships/image" Target="../media/image3130.png"/><Relationship Id="rId86" Type="http://schemas.openxmlformats.org/officeDocument/2006/relationships/customXml" Target="../ink/ink3524.xml"/><Relationship Id="rId130" Type="http://schemas.openxmlformats.org/officeDocument/2006/relationships/customXml" Target="../ink/ink3546.xml"/><Relationship Id="rId151" Type="http://schemas.openxmlformats.org/officeDocument/2006/relationships/image" Target="../media/image3560.png"/><Relationship Id="rId172" Type="http://schemas.openxmlformats.org/officeDocument/2006/relationships/customXml" Target="../ink/ink3567.xml"/><Relationship Id="rId193" Type="http://schemas.openxmlformats.org/officeDocument/2006/relationships/image" Target="../media/image3770.png"/><Relationship Id="rId207" Type="http://schemas.openxmlformats.org/officeDocument/2006/relationships/image" Target="../media/image3840.png"/><Relationship Id="rId228" Type="http://schemas.openxmlformats.org/officeDocument/2006/relationships/customXml" Target="../ink/ink3595.xml"/><Relationship Id="rId249" Type="http://schemas.openxmlformats.org/officeDocument/2006/relationships/image" Target="../media/image4050.png"/><Relationship Id="rId13" Type="http://schemas.openxmlformats.org/officeDocument/2006/relationships/image" Target="../media/image2830.png"/><Relationship Id="rId109" Type="http://schemas.openxmlformats.org/officeDocument/2006/relationships/image" Target="../media/image3350.png"/><Relationship Id="rId260" Type="http://schemas.openxmlformats.org/officeDocument/2006/relationships/customXml" Target="../ink/ink3611.xml"/><Relationship Id="rId34" Type="http://schemas.openxmlformats.org/officeDocument/2006/relationships/customXml" Target="../ink/ink3498.xml"/><Relationship Id="rId55" Type="http://schemas.openxmlformats.org/officeDocument/2006/relationships/image" Target="../media/image3040.png"/><Relationship Id="rId76" Type="http://schemas.openxmlformats.org/officeDocument/2006/relationships/customXml" Target="../ink/ink3519.xml"/><Relationship Id="rId97" Type="http://schemas.openxmlformats.org/officeDocument/2006/relationships/image" Target="../media/image3290.png"/><Relationship Id="rId120" Type="http://schemas.openxmlformats.org/officeDocument/2006/relationships/customXml" Target="../ink/ink3541.xml"/><Relationship Id="rId141" Type="http://schemas.openxmlformats.org/officeDocument/2006/relationships/image" Target="../media/image3511.png"/><Relationship Id="rId7" Type="http://schemas.openxmlformats.org/officeDocument/2006/relationships/image" Target="../media/image2800.png"/><Relationship Id="rId162" Type="http://schemas.openxmlformats.org/officeDocument/2006/relationships/customXml" Target="../ink/ink3562.xml"/><Relationship Id="rId183" Type="http://schemas.openxmlformats.org/officeDocument/2006/relationships/image" Target="../media/image3720.png"/><Relationship Id="rId218" Type="http://schemas.openxmlformats.org/officeDocument/2006/relationships/customXml" Target="../ink/ink3590.xml"/><Relationship Id="rId239" Type="http://schemas.openxmlformats.org/officeDocument/2006/relationships/image" Target="../media/image4000.png"/><Relationship Id="rId250" Type="http://schemas.openxmlformats.org/officeDocument/2006/relationships/customXml" Target="../ink/ink3606.xml"/><Relationship Id="rId24" Type="http://schemas.openxmlformats.org/officeDocument/2006/relationships/customXml" Target="../ink/ink3493.xml"/><Relationship Id="rId45" Type="http://schemas.openxmlformats.org/officeDocument/2006/relationships/image" Target="../media/image2990.png"/><Relationship Id="rId66" Type="http://schemas.openxmlformats.org/officeDocument/2006/relationships/customXml" Target="../ink/ink3514.xml"/><Relationship Id="rId87" Type="http://schemas.openxmlformats.org/officeDocument/2006/relationships/image" Target="../media/image3240.png"/><Relationship Id="rId110" Type="http://schemas.openxmlformats.org/officeDocument/2006/relationships/customXml" Target="../ink/ink3536.xml"/><Relationship Id="rId131" Type="http://schemas.openxmlformats.org/officeDocument/2006/relationships/image" Target="../media/image3460.png"/><Relationship Id="rId152" Type="http://schemas.openxmlformats.org/officeDocument/2006/relationships/customXml" Target="../ink/ink3557.xml"/><Relationship Id="rId173" Type="http://schemas.openxmlformats.org/officeDocument/2006/relationships/image" Target="../media/image3670.png"/><Relationship Id="rId194" Type="http://schemas.openxmlformats.org/officeDocument/2006/relationships/customXml" Target="../ink/ink3578.xml"/><Relationship Id="rId208" Type="http://schemas.openxmlformats.org/officeDocument/2006/relationships/customXml" Target="../ink/ink3585.xml"/><Relationship Id="rId229" Type="http://schemas.openxmlformats.org/officeDocument/2006/relationships/image" Target="../media/image3950.png"/><Relationship Id="rId240" Type="http://schemas.openxmlformats.org/officeDocument/2006/relationships/customXml" Target="../ink/ink3601.xml"/><Relationship Id="rId261" Type="http://schemas.openxmlformats.org/officeDocument/2006/relationships/image" Target="../media/image4111.png"/><Relationship Id="rId14" Type="http://schemas.openxmlformats.org/officeDocument/2006/relationships/customXml" Target="../ink/ink3488.xml"/><Relationship Id="rId35" Type="http://schemas.openxmlformats.org/officeDocument/2006/relationships/image" Target="../media/image2940.png"/><Relationship Id="rId56" Type="http://schemas.openxmlformats.org/officeDocument/2006/relationships/customXml" Target="../ink/ink3509.xml"/><Relationship Id="rId77" Type="http://schemas.openxmlformats.org/officeDocument/2006/relationships/image" Target="../media/image3190.png"/><Relationship Id="rId100" Type="http://schemas.openxmlformats.org/officeDocument/2006/relationships/customXml" Target="../ink/ink3531.xml"/><Relationship Id="rId8" Type="http://schemas.openxmlformats.org/officeDocument/2006/relationships/customXml" Target="../ink/ink3485.xml"/><Relationship Id="rId98" Type="http://schemas.openxmlformats.org/officeDocument/2006/relationships/customXml" Target="../ink/ink3530.xml"/><Relationship Id="rId121" Type="http://schemas.openxmlformats.org/officeDocument/2006/relationships/image" Target="../media/image3411.png"/><Relationship Id="rId142" Type="http://schemas.openxmlformats.org/officeDocument/2006/relationships/customXml" Target="../ink/ink3552.xml"/><Relationship Id="rId163" Type="http://schemas.openxmlformats.org/officeDocument/2006/relationships/image" Target="../media/image3620.png"/><Relationship Id="rId184" Type="http://schemas.openxmlformats.org/officeDocument/2006/relationships/customXml" Target="../ink/ink3573.xml"/><Relationship Id="rId219" Type="http://schemas.openxmlformats.org/officeDocument/2006/relationships/image" Target="../media/image3900.png"/><Relationship Id="rId230" Type="http://schemas.openxmlformats.org/officeDocument/2006/relationships/customXml" Target="../ink/ink3596.xml"/><Relationship Id="rId251" Type="http://schemas.openxmlformats.org/officeDocument/2006/relationships/image" Target="../media/image4060.png"/><Relationship Id="rId25" Type="http://schemas.openxmlformats.org/officeDocument/2006/relationships/image" Target="../media/image2890.png"/><Relationship Id="rId46" Type="http://schemas.openxmlformats.org/officeDocument/2006/relationships/customXml" Target="../ink/ink3504.xml"/><Relationship Id="rId67" Type="http://schemas.openxmlformats.org/officeDocument/2006/relationships/image" Target="../media/image3140.png"/><Relationship Id="rId88" Type="http://schemas.openxmlformats.org/officeDocument/2006/relationships/customXml" Target="../ink/ink3525.xml"/><Relationship Id="rId111" Type="http://schemas.openxmlformats.org/officeDocument/2006/relationships/image" Target="../media/image3360.png"/><Relationship Id="rId132" Type="http://schemas.openxmlformats.org/officeDocument/2006/relationships/customXml" Target="../ink/ink3547.xml"/><Relationship Id="rId153" Type="http://schemas.openxmlformats.org/officeDocument/2006/relationships/image" Target="../media/image3570.png"/><Relationship Id="rId174" Type="http://schemas.openxmlformats.org/officeDocument/2006/relationships/customXml" Target="../ink/ink3568.xml"/><Relationship Id="rId195" Type="http://schemas.openxmlformats.org/officeDocument/2006/relationships/image" Target="../media/image3780.png"/><Relationship Id="rId209" Type="http://schemas.openxmlformats.org/officeDocument/2006/relationships/image" Target="../media/image3850.png"/><Relationship Id="rId220" Type="http://schemas.openxmlformats.org/officeDocument/2006/relationships/customXml" Target="../ink/ink3591.xml"/><Relationship Id="rId241" Type="http://schemas.openxmlformats.org/officeDocument/2006/relationships/image" Target="../media/image4011.png"/><Relationship Id="rId15" Type="http://schemas.openxmlformats.org/officeDocument/2006/relationships/image" Target="../media/image2840.png"/><Relationship Id="rId36" Type="http://schemas.openxmlformats.org/officeDocument/2006/relationships/customXml" Target="../ink/ink3499.xml"/><Relationship Id="rId57" Type="http://schemas.openxmlformats.org/officeDocument/2006/relationships/image" Target="../media/image3050.png"/><Relationship Id="rId262" Type="http://schemas.openxmlformats.org/officeDocument/2006/relationships/customXml" Target="../ink/ink3612.xml"/><Relationship Id="rId78" Type="http://schemas.openxmlformats.org/officeDocument/2006/relationships/customXml" Target="../ink/ink3520.xml"/><Relationship Id="rId99" Type="http://schemas.openxmlformats.org/officeDocument/2006/relationships/image" Target="../media/image3300.png"/><Relationship Id="rId101" Type="http://schemas.openxmlformats.org/officeDocument/2006/relationships/image" Target="../media/image3311.png"/><Relationship Id="rId122" Type="http://schemas.openxmlformats.org/officeDocument/2006/relationships/customXml" Target="../ink/ink3542.xml"/><Relationship Id="rId143" Type="http://schemas.openxmlformats.org/officeDocument/2006/relationships/image" Target="../media/image3520.png"/><Relationship Id="rId164" Type="http://schemas.openxmlformats.org/officeDocument/2006/relationships/customXml" Target="../ink/ink3563.xml"/><Relationship Id="rId185" Type="http://schemas.openxmlformats.org/officeDocument/2006/relationships/image" Target="../media/image3730.png"/><Relationship Id="rId9" Type="http://schemas.openxmlformats.org/officeDocument/2006/relationships/image" Target="../media/image2811.png"/><Relationship Id="rId210" Type="http://schemas.openxmlformats.org/officeDocument/2006/relationships/customXml" Target="../ink/ink3586.xml"/><Relationship Id="rId26" Type="http://schemas.openxmlformats.org/officeDocument/2006/relationships/customXml" Target="../ink/ink3494.xml"/><Relationship Id="rId231" Type="http://schemas.openxmlformats.org/officeDocument/2006/relationships/image" Target="../media/image3960.png"/><Relationship Id="rId252" Type="http://schemas.openxmlformats.org/officeDocument/2006/relationships/customXml" Target="../ink/ink3607.xml"/><Relationship Id="rId47" Type="http://schemas.openxmlformats.org/officeDocument/2006/relationships/image" Target="../media/image3000.png"/><Relationship Id="rId68" Type="http://schemas.openxmlformats.org/officeDocument/2006/relationships/customXml" Target="../ink/ink3515.xml"/><Relationship Id="rId89" Type="http://schemas.openxmlformats.org/officeDocument/2006/relationships/image" Target="../media/image3250.png"/><Relationship Id="rId112" Type="http://schemas.openxmlformats.org/officeDocument/2006/relationships/customXml" Target="../ink/ink3537.xml"/><Relationship Id="rId133" Type="http://schemas.openxmlformats.org/officeDocument/2006/relationships/image" Target="../media/image3470.png"/><Relationship Id="rId154" Type="http://schemas.openxmlformats.org/officeDocument/2006/relationships/customXml" Target="../ink/ink3558.xml"/><Relationship Id="rId175" Type="http://schemas.openxmlformats.org/officeDocument/2006/relationships/image" Target="../media/image3680.png"/><Relationship Id="rId196" Type="http://schemas.openxmlformats.org/officeDocument/2006/relationships/customXml" Target="../ink/ink3579.xml"/><Relationship Id="rId200" Type="http://schemas.openxmlformats.org/officeDocument/2006/relationships/customXml" Target="../ink/ink3581.xml"/><Relationship Id="rId16" Type="http://schemas.openxmlformats.org/officeDocument/2006/relationships/customXml" Target="../ink/ink3489.xml"/><Relationship Id="rId221" Type="http://schemas.openxmlformats.org/officeDocument/2006/relationships/image" Target="../media/image3911.png"/><Relationship Id="rId242" Type="http://schemas.openxmlformats.org/officeDocument/2006/relationships/customXml" Target="../ink/ink3602.xml"/><Relationship Id="rId263" Type="http://schemas.openxmlformats.org/officeDocument/2006/relationships/image" Target="../media/image4120.png"/><Relationship Id="rId37" Type="http://schemas.openxmlformats.org/officeDocument/2006/relationships/image" Target="../media/image2950.png"/><Relationship Id="rId58" Type="http://schemas.openxmlformats.org/officeDocument/2006/relationships/customXml" Target="../ink/ink3510.xml"/><Relationship Id="rId79" Type="http://schemas.openxmlformats.org/officeDocument/2006/relationships/image" Target="../media/image3200.png"/><Relationship Id="rId102" Type="http://schemas.openxmlformats.org/officeDocument/2006/relationships/customXml" Target="../ink/ink3532.xml"/><Relationship Id="rId123" Type="http://schemas.openxmlformats.org/officeDocument/2006/relationships/image" Target="../media/image3420.png"/><Relationship Id="rId144" Type="http://schemas.openxmlformats.org/officeDocument/2006/relationships/customXml" Target="../ink/ink3553.xml"/><Relationship Id="rId90" Type="http://schemas.openxmlformats.org/officeDocument/2006/relationships/customXml" Target="../ink/ink3526.xml"/><Relationship Id="rId165" Type="http://schemas.openxmlformats.org/officeDocument/2006/relationships/image" Target="../media/image3630.png"/><Relationship Id="rId186" Type="http://schemas.openxmlformats.org/officeDocument/2006/relationships/customXml" Target="../ink/ink3574.xml"/><Relationship Id="rId211" Type="http://schemas.openxmlformats.org/officeDocument/2006/relationships/image" Target="../media/image3860.png"/><Relationship Id="rId232" Type="http://schemas.openxmlformats.org/officeDocument/2006/relationships/customXml" Target="../ink/ink3597.xml"/><Relationship Id="rId253" Type="http://schemas.openxmlformats.org/officeDocument/2006/relationships/image" Target="../media/image4070.png"/><Relationship Id="rId27" Type="http://schemas.openxmlformats.org/officeDocument/2006/relationships/image" Target="../media/image2900.png"/><Relationship Id="rId48" Type="http://schemas.openxmlformats.org/officeDocument/2006/relationships/customXml" Target="../ink/ink3505.xml"/><Relationship Id="rId69" Type="http://schemas.openxmlformats.org/officeDocument/2006/relationships/image" Target="../media/image3150.png"/><Relationship Id="rId113" Type="http://schemas.openxmlformats.org/officeDocument/2006/relationships/image" Target="../media/image3370.png"/><Relationship Id="rId134" Type="http://schemas.openxmlformats.org/officeDocument/2006/relationships/customXml" Target="../ink/ink3548.xml"/><Relationship Id="rId80" Type="http://schemas.openxmlformats.org/officeDocument/2006/relationships/customXml" Target="../ink/ink3521.xml"/><Relationship Id="rId155" Type="http://schemas.openxmlformats.org/officeDocument/2006/relationships/image" Target="../media/image3580.png"/><Relationship Id="rId176" Type="http://schemas.openxmlformats.org/officeDocument/2006/relationships/customXml" Target="../ink/ink3569.xml"/><Relationship Id="rId197" Type="http://schemas.openxmlformats.org/officeDocument/2006/relationships/image" Target="../media/image3790.png"/><Relationship Id="rId201" Type="http://schemas.openxmlformats.org/officeDocument/2006/relationships/image" Target="../media/image3811.png"/><Relationship Id="rId222" Type="http://schemas.openxmlformats.org/officeDocument/2006/relationships/customXml" Target="../ink/ink3592.xml"/><Relationship Id="rId243" Type="http://schemas.openxmlformats.org/officeDocument/2006/relationships/image" Target="../media/image4020.png"/><Relationship Id="rId17" Type="http://schemas.openxmlformats.org/officeDocument/2006/relationships/image" Target="../media/image2850.png"/><Relationship Id="rId38" Type="http://schemas.openxmlformats.org/officeDocument/2006/relationships/customXml" Target="../ink/ink3500.xml"/><Relationship Id="rId59" Type="http://schemas.openxmlformats.org/officeDocument/2006/relationships/image" Target="../media/image3101.png"/><Relationship Id="rId103" Type="http://schemas.openxmlformats.org/officeDocument/2006/relationships/image" Target="../media/image3320.png"/><Relationship Id="rId124" Type="http://schemas.openxmlformats.org/officeDocument/2006/relationships/customXml" Target="../ink/ink3543.xml"/><Relationship Id="rId70" Type="http://schemas.openxmlformats.org/officeDocument/2006/relationships/customXml" Target="../ink/ink3516.xml"/><Relationship Id="rId91" Type="http://schemas.openxmlformats.org/officeDocument/2006/relationships/image" Target="../media/image3260.png"/><Relationship Id="rId145" Type="http://schemas.openxmlformats.org/officeDocument/2006/relationships/image" Target="../media/image3530.png"/><Relationship Id="rId166" Type="http://schemas.openxmlformats.org/officeDocument/2006/relationships/customXml" Target="../ink/ink3564.xml"/><Relationship Id="rId187" Type="http://schemas.openxmlformats.org/officeDocument/2006/relationships/image" Target="../media/image3740.png"/><Relationship Id="rId1" Type="http://schemas.openxmlformats.org/officeDocument/2006/relationships/slideLayout" Target="../slideLayouts/slideLayout7.xml"/><Relationship Id="rId212" Type="http://schemas.openxmlformats.org/officeDocument/2006/relationships/customXml" Target="../ink/ink3587.xml"/><Relationship Id="rId233" Type="http://schemas.openxmlformats.org/officeDocument/2006/relationships/image" Target="../media/image3970.png"/><Relationship Id="rId254" Type="http://schemas.openxmlformats.org/officeDocument/2006/relationships/customXml" Target="../ink/ink3608.xml"/><Relationship Id="rId28" Type="http://schemas.openxmlformats.org/officeDocument/2006/relationships/customXml" Target="../ink/ink3495.xml"/><Relationship Id="rId49" Type="http://schemas.openxmlformats.org/officeDocument/2006/relationships/image" Target="../media/image3011.png"/><Relationship Id="rId114" Type="http://schemas.openxmlformats.org/officeDocument/2006/relationships/customXml" Target="../ink/ink3538.xml"/><Relationship Id="rId60" Type="http://schemas.openxmlformats.org/officeDocument/2006/relationships/customXml" Target="../ink/ink3511.xml"/><Relationship Id="rId81" Type="http://schemas.openxmlformats.org/officeDocument/2006/relationships/image" Target="../media/image3211.png"/><Relationship Id="rId135" Type="http://schemas.openxmlformats.org/officeDocument/2006/relationships/image" Target="../media/image3480.png"/><Relationship Id="rId156" Type="http://schemas.openxmlformats.org/officeDocument/2006/relationships/customXml" Target="../ink/ink3559.xml"/><Relationship Id="rId177" Type="http://schemas.openxmlformats.org/officeDocument/2006/relationships/image" Target="../media/image3690.png"/><Relationship Id="rId198" Type="http://schemas.openxmlformats.org/officeDocument/2006/relationships/customXml" Target="../ink/ink3580.xml"/><Relationship Id="rId202" Type="http://schemas.openxmlformats.org/officeDocument/2006/relationships/customXml" Target="../ink/ink3582.xml"/><Relationship Id="rId223" Type="http://schemas.openxmlformats.org/officeDocument/2006/relationships/image" Target="../media/image3920.png"/><Relationship Id="rId244" Type="http://schemas.openxmlformats.org/officeDocument/2006/relationships/customXml" Target="../ink/ink3603.xml"/><Relationship Id="rId18" Type="http://schemas.openxmlformats.org/officeDocument/2006/relationships/customXml" Target="../ink/ink3490.xml"/><Relationship Id="rId39" Type="http://schemas.openxmlformats.org/officeDocument/2006/relationships/image" Target="../media/image2960.png"/><Relationship Id="rId50" Type="http://schemas.openxmlformats.org/officeDocument/2006/relationships/customXml" Target="../ink/ink3506.xml"/><Relationship Id="rId104" Type="http://schemas.openxmlformats.org/officeDocument/2006/relationships/customXml" Target="../ink/ink3533.xml"/><Relationship Id="rId125" Type="http://schemas.openxmlformats.org/officeDocument/2006/relationships/image" Target="../media/image3430.png"/><Relationship Id="rId146" Type="http://schemas.openxmlformats.org/officeDocument/2006/relationships/customXml" Target="../ink/ink3554.xml"/><Relationship Id="rId167" Type="http://schemas.openxmlformats.org/officeDocument/2006/relationships/image" Target="../media/image3640.png"/><Relationship Id="rId188" Type="http://schemas.openxmlformats.org/officeDocument/2006/relationships/customXml" Target="../ink/ink3575.xml"/><Relationship Id="rId71" Type="http://schemas.openxmlformats.org/officeDocument/2006/relationships/image" Target="../media/image3160.png"/><Relationship Id="rId92" Type="http://schemas.openxmlformats.org/officeDocument/2006/relationships/customXml" Target="../ink/ink3527.xml"/><Relationship Id="rId213" Type="http://schemas.openxmlformats.org/officeDocument/2006/relationships/image" Target="../media/image3870.png"/><Relationship Id="rId234" Type="http://schemas.openxmlformats.org/officeDocument/2006/relationships/customXml" Target="../ink/ink3598.xml"/><Relationship Id="rId2" Type="http://schemas.openxmlformats.org/officeDocument/2006/relationships/customXml" Target="../ink/ink3482.xml"/><Relationship Id="rId29" Type="http://schemas.openxmlformats.org/officeDocument/2006/relationships/image" Target="../media/image2911.png"/><Relationship Id="rId255" Type="http://schemas.openxmlformats.org/officeDocument/2006/relationships/image" Target="../media/image4080.png"/><Relationship Id="rId40" Type="http://schemas.openxmlformats.org/officeDocument/2006/relationships/customXml" Target="../ink/ink3501.xml"/><Relationship Id="rId115" Type="http://schemas.openxmlformats.org/officeDocument/2006/relationships/image" Target="../media/image3380.png"/><Relationship Id="rId136" Type="http://schemas.openxmlformats.org/officeDocument/2006/relationships/customXml" Target="../ink/ink3549.xml"/><Relationship Id="rId157" Type="http://schemas.openxmlformats.org/officeDocument/2006/relationships/image" Target="../media/image3590.png"/><Relationship Id="rId178" Type="http://schemas.openxmlformats.org/officeDocument/2006/relationships/customXml" Target="../ink/ink3570.xml"/><Relationship Id="rId61" Type="http://schemas.openxmlformats.org/officeDocument/2006/relationships/image" Target="../media/image3111.png"/><Relationship Id="rId82" Type="http://schemas.openxmlformats.org/officeDocument/2006/relationships/customXml" Target="../ink/ink3522.xml"/><Relationship Id="rId199" Type="http://schemas.openxmlformats.org/officeDocument/2006/relationships/image" Target="../media/image3800.png"/><Relationship Id="rId203" Type="http://schemas.openxmlformats.org/officeDocument/2006/relationships/image" Target="../media/image3820.png"/><Relationship Id="rId19" Type="http://schemas.openxmlformats.org/officeDocument/2006/relationships/image" Target="../media/image2860.png"/><Relationship Id="rId224" Type="http://schemas.openxmlformats.org/officeDocument/2006/relationships/customXml" Target="../ink/ink3593.xml"/><Relationship Id="rId245" Type="http://schemas.openxmlformats.org/officeDocument/2006/relationships/image" Target="../media/image4030.png"/><Relationship Id="rId30" Type="http://schemas.openxmlformats.org/officeDocument/2006/relationships/customXml" Target="../ink/ink3496.xml"/><Relationship Id="rId105" Type="http://schemas.openxmlformats.org/officeDocument/2006/relationships/image" Target="../media/image3330.png"/><Relationship Id="rId126" Type="http://schemas.openxmlformats.org/officeDocument/2006/relationships/customXml" Target="../ink/ink3544.xml"/><Relationship Id="rId147" Type="http://schemas.openxmlformats.org/officeDocument/2006/relationships/image" Target="../media/image3540.png"/><Relationship Id="rId168" Type="http://schemas.openxmlformats.org/officeDocument/2006/relationships/customXml" Target="../ink/ink3565.xml"/><Relationship Id="rId51" Type="http://schemas.openxmlformats.org/officeDocument/2006/relationships/image" Target="../media/image3020.png"/><Relationship Id="rId72" Type="http://schemas.openxmlformats.org/officeDocument/2006/relationships/customXml" Target="../ink/ink3517.xml"/><Relationship Id="rId93" Type="http://schemas.openxmlformats.org/officeDocument/2006/relationships/image" Target="../media/image3270.png"/><Relationship Id="rId189" Type="http://schemas.openxmlformats.org/officeDocument/2006/relationships/image" Target="../media/image3750.png"/><Relationship Id="rId3" Type="http://schemas.openxmlformats.org/officeDocument/2006/relationships/image" Target="../media/image3090.png"/><Relationship Id="rId214" Type="http://schemas.openxmlformats.org/officeDocument/2006/relationships/customXml" Target="../ink/ink3588.xml"/><Relationship Id="rId235" Type="http://schemas.openxmlformats.org/officeDocument/2006/relationships/image" Target="../media/image3980.png"/><Relationship Id="rId256" Type="http://schemas.openxmlformats.org/officeDocument/2006/relationships/customXml" Target="../ink/ink3609.xml"/><Relationship Id="rId116" Type="http://schemas.openxmlformats.org/officeDocument/2006/relationships/customXml" Target="../ink/ink3539.xml"/><Relationship Id="rId137" Type="http://schemas.openxmlformats.org/officeDocument/2006/relationships/image" Target="../media/image3490.png"/><Relationship Id="rId158" Type="http://schemas.openxmlformats.org/officeDocument/2006/relationships/customXml" Target="../ink/ink3560.xml"/><Relationship Id="rId20" Type="http://schemas.openxmlformats.org/officeDocument/2006/relationships/customXml" Target="../ink/ink3491.xml"/><Relationship Id="rId41" Type="http://schemas.openxmlformats.org/officeDocument/2006/relationships/image" Target="../media/image2970.png"/><Relationship Id="rId62" Type="http://schemas.openxmlformats.org/officeDocument/2006/relationships/customXml" Target="../ink/ink3512.xml"/><Relationship Id="rId83" Type="http://schemas.openxmlformats.org/officeDocument/2006/relationships/image" Target="../media/image3220.png"/><Relationship Id="rId179" Type="http://schemas.openxmlformats.org/officeDocument/2006/relationships/image" Target="../media/image3700.png"/><Relationship Id="rId190" Type="http://schemas.openxmlformats.org/officeDocument/2006/relationships/customXml" Target="../ink/ink3576.xml"/><Relationship Id="rId204" Type="http://schemas.openxmlformats.org/officeDocument/2006/relationships/customXml" Target="../ink/ink3583.xml"/><Relationship Id="rId225" Type="http://schemas.openxmlformats.org/officeDocument/2006/relationships/image" Target="../media/image3930.png"/><Relationship Id="rId246" Type="http://schemas.openxmlformats.org/officeDocument/2006/relationships/customXml" Target="../ink/ink3604.xml"/><Relationship Id="rId106" Type="http://schemas.openxmlformats.org/officeDocument/2006/relationships/customXml" Target="../ink/ink3534.xml"/><Relationship Id="rId127" Type="http://schemas.openxmlformats.org/officeDocument/2006/relationships/image" Target="../media/image3440.png"/><Relationship Id="rId10" Type="http://schemas.openxmlformats.org/officeDocument/2006/relationships/customXml" Target="../ink/ink3486.xml"/><Relationship Id="rId31" Type="http://schemas.openxmlformats.org/officeDocument/2006/relationships/image" Target="../media/image2920.png"/><Relationship Id="rId52" Type="http://schemas.openxmlformats.org/officeDocument/2006/relationships/customXml" Target="../ink/ink3507.xml"/><Relationship Id="rId73" Type="http://schemas.openxmlformats.org/officeDocument/2006/relationships/image" Target="../media/image3170.png"/><Relationship Id="rId94" Type="http://schemas.openxmlformats.org/officeDocument/2006/relationships/customXml" Target="../ink/ink3528.xml"/><Relationship Id="rId148" Type="http://schemas.openxmlformats.org/officeDocument/2006/relationships/customXml" Target="../ink/ink3555.xml"/><Relationship Id="rId169" Type="http://schemas.openxmlformats.org/officeDocument/2006/relationships/image" Target="../media/image3650.png"/><Relationship Id="rId4" Type="http://schemas.openxmlformats.org/officeDocument/2006/relationships/customXml" Target="../ink/ink3483.xml"/><Relationship Id="rId180" Type="http://schemas.openxmlformats.org/officeDocument/2006/relationships/customXml" Target="../ink/ink3571.xml"/><Relationship Id="rId215" Type="http://schemas.openxmlformats.org/officeDocument/2006/relationships/image" Target="../media/image3880.png"/><Relationship Id="rId236" Type="http://schemas.openxmlformats.org/officeDocument/2006/relationships/customXml" Target="../ink/ink3599.xml"/><Relationship Id="rId257" Type="http://schemas.openxmlformats.org/officeDocument/2006/relationships/image" Target="../media/image4090.png"/><Relationship Id="rId42" Type="http://schemas.openxmlformats.org/officeDocument/2006/relationships/customXml" Target="../ink/ink3502.xml"/><Relationship Id="rId84" Type="http://schemas.openxmlformats.org/officeDocument/2006/relationships/customXml" Target="../ink/ink3523.xml"/><Relationship Id="rId138" Type="http://schemas.openxmlformats.org/officeDocument/2006/relationships/customXml" Target="../ink/ink3550.xml"/></Relationships>
</file>

<file path=ppt/slides/_rels/slide37.xml.rels><?xml version="1.0" encoding="UTF-8" standalone="yes"?>
<Relationships xmlns="http://schemas.openxmlformats.org/package/2006/relationships"><Relationship Id="rId117" Type="http://schemas.openxmlformats.org/officeDocument/2006/relationships/image" Target="../media/image3911.png"/><Relationship Id="rId299" Type="http://schemas.openxmlformats.org/officeDocument/2006/relationships/image" Target="../media/image4880.png"/><Relationship Id="rId21" Type="http://schemas.openxmlformats.org/officeDocument/2006/relationships/image" Target="../media/image3430.png"/><Relationship Id="rId63" Type="http://schemas.openxmlformats.org/officeDocument/2006/relationships/image" Target="../media/image3640.png"/><Relationship Id="rId159" Type="http://schemas.openxmlformats.org/officeDocument/2006/relationships/image" Target="../media/image4180.png"/><Relationship Id="rId170" Type="http://schemas.openxmlformats.org/officeDocument/2006/relationships/customXml" Target="../ink/ink3697.xml"/><Relationship Id="rId226" Type="http://schemas.openxmlformats.org/officeDocument/2006/relationships/customXml" Target="../ink/ink3725.xml"/><Relationship Id="rId268" Type="http://schemas.openxmlformats.org/officeDocument/2006/relationships/customXml" Target="../ink/ink3746.xml"/><Relationship Id="rId32" Type="http://schemas.openxmlformats.org/officeDocument/2006/relationships/customXml" Target="../ink/ink3628.xml"/><Relationship Id="rId74" Type="http://schemas.openxmlformats.org/officeDocument/2006/relationships/customXml" Target="../ink/ink3649.xml"/><Relationship Id="rId128" Type="http://schemas.openxmlformats.org/officeDocument/2006/relationships/customXml" Target="../ink/ink3676.xml"/><Relationship Id="rId5" Type="http://schemas.openxmlformats.org/officeDocument/2006/relationships/image" Target="../media/image3350.png"/><Relationship Id="rId181" Type="http://schemas.openxmlformats.org/officeDocument/2006/relationships/image" Target="../media/image4290.png"/><Relationship Id="rId237" Type="http://schemas.openxmlformats.org/officeDocument/2006/relationships/image" Target="../media/image4570.png"/><Relationship Id="rId279" Type="http://schemas.openxmlformats.org/officeDocument/2006/relationships/image" Target="../media/image4780.png"/><Relationship Id="rId43" Type="http://schemas.openxmlformats.org/officeDocument/2006/relationships/image" Target="../media/image3540.png"/><Relationship Id="rId139" Type="http://schemas.openxmlformats.org/officeDocument/2006/relationships/image" Target="../media/image4040.png"/><Relationship Id="rId290" Type="http://schemas.openxmlformats.org/officeDocument/2006/relationships/customXml" Target="../ink/ink3757.xml"/><Relationship Id="rId304" Type="http://schemas.openxmlformats.org/officeDocument/2006/relationships/customXml" Target="../ink/ink3764.xml"/><Relationship Id="rId85" Type="http://schemas.openxmlformats.org/officeDocument/2006/relationships/image" Target="../media/image3750.png"/><Relationship Id="rId150" Type="http://schemas.openxmlformats.org/officeDocument/2006/relationships/customXml" Target="../ink/ink3687.xml"/><Relationship Id="rId192" Type="http://schemas.openxmlformats.org/officeDocument/2006/relationships/customXml" Target="../ink/ink3708.xml"/><Relationship Id="rId206" Type="http://schemas.openxmlformats.org/officeDocument/2006/relationships/customXml" Target="../ink/ink3715.xml"/><Relationship Id="rId248" Type="http://schemas.openxmlformats.org/officeDocument/2006/relationships/customXml" Target="../ink/ink3736.xml"/><Relationship Id="rId12" Type="http://schemas.openxmlformats.org/officeDocument/2006/relationships/customXml" Target="../ink/ink3618.xml"/><Relationship Id="rId108" Type="http://schemas.openxmlformats.org/officeDocument/2006/relationships/customXml" Target="../ink/ink3666.xml"/><Relationship Id="rId315" Type="http://schemas.openxmlformats.org/officeDocument/2006/relationships/image" Target="../media/image4960.png"/><Relationship Id="rId54" Type="http://schemas.openxmlformats.org/officeDocument/2006/relationships/customXml" Target="../ink/ink3639.xml"/><Relationship Id="rId96" Type="http://schemas.openxmlformats.org/officeDocument/2006/relationships/customXml" Target="../ink/ink3660.xml"/><Relationship Id="rId161" Type="http://schemas.openxmlformats.org/officeDocument/2006/relationships/image" Target="../media/image4190.png"/><Relationship Id="rId217" Type="http://schemas.openxmlformats.org/officeDocument/2006/relationships/image" Target="../media/image4470.png"/><Relationship Id="rId259" Type="http://schemas.openxmlformats.org/officeDocument/2006/relationships/image" Target="../media/image4680.png"/><Relationship Id="rId23" Type="http://schemas.openxmlformats.org/officeDocument/2006/relationships/image" Target="../media/image3440.png"/><Relationship Id="rId119" Type="http://schemas.openxmlformats.org/officeDocument/2006/relationships/image" Target="../media/image3920.png"/><Relationship Id="rId270" Type="http://schemas.openxmlformats.org/officeDocument/2006/relationships/customXml" Target="../ink/ink3747.xml"/><Relationship Id="rId65" Type="http://schemas.openxmlformats.org/officeDocument/2006/relationships/image" Target="../media/image3650.png"/><Relationship Id="rId130" Type="http://schemas.openxmlformats.org/officeDocument/2006/relationships/customXml" Target="../ink/ink3677.xml"/><Relationship Id="rId172" Type="http://schemas.openxmlformats.org/officeDocument/2006/relationships/customXml" Target="../ink/ink3698.xml"/><Relationship Id="rId228" Type="http://schemas.openxmlformats.org/officeDocument/2006/relationships/customXml" Target="../ink/ink3726.xml"/><Relationship Id="rId13" Type="http://schemas.openxmlformats.org/officeDocument/2006/relationships/image" Target="../media/image3390.png"/><Relationship Id="rId109" Type="http://schemas.openxmlformats.org/officeDocument/2006/relationships/image" Target="../media/image3870.png"/><Relationship Id="rId260" Type="http://schemas.openxmlformats.org/officeDocument/2006/relationships/customXml" Target="../ink/ink3742.xml"/><Relationship Id="rId281" Type="http://schemas.openxmlformats.org/officeDocument/2006/relationships/image" Target="../media/image4790.png"/><Relationship Id="rId316" Type="http://schemas.openxmlformats.org/officeDocument/2006/relationships/customXml" Target="../ink/ink3770.xml"/><Relationship Id="rId34" Type="http://schemas.openxmlformats.org/officeDocument/2006/relationships/customXml" Target="../ink/ink3629.xml"/><Relationship Id="rId55" Type="http://schemas.openxmlformats.org/officeDocument/2006/relationships/image" Target="../media/image3600.png"/><Relationship Id="rId76" Type="http://schemas.openxmlformats.org/officeDocument/2006/relationships/customXml" Target="../ink/ink3650.xml"/><Relationship Id="rId97" Type="http://schemas.openxmlformats.org/officeDocument/2006/relationships/image" Target="../media/image3811.png"/><Relationship Id="rId120" Type="http://schemas.openxmlformats.org/officeDocument/2006/relationships/customXml" Target="../ink/ink3672.xml"/><Relationship Id="rId141" Type="http://schemas.openxmlformats.org/officeDocument/2006/relationships/image" Target="../media/image4050.png"/><Relationship Id="rId7" Type="http://schemas.openxmlformats.org/officeDocument/2006/relationships/image" Target="../media/image3360.png"/><Relationship Id="rId162" Type="http://schemas.openxmlformats.org/officeDocument/2006/relationships/customXml" Target="../ink/ink3693.xml"/><Relationship Id="rId183" Type="http://schemas.openxmlformats.org/officeDocument/2006/relationships/image" Target="../media/image4300.png"/><Relationship Id="rId218" Type="http://schemas.openxmlformats.org/officeDocument/2006/relationships/customXml" Target="../ink/ink3721.xml"/><Relationship Id="rId239" Type="http://schemas.openxmlformats.org/officeDocument/2006/relationships/image" Target="../media/image4580.png"/><Relationship Id="rId250" Type="http://schemas.openxmlformats.org/officeDocument/2006/relationships/customXml" Target="../ink/ink3737.xml"/><Relationship Id="rId271" Type="http://schemas.openxmlformats.org/officeDocument/2006/relationships/image" Target="../media/image4740.png"/><Relationship Id="rId292" Type="http://schemas.openxmlformats.org/officeDocument/2006/relationships/customXml" Target="../ink/ink3758.xml"/><Relationship Id="rId306" Type="http://schemas.openxmlformats.org/officeDocument/2006/relationships/customXml" Target="../ink/ink3765.xml"/><Relationship Id="rId24" Type="http://schemas.openxmlformats.org/officeDocument/2006/relationships/customXml" Target="../ink/ink3624.xml"/><Relationship Id="rId45" Type="http://schemas.openxmlformats.org/officeDocument/2006/relationships/image" Target="../media/image3550.png"/><Relationship Id="rId66" Type="http://schemas.openxmlformats.org/officeDocument/2006/relationships/customXml" Target="../ink/ink3645.xml"/><Relationship Id="rId87" Type="http://schemas.openxmlformats.org/officeDocument/2006/relationships/image" Target="../media/image3760.png"/><Relationship Id="rId110" Type="http://schemas.openxmlformats.org/officeDocument/2006/relationships/customXml" Target="../ink/ink3667.xml"/><Relationship Id="rId131" Type="http://schemas.openxmlformats.org/officeDocument/2006/relationships/image" Target="../media/image3980.png"/><Relationship Id="rId152" Type="http://schemas.openxmlformats.org/officeDocument/2006/relationships/customXml" Target="../ink/ink3688.xml"/><Relationship Id="rId173" Type="http://schemas.openxmlformats.org/officeDocument/2006/relationships/image" Target="../media/image4250.png"/><Relationship Id="rId194" Type="http://schemas.openxmlformats.org/officeDocument/2006/relationships/customXml" Target="../ink/ink3709.xml"/><Relationship Id="rId208" Type="http://schemas.openxmlformats.org/officeDocument/2006/relationships/customXml" Target="../ink/ink3716.xml"/><Relationship Id="rId229" Type="http://schemas.openxmlformats.org/officeDocument/2006/relationships/image" Target="../media/image4530.png"/><Relationship Id="rId240" Type="http://schemas.openxmlformats.org/officeDocument/2006/relationships/customXml" Target="../ink/ink3732.xml"/><Relationship Id="rId261" Type="http://schemas.openxmlformats.org/officeDocument/2006/relationships/image" Target="../media/image4690.png"/><Relationship Id="rId14" Type="http://schemas.openxmlformats.org/officeDocument/2006/relationships/customXml" Target="../ink/ink3619.xml"/><Relationship Id="rId35" Type="http://schemas.openxmlformats.org/officeDocument/2006/relationships/image" Target="../media/image3500.png"/><Relationship Id="rId56" Type="http://schemas.openxmlformats.org/officeDocument/2006/relationships/customXml" Target="../ink/ink3640.xml"/><Relationship Id="rId77" Type="http://schemas.openxmlformats.org/officeDocument/2006/relationships/image" Target="../media/image3711.png"/><Relationship Id="rId100" Type="http://schemas.openxmlformats.org/officeDocument/2006/relationships/customXml" Target="../ink/ink3662.xml"/><Relationship Id="rId282" Type="http://schemas.openxmlformats.org/officeDocument/2006/relationships/customXml" Target="../ink/ink3753.xml"/><Relationship Id="rId317" Type="http://schemas.openxmlformats.org/officeDocument/2006/relationships/image" Target="../media/image4970.png"/><Relationship Id="rId8" Type="http://schemas.openxmlformats.org/officeDocument/2006/relationships/customXml" Target="../ink/ink3616.xml"/><Relationship Id="rId98" Type="http://schemas.openxmlformats.org/officeDocument/2006/relationships/customXml" Target="../ink/ink3661.xml"/><Relationship Id="rId121" Type="http://schemas.openxmlformats.org/officeDocument/2006/relationships/image" Target="../media/image3930.png"/><Relationship Id="rId142" Type="http://schemas.openxmlformats.org/officeDocument/2006/relationships/customXml" Target="../ink/ink3683.xml"/><Relationship Id="rId163" Type="http://schemas.openxmlformats.org/officeDocument/2006/relationships/image" Target="../media/image4200.png"/><Relationship Id="rId184" Type="http://schemas.openxmlformats.org/officeDocument/2006/relationships/customXml" Target="../ink/ink3704.xml"/><Relationship Id="rId219" Type="http://schemas.openxmlformats.org/officeDocument/2006/relationships/image" Target="../media/image4480.png"/><Relationship Id="rId230" Type="http://schemas.openxmlformats.org/officeDocument/2006/relationships/customXml" Target="../ink/ink3727.xml"/><Relationship Id="rId251" Type="http://schemas.openxmlformats.org/officeDocument/2006/relationships/image" Target="../media/image4640.png"/><Relationship Id="rId25" Type="http://schemas.openxmlformats.org/officeDocument/2006/relationships/image" Target="../media/image3450.png"/><Relationship Id="rId46" Type="http://schemas.openxmlformats.org/officeDocument/2006/relationships/customXml" Target="../ink/ink3635.xml"/><Relationship Id="rId67" Type="http://schemas.openxmlformats.org/officeDocument/2006/relationships/image" Target="../media/image3660.png"/><Relationship Id="rId272" Type="http://schemas.openxmlformats.org/officeDocument/2006/relationships/customXml" Target="../ink/ink3748.xml"/><Relationship Id="rId293" Type="http://schemas.openxmlformats.org/officeDocument/2006/relationships/image" Target="../media/image4850.png"/><Relationship Id="rId307" Type="http://schemas.openxmlformats.org/officeDocument/2006/relationships/image" Target="../media/image4920.png"/><Relationship Id="rId88" Type="http://schemas.openxmlformats.org/officeDocument/2006/relationships/customXml" Target="../ink/ink3656.xml"/><Relationship Id="rId111" Type="http://schemas.openxmlformats.org/officeDocument/2006/relationships/image" Target="../media/image3880.png"/><Relationship Id="rId132" Type="http://schemas.openxmlformats.org/officeDocument/2006/relationships/customXml" Target="../ink/ink3678.xml"/><Relationship Id="rId153" Type="http://schemas.openxmlformats.org/officeDocument/2006/relationships/image" Target="../media/image4150.png"/><Relationship Id="rId174" Type="http://schemas.openxmlformats.org/officeDocument/2006/relationships/customXml" Target="../ink/ink3699.xml"/><Relationship Id="rId195" Type="http://schemas.openxmlformats.org/officeDocument/2006/relationships/image" Target="../media/image4360.png"/><Relationship Id="rId209" Type="http://schemas.openxmlformats.org/officeDocument/2006/relationships/image" Target="../media/image4430.png"/><Relationship Id="rId220" Type="http://schemas.openxmlformats.org/officeDocument/2006/relationships/customXml" Target="../ink/ink3722.xml"/><Relationship Id="rId241" Type="http://schemas.openxmlformats.org/officeDocument/2006/relationships/image" Target="../media/image4590.png"/><Relationship Id="rId15" Type="http://schemas.openxmlformats.org/officeDocument/2006/relationships/image" Target="../media/image3400.png"/><Relationship Id="rId36" Type="http://schemas.openxmlformats.org/officeDocument/2006/relationships/customXml" Target="../ink/ink3630.xml"/><Relationship Id="rId57" Type="http://schemas.openxmlformats.org/officeDocument/2006/relationships/image" Target="../media/image3611.png"/><Relationship Id="rId262" Type="http://schemas.openxmlformats.org/officeDocument/2006/relationships/customXml" Target="../ink/ink3743.xml"/><Relationship Id="rId283" Type="http://schemas.openxmlformats.org/officeDocument/2006/relationships/image" Target="../media/image4800.png"/><Relationship Id="rId78" Type="http://schemas.openxmlformats.org/officeDocument/2006/relationships/customXml" Target="../ink/ink3651.xml"/><Relationship Id="rId99" Type="http://schemas.openxmlformats.org/officeDocument/2006/relationships/image" Target="../media/image3820.png"/><Relationship Id="rId101" Type="http://schemas.openxmlformats.org/officeDocument/2006/relationships/image" Target="../media/image3830.png"/><Relationship Id="rId122" Type="http://schemas.openxmlformats.org/officeDocument/2006/relationships/customXml" Target="../ink/ink3673.xml"/><Relationship Id="rId143" Type="http://schemas.openxmlformats.org/officeDocument/2006/relationships/image" Target="../media/image4060.png"/><Relationship Id="rId164" Type="http://schemas.openxmlformats.org/officeDocument/2006/relationships/customXml" Target="../ink/ink3694.xml"/><Relationship Id="rId185" Type="http://schemas.openxmlformats.org/officeDocument/2006/relationships/image" Target="../media/image4311.png"/><Relationship Id="rId9" Type="http://schemas.openxmlformats.org/officeDocument/2006/relationships/image" Target="../media/image3370.png"/><Relationship Id="rId210" Type="http://schemas.openxmlformats.org/officeDocument/2006/relationships/customXml" Target="../ink/ink3717.xml"/><Relationship Id="rId26" Type="http://schemas.openxmlformats.org/officeDocument/2006/relationships/customXml" Target="../ink/ink3625.xml"/><Relationship Id="rId231" Type="http://schemas.openxmlformats.org/officeDocument/2006/relationships/image" Target="../media/image4540.png"/><Relationship Id="rId252" Type="http://schemas.openxmlformats.org/officeDocument/2006/relationships/customXml" Target="../ink/ink3738.xml"/><Relationship Id="rId273" Type="http://schemas.openxmlformats.org/officeDocument/2006/relationships/image" Target="../media/image4750.png"/><Relationship Id="rId294" Type="http://schemas.openxmlformats.org/officeDocument/2006/relationships/customXml" Target="../ink/ink3759.xml"/><Relationship Id="rId308" Type="http://schemas.openxmlformats.org/officeDocument/2006/relationships/customXml" Target="../ink/ink3766.xml"/><Relationship Id="rId47" Type="http://schemas.openxmlformats.org/officeDocument/2006/relationships/image" Target="../media/image3560.png"/><Relationship Id="rId68" Type="http://schemas.openxmlformats.org/officeDocument/2006/relationships/customXml" Target="../ink/ink3646.xml"/><Relationship Id="rId89" Type="http://schemas.openxmlformats.org/officeDocument/2006/relationships/image" Target="../media/image3770.png"/><Relationship Id="rId112" Type="http://schemas.openxmlformats.org/officeDocument/2006/relationships/customXml" Target="../ink/ink3668.xml"/><Relationship Id="rId133" Type="http://schemas.openxmlformats.org/officeDocument/2006/relationships/image" Target="../media/image3990.png"/><Relationship Id="rId154" Type="http://schemas.openxmlformats.org/officeDocument/2006/relationships/customXml" Target="../ink/ink3689.xml"/><Relationship Id="rId175" Type="http://schemas.openxmlformats.org/officeDocument/2006/relationships/image" Target="../media/image4260.png"/><Relationship Id="rId196" Type="http://schemas.openxmlformats.org/officeDocument/2006/relationships/customXml" Target="../ink/ink3710.xml"/><Relationship Id="rId200" Type="http://schemas.openxmlformats.org/officeDocument/2006/relationships/customXml" Target="../ink/ink3712.xml"/><Relationship Id="rId16" Type="http://schemas.openxmlformats.org/officeDocument/2006/relationships/customXml" Target="../ink/ink3620.xml"/><Relationship Id="rId221" Type="http://schemas.openxmlformats.org/officeDocument/2006/relationships/image" Target="../media/image4490.png"/><Relationship Id="rId242" Type="http://schemas.openxmlformats.org/officeDocument/2006/relationships/customXml" Target="../ink/ink3733.xml"/><Relationship Id="rId263" Type="http://schemas.openxmlformats.org/officeDocument/2006/relationships/image" Target="../media/image4700.png"/><Relationship Id="rId284" Type="http://schemas.openxmlformats.org/officeDocument/2006/relationships/customXml" Target="../ink/ink3754.xml"/><Relationship Id="rId37" Type="http://schemas.openxmlformats.org/officeDocument/2006/relationships/image" Target="../media/image3511.png"/><Relationship Id="rId58" Type="http://schemas.openxmlformats.org/officeDocument/2006/relationships/customXml" Target="../ink/ink3641.xml"/><Relationship Id="rId79" Type="http://schemas.openxmlformats.org/officeDocument/2006/relationships/image" Target="../media/image3720.png"/><Relationship Id="rId102" Type="http://schemas.openxmlformats.org/officeDocument/2006/relationships/customXml" Target="../ink/ink3663.xml"/><Relationship Id="rId123" Type="http://schemas.openxmlformats.org/officeDocument/2006/relationships/image" Target="../media/image3940.png"/><Relationship Id="rId144" Type="http://schemas.openxmlformats.org/officeDocument/2006/relationships/customXml" Target="../ink/ink3684.xml"/><Relationship Id="rId90" Type="http://schemas.openxmlformats.org/officeDocument/2006/relationships/customXml" Target="../ink/ink3657.xml"/><Relationship Id="rId165" Type="http://schemas.openxmlformats.org/officeDocument/2006/relationships/image" Target="../media/image4211.png"/><Relationship Id="rId186" Type="http://schemas.openxmlformats.org/officeDocument/2006/relationships/customXml" Target="../ink/ink3705.xml"/><Relationship Id="rId211" Type="http://schemas.openxmlformats.org/officeDocument/2006/relationships/image" Target="../media/image4440.png"/><Relationship Id="rId232" Type="http://schemas.openxmlformats.org/officeDocument/2006/relationships/customXml" Target="../ink/ink3728.xml"/><Relationship Id="rId253" Type="http://schemas.openxmlformats.org/officeDocument/2006/relationships/image" Target="../media/image4650.png"/><Relationship Id="rId274" Type="http://schemas.openxmlformats.org/officeDocument/2006/relationships/customXml" Target="../ink/ink3749.xml"/><Relationship Id="rId295" Type="http://schemas.openxmlformats.org/officeDocument/2006/relationships/image" Target="../media/image4860.png"/><Relationship Id="rId309" Type="http://schemas.openxmlformats.org/officeDocument/2006/relationships/image" Target="../media/image4930.png"/><Relationship Id="rId27" Type="http://schemas.openxmlformats.org/officeDocument/2006/relationships/image" Target="../media/image3460.png"/><Relationship Id="rId48" Type="http://schemas.openxmlformats.org/officeDocument/2006/relationships/customXml" Target="../ink/ink3636.xml"/><Relationship Id="rId69" Type="http://schemas.openxmlformats.org/officeDocument/2006/relationships/image" Target="../media/image3670.png"/><Relationship Id="rId113" Type="http://schemas.openxmlformats.org/officeDocument/2006/relationships/image" Target="../media/image3890.png"/><Relationship Id="rId134" Type="http://schemas.openxmlformats.org/officeDocument/2006/relationships/customXml" Target="../ink/ink3679.xml"/><Relationship Id="rId80" Type="http://schemas.openxmlformats.org/officeDocument/2006/relationships/customXml" Target="../ink/ink3652.xml"/><Relationship Id="rId155" Type="http://schemas.openxmlformats.org/officeDocument/2006/relationships/image" Target="../media/image4160.png"/><Relationship Id="rId176" Type="http://schemas.openxmlformats.org/officeDocument/2006/relationships/customXml" Target="../ink/ink3700.xml"/><Relationship Id="rId197" Type="http://schemas.openxmlformats.org/officeDocument/2006/relationships/image" Target="../media/image4370.png"/><Relationship Id="rId201" Type="http://schemas.openxmlformats.org/officeDocument/2006/relationships/image" Target="../media/image4390.png"/><Relationship Id="rId222" Type="http://schemas.openxmlformats.org/officeDocument/2006/relationships/customXml" Target="../ink/ink3723.xml"/><Relationship Id="rId243" Type="http://schemas.openxmlformats.org/officeDocument/2006/relationships/image" Target="../media/image4600.png"/><Relationship Id="rId264" Type="http://schemas.openxmlformats.org/officeDocument/2006/relationships/customXml" Target="../ink/ink3744.xml"/><Relationship Id="rId285" Type="http://schemas.openxmlformats.org/officeDocument/2006/relationships/image" Target="../media/image4811.png"/><Relationship Id="rId17" Type="http://schemas.openxmlformats.org/officeDocument/2006/relationships/image" Target="../media/image3411.png"/><Relationship Id="rId38" Type="http://schemas.openxmlformats.org/officeDocument/2006/relationships/customXml" Target="../ink/ink3631.xml"/><Relationship Id="rId59" Type="http://schemas.openxmlformats.org/officeDocument/2006/relationships/image" Target="../media/image3620.png"/><Relationship Id="rId103" Type="http://schemas.openxmlformats.org/officeDocument/2006/relationships/image" Target="../media/image3840.png"/><Relationship Id="rId124" Type="http://schemas.openxmlformats.org/officeDocument/2006/relationships/customXml" Target="../ink/ink3674.xml"/><Relationship Id="rId310" Type="http://schemas.openxmlformats.org/officeDocument/2006/relationships/customXml" Target="../ink/ink3767.xml"/><Relationship Id="rId70" Type="http://schemas.openxmlformats.org/officeDocument/2006/relationships/customXml" Target="../ink/ink3647.xml"/><Relationship Id="rId91" Type="http://schemas.openxmlformats.org/officeDocument/2006/relationships/image" Target="../media/image3780.png"/><Relationship Id="rId145" Type="http://schemas.openxmlformats.org/officeDocument/2006/relationships/image" Target="../media/image4070.png"/><Relationship Id="rId166" Type="http://schemas.openxmlformats.org/officeDocument/2006/relationships/customXml" Target="../ink/ink3695.xml"/><Relationship Id="rId187" Type="http://schemas.openxmlformats.org/officeDocument/2006/relationships/image" Target="../media/image4320.png"/><Relationship Id="rId1" Type="http://schemas.openxmlformats.org/officeDocument/2006/relationships/slideLayout" Target="../slideLayouts/slideLayout7.xml"/><Relationship Id="rId212" Type="http://schemas.openxmlformats.org/officeDocument/2006/relationships/customXml" Target="../ink/ink3718.xml"/><Relationship Id="rId233" Type="http://schemas.openxmlformats.org/officeDocument/2006/relationships/image" Target="../media/image4550.png"/><Relationship Id="rId254" Type="http://schemas.openxmlformats.org/officeDocument/2006/relationships/customXml" Target="../ink/ink3739.xml"/><Relationship Id="rId28" Type="http://schemas.openxmlformats.org/officeDocument/2006/relationships/customXml" Target="../ink/ink3626.xml"/><Relationship Id="rId49" Type="http://schemas.openxmlformats.org/officeDocument/2006/relationships/image" Target="../media/image3570.png"/><Relationship Id="rId114" Type="http://schemas.openxmlformats.org/officeDocument/2006/relationships/customXml" Target="../ink/ink3669.xml"/><Relationship Id="rId275" Type="http://schemas.openxmlformats.org/officeDocument/2006/relationships/image" Target="../media/image4760.png"/><Relationship Id="rId296" Type="http://schemas.openxmlformats.org/officeDocument/2006/relationships/customXml" Target="../ink/ink3760.xml"/><Relationship Id="rId300" Type="http://schemas.openxmlformats.org/officeDocument/2006/relationships/customXml" Target="../ink/ink3762.xml"/><Relationship Id="rId60" Type="http://schemas.openxmlformats.org/officeDocument/2006/relationships/customXml" Target="../ink/ink3642.xml"/><Relationship Id="rId81" Type="http://schemas.openxmlformats.org/officeDocument/2006/relationships/image" Target="../media/image3730.png"/><Relationship Id="rId135" Type="http://schemas.openxmlformats.org/officeDocument/2006/relationships/image" Target="../media/image4020.png"/><Relationship Id="rId156" Type="http://schemas.openxmlformats.org/officeDocument/2006/relationships/customXml" Target="../ink/ink3690.xml"/><Relationship Id="rId177" Type="http://schemas.openxmlformats.org/officeDocument/2006/relationships/image" Target="../media/image4270.png"/><Relationship Id="rId198" Type="http://schemas.openxmlformats.org/officeDocument/2006/relationships/customXml" Target="../ink/ink3711.xml"/><Relationship Id="rId202" Type="http://schemas.openxmlformats.org/officeDocument/2006/relationships/customXml" Target="../ink/ink3713.xml"/><Relationship Id="rId223" Type="http://schemas.openxmlformats.org/officeDocument/2006/relationships/image" Target="../media/image4500.png"/><Relationship Id="rId244" Type="http://schemas.openxmlformats.org/officeDocument/2006/relationships/customXml" Target="../ink/ink3734.xml"/><Relationship Id="rId18" Type="http://schemas.openxmlformats.org/officeDocument/2006/relationships/customXml" Target="../ink/ink3621.xml"/><Relationship Id="rId39" Type="http://schemas.openxmlformats.org/officeDocument/2006/relationships/image" Target="../media/image3520.png"/><Relationship Id="rId265" Type="http://schemas.openxmlformats.org/officeDocument/2006/relationships/image" Target="../media/image4711.png"/><Relationship Id="rId286" Type="http://schemas.openxmlformats.org/officeDocument/2006/relationships/customXml" Target="../ink/ink3755.xml"/><Relationship Id="rId50" Type="http://schemas.openxmlformats.org/officeDocument/2006/relationships/customXml" Target="../ink/ink3637.xml"/><Relationship Id="rId104" Type="http://schemas.openxmlformats.org/officeDocument/2006/relationships/customXml" Target="../ink/ink3664.xml"/><Relationship Id="rId125" Type="http://schemas.openxmlformats.org/officeDocument/2006/relationships/image" Target="../media/image3950.png"/><Relationship Id="rId146" Type="http://schemas.openxmlformats.org/officeDocument/2006/relationships/customXml" Target="../ink/ink3685.xml"/><Relationship Id="rId167" Type="http://schemas.openxmlformats.org/officeDocument/2006/relationships/image" Target="../media/image4220.png"/><Relationship Id="rId188" Type="http://schemas.openxmlformats.org/officeDocument/2006/relationships/customXml" Target="../ink/ink3706.xml"/><Relationship Id="rId311" Type="http://schemas.openxmlformats.org/officeDocument/2006/relationships/image" Target="../media/image4940.png"/><Relationship Id="rId71" Type="http://schemas.openxmlformats.org/officeDocument/2006/relationships/image" Target="../media/image3680.png"/><Relationship Id="rId92" Type="http://schemas.openxmlformats.org/officeDocument/2006/relationships/customXml" Target="../ink/ink3658.xml"/><Relationship Id="rId213" Type="http://schemas.openxmlformats.org/officeDocument/2006/relationships/image" Target="../media/image4450.png"/><Relationship Id="rId234" Type="http://schemas.openxmlformats.org/officeDocument/2006/relationships/customXml" Target="../ink/ink3729.xml"/><Relationship Id="rId2" Type="http://schemas.openxmlformats.org/officeDocument/2006/relationships/customXml" Target="../ink/ink3613.xml"/><Relationship Id="rId29" Type="http://schemas.openxmlformats.org/officeDocument/2006/relationships/image" Target="../media/image3470.png"/><Relationship Id="rId255" Type="http://schemas.openxmlformats.org/officeDocument/2006/relationships/image" Target="../media/image4660.png"/><Relationship Id="rId276" Type="http://schemas.openxmlformats.org/officeDocument/2006/relationships/customXml" Target="../ink/ink3750.xml"/><Relationship Id="rId297" Type="http://schemas.openxmlformats.org/officeDocument/2006/relationships/image" Target="../media/image4870.png"/><Relationship Id="rId40" Type="http://schemas.openxmlformats.org/officeDocument/2006/relationships/customXml" Target="../ink/ink3632.xml"/><Relationship Id="rId115" Type="http://schemas.openxmlformats.org/officeDocument/2006/relationships/image" Target="../media/image3900.png"/><Relationship Id="rId136" Type="http://schemas.openxmlformats.org/officeDocument/2006/relationships/customXml" Target="../ink/ink3680.xml"/><Relationship Id="rId157" Type="http://schemas.openxmlformats.org/officeDocument/2006/relationships/image" Target="../media/image4170.png"/><Relationship Id="rId178" Type="http://schemas.openxmlformats.org/officeDocument/2006/relationships/customXml" Target="../ink/ink3701.xml"/><Relationship Id="rId301" Type="http://schemas.openxmlformats.org/officeDocument/2006/relationships/image" Target="../media/image4890.png"/><Relationship Id="rId61" Type="http://schemas.openxmlformats.org/officeDocument/2006/relationships/image" Target="../media/image3630.png"/><Relationship Id="rId82" Type="http://schemas.openxmlformats.org/officeDocument/2006/relationships/customXml" Target="../ink/ink3653.xml"/><Relationship Id="rId199" Type="http://schemas.openxmlformats.org/officeDocument/2006/relationships/image" Target="../media/image4380.png"/><Relationship Id="rId203" Type="http://schemas.openxmlformats.org/officeDocument/2006/relationships/image" Target="../media/image4400.png"/><Relationship Id="rId19" Type="http://schemas.openxmlformats.org/officeDocument/2006/relationships/image" Target="../media/image3420.png"/><Relationship Id="rId224" Type="http://schemas.openxmlformats.org/officeDocument/2006/relationships/customXml" Target="../ink/ink3724.xml"/><Relationship Id="rId245" Type="http://schemas.openxmlformats.org/officeDocument/2006/relationships/image" Target="../media/image4611.png"/><Relationship Id="rId266" Type="http://schemas.openxmlformats.org/officeDocument/2006/relationships/customXml" Target="../ink/ink3745.xml"/><Relationship Id="rId287" Type="http://schemas.openxmlformats.org/officeDocument/2006/relationships/image" Target="../media/image4820.png"/><Relationship Id="rId30" Type="http://schemas.openxmlformats.org/officeDocument/2006/relationships/customXml" Target="../ink/ink3627.xml"/><Relationship Id="rId105" Type="http://schemas.openxmlformats.org/officeDocument/2006/relationships/image" Target="../media/image3850.png"/><Relationship Id="rId126" Type="http://schemas.openxmlformats.org/officeDocument/2006/relationships/customXml" Target="../ink/ink3675.xml"/><Relationship Id="rId147" Type="http://schemas.openxmlformats.org/officeDocument/2006/relationships/image" Target="../media/image4080.png"/><Relationship Id="rId168" Type="http://schemas.openxmlformats.org/officeDocument/2006/relationships/customXml" Target="../ink/ink3696.xml"/><Relationship Id="rId312" Type="http://schemas.openxmlformats.org/officeDocument/2006/relationships/customXml" Target="../ink/ink3768.xml"/><Relationship Id="rId51" Type="http://schemas.openxmlformats.org/officeDocument/2006/relationships/image" Target="../media/image3580.png"/><Relationship Id="rId72" Type="http://schemas.openxmlformats.org/officeDocument/2006/relationships/customXml" Target="../ink/ink3648.xml"/><Relationship Id="rId93" Type="http://schemas.openxmlformats.org/officeDocument/2006/relationships/image" Target="../media/image3790.png"/><Relationship Id="rId189" Type="http://schemas.openxmlformats.org/officeDocument/2006/relationships/image" Target="../media/image4330.png"/><Relationship Id="rId3" Type="http://schemas.openxmlformats.org/officeDocument/2006/relationships/image" Target="../media/image3340.png"/><Relationship Id="rId214" Type="http://schemas.openxmlformats.org/officeDocument/2006/relationships/customXml" Target="../ink/ink3719.xml"/><Relationship Id="rId235" Type="http://schemas.openxmlformats.org/officeDocument/2006/relationships/image" Target="../media/image4560.png"/><Relationship Id="rId256" Type="http://schemas.openxmlformats.org/officeDocument/2006/relationships/customXml" Target="../ink/ink3740.xml"/><Relationship Id="rId277" Type="http://schemas.openxmlformats.org/officeDocument/2006/relationships/image" Target="../media/image4770.png"/><Relationship Id="rId298" Type="http://schemas.openxmlformats.org/officeDocument/2006/relationships/customXml" Target="../ink/ink3761.xml"/><Relationship Id="rId116" Type="http://schemas.openxmlformats.org/officeDocument/2006/relationships/customXml" Target="../ink/ink3670.xml"/><Relationship Id="rId137" Type="http://schemas.openxmlformats.org/officeDocument/2006/relationships/image" Target="../media/image4030.png"/><Relationship Id="rId158" Type="http://schemas.openxmlformats.org/officeDocument/2006/relationships/customXml" Target="../ink/ink3691.xml"/><Relationship Id="rId302" Type="http://schemas.openxmlformats.org/officeDocument/2006/relationships/customXml" Target="../ink/ink3763.xml"/><Relationship Id="rId20" Type="http://schemas.openxmlformats.org/officeDocument/2006/relationships/customXml" Target="../ink/ink3622.xml"/><Relationship Id="rId41" Type="http://schemas.openxmlformats.org/officeDocument/2006/relationships/image" Target="../media/image3530.png"/><Relationship Id="rId62" Type="http://schemas.openxmlformats.org/officeDocument/2006/relationships/customXml" Target="../ink/ink3643.xml"/><Relationship Id="rId83" Type="http://schemas.openxmlformats.org/officeDocument/2006/relationships/image" Target="../media/image3740.png"/><Relationship Id="rId179" Type="http://schemas.openxmlformats.org/officeDocument/2006/relationships/image" Target="../media/image4280.png"/><Relationship Id="rId190" Type="http://schemas.openxmlformats.org/officeDocument/2006/relationships/customXml" Target="../ink/ink3707.xml"/><Relationship Id="rId204" Type="http://schemas.openxmlformats.org/officeDocument/2006/relationships/customXml" Target="../ink/ink3714.xml"/><Relationship Id="rId225" Type="http://schemas.openxmlformats.org/officeDocument/2006/relationships/image" Target="../media/image4511.png"/><Relationship Id="rId246" Type="http://schemas.openxmlformats.org/officeDocument/2006/relationships/customXml" Target="../ink/ink3735.xml"/><Relationship Id="rId267" Type="http://schemas.openxmlformats.org/officeDocument/2006/relationships/image" Target="../media/image4720.png"/><Relationship Id="rId288" Type="http://schemas.openxmlformats.org/officeDocument/2006/relationships/customXml" Target="../ink/ink3756.xml"/><Relationship Id="rId106" Type="http://schemas.openxmlformats.org/officeDocument/2006/relationships/customXml" Target="../ink/ink3665.xml"/><Relationship Id="rId127" Type="http://schemas.openxmlformats.org/officeDocument/2006/relationships/image" Target="../media/image3960.png"/><Relationship Id="rId313" Type="http://schemas.openxmlformats.org/officeDocument/2006/relationships/image" Target="../media/image4950.png"/><Relationship Id="rId10" Type="http://schemas.openxmlformats.org/officeDocument/2006/relationships/customXml" Target="../ink/ink3617.xml"/><Relationship Id="rId31" Type="http://schemas.openxmlformats.org/officeDocument/2006/relationships/image" Target="../media/image3480.png"/><Relationship Id="rId52" Type="http://schemas.openxmlformats.org/officeDocument/2006/relationships/customXml" Target="../ink/ink3638.xml"/><Relationship Id="rId73" Type="http://schemas.openxmlformats.org/officeDocument/2006/relationships/image" Target="../media/image3690.png"/><Relationship Id="rId94" Type="http://schemas.openxmlformats.org/officeDocument/2006/relationships/customXml" Target="../ink/ink3659.xml"/><Relationship Id="rId148" Type="http://schemas.openxmlformats.org/officeDocument/2006/relationships/customXml" Target="../ink/ink3686.xml"/><Relationship Id="rId169" Type="http://schemas.openxmlformats.org/officeDocument/2006/relationships/image" Target="../media/image4230.png"/><Relationship Id="rId4" Type="http://schemas.openxmlformats.org/officeDocument/2006/relationships/customXml" Target="../ink/ink3614.xml"/><Relationship Id="rId180" Type="http://schemas.openxmlformats.org/officeDocument/2006/relationships/customXml" Target="../ink/ink3702.xml"/><Relationship Id="rId215" Type="http://schemas.openxmlformats.org/officeDocument/2006/relationships/image" Target="../media/image4460.png"/><Relationship Id="rId236" Type="http://schemas.openxmlformats.org/officeDocument/2006/relationships/customXml" Target="../ink/ink3730.xml"/><Relationship Id="rId257" Type="http://schemas.openxmlformats.org/officeDocument/2006/relationships/image" Target="../media/image4670.png"/><Relationship Id="rId278" Type="http://schemas.openxmlformats.org/officeDocument/2006/relationships/customXml" Target="../ink/ink3751.xml"/><Relationship Id="rId303" Type="http://schemas.openxmlformats.org/officeDocument/2006/relationships/image" Target="../media/image4900.png"/><Relationship Id="rId42" Type="http://schemas.openxmlformats.org/officeDocument/2006/relationships/customXml" Target="../ink/ink3633.xml"/><Relationship Id="rId84" Type="http://schemas.openxmlformats.org/officeDocument/2006/relationships/customXml" Target="../ink/ink3654.xml"/><Relationship Id="rId138" Type="http://schemas.openxmlformats.org/officeDocument/2006/relationships/customXml" Target="../ink/ink3681.xml"/><Relationship Id="rId191" Type="http://schemas.openxmlformats.org/officeDocument/2006/relationships/image" Target="../media/image4340.png"/><Relationship Id="rId205" Type="http://schemas.openxmlformats.org/officeDocument/2006/relationships/image" Target="../media/image4411.png"/><Relationship Id="rId247" Type="http://schemas.openxmlformats.org/officeDocument/2006/relationships/image" Target="../media/image4620.png"/><Relationship Id="rId107" Type="http://schemas.openxmlformats.org/officeDocument/2006/relationships/image" Target="../media/image3860.png"/><Relationship Id="rId289" Type="http://schemas.openxmlformats.org/officeDocument/2006/relationships/image" Target="../media/image4830.png"/><Relationship Id="rId11" Type="http://schemas.openxmlformats.org/officeDocument/2006/relationships/image" Target="../media/image3380.png"/><Relationship Id="rId53" Type="http://schemas.openxmlformats.org/officeDocument/2006/relationships/image" Target="../media/image3590.png"/><Relationship Id="rId149" Type="http://schemas.openxmlformats.org/officeDocument/2006/relationships/image" Target="../media/image4130.png"/><Relationship Id="rId314" Type="http://schemas.openxmlformats.org/officeDocument/2006/relationships/customXml" Target="../ink/ink3769.xml"/><Relationship Id="rId95" Type="http://schemas.openxmlformats.org/officeDocument/2006/relationships/image" Target="../media/image3800.png"/><Relationship Id="rId160" Type="http://schemas.openxmlformats.org/officeDocument/2006/relationships/customXml" Target="../ink/ink3692.xml"/><Relationship Id="rId216" Type="http://schemas.openxmlformats.org/officeDocument/2006/relationships/customXml" Target="../ink/ink3720.xml"/><Relationship Id="rId258" Type="http://schemas.openxmlformats.org/officeDocument/2006/relationships/customXml" Target="../ink/ink3741.xml"/><Relationship Id="rId22" Type="http://schemas.openxmlformats.org/officeDocument/2006/relationships/customXml" Target="../ink/ink3623.xml"/><Relationship Id="rId64" Type="http://schemas.openxmlformats.org/officeDocument/2006/relationships/customXml" Target="../ink/ink3644.xml"/><Relationship Id="rId118" Type="http://schemas.openxmlformats.org/officeDocument/2006/relationships/customXml" Target="../ink/ink3671.xml"/><Relationship Id="rId171" Type="http://schemas.openxmlformats.org/officeDocument/2006/relationships/image" Target="../media/image4240.png"/><Relationship Id="rId227" Type="http://schemas.openxmlformats.org/officeDocument/2006/relationships/image" Target="../media/image4520.png"/><Relationship Id="rId269" Type="http://schemas.openxmlformats.org/officeDocument/2006/relationships/image" Target="../media/image4730.png"/><Relationship Id="rId33" Type="http://schemas.openxmlformats.org/officeDocument/2006/relationships/image" Target="../media/image3490.png"/><Relationship Id="rId129" Type="http://schemas.openxmlformats.org/officeDocument/2006/relationships/image" Target="../media/image3970.png"/><Relationship Id="rId280" Type="http://schemas.openxmlformats.org/officeDocument/2006/relationships/customXml" Target="../ink/ink3752.xml"/><Relationship Id="rId75" Type="http://schemas.openxmlformats.org/officeDocument/2006/relationships/image" Target="../media/image3700.png"/><Relationship Id="rId140" Type="http://schemas.openxmlformats.org/officeDocument/2006/relationships/customXml" Target="../ink/ink3682.xml"/><Relationship Id="rId182" Type="http://schemas.openxmlformats.org/officeDocument/2006/relationships/customXml" Target="../ink/ink3703.xml"/><Relationship Id="rId6" Type="http://schemas.openxmlformats.org/officeDocument/2006/relationships/customXml" Target="../ink/ink3615.xml"/><Relationship Id="rId238" Type="http://schemas.openxmlformats.org/officeDocument/2006/relationships/customXml" Target="../ink/ink3731.xml"/><Relationship Id="rId291" Type="http://schemas.openxmlformats.org/officeDocument/2006/relationships/image" Target="../media/image4840.png"/><Relationship Id="rId305" Type="http://schemas.openxmlformats.org/officeDocument/2006/relationships/image" Target="../media/image4911.png"/><Relationship Id="rId44" Type="http://schemas.openxmlformats.org/officeDocument/2006/relationships/customXml" Target="../ink/ink3634.xml"/><Relationship Id="rId86" Type="http://schemas.openxmlformats.org/officeDocument/2006/relationships/customXml" Target="../ink/ink3655.xml"/><Relationship Id="rId151" Type="http://schemas.openxmlformats.org/officeDocument/2006/relationships/image" Target="../media/image4140.png"/><Relationship Id="rId193" Type="http://schemas.openxmlformats.org/officeDocument/2006/relationships/image" Target="../media/image4350.png"/><Relationship Id="rId207" Type="http://schemas.openxmlformats.org/officeDocument/2006/relationships/image" Target="../media/image4420.png"/><Relationship Id="rId249" Type="http://schemas.openxmlformats.org/officeDocument/2006/relationships/image" Target="../media/image4630.png"/></Relationships>
</file>

<file path=ppt/slides/_rels/slide38.xml.rels><?xml version="1.0" encoding="UTF-8" standalone="yes"?>
<Relationships xmlns="http://schemas.openxmlformats.org/package/2006/relationships"><Relationship Id="rId117" Type="http://schemas.openxmlformats.org/officeDocument/2006/relationships/image" Target="../media/image3911.png"/><Relationship Id="rId299" Type="http://schemas.openxmlformats.org/officeDocument/2006/relationships/image" Target="../media/image5311.png"/><Relationship Id="rId21" Type="http://schemas.openxmlformats.org/officeDocument/2006/relationships/image" Target="../media/image3430.png"/><Relationship Id="rId63" Type="http://schemas.openxmlformats.org/officeDocument/2006/relationships/image" Target="../media/image3640.png"/><Relationship Id="rId159" Type="http://schemas.openxmlformats.org/officeDocument/2006/relationships/image" Target="../media/image4190.png"/><Relationship Id="rId324" Type="http://schemas.openxmlformats.org/officeDocument/2006/relationships/customXml" Target="../ink/ink3932.xml"/><Relationship Id="rId366" Type="http://schemas.openxmlformats.org/officeDocument/2006/relationships/customXml" Target="../ink/ink3953.xml"/><Relationship Id="rId170" Type="http://schemas.openxmlformats.org/officeDocument/2006/relationships/customXml" Target="../ink/ink3855.xml"/><Relationship Id="rId226" Type="http://schemas.openxmlformats.org/officeDocument/2006/relationships/customXml" Target="../ink/ink3883.xml"/><Relationship Id="rId268" Type="http://schemas.openxmlformats.org/officeDocument/2006/relationships/customXml" Target="../ink/ink3904.xml"/><Relationship Id="rId32" Type="http://schemas.openxmlformats.org/officeDocument/2006/relationships/customXml" Target="../ink/ink3786.xml"/><Relationship Id="rId74" Type="http://schemas.openxmlformats.org/officeDocument/2006/relationships/customXml" Target="../ink/ink3807.xml"/><Relationship Id="rId128" Type="http://schemas.openxmlformats.org/officeDocument/2006/relationships/customXml" Target="../ink/ink3834.xml"/><Relationship Id="rId335" Type="http://schemas.openxmlformats.org/officeDocument/2006/relationships/image" Target="../media/image2750.png"/><Relationship Id="rId5" Type="http://schemas.openxmlformats.org/officeDocument/2006/relationships/image" Target="../media/image3350.png"/><Relationship Id="rId181" Type="http://schemas.openxmlformats.org/officeDocument/2006/relationships/image" Target="../media/image4300.png"/><Relationship Id="rId237" Type="http://schemas.openxmlformats.org/officeDocument/2006/relationships/image" Target="../media/image5000.png"/><Relationship Id="rId279" Type="http://schemas.openxmlformats.org/officeDocument/2006/relationships/image" Target="../media/image5211.png"/><Relationship Id="rId43" Type="http://schemas.openxmlformats.org/officeDocument/2006/relationships/image" Target="../media/image3540.png"/><Relationship Id="rId139" Type="http://schemas.openxmlformats.org/officeDocument/2006/relationships/image" Target="../media/image4040.png"/><Relationship Id="rId290" Type="http://schemas.openxmlformats.org/officeDocument/2006/relationships/customXml" Target="../ink/ink3915.xml"/><Relationship Id="rId304" Type="http://schemas.openxmlformats.org/officeDocument/2006/relationships/customXml" Target="../ink/ink3922.xml"/><Relationship Id="rId346" Type="http://schemas.openxmlformats.org/officeDocument/2006/relationships/customXml" Target="../ink/ink3943.xml"/><Relationship Id="rId85" Type="http://schemas.openxmlformats.org/officeDocument/2006/relationships/image" Target="../media/image3750.png"/><Relationship Id="rId150" Type="http://schemas.openxmlformats.org/officeDocument/2006/relationships/customXml" Target="../ink/ink3845.xml"/><Relationship Id="rId192" Type="http://schemas.openxmlformats.org/officeDocument/2006/relationships/customXml" Target="../ink/ink3866.xml"/><Relationship Id="rId206" Type="http://schemas.openxmlformats.org/officeDocument/2006/relationships/customXml" Target="../ink/ink3873.xml"/><Relationship Id="rId248" Type="http://schemas.openxmlformats.org/officeDocument/2006/relationships/customXml" Target="../ink/ink3894.xml"/><Relationship Id="rId12" Type="http://schemas.openxmlformats.org/officeDocument/2006/relationships/customXml" Target="../ink/ink3776.xml"/><Relationship Id="rId108" Type="http://schemas.openxmlformats.org/officeDocument/2006/relationships/customXml" Target="../ink/ink3824.xml"/><Relationship Id="rId315" Type="http://schemas.openxmlformats.org/officeDocument/2006/relationships/image" Target="../media/image5390.png"/><Relationship Id="rId357" Type="http://schemas.openxmlformats.org/officeDocument/2006/relationships/image" Target="../media/image5590.png"/><Relationship Id="rId54" Type="http://schemas.openxmlformats.org/officeDocument/2006/relationships/customXml" Target="../ink/ink3797.xml"/><Relationship Id="rId96" Type="http://schemas.openxmlformats.org/officeDocument/2006/relationships/customXml" Target="../ink/ink3818.xml"/><Relationship Id="rId161" Type="http://schemas.openxmlformats.org/officeDocument/2006/relationships/image" Target="../media/image4200.png"/><Relationship Id="rId217" Type="http://schemas.openxmlformats.org/officeDocument/2006/relationships/image" Target="../media/image4480.png"/><Relationship Id="rId259" Type="http://schemas.openxmlformats.org/officeDocument/2006/relationships/image" Target="../media/image5111.png"/><Relationship Id="rId23" Type="http://schemas.openxmlformats.org/officeDocument/2006/relationships/image" Target="../media/image3440.png"/><Relationship Id="rId119" Type="http://schemas.openxmlformats.org/officeDocument/2006/relationships/image" Target="../media/image3920.png"/><Relationship Id="rId270" Type="http://schemas.openxmlformats.org/officeDocument/2006/relationships/customXml" Target="../ink/ink3905.xml"/><Relationship Id="rId326" Type="http://schemas.openxmlformats.org/officeDocument/2006/relationships/customXml" Target="../ink/ink3933.xml"/><Relationship Id="rId65" Type="http://schemas.openxmlformats.org/officeDocument/2006/relationships/image" Target="../media/image3650.png"/><Relationship Id="rId130" Type="http://schemas.openxmlformats.org/officeDocument/2006/relationships/customXml" Target="../ink/ink3835.xml"/><Relationship Id="rId172" Type="http://schemas.openxmlformats.org/officeDocument/2006/relationships/customXml" Target="../ink/ink3856.xml"/><Relationship Id="rId228" Type="http://schemas.openxmlformats.org/officeDocument/2006/relationships/customXml" Target="../ink/ink3884.xml"/><Relationship Id="rId281" Type="http://schemas.openxmlformats.org/officeDocument/2006/relationships/image" Target="../media/image5220.png"/><Relationship Id="rId337" Type="http://schemas.openxmlformats.org/officeDocument/2006/relationships/image" Target="../media/image5490.png"/><Relationship Id="rId34" Type="http://schemas.openxmlformats.org/officeDocument/2006/relationships/customXml" Target="../ink/ink3787.xml"/><Relationship Id="rId76" Type="http://schemas.openxmlformats.org/officeDocument/2006/relationships/customXml" Target="../ink/ink3808.xml"/><Relationship Id="rId141" Type="http://schemas.openxmlformats.org/officeDocument/2006/relationships/image" Target="../media/image4050.png"/><Relationship Id="rId7" Type="http://schemas.openxmlformats.org/officeDocument/2006/relationships/image" Target="../media/image3360.png"/><Relationship Id="rId183" Type="http://schemas.openxmlformats.org/officeDocument/2006/relationships/image" Target="../media/image4311.png"/><Relationship Id="rId239" Type="http://schemas.openxmlformats.org/officeDocument/2006/relationships/image" Target="../media/image5011.png"/><Relationship Id="rId250" Type="http://schemas.openxmlformats.org/officeDocument/2006/relationships/customXml" Target="../ink/ink3895.xml"/><Relationship Id="rId292" Type="http://schemas.openxmlformats.org/officeDocument/2006/relationships/customXml" Target="../ink/ink3916.xml"/><Relationship Id="rId306" Type="http://schemas.openxmlformats.org/officeDocument/2006/relationships/customXml" Target="../ink/ink3923.xml"/><Relationship Id="rId45" Type="http://schemas.openxmlformats.org/officeDocument/2006/relationships/image" Target="../media/image3550.png"/><Relationship Id="rId87" Type="http://schemas.openxmlformats.org/officeDocument/2006/relationships/image" Target="../media/image3760.png"/><Relationship Id="rId110" Type="http://schemas.openxmlformats.org/officeDocument/2006/relationships/customXml" Target="../ink/ink3825.xml"/><Relationship Id="rId348" Type="http://schemas.openxmlformats.org/officeDocument/2006/relationships/customXml" Target="../ink/ink3944.xml"/><Relationship Id="rId152" Type="http://schemas.openxmlformats.org/officeDocument/2006/relationships/customXml" Target="../ink/ink3846.xml"/><Relationship Id="rId194" Type="http://schemas.openxmlformats.org/officeDocument/2006/relationships/customXml" Target="../ink/ink3867.xml"/><Relationship Id="rId208" Type="http://schemas.openxmlformats.org/officeDocument/2006/relationships/customXml" Target="../ink/ink3874.xml"/><Relationship Id="rId261" Type="http://schemas.openxmlformats.org/officeDocument/2006/relationships/image" Target="../media/image5120.png"/><Relationship Id="rId14" Type="http://schemas.openxmlformats.org/officeDocument/2006/relationships/customXml" Target="../ink/ink3777.xml"/><Relationship Id="rId56" Type="http://schemas.openxmlformats.org/officeDocument/2006/relationships/customXml" Target="../ink/ink3798.xml"/><Relationship Id="rId317" Type="http://schemas.openxmlformats.org/officeDocument/2006/relationships/image" Target="../media/image5400.png"/><Relationship Id="rId359" Type="http://schemas.openxmlformats.org/officeDocument/2006/relationships/image" Target="../media/image5600.png"/><Relationship Id="rId98" Type="http://schemas.openxmlformats.org/officeDocument/2006/relationships/customXml" Target="../ink/ink3819.xml"/><Relationship Id="rId121" Type="http://schemas.openxmlformats.org/officeDocument/2006/relationships/image" Target="../media/image3930.png"/><Relationship Id="rId163" Type="http://schemas.openxmlformats.org/officeDocument/2006/relationships/image" Target="../media/image4211.png"/><Relationship Id="rId219" Type="http://schemas.openxmlformats.org/officeDocument/2006/relationships/image" Target="../media/image4490.png"/><Relationship Id="rId230" Type="http://schemas.openxmlformats.org/officeDocument/2006/relationships/customXml" Target="../ink/ink3885.xml"/><Relationship Id="rId25" Type="http://schemas.openxmlformats.org/officeDocument/2006/relationships/image" Target="../media/image3450.png"/><Relationship Id="rId67" Type="http://schemas.openxmlformats.org/officeDocument/2006/relationships/image" Target="../media/image3660.png"/><Relationship Id="rId272" Type="http://schemas.openxmlformats.org/officeDocument/2006/relationships/customXml" Target="../ink/ink3906.xml"/><Relationship Id="rId328" Type="http://schemas.openxmlformats.org/officeDocument/2006/relationships/customXml" Target="../ink/ink3934.xml"/><Relationship Id="rId132" Type="http://schemas.openxmlformats.org/officeDocument/2006/relationships/customXml" Target="../ink/ink3836.xml"/><Relationship Id="rId174" Type="http://schemas.openxmlformats.org/officeDocument/2006/relationships/customXml" Target="../ink/ink3857.xml"/><Relationship Id="rId220" Type="http://schemas.openxmlformats.org/officeDocument/2006/relationships/customXml" Target="../ink/ink3880.xml"/><Relationship Id="rId241" Type="http://schemas.openxmlformats.org/officeDocument/2006/relationships/image" Target="../media/image5020.png"/><Relationship Id="rId15" Type="http://schemas.openxmlformats.org/officeDocument/2006/relationships/image" Target="../media/image3400.png"/><Relationship Id="rId36" Type="http://schemas.openxmlformats.org/officeDocument/2006/relationships/customXml" Target="../ink/ink3788.xml"/><Relationship Id="rId57" Type="http://schemas.openxmlformats.org/officeDocument/2006/relationships/image" Target="../media/image3611.png"/><Relationship Id="rId262" Type="http://schemas.openxmlformats.org/officeDocument/2006/relationships/customXml" Target="../ink/ink3901.xml"/><Relationship Id="rId283" Type="http://schemas.openxmlformats.org/officeDocument/2006/relationships/image" Target="../media/image5230.png"/><Relationship Id="rId318" Type="http://schemas.openxmlformats.org/officeDocument/2006/relationships/customXml" Target="../ink/ink3929.xml"/><Relationship Id="rId339" Type="http://schemas.openxmlformats.org/officeDocument/2006/relationships/image" Target="../media/image5500.png"/><Relationship Id="rId78" Type="http://schemas.openxmlformats.org/officeDocument/2006/relationships/customXml" Target="../ink/ink3809.xml"/><Relationship Id="rId99" Type="http://schemas.openxmlformats.org/officeDocument/2006/relationships/image" Target="../media/image3820.png"/><Relationship Id="rId101" Type="http://schemas.openxmlformats.org/officeDocument/2006/relationships/image" Target="../media/image3830.png"/><Relationship Id="rId122" Type="http://schemas.openxmlformats.org/officeDocument/2006/relationships/customXml" Target="../ink/ink3831.xml"/><Relationship Id="rId143" Type="http://schemas.openxmlformats.org/officeDocument/2006/relationships/image" Target="../media/image4060.png"/><Relationship Id="rId164" Type="http://schemas.openxmlformats.org/officeDocument/2006/relationships/customXml" Target="../ink/ink3852.xml"/><Relationship Id="rId185" Type="http://schemas.openxmlformats.org/officeDocument/2006/relationships/image" Target="../media/image4320.png"/><Relationship Id="rId350" Type="http://schemas.openxmlformats.org/officeDocument/2006/relationships/customXml" Target="../ink/ink3945.xml"/><Relationship Id="rId9" Type="http://schemas.openxmlformats.org/officeDocument/2006/relationships/image" Target="../media/image3370.png"/><Relationship Id="rId210" Type="http://schemas.openxmlformats.org/officeDocument/2006/relationships/customXml" Target="../ink/ink3875.xml"/><Relationship Id="rId26" Type="http://schemas.openxmlformats.org/officeDocument/2006/relationships/customXml" Target="../ink/ink3783.xml"/><Relationship Id="rId231" Type="http://schemas.openxmlformats.org/officeDocument/2006/relationships/image" Target="../media/image4970.png"/><Relationship Id="rId252" Type="http://schemas.openxmlformats.org/officeDocument/2006/relationships/customXml" Target="../ink/ink3896.xml"/><Relationship Id="rId273" Type="http://schemas.openxmlformats.org/officeDocument/2006/relationships/image" Target="../media/image5180.png"/><Relationship Id="rId294" Type="http://schemas.openxmlformats.org/officeDocument/2006/relationships/customXml" Target="../ink/ink3917.xml"/><Relationship Id="rId308" Type="http://schemas.openxmlformats.org/officeDocument/2006/relationships/customXml" Target="../ink/ink3924.xml"/><Relationship Id="rId329" Type="http://schemas.openxmlformats.org/officeDocument/2006/relationships/image" Target="../media/image5460.png"/><Relationship Id="rId47" Type="http://schemas.openxmlformats.org/officeDocument/2006/relationships/image" Target="../media/image3560.png"/><Relationship Id="rId68" Type="http://schemas.openxmlformats.org/officeDocument/2006/relationships/customXml" Target="../ink/ink3804.xml"/><Relationship Id="rId89" Type="http://schemas.openxmlformats.org/officeDocument/2006/relationships/image" Target="../media/image3770.png"/><Relationship Id="rId112" Type="http://schemas.openxmlformats.org/officeDocument/2006/relationships/customXml" Target="../ink/ink3826.xml"/><Relationship Id="rId133" Type="http://schemas.openxmlformats.org/officeDocument/2006/relationships/image" Target="../media/image3990.png"/><Relationship Id="rId154" Type="http://schemas.openxmlformats.org/officeDocument/2006/relationships/customXml" Target="../ink/ink3847.xml"/><Relationship Id="rId175" Type="http://schemas.openxmlformats.org/officeDocument/2006/relationships/image" Target="../media/image4270.png"/><Relationship Id="rId340" Type="http://schemas.openxmlformats.org/officeDocument/2006/relationships/customXml" Target="../ink/ink3940.xml"/><Relationship Id="rId361" Type="http://schemas.openxmlformats.org/officeDocument/2006/relationships/image" Target="../media/image5611.png"/><Relationship Id="rId196" Type="http://schemas.openxmlformats.org/officeDocument/2006/relationships/customXml" Target="../ink/ink3868.xml"/><Relationship Id="rId200" Type="http://schemas.openxmlformats.org/officeDocument/2006/relationships/customXml" Target="../ink/ink3870.xml"/><Relationship Id="rId16" Type="http://schemas.openxmlformats.org/officeDocument/2006/relationships/customXml" Target="../ink/ink3778.xml"/><Relationship Id="rId221" Type="http://schemas.openxmlformats.org/officeDocument/2006/relationships/image" Target="../media/image4500.png"/><Relationship Id="rId242" Type="http://schemas.openxmlformats.org/officeDocument/2006/relationships/customXml" Target="../ink/ink3891.xml"/><Relationship Id="rId263" Type="http://schemas.openxmlformats.org/officeDocument/2006/relationships/image" Target="../media/image5130.png"/><Relationship Id="rId284" Type="http://schemas.openxmlformats.org/officeDocument/2006/relationships/customXml" Target="../ink/ink3912.xml"/><Relationship Id="rId319" Type="http://schemas.openxmlformats.org/officeDocument/2006/relationships/image" Target="../media/image5411.png"/><Relationship Id="rId37" Type="http://schemas.openxmlformats.org/officeDocument/2006/relationships/image" Target="../media/image3511.png"/><Relationship Id="rId58" Type="http://schemas.openxmlformats.org/officeDocument/2006/relationships/customXml" Target="../ink/ink3799.xml"/><Relationship Id="rId79" Type="http://schemas.openxmlformats.org/officeDocument/2006/relationships/image" Target="../media/image3720.png"/><Relationship Id="rId102" Type="http://schemas.openxmlformats.org/officeDocument/2006/relationships/customXml" Target="../ink/ink3821.xml"/><Relationship Id="rId123" Type="http://schemas.openxmlformats.org/officeDocument/2006/relationships/image" Target="../media/image3940.png"/><Relationship Id="rId144" Type="http://schemas.openxmlformats.org/officeDocument/2006/relationships/customXml" Target="../ink/ink3842.xml"/><Relationship Id="rId330" Type="http://schemas.openxmlformats.org/officeDocument/2006/relationships/customXml" Target="../ink/ink3935.xml"/><Relationship Id="rId90" Type="http://schemas.openxmlformats.org/officeDocument/2006/relationships/customXml" Target="../ink/ink3815.xml"/><Relationship Id="rId165" Type="http://schemas.openxmlformats.org/officeDocument/2006/relationships/image" Target="../media/image4220.png"/><Relationship Id="rId186" Type="http://schemas.openxmlformats.org/officeDocument/2006/relationships/customXml" Target="../ink/ink3863.xml"/><Relationship Id="rId351" Type="http://schemas.openxmlformats.org/officeDocument/2006/relationships/image" Target="../media/image5560.png"/><Relationship Id="rId211" Type="http://schemas.openxmlformats.org/officeDocument/2006/relationships/image" Target="../media/image4450.png"/><Relationship Id="rId232" Type="http://schemas.openxmlformats.org/officeDocument/2006/relationships/customXml" Target="../ink/ink3886.xml"/><Relationship Id="rId253" Type="http://schemas.openxmlformats.org/officeDocument/2006/relationships/image" Target="../media/image5080.png"/><Relationship Id="rId274" Type="http://schemas.openxmlformats.org/officeDocument/2006/relationships/customXml" Target="../ink/ink3907.xml"/><Relationship Id="rId295" Type="http://schemas.openxmlformats.org/officeDocument/2006/relationships/image" Target="../media/image5290.png"/><Relationship Id="rId309" Type="http://schemas.openxmlformats.org/officeDocument/2006/relationships/image" Target="../media/image5360.png"/><Relationship Id="rId27" Type="http://schemas.openxmlformats.org/officeDocument/2006/relationships/image" Target="../media/image3460.png"/><Relationship Id="rId48" Type="http://schemas.openxmlformats.org/officeDocument/2006/relationships/customXml" Target="../ink/ink3794.xml"/><Relationship Id="rId69" Type="http://schemas.openxmlformats.org/officeDocument/2006/relationships/image" Target="../media/image3670.png"/><Relationship Id="rId113" Type="http://schemas.openxmlformats.org/officeDocument/2006/relationships/image" Target="../media/image3890.png"/><Relationship Id="rId134" Type="http://schemas.openxmlformats.org/officeDocument/2006/relationships/customXml" Target="../ink/ink3837.xml"/><Relationship Id="rId320" Type="http://schemas.openxmlformats.org/officeDocument/2006/relationships/customXml" Target="../ink/ink3930.xml"/><Relationship Id="rId80" Type="http://schemas.openxmlformats.org/officeDocument/2006/relationships/customXml" Target="../ink/ink3810.xml"/><Relationship Id="rId155" Type="http://schemas.openxmlformats.org/officeDocument/2006/relationships/image" Target="../media/image4170.png"/><Relationship Id="rId176" Type="http://schemas.openxmlformats.org/officeDocument/2006/relationships/customXml" Target="../ink/ink3858.xml"/><Relationship Id="rId197" Type="http://schemas.openxmlformats.org/officeDocument/2006/relationships/image" Target="../media/image4380.png"/><Relationship Id="rId341" Type="http://schemas.openxmlformats.org/officeDocument/2006/relationships/image" Target="../media/image5511.png"/><Relationship Id="rId362" Type="http://schemas.openxmlformats.org/officeDocument/2006/relationships/customXml" Target="../ink/ink3951.xml"/><Relationship Id="rId201" Type="http://schemas.openxmlformats.org/officeDocument/2006/relationships/image" Target="../media/image4400.png"/><Relationship Id="rId222" Type="http://schemas.openxmlformats.org/officeDocument/2006/relationships/customXml" Target="../ink/ink3881.xml"/><Relationship Id="rId243" Type="http://schemas.openxmlformats.org/officeDocument/2006/relationships/image" Target="../media/image5030.png"/><Relationship Id="rId264" Type="http://schemas.openxmlformats.org/officeDocument/2006/relationships/customXml" Target="../ink/ink3902.xml"/><Relationship Id="rId285" Type="http://schemas.openxmlformats.org/officeDocument/2006/relationships/image" Target="../media/image5240.png"/><Relationship Id="rId17" Type="http://schemas.openxmlformats.org/officeDocument/2006/relationships/image" Target="../media/image3411.png"/><Relationship Id="rId38" Type="http://schemas.openxmlformats.org/officeDocument/2006/relationships/customXml" Target="../ink/ink3789.xml"/><Relationship Id="rId59" Type="http://schemas.openxmlformats.org/officeDocument/2006/relationships/image" Target="../media/image3620.png"/><Relationship Id="rId103" Type="http://schemas.openxmlformats.org/officeDocument/2006/relationships/image" Target="../media/image3840.png"/><Relationship Id="rId124" Type="http://schemas.openxmlformats.org/officeDocument/2006/relationships/customXml" Target="../ink/ink3832.xml"/><Relationship Id="rId310" Type="http://schemas.openxmlformats.org/officeDocument/2006/relationships/customXml" Target="../ink/ink3925.xml"/><Relationship Id="rId70" Type="http://schemas.openxmlformats.org/officeDocument/2006/relationships/customXml" Target="../ink/ink3805.xml"/><Relationship Id="rId91" Type="http://schemas.openxmlformats.org/officeDocument/2006/relationships/image" Target="../media/image3780.png"/><Relationship Id="rId145" Type="http://schemas.openxmlformats.org/officeDocument/2006/relationships/image" Target="../media/image4070.png"/><Relationship Id="rId166" Type="http://schemas.openxmlformats.org/officeDocument/2006/relationships/customXml" Target="../ink/ink3853.xml"/><Relationship Id="rId187" Type="http://schemas.openxmlformats.org/officeDocument/2006/relationships/image" Target="../media/image4330.png"/><Relationship Id="rId331" Type="http://schemas.openxmlformats.org/officeDocument/2006/relationships/image" Target="../media/image5470.png"/><Relationship Id="rId352" Type="http://schemas.openxmlformats.org/officeDocument/2006/relationships/customXml" Target="../ink/ink3946.xml"/><Relationship Id="rId1" Type="http://schemas.openxmlformats.org/officeDocument/2006/relationships/slideLayout" Target="../slideLayouts/slideLayout7.xml"/><Relationship Id="rId212" Type="http://schemas.openxmlformats.org/officeDocument/2006/relationships/customXml" Target="../ink/ink3876.xml"/><Relationship Id="rId233" Type="http://schemas.openxmlformats.org/officeDocument/2006/relationships/image" Target="../media/image4980.png"/><Relationship Id="rId254" Type="http://schemas.openxmlformats.org/officeDocument/2006/relationships/customXml" Target="../ink/ink3897.xml"/><Relationship Id="rId28" Type="http://schemas.openxmlformats.org/officeDocument/2006/relationships/customXml" Target="../ink/ink3784.xml"/><Relationship Id="rId49" Type="http://schemas.openxmlformats.org/officeDocument/2006/relationships/image" Target="../media/image3570.png"/><Relationship Id="rId114" Type="http://schemas.openxmlformats.org/officeDocument/2006/relationships/customXml" Target="../ink/ink3827.xml"/><Relationship Id="rId275" Type="http://schemas.openxmlformats.org/officeDocument/2006/relationships/image" Target="../media/image5190.png"/><Relationship Id="rId296" Type="http://schemas.openxmlformats.org/officeDocument/2006/relationships/customXml" Target="../ink/ink3918.xml"/><Relationship Id="rId300" Type="http://schemas.openxmlformats.org/officeDocument/2006/relationships/customXml" Target="../ink/ink3920.xml"/><Relationship Id="rId60" Type="http://schemas.openxmlformats.org/officeDocument/2006/relationships/customXml" Target="../ink/ink3800.xml"/><Relationship Id="rId81" Type="http://schemas.openxmlformats.org/officeDocument/2006/relationships/image" Target="../media/image3730.png"/><Relationship Id="rId135" Type="http://schemas.openxmlformats.org/officeDocument/2006/relationships/image" Target="../media/image4020.png"/><Relationship Id="rId156" Type="http://schemas.openxmlformats.org/officeDocument/2006/relationships/customXml" Target="../ink/ink3848.xml"/><Relationship Id="rId177" Type="http://schemas.openxmlformats.org/officeDocument/2006/relationships/image" Target="../media/image4280.png"/><Relationship Id="rId198" Type="http://schemas.openxmlformats.org/officeDocument/2006/relationships/customXml" Target="../ink/ink3869.xml"/><Relationship Id="rId321" Type="http://schemas.openxmlformats.org/officeDocument/2006/relationships/image" Target="../media/image5420.png"/><Relationship Id="rId342" Type="http://schemas.openxmlformats.org/officeDocument/2006/relationships/customXml" Target="../ink/ink3941.xml"/><Relationship Id="rId363" Type="http://schemas.openxmlformats.org/officeDocument/2006/relationships/image" Target="../media/image5620.png"/><Relationship Id="rId202" Type="http://schemas.openxmlformats.org/officeDocument/2006/relationships/customXml" Target="../ink/ink3871.xml"/><Relationship Id="rId223" Type="http://schemas.openxmlformats.org/officeDocument/2006/relationships/image" Target="../media/image4930.png"/><Relationship Id="rId244" Type="http://schemas.openxmlformats.org/officeDocument/2006/relationships/customXml" Target="../ink/ink3892.xml"/><Relationship Id="rId18" Type="http://schemas.openxmlformats.org/officeDocument/2006/relationships/customXml" Target="../ink/ink3779.xml"/><Relationship Id="rId39" Type="http://schemas.openxmlformats.org/officeDocument/2006/relationships/image" Target="../media/image3520.png"/><Relationship Id="rId265" Type="http://schemas.openxmlformats.org/officeDocument/2006/relationships/image" Target="../media/image5140.png"/><Relationship Id="rId286" Type="http://schemas.openxmlformats.org/officeDocument/2006/relationships/customXml" Target="../ink/ink3913.xml"/><Relationship Id="rId50" Type="http://schemas.openxmlformats.org/officeDocument/2006/relationships/customXml" Target="../ink/ink3795.xml"/><Relationship Id="rId104" Type="http://schemas.openxmlformats.org/officeDocument/2006/relationships/customXml" Target="../ink/ink3822.xml"/><Relationship Id="rId125" Type="http://schemas.openxmlformats.org/officeDocument/2006/relationships/image" Target="../media/image3950.png"/><Relationship Id="rId146" Type="http://schemas.openxmlformats.org/officeDocument/2006/relationships/customXml" Target="../ink/ink3843.xml"/><Relationship Id="rId167" Type="http://schemas.openxmlformats.org/officeDocument/2006/relationships/image" Target="../media/image4230.png"/><Relationship Id="rId188" Type="http://schemas.openxmlformats.org/officeDocument/2006/relationships/customXml" Target="../ink/ink3864.xml"/><Relationship Id="rId311" Type="http://schemas.openxmlformats.org/officeDocument/2006/relationships/image" Target="../media/image5370.png"/><Relationship Id="rId332" Type="http://schemas.openxmlformats.org/officeDocument/2006/relationships/customXml" Target="../ink/ink3936.xml"/><Relationship Id="rId353" Type="http://schemas.openxmlformats.org/officeDocument/2006/relationships/image" Target="../media/image5570.png"/><Relationship Id="rId71" Type="http://schemas.openxmlformats.org/officeDocument/2006/relationships/image" Target="../media/image3680.png"/><Relationship Id="rId92" Type="http://schemas.openxmlformats.org/officeDocument/2006/relationships/customXml" Target="../ink/ink3816.xml"/><Relationship Id="rId213" Type="http://schemas.openxmlformats.org/officeDocument/2006/relationships/image" Target="../media/image4460.png"/><Relationship Id="rId234" Type="http://schemas.openxmlformats.org/officeDocument/2006/relationships/customXml" Target="../ink/ink3887.xml"/><Relationship Id="rId2" Type="http://schemas.openxmlformats.org/officeDocument/2006/relationships/customXml" Target="../ink/ink3771.xml"/><Relationship Id="rId29" Type="http://schemas.openxmlformats.org/officeDocument/2006/relationships/image" Target="../media/image3470.png"/><Relationship Id="rId255" Type="http://schemas.openxmlformats.org/officeDocument/2006/relationships/image" Target="../media/image5090.png"/><Relationship Id="rId276" Type="http://schemas.openxmlformats.org/officeDocument/2006/relationships/customXml" Target="../ink/ink3908.xml"/><Relationship Id="rId297" Type="http://schemas.openxmlformats.org/officeDocument/2006/relationships/image" Target="../media/image5300.png"/><Relationship Id="rId40" Type="http://schemas.openxmlformats.org/officeDocument/2006/relationships/customXml" Target="../ink/ink3790.xml"/><Relationship Id="rId115" Type="http://schemas.openxmlformats.org/officeDocument/2006/relationships/image" Target="../media/image3900.png"/><Relationship Id="rId136" Type="http://schemas.openxmlformats.org/officeDocument/2006/relationships/customXml" Target="../ink/ink3838.xml"/><Relationship Id="rId157" Type="http://schemas.openxmlformats.org/officeDocument/2006/relationships/image" Target="../media/image4180.png"/><Relationship Id="rId178" Type="http://schemas.openxmlformats.org/officeDocument/2006/relationships/customXml" Target="../ink/ink3859.xml"/><Relationship Id="rId301" Type="http://schemas.openxmlformats.org/officeDocument/2006/relationships/image" Target="../media/image5320.png"/><Relationship Id="rId322" Type="http://schemas.openxmlformats.org/officeDocument/2006/relationships/customXml" Target="../ink/ink3931.xml"/><Relationship Id="rId343" Type="http://schemas.openxmlformats.org/officeDocument/2006/relationships/image" Target="../media/image5520.png"/><Relationship Id="rId364" Type="http://schemas.openxmlformats.org/officeDocument/2006/relationships/customXml" Target="../ink/ink3952.xml"/><Relationship Id="rId61" Type="http://schemas.openxmlformats.org/officeDocument/2006/relationships/image" Target="../media/image3630.png"/><Relationship Id="rId82" Type="http://schemas.openxmlformats.org/officeDocument/2006/relationships/customXml" Target="../ink/ink3811.xml"/><Relationship Id="rId199" Type="http://schemas.openxmlformats.org/officeDocument/2006/relationships/image" Target="../media/image4390.png"/><Relationship Id="rId203" Type="http://schemas.openxmlformats.org/officeDocument/2006/relationships/image" Target="../media/image4411.png"/><Relationship Id="rId19" Type="http://schemas.openxmlformats.org/officeDocument/2006/relationships/image" Target="../media/image3420.png"/><Relationship Id="rId224" Type="http://schemas.openxmlformats.org/officeDocument/2006/relationships/customXml" Target="../ink/ink3882.xml"/><Relationship Id="rId245" Type="http://schemas.openxmlformats.org/officeDocument/2006/relationships/image" Target="../media/image5040.png"/><Relationship Id="rId266" Type="http://schemas.openxmlformats.org/officeDocument/2006/relationships/customXml" Target="../ink/ink3903.xml"/><Relationship Id="rId287" Type="http://schemas.openxmlformats.org/officeDocument/2006/relationships/image" Target="../media/image5250.png"/><Relationship Id="rId30" Type="http://schemas.openxmlformats.org/officeDocument/2006/relationships/customXml" Target="../ink/ink3785.xml"/><Relationship Id="rId105" Type="http://schemas.openxmlformats.org/officeDocument/2006/relationships/image" Target="../media/image3850.png"/><Relationship Id="rId126" Type="http://schemas.openxmlformats.org/officeDocument/2006/relationships/customXml" Target="../ink/ink3833.xml"/><Relationship Id="rId147" Type="http://schemas.openxmlformats.org/officeDocument/2006/relationships/image" Target="../media/image4080.png"/><Relationship Id="rId168" Type="http://schemas.openxmlformats.org/officeDocument/2006/relationships/customXml" Target="../ink/ink3854.xml"/><Relationship Id="rId312" Type="http://schemas.openxmlformats.org/officeDocument/2006/relationships/customXml" Target="../ink/ink3926.xml"/><Relationship Id="rId333" Type="http://schemas.openxmlformats.org/officeDocument/2006/relationships/image" Target="../media/image5480.png"/><Relationship Id="rId354" Type="http://schemas.openxmlformats.org/officeDocument/2006/relationships/customXml" Target="../ink/ink3947.xml"/><Relationship Id="rId51" Type="http://schemas.openxmlformats.org/officeDocument/2006/relationships/image" Target="../media/image3580.png"/><Relationship Id="rId72" Type="http://schemas.openxmlformats.org/officeDocument/2006/relationships/customXml" Target="../ink/ink3806.xml"/><Relationship Id="rId93" Type="http://schemas.openxmlformats.org/officeDocument/2006/relationships/image" Target="../media/image3790.png"/><Relationship Id="rId189" Type="http://schemas.openxmlformats.org/officeDocument/2006/relationships/image" Target="../media/image4340.png"/><Relationship Id="rId3" Type="http://schemas.openxmlformats.org/officeDocument/2006/relationships/image" Target="../media/image3340.png"/><Relationship Id="rId214" Type="http://schemas.openxmlformats.org/officeDocument/2006/relationships/customXml" Target="../ink/ink3877.xml"/><Relationship Id="rId235" Type="http://schemas.openxmlformats.org/officeDocument/2006/relationships/image" Target="../media/image4990.png"/><Relationship Id="rId256" Type="http://schemas.openxmlformats.org/officeDocument/2006/relationships/customXml" Target="../ink/ink3898.xml"/><Relationship Id="rId277" Type="http://schemas.openxmlformats.org/officeDocument/2006/relationships/image" Target="../media/image5200.png"/><Relationship Id="rId298" Type="http://schemas.openxmlformats.org/officeDocument/2006/relationships/customXml" Target="../ink/ink3919.xml"/><Relationship Id="rId116" Type="http://schemas.openxmlformats.org/officeDocument/2006/relationships/customXml" Target="../ink/ink3828.xml"/><Relationship Id="rId137" Type="http://schemas.openxmlformats.org/officeDocument/2006/relationships/image" Target="../media/image4030.png"/><Relationship Id="rId158" Type="http://schemas.openxmlformats.org/officeDocument/2006/relationships/customXml" Target="../ink/ink3849.xml"/><Relationship Id="rId302" Type="http://schemas.openxmlformats.org/officeDocument/2006/relationships/customXml" Target="../ink/ink3921.xml"/><Relationship Id="rId323" Type="http://schemas.openxmlformats.org/officeDocument/2006/relationships/image" Target="../media/image5430.png"/><Relationship Id="rId344" Type="http://schemas.openxmlformats.org/officeDocument/2006/relationships/customXml" Target="../ink/ink3942.xml"/><Relationship Id="rId20" Type="http://schemas.openxmlformats.org/officeDocument/2006/relationships/customXml" Target="../ink/ink3780.xml"/><Relationship Id="rId41" Type="http://schemas.openxmlformats.org/officeDocument/2006/relationships/image" Target="../media/image3530.png"/><Relationship Id="rId62" Type="http://schemas.openxmlformats.org/officeDocument/2006/relationships/customXml" Target="../ink/ink3801.xml"/><Relationship Id="rId83" Type="http://schemas.openxmlformats.org/officeDocument/2006/relationships/image" Target="../media/image3740.png"/><Relationship Id="rId179" Type="http://schemas.openxmlformats.org/officeDocument/2006/relationships/image" Target="../media/image4290.png"/><Relationship Id="rId365" Type="http://schemas.openxmlformats.org/officeDocument/2006/relationships/image" Target="../media/image5630.png"/><Relationship Id="rId190" Type="http://schemas.openxmlformats.org/officeDocument/2006/relationships/customXml" Target="../ink/ink3865.xml"/><Relationship Id="rId204" Type="http://schemas.openxmlformats.org/officeDocument/2006/relationships/customXml" Target="../ink/ink3872.xml"/><Relationship Id="rId225" Type="http://schemas.openxmlformats.org/officeDocument/2006/relationships/image" Target="../media/image4940.png"/><Relationship Id="rId246" Type="http://schemas.openxmlformats.org/officeDocument/2006/relationships/customXml" Target="../ink/ink3893.xml"/><Relationship Id="rId267" Type="http://schemas.openxmlformats.org/officeDocument/2006/relationships/image" Target="../media/image5150.png"/><Relationship Id="rId288" Type="http://schemas.openxmlformats.org/officeDocument/2006/relationships/customXml" Target="../ink/ink3914.xml"/><Relationship Id="rId106" Type="http://schemas.openxmlformats.org/officeDocument/2006/relationships/customXml" Target="../ink/ink3823.xml"/><Relationship Id="rId127" Type="http://schemas.openxmlformats.org/officeDocument/2006/relationships/image" Target="../media/image3960.png"/><Relationship Id="rId313" Type="http://schemas.openxmlformats.org/officeDocument/2006/relationships/image" Target="../media/image5380.png"/><Relationship Id="rId10" Type="http://schemas.openxmlformats.org/officeDocument/2006/relationships/customXml" Target="../ink/ink3775.xml"/><Relationship Id="rId31" Type="http://schemas.openxmlformats.org/officeDocument/2006/relationships/image" Target="../media/image3480.png"/><Relationship Id="rId52" Type="http://schemas.openxmlformats.org/officeDocument/2006/relationships/customXml" Target="../ink/ink3796.xml"/><Relationship Id="rId73" Type="http://schemas.openxmlformats.org/officeDocument/2006/relationships/image" Target="../media/image3690.png"/><Relationship Id="rId94" Type="http://schemas.openxmlformats.org/officeDocument/2006/relationships/customXml" Target="../ink/ink3817.xml"/><Relationship Id="rId148" Type="http://schemas.openxmlformats.org/officeDocument/2006/relationships/customXml" Target="../ink/ink3844.xml"/><Relationship Id="rId169" Type="http://schemas.openxmlformats.org/officeDocument/2006/relationships/image" Target="../media/image4240.png"/><Relationship Id="rId334" Type="http://schemas.openxmlformats.org/officeDocument/2006/relationships/customXml" Target="../ink/ink3937.xml"/><Relationship Id="rId355" Type="http://schemas.openxmlformats.org/officeDocument/2006/relationships/image" Target="../media/image5580.png"/><Relationship Id="rId4" Type="http://schemas.openxmlformats.org/officeDocument/2006/relationships/customXml" Target="../ink/ink3772.xml"/><Relationship Id="rId180" Type="http://schemas.openxmlformats.org/officeDocument/2006/relationships/customXml" Target="../ink/ink3860.xml"/><Relationship Id="rId215" Type="http://schemas.openxmlformats.org/officeDocument/2006/relationships/image" Target="../media/image4470.png"/><Relationship Id="rId236" Type="http://schemas.openxmlformats.org/officeDocument/2006/relationships/customXml" Target="../ink/ink3888.xml"/><Relationship Id="rId257" Type="http://schemas.openxmlformats.org/officeDocument/2006/relationships/image" Target="../media/image5101.png"/><Relationship Id="rId278" Type="http://schemas.openxmlformats.org/officeDocument/2006/relationships/customXml" Target="../ink/ink3909.xml"/><Relationship Id="rId303" Type="http://schemas.openxmlformats.org/officeDocument/2006/relationships/image" Target="../media/image5330.png"/><Relationship Id="rId42" Type="http://schemas.openxmlformats.org/officeDocument/2006/relationships/customXml" Target="../ink/ink3791.xml"/><Relationship Id="rId84" Type="http://schemas.openxmlformats.org/officeDocument/2006/relationships/customXml" Target="../ink/ink3812.xml"/><Relationship Id="rId138" Type="http://schemas.openxmlformats.org/officeDocument/2006/relationships/customXml" Target="../ink/ink3839.xml"/><Relationship Id="rId345" Type="http://schemas.openxmlformats.org/officeDocument/2006/relationships/image" Target="../media/image5530.png"/><Relationship Id="rId191" Type="http://schemas.openxmlformats.org/officeDocument/2006/relationships/image" Target="../media/image4350.png"/><Relationship Id="rId205" Type="http://schemas.openxmlformats.org/officeDocument/2006/relationships/image" Target="../media/image4420.png"/><Relationship Id="rId247" Type="http://schemas.openxmlformats.org/officeDocument/2006/relationships/image" Target="../media/image5050.png"/><Relationship Id="rId107" Type="http://schemas.openxmlformats.org/officeDocument/2006/relationships/image" Target="../media/image3860.png"/><Relationship Id="rId289" Type="http://schemas.openxmlformats.org/officeDocument/2006/relationships/image" Target="../media/image5260.png"/><Relationship Id="rId11" Type="http://schemas.openxmlformats.org/officeDocument/2006/relationships/image" Target="../media/image3380.png"/><Relationship Id="rId53" Type="http://schemas.openxmlformats.org/officeDocument/2006/relationships/image" Target="../media/image3590.png"/><Relationship Id="rId149" Type="http://schemas.openxmlformats.org/officeDocument/2006/relationships/image" Target="../media/image4140.png"/><Relationship Id="rId314" Type="http://schemas.openxmlformats.org/officeDocument/2006/relationships/customXml" Target="../ink/ink3927.xml"/><Relationship Id="rId356" Type="http://schemas.openxmlformats.org/officeDocument/2006/relationships/customXml" Target="../ink/ink3948.xml"/><Relationship Id="rId95" Type="http://schemas.openxmlformats.org/officeDocument/2006/relationships/image" Target="../media/image3800.png"/><Relationship Id="rId160" Type="http://schemas.openxmlformats.org/officeDocument/2006/relationships/customXml" Target="../ink/ink3850.xml"/><Relationship Id="rId216" Type="http://schemas.openxmlformats.org/officeDocument/2006/relationships/customXml" Target="../ink/ink3878.xml"/><Relationship Id="rId258" Type="http://schemas.openxmlformats.org/officeDocument/2006/relationships/customXml" Target="../ink/ink3899.xml"/><Relationship Id="rId22" Type="http://schemas.openxmlformats.org/officeDocument/2006/relationships/customXml" Target="../ink/ink3781.xml"/><Relationship Id="rId64" Type="http://schemas.openxmlformats.org/officeDocument/2006/relationships/customXml" Target="../ink/ink3802.xml"/><Relationship Id="rId118" Type="http://schemas.openxmlformats.org/officeDocument/2006/relationships/customXml" Target="../ink/ink3829.xml"/><Relationship Id="rId325" Type="http://schemas.openxmlformats.org/officeDocument/2006/relationships/image" Target="../media/image5440.png"/><Relationship Id="rId367" Type="http://schemas.openxmlformats.org/officeDocument/2006/relationships/image" Target="../media/image5640.png"/><Relationship Id="rId171" Type="http://schemas.openxmlformats.org/officeDocument/2006/relationships/image" Target="../media/image4250.png"/><Relationship Id="rId227" Type="http://schemas.openxmlformats.org/officeDocument/2006/relationships/image" Target="../media/image4950.png"/><Relationship Id="rId269" Type="http://schemas.openxmlformats.org/officeDocument/2006/relationships/image" Target="../media/image5160.png"/><Relationship Id="rId33" Type="http://schemas.openxmlformats.org/officeDocument/2006/relationships/image" Target="../media/image3490.png"/><Relationship Id="rId129" Type="http://schemas.openxmlformats.org/officeDocument/2006/relationships/image" Target="../media/image3970.png"/><Relationship Id="rId280" Type="http://schemas.openxmlformats.org/officeDocument/2006/relationships/customXml" Target="../ink/ink3910.xml"/><Relationship Id="rId336" Type="http://schemas.openxmlformats.org/officeDocument/2006/relationships/customXml" Target="../ink/ink3938.xml"/><Relationship Id="rId75" Type="http://schemas.openxmlformats.org/officeDocument/2006/relationships/image" Target="../media/image3700.png"/><Relationship Id="rId140" Type="http://schemas.openxmlformats.org/officeDocument/2006/relationships/customXml" Target="../ink/ink3840.xml"/><Relationship Id="rId182" Type="http://schemas.openxmlformats.org/officeDocument/2006/relationships/customXml" Target="../ink/ink3861.xml"/><Relationship Id="rId6" Type="http://schemas.openxmlformats.org/officeDocument/2006/relationships/customXml" Target="../ink/ink3773.xml"/><Relationship Id="rId238" Type="http://schemas.openxmlformats.org/officeDocument/2006/relationships/customXml" Target="../ink/ink3889.xml"/><Relationship Id="rId291" Type="http://schemas.openxmlformats.org/officeDocument/2006/relationships/image" Target="../media/image5270.png"/><Relationship Id="rId305" Type="http://schemas.openxmlformats.org/officeDocument/2006/relationships/image" Target="../media/image5340.png"/><Relationship Id="rId347" Type="http://schemas.openxmlformats.org/officeDocument/2006/relationships/image" Target="../media/image5540.png"/><Relationship Id="rId44" Type="http://schemas.openxmlformats.org/officeDocument/2006/relationships/customXml" Target="../ink/ink3792.xml"/><Relationship Id="rId86" Type="http://schemas.openxmlformats.org/officeDocument/2006/relationships/customXml" Target="../ink/ink3813.xml"/><Relationship Id="rId151" Type="http://schemas.openxmlformats.org/officeDocument/2006/relationships/image" Target="../media/image4150.png"/><Relationship Id="rId193" Type="http://schemas.openxmlformats.org/officeDocument/2006/relationships/image" Target="../media/image4360.png"/><Relationship Id="rId207" Type="http://schemas.openxmlformats.org/officeDocument/2006/relationships/image" Target="../media/image4430.png"/><Relationship Id="rId249" Type="http://schemas.openxmlformats.org/officeDocument/2006/relationships/image" Target="../media/image5060.png"/><Relationship Id="rId13" Type="http://schemas.openxmlformats.org/officeDocument/2006/relationships/image" Target="../media/image3390.png"/><Relationship Id="rId109" Type="http://schemas.openxmlformats.org/officeDocument/2006/relationships/image" Target="../media/image3870.png"/><Relationship Id="rId260" Type="http://schemas.openxmlformats.org/officeDocument/2006/relationships/customXml" Target="../ink/ink3900.xml"/><Relationship Id="rId316" Type="http://schemas.openxmlformats.org/officeDocument/2006/relationships/customXml" Target="../ink/ink3928.xml"/><Relationship Id="rId55" Type="http://schemas.openxmlformats.org/officeDocument/2006/relationships/image" Target="../media/image3600.png"/><Relationship Id="rId97" Type="http://schemas.openxmlformats.org/officeDocument/2006/relationships/image" Target="../media/image3811.png"/><Relationship Id="rId120" Type="http://schemas.openxmlformats.org/officeDocument/2006/relationships/customXml" Target="../ink/ink3830.xml"/><Relationship Id="rId358" Type="http://schemas.openxmlformats.org/officeDocument/2006/relationships/customXml" Target="../ink/ink3949.xml"/><Relationship Id="rId162" Type="http://schemas.openxmlformats.org/officeDocument/2006/relationships/customXml" Target="../ink/ink3851.xml"/><Relationship Id="rId218" Type="http://schemas.openxmlformats.org/officeDocument/2006/relationships/customXml" Target="../ink/ink3879.xml"/><Relationship Id="rId271" Type="http://schemas.openxmlformats.org/officeDocument/2006/relationships/image" Target="../media/image5170.png"/><Relationship Id="rId24" Type="http://schemas.openxmlformats.org/officeDocument/2006/relationships/customXml" Target="../ink/ink3782.xml"/><Relationship Id="rId66" Type="http://schemas.openxmlformats.org/officeDocument/2006/relationships/customXml" Target="../ink/ink3803.xml"/><Relationship Id="rId131" Type="http://schemas.openxmlformats.org/officeDocument/2006/relationships/image" Target="../media/image3980.png"/><Relationship Id="rId327" Type="http://schemas.openxmlformats.org/officeDocument/2006/relationships/image" Target="../media/image5450.png"/><Relationship Id="rId173" Type="http://schemas.openxmlformats.org/officeDocument/2006/relationships/image" Target="../media/image4260.png"/><Relationship Id="rId229" Type="http://schemas.openxmlformats.org/officeDocument/2006/relationships/image" Target="../media/image4960.png"/><Relationship Id="rId240" Type="http://schemas.openxmlformats.org/officeDocument/2006/relationships/customXml" Target="../ink/ink3890.xml"/><Relationship Id="rId35" Type="http://schemas.openxmlformats.org/officeDocument/2006/relationships/image" Target="../media/image3500.png"/><Relationship Id="rId77" Type="http://schemas.openxmlformats.org/officeDocument/2006/relationships/image" Target="../media/image3711.png"/><Relationship Id="rId100" Type="http://schemas.openxmlformats.org/officeDocument/2006/relationships/customXml" Target="../ink/ink3820.xml"/><Relationship Id="rId282" Type="http://schemas.openxmlformats.org/officeDocument/2006/relationships/customXml" Target="../ink/ink3911.xml"/><Relationship Id="rId338" Type="http://schemas.openxmlformats.org/officeDocument/2006/relationships/customXml" Target="../ink/ink3939.xml"/><Relationship Id="rId8" Type="http://schemas.openxmlformats.org/officeDocument/2006/relationships/customXml" Target="../ink/ink3774.xml"/><Relationship Id="rId142" Type="http://schemas.openxmlformats.org/officeDocument/2006/relationships/customXml" Target="../ink/ink3841.xml"/><Relationship Id="rId184" Type="http://schemas.openxmlformats.org/officeDocument/2006/relationships/customXml" Target="../ink/ink3862.xml"/><Relationship Id="rId251" Type="http://schemas.openxmlformats.org/officeDocument/2006/relationships/image" Target="../media/image5070.png"/><Relationship Id="rId46" Type="http://schemas.openxmlformats.org/officeDocument/2006/relationships/customXml" Target="../ink/ink3793.xml"/><Relationship Id="rId293" Type="http://schemas.openxmlformats.org/officeDocument/2006/relationships/image" Target="../media/image5280.png"/><Relationship Id="rId307" Type="http://schemas.openxmlformats.org/officeDocument/2006/relationships/image" Target="../media/image5350.png"/><Relationship Id="rId349" Type="http://schemas.openxmlformats.org/officeDocument/2006/relationships/image" Target="../media/image5550.png"/><Relationship Id="rId88" Type="http://schemas.openxmlformats.org/officeDocument/2006/relationships/customXml" Target="../ink/ink3814.xml"/><Relationship Id="rId111" Type="http://schemas.openxmlformats.org/officeDocument/2006/relationships/image" Target="../media/image3880.png"/><Relationship Id="rId153" Type="http://schemas.openxmlformats.org/officeDocument/2006/relationships/image" Target="../media/image4160.png"/><Relationship Id="rId195" Type="http://schemas.openxmlformats.org/officeDocument/2006/relationships/image" Target="../media/image4370.png"/><Relationship Id="rId209" Type="http://schemas.openxmlformats.org/officeDocument/2006/relationships/image" Target="../media/image4440.png"/><Relationship Id="rId360" Type="http://schemas.openxmlformats.org/officeDocument/2006/relationships/customXml" Target="../ink/ink3950.xml"/></Relationships>
</file>

<file path=ppt/slides/_rels/slide39.xml.rels><?xml version="1.0" encoding="UTF-8" standalone="yes"?>
<Relationships xmlns="http://schemas.openxmlformats.org/package/2006/relationships"><Relationship Id="rId117" Type="http://schemas.openxmlformats.org/officeDocument/2006/relationships/image" Target="../media/image6220.png"/><Relationship Id="rId21" Type="http://schemas.openxmlformats.org/officeDocument/2006/relationships/image" Target="../media/image5740.png"/><Relationship Id="rId42" Type="http://schemas.openxmlformats.org/officeDocument/2006/relationships/customXml" Target="../ink/ink3974.xml"/><Relationship Id="rId63" Type="http://schemas.openxmlformats.org/officeDocument/2006/relationships/image" Target="../media/image5950.png"/><Relationship Id="rId84" Type="http://schemas.openxmlformats.org/officeDocument/2006/relationships/customXml" Target="../ink/ink3995.xml"/><Relationship Id="rId138" Type="http://schemas.openxmlformats.org/officeDocument/2006/relationships/customXml" Target="../ink/ink4022.xml"/><Relationship Id="rId159" Type="http://schemas.openxmlformats.org/officeDocument/2006/relationships/image" Target="../media/image6430.png"/><Relationship Id="rId107" Type="http://schemas.openxmlformats.org/officeDocument/2006/relationships/image" Target="../media/image6170.png"/><Relationship Id="rId11" Type="http://schemas.openxmlformats.org/officeDocument/2006/relationships/image" Target="../media/image5690.png"/><Relationship Id="rId32" Type="http://schemas.openxmlformats.org/officeDocument/2006/relationships/customXml" Target="../ink/ink3969.xml"/><Relationship Id="rId53" Type="http://schemas.openxmlformats.org/officeDocument/2006/relationships/image" Target="../media/image5900.png"/><Relationship Id="rId74" Type="http://schemas.openxmlformats.org/officeDocument/2006/relationships/customXml" Target="../ink/ink3990.xml"/><Relationship Id="rId128" Type="http://schemas.openxmlformats.org/officeDocument/2006/relationships/customXml" Target="../ink/ink4017.xml"/><Relationship Id="rId149" Type="http://schemas.openxmlformats.org/officeDocument/2006/relationships/image" Target="../media/image6380.png"/><Relationship Id="rId5" Type="http://schemas.openxmlformats.org/officeDocument/2006/relationships/image" Target="../media/image5660.png"/><Relationship Id="rId95" Type="http://schemas.openxmlformats.org/officeDocument/2006/relationships/image" Target="../media/image6111.png"/><Relationship Id="rId22" Type="http://schemas.openxmlformats.org/officeDocument/2006/relationships/customXml" Target="../ink/ink3964.xml"/><Relationship Id="rId43" Type="http://schemas.openxmlformats.org/officeDocument/2006/relationships/image" Target="../media/image5850.png"/><Relationship Id="rId64" Type="http://schemas.openxmlformats.org/officeDocument/2006/relationships/customXml" Target="../ink/ink3985.xml"/><Relationship Id="rId118" Type="http://schemas.openxmlformats.org/officeDocument/2006/relationships/customXml" Target="../ink/ink4012.xml"/><Relationship Id="rId139" Type="http://schemas.openxmlformats.org/officeDocument/2006/relationships/image" Target="../media/image6330.png"/><Relationship Id="rId80" Type="http://schemas.openxmlformats.org/officeDocument/2006/relationships/customXml" Target="../ink/ink3993.xml"/><Relationship Id="rId85" Type="http://schemas.openxmlformats.org/officeDocument/2006/relationships/image" Target="../media/image6060.png"/><Relationship Id="rId150" Type="http://schemas.openxmlformats.org/officeDocument/2006/relationships/customXml" Target="../ink/ink4028.xml"/><Relationship Id="rId155" Type="http://schemas.openxmlformats.org/officeDocument/2006/relationships/image" Target="../media/image6411.png"/><Relationship Id="rId12" Type="http://schemas.openxmlformats.org/officeDocument/2006/relationships/customXml" Target="../ink/ink3959.xml"/><Relationship Id="rId17" Type="http://schemas.openxmlformats.org/officeDocument/2006/relationships/image" Target="../media/image5720.png"/><Relationship Id="rId33" Type="http://schemas.openxmlformats.org/officeDocument/2006/relationships/image" Target="../media/image5800.png"/><Relationship Id="rId38" Type="http://schemas.openxmlformats.org/officeDocument/2006/relationships/customXml" Target="../ink/ink3972.xml"/><Relationship Id="rId59" Type="http://schemas.openxmlformats.org/officeDocument/2006/relationships/image" Target="../media/image5930.png"/><Relationship Id="rId103" Type="http://schemas.openxmlformats.org/officeDocument/2006/relationships/image" Target="../media/image6150.png"/><Relationship Id="rId108" Type="http://schemas.openxmlformats.org/officeDocument/2006/relationships/customXml" Target="../ink/ink4007.xml"/><Relationship Id="rId124" Type="http://schemas.openxmlformats.org/officeDocument/2006/relationships/customXml" Target="../ink/ink4015.xml"/><Relationship Id="rId129" Type="http://schemas.openxmlformats.org/officeDocument/2006/relationships/image" Target="../media/image6280.png"/><Relationship Id="rId54" Type="http://schemas.openxmlformats.org/officeDocument/2006/relationships/customXml" Target="../ink/ink3980.xml"/><Relationship Id="rId70" Type="http://schemas.openxmlformats.org/officeDocument/2006/relationships/customXml" Target="../ink/ink3988.xml"/><Relationship Id="rId75" Type="http://schemas.openxmlformats.org/officeDocument/2006/relationships/image" Target="../media/image6011.png"/><Relationship Id="rId91" Type="http://schemas.openxmlformats.org/officeDocument/2006/relationships/image" Target="../media/image6090.png"/><Relationship Id="rId96" Type="http://schemas.openxmlformats.org/officeDocument/2006/relationships/customXml" Target="../ink/ink4001.xml"/><Relationship Id="rId140" Type="http://schemas.openxmlformats.org/officeDocument/2006/relationships/customXml" Target="../ink/ink4023.xml"/><Relationship Id="rId145" Type="http://schemas.openxmlformats.org/officeDocument/2006/relationships/image" Target="../media/image6360.png"/><Relationship Id="rId1" Type="http://schemas.openxmlformats.org/officeDocument/2006/relationships/slideLayout" Target="../slideLayouts/slideLayout7.xml"/><Relationship Id="rId6" Type="http://schemas.openxmlformats.org/officeDocument/2006/relationships/customXml" Target="../ink/ink3956.xml"/><Relationship Id="rId23" Type="http://schemas.openxmlformats.org/officeDocument/2006/relationships/image" Target="../media/image5750.png"/><Relationship Id="rId28" Type="http://schemas.openxmlformats.org/officeDocument/2006/relationships/customXml" Target="../ink/ink3967.xml"/><Relationship Id="rId49" Type="http://schemas.openxmlformats.org/officeDocument/2006/relationships/image" Target="../media/image5880.png"/><Relationship Id="rId114" Type="http://schemas.openxmlformats.org/officeDocument/2006/relationships/customXml" Target="../ink/ink4010.xml"/><Relationship Id="rId119" Type="http://schemas.openxmlformats.org/officeDocument/2006/relationships/image" Target="../media/image6230.png"/><Relationship Id="rId44" Type="http://schemas.openxmlformats.org/officeDocument/2006/relationships/customXml" Target="../ink/ink3975.xml"/><Relationship Id="rId60" Type="http://schemas.openxmlformats.org/officeDocument/2006/relationships/customXml" Target="../ink/ink3983.xml"/><Relationship Id="rId65" Type="http://schemas.openxmlformats.org/officeDocument/2006/relationships/image" Target="../media/image5960.png"/><Relationship Id="rId81" Type="http://schemas.openxmlformats.org/officeDocument/2006/relationships/image" Target="../media/image6040.png"/><Relationship Id="rId86" Type="http://schemas.openxmlformats.org/officeDocument/2006/relationships/customXml" Target="../ink/ink3996.xml"/><Relationship Id="rId130" Type="http://schemas.openxmlformats.org/officeDocument/2006/relationships/customXml" Target="../ink/ink4018.xml"/><Relationship Id="rId135" Type="http://schemas.openxmlformats.org/officeDocument/2006/relationships/image" Target="../media/image6311.png"/><Relationship Id="rId151" Type="http://schemas.openxmlformats.org/officeDocument/2006/relationships/image" Target="../media/image6390.png"/><Relationship Id="rId156" Type="http://schemas.openxmlformats.org/officeDocument/2006/relationships/customXml" Target="../ink/ink4031.xml"/><Relationship Id="rId13" Type="http://schemas.openxmlformats.org/officeDocument/2006/relationships/image" Target="../media/image5700.png"/><Relationship Id="rId18" Type="http://schemas.openxmlformats.org/officeDocument/2006/relationships/customXml" Target="../ink/ink3962.xml"/><Relationship Id="rId39" Type="http://schemas.openxmlformats.org/officeDocument/2006/relationships/image" Target="../media/image5830.png"/><Relationship Id="rId109" Type="http://schemas.openxmlformats.org/officeDocument/2006/relationships/image" Target="../media/image6180.png"/><Relationship Id="rId34" Type="http://schemas.openxmlformats.org/officeDocument/2006/relationships/customXml" Target="../ink/ink3970.xml"/><Relationship Id="rId50" Type="http://schemas.openxmlformats.org/officeDocument/2006/relationships/customXml" Target="../ink/ink3978.xml"/><Relationship Id="rId55" Type="http://schemas.openxmlformats.org/officeDocument/2006/relationships/image" Target="../media/image5911.png"/><Relationship Id="rId76" Type="http://schemas.openxmlformats.org/officeDocument/2006/relationships/customXml" Target="../ink/ink3991.xml"/><Relationship Id="rId97" Type="http://schemas.openxmlformats.org/officeDocument/2006/relationships/image" Target="../media/image6120.png"/><Relationship Id="rId104" Type="http://schemas.openxmlformats.org/officeDocument/2006/relationships/customXml" Target="../ink/ink4005.xml"/><Relationship Id="rId120" Type="http://schemas.openxmlformats.org/officeDocument/2006/relationships/customXml" Target="../ink/ink4013.xml"/><Relationship Id="rId125" Type="http://schemas.openxmlformats.org/officeDocument/2006/relationships/image" Target="../media/image6260.png"/><Relationship Id="rId141" Type="http://schemas.openxmlformats.org/officeDocument/2006/relationships/image" Target="../media/image6340.png"/><Relationship Id="rId146" Type="http://schemas.openxmlformats.org/officeDocument/2006/relationships/customXml" Target="../ink/ink4026.xml"/><Relationship Id="rId7" Type="http://schemas.openxmlformats.org/officeDocument/2006/relationships/image" Target="../media/image5670.png"/><Relationship Id="rId71" Type="http://schemas.openxmlformats.org/officeDocument/2006/relationships/image" Target="../media/image5990.png"/><Relationship Id="rId92" Type="http://schemas.openxmlformats.org/officeDocument/2006/relationships/customXml" Target="../ink/ink3999.xml"/><Relationship Id="rId2" Type="http://schemas.openxmlformats.org/officeDocument/2006/relationships/customXml" Target="../ink/ink3954.xml"/><Relationship Id="rId29" Type="http://schemas.openxmlformats.org/officeDocument/2006/relationships/image" Target="../media/image5780.png"/><Relationship Id="rId24" Type="http://schemas.openxmlformats.org/officeDocument/2006/relationships/customXml" Target="../ink/ink3965.xml"/><Relationship Id="rId40" Type="http://schemas.openxmlformats.org/officeDocument/2006/relationships/customXml" Target="../ink/ink3973.xml"/><Relationship Id="rId45" Type="http://schemas.openxmlformats.org/officeDocument/2006/relationships/image" Target="../media/image5860.png"/><Relationship Id="rId66" Type="http://schemas.openxmlformats.org/officeDocument/2006/relationships/customXml" Target="../ink/ink3986.xml"/><Relationship Id="rId87" Type="http://schemas.openxmlformats.org/officeDocument/2006/relationships/image" Target="../media/image6070.png"/><Relationship Id="rId110" Type="http://schemas.openxmlformats.org/officeDocument/2006/relationships/customXml" Target="../ink/ink4008.xml"/><Relationship Id="rId115" Type="http://schemas.openxmlformats.org/officeDocument/2006/relationships/image" Target="../media/image6211.png"/><Relationship Id="rId131" Type="http://schemas.openxmlformats.org/officeDocument/2006/relationships/image" Target="../media/image6290.png"/><Relationship Id="rId136" Type="http://schemas.openxmlformats.org/officeDocument/2006/relationships/customXml" Target="../ink/ink4021.xml"/><Relationship Id="rId157" Type="http://schemas.openxmlformats.org/officeDocument/2006/relationships/image" Target="../media/image6420.png"/><Relationship Id="rId61" Type="http://schemas.openxmlformats.org/officeDocument/2006/relationships/image" Target="../media/image5940.png"/><Relationship Id="rId82" Type="http://schemas.openxmlformats.org/officeDocument/2006/relationships/customXml" Target="../ink/ink3994.xml"/><Relationship Id="rId152" Type="http://schemas.openxmlformats.org/officeDocument/2006/relationships/customXml" Target="../ink/ink4029.xml"/><Relationship Id="rId19" Type="http://schemas.openxmlformats.org/officeDocument/2006/relationships/image" Target="../media/image5730.png"/><Relationship Id="rId14" Type="http://schemas.openxmlformats.org/officeDocument/2006/relationships/customXml" Target="../ink/ink3960.xml"/><Relationship Id="rId30" Type="http://schemas.openxmlformats.org/officeDocument/2006/relationships/customXml" Target="../ink/ink3968.xml"/><Relationship Id="rId35" Type="http://schemas.openxmlformats.org/officeDocument/2006/relationships/image" Target="../media/image5811.png"/><Relationship Id="rId56" Type="http://schemas.openxmlformats.org/officeDocument/2006/relationships/customXml" Target="../ink/ink3981.xml"/><Relationship Id="rId77" Type="http://schemas.openxmlformats.org/officeDocument/2006/relationships/image" Target="../media/image6020.png"/><Relationship Id="rId100" Type="http://schemas.openxmlformats.org/officeDocument/2006/relationships/customXml" Target="../ink/ink4003.xml"/><Relationship Id="rId105" Type="http://schemas.openxmlformats.org/officeDocument/2006/relationships/image" Target="../media/image6160.png"/><Relationship Id="rId126" Type="http://schemas.openxmlformats.org/officeDocument/2006/relationships/customXml" Target="../ink/ink4016.xml"/><Relationship Id="rId147" Type="http://schemas.openxmlformats.org/officeDocument/2006/relationships/image" Target="../media/image6370.png"/><Relationship Id="rId8" Type="http://schemas.openxmlformats.org/officeDocument/2006/relationships/customXml" Target="../ink/ink3957.xml"/><Relationship Id="rId51" Type="http://schemas.openxmlformats.org/officeDocument/2006/relationships/image" Target="../media/image5890.png"/><Relationship Id="rId72" Type="http://schemas.openxmlformats.org/officeDocument/2006/relationships/customXml" Target="../ink/ink3989.xml"/><Relationship Id="rId93" Type="http://schemas.openxmlformats.org/officeDocument/2006/relationships/image" Target="../media/image6100.png"/><Relationship Id="rId98" Type="http://schemas.openxmlformats.org/officeDocument/2006/relationships/customXml" Target="../ink/ink4002.xml"/><Relationship Id="rId121" Type="http://schemas.openxmlformats.org/officeDocument/2006/relationships/image" Target="../media/image6240.png"/><Relationship Id="rId142" Type="http://schemas.openxmlformats.org/officeDocument/2006/relationships/customXml" Target="../ink/ink4024.xml"/><Relationship Id="rId3" Type="http://schemas.openxmlformats.org/officeDocument/2006/relationships/image" Target="../media/image5650.png"/><Relationship Id="rId25" Type="http://schemas.openxmlformats.org/officeDocument/2006/relationships/image" Target="../media/image5760.png"/><Relationship Id="rId46" Type="http://schemas.openxmlformats.org/officeDocument/2006/relationships/customXml" Target="../ink/ink3976.xml"/><Relationship Id="rId67" Type="http://schemas.openxmlformats.org/officeDocument/2006/relationships/image" Target="../media/image5970.png"/><Relationship Id="rId116" Type="http://schemas.openxmlformats.org/officeDocument/2006/relationships/customXml" Target="../ink/ink4011.xml"/><Relationship Id="rId137" Type="http://schemas.openxmlformats.org/officeDocument/2006/relationships/image" Target="../media/image6320.png"/><Relationship Id="rId158" Type="http://schemas.openxmlformats.org/officeDocument/2006/relationships/customXml" Target="../ink/ink4032.xml"/><Relationship Id="rId20" Type="http://schemas.openxmlformats.org/officeDocument/2006/relationships/customXml" Target="../ink/ink3963.xml"/><Relationship Id="rId41" Type="http://schemas.openxmlformats.org/officeDocument/2006/relationships/image" Target="../media/image5840.png"/><Relationship Id="rId62" Type="http://schemas.openxmlformats.org/officeDocument/2006/relationships/customXml" Target="../ink/ink3984.xml"/><Relationship Id="rId83" Type="http://schemas.openxmlformats.org/officeDocument/2006/relationships/image" Target="../media/image6050.png"/><Relationship Id="rId88" Type="http://schemas.openxmlformats.org/officeDocument/2006/relationships/customXml" Target="../ink/ink3997.xml"/><Relationship Id="rId111" Type="http://schemas.openxmlformats.org/officeDocument/2006/relationships/image" Target="../media/image6190.png"/><Relationship Id="rId132" Type="http://schemas.openxmlformats.org/officeDocument/2006/relationships/customXml" Target="../ink/ink4019.xml"/><Relationship Id="rId153" Type="http://schemas.openxmlformats.org/officeDocument/2006/relationships/image" Target="../media/image6400.png"/><Relationship Id="rId15" Type="http://schemas.openxmlformats.org/officeDocument/2006/relationships/image" Target="../media/image5711.png"/><Relationship Id="rId36" Type="http://schemas.openxmlformats.org/officeDocument/2006/relationships/customXml" Target="../ink/ink3971.xml"/><Relationship Id="rId57" Type="http://schemas.openxmlformats.org/officeDocument/2006/relationships/image" Target="../media/image5920.png"/><Relationship Id="rId106" Type="http://schemas.openxmlformats.org/officeDocument/2006/relationships/customXml" Target="../ink/ink4006.xml"/><Relationship Id="rId127" Type="http://schemas.openxmlformats.org/officeDocument/2006/relationships/image" Target="../media/image6270.png"/><Relationship Id="rId10" Type="http://schemas.openxmlformats.org/officeDocument/2006/relationships/customXml" Target="../ink/ink3958.xml"/><Relationship Id="rId31" Type="http://schemas.openxmlformats.org/officeDocument/2006/relationships/image" Target="../media/image5790.png"/><Relationship Id="rId52" Type="http://schemas.openxmlformats.org/officeDocument/2006/relationships/customXml" Target="../ink/ink3979.xml"/><Relationship Id="rId73" Type="http://schemas.openxmlformats.org/officeDocument/2006/relationships/image" Target="../media/image6000.png"/><Relationship Id="rId78" Type="http://schemas.openxmlformats.org/officeDocument/2006/relationships/customXml" Target="../ink/ink3992.xml"/><Relationship Id="rId94" Type="http://schemas.openxmlformats.org/officeDocument/2006/relationships/customXml" Target="../ink/ink4000.xml"/><Relationship Id="rId99" Type="http://schemas.openxmlformats.org/officeDocument/2006/relationships/image" Target="../media/image6130.png"/><Relationship Id="rId101" Type="http://schemas.openxmlformats.org/officeDocument/2006/relationships/image" Target="../media/image6140.png"/><Relationship Id="rId122" Type="http://schemas.openxmlformats.org/officeDocument/2006/relationships/customXml" Target="../ink/ink4014.xml"/><Relationship Id="rId143" Type="http://schemas.openxmlformats.org/officeDocument/2006/relationships/image" Target="../media/image6350.png"/><Relationship Id="rId148" Type="http://schemas.openxmlformats.org/officeDocument/2006/relationships/customXml" Target="../ink/ink4027.xml"/><Relationship Id="rId4" Type="http://schemas.openxmlformats.org/officeDocument/2006/relationships/customXml" Target="../ink/ink3955.xml"/><Relationship Id="rId9" Type="http://schemas.openxmlformats.org/officeDocument/2006/relationships/image" Target="../media/image5680.png"/><Relationship Id="rId26" Type="http://schemas.openxmlformats.org/officeDocument/2006/relationships/customXml" Target="../ink/ink3966.xml"/><Relationship Id="rId47" Type="http://schemas.openxmlformats.org/officeDocument/2006/relationships/image" Target="../media/image5870.png"/><Relationship Id="rId68" Type="http://schemas.openxmlformats.org/officeDocument/2006/relationships/customXml" Target="../ink/ink3987.xml"/><Relationship Id="rId89" Type="http://schemas.openxmlformats.org/officeDocument/2006/relationships/image" Target="../media/image6080.png"/><Relationship Id="rId112" Type="http://schemas.openxmlformats.org/officeDocument/2006/relationships/customXml" Target="../ink/ink4009.xml"/><Relationship Id="rId133" Type="http://schemas.openxmlformats.org/officeDocument/2006/relationships/image" Target="../media/image6300.png"/><Relationship Id="rId154" Type="http://schemas.openxmlformats.org/officeDocument/2006/relationships/customXml" Target="../ink/ink4030.xml"/><Relationship Id="rId16" Type="http://schemas.openxmlformats.org/officeDocument/2006/relationships/customXml" Target="../ink/ink3961.xml"/><Relationship Id="rId37" Type="http://schemas.openxmlformats.org/officeDocument/2006/relationships/image" Target="../media/image5820.png"/><Relationship Id="rId58" Type="http://schemas.openxmlformats.org/officeDocument/2006/relationships/customXml" Target="../ink/ink3982.xml"/><Relationship Id="rId79" Type="http://schemas.openxmlformats.org/officeDocument/2006/relationships/image" Target="../media/image6030.png"/><Relationship Id="rId102" Type="http://schemas.openxmlformats.org/officeDocument/2006/relationships/customXml" Target="../ink/ink4004.xml"/><Relationship Id="rId123" Type="http://schemas.openxmlformats.org/officeDocument/2006/relationships/image" Target="../media/image6250.png"/><Relationship Id="rId144" Type="http://schemas.openxmlformats.org/officeDocument/2006/relationships/customXml" Target="../ink/ink4025.xml"/><Relationship Id="rId90" Type="http://schemas.openxmlformats.org/officeDocument/2006/relationships/customXml" Target="../ink/ink3998.xml"/><Relationship Id="rId27" Type="http://schemas.openxmlformats.org/officeDocument/2006/relationships/image" Target="../media/image5770.png"/><Relationship Id="rId48" Type="http://schemas.openxmlformats.org/officeDocument/2006/relationships/customXml" Target="../ink/ink3977.xml"/><Relationship Id="rId69" Type="http://schemas.openxmlformats.org/officeDocument/2006/relationships/image" Target="../media/image5980.png"/><Relationship Id="rId113" Type="http://schemas.openxmlformats.org/officeDocument/2006/relationships/image" Target="../media/image6200.png"/><Relationship Id="rId134" Type="http://schemas.openxmlformats.org/officeDocument/2006/relationships/customXml" Target="../ink/ink4020.xml"/></Relationships>
</file>

<file path=ppt/slides/_rels/slide40.xml.rels><?xml version="1.0" encoding="UTF-8" standalone="yes"?>
<Relationships xmlns="http://schemas.openxmlformats.org/package/2006/relationships"><Relationship Id="rId117" Type="http://schemas.openxmlformats.org/officeDocument/2006/relationships/customXml" Target="../ink/ink4090.xml"/><Relationship Id="rId299" Type="http://schemas.openxmlformats.org/officeDocument/2006/relationships/customXml" Target="../ink/ink4214.xml"/><Relationship Id="rId21" Type="http://schemas.openxmlformats.org/officeDocument/2006/relationships/customXml" Target="../ink/ink4042.xml"/><Relationship Id="rId63" Type="http://schemas.openxmlformats.org/officeDocument/2006/relationships/customXml" Target="../ink/ink4063.xml"/><Relationship Id="rId159" Type="http://schemas.openxmlformats.org/officeDocument/2006/relationships/customXml" Target="../ink/ink4111.xml"/><Relationship Id="rId324" Type="http://schemas.openxmlformats.org/officeDocument/2006/relationships/image" Target="../media/image6650.png"/><Relationship Id="rId170" Type="http://schemas.openxmlformats.org/officeDocument/2006/relationships/image" Target="../media/image4250.png"/><Relationship Id="rId226" Type="http://schemas.openxmlformats.org/officeDocument/2006/relationships/customXml" Target="../ink/ink4149.xml"/><Relationship Id="rId268" Type="http://schemas.openxmlformats.org/officeDocument/2006/relationships/customXml" Target="../ink/ink4191.xml"/><Relationship Id="rId32" Type="http://schemas.openxmlformats.org/officeDocument/2006/relationships/image" Target="../media/image3480.png"/><Relationship Id="rId74" Type="http://schemas.openxmlformats.org/officeDocument/2006/relationships/image" Target="../media/image3690.png"/><Relationship Id="rId128" Type="http://schemas.openxmlformats.org/officeDocument/2006/relationships/image" Target="../media/image3960.png"/><Relationship Id="rId335" Type="http://schemas.openxmlformats.org/officeDocument/2006/relationships/customXml" Target="../ink/ink4232.xml"/><Relationship Id="rId5" Type="http://schemas.openxmlformats.org/officeDocument/2006/relationships/customXml" Target="../ink/ink4034.xml"/><Relationship Id="rId181" Type="http://schemas.openxmlformats.org/officeDocument/2006/relationships/customXml" Target="../ink/ink4122.xml"/><Relationship Id="rId237" Type="http://schemas.openxmlformats.org/officeDocument/2006/relationships/customXml" Target="../ink/ink4160.xml"/><Relationship Id="rId279" Type="http://schemas.openxmlformats.org/officeDocument/2006/relationships/customXml" Target="../ink/ink4202.xml"/><Relationship Id="rId43" Type="http://schemas.openxmlformats.org/officeDocument/2006/relationships/customXml" Target="../ink/ink4053.xml"/><Relationship Id="rId139" Type="http://schemas.openxmlformats.org/officeDocument/2006/relationships/customXml" Target="../ink/ink4101.xml"/><Relationship Id="rId290" Type="http://schemas.openxmlformats.org/officeDocument/2006/relationships/image" Target="../media/image6480.png"/><Relationship Id="rId304" Type="http://schemas.openxmlformats.org/officeDocument/2006/relationships/image" Target="../media/image6550.png"/><Relationship Id="rId85" Type="http://schemas.openxmlformats.org/officeDocument/2006/relationships/customXml" Target="../ink/ink4074.xml"/><Relationship Id="rId150" Type="http://schemas.openxmlformats.org/officeDocument/2006/relationships/image" Target="../media/image4140.png"/><Relationship Id="rId192" Type="http://schemas.openxmlformats.org/officeDocument/2006/relationships/image" Target="../media/image4360.png"/><Relationship Id="rId206" Type="http://schemas.openxmlformats.org/officeDocument/2006/relationships/image" Target="../media/image4480.png"/><Relationship Id="rId248" Type="http://schemas.openxmlformats.org/officeDocument/2006/relationships/customXml" Target="../ink/ink4171.xml"/><Relationship Id="rId12" Type="http://schemas.openxmlformats.org/officeDocument/2006/relationships/image" Target="../media/image3380.png"/><Relationship Id="rId108" Type="http://schemas.openxmlformats.org/officeDocument/2006/relationships/image" Target="../media/image3860.png"/><Relationship Id="rId315" Type="http://schemas.openxmlformats.org/officeDocument/2006/relationships/customXml" Target="../ink/ink4222.xml"/><Relationship Id="rId54" Type="http://schemas.openxmlformats.org/officeDocument/2006/relationships/image" Target="../media/image3590.png"/><Relationship Id="rId96" Type="http://schemas.openxmlformats.org/officeDocument/2006/relationships/image" Target="../media/image3800.png"/><Relationship Id="rId161" Type="http://schemas.openxmlformats.org/officeDocument/2006/relationships/customXml" Target="../ink/ink4112.xml"/><Relationship Id="rId217" Type="http://schemas.openxmlformats.org/officeDocument/2006/relationships/customXml" Target="../ink/ink4140.xml"/><Relationship Id="rId259" Type="http://schemas.openxmlformats.org/officeDocument/2006/relationships/customXml" Target="../ink/ink4182.xml"/><Relationship Id="rId23" Type="http://schemas.openxmlformats.org/officeDocument/2006/relationships/customXml" Target="../ink/ink4043.xml"/><Relationship Id="rId119" Type="http://schemas.openxmlformats.org/officeDocument/2006/relationships/customXml" Target="../ink/ink4091.xml"/><Relationship Id="rId270" Type="http://schemas.openxmlformats.org/officeDocument/2006/relationships/customXml" Target="../ink/ink4193.xml"/><Relationship Id="rId326" Type="http://schemas.openxmlformats.org/officeDocument/2006/relationships/image" Target="../media/image6660.png"/><Relationship Id="rId65" Type="http://schemas.openxmlformats.org/officeDocument/2006/relationships/customXml" Target="../ink/ink4064.xml"/><Relationship Id="rId130" Type="http://schemas.openxmlformats.org/officeDocument/2006/relationships/image" Target="../media/image3970.png"/><Relationship Id="rId172" Type="http://schemas.openxmlformats.org/officeDocument/2006/relationships/image" Target="../media/image4260.png"/><Relationship Id="rId228" Type="http://schemas.openxmlformats.org/officeDocument/2006/relationships/customXml" Target="../ink/ink4151.xml"/><Relationship Id="rId281" Type="http://schemas.openxmlformats.org/officeDocument/2006/relationships/customXml" Target="../ink/ink4204.xml"/><Relationship Id="rId337" Type="http://schemas.openxmlformats.org/officeDocument/2006/relationships/customXml" Target="../ink/ink4233.xml"/><Relationship Id="rId34" Type="http://schemas.openxmlformats.org/officeDocument/2006/relationships/image" Target="../media/image3490.png"/><Relationship Id="rId76" Type="http://schemas.openxmlformats.org/officeDocument/2006/relationships/image" Target="../media/image3700.png"/><Relationship Id="rId141" Type="http://schemas.openxmlformats.org/officeDocument/2006/relationships/customXml" Target="../ink/ink4102.xml"/><Relationship Id="rId7" Type="http://schemas.openxmlformats.org/officeDocument/2006/relationships/customXml" Target="../ink/ink4035.xml"/><Relationship Id="rId183" Type="http://schemas.openxmlformats.org/officeDocument/2006/relationships/customXml" Target="../ink/ink4123.xml"/><Relationship Id="rId239" Type="http://schemas.openxmlformats.org/officeDocument/2006/relationships/customXml" Target="../ink/ink4162.xml"/><Relationship Id="rId250" Type="http://schemas.openxmlformats.org/officeDocument/2006/relationships/customXml" Target="../ink/ink4173.xml"/><Relationship Id="rId292" Type="http://schemas.openxmlformats.org/officeDocument/2006/relationships/image" Target="../media/image6490.png"/><Relationship Id="rId306" Type="http://schemas.openxmlformats.org/officeDocument/2006/relationships/image" Target="../media/image6560.png"/><Relationship Id="rId45" Type="http://schemas.openxmlformats.org/officeDocument/2006/relationships/customXml" Target="../ink/ink4054.xml"/><Relationship Id="rId87" Type="http://schemas.openxmlformats.org/officeDocument/2006/relationships/customXml" Target="../ink/ink4075.xml"/><Relationship Id="rId110" Type="http://schemas.openxmlformats.org/officeDocument/2006/relationships/image" Target="../media/image3870.png"/><Relationship Id="rId152" Type="http://schemas.openxmlformats.org/officeDocument/2006/relationships/image" Target="../media/image4150.png"/><Relationship Id="rId173" Type="http://schemas.openxmlformats.org/officeDocument/2006/relationships/customXml" Target="../ink/ink4118.xml"/><Relationship Id="rId194" Type="http://schemas.openxmlformats.org/officeDocument/2006/relationships/image" Target="../media/image4370.png"/><Relationship Id="rId208" Type="http://schemas.openxmlformats.org/officeDocument/2006/relationships/image" Target="../media/image4490.png"/><Relationship Id="rId229" Type="http://schemas.openxmlformats.org/officeDocument/2006/relationships/customXml" Target="../ink/ink4152.xml"/><Relationship Id="rId240" Type="http://schemas.openxmlformats.org/officeDocument/2006/relationships/customXml" Target="../ink/ink4163.xml"/><Relationship Id="rId261" Type="http://schemas.openxmlformats.org/officeDocument/2006/relationships/customXml" Target="../ink/ink4184.xml"/><Relationship Id="rId14" Type="http://schemas.openxmlformats.org/officeDocument/2006/relationships/image" Target="../media/image3390.png"/><Relationship Id="rId35" Type="http://schemas.openxmlformats.org/officeDocument/2006/relationships/customXml" Target="../ink/ink4049.xml"/><Relationship Id="rId56" Type="http://schemas.openxmlformats.org/officeDocument/2006/relationships/image" Target="../media/image3600.png"/><Relationship Id="rId77" Type="http://schemas.openxmlformats.org/officeDocument/2006/relationships/customXml" Target="../ink/ink4070.xml"/><Relationship Id="rId100" Type="http://schemas.openxmlformats.org/officeDocument/2006/relationships/image" Target="../media/image3820.png"/><Relationship Id="rId282" Type="http://schemas.openxmlformats.org/officeDocument/2006/relationships/customXml" Target="../ink/ink4205.xml"/><Relationship Id="rId317" Type="http://schemas.openxmlformats.org/officeDocument/2006/relationships/customXml" Target="../ink/ink4223.xml"/><Relationship Id="rId338" Type="http://schemas.openxmlformats.org/officeDocument/2006/relationships/image" Target="../media/image6720.png"/><Relationship Id="rId8" Type="http://schemas.openxmlformats.org/officeDocument/2006/relationships/image" Target="../media/image3360.png"/><Relationship Id="rId98" Type="http://schemas.openxmlformats.org/officeDocument/2006/relationships/image" Target="../media/image3811.png"/><Relationship Id="rId121" Type="http://schemas.openxmlformats.org/officeDocument/2006/relationships/customXml" Target="../ink/ink4092.xml"/><Relationship Id="rId142" Type="http://schemas.openxmlformats.org/officeDocument/2006/relationships/image" Target="../media/image4050.png"/><Relationship Id="rId163" Type="http://schemas.openxmlformats.org/officeDocument/2006/relationships/customXml" Target="../ink/ink4113.xml"/><Relationship Id="rId184" Type="http://schemas.openxmlformats.org/officeDocument/2006/relationships/image" Target="../media/image4320.png"/><Relationship Id="rId219" Type="http://schemas.openxmlformats.org/officeDocument/2006/relationships/customXml" Target="../ink/ink4142.xml"/><Relationship Id="rId230" Type="http://schemas.openxmlformats.org/officeDocument/2006/relationships/customXml" Target="../ink/ink4153.xml"/><Relationship Id="rId251" Type="http://schemas.openxmlformats.org/officeDocument/2006/relationships/customXml" Target="../ink/ink4174.xml"/><Relationship Id="rId25" Type="http://schemas.openxmlformats.org/officeDocument/2006/relationships/customXml" Target="../ink/ink4044.xml"/><Relationship Id="rId46" Type="http://schemas.openxmlformats.org/officeDocument/2006/relationships/image" Target="../media/image3550.png"/><Relationship Id="rId67" Type="http://schemas.openxmlformats.org/officeDocument/2006/relationships/customXml" Target="../ink/ink4065.xml"/><Relationship Id="rId272" Type="http://schemas.openxmlformats.org/officeDocument/2006/relationships/customXml" Target="../ink/ink4195.xml"/><Relationship Id="rId293" Type="http://schemas.openxmlformats.org/officeDocument/2006/relationships/customXml" Target="../ink/ink4211.xml"/><Relationship Id="rId307" Type="http://schemas.openxmlformats.org/officeDocument/2006/relationships/customXml" Target="../ink/ink4218.xml"/><Relationship Id="rId328" Type="http://schemas.openxmlformats.org/officeDocument/2006/relationships/image" Target="../media/image6670.png"/><Relationship Id="rId88" Type="http://schemas.openxmlformats.org/officeDocument/2006/relationships/image" Target="../media/image3760.png"/><Relationship Id="rId111" Type="http://schemas.openxmlformats.org/officeDocument/2006/relationships/customXml" Target="../ink/ink4087.xml"/><Relationship Id="rId132" Type="http://schemas.openxmlformats.org/officeDocument/2006/relationships/image" Target="../media/image3980.png"/><Relationship Id="rId153" Type="http://schemas.openxmlformats.org/officeDocument/2006/relationships/customXml" Target="../ink/ink4108.xml"/><Relationship Id="rId174" Type="http://schemas.openxmlformats.org/officeDocument/2006/relationships/image" Target="../media/image4270.png"/><Relationship Id="rId195" Type="http://schemas.openxmlformats.org/officeDocument/2006/relationships/customXml" Target="../ink/ink4129.xml"/><Relationship Id="rId209" Type="http://schemas.openxmlformats.org/officeDocument/2006/relationships/customXml" Target="../ink/ink4136.xml"/><Relationship Id="rId220" Type="http://schemas.openxmlformats.org/officeDocument/2006/relationships/customXml" Target="../ink/ink4143.xml"/><Relationship Id="rId241" Type="http://schemas.openxmlformats.org/officeDocument/2006/relationships/customXml" Target="../ink/ink4164.xml"/><Relationship Id="rId15" Type="http://schemas.openxmlformats.org/officeDocument/2006/relationships/customXml" Target="../ink/ink4039.xml"/><Relationship Id="rId36" Type="http://schemas.openxmlformats.org/officeDocument/2006/relationships/image" Target="../media/image3500.png"/><Relationship Id="rId57" Type="http://schemas.openxmlformats.org/officeDocument/2006/relationships/customXml" Target="../ink/ink4060.xml"/><Relationship Id="rId262" Type="http://schemas.openxmlformats.org/officeDocument/2006/relationships/customXml" Target="../ink/ink4185.xml"/><Relationship Id="rId283" Type="http://schemas.openxmlformats.org/officeDocument/2006/relationships/customXml" Target="../ink/ink4206.xml"/><Relationship Id="rId318" Type="http://schemas.openxmlformats.org/officeDocument/2006/relationships/image" Target="../media/image6620.png"/><Relationship Id="rId78" Type="http://schemas.openxmlformats.org/officeDocument/2006/relationships/image" Target="../media/image3711.png"/><Relationship Id="rId99" Type="http://schemas.openxmlformats.org/officeDocument/2006/relationships/customXml" Target="../ink/ink4081.xml"/><Relationship Id="rId101" Type="http://schemas.openxmlformats.org/officeDocument/2006/relationships/customXml" Target="../ink/ink4082.xml"/><Relationship Id="rId122" Type="http://schemas.openxmlformats.org/officeDocument/2006/relationships/image" Target="../media/image3930.png"/><Relationship Id="rId143" Type="http://schemas.openxmlformats.org/officeDocument/2006/relationships/customXml" Target="../ink/ink4103.xml"/><Relationship Id="rId164" Type="http://schemas.openxmlformats.org/officeDocument/2006/relationships/image" Target="../media/image4220.png"/><Relationship Id="rId185" Type="http://schemas.openxmlformats.org/officeDocument/2006/relationships/customXml" Target="../ink/ink4124.xml"/><Relationship Id="rId9" Type="http://schemas.openxmlformats.org/officeDocument/2006/relationships/customXml" Target="../ink/ink4036.xml"/><Relationship Id="rId210" Type="http://schemas.openxmlformats.org/officeDocument/2006/relationships/image" Target="../media/image4500.png"/><Relationship Id="rId26" Type="http://schemas.openxmlformats.org/officeDocument/2006/relationships/image" Target="../media/image3450.png"/><Relationship Id="rId231" Type="http://schemas.openxmlformats.org/officeDocument/2006/relationships/customXml" Target="../ink/ink4154.xml"/><Relationship Id="rId252" Type="http://schemas.openxmlformats.org/officeDocument/2006/relationships/customXml" Target="../ink/ink4175.xml"/><Relationship Id="rId273" Type="http://schemas.openxmlformats.org/officeDocument/2006/relationships/customXml" Target="../ink/ink4196.xml"/><Relationship Id="rId294" Type="http://schemas.openxmlformats.org/officeDocument/2006/relationships/image" Target="../media/image6500.png"/><Relationship Id="rId308" Type="http://schemas.openxmlformats.org/officeDocument/2006/relationships/image" Target="../media/image6570.png"/><Relationship Id="rId329" Type="http://schemas.openxmlformats.org/officeDocument/2006/relationships/customXml" Target="../ink/ink4229.xml"/><Relationship Id="rId47" Type="http://schemas.openxmlformats.org/officeDocument/2006/relationships/customXml" Target="../ink/ink4055.xml"/><Relationship Id="rId68" Type="http://schemas.openxmlformats.org/officeDocument/2006/relationships/image" Target="../media/image3660.png"/><Relationship Id="rId89" Type="http://schemas.openxmlformats.org/officeDocument/2006/relationships/customXml" Target="../ink/ink4076.xml"/><Relationship Id="rId112" Type="http://schemas.openxmlformats.org/officeDocument/2006/relationships/image" Target="../media/image3880.png"/><Relationship Id="rId133" Type="http://schemas.openxmlformats.org/officeDocument/2006/relationships/customXml" Target="../ink/ink4098.xml"/><Relationship Id="rId154" Type="http://schemas.openxmlformats.org/officeDocument/2006/relationships/image" Target="../media/image4160.png"/><Relationship Id="rId175" Type="http://schemas.openxmlformats.org/officeDocument/2006/relationships/customXml" Target="../ink/ink4119.xml"/><Relationship Id="rId196" Type="http://schemas.openxmlformats.org/officeDocument/2006/relationships/image" Target="../media/image4380.png"/><Relationship Id="rId200" Type="http://schemas.openxmlformats.org/officeDocument/2006/relationships/image" Target="../media/image4450.png"/><Relationship Id="rId16" Type="http://schemas.openxmlformats.org/officeDocument/2006/relationships/image" Target="../media/image3400.png"/><Relationship Id="rId221" Type="http://schemas.openxmlformats.org/officeDocument/2006/relationships/customXml" Target="../ink/ink4144.xml"/><Relationship Id="rId242" Type="http://schemas.openxmlformats.org/officeDocument/2006/relationships/customXml" Target="../ink/ink4165.xml"/><Relationship Id="rId263" Type="http://schemas.openxmlformats.org/officeDocument/2006/relationships/customXml" Target="../ink/ink4186.xml"/><Relationship Id="rId284" Type="http://schemas.openxmlformats.org/officeDocument/2006/relationships/image" Target="../media/image6450.png"/><Relationship Id="rId319" Type="http://schemas.openxmlformats.org/officeDocument/2006/relationships/customXml" Target="../ink/ink4224.xml"/><Relationship Id="rId37" Type="http://schemas.openxmlformats.org/officeDocument/2006/relationships/customXml" Target="../ink/ink4050.xml"/><Relationship Id="rId58" Type="http://schemas.openxmlformats.org/officeDocument/2006/relationships/image" Target="../media/image3611.png"/><Relationship Id="rId79" Type="http://schemas.openxmlformats.org/officeDocument/2006/relationships/customXml" Target="../ink/ink4071.xml"/><Relationship Id="rId102" Type="http://schemas.openxmlformats.org/officeDocument/2006/relationships/image" Target="../media/image3830.png"/><Relationship Id="rId123" Type="http://schemas.openxmlformats.org/officeDocument/2006/relationships/customXml" Target="../ink/ink4093.xml"/><Relationship Id="rId144" Type="http://schemas.openxmlformats.org/officeDocument/2006/relationships/image" Target="../media/image4060.png"/><Relationship Id="rId330" Type="http://schemas.openxmlformats.org/officeDocument/2006/relationships/image" Target="../media/image6680.png"/><Relationship Id="rId90" Type="http://schemas.openxmlformats.org/officeDocument/2006/relationships/image" Target="../media/image3770.png"/><Relationship Id="rId165" Type="http://schemas.openxmlformats.org/officeDocument/2006/relationships/customXml" Target="../ink/ink4114.xml"/><Relationship Id="rId186" Type="http://schemas.openxmlformats.org/officeDocument/2006/relationships/image" Target="../media/image4330.png"/><Relationship Id="rId211" Type="http://schemas.openxmlformats.org/officeDocument/2006/relationships/customXml" Target="../ink/ink4137.xml"/><Relationship Id="rId232" Type="http://schemas.openxmlformats.org/officeDocument/2006/relationships/customXml" Target="../ink/ink4155.xml"/><Relationship Id="rId253" Type="http://schemas.openxmlformats.org/officeDocument/2006/relationships/customXml" Target="../ink/ink4176.xml"/><Relationship Id="rId274" Type="http://schemas.openxmlformats.org/officeDocument/2006/relationships/customXml" Target="../ink/ink4197.xml"/><Relationship Id="rId295" Type="http://schemas.openxmlformats.org/officeDocument/2006/relationships/customXml" Target="../ink/ink4212.xml"/><Relationship Id="rId309" Type="http://schemas.openxmlformats.org/officeDocument/2006/relationships/customXml" Target="../ink/ink4219.xml"/><Relationship Id="rId27" Type="http://schemas.openxmlformats.org/officeDocument/2006/relationships/customXml" Target="../ink/ink4045.xml"/><Relationship Id="rId48" Type="http://schemas.openxmlformats.org/officeDocument/2006/relationships/image" Target="../media/image3560.png"/><Relationship Id="rId69" Type="http://schemas.openxmlformats.org/officeDocument/2006/relationships/customXml" Target="../ink/ink4066.xml"/><Relationship Id="rId113" Type="http://schemas.openxmlformats.org/officeDocument/2006/relationships/customXml" Target="../ink/ink4088.xml"/><Relationship Id="rId134" Type="http://schemas.openxmlformats.org/officeDocument/2006/relationships/image" Target="../media/image3990.png"/><Relationship Id="rId320" Type="http://schemas.openxmlformats.org/officeDocument/2006/relationships/image" Target="../media/image6630.png"/><Relationship Id="rId80" Type="http://schemas.openxmlformats.org/officeDocument/2006/relationships/image" Target="../media/image3720.png"/><Relationship Id="rId155" Type="http://schemas.openxmlformats.org/officeDocument/2006/relationships/customXml" Target="../ink/ink4109.xml"/><Relationship Id="rId176" Type="http://schemas.openxmlformats.org/officeDocument/2006/relationships/image" Target="../media/image4280.png"/><Relationship Id="rId197" Type="http://schemas.openxmlformats.org/officeDocument/2006/relationships/customXml" Target="../ink/ink4130.xml"/><Relationship Id="rId201" Type="http://schemas.openxmlformats.org/officeDocument/2006/relationships/customXml" Target="../ink/ink4132.xml"/><Relationship Id="rId222" Type="http://schemas.openxmlformats.org/officeDocument/2006/relationships/customXml" Target="../ink/ink4145.xml"/><Relationship Id="rId243" Type="http://schemas.openxmlformats.org/officeDocument/2006/relationships/customXml" Target="../ink/ink4166.xml"/><Relationship Id="rId264" Type="http://schemas.openxmlformats.org/officeDocument/2006/relationships/customXml" Target="../ink/ink4187.xml"/><Relationship Id="rId285" Type="http://schemas.openxmlformats.org/officeDocument/2006/relationships/customXml" Target="../ink/ink4207.xml"/><Relationship Id="rId17" Type="http://schemas.openxmlformats.org/officeDocument/2006/relationships/customXml" Target="../ink/ink4040.xml"/><Relationship Id="rId38" Type="http://schemas.openxmlformats.org/officeDocument/2006/relationships/image" Target="../media/image3511.png"/><Relationship Id="rId59" Type="http://schemas.openxmlformats.org/officeDocument/2006/relationships/customXml" Target="../ink/ink4061.xml"/><Relationship Id="rId103" Type="http://schemas.openxmlformats.org/officeDocument/2006/relationships/customXml" Target="../ink/ink4083.xml"/><Relationship Id="rId124" Type="http://schemas.openxmlformats.org/officeDocument/2006/relationships/image" Target="../media/image3940.png"/><Relationship Id="rId310" Type="http://schemas.openxmlformats.org/officeDocument/2006/relationships/image" Target="../media/image6580.png"/><Relationship Id="rId70" Type="http://schemas.openxmlformats.org/officeDocument/2006/relationships/image" Target="../media/image3670.png"/><Relationship Id="rId91" Type="http://schemas.openxmlformats.org/officeDocument/2006/relationships/customXml" Target="../ink/ink4077.xml"/><Relationship Id="rId145" Type="http://schemas.openxmlformats.org/officeDocument/2006/relationships/customXml" Target="../ink/ink4104.xml"/><Relationship Id="rId166" Type="http://schemas.openxmlformats.org/officeDocument/2006/relationships/image" Target="../media/image4230.png"/><Relationship Id="rId187" Type="http://schemas.openxmlformats.org/officeDocument/2006/relationships/customXml" Target="../ink/ink4125.xml"/><Relationship Id="rId331" Type="http://schemas.openxmlformats.org/officeDocument/2006/relationships/customXml" Target="../ink/ink4230.xml"/><Relationship Id="rId1" Type="http://schemas.openxmlformats.org/officeDocument/2006/relationships/slideLayout" Target="../slideLayouts/slideLayout7.xml"/><Relationship Id="rId212" Type="http://schemas.openxmlformats.org/officeDocument/2006/relationships/image" Target="../media/image4960.png"/><Relationship Id="rId233" Type="http://schemas.openxmlformats.org/officeDocument/2006/relationships/customXml" Target="../ink/ink4156.xml"/><Relationship Id="rId254" Type="http://schemas.openxmlformats.org/officeDocument/2006/relationships/customXml" Target="../ink/ink4177.xml"/><Relationship Id="rId28" Type="http://schemas.openxmlformats.org/officeDocument/2006/relationships/image" Target="../media/image3460.png"/><Relationship Id="rId49" Type="http://schemas.openxmlformats.org/officeDocument/2006/relationships/customXml" Target="../ink/ink4056.xml"/><Relationship Id="rId114" Type="http://schemas.openxmlformats.org/officeDocument/2006/relationships/image" Target="../media/image3890.png"/><Relationship Id="rId275" Type="http://schemas.openxmlformats.org/officeDocument/2006/relationships/customXml" Target="../ink/ink4198.xml"/><Relationship Id="rId296" Type="http://schemas.openxmlformats.org/officeDocument/2006/relationships/image" Target="../media/image6511.png"/><Relationship Id="rId300" Type="http://schemas.openxmlformats.org/officeDocument/2006/relationships/image" Target="../media/image6530.png"/><Relationship Id="rId60" Type="http://schemas.openxmlformats.org/officeDocument/2006/relationships/image" Target="../media/image3620.png"/><Relationship Id="rId81" Type="http://schemas.openxmlformats.org/officeDocument/2006/relationships/customXml" Target="../ink/ink4072.xml"/><Relationship Id="rId135" Type="http://schemas.openxmlformats.org/officeDocument/2006/relationships/customXml" Target="../ink/ink4099.xml"/><Relationship Id="rId156" Type="http://schemas.openxmlformats.org/officeDocument/2006/relationships/image" Target="../media/image4170.png"/><Relationship Id="rId177" Type="http://schemas.openxmlformats.org/officeDocument/2006/relationships/customXml" Target="../ink/ink4120.xml"/><Relationship Id="rId198" Type="http://schemas.openxmlformats.org/officeDocument/2006/relationships/image" Target="../media/image4440.png"/><Relationship Id="rId321" Type="http://schemas.openxmlformats.org/officeDocument/2006/relationships/customXml" Target="../ink/ink4225.xml"/><Relationship Id="rId202" Type="http://schemas.openxmlformats.org/officeDocument/2006/relationships/image" Target="../media/image4460.png"/><Relationship Id="rId223" Type="http://schemas.openxmlformats.org/officeDocument/2006/relationships/customXml" Target="../ink/ink4146.xml"/><Relationship Id="rId244" Type="http://schemas.openxmlformats.org/officeDocument/2006/relationships/customXml" Target="../ink/ink4167.xml"/><Relationship Id="rId18" Type="http://schemas.openxmlformats.org/officeDocument/2006/relationships/image" Target="../media/image3411.png"/><Relationship Id="rId39" Type="http://schemas.openxmlformats.org/officeDocument/2006/relationships/customXml" Target="../ink/ink4051.xml"/><Relationship Id="rId265" Type="http://schemas.openxmlformats.org/officeDocument/2006/relationships/customXml" Target="../ink/ink4188.xml"/><Relationship Id="rId286" Type="http://schemas.openxmlformats.org/officeDocument/2006/relationships/image" Target="../media/image6460.png"/><Relationship Id="rId50" Type="http://schemas.openxmlformats.org/officeDocument/2006/relationships/image" Target="../media/image3570.png"/><Relationship Id="rId104" Type="http://schemas.openxmlformats.org/officeDocument/2006/relationships/image" Target="../media/image3840.png"/><Relationship Id="rId125" Type="http://schemas.openxmlformats.org/officeDocument/2006/relationships/customXml" Target="../ink/ink4094.xml"/><Relationship Id="rId146" Type="http://schemas.openxmlformats.org/officeDocument/2006/relationships/image" Target="../media/image4070.png"/><Relationship Id="rId167" Type="http://schemas.openxmlformats.org/officeDocument/2006/relationships/customXml" Target="../ink/ink4115.xml"/><Relationship Id="rId188" Type="http://schemas.openxmlformats.org/officeDocument/2006/relationships/image" Target="../media/image4340.png"/><Relationship Id="rId311" Type="http://schemas.openxmlformats.org/officeDocument/2006/relationships/customXml" Target="../ink/ink4220.xml"/><Relationship Id="rId332" Type="http://schemas.openxmlformats.org/officeDocument/2006/relationships/image" Target="../media/image6690.png"/><Relationship Id="rId71" Type="http://schemas.openxmlformats.org/officeDocument/2006/relationships/customXml" Target="../ink/ink4067.xml"/><Relationship Id="rId92" Type="http://schemas.openxmlformats.org/officeDocument/2006/relationships/image" Target="../media/image3780.png"/><Relationship Id="rId213" Type="http://schemas.openxmlformats.org/officeDocument/2006/relationships/customXml" Target="../ink/ink4138.xml"/><Relationship Id="rId234" Type="http://schemas.openxmlformats.org/officeDocument/2006/relationships/customXml" Target="../ink/ink4157.xml"/><Relationship Id="rId2" Type="http://schemas.openxmlformats.org/officeDocument/2006/relationships/notesSlide" Target="../notesSlides/notesSlide2.xml"/><Relationship Id="rId29" Type="http://schemas.openxmlformats.org/officeDocument/2006/relationships/customXml" Target="../ink/ink4046.xml"/><Relationship Id="rId255" Type="http://schemas.openxmlformats.org/officeDocument/2006/relationships/customXml" Target="../ink/ink4178.xml"/><Relationship Id="rId276" Type="http://schemas.openxmlformats.org/officeDocument/2006/relationships/customXml" Target="../ink/ink4199.xml"/><Relationship Id="rId297" Type="http://schemas.openxmlformats.org/officeDocument/2006/relationships/customXml" Target="../ink/ink4213.xml"/><Relationship Id="rId40" Type="http://schemas.openxmlformats.org/officeDocument/2006/relationships/image" Target="../media/image3520.png"/><Relationship Id="rId115" Type="http://schemas.openxmlformats.org/officeDocument/2006/relationships/customXml" Target="../ink/ink4089.xml"/><Relationship Id="rId136" Type="http://schemas.openxmlformats.org/officeDocument/2006/relationships/image" Target="../media/image4020.png"/><Relationship Id="rId157" Type="http://schemas.openxmlformats.org/officeDocument/2006/relationships/customXml" Target="../ink/ink4110.xml"/><Relationship Id="rId178" Type="http://schemas.openxmlformats.org/officeDocument/2006/relationships/image" Target="../media/image4290.png"/><Relationship Id="rId301" Type="http://schemas.openxmlformats.org/officeDocument/2006/relationships/customXml" Target="../ink/ink4215.xml"/><Relationship Id="rId322" Type="http://schemas.openxmlformats.org/officeDocument/2006/relationships/image" Target="../media/image6640.png"/><Relationship Id="rId61" Type="http://schemas.openxmlformats.org/officeDocument/2006/relationships/customXml" Target="../ink/ink4062.xml"/><Relationship Id="rId82" Type="http://schemas.openxmlformats.org/officeDocument/2006/relationships/image" Target="../media/image3730.png"/><Relationship Id="rId199" Type="http://schemas.openxmlformats.org/officeDocument/2006/relationships/customXml" Target="../ink/ink4131.xml"/><Relationship Id="rId203" Type="http://schemas.openxmlformats.org/officeDocument/2006/relationships/customXml" Target="../ink/ink4133.xml"/><Relationship Id="rId19" Type="http://schemas.openxmlformats.org/officeDocument/2006/relationships/customXml" Target="../ink/ink4041.xml"/><Relationship Id="rId224" Type="http://schemas.openxmlformats.org/officeDocument/2006/relationships/customXml" Target="../ink/ink4147.xml"/><Relationship Id="rId245" Type="http://schemas.openxmlformats.org/officeDocument/2006/relationships/customXml" Target="../ink/ink4168.xml"/><Relationship Id="rId266" Type="http://schemas.openxmlformats.org/officeDocument/2006/relationships/customXml" Target="../ink/ink4189.xml"/><Relationship Id="rId287" Type="http://schemas.openxmlformats.org/officeDocument/2006/relationships/customXml" Target="../ink/ink4208.xml"/><Relationship Id="rId30" Type="http://schemas.openxmlformats.org/officeDocument/2006/relationships/image" Target="../media/image3470.png"/><Relationship Id="rId105" Type="http://schemas.openxmlformats.org/officeDocument/2006/relationships/customXml" Target="../ink/ink4084.xml"/><Relationship Id="rId126" Type="http://schemas.openxmlformats.org/officeDocument/2006/relationships/image" Target="../media/image3950.png"/><Relationship Id="rId147" Type="http://schemas.openxmlformats.org/officeDocument/2006/relationships/customXml" Target="../ink/ink4105.xml"/><Relationship Id="rId168" Type="http://schemas.openxmlformats.org/officeDocument/2006/relationships/image" Target="../media/image4240.png"/><Relationship Id="rId312" Type="http://schemas.openxmlformats.org/officeDocument/2006/relationships/image" Target="../media/image6590.png"/><Relationship Id="rId333" Type="http://schemas.openxmlformats.org/officeDocument/2006/relationships/customXml" Target="../ink/ink4231.xml"/><Relationship Id="rId51" Type="http://schemas.openxmlformats.org/officeDocument/2006/relationships/customXml" Target="../ink/ink4057.xml"/><Relationship Id="rId72" Type="http://schemas.openxmlformats.org/officeDocument/2006/relationships/image" Target="../media/image3680.png"/><Relationship Id="rId93" Type="http://schemas.openxmlformats.org/officeDocument/2006/relationships/customXml" Target="../ink/ink4078.xml"/><Relationship Id="rId189" Type="http://schemas.openxmlformats.org/officeDocument/2006/relationships/customXml" Target="../ink/ink4126.xml"/><Relationship Id="rId3" Type="http://schemas.openxmlformats.org/officeDocument/2006/relationships/customXml" Target="../ink/ink4033.xml"/><Relationship Id="rId214" Type="http://schemas.openxmlformats.org/officeDocument/2006/relationships/image" Target="../media/image4970.png"/><Relationship Id="rId235" Type="http://schemas.openxmlformats.org/officeDocument/2006/relationships/customXml" Target="../ink/ink4158.xml"/><Relationship Id="rId256" Type="http://schemas.openxmlformats.org/officeDocument/2006/relationships/customXml" Target="../ink/ink4179.xml"/><Relationship Id="rId277" Type="http://schemas.openxmlformats.org/officeDocument/2006/relationships/customXml" Target="../ink/ink4200.xml"/><Relationship Id="rId298" Type="http://schemas.openxmlformats.org/officeDocument/2006/relationships/image" Target="../media/image6520.png"/><Relationship Id="rId116" Type="http://schemas.openxmlformats.org/officeDocument/2006/relationships/image" Target="../media/image3900.png"/><Relationship Id="rId137" Type="http://schemas.openxmlformats.org/officeDocument/2006/relationships/customXml" Target="../ink/ink4100.xml"/><Relationship Id="rId158" Type="http://schemas.openxmlformats.org/officeDocument/2006/relationships/image" Target="../media/image4190.png"/><Relationship Id="rId302" Type="http://schemas.openxmlformats.org/officeDocument/2006/relationships/image" Target="../media/image6540.png"/><Relationship Id="rId323" Type="http://schemas.openxmlformats.org/officeDocument/2006/relationships/customXml" Target="../ink/ink4226.xml"/><Relationship Id="rId20" Type="http://schemas.openxmlformats.org/officeDocument/2006/relationships/image" Target="../media/image3420.png"/><Relationship Id="rId41" Type="http://schemas.openxmlformats.org/officeDocument/2006/relationships/customXml" Target="../ink/ink4052.xml"/><Relationship Id="rId62" Type="http://schemas.openxmlformats.org/officeDocument/2006/relationships/image" Target="../media/image3630.png"/><Relationship Id="rId83" Type="http://schemas.openxmlformats.org/officeDocument/2006/relationships/customXml" Target="../ink/ink4073.xml"/><Relationship Id="rId179" Type="http://schemas.openxmlformats.org/officeDocument/2006/relationships/customXml" Target="../ink/ink4121.xml"/><Relationship Id="rId190" Type="http://schemas.openxmlformats.org/officeDocument/2006/relationships/image" Target="../media/image4350.png"/><Relationship Id="rId204" Type="http://schemas.openxmlformats.org/officeDocument/2006/relationships/image" Target="../media/image4470.png"/><Relationship Id="rId225" Type="http://schemas.openxmlformats.org/officeDocument/2006/relationships/customXml" Target="../ink/ink4148.xml"/><Relationship Id="rId246" Type="http://schemas.openxmlformats.org/officeDocument/2006/relationships/customXml" Target="../ink/ink4169.xml"/><Relationship Id="rId267" Type="http://schemas.openxmlformats.org/officeDocument/2006/relationships/customXml" Target="../ink/ink4190.xml"/><Relationship Id="rId288" Type="http://schemas.openxmlformats.org/officeDocument/2006/relationships/image" Target="../media/image6470.png"/><Relationship Id="rId106" Type="http://schemas.openxmlformats.org/officeDocument/2006/relationships/image" Target="../media/image3850.png"/><Relationship Id="rId127" Type="http://schemas.openxmlformats.org/officeDocument/2006/relationships/customXml" Target="../ink/ink4095.xml"/><Relationship Id="rId313" Type="http://schemas.openxmlformats.org/officeDocument/2006/relationships/customXml" Target="../ink/ink4221.xml"/><Relationship Id="rId10" Type="http://schemas.openxmlformats.org/officeDocument/2006/relationships/image" Target="../media/image3370.png"/><Relationship Id="rId31" Type="http://schemas.openxmlformats.org/officeDocument/2006/relationships/customXml" Target="../ink/ink4047.xml"/><Relationship Id="rId52" Type="http://schemas.openxmlformats.org/officeDocument/2006/relationships/image" Target="../media/image3580.png"/><Relationship Id="rId73" Type="http://schemas.openxmlformats.org/officeDocument/2006/relationships/customXml" Target="../ink/ink4068.xml"/><Relationship Id="rId94" Type="http://schemas.openxmlformats.org/officeDocument/2006/relationships/image" Target="../media/image3790.png"/><Relationship Id="rId148" Type="http://schemas.openxmlformats.org/officeDocument/2006/relationships/image" Target="../media/image4080.png"/><Relationship Id="rId169" Type="http://schemas.openxmlformats.org/officeDocument/2006/relationships/customXml" Target="../ink/ink4116.xml"/><Relationship Id="rId334" Type="http://schemas.openxmlformats.org/officeDocument/2006/relationships/image" Target="../media/image6700.png"/><Relationship Id="rId4" Type="http://schemas.openxmlformats.org/officeDocument/2006/relationships/image" Target="../media/image3340.png"/><Relationship Id="rId180" Type="http://schemas.openxmlformats.org/officeDocument/2006/relationships/image" Target="../media/image4300.png"/><Relationship Id="rId215" Type="http://schemas.openxmlformats.org/officeDocument/2006/relationships/customXml" Target="../ink/ink4139.xml"/><Relationship Id="rId236" Type="http://schemas.openxmlformats.org/officeDocument/2006/relationships/customXml" Target="../ink/ink4159.xml"/><Relationship Id="rId257" Type="http://schemas.openxmlformats.org/officeDocument/2006/relationships/customXml" Target="../ink/ink4180.xml"/><Relationship Id="rId278" Type="http://schemas.openxmlformats.org/officeDocument/2006/relationships/customXml" Target="../ink/ink4201.xml"/><Relationship Id="rId303" Type="http://schemas.openxmlformats.org/officeDocument/2006/relationships/customXml" Target="../ink/ink4216.xml"/><Relationship Id="rId42" Type="http://schemas.openxmlformats.org/officeDocument/2006/relationships/image" Target="../media/image3530.png"/><Relationship Id="rId84" Type="http://schemas.openxmlformats.org/officeDocument/2006/relationships/image" Target="../media/image3740.png"/><Relationship Id="rId138" Type="http://schemas.openxmlformats.org/officeDocument/2006/relationships/image" Target="../media/image4030.png"/><Relationship Id="rId191" Type="http://schemas.openxmlformats.org/officeDocument/2006/relationships/customXml" Target="../ink/ink4127.xml"/><Relationship Id="rId205" Type="http://schemas.openxmlformats.org/officeDocument/2006/relationships/customXml" Target="../ink/ink4134.xml"/><Relationship Id="rId247" Type="http://schemas.openxmlformats.org/officeDocument/2006/relationships/customXml" Target="../ink/ink4170.xml"/><Relationship Id="rId107" Type="http://schemas.openxmlformats.org/officeDocument/2006/relationships/customXml" Target="../ink/ink4085.xml"/><Relationship Id="rId289" Type="http://schemas.openxmlformats.org/officeDocument/2006/relationships/customXml" Target="../ink/ink4209.xml"/><Relationship Id="rId11" Type="http://schemas.openxmlformats.org/officeDocument/2006/relationships/customXml" Target="../ink/ink4037.xml"/><Relationship Id="rId53" Type="http://schemas.openxmlformats.org/officeDocument/2006/relationships/customXml" Target="../ink/ink4058.xml"/><Relationship Id="rId149" Type="http://schemas.openxmlformats.org/officeDocument/2006/relationships/customXml" Target="../ink/ink4106.xml"/><Relationship Id="rId314" Type="http://schemas.openxmlformats.org/officeDocument/2006/relationships/image" Target="../media/image6600.png"/><Relationship Id="rId95" Type="http://schemas.openxmlformats.org/officeDocument/2006/relationships/customXml" Target="../ink/ink4079.xml"/><Relationship Id="rId160" Type="http://schemas.openxmlformats.org/officeDocument/2006/relationships/image" Target="../media/image4200.png"/><Relationship Id="rId216" Type="http://schemas.openxmlformats.org/officeDocument/2006/relationships/image" Target="../media/image6440.png"/><Relationship Id="rId258" Type="http://schemas.openxmlformats.org/officeDocument/2006/relationships/customXml" Target="../ink/ink4181.xml"/><Relationship Id="rId22" Type="http://schemas.openxmlformats.org/officeDocument/2006/relationships/image" Target="../media/image3430.png"/><Relationship Id="rId64" Type="http://schemas.openxmlformats.org/officeDocument/2006/relationships/image" Target="../media/image3640.png"/><Relationship Id="rId118" Type="http://schemas.openxmlformats.org/officeDocument/2006/relationships/image" Target="../media/image3911.png"/><Relationship Id="rId325" Type="http://schemas.openxmlformats.org/officeDocument/2006/relationships/customXml" Target="../ink/ink4227.xml"/><Relationship Id="rId171" Type="http://schemas.openxmlformats.org/officeDocument/2006/relationships/customXml" Target="../ink/ink4117.xml"/><Relationship Id="rId227" Type="http://schemas.openxmlformats.org/officeDocument/2006/relationships/customXml" Target="../ink/ink4150.xml"/><Relationship Id="rId269" Type="http://schemas.openxmlformats.org/officeDocument/2006/relationships/customXml" Target="../ink/ink4192.xml"/><Relationship Id="rId33" Type="http://schemas.openxmlformats.org/officeDocument/2006/relationships/customXml" Target="../ink/ink4048.xml"/><Relationship Id="rId129" Type="http://schemas.openxmlformats.org/officeDocument/2006/relationships/customXml" Target="../ink/ink4096.xml"/><Relationship Id="rId280" Type="http://schemas.openxmlformats.org/officeDocument/2006/relationships/customXml" Target="../ink/ink4203.xml"/><Relationship Id="rId336" Type="http://schemas.openxmlformats.org/officeDocument/2006/relationships/image" Target="../media/image6710.png"/><Relationship Id="rId75" Type="http://schemas.openxmlformats.org/officeDocument/2006/relationships/customXml" Target="../ink/ink4069.xml"/><Relationship Id="rId140" Type="http://schemas.openxmlformats.org/officeDocument/2006/relationships/image" Target="../media/image4040.png"/><Relationship Id="rId182" Type="http://schemas.openxmlformats.org/officeDocument/2006/relationships/image" Target="../media/image4311.png"/><Relationship Id="rId6" Type="http://schemas.openxmlformats.org/officeDocument/2006/relationships/image" Target="../media/image3350.png"/><Relationship Id="rId238" Type="http://schemas.openxmlformats.org/officeDocument/2006/relationships/customXml" Target="../ink/ink4161.xml"/><Relationship Id="rId291" Type="http://schemas.openxmlformats.org/officeDocument/2006/relationships/customXml" Target="../ink/ink4210.xml"/><Relationship Id="rId305" Type="http://schemas.openxmlformats.org/officeDocument/2006/relationships/customXml" Target="../ink/ink4217.xml"/><Relationship Id="rId44" Type="http://schemas.openxmlformats.org/officeDocument/2006/relationships/image" Target="../media/image3540.png"/><Relationship Id="rId86" Type="http://schemas.openxmlformats.org/officeDocument/2006/relationships/image" Target="../media/image3750.png"/><Relationship Id="rId151" Type="http://schemas.openxmlformats.org/officeDocument/2006/relationships/customXml" Target="../ink/ink4107.xml"/><Relationship Id="rId193" Type="http://schemas.openxmlformats.org/officeDocument/2006/relationships/customXml" Target="../ink/ink4128.xml"/><Relationship Id="rId207" Type="http://schemas.openxmlformats.org/officeDocument/2006/relationships/customXml" Target="../ink/ink4135.xml"/><Relationship Id="rId249" Type="http://schemas.openxmlformats.org/officeDocument/2006/relationships/customXml" Target="../ink/ink4172.xml"/><Relationship Id="rId13" Type="http://schemas.openxmlformats.org/officeDocument/2006/relationships/customXml" Target="../ink/ink4038.xml"/><Relationship Id="rId109" Type="http://schemas.openxmlformats.org/officeDocument/2006/relationships/customXml" Target="../ink/ink4086.xml"/><Relationship Id="rId260" Type="http://schemas.openxmlformats.org/officeDocument/2006/relationships/customXml" Target="../ink/ink4183.xml"/><Relationship Id="rId316" Type="http://schemas.openxmlformats.org/officeDocument/2006/relationships/image" Target="../media/image6611.png"/><Relationship Id="rId55" Type="http://schemas.openxmlformats.org/officeDocument/2006/relationships/customXml" Target="../ink/ink4059.xml"/><Relationship Id="rId97" Type="http://schemas.openxmlformats.org/officeDocument/2006/relationships/customXml" Target="../ink/ink4080.xml"/><Relationship Id="rId120" Type="http://schemas.openxmlformats.org/officeDocument/2006/relationships/image" Target="../media/image3920.png"/><Relationship Id="rId162" Type="http://schemas.openxmlformats.org/officeDocument/2006/relationships/image" Target="../media/image4211.png"/><Relationship Id="rId218" Type="http://schemas.openxmlformats.org/officeDocument/2006/relationships/customXml" Target="../ink/ink4141.xml"/><Relationship Id="rId271" Type="http://schemas.openxmlformats.org/officeDocument/2006/relationships/customXml" Target="../ink/ink4194.xml"/><Relationship Id="rId24" Type="http://schemas.openxmlformats.org/officeDocument/2006/relationships/image" Target="../media/image3440.png"/><Relationship Id="rId66" Type="http://schemas.openxmlformats.org/officeDocument/2006/relationships/image" Target="../media/image3650.png"/><Relationship Id="rId131" Type="http://schemas.openxmlformats.org/officeDocument/2006/relationships/customXml" Target="../ink/ink4097.xml"/><Relationship Id="rId327" Type="http://schemas.openxmlformats.org/officeDocument/2006/relationships/customXml" Target="../ink/ink42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2357.wmf"/><Relationship Id="rId3" Type="http://schemas.openxmlformats.org/officeDocument/2006/relationships/image" Target="../media/image2352.wmf"/><Relationship Id="rId7" Type="http://schemas.openxmlformats.org/officeDocument/2006/relationships/image" Target="../media/image2354.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2356.wmf"/><Relationship Id="rId5" Type="http://schemas.openxmlformats.org/officeDocument/2006/relationships/image" Target="../media/image2353.wmf"/><Relationship Id="rId15" Type="http://schemas.openxmlformats.org/officeDocument/2006/relationships/image" Target="../media/image2358.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355.wmf"/><Relationship Id="rId14" Type="http://schemas.openxmlformats.org/officeDocument/2006/relationships/oleObject" Target="../embeddings/oleObject9.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364.wmf"/><Relationship Id="rId18" Type="http://schemas.openxmlformats.org/officeDocument/2006/relationships/oleObject" Target="../embeddings/oleObject18.bin"/><Relationship Id="rId3" Type="http://schemas.openxmlformats.org/officeDocument/2006/relationships/image" Target="../media/image2359.wmf"/><Relationship Id="rId21" Type="http://schemas.openxmlformats.org/officeDocument/2006/relationships/image" Target="../media/image2368.wmf"/><Relationship Id="rId7" Type="http://schemas.openxmlformats.org/officeDocument/2006/relationships/image" Target="../media/image2361.wmf"/><Relationship Id="rId12" Type="http://schemas.openxmlformats.org/officeDocument/2006/relationships/oleObject" Target="../embeddings/oleObject15.bin"/><Relationship Id="rId17" Type="http://schemas.openxmlformats.org/officeDocument/2006/relationships/image" Target="../media/image2366.w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2363.wmf"/><Relationship Id="rId5" Type="http://schemas.openxmlformats.org/officeDocument/2006/relationships/image" Target="../media/image2360.wmf"/><Relationship Id="rId15" Type="http://schemas.openxmlformats.org/officeDocument/2006/relationships/image" Target="../media/image2365.wmf"/><Relationship Id="rId10" Type="http://schemas.openxmlformats.org/officeDocument/2006/relationships/oleObject" Target="../embeddings/oleObject14.bin"/><Relationship Id="rId19" Type="http://schemas.openxmlformats.org/officeDocument/2006/relationships/image" Target="../media/image2367.wmf"/><Relationship Id="rId4" Type="http://schemas.openxmlformats.org/officeDocument/2006/relationships/oleObject" Target="../embeddings/oleObject11.bin"/><Relationship Id="rId9" Type="http://schemas.openxmlformats.org/officeDocument/2006/relationships/image" Target="../media/image2362.wmf"/><Relationship Id="rId14" Type="http://schemas.openxmlformats.org/officeDocument/2006/relationships/oleObject" Target="../embeddings/oleObject16.bin"/></Relationships>
</file>

<file path=ppt/slides/_rels/slide58.xml.rels><?xml version="1.0" encoding="UTF-8" standalone="yes"?>
<Relationships xmlns="http://schemas.openxmlformats.org/package/2006/relationships"><Relationship Id="rId3" Type="http://schemas.openxmlformats.org/officeDocument/2006/relationships/image" Target="../media/image2369.wmf"/><Relationship Id="rId2" Type="http://schemas.openxmlformats.org/officeDocument/2006/relationships/oleObject" Target="../embeddings/oleObject20.bin"/><Relationship Id="rId1" Type="http://schemas.openxmlformats.org/officeDocument/2006/relationships/slideLayout" Target="../slideLayouts/slideLayout2.xml"/><Relationship Id="rId5" Type="http://schemas.openxmlformats.org/officeDocument/2006/relationships/image" Target="../media/image2370.wmf"/><Relationship Id="rId4" Type="http://schemas.openxmlformats.org/officeDocument/2006/relationships/oleObject" Target="../embeddings/oleObject21.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Algorithms</a:t>
            </a:r>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E7CB86-88C0-6B20-AAEE-B2C3E27D6FE1}"/>
              </a:ext>
            </a:extLst>
          </p:cNvPr>
          <p:cNvSpPr>
            <a:spLocks noGrp="1"/>
          </p:cNvSpPr>
          <p:nvPr>
            <p:ph type="sldNum" sz="quarter" idx="12"/>
          </p:nvPr>
        </p:nvSpPr>
        <p:spPr/>
        <p:txBody>
          <a:bodyPr/>
          <a:lstStyle/>
          <a:p>
            <a:fld id="{AD2B2EE5-B8BC-4D24-A25E-F2DF61737E68}" type="slidenum">
              <a:rPr lang="en-US" smtClean="0"/>
              <a:pPr/>
              <a:t>2</a:t>
            </a:fld>
            <a:endParaRPr lang="en-US" dirty="0"/>
          </a:p>
        </p:txBody>
      </p:sp>
      <p:grpSp>
        <p:nvGrpSpPr>
          <p:cNvPr id="5" name="Group 4">
            <a:extLst>
              <a:ext uri="{FF2B5EF4-FFF2-40B4-BE49-F238E27FC236}">
                <a16:creationId xmlns:a16="http://schemas.microsoft.com/office/drawing/2014/main" id="{478D8AAF-FE9B-C608-CC81-1613895591B1}"/>
              </a:ext>
            </a:extLst>
          </p:cNvPr>
          <p:cNvGrpSpPr/>
          <p:nvPr/>
        </p:nvGrpSpPr>
        <p:grpSpPr>
          <a:xfrm>
            <a:off x="1120630" y="926854"/>
            <a:ext cx="279720" cy="519480"/>
            <a:chOff x="1120630" y="926854"/>
            <a:chExt cx="279720" cy="51948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1258743-198D-C941-84CF-60591BE6874D}"/>
                    </a:ext>
                  </a:extLst>
                </p14:cNvPr>
                <p14:cNvContentPartPr/>
                <p14:nvPr/>
              </p14:nvContentPartPr>
              <p14:xfrm>
                <a:off x="1120630" y="926854"/>
                <a:ext cx="218160" cy="519480"/>
              </p14:xfrm>
            </p:contentPart>
          </mc:Choice>
          <mc:Fallback xmlns="">
            <p:pic>
              <p:nvPicPr>
                <p:cNvPr id="3" name="Ink 2">
                  <a:extLst>
                    <a:ext uri="{FF2B5EF4-FFF2-40B4-BE49-F238E27FC236}">
                      <a16:creationId xmlns:a16="http://schemas.microsoft.com/office/drawing/2014/main" id="{C1258743-198D-C941-84CF-60591BE6874D}"/>
                    </a:ext>
                  </a:extLst>
                </p:cNvPr>
                <p:cNvPicPr/>
                <p:nvPr/>
              </p:nvPicPr>
              <p:blipFill>
                <a:blip r:embed="rId3"/>
                <a:stretch>
                  <a:fillRect/>
                </a:stretch>
              </p:blipFill>
              <p:spPr>
                <a:xfrm>
                  <a:off x="1116310" y="922534"/>
                  <a:ext cx="22680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DF8B694B-CE4C-0531-876F-1E9D156C25FC}"/>
                    </a:ext>
                  </a:extLst>
                </p14:cNvPr>
                <p14:cNvContentPartPr/>
                <p14:nvPr/>
              </p14:nvContentPartPr>
              <p14:xfrm>
                <a:off x="1207750" y="1198294"/>
                <a:ext cx="192600" cy="33480"/>
              </p14:xfrm>
            </p:contentPart>
          </mc:Choice>
          <mc:Fallback xmlns="">
            <p:pic>
              <p:nvPicPr>
                <p:cNvPr id="4" name="Ink 3">
                  <a:extLst>
                    <a:ext uri="{FF2B5EF4-FFF2-40B4-BE49-F238E27FC236}">
                      <a16:creationId xmlns:a16="http://schemas.microsoft.com/office/drawing/2014/main" id="{DF8B694B-CE4C-0531-876F-1E9D156C25FC}"/>
                    </a:ext>
                  </a:extLst>
                </p:cNvPr>
                <p:cNvPicPr/>
                <p:nvPr/>
              </p:nvPicPr>
              <p:blipFill>
                <a:blip r:embed="rId5"/>
                <a:stretch>
                  <a:fillRect/>
                </a:stretch>
              </p:blipFill>
              <p:spPr>
                <a:xfrm>
                  <a:off x="1203430" y="1193974"/>
                  <a:ext cx="2012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B2B98FF1-B5DD-C297-5E80-E7955AE85B97}"/>
                  </a:ext>
                </a:extLst>
              </p14:cNvPr>
              <p14:cNvContentPartPr/>
              <p14:nvPr/>
            </p14:nvContentPartPr>
            <p14:xfrm>
              <a:off x="3280270" y="2298814"/>
              <a:ext cx="2875680" cy="328680"/>
            </p14:xfrm>
          </p:contentPart>
        </mc:Choice>
        <mc:Fallback xmlns="">
          <p:pic>
            <p:nvPicPr>
              <p:cNvPr id="25" name="Ink 24">
                <a:extLst>
                  <a:ext uri="{FF2B5EF4-FFF2-40B4-BE49-F238E27FC236}">
                    <a16:creationId xmlns:a16="http://schemas.microsoft.com/office/drawing/2014/main" id="{B2B98FF1-B5DD-C297-5E80-E7955AE85B97}"/>
                  </a:ext>
                </a:extLst>
              </p:cNvPr>
              <p:cNvPicPr/>
              <p:nvPr/>
            </p:nvPicPr>
            <p:blipFill>
              <a:blip r:embed="rId7"/>
              <a:stretch>
                <a:fillRect/>
              </a:stretch>
            </p:blipFill>
            <p:spPr>
              <a:xfrm>
                <a:off x="3275950" y="2294494"/>
                <a:ext cx="2884320" cy="337320"/>
              </a:xfrm>
              <a:prstGeom prst="rect">
                <a:avLst/>
              </a:prstGeom>
            </p:spPr>
          </p:pic>
        </mc:Fallback>
      </mc:AlternateContent>
      <p:grpSp>
        <p:nvGrpSpPr>
          <p:cNvPr id="32" name="Group 31">
            <a:extLst>
              <a:ext uri="{FF2B5EF4-FFF2-40B4-BE49-F238E27FC236}">
                <a16:creationId xmlns:a16="http://schemas.microsoft.com/office/drawing/2014/main" id="{29AE0405-C9C1-B0B5-831F-AC61F4F8CBFC}"/>
              </a:ext>
            </a:extLst>
          </p:cNvPr>
          <p:cNvGrpSpPr/>
          <p:nvPr/>
        </p:nvGrpSpPr>
        <p:grpSpPr>
          <a:xfrm>
            <a:off x="4420030" y="2847814"/>
            <a:ext cx="985680" cy="241920"/>
            <a:chOff x="4420030" y="2847814"/>
            <a:chExt cx="985680" cy="241920"/>
          </a:xfrm>
        </p:grpSpPr>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78672601-B6FE-DC19-6855-D0E0B4BC4DEB}"/>
                    </a:ext>
                  </a:extLst>
                </p14:cNvPr>
                <p14:cNvContentPartPr/>
                <p14:nvPr/>
              </p14:nvContentPartPr>
              <p14:xfrm>
                <a:off x="4420030" y="2931334"/>
                <a:ext cx="169200" cy="117000"/>
              </p14:xfrm>
            </p:contentPart>
          </mc:Choice>
          <mc:Fallback xmlns="">
            <p:pic>
              <p:nvPicPr>
                <p:cNvPr id="26" name="Ink 25">
                  <a:extLst>
                    <a:ext uri="{FF2B5EF4-FFF2-40B4-BE49-F238E27FC236}">
                      <a16:creationId xmlns:a16="http://schemas.microsoft.com/office/drawing/2014/main" id="{78672601-B6FE-DC19-6855-D0E0B4BC4DEB}"/>
                    </a:ext>
                  </a:extLst>
                </p:cNvPr>
                <p:cNvPicPr/>
                <p:nvPr/>
              </p:nvPicPr>
              <p:blipFill>
                <a:blip r:embed="rId9"/>
                <a:stretch>
                  <a:fillRect/>
                </a:stretch>
              </p:blipFill>
              <p:spPr>
                <a:xfrm>
                  <a:off x="4415710" y="2927014"/>
                  <a:ext cx="1778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7" name="Ink 26">
                  <a:extLst>
                    <a:ext uri="{FF2B5EF4-FFF2-40B4-BE49-F238E27FC236}">
                      <a16:creationId xmlns:a16="http://schemas.microsoft.com/office/drawing/2014/main" id="{2EAF748B-315E-F411-A8DF-2A9B1DFBFE5C}"/>
                    </a:ext>
                  </a:extLst>
                </p14:cNvPr>
                <p14:cNvContentPartPr/>
                <p14:nvPr/>
              </p14:nvContentPartPr>
              <p14:xfrm>
                <a:off x="4735390" y="2910814"/>
                <a:ext cx="143280" cy="104400"/>
              </p14:xfrm>
            </p:contentPart>
          </mc:Choice>
          <mc:Fallback xmlns="">
            <p:pic>
              <p:nvPicPr>
                <p:cNvPr id="27" name="Ink 26">
                  <a:extLst>
                    <a:ext uri="{FF2B5EF4-FFF2-40B4-BE49-F238E27FC236}">
                      <a16:creationId xmlns:a16="http://schemas.microsoft.com/office/drawing/2014/main" id="{2EAF748B-315E-F411-A8DF-2A9B1DFBFE5C}"/>
                    </a:ext>
                  </a:extLst>
                </p:cNvPr>
                <p:cNvPicPr/>
                <p:nvPr/>
              </p:nvPicPr>
              <p:blipFill>
                <a:blip r:embed="rId11"/>
                <a:stretch>
                  <a:fillRect/>
                </a:stretch>
              </p:blipFill>
              <p:spPr>
                <a:xfrm>
                  <a:off x="4731070" y="2906494"/>
                  <a:ext cx="1519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1A8182E6-3C45-D104-F11C-7FE6007AEE65}"/>
                    </a:ext>
                  </a:extLst>
                </p14:cNvPr>
                <p14:cNvContentPartPr/>
                <p14:nvPr/>
              </p14:nvContentPartPr>
              <p14:xfrm>
                <a:off x="4723870" y="2953654"/>
                <a:ext cx="99000" cy="19800"/>
              </p14:xfrm>
            </p:contentPart>
          </mc:Choice>
          <mc:Fallback xmlns="">
            <p:pic>
              <p:nvPicPr>
                <p:cNvPr id="28" name="Ink 27">
                  <a:extLst>
                    <a:ext uri="{FF2B5EF4-FFF2-40B4-BE49-F238E27FC236}">
                      <a16:creationId xmlns:a16="http://schemas.microsoft.com/office/drawing/2014/main" id="{1A8182E6-3C45-D104-F11C-7FE6007AEE65}"/>
                    </a:ext>
                  </a:extLst>
                </p:cNvPr>
                <p:cNvPicPr/>
                <p:nvPr/>
              </p:nvPicPr>
              <p:blipFill>
                <a:blip r:embed="rId13"/>
                <a:stretch>
                  <a:fillRect/>
                </a:stretch>
              </p:blipFill>
              <p:spPr>
                <a:xfrm>
                  <a:off x="4719550" y="2949334"/>
                  <a:ext cx="1076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722C0AC5-1C29-A50D-EADD-675D729964D4}"/>
                    </a:ext>
                  </a:extLst>
                </p14:cNvPr>
                <p14:cNvContentPartPr/>
                <p14:nvPr/>
              </p14:nvContentPartPr>
              <p14:xfrm>
                <a:off x="5060110" y="2847814"/>
                <a:ext cx="270000" cy="200160"/>
              </p14:xfrm>
            </p:contentPart>
          </mc:Choice>
          <mc:Fallback xmlns="">
            <p:pic>
              <p:nvPicPr>
                <p:cNvPr id="29" name="Ink 28">
                  <a:extLst>
                    <a:ext uri="{FF2B5EF4-FFF2-40B4-BE49-F238E27FC236}">
                      <a16:creationId xmlns:a16="http://schemas.microsoft.com/office/drawing/2014/main" id="{722C0AC5-1C29-A50D-EADD-675D729964D4}"/>
                    </a:ext>
                  </a:extLst>
                </p:cNvPr>
                <p:cNvPicPr/>
                <p:nvPr/>
              </p:nvPicPr>
              <p:blipFill>
                <a:blip r:embed="rId15"/>
                <a:stretch>
                  <a:fillRect/>
                </a:stretch>
              </p:blipFill>
              <p:spPr>
                <a:xfrm>
                  <a:off x="5055790" y="2843494"/>
                  <a:ext cx="2786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0" name="Ink 29">
                  <a:extLst>
                    <a:ext uri="{FF2B5EF4-FFF2-40B4-BE49-F238E27FC236}">
                      <a16:creationId xmlns:a16="http://schemas.microsoft.com/office/drawing/2014/main" id="{20C522E8-0EE8-20E5-17F0-726767BE579D}"/>
                    </a:ext>
                  </a:extLst>
                </p14:cNvPr>
                <p14:cNvContentPartPr/>
                <p14:nvPr/>
              </p14:nvContentPartPr>
              <p14:xfrm>
                <a:off x="5097190" y="2872654"/>
                <a:ext cx="262080" cy="217080"/>
              </p14:xfrm>
            </p:contentPart>
          </mc:Choice>
          <mc:Fallback xmlns="">
            <p:pic>
              <p:nvPicPr>
                <p:cNvPr id="30" name="Ink 29">
                  <a:extLst>
                    <a:ext uri="{FF2B5EF4-FFF2-40B4-BE49-F238E27FC236}">
                      <a16:creationId xmlns:a16="http://schemas.microsoft.com/office/drawing/2014/main" id="{20C522E8-0EE8-20E5-17F0-726767BE579D}"/>
                    </a:ext>
                  </a:extLst>
                </p:cNvPr>
                <p:cNvPicPr/>
                <p:nvPr/>
              </p:nvPicPr>
              <p:blipFill>
                <a:blip r:embed="rId17"/>
                <a:stretch>
                  <a:fillRect/>
                </a:stretch>
              </p:blipFill>
              <p:spPr>
                <a:xfrm>
                  <a:off x="5092870" y="2868334"/>
                  <a:ext cx="2707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736447B9-82DD-8617-AE42-7CB0290E43D8}"/>
                    </a:ext>
                  </a:extLst>
                </p14:cNvPr>
                <p14:cNvContentPartPr/>
                <p14:nvPr/>
              </p14:nvContentPartPr>
              <p14:xfrm>
                <a:off x="5114830" y="2912614"/>
                <a:ext cx="290880" cy="72720"/>
              </p14:xfrm>
            </p:contentPart>
          </mc:Choice>
          <mc:Fallback xmlns="">
            <p:pic>
              <p:nvPicPr>
                <p:cNvPr id="31" name="Ink 30">
                  <a:extLst>
                    <a:ext uri="{FF2B5EF4-FFF2-40B4-BE49-F238E27FC236}">
                      <a16:creationId xmlns:a16="http://schemas.microsoft.com/office/drawing/2014/main" id="{736447B9-82DD-8617-AE42-7CB0290E43D8}"/>
                    </a:ext>
                  </a:extLst>
                </p:cNvPr>
                <p:cNvPicPr/>
                <p:nvPr/>
              </p:nvPicPr>
              <p:blipFill>
                <a:blip r:embed="rId19"/>
                <a:stretch>
                  <a:fillRect/>
                </a:stretch>
              </p:blipFill>
              <p:spPr>
                <a:xfrm>
                  <a:off x="5110510" y="2908294"/>
                  <a:ext cx="299520" cy="81360"/>
                </a:xfrm>
                <a:prstGeom prst="rect">
                  <a:avLst/>
                </a:prstGeom>
              </p:spPr>
            </p:pic>
          </mc:Fallback>
        </mc:AlternateContent>
      </p:grpSp>
      <p:grpSp>
        <p:nvGrpSpPr>
          <p:cNvPr id="42" name="Group 41">
            <a:extLst>
              <a:ext uri="{FF2B5EF4-FFF2-40B4-BE49-F238E27FC236}">
                <a16:creationId xmlns:a16="http://schemas.microsoft.com/office/drawing/2014/main" id="{C130F107-25E8-502B-E9B6-2639BEF4C3A1}"/>
              </a:ext>
            </a:extLst>
          </p:cNvPr>
          <p:cNvGrpSpPr/>
          <p:nvPr/>
        </p:nvGrpSpPr>
        <p:grpSpPr>
          <a:xfrm>
            <a:off x="1928470" y="922534"/>
            <a:ext cx="4665240" cy="975960"/>
            <a:chOff x="1928470" y="922534"/>
            <a:chExt cx="4665240" cy="975960"/>
          </a:xfrm>
        </p:grpSpPr>
        <mc:AlternateContent xmlns:mc="http://schemas.openxmlformats.org/markup-compatibility/2006" xmlns:p14="http://schemas.microsoft.com/office/powerpoint/2010/main">
          <mc:Choice Requires="p14">
            <p:contentPart p14:bwMode="auto" r:id="rId20">
              <p14:nvContentPartPr>
                <p14:cNvPr id="6" name="Ink 5">
                  <a:extLst>
                    <a:ext uri="{FF2B5EF4-FFF2-40B4-BE49-F238E27FC236}">
                      <a16:creationId xmlns:a16="http://schemas.microsoft.com/office/drawing/2014/main" id="{DF3BEBD3-20F4-DC1A-AFC4-B5BFD6D7C4AD}"/>
                    </a:ext>
                  </a:extLst>
                </p14:cNvPr>
                <p14:cNvContentPartPr/>
                <p14:nvPr/>
              </p14:nvContentPartPr>
              <p14:xfrm>
                <a:off x="1941070" y="1198294"/>
                <a:ext cx="81360" cy="258480"/>
              </p14:xfrm>
            </p:contentPart>
          </mc:Choice>
          <mc:Fallback xmlns="">
            <p:pic>
              <p:nvPicPr>
                <p:cNvPr id="6" name="Ink 5">
                  <a:extLst>
                    <a:ext uri="{FF2B5EF4-FFF2-40B4-BE49-F238E27FC236}">
                      <a16:creationId xmlns:a16="http://schemas.microsoft.com/office/drawing/2014/main" id="{DF3BEBD3-20F4-DC1A-AFC4-B5BFD6D7C4AD}"/>
                    </a:ext>
                  </a:extLst>
                </p:cNvPr>
                <p:cNvPicPr/>
                <p:nvPr/>
              </p:nvPicPr>
              <p:blipFill>
                <a:blip r:embed="rId21"/>
                <a:stretch>
                  <a:fillRect/>
                </a:stretch>
              </p:blipFill>
              <p:spPr>
                <a:xfrm>
                  <a:off x="1936750" y="1193974"/>
                  <a:ext cx="900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 name="Ink 6">
                  <a:extLst>
                    <a:ext uri="{FF2B5EF4-FFF2-40B4-BE49-F238E27FC236}">
                      <a16:creationId xmlns:a16="http://schemas.microsoft.com/office/drawing/2014/main" id="{FB6DA552-E2B8-90AD-FBED-AC919A55768B}"/>
                    </a:ext>
                  </a:extLst>
                </p14:cNvPr>
                <p14:cNvContentPartPr/>
                <p14:nvPr/>
              </p14:nvContentPartPr>
              <p14:xfrm>
                <a:off x="1928470" y="1098574"/>
                <a:ext cx="675360" cy="452160"/>
              </p14:xfrm>
            </p:contentPart>
          </mc:Choice>
          <mc:Fallback xmlns="">
            <p:pic>
              <p:nvPicPr>
                <p:cNvPr id="7" name="Ink 6">
                  <a:extLst>
                    <a:ext uri="{FF2B5EF4-FFF2-40B4-BE49-F238E27FC236}">
                      <a16:creationId xmlns:a16="http://schemas.microsoft.com/office/drawing/2014/main" id="{FB6DA552-E2B8-90AD-FBED-AC919A55768B}"/>
                    </a:ext>
                  </a:extLst>
                </p:cNvPr>
                <p:cNvPicPr/>
                <p:nvPr/>
              </p:nvPicPr>
              <p:blipFill>
                <a:blip r:embed="rId23"/>
                <a:stretch>
                  <a:fillRect/>
                </a:stretch>
              </p:blipFill>
              <p:spPr>
                <a:xfrm>
                  <a:off x="1924150" y="1094254"/>
                  <a:ext cx="68400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 name="Ink 7">
                  <a:extLst>
                    <a:ext uri="{FF2B5EF4-FFF2-40B4-BE49-F238E27FC236}">
                      <a16:creationId xmlns:a16="http://schemas.microsoft.com/office/drawing/2014/main" id="{D2DC0530-66E8-421E-947A-3831FF26D9C1}"/>
                    </a:ext>
                  </a:extLst>
                </p14:cNvPr>
                <p14:cNvContentPartPr/>
                <p14:nvPr/>
              </p14:nvContentPartPr>
              <p14:xfrm>
                <a:off x="2279830" y="1238614"/>
                <a:ext cx="816120" cy="109440"/>
              </p14:xfrm>
            </p:contentPart>
          </mc:Choice>
          <mc:Fallback xmlns="">
            <p:pic>
              <p:nvPicPr>
                <p:cNvPr id="8" name="Ink 7">
                  <a:extLst>
                    <a:ext uri="{FF2B5EF4-FFF2-40B4-BE49-F238E27FC236}">
                      <a16:creationId xmlns:a16="http://schemas.microsoft.com/office/drawing/2014/main" id="{D2DC0530-66E8-421E-947A-3831FF26D9C1}"/>
                    </a:ext>
                  </a:extLst>
                </p:cNvPr>
                <p:cNvPicPr/>
                <p:nvPr/>
              </p:nvPicPr>
              <p:blipFill>
                <a:blip r:embed="rId25"/>
                <a:stretch>
                  <a:fillRect/>
                </a:stretch>
              </p:blipFill>
              <p:spPr>
                <a:xfrm>
                  <a:off x="2275510" y="1234294"/>
                  <a:ext cx="8247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 name="Ink 8">
                  <a:extLst>
                    <a:ext uri="{FF2B5EF4-FFF2-40B4-BE49-F238E27FC236}">
                      <a16:creationId xmlns:a16="http://schemas.microsoft.com/office/drawing/2014/main" id="{9322B2BE-AC15-9634-C12B-06877EBB3BAA}"/>
                    </a:ext>
                  </a:extLst>
                </p14:cNvPr>
                <p14:cNvContentPartPr/>
                <p14:nvPr/>
              </p14:nvContentPartPr>
              <p14:xfrm>
                <a:off x="2974990" y="1150414"/>
                <a:ext cx="232920" cy="259920"/>
              </p14:xfrm>
            </p:contentPart>
          </mc:Choice>
          <mc:Fallback xmlns="">
            <p:pic>
              <p:nvPicPr>
                <p:cNvPr id="9" name="Ink 8">
                  <a:extLst>
                    <a:ext uri="{FF2B5EF4-FFF2-40B4-BE49-F238E27FC236}">
                      <a16:creationId xmlns:a16="http://schemas.microsoft.com/office/drawing/2014/main" id="{9322B2BE-AC15-9634-C12B-06877EBB3BAA}"/>
                    </a:ext>
                  </a:extLst>
                </p:cNvPr>
                <p:cNvPicPr/>
                <p:nvPr/>
              </p:nvPicPr>
              <p:blipFill>
                <a:blip r:embed="rId27"/>
                <a:stretch>
                  <a:fillRect/>
                </a:stretch>
              </p:blipFill>
              <p:spPr>
                <a:xfrm>
                  <a:off x="2970670" y="1146094"/>
                  <a:ext cx="241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 name="Ink 9">
                  <a:extLst>
                    <a:ext uri="{FF2B5EF4-FFF2-40B4-BE49-F238E27FC236}">
                      <a16:creationId xmlns:a16="http://schemas.microsoft.com/office/drawing/2014/main" id="{F6137E4C-CF0D-1337-3B88-73CD338AA238}"/>
                    </a:ext>
                  </a:extLst>
                </p14:cNvPr>
                <p14:cNvContentPartPr/>
                <p14:nvPr/>
              </p14:nvContentPartPr>
              <p14:xfrm>
                <a:off x="3202150" y="1030534"/>
                <a:ext cx="83160" cy="622080"/>
              </p14:xfrm>
            </p:contentPart>
          </mc:Choice>
          <mc:Fallback xmlns="">
            <p:pic>
              <p:nvPicPr>
                <p:cNvPr id="10" name="Ink 9">
                  <a:extLst>
                    <a:ext uri="{FF2B5EF4-FFF2-40B4-BE49-F238E27FC236}">
                      <a16:creationId xmlns:a16="http://schemas.microsoft.com/office/drawing/2014/main" id="{F6137E4C-CF0D-1337-3B88-73CD338AA238}"/>
                    </a:ext>
                  </a:extLst>
                </p:cNvPr>
                <p:cNvPicPr/>
                <p:nvPr/>
              </p:nvPicPr>
              <p:blipFill>
                <a:blip r:embed="rId29"/>
                <a:stretch>
                  <a:fillRect/>
                </a:stretch>
              </p:blipFill>
              <p:spPr>
                <a:xfrm>
                  <a:off x="3197830" y="1026214"/>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 name="Ink 10">
                  <a:extLst>
                    <a:ext uri="{FF2B5EF4-FFF2-40B4-BE49-F238E27FC236}">
                      <a16:creationId xmlns:a16="http://schemas.microsoft.com/office/drawing/2014/main" id="{098D5809-82CE-5E45-7243-E8855BFF998B}"/>
                    </a:ext>
                  </a:extLst>
                </p14:cNvPr>
                <p14:cNvContentPartPr/>
                <p14:nvPr/>
              </p14:nvContentPartPr>
              <p14:xfrm>
                <a:off x="3147790" y="928654"/>
                <a:ext cx="3445920" cy="725400"/>
              </p14:xfrm>
            </p:contentPart>
          </mc:Choice>
          <mc:Fallback xmlns="">
            <p:pic>
              <p:nvPicPr>
                <p:cNvPr id="11" name="Ink 10">
                  <a:extLst>
                    <a:ext uri="{FF2B5EF4-FFF2-40B4-BE49-F238E27FC236}">
                      <a16:creationId xmlns:a16="http://schemas.microsoft.com/office/drawing/2014/main" id="{098D5809-82CE-5E45-7243-E8855BFF998B}"/>
                    </a:ext>
                  </a:extLst>
                </p:cNvPr>
                <p:cNvPicPr/>
                <p:nvPr/>
              </p:nvPicPr>
              <p:blipFill>
                <a:blip r:embed="rId31"/>
                <a:stretch>
                  <a:fillRect/>
                </a:stretch>
              </p:blipFill>
              <p:spPr>
                <a:xfrm>
                  <a:off x="3143470" y="924334"/>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 name="Ink 11">
                  <a:extLst>
                    <a:ext uri="{FF2B5EF4-FFF2-40B4-BE49-F238E27FC236}">
                      <a16:creationId xmlns:a16="http://schemas.microsoft.com/office/drawing/2014/main" id="{178326A1-C2B0-6F1B-7D35-653A8DBA2982}"/>
                    </a:ext>
                  </a:extLst>
                </p14:cNvPr>
                <p14:cNvContentPartPr/>
                <p14:nvPr/>
              </p14:nvContentPartPr>
              <p14:xfrm>
                <a:off x="3763750" y="1070494"/>
                <a:ext cx="37080" cy="599400"/>
              </p14:xfrm>
            </p:contentPart>
          </mc:Choice>
          <mc:Fallback xmlns="">
            <p:pic>
              <p:nvPicPr>
                <p:cNvPr id="12" name="Ink 11">
                  <a:extLst>
                    <a:ext uri="{FF2B5EF4-FFF2-40B4-BE49-F238E27FC236}">
                      <a16:creationId xmlns:a16="http://schemas.microsoft.com/office/drawing/2014/main" id="{178326A1-C2B0-6F1B-7D35-653A8DBA2982}"/>
                    </a:ext>
                  </a:extLst>
                </p:cNvPr>
                <p:cNvPicPr/>
                <p:nvPr/>
              </p:nvPicPr>
              <p:blipFill>
                <a:blip r:embed="rId33"/>
                <a:stretch>
                  <a:fillRect/>
                </a:stretch>
              </p:blipFill>
              <p:spPr>
                <a:xfrm>
                  <a:off x="3759430" y="1066174"/>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3" name="Ink 12">
                  <a:extLst>
                    <a:ext uri="{FF2B5EF4-FFF2-40B4-BE49-F238E27FC236}">
                      <a16:creationId xmlns:a16="http://schemas.microsoft.com/office/drawing/2014/main" id="{2831E4A8-1E8B-51CA-2302-F4A68CC01927}"/>
                    </a:ext>
                  </a:extLst>
                </p14:cNvPr>
                <p14:cNvContentPartPr/>
                <p14:nvPr/>
              </p14:nvContentPartPr>
              <p14:xfrm>
                <a:off x="4393750" y="1020814"/>
                <a:ext cx="25920" cy="586800"/>
              </p14:xfrm>
            </p:contentPart>
          </mc:Choice>
          <mc:Fallback xmlns="">
            <p:pic>
              <p:nvPicPr>
                <p:cNvPr id="13" name="Ink 12">
                  <a:extLst>
                    <a:ext uri="{FF2B5EF4-FFF2-40B4-BE49-F238E27FC236}">
                      <a16:creationId xmlns:a16="http://schemas.microsoft.com/office/drawing/2014/main" id="{2831E4A8-1E8B-51CA-2302-F4A68CC01927}"/>
                    </a:ext>
                  </a:extLst>
                </p:cNvPr>
                <p:cNvPicPr/>
                <p:nvPr/>
              </p:nvPicPr>
              <p:blipFill>
                <a:blip r:embed="rId35"/>
                <a:stretch>
                  <a:fillRect/>
                </a:stretch>
              </p:blipFill>
              <p:spPr>
                <a:xfrm>
                  <a:off x="4389430" y="1016494"/>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4" name="Ink 13">
                  <a:extLst>
                    <a:ext uri="{FF2B5EF4-FFF2-40B4-BE49-F238E27FC236}">
                      <a16:creationId xmlns:a16="http://schemas.microsoft.com/office/drawing/2014/main" id="{53A42060-2C97-FFBD-02DB-0250A50C059D}"/>
                    </a:ext>
                  </a:extLst>
                </p14:cNvPr>
                <p14:cNvContentPartPr/>
                <p14:nvPr/>
              </p14:nvContentPartPr>
              <p14:xfrm>
                <a:off x="4919710" y="952414"/>
                <a:ext cx="83160" cy="700920"/>
              </p14:xfrm>
            </p:contentPart>
          </mc:Choice>
          <mc:Fallback xmlns="">
            <p:pic>
              <p:nvPicPr>
                <p:cNvPr id="14" name="Ink 13">
                  <a:extLst>
                    <a:ext uri="{FF2B5EF4-FFF2-40B4-BE49-F238E27FC236}">
                      <a16:creationId xmlns:a16="http://schemas.microsoft.com/office/drawing/2014/main" id="{53A42060-2C97-FFBD-02DB-0250A50C059D}"/>
                    </a:ext>
                  </a:extLst>
                </p:cNvPr>
                <p:cNvPicPr/>
                <p:nvPr/>
              </p:nvPicPr>
              <p:blipFill>
                <a:blip r:embed="rId37"/>
                <a:stretch>
                  <a:fillRect/>
                </a:stretch>
              </p:blipFill>
              <p:spPr>
                <a:xfrm>
                  <a:off x="4915390" y="948094"/>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5" name="Ink 14">
                  <a:extLst>
                    <a:ext uri="{FF2B5EF4-FFF2-40B4-BE49-F238E27FC236}">
                      <a16:creationId xmlns:a16="http://schemas.microsoft.com/office/drawing/2014/main" id="{ED742AC0-ED0A-1BC1-C3FA-B27F1E8ACD7B}"/>
                    </a:ext>
                  </a:extLst>
                </p14:cNvPr>
                <p14:cNvContentPartPr/>
                <p14:nvPr/>
              </p14:nvContentPartPr>
              <p14:xfrm>
                <a:off x="5425870" y="954214"/>
                <a:ext cx="54000" cy="642240"/>
              </p14:xfrm>
            </p:contentPart>
          </mc:Choice>
          <mc:Fallback xmlns="">
            <p:pic>
              <p:nvPicPr>
                <p:cNvPr id="15" name="Ink 14">
                  <a:extLst>
                    <a:ext uri="{FF2B5EF4-FFF2-40B4-BE49-F238E27FC236}">
                      <a16:creationId xmlns:a16="http://schemas.microsoft.com/office/drawing/2014/main" id="{ED742AC0-ED0A-1BC1-C3FA-B27F1E8ACD7B}"/>
                    </a:ext>
                  </a:extLst>
                </p:cNvPr>
                <p:cNvPicPr/>
                <p:nvPr/>
              </p:nvPicPr>
              <p:blipFill>
                <a:blip r:embed="rId39"/>
                <a:stretch>
                  <a:fillRect/>
                </a:stretch>
              </p:blipFill>
              <p:spPr>
                <a:xfrm>
                  <a:off x="5421550" y="949894"/>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6" name="Ink 15">
                  <a:extLst>
                    <a:ext uri="{FF2B5EF4-FFF2-40B4-BE49-F238E27FC236}">
                      <a16:creationId xmlns:a16="http://schemas.microsoft.com/office/drawing/2014/main" id="{7D38E67F-D2E9-4B6D-03D0-540B15D1C62D}"/>
                    </a:ext>
                  </a:extLst>
                </p14:cNvPr>
                <p14:cNvContentPartPr/>
                <p14:nvPr/>
              </p14:nvContentPartPr>
              <p14:xfrm>
                <a:off x="5915110" y="922534"/>
                <a:ext cx="82080" cy="711720"/>
              </p14:xfrm>
            </p:contentPart>
          </mc:Choice>
          <mc:Fallback xmlns="">
            <p:pic>
              <p:nvPicPr>
                <p:cNvPr id="16" name="Ink 15">
                  <a:extLst>
                    <a:ext uri="{FF2B5EF4-FFF2-40B4-BE49-F238E27FC236}">
                      <a16:creationId xmlns:a16="http://schemas.microsoft.com/office/drawing/2014/main" id="{7D38E67F-D2E9-4B6D-03D0-540B15D1C62D}"/>
                    </a:ext>
                  </a:extLst>
                </p:cNvPr>
                <p:cNvPicPr/>
                <p:nvPr/>
              </p:nvPicPr>
              <p:blipFill>
                <a:blip r:embed="rId41"/>
                <a:stretch>
                  <a:fillRect/>
                </a:stretch>
              </p:blipFill>
              <p:spPr>
                <a:xfrm>
                  <a:off x="5910790" y="918214"/>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 name="Ink 16">
                  <a:extLst>
                    <a:ext uri="{FF2B5EF4-FFF2-40B4-BE49-F238E27FC236}">
                      <a16:creationId xmlns:a16="http://schemas.microsoft.com/office/drawing/2014/main" id="{E128CB55-39A7-7A7F-AAC4-8C242BF46FAB}"/>
                    </a:ext>
                  </a:extLst>
                </p14:cNvPr>
                <p14:cNvContentPartPr/>
                <p14:nvPr/>
              </p14:nvContentPartPr>
              <p14:xfrm>
                <a:off x="3373150" y="1733614"/>
                <a:ext cx="131040" cy="123840"/>
              </p14:xfrm>
            </p:contentPart>
          </mc:Choice>
          <mc:Fallback xmlns="">
            <p:pic>
              <p:nvPicPr>
                <p:cNvPr id="17" name="Ink 16">
                  <a:extLst>
                    <a:ext uri="{FF2B5EF4-FFF2-40B4-BE49-F238E27FC236}">
                      <a16:creationId xmlns:a16="http://schemas.microsoft.com/office/drawing/2014/main" id="{E128CB55-39A7-7A7F-AAC4-8C242BF46FAB}"/>
                    </a:ext>
                  </a:extLst>
                </p:cNvPr>
                <p:cNvPicPr/>
                <p:nvPr/>
              </p:nvPicPr>
              <p:blipFill>
                <a:blip r:embed="rId43"/>
                <a:stretch>
                  <a:fillRect/>
                </a:stretch>
              </p:blipFill>
              <p:spPr>
                <a:xfrm>
                  <a:off x="3368830" y="1729294"/>
                  <a:ext cx="139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8" name="Ink 17">
                  <a:extLst>
                    <a:ext uri="{FF2B5EF4-FFF2-40B4-BE49-F238E27FC236}">
                      <a16:creationId xmlns:a16="http://schemas.microsoft.com/office/drawing/2014/main" id="{8C481CA4-BE84-7190-F895-F7A7E85A1E19}"/>
                    </a:ext>
                  </a:extLst>
                </p14:cNvPr>
                <p14:cNvContentPartPr/>
                <p14:nvPr/>
              </p14:nvContentPartPr>
              <p14:xfrm>
                <a:off x="4021870" y="1690414"/>
                <a:ext cx="25920" cy="85680"/>
              </p14:xfrm>
            </p:contentPart>
          </mc:Choice>
          <mc:Fallback xmlns="">
            <p:pic>
              <p:nvPicPr>
                <p:cNvPr id="18" name="Ink 17">
                  <a:extLst>
                    <a:ext uri="{FF2B5EF4-FFF2-40B4-BE49-F238E27FC236}">
                      <a16:creationId xmlns:a16="http://schemas.microsoft.com/office/drawing/2014/main" id="{8C481CA4-BE84-7190-F895-F7A7E85A1E19}"/>
                    </a:ext>
                  </a:extLst>
                </p:cNvPr>
                <p:cNvPicPr/>
                <p:nvPr/>
              </p:nvPicPr>
              <p:blipFill>
                <a:blip r:embed="rId45"/>
                <a:stretch>
                  <a:fillRect/>
                </a:stretch>
              </p:blipFill>
              <p:spPr>
                <a:xfrm>
                  <a:off x="4017550" y="1686094"/>
                  <a:ext cx="345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9" name="Ink 18">
                  <a:extLst>
                    <a:ext uri="{FF2B5EF4-FFF2-40B4-BE49-F238E27FC236}">
                      <a16:creationId xmlns:a16="http://schemas.microsoft.com/office/drawing/2014/main" id="{7DD15F18-DE0F-C43B-6CB0-39F22E7C95C4}"/>
                    </a:ext>
                  </a:extLst>
                </p14:cNvPr>
                <p14:cNvContentPartPr/>
                <p14:nvPr/>
              </p14:nvContentPartPr>
              <p14:xfrm>
                <a:off x="4503550" y="1735774"/>
                <a:ext cx="157320" cy="122760"/>
              </p14:xfrm>
            </p:contentPart>
          </mc:Choice>
          <mc:Fallback xmlns="">
            <p:pic>
              <p:nvPicPr>
                <p:cNvPr id="19" name="Ink 18">
                  <a:extLst>
                    <a:ext uri="{FF2B5EF4-FFF2-40B4-BE49-F238E27FC236}">
                      <a16:creationId xmlns:a16="http://schemas.microsoft.com/office/drawing/2014/main" id="{7DD15F18-DE0F-C43B-6CB0-39F22E7C95C4}"/>
                    </a:ext>
                  </a:extLst>
                </p:cNvPr>
                <p:cNvPicPr/>
                <p:nvPr/>
              </p:nvPicPr>
              <p:blipFill>
                <a:blip r:embed="rId47"/>
                <a:stretch>
                  <a:fillRect/>
                </a:stretch>
              </p:blipFill>
              <p:spPr>
                <a:xfrm>
                  <a:off x="4499230" y="1731454"/>
                  <a:ext cx="165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1" name="Ink 20">
                  <a:extLst>
                    <a:ext uri="{FF2B5EF4-FFF2-40B4-BE49-F238E27FC236}">
                      <a16:creationId xmlns:a16="http://schemas.microsoft.com/office/drawing/2014/main" id="{3C61C337-B798-0141-E024-2EFCE4E956C6}"/>
                    </a:ext>
                  </a:extLst>
                </p14:cNvPr>
                <p14:cNvContentPartPr/>
                <p14:nvPr/>
              </p14:nvContentPartPr>
              <p14:xfrm>
                <a:off x="6037870" y="1787614"/>
                <a:ext cx="80280" cy="90000"/>
              </p14:xfrm>
            </p:contentPart>
          </mc:Choice>
          <mc:Fallback xmlns="">
            <p:pic>
              <p:nvPicPr>
                <p:cNvPr id="21" name="Ink 20">
                  <a:extLst>
                    <a:ext uri="{FF2B5EF4-FFF2-40B4-BE49-F238E27FC236}">
                      <a16:creationId xmlns:a16="http://schemas.microsoft.com/office/drawing/2014/main" id="{3C61C337-B798-0141-E024-2EFCE4E956C6}"/>
                    </a:ext>
                  </a:extLst>
                </p:cNvPr>
                <p:cNvPicPr/>
                <p:nvPr/>
              </p:nvPicPr>
              <p:blipFill>
                <a:blip r:embed="rId49"/>
                <a:stretch>
                  <a:fillRect/>
                </a:stretch>
              </p:blipFill>
              <p:spPr>
                <a:xfrm>
                  <a:off x="6033550" y="1783294"/>
                  <a:ext cx="889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2" name="Ink 21">
                  <a:extLst>
                    <a:ext uri="{FF2B5EF4-FFF2-40B4-BE49-F238E27FC236}">
                      <a16:creationId xmlns:a16="http://schemas.microsoft.com/office/drawing/2014/main" id="{C667824E-89CE-C86C-74E3-6E754E4F6DD4}"/>
                    </a:ext>
                  </a:extLst>
                </p14:cNvPr>
                <p14:cNvContentPartPr/>
                <p14:nvPr/>
              </p14:nvContentPartPr>
              <p14:xfrm>
                <a:off x="6180790" y="1832254"/>
                <a:ext cx="98640" cy="12600"/>
              </p14:xfrm>
            </p:contentPart>
          </mc:Choice>
          <mc:Fallback xmlns="">
            <p:pic>
              <p:nvPicPr>
                <p:cNvPr id="22" name="Ink 21">
                  <a:extLst>
                    <a:ext uri="{FF2B5EF4-FFF2-40B4-BE49-F238E27FC236}">
                      <a16:creationId xmlns:a16="http://schemas.microsoft.com/office/drawing/2014/main" id="{C667824E-89CE-C86C-74E3-6E754E4F6DD4}"/>
                    </a:ext>
                  </a:extLst>
                </p:cNvPr>
                <p:cNvPicPr/>
                <p:nvPr/>
              </p:nvPicPr>
              <p:blipFill>
                <a:blip r:embed="rId51"/>
                <a:stretch>
                  <a:fillRect/>
                </a:stretch>
              </p:blipFill>
              <p:spPr>
                <a:xfrm>
                  <a:off x="6176470" y="1827934"/>
                  <a:ext cx="107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3" name="Ink 22">
                  <a:extLst>
                    <a:ext uri="{FF2B5EF4-FFF2-40B4-BE49-F238E27FC236}">
                      <a16:creationId xmlns:a16="http://schemas.microsoft.com/office/drawing/2014/main" id="{87523D8A-0CDE-5239-8D91-C969F4674C4D}"/>
                    </a:ext>
                  </a:extLst>
                </p14:cNvPr>
                <p14:cNvContentPartPr/>
                <p14:nvPr/>
              </p14:nvContentPartPr>
              <p14:xfrm>
                <a:off x="6328030" y="1766374"/>
                <a:ext cx="13680" cy="132120"/>
              </p14:xfrm>
            </p:contentPart>
          </mc:Choice>
          <mc:Fallback xmlns="">
            <p:pic>
              <p:nvPicPr>
                <p:cNvPr id="23" name="Ink 22">
                  <a:extLst>
                    <a:ext uri="{FF2B5EF4-FFF2-40B4-BE49-F238E27FC236}">
                      <a16:creationId xmlns:a16="http://schemas.microsoft.com/office/drawing/2014/main" id="{87523D8A-0CDE-5239-8D91-C969F4674C4D}"/>
                    </a:ext>
                  </a:extLst>
                </p:cNvPr>
                <p:cNvPicPr/>
                <p:nvPr/>
              </p:nvPicPr>
              <p:blipFill>
                <a:blip r:embed="rId53"/>
                <a:stretch>
                  <a:fillRect/>
                </a:stretch>
              </p:blipFill>
              <p:spPr>
                <a:xfrm>
                  <a:off x="6323710" y="1762054"/>
                  <a:ext cx="2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8A0A7B4D-88E8-1CCB-A42A-1C9A1B053BE8}"/>
                    </a:ext>
                  </a:extLst>
                </p14:cNvPr>
                <p14:cNvContentPartPr/>
                <p14:nvPr/>
              </p14:nvContentPartPr>
              <p14:xfrm>
                <a:off x="4562230" y="1172374"/>
                <a:ext cx="117720" cy="251280"/>
              </p14:xfrm>
            </p:contentPart>
          </mc:Choice>
          <mc:Fallback xmlns="">
            <p:pic>
              <p:nvPicPr>
                <p:cNvPr id="33" name="Ink 32">
                  <a:extLst>
                    <a:ext uri="{FF2B5EF4-FFF2-40B4-BE49-F238E27FC236}">
                      <a16:creationId xmlns:a16="http://schemas.microsoft.com/office/drawing/2014/main" id="{8A0A7B4D-88E8-1CCB-A42A-1C9A1B053BE8}"/>
                    </a:ext>
                  </a:extLst>
                </p:cNvPr>
                <p:cNvPicPr/>
                <p:nvPr/>
              </p:nvPicPr>
              <p:blipFill>
                <a:blip r:embed="rId55"/>
                <a:stretch>
                  <a:fillRect/>
                </a:stretch>
              </p:blipFill>
              <p:spPr>
                <a:xfrm>
                  <a:off x="4557910" y="1168054"/>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50218E5E-73B5-1DC3-9D58-5EE1BCEF7015}"/>
                    </a:ext>
                  </a:extLst>
                </p14:cNvPr>
                <p14:cNvContentPartPr/>
                <p14:nvPr/>
              </p14:nvContentPartPr>
              <p14:xfrm>
                <a:off x="4620910" y="1152934"/>
                <a:ext cx="129960" cy="30240"/>
              </p14:xfrm>
            </p:contentPart>
          </mc:Choice>
          <mc:Fallback xmlns="">
            <p:pic>
              <p:nvPicPr>
                <p:cNvPr id="34" name="Ink 33">
                  <a:extLst>
                    <a:ext uri="{FF2B5EF4-FFF2-40B4-BE49-F238E27FC236}">
                      <a16:creationId xmlns:a16="http://schemas.microsoft.com/office/drawing/2014/main" id="{50218E5E-73B5-1DC3-9D58-5EE1BCEF7015}"/>
                    </a:ext>
                  </a:extLst>
                </p:cNvPr>
                <p:cNvPicPr/>
                <p:nvPr/>
              </p:nvPicPr>
              <p:blipFill>
                <a:blip r:embed="rId57"/>
                <a:stretch>
                  <a:fillRect/>
                </a:stretch>
              </p:blipFill>
              <p:spPr>
                <a:xfrm>
                  <a:off x="4616590" y="1148614"/>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A9EEACE3-1FEA-54E7-42B1-204C36A9F92C}"/>
                    </a:ext>
                  </a:extLst>
                </p14:cNvPr>
                <p14:cNvContentPartPr/>
                <p14:nvPr/>
              </p14:nvContentPartPr>
              <p14:xfrm>
                <a:off x="5110870" y="1181734"/>
                <a:ext cx="151200" cy="212760"/>
              </p14:xfrm>
            </p:contentPart>
          </mc:Choice>
          <mc:Fallback xmlns="">
            <p:pic>
              <p:nvPicPr>
                <p:cNvPr id="35" name="Ink 34">
                  <a:extLst>
                    <a:ext uri="{FF2B5EF4-FFF2-40B4-BE49-F238E27FC236}">
                      <a16:creationId xmlns:a16="http://schemas.microsoft.com/office/drawing/2014/main" id="{A9EEACE3-1FEA-54E7-42B1-204C36A9F92C}"/>
                    </a:ext>
                  </a:extLst>
                </p:cNvPr>
                <p:cNvPicPr/>
                <p:nvPr/>
              </p:nvPicPr>
              <p:blipFill>
                <a:blip r:embed="rId59"/>
                <a:stretch>
                  <a:fillRect/>
                </a:stretch>
              </p:blipFill>
              <p:spPr>
                <a:xfrm>
                  <a:off x="5106550" y="1177414"/>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FB57A5FC-2C9B-B6EF-BC96-BFEB211A5ED8}"/>
                    </a:ext>
                  </a:extLst>
                </p14:cNvPr>
                <p14:cNvContentPartPr/>
                <p14:nvPr/>
              </p14:nvContentPartPr>
              <p14:xfrm>
                <a:off x="3485110" y="1295134"/>
                <a:ext cx="200880" cy="153360"/>
              </p14:xfrm>
            </p:contentPart>
          </mc:Choice>
          <mc:Fallback xmlns="">
            <p:pic>
              <p:nvPicPr>
                <p:cNvPr id="36" name="Ink 35">
                  <a:extLst>
                    <a:ext uri="{FF2B5EF4-FFF2-40B4-BE49-F238E27FC236}">
                      <a16:creationId xmlns:a16="http://schemas.microsoft.com/office/drawing/2014/main" id="{FB57A5FC-2C9B-B6EF-BC96-BFEB211A5ED8}"/>
                    </a:ext>
                  </a:extLst>
                </p:cNvPr>
                <p:cNvPicPr/>
                <p:nvPr/>
              </p:nvPicPr>
              <p:blipFill>
                <a:blip r:embed="rId61"/>
                <a:stretch>
                  <a:fillRect/>
                </a:stretch>
              </p:blipFill>
              <p:spPr>
                <a:xfrm>
                  <a:off x="3480790" y="1290814"/>
                  <a:ext cx="209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15EA1DCE-AD06-50D9-DC5F-A6EE71A3A207}"/>
                    </a:ext>
                  </a:extLst>
                </p14:cNvPr>
                <p14:cNvContentPartPr/>
                <p14:nvPr/>
              </p14:nvContentPartPr>
              <p14:xfrm>
                <a:off x="3631630" y="1345894"/>
                <a:ext cx="46080" cy="185040"/>
              </p14:xfrm>
            </p:contentPart>
          </mc:Choice>
          <mc:Fallback xmlns="">
            <p:pic>
              <p:nvPicPr>
                <p:cNvPr id="37" name="Ink 36">
                  <a:extLst>
                    <a:ext uri="{FF2B5EF4-FFF2-40B4-BE49-F238E27FC236}">
                      <a16:creationId xmlns:a16="http://schemas.microsoft.com/office/drawing/2014/main" id="{15EA1DCE-AD06-50D9-DC5F-A6EE71A3A207}"/>
                    </a:ext>
                  </a:extLst>
                </p:cNvPr>
                <p:cNvPicPr/>
                <p:nvPr/>
              </p:nvPicPr>
              <p:blipFill>
                <a:blip r:embed="rId63"/>
                <a:stretch>
                  <a:fillRect/>
                </a:stretch>
              </p:blipFill>
              <p:spPr>
                <a:xfrm>
                  <a:off x="3627310" y="1341574"/>
                  <a:ext cx="54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03D1F91A-886E-6886-FFF4-5093D453F855}"/>
                    </a:ext>
                  </a:extLst>
                </p14:cNvPr>
                <p14:cNvContentPartPr/>
                <p14:nvPr/>
              </p14:nvContentPartPr>
              <p14:xfrm>
                <a:off x="4214470" y="1212694"/>
                <a:ext cx="28440" cy="212040"/>
              </p14:xfrm>
            </p:contentPart>
          </mc:Choice>
          <mc:Fallback xmlns="">
            <p:pic>
              <p:nvPicPr>
                <p:cNvPr id="38" name="Ink 37">
                  <a:extLst>
                    <a:ext uri="{FF2B5EF4-FFF2-40B4-BE49-F238E27FC236}">
                      <a16:creationId xmlns:a16="http://schemas.microsoft.com/office/drawing/2014/main" id="{03D1F91A-886E-6886-FFF4-5093D453F855}"/>
                    </a:ext>
                  </a:extLst>
                </p:cNvPr>
                <p:cNvPicPr/>
                <p:nvPr/>
              </p:nvPicPr>
              <p:blipFill>
                <a:blip r:embed="rId65"/>
                <a:stretch>
                  <a:fillRect/>
                </a:stretch>
              </p:blipFill>
              <p:spPr>
                <a:xfrm>
                  <a:off x="4210150" y="1208374"/>
                  <a:ext cx="37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B04D896E-647B-4CC0-75E2-CC382E19F980}"/>
                    </a:ext>
                  </a:extLst>
                </p14:cNvPr>
                <p14:cNvContentPartPr/>
                <p14:nvPr/>
              </p14:nvContentPartPr>
              <p14:xfrm>
                <a:off x="6081070" y="1175614"/>
                <a:ext cx="190080" cy="189000"/>
              </p14:xfrm>
            </p:contentPart>
          </mc:Choice>
          <mc:Fallback xmlns="">
            <p:pic>
              <p:nvPicPr>
                <p:cNvPr id="39" name="Ink 38">
                  <a:extLst>
                    <a:ext uri="{FF2B5EF4-FFF2-40B4-BE49-F238E27FC236}">
                      <a16:creationId xmlns:a16="http://schemas.microsoft.com/office/drawing/2014/main" id="{B04D896E-647B-4CC0-75E2-CC382E19F980}"/>
                    </a:ext>
                  </a:extLst>
                </p:cNvPr>
                <p:cNvPicPr/>
                <p:nvPr/>
              </p:nvPicPr>
              <p:blipFill>
                <a:blip r:embed="rId67"/>
                <a:stretch>
                  <a:fillRect/>
                </a:stretch>
              </p:blipFill>
              <p:spPr>
                <a:xfrm>
                  <a:off x="6076750" y="1171294"/>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C58B0863-B1B5-0789-9820-1B9C7A5BA2AF}"/>
                    </a:ext>
                  </a:extLst>
                </p14:cNvPr>
                <p14:cNvContentPartPr/>
                <p14:nvPr/>
              </p14:nvContentPartPr>
              <p14:xfrm>
                <a:off x="5651950" y="1191454"/>
                <a:ext cx="157320" cy="246240"/>
              </p14:xfrm>
            </p:contentPart>
          </mc:Choice>
          <mc:Fallback xmlns="">
            <p:pic>
              <p:nvPicPr>
                <p:cNvPr id="41" name="Ink 40">
                  <a:extLst>
                    <a:ext uri="{FF2B5EF4-FFF2-40B4-BE49-F238E27FC236}">
                      <a16:creationId xmlns:a16="http://schemas.microsoft.com/office/drawing/2014/main" id="{C58B0863-B1B5-0789-9820-1B9C7A5BA2AF}"/>
                    </a:ext>
                  </a:extLst>
                </p:cNvPr>
                <p:cNvPicPr/>
                <p:nvPr/>
              </p:nvPicPr>
              <p:blipFill>
                <a:blip r:embed="rId69"/>
                <a:stretch>
                  <a:fillRect/>
                </a:stretch>
              </p:blipFill>
              <p:spPr>
                <a:xfrm>
                  <a:off x="5647630" y="1187134"/>
                  <a:ext cx="165960" cy="254880"/>
                </a:xfrm>
                <a:prstGeom prst="rect">
                  <a:avLst/>
                </a:prstGeom>
              </p:spPr>
            </p:pic>
          </mc:Fallback>
        </mc:AlternateContent>
      </p:grpSp>
      <p:grpSp>
        <p:nvGrpSpPr>
          <p:cNvPr id="64" name="Group 63">
            <a:extLst>
              <a:ext uri="{FF2B5EF4-FFF2-40B4-BE49-F238E27FC236}">
                <a16:creationId xmlns:a16="http://schemas.microsoft.com/office/drawing/2014/main" id="{FF1BA9C8-4C7F-D753-6DF2-6526B96A89C2}"/>
              </a:ext>
            </a:extLst>
          </p:cNvPr>
          <p:cNvGrpSpPr/>
          <p:nvPr/>
        </p:nvGrpSpPr>
        <p:grpSpPr>
          <a:xfrm>
            <a:off x="925150" y="240694"/>
            <a:ext cx="401400" cy="345600"/>
            <a:chOff x="925150" y="240694"/>
            <a:chExt cx="401400" cy="345600"/>
          </a:xfrm>
        </p:grpSpPr>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B593DE11-83AE-E346-34CA-A95C703F7587}"/>
                    </a:ext>
                  </a:extLst>
                </p14:cNvPr>
                <p14:cNvContentPartPr/>
                <p14:nvPr/>
              </p14:nvContentPartPr>
              <p14:xfrm>
                <a:off x="925150" y="240694"/>
                <a:ext cx="207000" cy="345600"/>
              </p14:xfrm>
            </p:contentPart>
          </mc:Choice>
          <mc:Fallback xmlns="">
            <p:pic>
              <p:nvPicPr>
                <p:cNvPr id="43" name="Ink 42">
                  <a:extLst>
                    <a:ext uri="{FF2B5EF4-FFF2-40B4-BE49-F238E27FC236}">
                      <a16:creationId xmlns:a16="http://schemas.microsoft.com/office/drawing/2014/main" id="{B593DE11-83AE-E346-34CA-A95C703F7587}"/>
                    </a:ext>
                  </a:extLst>
                </p:cNvPr>
                <p:cNvPicPr/>
                <p:nvPr/>
              </p:nvPicPr>
              <p:blipFill>
                <a:blip r:embed="rId71"/>
                <a:stretch>
                  <a:fillRect/>
                </a:stretch>
              </p:blipFill>
              <p:spPr>
                <a:xfrm>
                  <a:off x="920830" y="236374"/>
                  <a:ext cx="21564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0A090C35-7BE1-5A13-F092-595474CF7D31}"/>
                    </a:ext>
                  </a:extLst>
                </p14:cNvPr>
                <p14:cNvContentPartPr/>
                <p14:nvPr/>
              </p14:nvContentPartPr>
              <p14:xfrm>
                <a:off x="1020910" y="395494"/>
                <a:ext cx="176760" cy="24840"/>
              </p14:xfrm>
            </p:contentPart>
          </mc:Choice>
          <mc:Fallback xmlns="">
            <p:pic>
              <p:nvPicPr>
                <p:cNvPr id="44" name="Ink 43">
                  <a:extLst>
                    <a:ext uri="{FF2B5EF4-FFF2-40B4-BE49-F238E27FC236}">
                      <a16:creationId xmlns:a16="http://schemas.microsoft.com/office/drawing/2014/main" id="{0A090C35-7BE1-5A13-F092-595474CF7D31}"/>
                    </a:ext>
                  </a:extLst>
                </p:cNvPr>
                <p:cNvPicPr/>
                <p:nvPr/>
              </p:nvPicPr>
              <p:blipFill>
                <a:blip r:embed="rId73"/>
                <a:stretch>
                  <a:fillRect/>
                </a:stretch>
              </p:blipFill>
              <p:spPr>
                <a:xfrm>
                  <a:off x="1016590" y="391174"/>
                  <a:ext cx="1854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7844121F-D6D2-9E76-32CE-9E8C5F8C02CE}"/>
                    </a:ext>
                  </a:extLst>
                </p14:cNvPr>
                <p14:cNvContentPartPr/>
                <p14:nvPr/>
              </p14:nvContentPartPr>
              <p14:xfrm>
                <a:off x="1200190" y="455974"/>
                <a:ext cx="126360" cy="70200"/>
              </p14:xfrm>
            </p:contentPart>
          </mc:Choice>
          <mc:Fallback xmlns="">
            <p:pic>
              <p:nvPicPr>
                <p:cNvPr id="45" name="Ink 44">
                  <a:extLst>
                    <a:ext uri="{FF2B5EF4-FFF2-40B4-BE49-F238E27FC236}">
                      <a16:creationId xmlns:a16="http://schemas.microsoft.com/office/drawing/2014/main" id="{7844121F-D6D2-9E76-32CE-9E8C5F8C02CE}"/>
                    </a:ext>
                  </a:extLst>
                </p:cNvPr>
                <p:cNvPicPr/>
                <p:nvPr/>
              </p:nvPicPr>
              <p:blipFill>
                <a:blip r:embed="rId75"/>
                <a:stretch>
                  <a:fillRect/>
                </a:stretch>
              </p:blipFill>
              <p:spPr>
                <a:xfrm>
                  <a:off x="1195870" y="451654"/>
                  <a:ext cx="135000" cy="78840"/>
                </a:xfrm>
                <a:prstGeom prst="rect">
                  <a:avLst/>
                </a:prstGeom>
              </p:spPr>
            </p:pic>
          </mc:Fallback>
        </mc:AlternateContent>
      </p:grpSp>
      <p:grpSp>
        <p:nvGrpSpPr>
          <p:cNvPr id="63" name="Group 62">
            <a:extLst>
              <a:ext uri="{FF2B5EF4-FFF2-40B4-BE49-F238E27FC236}">
                <a16:creationId xmlns:a16="http://schemas.microsoft.com/office/drawing/2014/main" id="{09CE74DC-4C96-4AC7-A93A-B97850C9BAB5}"/>
              </a:ext>
            </a:extLst>
          </p:cNvPr>
          <p:cNvGrpSpPr/>
          <p:nvPr/>
        </p:nvGrpSpPr>
        <p:grpSpPr>
          <a:xfrm>
            <a:off x="1765750" y="210454"/>
            <a:ext cx="2693160" cy="499320"/>
            <a:chOff x="1765750" y="210454"/>
            <a:chExt cx="2693160" cy="499320"/>
          </a:xfrm>
        </p:grpSpPr>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5A1D09F2-3007-955A-26A2-C181977A2AE7}"/>
                    </a:ext>
                  </a:extLst>
                </p14:cNvPr>
                <p14:cNvContentPartPr/>
                <p14:nvPr/>
              </p14:nvContentPartPr>
              <p14:xfrm>
                <a:off x="1765750" y="392254"/>
                <a:ext cx="152280" cy="113400"/>
              </p14:xfrm>
            </p:contentPart>
          </mc:Choice>
          <mc:Fallback xmlns="">
            <p:pic>
              <p:nvPicPr>
                <p:cNvPr id="46" name="Ink 45">
                  <a:extLst>
                    <a:ext uri="{FF2B5EF4-FFF2-40B4-BE49-F238E27FC236}">
                      <a16:creationId xmlns:a16="http://schemas.microsoft.com/office/drawing/2014/main" id="{5A1D09F2-3007-955A-26A2-C181977A2AE7}"/>
                    </a:ext>
                  </a:extLst>
                </p:cNvPr>
                <p:cNvPicPr/>
                <p:nvPr/>
              </p:nvPicPr>
              <p:blipFill>
                <a:blip r:embed="rId77"/>
                <a:stretch>
                  <a:fillRect/>
                </a:stretch>
              </p:blipFill>
              <p:spPr>
                <a:xfrm>
                  <a:off x="1761430" y="387934"/>
                  <a:ext cx="1609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FD57BDB8-F172-686E-793B-6CFD14A6AE9D}"/>
                    </a:ext>
                  </a:extLst>
                </p14:cNvPr>
                <p14:cNvContentPartPr/>
                <p14:nvPr/>
              </p14:nvContentPartPr>
              <p14:xfrm>
                <a:off x="1950430" y="382534"/>
                <a:ext cx="72720" cy="152280"/>
              </p14:xfrm>
            </p:contentPart>
          </mc:Choice>
          <mc:Fallback xmlns="">
            <p:pic>
              <p:nvPicPr>
                <p:cNvPr id="47" name="Ink 46">
                  <a:extLst>
                    <a:ext uri="{FF2B5EF4-FFF2-40B4-BE49-F238E27FC236}">
                      <a16:creationId xmlns:a16="http://schemas.microsoft.com/office/drawing/2014/main" id="{FD57BDB8-F172-686E-793B-6CFD14A6AE9D}"/>
                    </a:ext>
                  </a:extLst>
                </p:cNvPr>
                <p:cNvPicPr/>
                <p:nvPr/>
              </p:nvPicPr>
              <p:blipFill>
                <a:blip r:embed="rId79"/>
                <a:stretch>
                  <a:fillRect/>
                </a:stretch>
              </p:blipFill>
              <p:spPr>
                <a:xfrm>
                  <a:off x="1946110" y="378214"/>
                  <a:ext cx="813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B95B1F0B-442B-48B8-657B-B0C7099991C6}"/>
                    </a:ext>
                  </a:extLst>
                </p14:cNvPr>
                <p14:cNvContentPartPr/>
                <p14:nvPr/>
              </p14:nvContentPartPr>
              <p14:xfrm>
                <a:off x="2059510" y="372094"/>
                <a:ext cx="159840" cy="140760"/>
              </p14:xfrm>
            </p:contentPart>
          </mc:Choice>
          <mc:Fallback xmlns="">
            <p:pic>
              <p:nvPicPr>
                <p:cNvPr id="48" name="Ink 47">
                  <a:extLst>
                    <a:ext uri="{FF2B5EF4-FFF2-40B4-BE49-F238E27FC236}">
                      <a16:creationId xmlns:a16="http://schemas.microsoft.com/office/drawing/2014/main" id="{B95B1F0B-442B-48B8-657B-B0C7099991C6}"/>
                    </a:ext>
                  </a:extLst>
                </p:cNvPr>
                <p:cNvPicPr/>
                <p:nvPr/>
              </p:nvPicPr>
              <p:blipFill>
                <a:blip r:embed="rId81"/>
                <a:stretch>
                  <a:fillRect/>
                </a:stretch>
              </p:blipFill>
              <p:spPr>
                <a:xfrm>
                  <a:off x="2055190" y="367774"/>
                  <a:ext cx="1684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CBC17D23-DC21-3446-AF01-DA933A8D2C6C}"/>
                    </a:ext>
                  </a:extLst>
                </p14:cNvPr>
                <p14:cNvContentPartPr/>
                <p14:nvPr/>
              </p14:nvContentPartPr>
              <p14:xfrm>
                <a:off x="2199190" y="412414"/>
                <a:ext cx="157320" cy="82080"/>
              </p14:xfrm>
            </p:contentPart>
          </mc:Choice>
          <mc:Fallback xmlns="">
            <p:pic>
              <p:nvPicPr>
                <p:cNvPr id="49" name="Ink 48">
                  <a:extLst>
                    <a:ext uri="{FF2B5EF4-FFF2-40B4-BE49-F238E27FC236}">
                      <a16:creationId xmlns:a16="http://schemas.microsoft.com/office/drawing/2014/main" id="{CBC17D23-DC21-3446-AF01-DA933A8D2C6C}"/>
                    </a:ext>
                  </a:extLst>
                </p:cNvPr>
                <p:cNvPicPr/>
                <p:nvPr/>
              </p:nvPicPr>
              <p:blipFill>
                <a:blip r:embed="rId83"/>
                <a:stretch>
                  <a:fillRect/>
                </a:stretch>
              </p:blipFill>
              <p:spPr>
                <a:xfrm>
                  <a:off x="2194870" y="408094"/>
                  <a:ext cx="1659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0DD591B9-8E24-F9C8-9D5D-697DBBDD5494}"/>
                    </a:ext>
                  </a:extLst>
                </p14:cNvPr>
                <p14:cNvContentPartPr/>
                <p14:nvPr/>
              </p14:nvContentPartPr>
              <p14:xfrm>
                <a:off x="2397550" y="431134"/>
                <a:ext cx="133560" cy="36720"/>
              </p14:xfrm>
            </p:contentPart>
          </mc:Choice>
          <mc:Fallback xmlns="">
            <p:pic>
              <p:nvPicPr>
                <p:cNvPr id="50" name="Ink 49">
                  <a:extLst>
                    <a:ext uri="{FF2B5EF4-FFF2-40B4-BE49-F238E27FC236}">
                      <a16:creationId xmlns:a16="http://schemas.microsoft.com/office/drawing/2014/main" id="{0DD591B9-8E24-F9C8-9D5D-697DBBDD5494}"/>
                    </a:ext>
                  </a:extLst>
                </p:cNvPr>
                <p:cNvPicPr/>
                <p:nvPr/>
              </p:nvPicPr>
              <p:blipFill>
                <a:blip r:embed="rId85"/>
                <a:stretch>
                  <a:fillRect/>
                </a:stretch>
              </p:blipFill>
              <p:spPr>
                <a:xfrm>
                  <a:off x="2393230" y="426814"/>
                  <a:ext cx="142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330B05AD-99F9-A83F-2734-DC06994EB0C5}"/>
                    </a:ext>
                  </a:extLst>
                </p14:cNvPr>
                <p14:cNvContentPartPr/>
                <p14:nvPr/>
              </p14:nvContentPartPr>
              <p14:xfrm>
                <a:off x="2360110" y="413494"/>
                <a:ext cx="183600" cy="296280"/>
              </p14:xfrm>
            </p:contentPart>
          </mc:Choice>
          <mc:Fallback xmlns="">
            <p:pic>
              <p:nvPicPr>
                <p:cNvPr id="51" name="Ink 50">
                  <a:extLst>
                    <a:ext uri="{FF2B5EF4-FFF2-40B4-BE49-F238E27FC236}">
                      <a16:creationId xmlns:a16="http://schemas.microsoft.com/office/drawing/2014/main" id="{330B05AD-99F9-A83F-2734-DC06994EB0C5}"/>
                    </a:ext>
                  </a:extLst>
                </p:cNvPr>
                <p:cNvPicPr/>
                <p:nvPr/>
              </p:nvPicPr>
              <p:blipFill>
                <a:blip r:embed="rId87"/>
                <a:stretch>
                  <a:fillRect/>
                </a:stretch>
              </p:blipFill>
              <p:spPr>
                <a:xfrm>
                  <a:off x="2355790" y="409174"/>
                  <a:ext cx="19224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08276504-895E-ED33-215B-06D6E0EC4658}"/>
                    </a:ext>
                  </a:extLst>
                </p14:cNvPr>
                <p14:cNvContentPartPr/>
                <p14:nvPr/>
              </p14:nvContentPartPr>
              <p14:xfrm>
                <a:off x="2793910" y="374614"/>
                <a:ext cx="132840" cy="125280"/>
              </p14:xfrm>
            </p:contentPart>
          </mc:Choice>
          <mc:Fallback xmlns="">
            <p:pic>
              <p:nvPicPr>
                <p:cNvPr id="52" name="Ink 51">
                  <a:extLst>
                    <a:ext uri="{FF2B5EF4-FFF2-40B4-BE49-F238E27FC236}">
                      <a16:creationId xmlns:a16="http://schemas.microsoft.com/office/drawing/2014/main" id="{08276504-895E-ED33-215B-06D6E0EC4658}"/>
                    </a:ext>
                  </a:extLst>
                </p:cNvPr>
                <p:cNvPicPr/>
                <p:nvPr/>
              </p:nvPicPr>
              <p:blipFill>
                <a:blip r:embed="rId89"/>
                <a:stretch>
                  <a:fillRect/>
                </a:stretch>
              </p:blipFill>
              <p:spPr>
                <a:xfrm>
                  <a:off x="2789590" y="370294"/>
                  <a:ext cx="1414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8C5FB00E-F3C3-6707-5858-E5ED47BA0BCE}"/>
                    </a:ext>
                  </a:extLst>
                </p14:cNvPr>
                <p14:cNvContentPartPr/>
                <p14:nvPr/>
              </p14:nvContentPartPr>
              <p14:xfrm>
                <a:off x="2962750" y="212974"/>
                <a:ext cx="170280" cy="360720"/>
              </p14:xfrm>
            </p:contentPart>
          </mc:Choice>
          <mc:Fallback xmlns="">
            <p:pic>
              <p:nvPicPr>
                <p:cNvPr id="53" name="Ink 52">
                  <a:extLst>
                    <a:ext uri="{FF2B5EF4-FFF2-40B4-BE49-F238E27FC236}">
                      <a16:creationId xmlns:a16="http://schemas.microsoft.com/office/drawing/2014/main" id="{8C5FB00E-F3C3-6707-5858-E5ED47BA0BCE}"/>
                    </a:ext>
                  </a:extLst>
                </p:cNvPr>
                <p:cNvPicPr/>
                <p:nvPr/>
              </p:nvPicPr>
              <p:blipFill>
                <a:blip r:embed="rId91"/>
                <a:stretch>
                  <a:fillRect/>
                </a:stretch>
              </p:blipFill>
              <p:spPr>
                <a:xfrm>
                  <a:off x="2958430" y="208654"/>
                  <a:ext cx="17892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A0824871-B73C-C882-EB53-4EF471773E01}"/>
                    </a:ext>
                  </a:extLst>
                </p14:cNvPr>
                <p14:cNvContentPartPr/>
                <p14:nvPr/>
              </p14:nvContentPartPr>
              <p14:xfrm>
                <a:off x="2914870" y="395494"/>
                <a:ext cx="158040" cy="31320"/>
              </p14:xfrm>
            </p:contentPart>
          </mc:Choice>
          <mc:Fallback xmlns="">
            <p:pic>
              <p:nvPicPr>
                <p:cNvPr id="54" name="Ink 53">
                  <a:extLst>
                    <a:ext uri="{FF2B5EF4-FFF2-40B4-BE49-F238E27FC236}">
                      <a16:creationId xmlns:a16="http://schemas.microsoft.com/office/drawing/2014/main" id="{A0824871-B73C-C882-EB53-4EF471773E01}"/>
                    </a:ext>
                  </a:extLst>
                </p:cNvPr>
                <p:cNvPicPr/>
                <p:nvPr/>
              </p:nvPicPr>
              <p:blipFill>
                <a:blip r:embed="rId93"/>
                <a:stretch>
                  <a:fillRect/>
                </a:stretch>
              </p:blipFill>
              <p:spPr>
                <a:xfrm>
                  <a:off x="2910550" y="391174"/>
                  <a:ext cx="1666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DF6DA5B0-1B39-4D1C-01B4-A09DAE894408}"/>
                    </a:ext>
                  </a:extLst>
                </p14:cNvPr>
                <p14:cNvContentPartPr/>
                <p14:nvPr/>
              </p14:nvContentPartPr>
              <p14:xfrm>
                <a:off x="3403030" y="355894"/>
                <a:ext cx="232200" cy="125640"/>
              </p14:xfrm>
            </p:contentPart>
          </mc:Choice>
          <mc:Fallback xmlns="">
            <p:pic>
              <p:nvPicPr>
                <p:cNvPr id="55" name="Ink 54">
                  <a:extLst>
                    <a:ext uri="{FF2B5EF4-FFF2-40B4-BE49-F238E27FC236}">
                      <a16:creationId xmlns:a16="http://schemas.microsoft.com/office/drawing/2014/main" id="{DF6DA5B0-1B39-4D1C-01B4-A09DAE894408}"/>
                    </a:ext>
                  </a:extLst>
                </p:cNvPr>
                <p:cNvPicPr/>
                <p:nvPr/>
              </p:nvPicPr>
              <p:blipFill>
                <a:blip r:embed="rId95"/>
                <a:stretch>
                  <a:fillRect/>
                </a:stretch>
              </p:blipFill>
              <p:spPr>
                <a:xfrm>
                  <a:off x="3398710" y="351574"/>
                  <a:ext cx="2408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6" name="Ink 55">
                  <a:extLst>
                    <a:ext uri="{FF2B5EF4-FFF2-40B4-BE49-F238E27FC236}">
                      <a16:creationId xmlns:a16="http://schemas.microsoft.com/office/drawing/2014/main" id="{F854610B-0748-12D5-DEC7-DE05B617D38E}"/>
                    </a:ext>
                  </a:extLst>
                </p14:cNvPr>
                <p14:cNvContentPartPr/>
                <p14:nvPr/>
              </p14:nvContentPartPr>
              <p14:xfrm>
                <a:off x="3590230" y="284614"/>
                <a:ext cx="24840" cy="43560"/>
              </p14:xfrm>
            </p:contentPart>
          </mc:Choice>
          <mc:Fallback xmlns="">
            <p:pic>
              <p:nvPicPr>
                <p:cNvPr id="56" name="Ink 55">
                  <a:extLst>
                    <a:ext uri="{FF2B5EF4-FFF2-40B4-BE49-F238E27FC236}">
                      <a16:creationId xmlns:a16="http://schemas.microsoft.com/office/drawing/2014/main" id="{F854610B-0748-12D5-DEC7-DE05B617D38E}"/>
                    </a:ext>
                  </a:extLst>
                </p:cNvPr>
                <p:cNvPicPr/>
                <p:nvPr/>
              </p:nvPicPr>
              <p:blipFill>
                <a:blip r:embed="rId97"/>
                <a:stretch>
                  <a:fillRect/>
                </a:stretch>
              </p:blipFill>
              <p:spPr>
                <a:xfrm>
                  <a:off x="3585910" y="280294"/>
                  <a:ext cx="334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 name="Ink 56">
                  <a:extLst>
                    <a:ext uri="{FF2B5EF4-FFF2-40B4-BE49-F238E27FC236}">
                      <a16:creationId xmlns:a16="http://schemas.microsoft.com/office/drawing/2014/main" id="{C57ABB47-4F02-557E-E594-1E139A828552}"/>
                    </a:ext>
                  </a:extLst>
                </p14:cNvPr>
                <p14:cNvContentPartPr/>
                <p14:nvPr/>
              </p14:nvContentPartPr>
              <p14:xfrm>
                <a:off x="3611830" y="398734"/>
                <a:ext cx="146880" cy="49680"/>
              </p14:xfrm>
            </p:contentPart>
          </mc:Choice>
          <mc:Fallback xmlns="">
            <p:pic>
              <p:nvPicPr>
                <p:cNvPr id="57" name="Ink 56">
                  <a:extLst>
                    <a:ext uri="{FF2B5EF4-FFF2-40B4-BE49-F238E27FC236}">
                      <a16:creationId xmlns:a16="http://schemas.microsoft.com/office/drawing/2014/main" id="{C57ABB47-4F02-557E-E594-1E139A828552}"/>
                    </a:ext>
                  </a:extLst>
                </p:cNvPr>
                <p:cNvPicPr/>
                <p:nvPr/>
              </p:nvPicPr>
              <p:blipFill>
                <a:blip r:embed="rId99"/>
                <a:stretch>
                  <a:fillRect/>
                </a:stretch>
              </p:blipFill>
              <p:spPr>
                <a:xfrm>
                  <a:off x="3607510" y="394414"/>
                  <a:ext cx="1555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8" name="Ink 57">
                  <a:extLst>
                    <a:ext uri="{FF2B5EF4-FFF2-40B4-BE49-F238E27FC236}">
                      <a16:creationId xmlns:a16="http://schemas.microsoft.com/office/drawing/2014/main" id="{54D4923D-40B1-0335-F4AB-2E8EB76CF56A}"/>
                    </a:ext>
                  </a:extLst>
                </p14:cNvPr>
                <p14:cNvContentPartPr/>
                <p14:nvPr/>
              </p14:nvContentPartPr>
              <p14:xfrm>
                <a:off x="3853750" y="210454"/>
                <a:ext cx="26640" cy="244800"/>
              </p14:xfrm>
            </p:contentPart>
          </mc:Choice>
          <mc:Fallback xmlns="">
            <p:pic>
              <p:nvPicPr>
                <p:cNvPr id="58" name="Ink 57">
                  <a:extLst>
                    <a:ext uri="{FF2B5EF4-FFF2-40B4-BE49-F238E27FC236}">
                      <a16:creationId xmlns:a16="http://schemas.microsoft.com/office/drawing/2014/main" id="{54D4923D-40B1-0335-F4AB-2E8EB76CF56A}"/>
                    </a:ext>
                  </a:extLst>
                </p:cNvPr>
                <p:cNvPicPr/>
                <p:nvPr/>
              </p:nvPicPr>
              <p:blipFill>
                <a:blip r:embed="rId101"/>
                <a:stretch>
                  <a:fillRect/>
                </a:stretch>
              </p:blipFill>
              <p:spPr>
                <a:xfrm>
                  <a:off x="3849430" y="206134"/>
                  <a:ext cx="352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9" name="Ink 58">
                  <a:extLst>
                    <a:ext uri="{FF2B5EF4-FFF2-40B4-BE49-F238E27FC236}">
                      <a16:creationId xmlns:a16="http://schemas.microsoft.com/office/drawing/2014/main" id="{EAB68354-21C5-E5D5-32B6-A0EF4C2B01DE}"/>
                    </a:ext>
                  </a:extLst>
                </p14:cNvPr>
                <p14:cNvContentPartPr/>
                <p14:nvPr/>
              </p14:nvContentPartPr>
              <p14:xfrm>
                <a:off x="3793990" y="299734"/>
                <a:ext cx="237960" cy="109080"/>
              </p14:xfrm>
            </p:contentPart>
          </mc:Choice>
          <mc:Fallback xmlns="">
            <p:pic>
              <p:nvPicPr>
                <p:cNvPr id="59" name="Ink 58">
                  <a:extLst>
                    <a:ext uri="{FF2B5EF4-FFF2-40B4-BE49-F238E27FC236}">
                      <a16:creationId xmlns:a16="http://schemas.microsoft.com/office/drawing/2014/main" id="{EAB68354-21C5-E5D5-32B6-A0EF4C2B01DE}"/>
                    </a:ext>
                  </a:extLst>
                </p:cNvPr>
                <p:cNvPicPr/>
                <p:nvPr/>
              </p:nvPicPr>
              <p:blipFill>
                <a:blip r:embed="rId103"/>
                <a:stretch>
                  <a:fillRect/>
                </a:stretch>
              </p:blipFill>
              <p:spPr>
                <a:xfrm>
                  <a:off x="3789670" y="295414"/>
                  <a:ext cx="2466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Ink 59">
                  <a:extLst>
                    <a:ext uri="{FF2B5EF4-FFF2-40B4-BE49-F238E27FC236}">
                      <a16:creationId xmlns:a16="http://schemas.microsoft.com/office/drawing/2014/main" id="{203E64F6-1F69-B211-DFA6-F1CBBCF4F107}"/>
                    </a:ext>
                  </a:extLst>
                </p14:cNvPr>
                <p14:cNvContentPartPr/>
                <p14:nvPr/>
              </p14:nvContentPartPr>
              <p14:xfrm>
                <a:off x="3992710" y="319174"/>
                <a:ext cx="262080" cy="319680"/>
              </p14:xfrm>
            </p:contentPart>
          </mc:Choice>
          <mc:Fallback xmlns="">
            <p:pic>
              <p:nvPicPr>
                <p:cNvPr id="60" name="Ink 59">
                  <a:extLst>
                    <a:ext uri="{FF2B5EF4-FFF2-40B4-BE49-F238E27FC236}">
                      <a16:creationId xmlns:a16="http://schemas.microsoft.com/office/drawing/2014/main" id="{203E64F6-1F69-B211-DFA6-F1CBBCF4F107}"/>
                    </a:ext>
                  </a:extLst>
                </p:cNvPr>
                <p:cNvPicPr/>
                <p:nvPr/>
              </p:nvPicPr>
              <p:blipFill>
                <a:blip r:embed="rId105"/>
                <a:stretch>
                  <a:fillRect/>
                </a:stretch>
              </p:blipFill>
              <p:spPr>
                <a:xfrm>
                  <a:off x="3988390" y="314854"/>
                  <a:ext cx="27072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B0BC5914-5556-1374-187C-873009FF401A}"/>
                    </a:ext>
                  </a:extLst>
                </p14:cNvPr>
                <p14:cNvContentPartPr/>
                <p14:nvPr/>
              </p14:nvContentPartPr>
              <p14:xfrm>
                <a:off x="4301950" y="306214"/>
                <a:ext cx="99720" cy="155880"/>
              </p14:xfrm>
            </p:contentPart>
          </mc:Choice>
          <mc:Fallback xmlns="">
            <p:pic>
              <p:nvPicPr>
                <p:cNvPr id="61" name="Ink 60">
                  <a:extLst>
                    <a:ext uri="{FF2B5EF4-FFF2-40B4-BE49-F238E27FC236}">
                      <a16:creationId xmlns:a16="http://schemas.microsoft.com/office/drawing/2014/main" id="{B0BC5914-5556-1374-187C-873009FF401A}"/>
                    </a:ext>
                  </a:extLst>
                </p:cNvPr>
                <p:cNvPicPr/>
                <p:nvPr/>
              </p:nvPicPr>
              <p:blipFill>
                <a:blip r:embed="rId107"/>
                <a:stretch>
                  <a:fillRect/>
                </a:stretch>
              </p:blipFill>
              <p:spPr>
                <a:xfrm>
                  <a:off x="4297630" y="301894"/>
                  <a:ext cx="1083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D5D9FF54-5144-0FA2-A72D-3309150B6C15}"/>
                    </a:ext>
                  </a:extLst>
                </p14:cNvPr>
                <p14:cNvContentPartPr/>
                <p14:nvPr/>
              </p14:nvContentPartPr>
              <p14:xfrm>
                <a:off x="4368910" y="341134"/>
                <a:ext cx="90000" cy="114840"/>
              </p14:xfrm>
            </p:contentPart>
          </mc:Choice>
          <mc:Fallback xmlns="">
            <p:pic>
              <p:nvPicPr>
                <p:cNvPr id="62" name="Ink 61">
                  <a:extLst>
                    <a:ext uri="{FF2B5EF4-FFF2-40B4-BE49-F238E27FC236}">
                      <a16:creationId xmlns:a16="http://schemas.microsoft.com/office/drawing/2014/main" id="{D5D9FF54-5144-0FA2-A72D-3309150B6C15}"/>
                    </a:ext>
                  </a:extLst>
                </p:cNvPr>
                <p:cNvPicPr/>
                <p:nvPr/>
              </p:nvPicPr>
              <p:blipFill>
                <a:blip r:embed="rId109"/>
                <a:stretch>
                  <a:fillRect/>
                </a:stretch>
              </p:blipFill>
              <p:spPr>
                <a:xfrm>
                  <a:off x="4364590" y="336814"/>
                  <a:ext cx="98640" cy="123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0">
            <p14:nvContentPartPr>
              <p14:cNvPr id="65" name="Ink 64">
                <a:extLst>
                  <a:ext uri="{FF2B5EF4-FFF2-40B4-BE49-F238E27FC236}">
                    <a16:creationId xmlns:a16="http://schemas.microsoft.com/office/drawing/2014/main" id="{9E3635F3-5C44-1D7D-B224-E273AA3DDD88}"/>
                  </a:ext>
                </a:extLst>
              </p14:cNvPr>
              <p14:cNvContentPartPr/>
              <p14:nvPr/>
            </p14:nvContentPartPr>
            <p14:xfrm>
              <a:off x="4951030" y="188854"/>
              <a:ext cx="160920" cy="416520"/>
            </p14:xfrm>
          </p:contentPart>
        </mc:Choice>
        <mc:Fallback xmlns="">
          <p:pic>
            <p:nvPicPr>
              <p:cNvPr id="65" name="Ink 64">
                <a:extLst>
                  <a:ext uri="{FF2B5EF4-FFF2-40B4-BE49-F238E27FC236}">
                    <a16:creationId xmlns:a16="http://schemas.microsoft.com/office/drawing/2014/main" id="{9E3635F3-5C44-1D7D-B224-E273AA3DDD88}"/>
                  </a:ext>
                </a:extLst>
              </p:cNvPr>
              <p:cNvPicPr/>
              <p:nvPr/>
            </p:nvPicPr>
            <p:blipFill>
              <a:blip r:embed="rId111"/>
              <a:stretch>
                <a:fillRect/>
              </a:stretch>
            </p:blipFill>
            <p:spPr>
              <a:xfrm>
                <a:off x="4946710" y="184534"/>
                <a:ext cx="169560" cy="425160"/>
              </a:xfrm>
              <a:prstGeom prst="rect">
                <a:avLst/>
              </a:prstGeom>
            </p:spPr>
          </p:pic>
        </mc:Fallback>
      </mc:AlternateContent>
      <p:grpSp>
        <p:nvGrpSpPr>
          <p:cNvPr id="94" name="Group 93">
            <a:extLst>
              <a:ext uri="{FF2B5EF4-FFF2-40B4-BE49-F238E27FC236}">
                <a16:creationId xmlns:a16="http://schemas.microsoft.com/office/drawing/2014/main" id="{22BC5222-2B29-1DC2-2592-61C92FA1D1F3}"/>
              </a:ext>
            </a:extLst>
          </p:cNvPr>
          <p:cNvGrpSpPr/>
          <p:nvPr/>
        </p:nvGrpSpPr>
        <p:grpSpPr>
          <a:xfrm>
            <a:off x="5293293" y="123560"/>
            <a:ext cx="3761280" cy="519480"/>
            <a:chOff x="5293293" y="123560"/>
            <a:chExt cx="3761280" cy="519480"/>
          </a:xfrm>
        </p:grpSpPr>
        <mc:AlternateContent xmlns:mc="http://schemas.openxmlformats.org/markup-compatibility/2006" xmlns:p14="http://schemas.microsoft.com/office/powerpoint/2010/main">
          <mc:Choice Requires="p14">
            <p:contentPart p14:bwMode="auto" r:id="rId112">
              <p14:nvContentPartPr>
                <p14:cNvPr id="69" name="Ink 68">
                  <a:extLst>
                    <a:ext uri="{FF2B5EF4-FFF2-40B4-BE49-F238E27FC236}">
                      <a16:creationId xmlns:a16="http://schemas.microsoft.com/office/drawing/2014/main" id="{0AAB6DF3-7487-E2B8-7EB2-3F3BF86A88E3}"/>
                    </a:ext>
                  </a:extLst>
                </p14:cNvPr>
                <p14:cNvContentPartPr/>
                <p14:nvPr/>
              </p14:nvContentPartPr>
              <p14:xfrm>
                <a:off x="5293293" y="455120"/>
                <a:ext cx="23400" cy="51480"/>
              </p14:xfrm>
            </p:contentPart>
          </mc:Choice>
          <mc:Fallback xmlns="">
            <p:pic>
              <p:nvPicPr>
                <p:cNvPr id="69" name="Ink 68">
                  <a:extLst>
                    <a:ext uri="{FF2B5EF4-FFF2-40B4-BE49-F238E27FC236}">
                      <a16:creationId xmlns:a16="http://schemas.microsoft.com/office/drawing/2014/main" id="{0AAB6DF3-7487-E2B8-7EB2-3F3BF86A88E3}"/>
                    </a:ext>
                  </a:extLst>
                </p:cNvPr>
                <p:cNvPicPr/>
                <p:nvPr/>
              </p:nvPicPr>
              <p:blipFill>
                <a:blip r:embed="rId113"/>
                <a:stretch>
                  <a:fillRect/>
                </a:stretch>
              </p:blipFill>
              <p:spPr>
                <a:xfrm>
                  <a:off x="5288973" y="450800"/>
                  <a:ext cx="32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95985633-8B6B-D082-DEBF-C84771CE160F}"/>
                    </a:ext>
                  </a:extLst>
                </p14:cNvPr>
                <p14:cNvContentPartPr/>
                <p14:nvPr/>
              </p14:nvContentPartPr>
              <p14:xfrm>
                <a:off x="5430813" y="440000"/>
                <a:ext cx="37080" cy="54720"/>
              </p14:xfrm>
            </p:contentPart>
          </mc:Choice>
          <mc:Fallback xmlns="">
            <p:pic>
              <p:nvPicPr>
                <p:cNvPr id="70" name="Ink 69">
                  <a:extLst>
                    <a:ext uri="{FF2B5EF4-FFF2-40B4-BE49-F238E27FC236}">
                      <a16:creationId xmlns:a16="http://schemas.microsoft.com/office/drawing/2014/main" id="{95985633-8B6B-D082-DEBF-C84771CE160F}"/>
                    </a:ext>
                  </a:extLst>
                </p:cNvPr>
                <p:cNvPicPr/>
                <p:nvPr/>
              </p:nvPicPr>
              <p:blipFill>
                <a:blip r:embed="rId115"/>
                <a:stretch>
                  <a:fillRect/>
                </a:stretch>
              </p:blipFill>
              <p:spPr>
                <a:xfrm>
                  <a:off x="5426493" y="435680"/>
                  <a:ext cx="45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2077C8CA-6C2C-09A8-B28E-3181B5D7EAC2}"/>
                    </a:ext>
                  </a:extLst>
                </p14:cNvPr>
                <p14:cNvContentPartPr/>
                <p14:nvPr/>
              </p14:nvContentPartPr>
              <p14:xfrm>
                <a:off x="5529453" y="460880"/>
                <a:ext cx="62640" cy="42840"/>
              </p14:xfrm>
            </p:contentPart>
          </mc:Choice>
          <mc:Fallback xmlns="">
            <p:pic>
              <p:nvPicPr>
                <p:cNvPr id="71" name="Ink 70">
                  <a:extLst>
                    <a:ext uri="{FF2B5EF4-FFF2-40B4-BE49-F238E27FC236}">
                      <a16:creationId xmlns:a16="http://schemas.microsoft.com/office/drawing/2014/main" id="{2077C8CA-6C2C-09A8-B28E-3181B5D7EAC2}"/>
                    </a:ext>
                  </a:extLst>
                </p:cNvPr>
                <p:cNvPicPr/>
                <p:nvPr/>
              </p:nvPicPr>
              <p:blipFill>
                <a:blip r:embed="rId117"/>
                <a:stretch>
                  <a:fillRect/>
                </a:stretch>
              </p:blipFill>
              <p:spPr>
                <a:xfrm>
                  <a:off x="5525133" y="456560"/>
                  <a:ext cx="71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59DFD2BB-5009-3F6E-ED1A-1424A2932722}"/>
                    </a:ext>
                  </a:extLst>
                </p14:cNvPr>
                <p14:cNvContentPartPr/>
                <p14:nvPr/>
              </p14:nvContentPartPr>
              <p14:xfrm>
                <a:off x="5775333" y="422720"/>
                <a:ext cx="147960" cy="28080"/>
              </p14:xfrm>
            </p:contentPart>
          </mc:Choice>
          <mc:Fallback xmlns="">
            <p:pic>
              <p:nvPicPr>
                <p:cNvPr id="73" name="Ink 72">
                  <a:extLst>
                    <a:ext uri="{FF2B5EF4-FFF2-40B4-BE49-F238E27FC236}">
                      <a16:creationId xmlns:a16="http://schemas.microsoft.com/office/drawing/2014/main" id="{59DFD2BB-5009-3F6E-ED1A-1424A2932722}"/>
                    </a:ext>
                  </a:extLst>
                </p:cNvPr>
                <p:cNvPicPr/>
                <p:nvPr/>
              </p:nvPicPr>
              <p:blipFill>
                <a:blip r:embed="rId119"/>
                <a:stretch>
                  <a:fillRect/>
                </a:stretch>
              </p:blipFill>
              <p:spPr>
                <a:xfrm>
                  <a:off x="5771013" y="418400"/>
                  <a:ext cx="1566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4E008AF8-8B30-3ADC-013C-B095486C86EE}"/>
                    </a:ext>
                  </a:extLst>
                </p14:cNvPr>
                <p14:cNvContentPartPr/>
                <p14:nvPr/>
              </p14:nvContentPartPr>
              <p14:xfrm>
                <a:off x="6060813" y="296720"/>
                <a:ext cx="116640" cy="167400"/>
              </p14:xfrm>
            </p:contentPart>
          </mc:Choice>
          <mc:Fallback xmlns="">
            <p:pic>
              <p:nvPicPr>
                <p:cNvPr id="74" name="Ink 73">
                  <a:extLst>
                    <a:ext uri="{FF2B5EF4-FFF2-40B4-BE49-F238E27FC236}">
                      <a16:creationId xmlns:a16="http://schemas.microsoft.com/office/drawing/2014/main" id="{4E008AF8-8B30-3ADC-013C-B095486C86EE}"/>
                    </a:ext>
                  </a:extLst>
                </p:cNvPr>
                <p:cNvPicPr/>
                <p:nvPr/>
              </p:nvPicPr>
              <p:blipFill>
                <a:blip r:embed="rId121"/>
                <a:stretch>
                  <a:fillRect/>
                </a:stretch>
              </p:blipFill>
              <p:spPr>
                <a:xfrm>
                  <a:off x="6056493" y="292400"/>
                  <a:ext cx="125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1C231671-176F-1657-41EC-CEAB1F1AB17A}"/>
                    </a:ext>
                  </a:extLst>
                </p14:cNvPr>
                <p14:cNvContentPartPr/>
                <p14:nvPr/>
              </p14:nvContentPartPr>
              <p14:xfrm>
                <a:off x="6293013" y="470960"/>
                <a:ext cx="54720" cy="90000"/>
              </p14:xfrm>
            </p:contentPart>
          </mc:Choice>
          <mc:Fallback xmlns="">
            <p:pic>
              <p:nvPicPr>
                <p:cNvPr id="75" name="Ink 74">
                  <a:extLst>
                    <a:ext uri="{FF2B5EF4-FFF2-40B4-BE49-F238E27FC236}">
                      <a16:creationId xmlns:a16="http://schemas.microsoft.com/office/drawing/2014/main" id="{1C231671-176F-1657-41EC-CEAB1F1AB17A}"/>
                    </a:ext>
                  </a:extLst>
                </p:cNvPr>
                <p:cNvPicPr/>
                <p:nvPr/>
              </p:nvPicPr>
              <p:blipFill>
                <a:blip r:embed="rId123"/>
                <a:stretch>
                  <a:fillRect/>
                </a:stretch>
              </p:blipFill>
              <p:spPr>
                <a:xfrm>
                  <a:off x="6288693" y="466640"/>
                  <a:ext cx="633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D28018D0-B8F5-E82B-9394-E0B94F706E2E}"/>
                    </a:ext>
                  </a:extLst>
                </p14:cNvPr>
                <p14:cNvContentPartPr/>
                <p14:nvPr/>
              </p14:nvContentPartPr>
              <p14:xfrm>
                <a:off x="6496413" y="369080"/>
                <a:ext cx="132480" cy="16560"/>
              </p14:xfrm>
            </p:contentPart>
          </mc:Choice>
          <mc:Fallback xmlns="">
            <p:pic>
              <p:nvPicPr>
                <p:cNvPr id="76" name="Ink 75">
                  <a:extLst>
                    <a:ext uri="{FF2B5EF4-FFF2-40B4-BE49-F238E27FC236}">
                      <a16:creationId xmlns:a16="http://schemas.microsoft.com/office/drawing/2014/main" id="{D28018D0-B8F5-E82B-9394-E0B94F706E2E}"/>
                    </a:ext>
                  </a:extLst>
                </p:cNvPr>
                <p:cNvPicPr/>
                <p:nvPr/>
              </p:nvPicPr>
              <p:blipFill>
                <a:blip r:embed="rId125"/>
                <a:stretch>
                  <a:fillRect/>
                </a:stretch>
              </p:blipFill>
              <p:spPr>
                <a:xfrm>
                  <a:off x="6492093" y="364760"/>
                  <a:ext cx="141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AAF1FD39-F5FF-0407-C524-627E1007ACA3}"/>
                    </a:ext>
                  </a:extLst>
                </p14:cNvPr>
                <p14:cNvContentPartPr/>
                <p14:nvPr/>
              </p14:nvContentPartPr>
              <p14:xfrm>
                <a:off x="6822213" y="257120"/>
                <a:ext cx="10080" cy="189720"/>
              </p14:xfrm>
            </p:contentPart>
          </mc:Choice>
          <mc:Fallback xmlns="">
            <p:pic>
              <p:nvPicPr>
                <p:cNvPr id="77" name="Ink 76">
                  <a:extLst>
                    <a:ext uri="{FF2B5EF4-FFF2-40B4-BE49-F238E27FC236}">
                      <a16:creationId xmlns:a16="http://schemas.microsoft.com/office/drawing/2014/main" id="{AAF1FD39-F5FF-0407-C524-627E1007ACA3}"/>
                    </a:ext>
                  </a:extLst>
                </p:cNvPr>
                <p:cNvPicPr/>
                <p:nvPr/>
              </p:nvPicPr>
              <p:blipFill>
                <a:blip r:embed="rId127"/>
                <a:stretch>
                  <a:fillRect/>
                </a:stretch>
              </p:blipFill>
              <p:spPr>
                <a:xfrm>
                  <a:off x="6817893" y="252800"/>
                  <a:ext cx="187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F2C31BE6-A798-4E37-C442-49FEBFF2F6D0}"/>
                    </a:ext>
                  </a:extLst>
                </p14:cNvPr>
                <p14:cNvContentPartPr/>
                <p14:nvPr/>
              </p14:nvContentPartPr>
              <p14:xfrm>
                <a:off x="6937773" y="517760"/>
                <a:ext cx="68760" cy="77400"/>
              </p14:xfrm>
            </p:contentPart>
          </mc:Choice>
          <mc:Fallback xmlns="">
            <p:pic>
              <p:nvPicPr>
                <p:cNvPr id="78" name="Ink 77">
                  <a:extLst>
                    <a:ext uri="{FF2B5EF4-FFF2-40B4-BE49-F238E27FC236}">
                      <a16:creationId xmlns:a16="http://schemas.microsoft.com/office/drawing/2014/main" id="{F2C31BE6-A798-4E37-C442-49FEBFF2F6D0}"/>
                    </a:ext>
                  </a:extLst>
                </p:cNvPr>
                <p:cNvPicPr/>
                <p:nvPr/>
              </p:nvPicPr>
              <p:blipFill>
                <a:blip r:embed="rId129"/>
                <a:stretch>
                  <a:fillRect/>
                </a:stretch>
              </p:blipFill>
              <p:spPr>
                <a:xfrm>
                  <a:off x="6933453" y="513440"/>
                  <a:ext cx="77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DF665828-79F8-F888-6C91-A34EA5468C33}"/>
                    </a:ext>
                  </a:extLst>
                </p14:cNvPr>
                <p14:cNvContentPartPr/>
                <p14:nvPr/>
              </p14:nvContentPartPr>
              <p14:xfrm>
                <a:off x="7181133" y="304640"/>
                <a:ext cx="119880" cy="150120"/>
              </p14:xfrm>
            </p:contentPart>
          </mc:Choice>
          <mc:Fallback xmlns="">
            <p:pic>
              <p:nvPicPr>
                <p:cNvPr id="79" name="Ink 78">
                  <a:extLst>
                    <a:ext uri="{FF2B5EF4-FFF2-40B4-BE49-F238E27FC236}">
                      <a16:creationId xmlns:a16="http://schemas.microsoft.com/office/drawing/2014/main" id="{DF665828-79F8-F888-6C91-A34EA5468C33}"/>
                    </a:ext>
                  </a:extLst>
                </p:cNvPr>
                <p:cNvPicPr/>
                <p:nvPr/>
              </p:nvPicPr>
              <p:blipFill>
                <a:blip r:embed="rId131"/>
                <a:stretch>
                  <a:fillRect/>
                </a:stretch>
              </p:blipFill>
              <p:spPr>
                <a:xfrm>
                  <a:off x="7176813" y="300320"/>
                  <a:ext cx="1285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9DC9CD4D-BDD8-0189-71EA-50D3BE108616}"/>
                    </a:ext>
                  </a:extLst>
                </p14:cNvPr>
                <p14:cNvContentPartPr/>
                <p14:nvPr/>
              </p14:nvContentPartPr>
              <p14:xfrm>
                <a:off x="7400733" y="542600"/>
                <a:ext cx="63360" cy="90360"/>
              </p14:xfrm>
            </p:contentPart>
          </mc:Choice>
          <mc:Fallback xmlns="">
            <p:pic>
              <p:nvPicPr>
                <p:cNvPr id="80" name="Ink 79">
                  <a:extLst>
                    <a:ext uri="{FF2B5EF4-FFF2-40B4-BE49-F238E27FC236}">
                      <a16:creationId xmlns:a16="http://schemas.microsoft.com/office/drawing/2014/main" id="{9DC9CD4D-BDD8-0189-71EA-50D3BE108616}"/>
                    </a:ext>
                  </a:extLst>
                </p:cNvPr>
                <p:cNvPicPr/>
                <p:nvPr/>
              </p:nvPicPr>
              <p:blipFill>
                <a:blip r:embed="rId133"/>
                <a:stretch>
                  <a:fillRect/>
                </a:stretch>
              </p:blipFill>
              <p:spPr>
                <a:xfrm>
                  <a:off x="7396413" y="538280"/>
                  <a:ext cx="72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Ink 80">
                  <a:extLst>
                    <a:ext uri="{FF2B5EF4-FFF2-40B4-BE49-F238E27FC236}">
                      <a16:creationId xmlns:a16="http://schemas.microsoft.com/office/drawing/2014/main" id="{E67C2449-BA05-640E-C2AB-F5B86E0F6AD6}"/>
                    </a:ext>
                  </a:extLst>
                </p14:cNvPr>
                <p14:cNvContentPartPr/>
                <p14:nvPr/>
              </p14:nvContentPartPr>
              <p14:xfrm>
                <a:off x="7744173" y="308240"/>
                <a:ext cx="24840" cy="15480"/>
              </p14:xfrm>
            </p:contentPart>
          </mc:Choice>
          <mc:Fallback xmlns="">
            <p:pic>
              <p:nvPicPr>
                <p:cNvPr id="81" name="Ink 80">
                  <a:extLst>
                    <a:ext uri="{FF2B5EF4-FFF2-40B4-BE49-F238E27FC236}">
                      <a16:creationId xmlns:a16="http://schemas.microsoft.com/office/drawing/2014/main" id="{E67C2449-BA05-640E-C2AB-F5B86E0F6AD6}"/>
                    </a:ext>
                  </a:extLst>
                </p:cNvPr>
                <p:cNvPicPr/>
                <p:nvPr/>
              </p:nvPicPr>
              <p:blipFill>
                <a:blip r:embed="rId135"/>
                <a:stretch>
                  <a:fillRect/>
                </a:stretch>
              </p:blipFill>
              <p:spPr>
                <a:xfrm>
                  <a:off x="7739853" y="303920"/>
                  <a:ext cx="334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5A24AADD-52B3-38DE-88EE-1A630AA5A212}"/>
                    </a:ext>
                  </a:extLst>
                </p14:cNvPr>
                <p14:cNvContentPartPr/>
                <p14:nvPr/>
              </p14:nvContentPartPr>
              <p14:xfrm>
                <a:off x="7724733" y="289160"/>
                <a:ext cx="54720" cy="180000"/>
              </p14:xfrm>
            </p:contentPart>
          </mc:Choice>
          <mc:Fallback xmlns="">
            <p:pic>
              <p:nvPicPr>
                <p:cNvPr id="82" name="Ink 81">
                  <a:extLst>
                    <a:ext uri="{FF2B5EF4-FFF2-40B4-BE49-F238E27FC236}">
                      <a16:creationId xmlns:a16="http://schemas.microsoft.com/office/drawing/2014/main" id="{5A24AADD-52B3-38DE-88EE-1A630AA5A212}"/>
                    </a:ext>
                  </a:extLst>
                </p:cNvPr>
                <p:cNvPicPr/>
                <p:nvPr/>
              </p:nvPicPr>
              <p:blipFill>
                <a:blip r:embed="rId137"/>
                <a:stretch>
                  <a:fillRect/>
                </a:stretch>
              </p:blipFill>
              <p:spPr>
                <a:xfrm>
                  <a:off x="7720413" y="284840"/>
                  <a:ext cx="633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1C7E9CAB-30DD-3FEC-5868-9F4BB2016DB6}"/>
                    </a:ext>
                  </a:extLst>
                </p14:cNvPr>
                <p14:cNvContentPartPr/>
                <p14:nvPr/>
              </p14:nvContentPartPr>
              <p14:xfrm>
                <a:off x="7878813" y="486800"/>
                <a:ext cx="43200" cy="83880"/>
              </p14:xfrm>
            </p:contentPart>
          </mc:Choice>
          <mc:Fallback xmlns="">
            <p:pic>
              <p:nvPicPr>
                <p:cNvPr id="83" name="Ink 82">
                  <a:extLst>
                    <a:ext uri="{FF2B5EF4-FFF2-40B4-BE49-F238E27FC236}">
                      <a16:creationId xmlns:a16="http://schemas.microsoft.com/office/drawing/2014/main" id="{1C7E9CAB-30DD-3FEC-5868-9F4BB2016DB6}"/>
                    </a:ext>
                  </a:extLst>
                </p:cNvPr>
                <p:cNvPicPr/>
                <p:nvPr/>
              </p:nvPicPr>
              <p:blipFill>
                <a:blip r:embed="rId139"/>
                <a:stretch>
                  <a:fillRect/>
                </a:stretch>
              </p:blipFill>
              <p:spPr>
                <a:xfrm>
                  <a:off x="7874493" y="482480"/>
                  <a:ext cx="518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F3FA4158-4A93-D43F-CBE6-794A9EF3E158}"/>
                    </a:ext>
                  </a:extLst>
                </p14:cNvPr>
                <p14:cNvContentPartPr/>
                <p14:nvPr/>
              </p14:nvContentPartPr>
              <p14:xfrm>
                <a:off x="8096973" y="267920"/>
                <a:ext cx="115920" cy="147960"/>
              </p14:xfrm>
            </p:contentPart>
          </mc:Choice>
          <mc:Fallback xmlns="">
            <p:pic>
              <p:nvPicPr>
                <p:cNvPr id="84" name="Ink 83">
                  <a:extLst>
                    <a:ext uri="{FF2B5EF4-FFF2-40B4-BE49-F238E27FC236}">
                      <a16:creationId xmlns:a16="http://schemas.microsoft.com/office/drawing/2014/main" id="{F3FA4158-4A93-D43F-CBE6-794A9EF3E158}"/>
                    </a:ext>
                  </a:extLst>
                </p:cNvPr>
                <p:cNvPicPr/>
                <p:nvPr/>
              </p:nvPicPr>
              <p:blipFill>
                <a:blip r:embed="rId141"/>
                <a:stretch>
                  <a:fillRect/>
                </a:stretch>
              </p:blipFill>
              <p:spPr>
                <a:xfrm>
                  <a:off x="8092653" y="263600"/>
                  <a:ext cx="1245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10ED98AA-A3F2-419F-6AA4-D168E77278E9}"/>
                    </a:ext>
                  </a:extLst>
                </p14:cNvPr>
                <p14:cNvContentPartPr/>
                <p14:nvPr/>
              </p14:nvContentPartPr>
              <p14:xfrm>
                <a:off x="8242413" y="473120"/>
                <a:ext cx="82800" cy="109440"/>
              </p14:xfrm>
            </p:contentPart>
          </mc:Choice>
          <mc:Fallback xmlns="">
            <p:pic>
              <p:nvPicPr>
                <p:cNvPr id="85" name="Ink 84">
                  <a:extLst>
                    <a:ext uri="{FF2B5EF4-FFF2-40B4-BE49-F238E27FC236}">
                      <a16:creationId xmlns:a16="http://schemas.microsoft.com/office/drawing/2014/main" id="{10ED98AA-A3F2-419F-6AA4-D168E77278E9}"/>
                    </a:ext>
                  </a:extLst>
                </p:cNvPr>
                <p:cNvPicPr/>
                <p:nvPr/>
              </p:nvPicPr>
              <p:blipFill>
                <a:blip r:embed="rId143"/>
                <a:stretch>
                  <a:fillRect/>
                </a:stretch>
              </p:blipFill>
              <p:spPr>
                <a:xfrm>
                  <a:off x="8238093" y="468800"/>
                  <a:ext cx="914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25434247-BC97-9918-3B54-F41AF6DD8BDD}"/>
                    </a:ext>
                  </a:extLst>
                </p14:cNvPr>
                <p14:cNvContentPartPr/>
                <p14:nvPr/>
              </p14:nvContentPartPr>
              <p14:xfrm>
                <a:off x="8463813" y="413000"/>
                <a:ext cx="23760" cy="4320"/>
              </p14:xfrm>
            </p:contentPart>
          </mc:Choice>
          <mc:Fallback xmlns="">
            <p:pic>
              <p:nvPicPr>
                <p:cNvPr id="86" name="Ink 85">
                  <a:extLst>
                    <a:ext uri="{FF2B5EF4-FFF2-40B4-BE49-F238E27FC236}">
                      <a16:creationId xmlns:a16="http://schemas.microsoft.com/office/drawing/2014/main" id="{25434247-BC97-9918-3B54-F41AF6DD8BDD}"/>
                    </a:ext>
                  </a:extLst>
                </p:cNvPr>
                <p:cNvPicPr/>
                <p:nvPr/>
              </p:nvPicPr>
              <p:blipFill>
                <a:blip r:embed="rId145"/>
                <a:stretch>
                  <a:fillRect/>
                </a:stretch>
              </p:blipFill>
              <p:spPr>
                <a:xfrm>
                  <a:off x="8459493" y="408680"/>
                  <a:ext cx="324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A8B45FC8-C656-D3C5-79F5-CB03A2F38C01}"/>
                    </a:ext>
                  </a:extLst>
                </p14:cNvPr>
                <p14:cNvContentPartPr/>
                <p14:nvPr/>
              </p14:nvContentPartPr>
              <p14:xfrm>
                <a:off x="8601693" y="405440"/>
                <a:ext cx="10080" cy="17640"/>
              </p14:xfrm>
            </p:contentPart>
          </mc:Choice>
          <mc:Fallback xmlns="">
            <p:pic>
              <p:nvPicPr>
                <p:cNvPr id="87" name="Ink 86">
                  <a:extLst>
                    <a:ext uri="{FF2B5EF4-FFF2-40B4-BE49-F238E27FC236}">
                      <a16:creationId xmlns:a16="http://schemas.microsoft.com/office/drawing/2014/main" id="{A8B45FC8-C656-D3C5-79F5-CB03A2F38C01}"/>
                    </a:ext>
                  </a:extLst>
                </p:cNvPr>
                <p:cNvPicPr/>
                <p:nvPr/>
              </p:nvPicPr>
              <p:blipFill>
                <a:blip r:embed="rId147"/>
                <a:stretch>
                  <a:fillRect/>
                </a:stretch>
              </p:blipFill>
              <p:spPr>
                <a:xfrm>
                  <a:off x="8597373" y="401120"/>
                  <a:ext cx="187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8" name="Ink 87">
                  <a:extLst>
                    <a:ext uri="{FF2B5EF4-FFF2-40B4-BE49-F238E27FC236}">
                      <a16:creationId xmlns:a16="http://schemas.microsoft.com/office/drawing/2014/main" id="{05997A60-BC30-F71C-FE16-B5B8429E7D3A}"/>
                    </a:ext>
                  </a:extLst>
                </p14:cNvPr>
                <p14:cNvContentPartPr/>
                <p14:nvPr/>
              </p14:nvContentPartPr>
              <p14:xfrm>
                <a:off x="8708973" y="403640"/>
                <a:ext cx="23400" cy="31320"/>
              </p14:xfrm>
            </p:contentPart>
          </mc:Choice>
          <mc:Fallback xmlns="">
            <p:pic>
              <p:nvPicPr>
                <p:cNvPr id="88" name="Ink 87">
                  <a:extLst>
                    <a:ext uri="{FF2B5EF4-FFF2-40B4-BE49-F238E27FC236}">
                      <a16:creationId xmlns:a16="http://schemas.microsoft.com/office/drawing/2014/main" id="{05997A60-BC30-F71C-FE16-B5B8429E7D3A}"/>
                    </a:ext>
                  </a:extLst>
                </p:cNvPr>
                <p:cNvPicPr/>
                <p:nvPr/>
              </p:nvPicPr>
              <p:blipFill>
                <a:blip r:embed="rId149"/>
                <a:stretch>
                  <a:fillRect/>
                </a:stretch>
              </p:blipFill>
              <p:spPr>
                <a:xfrm>
                  <a:off x="8704653" y="399320"/>
                  <a:ext cx="32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9" name="Ink 88">
                  <a:extLst>
                    <a:ext uri="{FF2B5EF4-FFF2-40B4-BE49-F238E27FC236}">
                      <a16:creationId xmlns:a16="http://schemas.microsoft.com/office/drawing/2014/main" id="{8E7EB12F-49B9-FD37-FB5B-BCE9FD36C5E6}"/>
                    </a:ext>
                  </a:extLst>
                </p14:cNvPr>
                <p14:cNvContentPartPr/>
                <p14:nvPr/>
              </p14:nvContentPartPr>
              <p14:xfrm>
                <a:off x="8873853" y="123560"/>
                <a:ext cx="180720" cy="519480"/>
              </p14:xfrm>
            </p:contentPart>
          </mc:Choice>
          <mc:Fallback xmlns="">
            <p:pic>
              <p:nvPicPr>
                <p:cNvPr id="89" name="Ink 88">
                  <a:extLst>
                    <a:ext uri="{FF2B5EF4-FFF2-40B4-BE49-F238E27FC236}">
                      <a16:creationId xmlns:a16="http://schemas.microsoft.com/office/drawing/2014/main" id="{8E7EB12F-49B9-FD37-FB5B-BCE9FD36C5E6}"/>
                    </a:ext>
                  </a:extLst>
                </p:cNvPr>
                <p:cNvPicPr/>
                <p:nvPr/>
              </p:nvPicPr>
              <p:blipFill>
                <a:blip r:embed="rId151"/>
                <a:stretch>
                  <a:fillRect/>
                </a:stretch>
              </p:blipFill>
              <p:spPr>
                <a:xfrm>
                  <a:off x="8869533" y="119240"/>
                  <a:ext cx="189360" cy="528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406AD616-7AD4-A35D-10F7-9F3180AE8C46}"/>
                  </a:ext>
                </a:extLst>
              </p14:cNvPr>
              <p14:cNvContentPartPr/>
              <p14:nvPr/>
            </p14:nvContentPartPr>
            <p14:xfrm>
              <a:off x="4179813" y="3902480"/>
              <a:ext cx="20520" cy="36720"/>
            </p14:xfrm>
          </p:contentPart>
        </mc:Choice>
        <mc:Fallback xmlns="">
          <p:pic>
            <p:nvPicPr>
              <p:cNvPr id="95" name="Ink 94">
                <a:extLst>
                  <a:ext uri="{FF2B5EF4-FFF2-40B4-BE49-F238E27FC236}">
                    <a16:creationId xmlns:a16="http://schemas.microsoft.com/office/drawing/2014/main" id="{406AD616-7AD4-A35D-10F7-9F3180AE8C46}"/>
                  </a:ext>
                </a:extLst>
              </p:cNvPr>
              <p:cNvPicPr/>
              <p:nvPr/>
            </p:nvPicPr>
            <p:blipFill>
              <a:blip r:embed="rId153"/>
              <a:stretch>
                <a:fillRect/>
              </a:stretch>
            </p:blipFill>
            <p:spPr>
              <a:xfrm>
                <a:off x="4175493" y="3898160"/>
                <a:ext cx="291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D51AA8B4-E0CB-762A-FF4F-0812CED2632C}"/>
                  </a:ext>
                </a:extLst>
              </p14:cNvPr>
              <p14:cNvContentPartPr/>
              <p14:nvPr/>
            </p14:nvContentPartPr>
            <p14:xfrm>
              <a:off x="3556487" y="4314748"/>
              <a:ext cx="160920" cy="416520"/>
            </p14:xfrm>
          </p:contentPart>
        </mc:Choice>
        <mc:Fallback xmlns="">
          <p:pic>
            <p:nvPicPr>
              <p:cNvPr id="96" name="Ink 95">
                <a:extLst>
                  <a:ext uri="{FF2B5EF4-FFF2-40B4-BE49-F238E27FC236}">
                    <a16:creationId xmlns:a16="http://schemas.microsoft.com/office/drawing/2014/main" id="{D51AA8B4-E0CB-762A-FF4F-0812CED2632C}"/>
                  </a:ext>
                </a:extLst>
              </p:cNvPr>
              <p:cNvPicPr/>
              <p:nvPr/>
            </p:nvPicPr>
            <p:blipFill>
              <a:blip r:embed="rId111"/>
              <a:stretch>
                <a:fillRect/>
              </a:stretch>
            </p:blipFill>
            <p:spPr>
              <a:xfrm>
                <a:off x="3552167" y="4310428"/>
                <a:ext cx="16956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7" name="Ink 96">
                <a:extLst>
                  <a:ext uri="{FF2B5EF4-FFF2-40B4-BE49-F238E27FC236}">
                    <a16:creationId xmlns:a16="http://schemas.microsoft.com/office/drawing/2014/main" id="{F6AB7598-7F9B-0F4C-BD0C-2E4F7BF4F0D2}"/>
                  </a:ext>
                </a:extLst>
              </p14:cNvPr>
              <p14:cNvContentPartPr/>
              <p14:nvPr/>
            </p14:nvContentPartPr>
            <p14:xfrm>
              <a:off x="3898750" y="4581014"/>
              <a:ext cx="23400" cy="51480"/>
            </p14:xfrm>
          </p:contentPart>
        </mc:Choice>
        <mc:Fallback xmlns="">
          <p:pic>
            <p:nvPicPr>
              <p:cNvPr id="97" name="Ink 96">
                <a:extLst>
                  <a:ext uri="{FF2B5EF4-FFF2-40B4-BE49-F238E27FC236}">
                    <a16:creationId xmlns:a16="http://schemas.microsoft.com/office/drawing/2014/main" id="{F6AB7598-7F9B-0F4C-BD0C-2E4F7BF4F0D2}"/>
                  </a:ext>
                </a:extLst>
              </p:cNvPr>
              <p:cNvPicPr/>
              <p:nvPr/>
            </p:nvPicPr>
            <p:blipFill>
              <a:blip r:embed="rId113"/>
              <a:stretch>
                <a:fillRect/>
              </a:stretch>
            </p:blipFill>
            <p:spPr>
              <a:xfrm>
                <a:off x="3894430" y="4576694"/>
                <a:ext cx="32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168EBF72-73FB-C02A-EC94-BC57F02EA128}"/>
                  </a:ext>
                </a:extLst>
              </p14:cNvPr>
              <p14:cNvContentPartPr/>
              <p14:nvPr/>
            </p14:nvContentPartPr>
            <p14:xfrm>
              <a:off x="4036270" y="4565894"/>
              <a:ext cx="37080" cy="54720"/>
            </p14:xfrm>
          </p:contentPart>
        </mc:Choice>
        <mc:Fallback xmlns="">
          <p:pic>
            <p:nvPicPr>
              <p:cNvPr id="98" name="Ink 97">
                <a:extLst>
                  <a:ext uri="{FF2B5EF4-FFF2-40B4-BE49-F238E27FC236}">
                    <a16:creationId xmlns:a16="http://schemas.microsoft.com/office/drawing/2014/main" id="{168EBF72-73FB-C02A-EC94-BC57F02EA128}"/>
                  </a:ext>
                </a:extLst>
              </p:cNvPr>
              <p:cNvPicPr/>
              <p:nvPr/>
            </p:nvPicPr>
            <p:blipFill>
              <a:blip r:embed="rId115"/>
              <a:stretch>
                <a:fillRect/>
              </a:stretch>
            </p:blipFill>
            <p:spPr>
              <a:xfrm>
                <a:off x="4031950" y="4561574"/>
                <a:ext cx="45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9" name="Ink 98">
                <a:extLst>
                  <a:ext uri="{FF2B5EF4-FFF2-40B4-BE49-F238E27FC236}">
                    <a16:creationId xmlns:a16="http://schemas.microsoft.com/office/drawing/2014/main" id="{C0C698AD-6807-13B6-47F8-DE7B75313048}"/>
                  </a:ext>
                </a:extLst>
              </p14:cNvPr>
              <p14:cNvContentPartPr/>
              <p14:nvPr/>
            </p14:nvContentPartPr>
            <p14:xfrm>
              <a:off x="4134910" y="4586774"/>
              <a:ext cx="62640" cy="42840"/>
            </p14:xfrm>
          </p:contentPart>
        </mc:Choice>
        <mc:Fallback xmlns="">
          <p:pic>
            <p:nvPicPr>
              <p:cNvPr id="99" name="Ink 98">
                <a:extLst>
                  <a:ext uri="{FF2B5EF4-FFF2-40B4-BE49-F238E27FC236}">
                    <a16:creationId xmlns:a16="http://schemas.microsoft.com/office/drawing/2014/main" id="{C0C698AD-6807-13B6-47F8-DE7B75313048}"/>
                  </a:ext>
                </a:extLst>
              </p:cNvPr>
              <p:cNvPicPr/>
              <p:nvPr/>
            </p:nvPicPr>
            <p:blipFill>
              <a:blip r:embed="rId117"/>
              <a:stretch>
                <a:fillRect/>
              </a:stretch>
            </p:blipFill>
            <p:spPr>
              <a:xfrm>
                <a:off x="4130590" y="4582454"/>
                <a:ext cx="71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0" name="Ink 99">
                <a:extLst>
                  <a:ext uri="{FF2B5EF4-FFF2-40B4-BE49-F238E27FC236}">
                    <a16:creationId xmlns:a16="http://schemas.microsoft.com/office/drawing/2014/main" id="{5FAF6F46-655B-B648-F929-BE40E1E0D2EA}"/>
                  </a:ext>
                </a:extLst>
              </p14:cNvPr>
              <p14:cNvContentPartPr/>
              <p14:nvPr/>
            </p14:nvContentPartPr>
            <p14:xfrm>
              <a:off x="4380790" y="4548614"/>
              <a:ext cx="147960" cy="28080"/>
            </p14:xfrm>
          </p:contentPart>
        </mc:Choice>
        <mc:Fallback xmlns="">
          <p:pic>
            <p:nvPicPr>
              <p:cNvPr id="100" name="Ink 99">
                <a:extLst>
                  <a:ext uri="{FF2B5EF4-FFF2-40B4-BE49-F238E27FC236}">
                    <a16:creationId xmlns:a16="http://schemas.microsoft.com/office/drawing/2014/main" id="{5FAF6F46-655B-B648-F929-BE40E1E0D2EA}"/>
                  </a:ext>
                </a:extLst>
              </p:cNvPr>
              <p:cNvPicPr/>
              <p:nvPr/>
            </p:nvPicPr>
            <p:blipFill>
              <a:blip r:embed="rId119"/>
              <a:stretch>
                <a:fillRect/>
              </a:stretch>
            </p:blipFill>
            <p:spPr>
              <a:xfrm>
                <a:off x="4376470" y="4544294"/>
                <a:ext cx="1566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1" name="Ink 100">
                <a:extLst>
                  <a:ext uri="{FF2B5EF4-FFF2-40B4-BE49-F238E27FC236}">
                    <a16:creationId xmlns:a16="http://schemas.microsoft.com/office/drawing/2014/main" id="{1A3A9DE9-70C1-AFF4-0E34-A2948862AF41}"/>
                  </a:ext>
                </a:extLst>
              </p14:cNvPr>
              <p14:cNvContentPartPr/>
              <p14:nvPr/>
            </p14:nvContentPartPr>
            <p14:xfrm>
              <a:off x="4666270" y="4422614"/>
              <a:ext cx="116640" cy="167400"/>
            </p14:xfrm>
          </p:contentPart>
        </mc:Choice>
        <mc:Fallback xmlns="">
          <p:pic>
            <p:nvPicPr>
              <p:cNvPr id="101" name="Ink 100">
                <a:extLst>
                  <a:ext uri="{FF2B5EF4-FFF2-40B4-BE49-F238E27FC236}">
                    <a16:creationId xmlns:a16="http://schemas.microsoft.com/office/drawing/2014/main" id="{1A3A9DE9-70C1-AFF4-0E34-A2948862AF41}"/>
                  </a:ext>
                </a:extLst>
              </p:cNvPr>
              <p:cNvPicPr/>
              <p:nvPr/>
            </p:nvPicPr>
            <p:blipFill>
              <a:blip r:embed="rId121"/>
              <a:stretch>
                <a:fillRect/>
              </a:stretch>
            </p:blipFill>
            <p:spPr>
              <a:xfrm>
                <a:off x="4661950" y="4418294"/>
                <a:ext cx="1252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2" name="Ink 101">
                <a:extLst>
                  <a:ext uri="{FF2B5EF4-FFF2-40B4-BE49-F238E27FC236}">
                    <a16:creationId xmlns:a16="http://schemas.microsoft.com/office/drawing/2014/main" id="{3433C57F-3CF2-DE6D-6A17-070F37778627}"/>
                  </a:ext>
                </a:extLst>
              </p14:cNvPr>
              <p14:cNvContentPartPr/>
              <p14:nvPr/>
            </p14:nvContentPartPr>
            <p14:xfrm>
              <a:off x="4898470" y="4596854"/>
              <a:ext cx="54720" cy="90000"/>
            </p14:xfrm>
          </p:contentPart>
        </mc:Choice>
        <mc:Fallback xmlns="">
          <p:pic>
            <p:nvPicPr>
              <p:cNvPr id="102" name="Ink 101">
                <a:extLst>
                  <a:ext uri="{FF2B5EF4-FFF2-40B4-BE49-F238E27FC236}">
                    <a16:creationId xmlns:a16="http://schemas.microsoft.com/office/drawing/2014/main" id="{3433C57F-3CF2-DE6D-6A17-070F37778627}"/>
                  </a:ext>
                </a:extLst>
              </p:cNvPr>
              <p:cNvPicPr/>
              <p:nvPr/>
            </p:nvPicPr>
            <p:blipFill>
              <a:blip r:embed="rId123"/>
              <a:stretch>
                <a:fillRect/>
              </a:stretch>
            </p:blipFill>
            <p:spPr>
              <a:xfrm>
                <a:off x="4894150" y="4592534"/>
                <a:ext cx="633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3" name="Ink 102">
                <a:extLst>
                  <a:ext uri="{FF2B5EF4-FFF2-40B4-BE49-F238E27FC236}">
                    <a16:creationId xmlns:a16="http://schemas.microsoft.com/office/drawing/2014/main" id="{C7E13F03-FFA9-DD9C-5CA0-1FE71B9661C7}"/>
                  </a:ext>
                </a:extLst>
              </p14:cNvPr>
              <p14:cNvContentPartPr/>
              <p14:nvPr/>
            </p14:nvContentPartPr>
            <p14:xfrm>
              <a:off x="5101870" y="4494974"/>
              <a:ext cx="132480" cy="16560"/>
            </p14:xfrm>
          </p:contentPart>
        </mc:Choice>
        <mc:Fallback xmlns="">
          <p:pic>
            <p:nvPicPr>
              <p:cNvPr id="103" name="Ink 102">
                <a:extLst>
                  <a:ext uri="{FF2B5EF4-FFF2-40B4-BE49-F238E27FC236}">
                    <a16:creationId xmlns:a16="http://schemas.microsoft.com/office/drawing/2014/main" id="{C7E13F03-FFA9-DD9C-5CA0-1FE71B9661C7}"/>
                  </a:ext>
                </a:extLst>
              </p:cNvPr>
              <p:cNvPicPr/>
              <p:nvPr/>
            </p:nvPicPr>
            <p:blipFill>
              <a:blip r:embed="rId125"/>
              <a:stretch>
                <a:fillRect/>
              </a:stretch>
            </p:blipFill>
            <p:spPr>
              <a:xfrm>
                <a:off x="5097550" y="4490654"/>
                <a:ext cx="141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4" name="Ink 103">
                <a:extLst>
                  <a:ext uri="{FF2B5EF4-FFF2-40B4-BE49-F238E27FC236}">
                    <a16:creationId xmlns:a16="http://schemas.microsoft.com/office/drawing/2014/main" id="{2F84C85F-7674-C2C2-FD9A-13990C28F7E8}"/>
                  </a:ext>
                </a:extLst>
              </p14:cNvPr>
              <p14:cNvContentPartPr/>
              <p14:nvPr/>
            </p14:nvContentPartPr>
            <p14:xfrm>
              <a:off x="5427670" y="4383014"/>
              <a:ext cx="10080" cy="189720"/>
            </p14:xfrm>
          </p:contentPart>
        </mc:Choice>
        <mc:Fallback xmlns="">
          <p:pic>
            <p:nvPicPr>
              <p:cNvPr id="104" name="Ink 103">
                <a:extLst>
                  <a:ext uri="{FF2B5EF4-FFF2-40B4-BE49-F238E27FC236}">
                    <a16:creationId xmlns:a16="http://schemas.microsoft.com/office/drawing/2014/main" id="{2F84C85F-7674-C2C2-FD9A-13990C28F7E8}"/>
                  </a:ext>
                </a:extLst>
              </p:cNvPr>
              <p:cNvPicPr/>
              <p:nvPr/>
            </p:nvPicPr>
            <p:blipFill>
              <a:blip r:embed="rId127"/>
              <a:stretch>
                <a:fillRect/>
              </a:stretch>
            </p:blipFill>
            <p:spPr>
              <a:xfrm>
                <a:off x="5423350" y="4378694"/>
                <a:ext cx="187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5" name="Ink 104">
                <a:extLst>
                  <a:ext uri="{FF2B5EF4-FFF2-40B4-BE49-F238E27FC236}">
                    <a16:creationId xmlns:a16="http://schemas.microsoft.com/office/drawing/2014/main" id="{99515681-C1A8-929D-5849-DA2E16C5D8B4}"/>
                  </a:ext>
                </a:extLst>
              </p14:cNvPr>
              <p14:cNvContentPartPr/>
              <p14:nvPr/>
            </p14:nvContentPartPr>
            <p14:xfrm>
              <a:off x="5543230" y="4643654"/>
              <a:ext cx="68760" cy="77400"/>
            </p14:xfrm>
          </p:contentPart>
        </mc:Choice>
        <mc:Fallback xmlns="">
          <p:pic>
            <p:nvPicPr>
              <p:cNvPr id="105" name="Ink 104">
                <a:extLst>
                  <a:ext uri="{FF2B5EF4-FFF2-40B4-BE49-F238E27FC236}">
                    <a16:creationId xmlns:a16="http://schemas.microsoft.com/office/drawing/2014/main" id="{99515681-C1A8-929D-5849-DA2E16C5D8B4}"/>
                  </a:ext>
                </a:extLst>
              </p:cNvPr>
              <p:cNvPicPr/>
              <p:nvPr/>
            </p:nvPicPr>
            <p:blipFill>
              <a:blip r:embed="rId129"/>
              <a:stretch>
                <a:fillRect/>
              </a:stretch>
            </p:blipFill>
            <p:spPr>
              <a:xfrm>
                <a:off x="5538910" y="4639334"/>
                <a:ext cx="77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6" name="Ink 105">
                <a:extLst>
                  <a:ext uri="{FF2B5EF4-FFF2-40B4-BE49-F238E27FC236}">
                    <a16:creationId xmlns:a16="http://schemas.microsoft.com/office/drawing/2014/main" id="{AC0C282B-737A-F859-A25C-82D445617225}"/>
                  </a:ext>
                </a:extLst>
              </p14:cNvPr>
              <p14:cNvContentPartPr/>
              <p14:nvPr/>
            </p14:nvContentPartPr>
            <p14:xfrm>
              <a:off x="5786590" y="4430534"/>
              <a:ext cx="119880" cy="150120"/>
            </p14:xfrm>
          </p:contentPart>
        </mc:Choice>
        <mc:Fallback xmlns="">
          <p:pic>
            <p:nvPicPr>
              <p:cNvPr id="106" name="Ink 105">
                <a:extLst>
                  <a:ext uri="{FF2B5EF4-FFF2-40B4-BE49-F238E27FC236}">
                    <a16:creationId xmlns:a16="http://schemas.microsoft.com/office/drawing/2014/main" id="{AC0C282B-737A-F859-A25C-82D445617225}"/>
                  </a:ext>
                </a:extLst>
              </p:cNvPr>
              <p:cNvPicPr/>
              <p:nvPr/>
            </p:nvPicPr>
            <p:blipFill>
              <a:blip r:embed="rId131"/>
              <a:stretch>
                <a:fillRect/>
              </a:stretch>
            </p:blipFill>
            <p:spPr>
              <a:xfrm>
                <a:off x="5782270" y="4426214"/>
                <a:ext cx="1285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7" name="Ink 106">
                <a:extLst>
                  <a:ext uri="{FF2B5EF4-FFF2-40B4-BE49-F238E27FC236}">
                    <a16:creationId xmlns:a16="http://schemas.microsoft.com/office/drawing/2014/main" id="{B3453936-AC25-8920-077D-4BAD20EE4203}"/>
                  </a:ext>
                </a:extLst>
              </p14:cNvPr>
              <p14:cNvContentPartPr/>
              <p14:nvPr/>
            </p14:nvContentPartPr>
            <p14:xfrm>
              <a:off x="6006190" y="4668494"/>
              <a:ext cx="63360" cy="90360"/>
            </p14:xfrm>
          </p:contentPart>
        </mc:Choice>
        <mc:Fallback xmlns="">
          <p:pic>
            <p:nvPicPr>
              <p:cNvPr id="107" name="Ink 106">
                <a:extLst>
                  <a:ext uri="{FF2B5EF4-FFF2-40B4-BE49-F238E27FC236}">
                    <a16:creationId xmlns:a16="http://schemas.microsoft.com/office/drawing/2014/main" id="{B3453936-AC25-8920-077D-4BAD20EE4203}"/>
                  </a:ext>
                </a:extLst>
              </p:cNvPr>
              <p:cNvPicPr/>
              <p:nvPr/>
            </p:nvPicPr>
            <p:blipFill>
              <a:blip r:embed="rId133"/>
              <a:stretch>
                <a:fillRect/>
              </a:stretch>
            </p:blipFill>
            <p:spPr>
              <a:xfrm>
                <a:off x="6001870" y="4664174"/>
                <a:ext cx="72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8" name="Ink 107">
                <a:extLst>
                  <a:ext uri="{FF2B5EF4-FFF2-40B4-BE49-F238E27FC236}">
                    <a16:creationId xmlns:a16="http://schemas.microsoft.com/office/drawing/2014/main" id="{5F7EAA8A-E279-084A-DDED-0EBBB77B4F7D}"/>
                  </a:ext>
                </a:extLst>
              </p14:cNvPr>
              <p14:cNvContentPartPr/>
              <p14:nvPr/>
            </p14:nvContentPartPr>
            <p14:xfrm>
              <a:off x="6349630" y="4434134"/>
              <a:ext cx="24840" cy="15480"/>
            </p14:xfrm>
          </p:contentPart>
        </mc:Choice>
        <mc:Fallback xmlns="">
          <p:pic>
            <p:nvPicPr>
              <p:cNvPr id="108" name="Ink 107">
                <a:extLst>
                  <a:ext uri="{FF2B5EF4-FFF2-40B4-BE49-F238E27FC236}">
                    <a16:creationId xmlns:a16="http://schemas.microsoft.com/office/drawing/2014/main" id="{5F7EAA8A-E279-084A-DDED-0EBBB77B4F7D}"/>
                  </a:ext>
                </a:extLst>
              </p:cNvPr>
              <p:cNvPicPr/>
              <p:nvPr/>
            </p:nvPicPr>
            <p:blipFill>
              <a:blip r:embed="rId135"/>
              <a:stretch>
                <a:fillRect/>
              </a:stretch>
            </p:blipFill>
            <p:spPr>
              <a:xfrm>
                <a:off x="6345310" y="4429814"/>
                <a:ext cx="334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9" name="Ink 108">
                <a:extLst>
                  <a:ext uri="{FF2B5EF4-FFF2-40B4-BE49-F238E27FC236}">
                    <a16:creationId xmlns:a16="http://schemas.microsoft.com/office/drawing/2014/main" id="{4D10274E-A098-D197-F057-3AD6C15C13A0}"/>
                  </a:ext>
                </a:extLst>
              </p14:cNvPr>
              <p14:cNvContentPartPr/>
              <p14:nvPr/>
            </p14:nvContentPartPr>
            <p14:xfrm>
              <a:off x="6330190" y="4415054"/>
              <a:ext cx="54720" cy="180000"/>
            </p14:xfrm>
          </p:contentPart>
        </mc:Choice>
        <mc:Fallback xmlns="">
          <p:pic>
            <p:nvPicPr>
              <p:cNvPr id="109" name="Ink 108">
                <a:extLst>
                  <a:ext uri="{FF2B5EF4-FFF2-40B4-BE49-F238E27FC236}">
                    <a16:creationId xmlns:a16="http://schemas.microsoft.com/office/drawing/2014/main" id="{4D10274E-A098-D197-F057-3AD6C15C13A0}"/>
                  </a:ext>
                </a:extLst>
              </p:cNvPr>
              <p:cNvPicPr/>
              <p:nvPr/>
            </p:nvPicPr>
            <p:blipFill>
              <a:blip r:embed="rId137"/>
              <a:stretch>
                <a:fillRect/>
              </a:stretch>
            </p:blipFill>
            <p:spPr>
              <a:xfrm>
                <a:off x="6325870" y="4410734"/>
                <a:ext cx="633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0" name="Ink 109">
                <a:extLst>
                  <a:ext uri="{FF2B5EF4-FFF2-40B4-BE49-F238E27FC236}">
                    <a16:creationId xmlns:a16="http://schemas.microsoft.com/office/drawing/2014/main" id="{2F58DCF9-84D7-9F76-F97D-9089FCE14C21}"/>
                  </a:ext>
                </a:extLst>
              </p14:cNvPr>
              <p14:cNvContentPartPr/>
              <p14:nvPr/>
            </p14:nvContentPartPr>
            <p14:xfrm>
              <a:off x="6484270" y="4612694"/>
              <a:ext cx="43200" cy="83880"/>
            </p14:xfrm>
          </p:contentPart>
        </mc:Choice>
        <mc:Fallback xmlns="">
          <p:pic>
            <p:nvPicPr>
              <p:cNvPr id="110" name="Ink 109">
                <a:extLst>
                  <a:ext uri="{FF2B5EF4-FFF2-40B4-BE49-F238E27FC236}">
                    <a16:creationId xmlns:a16="http://schemas.microsoft.com/office/drawing/2014/main" id="{2F58DCF9-84D7-9F76-F97D-9089FCE14C21}"/>
                  </a:ext>
                </a:extLst>
              </p:cNvPr>
              <p:cNvPicPr/>
              <p:nvPr/>
            </p:nvPicPr>
            <p:blipFill>
              <a:blip r:embed="rId139"/>
              <a:stretch>
                <a:fillRect/>
              </a:stretch>
            </p:blipFill>
            <p:spPr>
              <a:xfrm>
                <a:off x="6479950" y="4608374"/>
                <a:ext cx="518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1" name="Ink 110">
                <a:extLst>
                  <a:ext uri="{FF2B5EF4-FFF2-40B4-BE49-F238E27FC236}">
                    <a16:creationId xmlns:a16="http://schemas.microsoft.com/office/drawing/2014/main" id="{645CB8B0-A8C5-6909-F4D3-084F691D7009}"/>
                  </a:ext>
                </a:extLst>
              </p14:cNvPr>
              <p14:cNvContentPartPr/>
              <p14:nvPr/>
            </p14:nvContentPartPr>
            <p14:xfrm>
              <a:off x="6702430" y="4393814"/>
              <a:ext cx="115920" cy="147960"/>
            </p14:xfrm>
          </p:contentPart>
        </mc:Choice>
        <mc:Fallback xmlns="">
          <p:pic>
            <p:nvPicPr>
              <p:cNvPr id="111" name="Ink 110">
                <a:extLst>
                  <a:ext uri="{FF2B5EF4-FFF2-40B4-BE49-F238E27FC236}">
                    <a16:creationId xmlns:a16="http://schemas.microsoft.com/office/drawing/2014/main" id="{645CB8B0-A8C5-6909-F4D3-084F691D7009}"/>
                  </a:ext>
                </a:extLst>
              </p:cNvPr>
              <p:cNvPicPr/>
              <p:nvPr/>
            </p:nvPicPr>
            <p:blipFill>
              <a:blip r:embed="rId141"/>
              <a:stretch>
                <a:fillRect/>
              </a:stretch>
            </p:blipFill>
            <p:spPr>
              <a:xfrm>
                <a:off x="6698110" y="4389494"/>
                <a:ext cx="1245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2" name="Ink 111">
                <a:extLst>
                  <a:ext uri="{FF2B5EF4-FFF2-40B4-BE49-F238E27FC236}">
                    <a16:creationId xmlns:a16="http://schemas.microsoft.com/office/drawing/2014/main" id="{2AAFE58B-7324-E63E-311B-39ADE511BD77}"/>
                  </a:ext>
                </a:extLst>
              </p14:cNvPr>
              <p14:cNvContentPartPr/>
              <p14:nvPr/>
            </p14:nvContentPartPr>
            <p14:xfrm>
              <a:off x="6847870" y="4599014"/>
              <a:ext cx="82800" cy="109440"/>
            </p14:xfrm>
          </p:contentPart>
        </mc:Choice>
        <mc:Fallback xmlns="">
          <p:pic>
            <p:nvPicPr>
              <p:cNvPr id="112" name="Ink 111">
                <a:extLst>
                  <a:ext uri="{FF2B5EF4-FFF2-40B4-BE49-F238E27FC236}">
                    <a16:creationId xmlns:a16="http://schemas.microsoft.com/office/drawing/2014/main" id="{2AAFE58B-7324-E63E-311B-39ADE511BD77}"/>
                  </a:ext>
                </a:extLst>
              </p:cNvPr>
              <p:cNvPicPr/>
              <p:nvPr/>
            </p:nvPicPr>
            <p:blipFill>
              <a:blip r:embed="rId143"/>
              <a:stretch>
                <a:fillRect/>
              </a:stretch>
            </p:blipFill>
            <p:spPr>
              <a:xfrm>
                <a:off x="6843550" y="4594694"/>
                <a:ext cx="914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3" name="Ink 112">
                <a:extLst>
                  <a:ext uri="{FF2B5EF4-FFF2-40B4-BE49-F238E27FC236}">
                    <a16:creationId xmlns:a16="http://schemas.microsoft.com/office/drawing/2014/main" id="{D83C81A2-B761-186E-81C2-E7AAAD0BFED0}"/>
                  </a:ext>
                </a:extLst>
              </p14:cNvPr>
              <p14:cNvContentPartPr/>
              <p14:nvPr/>
            </p14:nvContentPartPr>
            <p14:xfrm>
              <a:off x="7069270" y="4538894"/>
              <a:ext cx="23760" cy="4320"/>
            </p14:xfrm>
          </p:contentPart>
        </mc:Choice>
        <mc:Fallback xmlns="">
          <p:pic>
            <p:nvPicPr>
              <p:cNvPr id="113" name="Ink 112">
                <a:extLst>
                  <a:ext uri="{FF2B5EF4-FFF2-40B4-BE49-F238E27FC236}">
                    <a16:creationId xmlns:a16="http://schemas.microsoft.com/office/drawing/2014/main" id="{D83C81A2-B761-186E-81C2-E7AAAD0BFED0}"/>
                  </a:ext>
                </a:extLst>
              </p:cNvPr>
              <p:cNvPicPr/>
              <p:nvPr/>
            </p:nvPicPr>
            <p:blipFill>
              <a:blip r:embed="rId145"/>
              <a:stretch>
                <a:fillRect/>
              </a:stretch>
            </p:blipFill>
            <p:spPr>
              <a:xfrm>
                <a:off x="7064950" y="4534574"/>
                <a:ext cx="324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4" name="Ink 113">
                <a:extLst>
                  <a:ext uri="{FF2B5EF4-FFF2-40B4-BE49-F238E27FC236}">
                    <a16:creationId xmlns:a16="http://schemas.microsoft.com/office/drawing/2014/main" id="{2C28637B-F832-CA00-B92D-F00B54F1987B}"/>
                  </a:ext>
                </a:extLst>
              </p14:cNvPr>
              <p14:cNvContentPartPr/>
              <p14:nvPr/>
            </p14:nvContentPartPr>
            <p14:xfrm>
              <a:off x="7207150" y="4531334"/>
              <a:ext cx="10080" cy="17640"/>
            </p14:xfrm>
          </p:contentPart>
        </mc:Choice>
        <mc:Fallback xmlns="">
          <p:pic>
            <p:nvPicPr>
              <p:cNvPr id="114" name="Ink 113">
                <a:extLst>
                  <a:ext uri="{FF2B5EF4-FFF2-40B4-BE49-F238E27FC236}">
                    <a16:creationId xmlns:a16="http://schemas.microsoft.com/office/drawing/2014/main" id="{2C28637B-F832-CA00-B92D-F00B54F1987B}"/>
                  </a:ext>
                </a:extLst>
              </p:cNvPr>
              <p:cNvPicPr/>
              <p:nvPr/>
            </p:nvPicPr>
            <p:blipFill>
              <a:blip r:embed="rId147"/>
              <a:stretch>
                <a:fillRect/>
              </a:stretch>
            </p:blipFill>
            <p:spPr>
              <a:xfrm>
                <a:off x="7202830" y="4527014"/>
                <a:ext cx="187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5" name="Ink 114">
                <a:extLst>
                  <a:ext uri="{FF2B5EF4-FFF2-40B4-BE49-F238E27FC236}">
                    <a16:creationId xmlns:a16="http://schemas.microsoft.com/office/drawing/2014/main" id="{AD2F6EDA-F899-8584-4D2C-95D0D5B6F5B2}"/>
                  </a:ext>
                </a:extLst>
              </p14:cNvPr>
              <p14:cNvContentPartPr/>
              <p14:nvPr/>
            </p14:nvContentPartPr>
            <p14:xfrm>
              <a:off x="7314430" y="4529534"/>
              <a:ext cx="23400" cy="31320"/>
            </p14:xfrm>
          </p:contentPart>
        </mc:Choice>
        <mc:Fallback xmlns="">
          <p:pic>
            <p:nvPicPr>
              <p:cNvPr id="115" name="Ink 114">
                <a:extLst>
                  <a:ext uri="{FF2B5EF4-FFF2-40B4-BE49-F238E27FC236}">
                    <a16:creationId xmlns:a16="http://schemas.microsoft.com/office/drawing/2014/main" id="{AD2F6EDA-F899-8584-4D2C-95D0D5B6F5B2}"/>
                  </a:ext>
                </a:extLst>
              </p:cNvPr>
              <p:cNvPicPr/>
              <p:nvPr/>
            </p:nvPicPr>
            <p:blipFill>
              <a:blip r:embed="rId149"/>
              <a:stretch>
                <a:fillRect/>
              </a:stretch>
            </p:blipFill>
            <p:spPr>
              <a:xfrm>
                <a:off x="7310110" y="4525214"/>
                <a:ext cx="32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6" name="Ink 115">
                <a:extLst>
                  <a:ext uri="{FF2B5EF4-FFF2-40B4-BE49-F238E27FC236}">
                    <a16:creationId xmlns:a16="http://schemas.microsoft.com/office/drawing/2014/main" id="{A3E5272B-E585-CA17-AAD3-06455C36C4B1}"/>
                  </a:ext>
                </a:extLst>
              </p14:cNvPr>
              <p14:cNvContentPartPr/>
              <p14:nvPr/>
            </p14:nvContentPartPr>
            <p14:xfrm>
              <a:off x="7479310" y="4249454"/>
              <a:ext cx="180720" cy="519480"/>
            </p14:xfrm>
          </p:contentPart>
        </mc:Choice>
        <mc:Fallback xmlns="">
          <p:pic>
            <p:nvPicPr>
              <p:cNvPr id="116" name="Ink 115">
                <a:extLst>
                  <a:ext uri="{FF2B5EF4-FFF2-40B4-BE49-F238E27FC236}">
                    <a16:creationId xmlns:a16="http://schemas.microsoft.com/office/drawing/2014/main" id="{A3E5272B-E585-CA17-AAD3-06455C36C4B1}"/>
                  </a:ext>
                </a:extLst>
              </p:cNvPr>
              <p:cNvPicPr/>
              <p:nvPr/>
            </p:nvPicPr>
            <p:blipFill>
              <a:blip r:embed="rId151"/>
              <a:stretch>
                <a:fillRect/>
              </a:stretch>
            </p:blipFill>
            <p:spPr>
              <a:xfrm>
                <a:off x="7474990" y="4245134"/>
                <a:ext cx="189360" cy="528120"/>
              </a:xfrm>
              <a:prstGeom prst="rect">
                <a:avLst/>
              </a:prstGeom>
            </p:spPr>
          </p:pic>
        </mc:Fallback>
      </mc:AlternateContent>
      <p:grpSp>
        <p:nvGrpSpPr>
          <p:cNvPr id="128" name="Group 127">
            <a:extLst>
              <a:ext uri="{FF2B5EF4-FFF2-40B4-BE49-F238E27FC236}">
                <a16:creationId xmlns:a16="http://schemas.microsoft.com/office/drawing/2014/main" id="{C844A970-C320-4F2F-5D08-464B4D05B6DE}"/>
              </a:ext>
            </a:extLst>
          </p:cNvPr>
          <p:cNvGrpSpPr/>
          <p:nvPr/>
        </p:nvGrpSpPr>
        <p:grpSpPr>
          <a:xfrm>
            <a:off x="1871133" y="4257440"/>
            <a:ext cx="1224360" cy="596880"/>
            <a:chOff x="1871133" y="4257440"/>
            <a:chExt cx="1224360" cy="596880"/>
          </a:xfrm>
        </p:grpSpPr>
        <mc:AlternateContent xmlns:mc="http://schemas.openxmlformats.org/markup-compatibility/2006" xmlns:p14="http://schemas.microsoft.com/office/powerpoint/2010/main">
          <mc:Choice Requires="p14">
            <p:contentPart p14:bwMode="auto" r:id="rId175">
              <p14:nvContentPartPr>
                <p14:cNvPr id="122" name="Ink 121">
                  <a:extLst>
                    <a:ext uri="{FF2B5EF4-FFF2-40B4-BE49-F238E27FC236}">
                      <a16:creationId xmlns:a16="http://schemas.microsoft.com/office/drawing/2014/main" id="{E9C2F456-97E0-BF26-BD97-FE24344CD31C}"/>
                    </a:ext>
                  </a:extLst>
                </p14:cNvPr>
                <p14:cNvContentPartPr/>
                <p14:nvPr/>
              </p14:nvContentPartPr>
              <p14:xfrm>
                <a:off x="1940613" y="4257440"/>
                <a:ext cx="729720" cy="566640"/>
              </p14:xfrm>
            </p:contentPart>
          </mc:Choice>
          <mc:Fallback xmlns="">
            <p:pic>
              <p:nvPicPr>
                <p:cNvPr id="122" name="Ink 121">
                  <a:extLst>
                    <a:ext uri="{FF2B5EF4-FFF2-40B4-BE49-F238E27FC236}">
                      <a16:creationId xmlns:a16="http://schemas.microsoft.com/office/drawing/2014/main" id="{E9C2F456-97E0-BF26-BD97-FE24344CD31C}"/>
                    </a:ext>
                  </a:extLst>
                </p:cNvPr>
                <p:cNvPicPr/>
                <p:nvPr/>
              </p:nvPicPr>
              <p:blipFill>
                <a:blip r:embed="rId176"/>
                <a:stretch>
                  <a:fillRect/>
                </a:stretch>
              </p:blipFill>
              <p:spPr>
                <a:xfrm>
                  <a:off x="1936293" y="4253120"/>
                  <a:ext cx="738360" cy="5752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23" name="Ink 122">
                  <a:extLst>
                    <a:ext uri="{FF2B5EF4-FFF2-40B4-BE49-F238E27FC236}">
                      <a16:creationId xmlns:a16="http://schemas.microsoft.com/office/drawing/2014/main" id="{C89DA1F6-900A-92E9-57C8-6C9116E5E3F7}"/>
                    </a:ext>
                  </a:extLst>
                </p14:cNvPr>
                <p14:cNvContentPartPr/>
                <p14:nvPr/>
              </p14:nvContentPartPr>
              <p14:xfrm>
                <a:off x="1871133" y="4319000"/>
                <a:ext cx="630720" cy="535320"/>
              </p14:xfrm>
            </p:contentPart>
          </mc:Choice>
          <mc:Fallback xmlns="">
            <p:pic>
              <p:nvPicPr>
                <p:cNvPr id="123" name="Ink 122">
                  <a:extLst>
                    <a:ext uri="{FF2B5EF4-FFF2-40B4-BE49-F238E27FC236}">
                      <a16:creationId xmlns:a16="http://schemas.microsoft.com/office/drawing/2014/main" id="{C89DA1F6-900A-92E9-57C8-6C9116E5E3F7}"/>
                    </a:ext>
                  </a:extLst>
                </p:cNvPr>
                <p:cNvPicPr/>
                <p:nvPr/>
              </p:nvPicPr>
              <p:blipFill>
                <a:blip r:embed="rId178"/>
                <a:stretch>
                  <a:fillRect/>
                </a:stretch>
              </p:blipFill>
              <p:spPr>
                <a:xfrm>
                  <a:off x="1866813" y="4314680"/>
                  <a:ext cx="639360" cy="5439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25" name="Ink 124">
                  <a:extLst>
                    <a:ext uri="{FF2B5EF4-FFF2-40B4-BE49-F238E27FC236}">
                      <a16:creationId xmlns:a16="http://schemas.microsoft.com/office/drawing/2014/main" id="{EF4AFE81-A925-4EE3-BD0B-A256ECD0837E}"/>
                    </a:ext>
                  </a:extLst>
                </p14:cNvPr>
                <p14:cNvContentPartPr/>
                <p14:nvPr/>
              </p14:nvContentPartPr>
              <p14:xfrm>
                <a:off x="2067693" y="4496840"/>
                <a:ext cx="452880" cy="96840"/>
              </p14:xfrm>
            </p:contentPart>
          </mc:Choice>
          <mc:Fallback xmlns="">
            <p:pic>
              <p:nvPicPr>
                <p:cNvPr id="125" name="Ink 124">
                  <a:extLst>
                    <a:ext uri="{FF2B5EF4-FFF2-40B4-BE49-F238E27FC236}">
                      <a16:creationId xmlns:a16="http://schemas.microsoft.com/office/drawing/2014/main" id="{EF4AFE81-A925-4EE3-BD0B-A256ECD0837E}"/>
                    </a:ext>
                  </a:extLst>
                </p:cNvPr>
                <p:cNvPicPr/>
                <p:nvPr/>
              </p:nvPicPr>
              <p:blipFill>
                <a:blip r:embed="rId180"/>
                <a:stretch>
                  <a:fillRect/>
                </a:stretch>
              </p:blipFill>
              <p:spPr>
                <a:xfrm>
                  <a:off x="2063373" y="4492520"/>
                  <a:ext cx="461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26" name="Ink 125">
                  <a:extLst>
                    <a:ext uri="{FF2B5EF4-FFF2-40B4-BE49-F238E27FC236}">
                      <a16:creationId xmlns:a16="http://schemas.microsoft.com/office/drawing/2014/main" id="{93222EE5-ADC6-A281-5503-CAD3F6FD8D8D}"/>
                    </a:ext>
                  </a:extLst>
                </p14:cNvPr>
                <p14:cNvContentPartPr/>
                <p14:nvPr/>
              </p14:nvContentPartPr>
              <p14:xfrm>
                <a:off x="2841693" y="4421240"/>
                <a:ext cx="172800" cy="60480"/>
              </p14:xfrm>
            </p:contentPart>
          </mc:Choice>
          <mc:Fallback xmlns="">
            <p:pic>
              <p:nvPicPr>
                <p:cNvPr id="126" name="Ink 125">
                  <a:extLst>
                    <a:ext uri="{FF2B5EF4-FFF2-40B4-BE49-F238E27FC236}">
                      <a16:creationId xmlns:a16="http://schemas.microsoft.com/office/drawing/2014/main" id="{93222EE5-ADC6-A281-5503-CAD3F6FD8D8D}"/>
                    </a:ext>
                  </a:extLst>
                </p:cNvPr>
                <p:cNvPicPr/>
                <p:nvPr/>
              </p:nvPicPr>
              <p:blipFill>
                <a:blip r:embed="rId182"/>
                <a:stretch>
                  <a:fillRect/>
                </a:stretch>
              </p:blipFill>
              <p:spPr>
                <a:xfrm>
                  <a:off x="2837373" y="4416920"/>
                  <a:ext cx="1814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7" name="Ink 126">
                  <a:extLst>
                    <a:ext uri="{FF2B5EF4-FFF2-40B4-BE49-F238E27FC236}">
                      <a16:creationId xmlns:a16="http://schemas.microsoft.com/office/drawing/2014/main" id="{CA926FA6-7C55-8004-DA34-D4C0F7F21895}"/>
                    </a:ext>
                  </a:extLst>
                </p14:cNvPr>
                <p14:cNvContentPartPr/>
                <p14:nvPr/>
              </p14:nvContentPartPr>
              <p14:xfrm>
                <a:off x="2908293" y="4551920"/>
                <a:ext cx="187200" cy="55440"/>
              </p14:xfrm>
            </p:contentPart>
          </mc:Choice>
          <mc:Fallback xmlns="">
            <p:pic>
              <p:nvPicPr>
                <p:cNvPr id="127" name="Ink 126">
                  <a:extLst>
                    <a:ext uri="{FF2B5EF4-FFF2-40B4-BE49-F238E27FC236}">
                      <a16:creationId xmlns:a16="http://schemas.microsoft.com/office/drawing/2014/main" id="{CA926FA6-7C55-8004-DA34-D4C0F7F21895}"/>
                    </a:ext>
                  </a:extLst>
                </p:cNvPr>
                <p:cNvPicPr/>
                <p:nvPr/>
              </p:nvPicPr>
              <p:blipFill>
                <a:blip r:embed="rId184"/>
                <a:stretch>
                  <a:fillRect/>
                </a:stretch>
              </p:blipFill>
              <p:spPr>
                <a:xfrm>
                  <a:off x="2903973" y="4547600"/>
                  <a:ext cx="195840" cy="64080"/>
                </a:xfrm>
                <a:prstGeom prst="rect">
                  <a:avLst/>
                </a:prstGeom>
              </p:spPr>
            </p:pic>
          </mc:Fallback>
        </mc:AlternateContent>
      </p:grpSp>
      <p:grpSp>
        <p:nvGrpSpPr>
          <p:cNvPr id="132" name="Group 131">
            <a:extLst>
              <a:ext uri="{FF2B5EF4-FFF2-40B4-BE49-F238E27FC236}">
                <a16:creationId xmlns:a16="http://schemas.microsoft.com/office/drawing/2014/main" id="{D65472D9-7C00-DD47-7A8A-EACDDC022716}"/>
              </a:ext>
            </a:extLst>
          </p:cNvPr>
          <p:cNvGrpSpPr/>
          <p:nvPr/>
        </p:nvGrpSpPr>
        <p:grpSpPr>
          <a:xfrm>
            <a:off x="4913853" y="1781360"/>
            <a:ext cx="434880" cy="78120"/>
            <a:chOff x="4913853" y="1781360"/>
            <a:chExt cx="434880" cy="78120"/>
          </a:xfrm>
        </p:grpSpPr>
        <mc:AlternateContent xmlns:mc="http://schemas.openxmlformats.org/markup-compatibility/2006" xmlns:p14="http://schemas.microsoft.com/office/powerpoint/2010/main">
          <mc:Choice Requires="p14">
            <p:contentPart p14:bwMode="auto" r:id="rId185">
              <p14:nvContentPartPr>
                <p14:cNvPr id="129" name="Ink 128">
                  <a:extLst>
                    <a:ext uri="{FF2B5EF4-FFF2-40B4-BE49-F238E27FC236}">
                      <a16:creationId xmlns:a16="http://schemas.microsoft.com/office/drawing/2014/main" id="{89F3A903-A9F0-9782-0AD0-540106206614}"/>
                    </a:ext>
                  </a:extLst>
                </p14:cNvPr>
                <p14:cNvContentPartPr/>
                <p14:nvPr/>
              </p14:nvContentPartPr>
              <p14:xfrm>
                <a:off x="4913853" y="1781360"/>
                <a:ext cx="40680" cy="66960"/>
              </p14:xfrm>
            </p:contentPart>
          </mc:Choice>
          <mc:Fallback xmlns="">
            <p:pic>
              <p:nvPicPr>
                <p:cNvPr id="129" name="Ink 128">
                  <a:extLst>
                    <a:ext uri="{FF2B5EF4-FFF2-40B4-BE49-F238E27FC236}">
                      <a16:creationId xmlns:a16="http://schemas.microsoft.com/office/drawing/2014/main" id="{89F3A903-A9F0-9782-0AD0-540106206614}"/>
                    </a:ext>
                  </a:extLst>
                </p:cNvPr>
                <p:cNvPicPr/>
                <p:nvPr/>
              </p:nvPicPr>
              <p:blipFill>
                <a:blip r:embed="rId186"/>
                <a:stretch>
                  <a:fillRect/>
                </a:stretch>
              </p:blipFill>
              <p:spPr>
                <a:xfrm>
                  <a:off x="4909533" y="1777040"/>
                  <a:ext cx="493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30" name="Ink 129">
                  <a:extLst>
                    <a:ext uri="{FF2B5EF4-FFF2-40B4-BE49-F238E27FC236}">
                      <a16:creationId xmlns:a16="http://schemas.microsoft.com/office/drawing/2014/main" id="{4D2E561D-2D05-623B-F3C2-B746C586A15D}"/>
                    </a:ext>
                  </a:extLst>
                </p14:cNvPr>
                <p14:cNvContentPartPr/>
                <p14:nvPr/>
              </p14:nvContentPartPr>
              <p14:xfrm>
                <a:off x="5116533" y="1812680"/>
                <a:ext cx="47160" cy="29520"/>
              </p14:xfrm>
            </p:contentPart>
          </mc:Choice>
          <mc:Fallback xmlns="">
            <p:pic>
              <p:nvPicPr>
                <p:cNvPr id="130" name="Ink 129">
                  <a:extLst>
                    <a:ext uri="{FF2B5EF4-FFF2-40B4-BE49-F238E27FC236}">
                      <a16:creationId xmlns:a16="http://schemas.microsoft.com/office/drawing/2014/main" id="{4D2E561D-2D05-623B-F3C2-B746C586A15D}"/>
                    </a:ext>
                  </a:extLst>
                </p:cNvPr>
                <p:cNvPicPr/>
                <p:nvPr/>
              </p:nvPicPr>
              <p:blipFill>
                <a:blip r:embed="rId188"/>
                <a:stretch>
                  <a:fillRect/>
                </a:stretch>
              </p:blipFill>
              <p:spPr>
                <a:xfrm>
                  <a:off x="5112213" y="1808360"/>
                  <a:ext cx="55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31" name="Ink 130">
                  <a:extLst>
                    <a:ext uri="{FF2B5EF4-FFF2-40B4-BE49-F238E27FC236}">
                      <a16:creationId xmlns:a16="http://schemas.microsoft.com/office/drawing/2014/main" id="{56FC7D6D-B79D-17A5-DDF2-DA9D6ED82AB6}"/>
                    </a:ext>
                  </a:extLst>
                </p14:cNvPr>
                <p14:cNvContentPartPr/>
                <p14:nvPr/>
              </p14:nvContentPartPr>
              <p14:xfrm>
                <a:off x="5296533" y="1796120"/>
                <a:ext cx="52200" cy="63360"/>
              </p14:xfrm>
            </p:contentPart>
          </mc:Choice>
          <mc:Fallback xmlns="">
            <p:pic>
              <p:nvPicPr>
                <p:cNvPr id="131" name="Ink 130">
                  <a:extLst>
                    <a:ext uri="{FF2B5EF4-FFF2-40B4-BE49-F238E27FC236}">
                      <a16:creationId xmlns:a16="http://schemas.microsoft.com/office/drawing/2014/main" id="{56FC7D6D-B79D-17A5-DDF2-DA9D6ED82AB6}"/>
                    </a:ext>
                  </a:extLst>
                </p:cNvPr>
                <p:cNvPicPr/>
                <p:nvPr/>
              </p:nvPicPr>
              <p:blipFill>
                <a:blip r:embed="rId190"/>
                <a:stretch>
                  <a:fillRect/>
                </a:stretch>
              </p:blipFill>
              <p:spPr>
                <a:xfrm>
                  <a:off x="5292213" y="1791800"/>
                  <a:ext cx="60840" cy="72000"/>
                </a:xfrm>
                <a:prstGeom prst="rect">
                  <a:avLst/>
                </a:prstGeom>
              </p:spPr>
            </p:pic>
          </mc:Fallback>
        </mc:AlternateContent>
      </p:grpSp>
    </p:spTree>
    <p:extLst>
      <p:ext uri="{BB962C8B-B14F-4D97-AF65-F5344CB8AC3E}">
        <p14:creationId xmlns:p14="http://schemas.microsoft.com/office/powerpoint/2010/main" val="3645671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36FE0A-132B-2D4D-E906-D2B3BA9B4408}"/>
              </a:ext>
            </a:extLst>
          </p:cNvPr>
          <p:cNvSpPr>
            <a:spLocks noGrp="1"/>
          </p:cNvSpPr>
          <p:nvPr>
            <p:ph type="sldNum" sz="quarter" idx="12"/>
          </p:nvPr>
        </p:nvSpPr>
        <p:spPr/>
        <p:txBody>
          <a:bodyPr/>
          <a:lstStyle/>
          <a:p>
            <a:fld id="{AD2B2EE5-B8BC-4D24-A25E-F2DF61737E68}" type="slidenum">
              <a:rPr lang="en-US" smtClean="0"/>
              <a:pPr/>
              <a:t>3</a:t>
            </a:fld>
            <a:endParaRPr lang="en-US"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3F23FF66-98A6-D8D9-92A5-8857D40B4DCF}"/>
                  </a:ext>
                </a:extLst>
              </p14:cNvPr>
              <p14:cNvContentPartPr/>
              <p14:nvPr/>
            </p14:nvContentPartPr>
            <p14:xfrm>
              <a:off x="611560" y="404664"/>
              <a:ext cx="83160" cy="622080"/>
            </p14:xfrm>
          </p:contentPart>
        </mc:Choice>
        <mc:Fallback xmlns="">
          <p:pic>
            <p:nvPicPr>
              <p:cNvPr id="7" name="Ink 6">
                <a:extLst>
                  <a:ext uri="{FF2B5EF4-FFF2-40B4-BE49-F238E27FC236}">
                    <a16:creationId xmlns:a16="http://schemas.microsoft.com/office/drawing/2014/main" id="{3F23FF66-98A6-D8D9-92A5-8857D40B4DCF}"/>
                  </a:ext>
                </a:extLst>
              </p:cNvPr>
              <p:cNvPicPr/>
              <p:nvPr/>
            </p:nvPicPr>
            <p:blipFill>
              <a:blip r:embed="rId3"/>
              <a:stretch>
                <a:fillRect/>
              </a:stretch>
            </p:blipFill>
            <p:spPr>
              <a:xfrm>
                <a:off x="607240" y="400344"/>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EB9FE69-3F36-2B6F-8050-0DD33851AA25}"/>
                  </a:ext>
                </a:extLst>
              </p14:cNvPr>
              <p14:cNvContentPartPr/>
              <p14:nvPr/>
            </p14:nvContentPartPr>
            <p14:xfrm>
              <a:off x="557200" y="302784"/>
              <a:ext cx="3445920" cy="725400"/>
            </p14:xfrm>
          </p:contentPart>
        </mc:Choice>
        <mc:Fallback xmlns="">
          <p:pic>
            <p:nvPicPr>
              <p:cNvPr id="8" name="Ink 7">
                <a:extLst>
                  <a:ext uri="{FF2B5EF4-FFF2-40B4-BE49-F238E27FC236}">
                    <a16:creationId xmlns:a16="http://schemas.microsoft.com/office/drawing/2014/main" id="{BEB9FE69-3F36-2B6F-8050-0DD33851AA25}"/>
                  </a:ext>
                </a:extLst>
              </p:cNvPr>
              <p:cNvPicPr/>
              <p:nvPr/>
            </p:nvPicPr>
            <p:blipFill>
              <a:blip r:embed="rId5"/>
              <a:stretch>
                <a:fillRect/>
              </a:stretch>
            </p:blipFill>
            <p:spPr>
              <a:xfrm>
                <a:off x="552880" y="298464"/>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9B1A4E4-08C6-2531-B1C7-DF33D0CE739F}"/>
                  </a:ext>
                </a:extLst>
              </p14:cNvPr>
              <p14:cNvContentPartPr/>
              <p14:nvPr/>
            </p14:nvContentPartPr>
            <p14:xfrm>
              <a:off x="1173160" y="444624"/>
              <a:ext cx="37080" cy="599400"/>
            </p14:xfrm>
          </p:contentPart>
        </mc:Choice>
        <mc:Fallback xmlns="">
          <p:pic>
            <p:nvPicPr>
              <p:cNvPr id="9" name="Ink 8">
                <a:extLst>
                  <a:ext uri="{FF2B5EF4-FFF2-40B4-BE49-F238E27FC236}">
                    <a16:creationId xmlns:a16="http://schemas.microsoft.com/office/drawing/2014/main" id="{D9B1A4E4-08C6-2531-B1C7-DF33D0CE739F}"/>
                  </a:ext>
                </a:extLst>
              </p:cNvPr>
              <p:cNvPicPr/>
              <p:nvPr/>
            </p:nvPicPr>
            <p:blipFill>
              <a:blip r:embed="rId7"/>
              <a:stretch>
                <a:fillRect/>
              </a:stretch>
            </p:blipFill>
            <p:spPr>
              <a:xfrm>
                <a:off x="1168840" y="440304"/>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C2E09A0-2FC6-3631-79F0-C79158E44530}"/>
                  </a:ext>
                </a:extLst>
              </p14:cNvPr>
              <p14:cNvContentPartPr/>
              <p14:nvPr/>
            </p14:nvContentPartPr>
            <p14:xfrm>
              <a:off x="1803160" y="394944"/>
              <a:ext cx="25920" cy="586800"/>
            </p14:xfrm>
          </p:contentPart>
        </mc:Choice>
        <mc:Fallback xmlns="">
          <p:pic>
            <p:nvPicPr>
              <p:cNvPr id="10" name="Ink 9">
                <a:extLst>
                  <a:ext uri="{FF2B5EF4-FFF2-40B4-BE49-F238E27FC236}">
                    <a16:creationId xmlns:a16="http://schemas.microsoft.com/office/drawing/2014/main" id="{AC2E09A0-2FC6-3631-79F0-C79158E44530}"/>
                  </a:ext>
                </a:extLst>
              </p:cNvPr>
              <p:cNvPicPr/>
              <p:nvPr/>
            </p:nvPicPr>
            <p:blipFill>
              <a:blip r:embed="rId9"/>
              <a:stretch>
                <a:fillRect/>
              </a:stretch>
            </p:blipFill>
            <p:spPr>
              <a:xfrm>
                <a:off x="1798840" y="390624"/>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4DB77750-A023-64AB-6868-D6E0BC6982A0}"/>
                  </a:ext>
                </a:extLst>
              </p14:cNvPr>
              <p14:cNvContentPartPr/>
              <p14:nvPr/>
            </p14:nvContentPartPr>
            <p14:xfrm>
              <a:off x="2329120" y="326544"/>
              <a:ext cx="83160" cy="700920"/>
            </p14:xfrm>
          </p:contentPart>
        </mc:Choice>
        <mc:Fallback xmlns="">
          <p:pic>
            <p:nvPicPr>
              <p:cNvPr id="11" name="Ink 10">
                <a:extLst>
                  <a:ext uri="{FF2B5EF4-FFF2-40B4-BE49-F238E27FC236}">
                    <a16:creationId xmlns:a16="http://schemas.microsoft.com/office/drawing/2014/main" id="{4DB77750-A023-64AB-6868-D6E0BC6982A0}"/>
                  </a:ext>
                </a:extLst>
              </p:cNvPr>
              <p:cNvPicPr/>
              <p:nvPr/>
            </p:nvPicPr>
            <p:blipFill>
              <a:blip r:embed="rId11"/>
              <a:stretch>
                <a:fillRect/>
              </a:stretch>
            </p:blipFill>
            <p:spPr>
              <a:xfrm>
                <a:off x="2324800" y="322224"/>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886A7DF3-F9F5-4D02-299B-E142A4E970D9}"/>
                  </a:ext>
                </a:extLst>
              </p14:cNvPr>
              <p14:cNvContentPartPr/>
              <p14:nvPr/>
            </p14:nvContentPartPr>
            <p14:xfrm>
              <a:off x="2835280" y="328344"/>
              <a:ext cx="54000" cy="642240"/>
            </p14:xfrm>
          </p:contentPart>
        </mc:Choice>
        <mc:Fallback xmlns="">
          <p:pic>
            <p:nvPicPr>
              <p:cNvPr id="12" name="Ink 11">
                <a:extLst>
                  <a:ext uri="{FF2B5EF4-FFF2-40B4-BE49-F238E27FC236}">
                    <a16:creationId xmlns:a16="http://schemas.microsoft.com/office/drawing/2014/main" id="{886A7DF3-F9F5-4D02-299B-E142A4E970D9}"/>
                  </a:ext>
                </a:extLst>
              </p:cNvPr>
              <p:cNvPicPr/>
              <p:nvPr/>
            </p:nvPicPr>
            <p:blipFill>
              <a:blip r:embed="rId13"/>
              <a:stretch>
                <a:fillRect/>
              </a:stretch>
            </p:blipFill>
            <p:spPr>
              <a:xfrm>
                <a:off x="2830960" y="324024"/>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8668762C-3D79-ED15-FF55-E851C0E1C001}"/>
                  </a:ext>
                </a:extLst>
              </p14:cNvPr>
              <p14:cNvContentPartPr/>
              <p14:nvPr/>
            </p14:nvContentPartPr>
            <p14:xfrm>
              <a:off x="3324520" y="296664"/>
              <a:ext cx="82080" cy="711720"/>
            </p14:xfrm>
          </p:contentPart>
        </mc:Choice>
        <mc:Fallback xmlns="">
          <p:pic>
            <p:nvPicPr>
              <p:cNvPr id="13" name="Ink 12">
                <a:extLst>
                  <a:ext uri="{FF2B5EF4-FFF2-40B4-BE49-F238E27FC236}">
                    <a16:creationId xmlns:a16="http://schemas.microsoft.com/office/drawing/2014/main" id="{8668762C-3D79-ED15-FF55-E851C0E1C001}"/>
                  </a:ext>
                </a:extLst>
              </p:cNvPr>
              <p:cNvPicPr/>
              <p:nvPr/>
            </p:nvPicPr>
            <p:blipFill>
              <a:blip r:embed="rId15"/>
              <a:stretch>
                <a:fillRect/>
              </a:stretch>
            </p:blipFill>
            <p:spPr>
              <a:xfrm>
                <a:off x="3320200" y="292344"/>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B1718509-551D-F1A5-2EEB-2221CA8F0452}"/>
                  </a:ext>
                </a:extLst>
              </p14:cNvPr>
              <p14:cNvContentPartPr/>
              <p14:nvPr/>
            </p14:nvContentPartPr>
            <p14:xfrm>
              <a:off x="1971640" y="546504"/>
              <a:ext cx="117720" cy="251280"/>
            </p14:xfrm>
          </p:contentPart>
        </mc:Choice>
        <mc:Fallback xmlns="">
          <p:pic>
            <p:nvPicPr>
              <p:cNvPr id="17" name="Ink 16">
                <a:extLst>
                  <a:ext uri="{FF2B5EF4-FFF2-40B4-BE49-F238E27FC236}">
                    <a16:creationId xmlns:a16="http://schemas.microsoft.com/office/drawing/2014/main" id="{B1718509-551D-F1A5-2EEB-2221CA8F0452}"/>
                  </a:ext>
                </a:extLst>
              </p:cNvPr>
              <p:cNvPicPr/>
              <p:nvPr/>
            </p:nvPicPr>
            <p:blipFill>
              <a:blip r:embed="rId17"/>
              <a:stretch>
                <a:fillRect/>
              </a:stretch>
            </p:blipFill>
            <p:spPr>
              <a:xfrm>
                <a:off x="1967320" y="542184"/>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A7F1B9BE-F0BF-0976-6DC0-EF296916C34A}"/>
                  </a:ext>
                </a:extLst>
              </p14:cNvPr>
              <p14:cNvContentPartPr/>
              <p14:nvPr/>
            </p14:nvContentPartPr>
            <p14:xfrm>
              <a:off x="2030320" y="527064"/>
              <a:ext cx="129960" cy="30240"/>
            </p14:xfrm>
          </p:contentPart>
        </mc:Choice>
        <mc:Fallback xmlns="">
          <p:pic>
            <p:nvPicPr>
              <p:cNvPr id="18" name="Ink 17">
                <a:extLst>
                  <a:ext uri="{FF2B5EF4-FFF2-40B4-BE49-F238E27FC236}">
                    <a16:creationId xmlns:a16="http://schemas.microsoft.com/office/drawing/2014/main" id="{A7F1B9BE-F0BF-0976-6DC0-EF296916C34A}"/>
                  </a:ext>
                </a:extLst>
              </p:cNvPr>
              <p:cNvPicPr/>
              <p:nvPr/>
            </p:nvPicPr>
            <p:blipFill>
              <a:blip r:embed="rId19"/>
              <a:stretch>
                <a:fillRect/>
              </a:stretch>
            </p:blipFill>
            <p:spPr>
              <a:xfrm>
                <a:off x="2026000" y="522744"/>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DD544F97-61DF-570A-7C1A-1F66C81FCA4D}"/>
                  </a:ext>
                </a:extLst>
              </p14:cNvPr>
              <p14:cNvContentPartPr/>
              <p14:nvPr/>
            </p14:nvContentPartPr>
            <p14:xfrm>
              <a:off x="2520280" y="555864"/>
              <a:ext cx="151200" cy="212760"/>
            </p14:xfrm>
          </p:contentPart>
        </mc:Choice>
        <mc:Fallback xmlns="">
          <p:pic>
            <p:nvPicPr>
              <p:cNvPr id="19" name="Ink 18">
                <a:extLst>
                  <a:ext uri="{FF2B5EF4-FFF2-40B4-BE49-F238E27FC236}">
                    <a16:creationId xmlns:a16="http://schemas.microsoft.com/office/drawing/2014/main" id="{DD544F97-61DF-570A-7C1A-1F66C81FCA4D}"/>
                  </a:ext>
                </a:extLst>
              </p:cNvPr>
              <p:cNvPicPr/>
              <p:nvPr/>
            </p:nvPicPr>
            <p:blipFill>
              <a:blip r:embed="rId21"/>
              <a:stretch>
                <a:fillRect/>
              </a:stretch>
            </p:blipFill>
            <p:spPr>
              <a:xfrm>
                <a:off x="2515960" y="551544"/>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5A7F2F7F-75F4-90C6-D44D-980A9826A0E4}"/>
                  </a:ext>
                </a:extLst>
              </p14:cNvPr>
              <p14:cNvContentPartPr/>
              <p14:nvPr/>
            </p14:nvContentPartPr>
            <p14:xfrm>
              <a:off x="894520" y="669264"/>
              <a:ext cx="200880" cy="153360"/>
            </p14:xfrm>
          </p:contentPart>
        </mc:Choice>
        <mc:Fallback xmlns="">
          <p:pic>
            <p:nvPicPr>
              <p:cNvPr id="20" name="Ink 19">
                <a:extLst>
                  <a:ext uri="{FF2B5EF4-FFF2-40B4-BE49-F238E27FC236}">
                    <a16:creationId xmlns:a16="http://schemas.microsoft.com/office/drawing/2014/main" id="{5A7F2F7F-75F4-90C6-D44D-980A9826A0E4}"/>
                  </a:ext>
                </a:extLst>
              </p:cNvPr>
              <p:cNvPicPr/>
              <p:nvPr/>
            </p:nvPicPr>
            <p:blipFill>
              <a:blip r:embed="rId23"/>
              <a:stretch>
                <a:fillRect/>
              </a:stretch>
            </p:blipFill>
            <p:spPr>
              <a:xfrm>
                <a:off x="890200" y="664944"/>
                <a:ext cx="209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AD96539B-7D9C-C6FE-D73B-860C9598D78F}"/>
                  </a:ext>
                </a:extLst>
              </p14:cNvPr>
              <p14:cNvContentPartPr/>
              <p14:nvPr/>
            </p14:nvContentPartPr>
            <p14:xfrm>
              <a:off x="1041040" y="720024"/>
              <a:ext cx="46080" cy="185040"/>
            </p14:xfrm>
          </p:contentPart>
        </mc:Choice>
        <mc:Fallback xmlns="">
          <p:pic>
            <p:nvPicPr>
              <p:cNvPr id="21" name="Ink 20">
                <a:extLst>
                  <a:ext uri="{FF2B5EF4-FFF2-40B4-BE49-F238E27FC236}">
                    <a16:creationId xmlns:a16="http://schemas.microsoft.com/office/drawing/2014/main" id="{AD96539B-7D9C-C6FE-D73B-860C9598D78F}"/>
                  </a:ext>
                </a:extLst>
              </p:cNvPr>
              <p:cNvPicPr/>
              <p:nvPr/>
            </p:nvPicPr>
            <p:blipFill>
              <a:blip r:embed="rId25"/>
              <a:stretch>
                <a:fillRect/>
              </a:stretch>
            </p:blipFill>
            <p:spPr>
              <a:xfrm>
                <a:off x="1036720" y="715704"/>
                <a:ext cx="54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3979378A-827E-7724-046C-D282105DE2F8}"/>
                  </a:ext>
                </a:extLst>
              </p14:cNvPr>
              <p14:cNvContentPartPr/>
              <p14:nvPr/>
            </p14:nvContentPartPr>
            <p14:xfrm>
              <a:off x="1623880" y="586824"/>
              <a:ext cx="28440" cy="212040"/>
            </p14:xfrm>
          </p:contentPart>
        </mc:Choice>
        <mc:Fallback xmlns="">
          <p:pic>
            <p:nvPicPr>
              <p:cNvPr id="22" name="Ink 21">
                <a:extLst>
                  <a:ext uri="{FF2B5EF4-FFF2-40B4-BE49-F238E27FC236}">
                    <a16:creationId xmlns:a16="http://schemas.microsoft.com/office/drawing/2014/main" id="{3979378A-827E-7724-046C-D282105DE2F8}"/>
                  </a:ext>
                </a:extLst>
              </p:cNvPr>
              <p:cNvPicPr/>
              <p:nvPr/>
            </p:nvPicPr>
            <p:blipFill>
              <a:blip r:embed="rId27"/>
              <a:stretch>
                <a:fillRect/>
              </a:stretch>
            </p:blipFill>
            <p:spPr>
              <a:xfrm>
                <a:off x="1619560" y="582504"/>
                <a:ext cx="37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BD6763E8-25E1-05DA-CEC7-18148A08CE05}"/>
                  </a:ext>
                </a:extLst>
              </p14:cNvPr>
              <p14:cNvContentPartPr/>
              <p14:nvPr/>
            </p14:nvContentPartPr>
            <p14:xfrm>
              <a:off x="3490480" y="549744"/>
              <a:ext cx="190080" cy="189000"/>
            </p14:xfrm>
          </p:contentPart>
        </mc:Choice>
        <mc:Fallback xmlns="">
          <p:pic>
            <p:nvPicPr>
              <p:cNvPr id="23" name="Ink 22">
                <a:extLst>
                  <a:ext uri="{FF2B5EF4-FFF2-40B4-BE49-F238E27FC236}">
                    <a16:creationId xmlns:a16="http://schemas.microsoft.com/office/drawing/2014/main" id="{BD6763E8-25E1-05DA-CEC7-18148A08CE05}"/>
                  </a:ext>
                </a:extLst>
              </p:cNvPr>
              <p:cNvPicPr/>
              <p:nvPr/>
            </p:nvPicPr>
            <p:blipFill>
              <a:blip r:embed="rId29"/>
              <a:stretch>
                <a:fillRect/>
              </a:stretch>
            </p:blipFill>
            <p:spPr>
              <a:xfrm>
                <a:off x="3486160" y="545424"/>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4423BBE2-B728-8649-7995-7EE32727E00D}"/>
                  </a:ext>
                </a:extLst>
              </p14:cNvPr>
              <p14:cNvContentPartPr/>
              <p14:nvPr/>
            </p14:nvContentPartPr>
            <p14:xfrm>
              <a:off x="3061360" y="565584"/>
              <a:ext cx="157320" cy="246240"/>
            </p14:xfrm>
          </p:contentPart>
        </mc:Choice>
        <mc:Fallback xmlns="">
          <p:pic>
            <p:nvPicPr>
              <p:cNvPr id="24" name="Ink 23">
                <a:extLst>
                  <a:ext uri="{FF2B5EF4-FFF2-40B4-BE49-F238E27FC236}">
                    <a16:creationId xmlns:a16="http://schemas.microsoft.com/office/drawing/2014/main" id="{4423BBE2-B728-8649-7995-7EE32727E00D}"/>
                  </a:ext>
                </a:extLst>
              </p:cNvPr>
              <p:cNvPicPr/>
              <p:nvPr/>
            </p:nvPicPr>
            <p:blipFill>
              <a:blip r:embed="rId31"/>
              <a:stretch>
                <a:fillRect/>
              </a:stretch>
            </p:blipFill>
            <p:spPr>
              <a:xfrm>
                <a:off x="3057040" y="561264"/>
                <a:ext cx="1659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CADC55CB-5A3B-E111-F7E1-0449AE24FFAC}"/>
                  </a:ext>
                </a:extLst>
              </p14:cNvPr>
              <p14:cNvContentPartPr/>
              <p14:nvPr/>
            </p14:nvContentPartPr>
            <p14:xfrm>
              <a:off x="2368293" y="2807360"/>
              <a:ext cx="27000" cy="60120"/>
            </p14:xfrm>
          </p:contentPart>
        </mc:Choice>
        <mc:Fallback xmlns="">
          <p:pic>
            <p:nvPicPr>
              <p:cNvPr id="28" name="Ink 27">
                <a:extLst>
                  <a:ext uri="{FF2B5EF4-FFF2-40B4-BE49-F238E27FC236}">
                    <a16:creationId xmlns:a16="http://schemas.microsoft.com/office/drawing/2014/main" id="{CADC55CB-5A3B-E111-F7E1-0449AE24FFAC}"/>
                  </a:ext>
                </a:extLst>
              </p:cNvPr>
              <p:cNvPicPr/>
              <p:nvPr/>
            </p:nvPicPr>
            <p:blipFill>
              <a:blip r:embed="rId33"/>
              <a:stretch>
                <a:fillRect/>
              </a:stretch>
            </p:blipFill>
            <p:spPr>
              <a:xfrm>
                <a:off x="2363973" y="2803040"/>
                <a:ext cx="356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0" name="Ink 29">
                <a:extLst>
                  <a:ext uri="{FF2B5EF4-FFF2-40B4-BE49-F238E27FC236}">
                    <a16:creationId xmlns:a16="http://schemas.microsoft.com/office/drawing/2014/main" id="{622DCA4C-D803-F09F-5887-B667ADC4A0EA}"/>
                  </a:ext>
                </a:extLst>
              </p14:cNvPr>
              <p14:cNvContentPartPr/>
              <p14:nvPr/>
            </p14:nvContentPartPr>
            <p14:xfrm>
              <a:off x="797973" y="499760"/>
              <a:ext cx="862560" cy="351360"/>
            </p14:xfrm>
          </p:contentPart>
        </mc:Choice>
        <mc:Fallback xmlns="">
          <p:pic>
            <p:nvPicPr>
              <p:cNvPr id="30" name="Ink 29">
                <a:extLst>
                  <a:ext uri="{FF2B5EF4-FFF2-40B4-BE49-F238E27FC236}">
                    <a16:creationId xmlns:a16="http://schemas.microsoft.com/office/drawing/2014/main" id="{622DCA4C-D803-F09F-5887-B667ADC4A0EA}"/>
                  </a:ext>
                </a:extLst>
              </p:cNvPr>
              <p:cNvPicPr/>
              <p:nvPr/>
            </p:nvPicPr>
            <p:blipFill>
              <a:blip r:embed="rId35"/>
              <a:stretch>
                <a:fillRect/>
              </a:stretch>
            </p:blipFill>
            <p:spPr>
              <a:xfrm>
                <a:off x="744333" y="391760"/>
                <a:ext cx="97020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4DAA3748-D75C-2599-D549-0AE4E0816C3E}"/>
                  </a:ext>
                </a:extLst>
              </p14:cNvPr>
              <p14:cNvContentPartPr/>
              <p14:nvPr/>
            </p14:nvContentPartPr>
            <p14:xfrm>
              <a:off x="611380" y="1486960"/>
              <a:ext cx="83160" cy="622080"/>
            </p14:xfrm>
          </p:contentPart>
        </mc:Choice>
        <mc:Fallback xmlns="">
          <p:pic>
            <p:nvPicPr>
              <p:cNvPr id="31" name="Ink 30">
                <a:extLst>
                  <a:ext uri="{FF2B5EF4-FFF2-40B4-BE49-F238E27FC236}">
                    <a16:creationId xmlns:a16="http://schemas.microsoft.com/office/drawing/2014/main" id="{4DAA3748-D75C-2599-D549-0AE4E0816C3E}"/>
                  </a:ext>
                </a:extLst>
              </p:cNvPr>
              <p:cNvPicPr/>
              <p:nvPr/>
            </p:nvPicPr>
            <p:blipFill>
              <a:blip r:embed="rId3"/>
              <a:stretch>
                <a:fillRect/>
              </a:stretch>
            </p:blipFill>
            <p:spPr>
              <a:xfrm>
                <a:off x="607060" y="1482640"/>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2" name="Ink 31">
                <a:extLst>
                  <a:ext uri="{FF2B5EF4-FFF2-40B4-BE49-F238E27FC236}">
                    <a16:creationId xmlns:a16="http://schemas.microsoft.com/office/drawing/2014/main" id="{422BEB57-78B1-E439-278D-5768ED8B6EFA}"/>
                  </a:ext>
                </a:extLst>
              </p14:cNvPr>
              <p14:cNvContentPartPr/>
              <p14:nvPr/>
            </p14:nvContentPartPr>
            <p14:xfrm>
              <a:off x="557020" y="1385080"/>
              <a:ext cx="3445920" cy="725400"/>
            </p14:xfrm>
          </p:contentPart>
        </mc:Choice>
        <mc:Fallback xmlns="">
          <p:pic>
            <p:nvPicPr>
              <p:cNvPr id="32" name="Ink 31">
                <a:extLst>
                  <a:ext uri="{FF2B5EF4-FFF2-40B4-BE49-F238E27FC236}">
                    <a16:creationId xmlns:a16="http://schemas.microsoft.com/office/drawing/2014/main" id="{422BEB57-78B1-E439-278D-5768ED8B6EFA}"/>
                  </a:ext>
                </a:extLst>
              </p:cNvPr>
              <p:cNvPicPr/>
              <p:nvPr/>
            </p:nvPicPr>
            <p:blipFill>
              <a:blip r:embed="rId5"/>
              <a:stretch>
                <a:fillRect/>
              </a:stretch>
            </p:blipFill>
            <p:spPr>
              <a:xfrm>
                <a:off x="552700" y="1380760"/>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A8EEA268-6C82-6DD6-5D18-BFE4ED468AC4}"/>
                  </a:ext>
                </a:extLst>
              </p14:cNvPr>
              <p14:cNvContentPartPr/>
              <p14:nvPr/>
            </p14:nvContentPartPr>
            <p14:xfrm>
              <a:off x="1172980" y="1526920"/>
              <a:ext cx="37080" cy="599400"/>
            </p14:xfrm>
          </p:contentPart>
        </mc:Choice>
        <mc:Fallback xmlns="">
          <p:pic>
            <p:nvPicPr>
              <p:cNvPr id="33" name="Ink 32">
                <a:extLst>
                  <a:ext uri="{FF2B5EF4-FFF2-40B4-BE49-F238E27FC236}">
                    <a16:creationId xmlns:a16="http://schemas.microsoft.com/office/drawing/2014/main" id="{A8EEA268-6C82-6DD6-5D18-BFE4ED468AC4}"/>
                  </a:ext>
                </a:extLst>
              </p:cNvPr>
              <p:cNvPicPr/>
              <p:nvPr/>
            </p:nvPicPr>
            <p:blipFill>
              <a:blip r:embed="rId7"/>
              <a:stretch>
                <a:fillRect/>
              </a:stretch>
            </p:blipFill>
            <p:spPr>
              <a:xfrm>
                <a:off x="1168660" y="1522600"/>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4" name="Ink 33">
                <a:extLst>
                  <a:ext uri="{FF2B5EF4-FFF2-40B4-BE49-F238E27FC236}">
                    <a16:creationId xmlns:a16="http://schemas.microsoft.com/office/drawing/2014/main" id="{F5323A21-A0B8-38E1-5F18-8580764318BE}"/>
                  </a:ext>
                </a:extLst>
              </p14:cNvPr>
              <p14:cNvContentPartPr/>
              <p14:nvPr/>
            </p14:nvContentPartPr>
            <p14:xfrm>
              <a:off x="1802980" y="1477240"/>
              <a:ext cx="25920" cy="586800"/>
            </p14:xfrm>
          </p:contentPart>
        </mc:Choice>
        <mc:Fallback xmlns="">
          <p:pic>
            <p:nvPicPr>
              <p:cNvPr id="34" name="Ink 33">
                <a:extLst>
                  <a:ext uri="{FF2B5EF4-FFF2-40B4-BE49-F238E27FC236}">
                    <a16:creationId xmlns:a16="http://schemas.microsoft.com/office/drawing/2014/main" id="{F5323A21-A0B8-38E1-5F18-8580764318BE}"/>
                  </a:ext>
                </a:extLst>
              </p:cNvPr>
              <p:cNvPicPr/>
              <p:nvPr/>
            </p:nvPicPr>
            <p:blipFill>
              <a:blip r:embed="rId9"/>
              <a:stretch>
                <a:fillRect/>
              </a:stretch>
            </p:blipFill>
            <p:spPr>
              <a:xfrm>
                <a:off x="1798660" y="1472920"/>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4CDAAAAA-59F2-CBE1-38D0-18A5029AFB8C}"/>
                  </a:ext>
                </a:extLst>
              </p14:cNvPr>
              <p14:cNvContentPartPr/>
              <p14:nvPr/>
            </p14:nvContentPartPr>
            <p14:xfrm>
              <a:off x="2328940" y="1408840"/>
              <a:ext cx="83160" cy="700920"/>
            </p14:xfrm>
          </p:contentPart>
        </mc:Choice>
        <mc:Fallback xmlns="">
          <p:pic>
            <p:nvPicPr>
              <p:cNvPr id="35" name="Ink 34">
                <a:extLst>
                  <a:ext uri="{FF2B5EF4-FFF2-40B4-BE49-F238E27FC236}">
                    <a16:creationId xmlns:a16="http://schemas.microsoft.com/office/drawing/2014/main" id="{4CDAAAAA-59F2-CBE1-38D0-18A5029AFB8C}"/>
                  </a:ext>
                </a:extLst>
              </p:cNvPr>
              <p:cNvPicPr/>
              <p:nvPr/>
            </p:nvPicPr>
            <p:blipFill>
              <a:blip r:embed="rId11"/>
              <a:stretch>
                <a:fillRect/>
              </a:stretch>
            </p:blipFill>
            <p:spPr>
              <a:xfrm>
                <a:off x="2324620" y="1404520"/>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6" name="Ink 35">
                <a:extLst>
                  <a:ext uri="{FF2B5EF4-FFF2-40B4-BE49-F238E27FC236}">
                    <a16:creationId xmlns:a16="http://schemas.microsoft.com/office/drawing/2014/main" id="{014D3DA0-F324-913A-F0F0-3FD426438BEB}"/>
                  </a:ext>
                </a:extLst>
              </p14:cNvPr>
              <p14:cNvContentPartPr/>
              <p14:nvPr/>
            </p14:nvContentPartPr>
            <p14:xfrm>
              <a:off x="2835100" y="1410640"/>
              <a:ext cx="54000" cy="642240"/>
            </p14:xfrm>
          </p:contentPart>
        </mc:Choice>
        <mc:Fallback xmlns="">
          <p:pic>
            <p:nvPicPr>
              <p:cNvPr id="36" name="Ink 35">
                <a:extLst>
                  <a:ext uri="{FF2B5EF4-FFF2-40B4-BE49-F238E27FC236}">
                    <a16:creationId xmlns:a16="http://schemas.microsoft.com/office/drawing/2014/main" id="{014D3DA0-F324-913A-F0F0-3FD426438BEB}"/>
                  </a:ext>
                </a:extLst>
              </p:cNvPr>
              <p:cNvPicPr/>
              <p:nvPr/>
            </p:nvPicPr>
            <p:blipFill>
              <a:blip r:embed="rId13"/>
              <a:stretch>
                <a:fillRect/>
              </a:stretch>
            </p:blipFill>
            <p:spPr>
              <a:xfrm>
                <a:off x="2830780" y="1406320"/>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7" name="Ink 36">
                <a:extLst>
                  <a:ext uri="{FF2B5EF4-FFF2-40B4-BE49-F238E27FC236}">
                    <a16:creationId xmlns:a16="http://schemas.microsoft.com/office/drawing/2014/main" id="{D32E78DC-958A-E9A1-BC6F-13A1CB2AB9A8}"/>
                  </a:ext>
                </a:extLst>
              </p14:cNvPr>
              <p14:cNvContentPartPr/>
              <p14:nvPr/>
            </p14:nvContentPartPr>
            <p14:xfrm>
              <a:off x="3324340" y="1378960"/>
              <a:ext cx="82080" cy="711720"/>
            </p14:xfrm>
          </p:contentPart>
        </mc:Choice>
        <mc:Fallback xmlns="">
          <p:pic>
            <p:nvPicPr>
              <p:cNvPr id="37" name="Ink 36">
                <a:extLst>
                  <a:ext uri="{FF2B5EF4-FFF2-40B4-BE49-F238E27FC236}">
                    <a16:creationId xmlns:a16="http://schemas.microsoft.com/office/drawing/2014/main" id="{D32E78DC-958A-E9A1-BC6F-13A1CB2AB9A8}"/>
                  </a:ext>
                </a:extLst>
              </p:cNvPr>
              <p:cNvPicPr/>
              <p:nvPr/>
            </p:nvPicPr>
            <p:blipFill>
              <a:blip r:embed="rId15"/>
              <a:stretch>
                <a:fillRect/>
              </a:stretch>
            </p:blipFill>
            <p:spPr>
              <a:xfrm>
                <a:off x="3320020" y="1374640"/>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6AE77C22-EE7D-C7FF-7BB6-79D024FCCE14}"/>
                  </a:ext>
                </a:extLst>
              </p14:cNvPr>
              <p14:cNvContentPartPr/>
              <p14:nvPr/>
            </p14:nvContentPartPr>
            <p14:xfrm>
              <a:off x="1971460" y="1628800"/>
              <a:ext cx="117720" cy="251280"/>
            </p14:xfrm>
          </p:contentPart>
        </mc:Choice>
        <mc:Fallback xmlns="">
          <p:pic>
            <p:nvPicPr>
              <p:cNvPr id="38" name="Ink 37">
                <a:extLst>
                  <a:ext uri="{FF2B5EF4-FFF2-40B4-BE49-F238E27FC236}">
                    <a16:creationId xmlns:a16="http://schemas.microsoft.com/office/drawing/2014/main" id="{6AE77C22-EE7D-C7FF-7BB6-79D024FCCE14}"/>
                  </a:ext>
                </a:extLst>
              </p:cNvPr>
              <p:cNvPicPr/>
              <p:nvPr/>
            </p:nvPicPr>
            <p:blipFill>
              <a:blip r:embed="rId17"/>
              <a:stretch>
                <a:fillRect/>
              </a:stretch>
            </p:blipFill>
            <p:spPr>
              <a:xfrm>
                <a:off x="1967140" y="1624480"/>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1EDCC883-4772-E112-08A2-EDFF91AA9B4D}"/>
                  </a:ext>
                </a:extLst>
              </p14:cNvPr>
              <p14:cNvContentPartPr/>
              <p14:nvPr/>
            </p14:nvContentPartPr>
            <p14:xfrm>
              <a:off x="2030140" y="1609360"/>
              <a:ext cx="129960" cy="30240"/>
            </p14:xfrm>
          </p:contentPart>
        </mc:Choice>
        <mc:Fallback xmlns="">
          <p:pic>
            <p:nvPicPr>
              <p:cNvPr id="39" name="Ink 38">
                <a:extLst>
                  <a:ext uri="{FF2B5EF4-FFF2-40B4-BE49-F238E27FC236}">
                    <a16:creationId xmlns:a16="http://schemas.microsoft.com/office/drawing/2014/main" id="{1EDCC883-4772-E112-08A2-EDFF91AA9B4D}"/>
                  </a:ext>
                </a:extLst>
              </p:cNvPr>
              <p:cNvPicPr/>
              <p:nvPr/>
            </p:nvPicPr>
            <p:blipFill>
              <a:blip r:embed="rId19"/>
              <a:stretch>
                <a:fillRect/>
              </a:stretch>
            </p:blipFill>
            <p:spPr>
              <a:xfrm>
                <a:off x="2025820" y="1605040"/>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0" name="Ink 39">
                <a:extLst>
                  <a:ext uri="{FF2B5EF4-FFF2-40B4-BE49-F238E27FC236}">
                    <a16:creationId xmlns:a16="http://schemas.microsoft.com/office/drawing/2014/main" id="{7CD4BA1B-F2EA-BFAE-B9F7-9E90245C1247}"/>
                  </a:ext>
                </a:extLst>
              </p14:cNvPr>
              <p14:cNvContentPartPr/>
              <p14:nvPr/>
            </p14:nvContentPartPr>
            <p14:xfrm>
              <a:off x="2520100" y="1638160"/>
              <a:ext cx="151200" cy="212760"/>
            </p14:xfrm>
          </p:contentPart>
        </mc:Choice>
        <mc:Fallback xmlns="">
          <p:pic>
            <p:nvPicPr>
              <p:cNvPr id="40" name="Ink 39">
                <a:extLst>
                  <a:ext uri="{FF2B5EF4-FFF2-40B4-BE49-F238E27FC236}">
                    <a16:creationId xmlns:a16="http://schemas.microsoft.com/office/drawing/2014/main" id="{7CD4BA1B-F2EA-BFAE-B9F7-9E90245C1247}"/>
                  </a:ext>
                </a:extLst>
              </p:cNvPr>
              <p:cNvPicPr/>
              <p:nvPr/>
            </p:nvPicPr>
            <p:blipFill>
              <a:blip r:embed="rId21"/>
              <a:stretch>
                <a:fillRect/>
              </a:stretch>
            </p:blipFill>
            <p:spPr>
              <a:xfrm>
                <a:off x="2515780" y="1633840"/>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4" name="Ink 43">
                <a:extLst>
                  <a:ext uri="{FF2B5EF4-FFF2-40B4-BE49-F238E27FC236}">
                    <a16:creationId xmlns:a16="http://schemas.microsoft.com/office/drawing/2014/main" id="{7F4A2032-3982-0846-E69F-725F6B666495}"/>
                  </a:ext>
                </a:extLst>
              </p14:cNvPr>
              <p14:cNvContentPartPr/>
              <p14:nvPr/>
            </p14:nvContentPartPr>
            <p14:xfrm>
              <a:off x="3490300" y="1632040"/>
              <a:ext cx="190080" cy="189000"/>
            </p14:xfrm>
          </p:contentPart>
        </mc:Choice>
        <mc:Fallback xmlns="">
          <p:pic>
            <p:nvPicPr>
              <p:cNvPr id="44" name="Ink 43">
                <a:extLst>
                  <a:ext uri="{FF2B5EF4-FFF2-40B4-BE49-F238E27FC236}">
                    <a16:creationId xmlns:a16="http://schemas.microsoft.com/office/drawing/2014/main" id="{7F4A2032-3982-0846-E69F-725F6B666495}"/>
                  </a:ext>
                </a:extLst>
              </p:cNvPr>
              <p:cNvPicPr/>
              <p:nvPr/>
            </p:nvPicPr>
            <p:blipFill>
              <a:blip r:embed="rId29"/>
              <a:stretch>
                <a:fillRect/>
              </a:stretch>
            </p:blipFill>
            <p:spPr>
              <a:xfrm>
                <a:off x="3485980" y="1627720"/>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5" name="Ink 44">
                <a:extLst>
                  <a:ext uri="{FF2B5EF4-FFF2-40B4-BE49-F238E27FC236}">
                    <a16:creationId xmlns:a16="http://schemas.microsoft.com/office/drawing/2014/main" id="{CFA197FD-7277-0D74-5C14-9C02FC5518C8}"/>
                  </a:ext>
                </a:extLst>
              </p14:cNvPr>
              <p14:cNvContentPartPr/>
              <p14:nvPr/>
            </p14:nvContentPartPr>
            <p14:xfrm>
              <a:off x="3061180" y="1647880"/>
              <a:ext cx="157320" cy="246240"/>
            </p14:xfrm>
          </p:contentPart>
        </mc:Choice>
        <mc:Fallback xmlns="">
          <p:pic>
            <p:nvPicPr>
              <p:cNvPr id="45" name="Ink 44">
                <a:extLst>
                  <a:ext uri="{FF2B5EF4-FFF2-40B4-BE49-F238E27FC236}">
                    <a16:creationId xmlns:a16="http://schemas.microsoft.com/office/drawing/2014/main" id="{CFA197FD-7277-0D74-5C14-9C02FC5518C8}"/>
                  </a:ext>
                </a:extLst>
              </p:cNvPr>
              <p:cNvPicPr/>
              <p:nvPr/>
            </p:nvPicPr>
            <p:blipFill>
              <a:blip r:embed="rId31"/>
              <a:stretch>
                <a:fillRect/>
              </a:stretch>
            </p:blipFill>
            <p:spPr>
              <a:xfrm>
                <a:off x="3056860" y="1643560"/>
                <a:ext cx="1659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8" name="Ink 47">
                <a:extLst>
                  <a:ext uri="{FF2B5EF4-FFF2-40B4-BE49-F238E27FC236}">
                    <a16:creationId xmlns:a16="http://schemas.microsoft.com/office/drawing/2014/main" id="{9D6A40EC-4401-C867-1B6F-9D0BCD016A4F}"/>
                  </a:ext>
                </a:extLst>
              </p14:cNvPr>
              <p14:cNvContentPartPr/>
              <p14:nvPr/>
            </p14:nvContentPartPr>
            <p14:xfrm>
              <a:off x="938373" y="1718360"/>
              <a:ext cx="59400" cy="273240"/>
            </p14:xfrm>
          </p:contentPart>
        </mc:Choice>
        <mc:Fallback xmlns="">
          <p:pic>
            <p:nvPicPr>
              <p:cNvPr id="48" name="Ink 47">
                <a:extLst>
                  <a:ext uri="{FF2B5EF4-FFF2-40B4-BE49-F238E27FC236}">
                    <a16:creationId xmlns:a16="http://schemas.microsoft.com/office/drawing/2014/main" id="{9D6A40EC-4401-C867-1B6F-9D0BCD016A4F}"/>
                  </a:ext>
                </a:extLst>
              </p:cNvPr>
              <p:cNvPicPr/>
              <p:nvPr/>
            </p:nvPicPr>
            <p:blipFill>
              <a:blip r:embed="rId49"/>
              <a:stretch>
                <a:fillRect/>
              </a:stretch>
            </p:blipFill>
            <p:spPr>
              <a:xfrm>
                <a:off x="934053" y="1714040"/>
                <a:ext cx="68040" cy="281880"/>
              </a:xfrm>
              <a:prstGeom prst="rect">
                <a:avLst/>
              </a:prstGeom>
            </p:spPr>
          </p:pic>
        </mc:Fallback>
      </mc:AlternateContent>
      <p:grpSp>
        <p:nvGrpSpPr>
          <p:cNvPr id="51" name="Group 50">
            <a:extLst>
              <a:ext uri="{FF2B5EF4-FFF2-40B4-BE49-F238E27FC236}">
                <a16:creationId xmlns:a16="http://schemas.microsoft.com/office/drawing/2014/main" id="{E5EF1F4D-90CE-70ED-EE47-4C8CA04266CB}"/>
              </a:ext>
            </a:extLst>
          </p:cNvPr>
          <p:cNvGrpSpPr/>
          <p:nvPr/>
        </p:nvGrpSpPr>
        <p:grpSpPr>
          <a:xfrm>
            <a:off x="1458213" y="1668680"/>
            <a:ext cx="236160" cy="313920"/>
            <a:chOff x="1458213" y="1668680"/>
            <a:chExt cx="236160" cy="313920"/>
          </a:xfrm>
        </p:grpSpPr>
        <mc:AlternateContent xmlns:mc="http://schemas.openxmlformats.org/markup-compatibility/2006" xmlns:p14="http://schemas.microsoft.com/office/powerpoint/2010/main">
          <mc:Choice Requires="p14">
            <p:contentPart p14:bwMode="auto" r:id="rId50">
              <p14:nvContentPartPr>
                <p14:cNvPr id="49" name="Ink 48">
                  <a:extLst>
                    <a:ext uri="{FF2B5EF4-FFF2-40B4-BE49-F238E27FC236}">
                      <a16:creationId xmlns:a16="http://schemas.microsoft.com/office/drawing/2014/main" id="{429869EA-CF3B-E2F7-1B80-EEB589F64C37}"/>
                    </a:ext>
                  </a:extLst>
                </p14:cNvPr>
                <p14:cNvContentPartPr/>
                <p14:nvPr/>
              </p14:nvContentPartPr>
              <p14:xfrm>
                <a:off x="1458213" y="1668680"/>
                <a:ext cx="236160" cy="176400"/>
              </p14:xfrm>
            </p:contentPart>
          </mc:Choice>
          <mc:Fallback xmlns="">
            <p:pic>
              <p:nvPicPr>
                <p:cNvPr id="49" name="Ink 48">
                  <a:extLst>
                    <a:ext uri="{FF2B5EF4-FFF2-40B4-BE49-F238E27FC236}">
                      <a16:creationId xmlns:a16="http://schemas.microsoft.com/office/drawing/2014/main" id="{429869EA-CF3B-E2F7-1B80-EEB589F64C37}"/>
                    </a:ext>
                  </a:extLst>
                </p:cNvPr>
                <p:cNvPicPr/>
                <p:nvPr/>
              </p:nvPicPr>
              <p:blipFill>
                <a:blip r:embed="rId51"/>
                <a:stretch>
                  <a:fillRect/>
                </a:stretch>
              </p:blipFill>
              <p:spPr>
                <a:xfrm>
                  <a:off x="1453893" y="1664360"/>
                  <a:ext cx="2448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0" name="Ink 49">
                  <a:extLst>
                    <a:ext uri="{FF2B5EF4-FFF2-40B4-BE49-F238E27FC236}">
                      <a16:creationId xmlns:a16="http://schemas.microsoft.com/office/drawing/2014/main" id="{8150F6D5-D630-0FC0-4C02-A2AA0C288879}"/>
                    </a:ext>
                  </a:extLst>
                </p14:cNvPr>
                <p14:cNvContentPartPr/>
                <p14:nvPr/>
              </p14:nvContentPartPr>
              <p14:xfrm>
                <a:off x="1586373" y="1693160"/>
                <a:ext cx="43560" cy="289440"/>
              </p14:xfrm>
            </p:contentPart>
          </mc:Choice>
          <mc:Fallback xmlns="">
            <p:pic>
              <p:nvPicPr>
                <p:cNvPr id="50" name="Ink 49">
                  <a:extLst>
                    <a:ext uri="{FF2B5EF4-FFF2-40B4-BE49-F238E27FC236}">
                      <a16:creationId xmlns:a16="http://schemas.microsoft.com/office/drawing/2014/main" id="{8150F6D5-D630-0FC0-4C02-A2AA0C288879}"/>
                    </a:ext>
                  </a:extLst>
                </p:cNvPr>
                <p:cNvPicPr/>
                <p:nvPr/>
              </p:nvPicPr>
              <p:blipFill>
                <a:blip r:embed="rId53"/>
                <a:stretch>
                  <a:fillRect/>
                </a:stretch>
              </p:blipFill>
              <p:spPr>
                <a:xfrm>
                  <a:off x="1582053" y="1688840"/>
                  <a:ext cx="52200" cy="29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73" name="Ink 72">
                <a:extLst>
                  <a:ext uri="{FF2B5EF4-FFF2-40B4-BE49-F238E27FC236}">
                    <a16:creationId xmlns:a16="http://schemas.microsoft.com/office/drawing/2014/main" id="{9CF55A28-494B-95C8-C61C-4094D2B04DEC}"/>
                  </a:ext>
                </a:extLst>
              </p14:cNvPr>
              <p14:cNvContentPartPr/>
              <p14:nvPr/>
            </p14:nvContentPartPr>
            <p14:xfrm>
              <a:off x="2688500" y="4518000"/>
              <a:ext cx="27000" cy="60120"/>
            </p14:xfrm>
          </p:contentPart>
        </mc:Choice>
        <mc:Fallback xmlns="">
          <p:pic>
            <p:nvPicPr>
              <p:cNvPr id="73" name="Ink 72">
                <a:extLst>
                  <a:ext uri="{FF2B5EF4-FFF2-40B4-BE49-F238E27FC236}">
                    <a16:creationId xmlns:a16="http://schemas.microsoft.com/office/drawing/2014/main" id="{9CF55A28-494B-95C8-C61C-4094D2B04DEC}"/>
                  </a:ext>
                </a:extLst>
              </p:cNvPr>
              <p:cNvPicPr/>
              <p:nvPr/>
            </p:nvPicPr>
            <p:blipFill>
              <a:blip r:embed="rId33"/>
              <a:stretch>
                <a:fillRect/>
              </a:stretch>
            </p:blipFill>
            <p:spPr>
              <a:xfrm>
                <a:off x="2684180" y="4513680"/>
                <a:ext cx="356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9" name="Ink 98">
                <a:extLst>
                  <a:ext uri="{FF2B5EF4-FFF2-40B4-BE49-F238E27FC236}">
                    <a16:creationId xmlns:a16="http://schemas.microsoft.com/office/drawing/2014/main" id="{A8E3CCFC-DC06-FEEA-0E0D-5AB5D95F5D40}"/>
                  </a:ext>
                </a:extLst>
              </p14:cNvPr>
              <p14:cNvContentPartPr/>
              <p14:nvPr/>
            </p14:nvContentPartPr>
            <p14:xfrm>
              <a:off x="1995333" y="1526120"/>
              <a:ext cx="853560" cy="443160"/>
            </p14:xfrm>
          </p:contentPart>
        </mc:Choice>
        <mc:Fallback xmlns="">
          <p:pic>
            <p:nvPicPr>
              <p:cNvPr id="99" name="Ink 98">
                <a:extLst>
                  <a:ext uri="{FF2B5EF4-FFF2-40B4-BE49-F238E27FC236}">
                    <a16:creationId xmlns:a16="http://schemas.microsoft.com/office/drawing/2014/main" id="{A8E3CCFC-DC06-FEEA-0E0D-5AB5D95F5D40}"/>
                  </a:ext>
                </a:extLst>
              </p:cNvPr>
              <p:cNvPicPr/>
              <p:nvPr/>
            </p:nvPicPr>
            <p:blipFill>
              <a:blip r:embed="rId56"/>
              <a:stretch>
                <a:fillRect/>
              </a:stretch>
            </p:blipFill>
            <p:spPr>
              <a:xfrm>
                <a:off x="1941333" y="1418480"/>
                <a:ext cx="96120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0" name="Ink 99">
                <a:extLst>
                  <a:ext uri="{FF2B5EF4-FFF2-40B4-BE49-F238E27FC236}">
                    <a16:creationId xmlns:a16="http://schemas.microsoft.com/office/drawing/2014/main" id="{7A6DB0F2-86D5-F803-9DD4-FA75C130783A}"/>
                  </a:ext>
                </a:extLst>
              </p14:cNvPr>
              <p14:cNvContentPartPr/>
              <p14:nvPr/>
            </p14:nvContentPartPr>
            <p14:xfrm>
              <a:off x="777813" y="3020120"/>
              <a:ext cx="20520" cy="303120"/>
            </p14:xfrm>
          </p:contentPart>
        </mc:Choice>
        <mc:Fallback xmlns="">
          <p:pic>
            <p:nvPicPr>
              <p:cNvPr id="100" name="Ink 99">
                <a:extLst>
                  <a:ext uri="{FF2B5EF4-FFF2-40B4-BE49-F238E27FC236}">
                    <a16:creationId xmlns:a16="http://schemas.microsoft.com/office/drawing/2014/main" id="{7A6DB0F2-86D5-F803-9DD4-FA75C130783A}"/>
                  </a:ext>
                </a:extLst>
              </p:cNvPr>
              <p:cNvPicPr/>
              <p:nvPr/>
            </p:nvPicPr>
            <p:blipFill>
              <a:blip r:embed="rId58"/>
              <a:stretch>
                <a:fillRect/>
              </a:stretch>
            </p:blipFill>
            <p:spPr>
              <a:xfrm>
                <a:off x="773493" y="3015800"/>
                <a:ext cx="29160" cy="311760"/>
              </a:xfrm>
              <a:prstGeom prst="rect">
                <a:avLst/>
              </a:prstGeom>
            </p:spPr>
          </p:pic>
        </mc:Fallback>
      </mc:AlternateContent>
      <p:grpSp>
        <p:nvGrpSpPr>
          <p:cNvPr id="104" name="Group 103">
            <a:extLst>
              <a:ext uri="{FF2B5EF4-FFF2-40B4-BE49-F238E27FC236}">
                <a16:creationId xmlns:a16="http://schemas.microsoft.com/office/drawing/2014/main" id="{0B5C8AB2-7EA5-DEB1-FE4E-251CBB1B3922}"/>
              </a:ext>
            </a:extLst>
          </p:cNvPr>
          <p:cNvGrpSpPr/>
          <p:nvPr/>
        </p:nvGrpSpPr>
        <p:grpSpPr>
          <a:xfrm>
            <a:off x="1341933" y="3009680"/>
            <a:ext cx="252720" cy="358200"/>
            <a:chOff x="1341933" y="3009680"/>
            <a:chExt cx="252720" cy="358200"/>
          </a:xfrm>
        </p:grpSpPr>
        <mc:AlternateContent xmlns:mc="http://schemas.openxmlformats.org/markup-compatibility/2006" xmlns:p14="http://schemas.microsoft.com/office/powerpoint/2010/main">
          <mc:Choice Requires="p14">
            <p:contentPart p14:bwMode="auto" r:id="rId59">
              <p14:nvContentPartPr>
                <p14:cNvPr id="101" name="Ink 100">
                  <a:extLst>
                    <a:ext uri="{FF2B5EF4-FFF2-40B4-BE49-F238E27FC236}">
                      <a16:creationId xmlns:a16="http://schemas.microsoft.com/office/drawing/2014/main" id="{76B0237C-207B-2EEF-B7AB-0038B105C546}"/>
                    </a:ext>
                  </a:extLst>
                </p14:cNvPr>
                <p14:cNvContentPartPr/>
                <p14:nvPr/>
              </p14:nvContentPartPr>
              <p14:xfrm>
                <a:off x="1341933" y="3009680"/>
                <a:ext cx="252720" cy="202320"/>
              </p14:xfrm>
            </p:contentPart>
          </mc:Choice>
          <mc:Fallback xmlns="">
            <p:pic>
              <p:nvPicPr>
                <p:cNvPr id="101" name="Ink 100">
                  <a:extLst>
                    <a:ext uri="{FF2B5EF4-FFF2-40B4-BE49-F238E27FC236}">
                      <a16:creationId xmlns:a16="http://schemas.microsoft.com/office/drawing/2014/main" id="{76B0237C-207B-2EEF-B7AB-0038B105C546}"/>
                    </a:ext>
                  </a:extLst>
                </p:cNvPr>
                <p:cNvPicPr/>
                <p:nvPr/>
              </p:nvPicPr>
              <p:blipFill>
                <a:blip r:embed="rId60"/>
                <a:stretch>
                  <a:fillRect/>
                </a:stretch>
              </p:blipFill>
              <p:spPr>
                <a:xfrm>
                  <a:off x="1337613" y="3005360"/>
                  <a:ext cx="2613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2" name="Ink 101">
                  <a:extLst>
                    <a:ext uri="{FF2B5EF4-FFF2-40B4-BE49-F238E27FC236}">
                      <a16:creationId xmlns:a16="http://schemas.microsoft.com/office/drawing/2014/main" id="{FCBBECD8-C5AC-BC5B-298F-06EA0A285D43}"/>
                    </a:ext>
                  </a:extLst>
                </p14:cNvPr>
                <p14:cNvContentPartPr/>
                <p14:nvPr/>
              </p14:nvContentPartPr>
              <p14:xfrm>
                <a:off x="1503213" y="3089600"/>
                <a:ext cx="50760" cy="278280"/>
              </p14:xfrm>
            </p:contentPart>
          </mc:Choice>
          <mc:Fallback xmlns="">
            <p:pic>
              <p:nvPicPr>
                <p:cNvPr id="102" name="Ink 101">
                  <a:extLst>
                    <a:ext uri="{FF2B5EF4-FFF2-40B4-BE49-F238E27FC236}">
                      <a16:creationId xmlns:a16="http://schemas.microsoft.com/office/drawing/2014/main" id="{FCBBECD8-C5AC-BC5B-298F-06EA0A285D43}"/>
                    </a:ext>
                  </a:extLst>
                </p:cNvPr>
                <p:cNvPicPr/>
                <p:nvPr/>
              </p:nvPicPr>
              <p:blipFill>
                <a:blip r:embed="rId62"/>
                <a:stretch>
                  <a:fillRect/>
                </a:stretch>
              </p:blipFill>
              <p:spPr>
                <a:xfrm>
                  <a:off x="1498893" y="3085280"/>
                  <a:ext cx="59400" cy="28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103" name="Ink 102">
                <a:extLst>
                  <a:ext uri="{FF2B5EF4-FFF2-40B4-BE49-F238E27FC236}">
                    <a16:creationId xmlns:a16="http://schemas.microsoft.com/office/drawing/2014/main" id="{66ADD8EE-67E5-6D5E-B115-B3EF6835A560}"/>
                  </a:ext>
                </a:extLst>
              </p14:cNvPr>
              <p14:cNvContentPartPr/>
              <p14:nvPr/>
            </p14:nvContentPartPr>
            <p14:xfrm>
              <a:off x="2036733" y="2980880"/>
              <a:ext cx="230040" cy="361440"/>
            </p14:xfrm>
          </p:contentPart>
        </mc:Choice>
        <mc:Fallback xmlns="">
          <p:pic>
            <p:nvPicPr>
              <p:cNvPr id="103" name="Ink 102">
                <a:extLst>
                  <a:ext uri="{FF2B5EF4-FFF2-40B4-BE49-F238E27FC236}">
                    <a16:creationId xmlns:a16="http://schemas.microsoft.com/office/drawing/2014/main" id="{66ADD8EE-67E5-6D5E-B115-B3EF6835A560}"/>
                  </a:ext>
                </a:extLst>
              </p:cNvPr>
              <p:cNvPicPr/>
              <p:nvPr/>
            </p:nvPicPr>
            <p:blipFill>
              <a:blip r:embed="rId64"/>
              <a:stretch>
                <a:fillRect/>
              </a:stretch>
            </p:blipFill>
            <p:spPr>
              <a:xfrm>
                <a:off x="2032413" y="2976560"/>
                <a:ext cx="238680" cy="370080"/>
              </a:xfrm>
              <a:prstGeom prst="rect">
                <a:avLst/>
              </a:prstGeom>
            </p:spPr>
          </p:pic>
        </mc:Fallback>
      </mc:AlternateContent>
      <p:grpSp>
        <p:nvGrpSpPr>
          <p:cNvPr id="109" name="Group 108">
            <a:extLst>
              <a:ext uri="{FF2B5EF4-FFF2-40B4-BE49-F238E27FC236}">
                <a16:creationId xmlns:a16="http://schemas.microsoft.com/office/drawing/2014/main" id="{EEC33132-9C4A-CED8-07ED-D098CDE42B6E}"/>
              </a:ext>
            </a:extLst>
          </p:cNvPr>
          <p:cNvGrpSpPr/>
          <p:nvPr/>
        </p:nvGrpSpPr>
        <p:grpSpPr>
          <a:xfrm>
            <a:off x="2579973" y="2925080"/>
            <a:ext cx="340560" cy="364320"/>
            <a:chOff x="2579973" y="2925080"/>
            <a:chExt cx="340560" cy="364320"/>
          </a:xfrm>
        </p:grpSpPr>
        <mc:AlternateContent xmlns:mc="http://schemas.openxmlformats.org/markup-compatibility/2006" xmlns:p14="http://schemas.microsoft.com/office/powerpoint/2010/main">
          <mc:Choice Requires="p14">
            <p:contentPart p14:bwMode="auto" r:id="rId65">
              <p14:nvContentPartPr>
                <p14:cNvPr id="105" name="Ink 104">
                  <a:extLst>
                    <a:ext uri="{FF2B5EF4-FFF2-40B4-BE49-F238E27FC236}">
                      <a16:creationId xmlns:a16="http://schemas.microsoft.com/office/drawing/2014/main" id="{54F5BB43-8823-9984-3E25-8F8CC7DD2A9C}"/>
                    </a:ext>
                  </a:extLst>
                </p14:cNvPr>
                <p14:cNvContentPartPr/>
                <p14:nvPr/>
              </p14:nvContentPartPr>
              <p14:xfrm>
                <a:off x="2579973" y="2964680"/>
                <a:ext cx="164160" cy="324720"/>
              </p14:xfrm>
            </p:contentPart>
          </mc:Choice>
          <mc:Fallback xmlns="">
            <p:pic>
              <p:nvPicPr>
                <p:cNvPr id="105" name="Ink 104">
                  <a:extLst>
                    <a:ext uri="{FF2B5EF4-FFF2-40B4-BE49-F238E27FC236}">
                      <a16:creationId xmlns:a16="http://schemas.microsoft.com/office/drawing/2014/main" id="{54F5BB43-8823-9984-3E25-8F8CC7DD2A9C}"/>
                    </a:ext>
                  </a:extLst>
                </p:cNvPr>
                <p:cNvPicPr/>
                <p:nvPr/>
              </p:nvPicPr>
              <p:blipFill>
                <a:blip r:embed="rId66"/>
                <a:stretch>
                  <a:fillRect/>
                </a:stretch>
              </p:blipFill>
              <p:spPr>
                <a:xfrm>
                  <a:off x="2575653" y="2960360"/>
                  <a:ext cx="1728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6" name="Ink 105">
                  <a:extLst>
                    <a:ext uri="{FF2B5EF4-FFF2-40B4-BE49-F238E27FC236}">
                      <a16:creationId xmlns:a16="http://schemas.microsoft.com/office/drawing/2014/main" id="{C2058451-2DC0-24F7-56D1-D84B7B450656}"/>
                    </a:ext>
                  </a:extLst>
                </p14:cNvPr>
                <p14:cNvContentPartPr/>
                <p14:nvPr/>
              </p14:nvContentPartPr>
              <p14:xfrm>
                <a:off x="2692293" y="2925080"/>
                <a:ext cx="228240" cy="44280"/>
              </p14:xfrm>
            </p:contentPart>
          </mc:Choice>
          <mc:Fallback xmlns="">
            <p:pic>
              <p:nvPicPr>
                <p:cNvPr id="106" name="Ink 105">
                  <a:extLst>
                    <a:ext uri="{FF2B5EF4-FFF2-40B4-BE49-F238E27FC236}">
                      <a16:creationId xmlns:a16="http://schemas.microsoft.com/office/drawing/2014/main" id="{C2058451-2DC0-24F7-56D1-D84B7B450656}"/>
                    </a:ext>
                  </a:extLst>
                </p:cNvPr>
                <p:cNvPicPr/>
                <p:nvPr/>
              </p:nvPicPr>
              <p:blipFill>
                <a:blip r:embed="rId68"/>
                <a:stretch>
                  <a:fillRect/>
                </a:stretch>
              </p:blipFill>
              <p:spPr>
                <a:xfrm>
                  <a:off x="2687973" y="2920760"/>
                  <a:ext cx="236880" cy="5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9">
            <p14:nvContentPartPr>
              <p14:cNvPr id="107" name="Ink 106">
                <a:extLst>
                  <a:ext uri="{FF2B5EF4-FFF2-40B4-BE49-F238E27FC236}">
                    <a16:creationId xmlns:a16="http://schemas.microsoft.com/office/drawing/2014/main" id="{9852E5EB-39F7-AA91-BC83-421CCD913D92}"/>
                  </a:ext>
                </a:extLst>
              </p14:cNvPr>
              <p14:cNvContentPartPr/>
              <p14:nvPr/>
            </p14:nvContentPartPr>
            <p14:xfrm>
              <a:off x="3140133" y="2862800"/>
              <a:ext cx="177480" cy="374040"/>
            </p14:xfrm>
          </p:contentPart>
        </mc:Choice>
        <mc:Fallback xmlns="">
          <p:pic>
            <p:nvPicPr>
              <p:cNvPr id="107" name="Ink 106">
                <a:extLst>
                  <a:ext uri="{FF2B5EF4-FFF2-40B4-BE49-F238E27FC236}">
                    <a16:creationId xmlns:a16="http://schemas.microsoft.com/office/drawing/2014/main" id="{9852E5EB-39F7-AA91-BC83-421CCD913D92}"/>
                  </a:ext>
                </a:extLst>
              </p:cNvPr>
              <p:cNvPicPr/>
              <p:nvPr/>
            </p:nvPicPr>
            <p:blipFill>
              <a:blip r:embed="rId70"/>
              <a:stretch>
                <a:fillRect/>
              </a:stretch>
            </p:blipFill>
            <p:spPr>
              <a:xfrm>
                <a:off x="3135813" y="2858480"/>
                <a:ext cx="18612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8" name="Ink 107">
                <a:extLst>
                  <a:ext uri="{FF2B5EF4-FFF2-40B4-BE49-F238E27FC236}">
                    <a16:creationId xmlns:a16="http://schemas.microsoft.com/office/drawing/2014/main" id="{707B5E78-755E-4208-B845-7A2D141F3D7F}"/>
                  </a:ext>
                </a:extLst>
              </p14:cNvPr>
              <p14:cNvContentPartPr/>
              <p14:nvPr/>
            </p14:nvContentPartPr>
            <p14:xfrm>
              <a:off x="3666813" y="2954960"/>
              <a:ext cx="275040" cy="316080"/>
            </p14:xfrm>
          </p:contentPart>
        </mc:Choice>
        <mc:Fallback xmlns="">
          <p:pic>
            <p:nvPicPr>
              <p:cNvPr id="108" name="Ink 107">
                <a:extLst>
                  <a:ext uri="{FF2B5EF4-FFF2-40B4-BE49-F238E27FC236}">
                    <a16:creationId xmlns:a16="http://schemas.microsoft.com/office/drawing/2014/main" id="{707B5E78-755E-4208-B845-7A2D141F3D7F}"/>
                  </a:ext>
                </a:extLst>
              </p:cNvPr>
              <p:cNvPicPr/>
              <p:nvPr/>
            </p:nvPicPr>
            <p:blipFill>
              <a:blip r:embed="rId72"/>
              <a:stretch>
                <a:fillRect/>
              </a:stretch>
            </p:blipFill>
            <p:spPr>
              <a:xfrm>
                <a:off x="3662493" y="2950640"/>
                <a:ext cx="28368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10" name="Ink 109">
                <a:extLst>
                  <a:ext uri="{FF2B5EF4-FFF2-40B4-BE49-F238E27FC236}">
                    <a16:creationId xmlns:a16="http://schemas.microsoft.com/office/drawing/2014/main" id="{5B000338-8DA0-10CF-DD91-BCE736403B41}"/>
                  </a:ext>
                </a:extLst>
              </p14:cNvPr>
              <p14:cNvContentPartPr/>
              <p14:nvPr/>
            </p14:nvContentPartPr>
            <p14:xfrm>
              <a:off x="2564133" y="2837240"/>
              <a:ext cx="736200" cy="512640"/>
            </p14:xfrm>
          </p:contentPart>
        </mc:Choice>
        <mc:Fallback xmlns="">
          <p:pic>
            <p:nvPicPr>
              <p:cNvPr id="110" name="Ink 109">
                <a:extLst>
                  <a:ext uri="{FF2B5EF4-FFF2-40B4-BE49-F238E27FC236}">
                    <a16:creationId xmlns:a16="http://schemas.microsoft.com/office/drawing/2014/main" id="{5B000338-8DA0-10CF-DD91-BCE736403B41}"/>
                  </a:ext>
                </a:extLst>
              </p:cNvPr>
              <p:cNvPicPr/>
              <p:nvPr/>
            </p:nvPicPr>
            <p:blipFill>
              <a:blip r:embed="rId74"/>
              <a:stretch>
                <a:fillRect/>
              </a:stretch>
            </p:blipFill>
            <p:spPr>
              <a:xfrm>
                <a:off x="2510133" y="2729240"/>
                <a:ext cx="843840" cy="7282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1" name="Ink 110">
                <a:extLst>
                  <a:ext uri="{FF2B5EF4-FFF2-40B4-BE49-F238E27FC236}">
                    <a16:creationId xmlns:a16="http://schemas.microsoft.com/office/drawing/2014/main" id="{641729B7-3D18-052A-8365-40421B43A00D}"/>
                  </a:ext>
                </a:extLst>
              </p14:cNvPr>
              <p14:cNvContentPartPr/>
              <p14:nvPr/>
            </p14:nvContentPartPr>
            <p14:xfrm>
              <a:off x="2282646" y="4145893"/>
              <a:ext cx="27000" cy="60120"/>
            </p14:xfrm>
          </p:contentPart>
        </mc:Choice>
        <mc:Fallback xmlns="">
          <p:pic>
            <p:nvPicPr>
              <p:cNvPr id="111" name="Ink 110">
                <a:extLst>
                  <a:ext uri="{FF2B5EF4-FFF2-40B4-BE49-F238E27FC236}">
                    <a16:creationId xmlns:a16="http://schemas.microsoft.com/office/drawing/2014/main" id="{641729B7-3D18-052A-8365-40421B43A00D}"/>
                  </a:ext>
                </a:extLst>
              </p:cNvPr>
              <p:cNvPicPr/>
              <p:nvPr/>
            </p:nvPicPr>
            <p:blipFill>
              <a:blip r:embed="rId33"/>
              <a:stretch>
                <a:fillRect/>
              </a:stretch>
            </p:blipFill>
            <p:spPr>
              <a:xfrm>
                <a:off x="2278326" y="4141573"/>
                <a:ext cx="356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2" name="Ink 111">
                <a:extLst>
                  <a:ext uri="{FF2B5EF4-FFF2-40B4-BE49-F238E27FC236}">
                    <a16:creationId xmlns:a16="http://schemas.microsoft.com/office/drawing/2014/main" id="{D178AF33-D1D8-7496-1963-419A147BAA48}"/>
                  </a:ext>
                </a:extLst>
              </p14:cNvPr>
              <p14:cNvContentPartPr/>
              <p14:nvPr/>
            </p14:nvContentPartPr>
            <p14:xfrm>
              <a:off x="692166" y="4358653"/>
              <a:ext cx="20520" cy="303120"/>
            </p14:xfrm>
          </p:contentPart>
        </mc:Choice>
        <mc:Fallback xmlns="">
          <p:pic>
            <p:nvPicPr>
              <p:cNvPr id="112" name="Ink 111">
                <a:extLst>
                  <a:ext uri="{FF2B5EF4-FFF2-40B4-BE49-F238E27FC236}">
                    <a16:creationId xmlns:a16="http://schemas.microsoft.com/office/drawing/2014/main" id="{D178AF33-D1D8-7496-1963-419A147BAA48}"/>
                  </a:ext>
                </a:extLst>
              </p:cNvPr>
              <p:cNvPicPr/>
              <p:nvPr/>
            </p:nvPicPr>
            <p:blipFill>
              <a:blip r:embed="rId58"/>
              <a:stretch>
                <a:fillRect/>
              </a:stretch>
            </p:blipFill>
            <p:spPr>
              <a:xfrm>
                <a:off x="687846" y="4354333"/>
                <a:ext cx="291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3" name="Ink 112">
                <a:extLst>
                  <a:ext uri="{FF2B5EF4-FFF2-40B4-BE49-F238E27FC236}">
                    <a16:creationId xmlns:a16="http://schemas.microsoft.com/office/drawing/2014/main" id="{336D8DC9-FBF7-ED2D-067C-F5E19F7D8F81}"/>
                  </a:ext>
                </a:extLst>
              </p14:cNvPr>
              <p14:cNvContentPartPr/>
              <p14:nvPr/>
            </p14:nvContentPartPr>
            <p14:xfrm>
              <a:off x="1256286" y="4348213"/>
              <a:ext cx="252720" cy="202320"/>
            </p14:xfrm>
          </p:contentPart>
        </mc:Choice>
        <mc:Fallback xmlns="">
          <p:pic>
            <p:nvPicPr>
              <p:cNvPr id="113" name="Ink 112">
                <a:extLst>
                  <a:ext uri="{FF2B5EF4-FFF2-40B4-BE49-F238E27FC236}">
                    <a16:creationId xmlns:a16="http://schemas.microsoft.com/office/drawing/2014/main" id="{336D8DC9-FBF7-ED2D-067C-F5E19F7D8F81}"/>
                  </a:ext>
                </a:extLst>
              </p:cNvPr>
              <p:cNvPicPr/>
              <p:nvPr/>
            </p:nvPicPr>
            <p:blipFill>
              <a:blip r:embed="rId60"/>
              <a:stretch>
                <a:fillRect/>
              </a:stretch>
            </p:blipFill>
            <p:spPr>
              <a:xfrm>
                <a:off x="1251966" y="4343893"/>
                <a:ext cx="2613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4" name="Ink 113">
                <a:extLst>
                  <a:ext uri="{FF2B5EF4-FFF2-40B4-BE49-F238E27FC236}">
                    <a16:creationId xmlns:a16="http://schemas.microsoft.com/office/drawing/2014/main" id="{6944D0A7-FB21-3B58-2896-87DF0C9F2153}"/>
                  </a:ext>
                </a:extLst>
              </p14:cNvPr>
              <p14:cNvContentPartPr/>
              <p14:nvPr/>
            </p14:nvContentPartPr>
            <p14:xfrm>
              <a:off x="1417566" y="4428133"/>
              <a:ext cx="50760" cy="278280"/>
            </p14:xfrm>
          </p:contentPart>
        </mc:Choice>
        <mc:Fallback xmlns="">
          <p:pic>
            <p:nvPicPr>
              <p:cNvPr id="114" name="Ink 113">
                <a:extLst>
                  <a:ext uri="{FF2B5EF4-FFF2-40B4-BE49-F238E27FC236}">
                    <a16:creationId xmlns:a16="http://schemas.microsoft.com/office/drawing/2014/main" id="{6944D0A7-FB21-3B58-2896-87DF0C9F2153}"/>
                  </a:ext>
                </a:extLst>
              </p:cNvPr>
              <p:cNvPicPr/>
              <p:nvPr/>
            </p:nvPicPr>
            <p:blipFill>
              <a:blip r:embed="rId62"/>
              <a:stretch>
                <a:fillRect/>
              </a:stretch>
            </p:blipFill>
            <p:spPr>
              <a:xfrm>
                <a:off x="1413246" y="4423813"/>
                <a:ext cx="594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5" name="Ink 114">
                <a:extLst>
                  <a:ext uri="{FF2B5EF4-FFF2-40B4-BE49-F238E27FC236}">
                    <a16:creationId xmlns:a16="http://schemas.microsoft.com/office/drawing/2014/main" id="{1B6B01D1-987E-1EF6-F6A7-D038227ACD86}"/>
                  </a:ext>
                </a:extLst>
              </p14:cNvPr>
              <p14:cNvContentPartPr/>
              <p14:nvPr/>
            </p14:nvContentPartPr>
            <p14:xfrm>
              <a:off x="1951086" y="4319413"/>
              <a:ext cx="230040" cy="361440"/>
            </p14:xfrm>
          </p:contentPart>
        </mc:Choice>
        <mc:Fallback xmlns="">
          <p:pic>
            <p:nvPicPr>
              <p:cNvPr id="115" name="Ink 114">
                <a:extLst>
                  <a:ext uri="{FF2B5EF4-FFF2-40B4-BE49-F238E27FC236}">
                    <a16:creationId xmlns:a16="http://schemas.microsoft.com/office/drawing/2014/main" id="{1B6B01D1-987E-1EF6-F6A7-D038227ACD86}"/>
                  </a:ext>
                </a:extLst>
              </p:cNvPr>
              <p:cNvPicPr/>
              <p:nvPr/>
            </p:nvPicPr>
            <p:blipFill>
              <a:blip r:embed="rId64"/>
              <a:stretch>
                <a:fillRect/>
              </a:stretch>
            </p:blipFill>
            <p:spPr>
              <a:xfrm>
                <a:off x="1946766" y="4315093"/>
                <a:ext cx="2386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6" name="Ink 115">
                <a:extLst>
                  <a:ext uri="{FF2B5EF4-FFF2-40B4-BE49-F238E27FC236}">
                    <a16:creationId xmlns:a16="http://schemas.microsoft.com/office/drawing/2014/main" id="{5A7A44C8-AA36-CDD7-348F-3C9928CB8AC2}"/>
                  </a:ext>
                </a:extLst>
              </p14:cNvPr>
              <p14:cNvContentPartPr/>
              <p14:nvPr/>
            </p14:nvContentPartPr>
            <p14:xfrm>
              <a:off x="2494326" y="4303213"/>
              <a:ext cx="164160" cy="324720"/>
            </p14:xfrm>
          </p:contentPart>
        </mc:Choice>
        <mc:Fallback xmlns="">
          <p:pic>
            <p:nvPicPr>
              <p:cNvPr id="116" name="Ink 115">
                <a:extLst>
                  <a:ext uri="{FF2B5EF4-FFF2-40B4-BE49-F238E27FC236}">
                    <a16:creationId xmlns:a16="http://schemas.microsoft.com/office/drawing/2014/main" id="{5A7A44C8-AA36-CDD7-348F-3C9928CB8AC2}"/>
                  </a:ext>
                </a:extLst>
              </p:cNvPr>
              <p:cNvPicPr/>
              <p:nvPr/>
            </p:nvPicPr>
            <p:blipFill>
              <a:blip r:embed="rId66"/>
              <a:stretch>
                <a:fillRect/>
              </a:stretch>
            </p:blipFill>
            <p:spPr>
              <a:xfrm>
                <a:off x="2490006" y="4298893"/>
                <a:ext cx="1728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7" name="Ink 116">
                <a:extLst>
                  <a:ext uri="{FF2B5EF4-FFF2-40B4-BE49-F238E27FC236}">
                    <a16:creationId xmlns:a16="http://schemas.microsoft.com/office/drawing/2014/main" id="{FAECCCBD-F436-28A2-903E-77A33F8510D5}"/>
                  </a:ext>
                </a:extLst>
              </p14:cNvPr>
              <p14:cNvContentPartPr/>
              <p14:nvPr/>
            </p14:nvContentPartPr>
            <p14:xfrm>
              <a:off x="2606646" y="4263613"/>
              <a:ext cx="228240" cy="44280"/>
            </p14:xfrm>
          </p:contentPart>
        </mc:Choice>
        <mc:Fallback xmlns="">
          <p:pic>
            <p:nvPicPr>
              <p:cNvPr id="117" name="Ink 116">
                <a:extLst>
                  <a:ext uri="{FF2B5EF4-FFF2-40B4-BE49-F238E27FC236}">
                    <a16:creationId xmlns:a16="http://schemas.microsoft.com/office/drawing/2014/main" id="{FAECCCBD-F436-28A2-903E-77A33F8510D5}"/>
                  </a:ext>
                </a:extLst>
              </p:cNvPr>
              <p:cNvPicPr/>
              <p:nvPr/>
            </p:nvPicPr>
            <p:blipFill>
              <a:blip r:embed="rId68"/>
              <a:stretch>
                <a:fillRect/>
              </a:stretch>
            </p:blipFill>
            <p:spPr>
              <a:xfrm>
                <a:off x="2602326" y="4259293"/>
                <a:ext cx="2368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8" name="Ink 117">
                <a:extLst>
                  <a:ext uri="{FF2B5EF4-FFF2-40B4-BE49-F238E27FC236}">
                    <a16:creationId xmlns:a16="http://schemas.microsoft.com/office/drawing/2014/main" id="{DA7E29E2-451F-71E8-50F8-1CC2F663BDC8}"/>
                  </a:ext>
                </a:extLst>
              </p14:cNvPr>
              <p14:cNvContentPartPr/>
              <p14:nvPr/>
            </p14:nvContentPartPr>
            <p14:xfrm>
              <a:off x="3054486" y="4201333"/>
              <a:ext cx="177480" cy="374040"/>
            </p14:xfrm>
          </p:contentPart>
        </mc:Choice>
        <mc:Fallback xmlns="">
          <p:pic>
            <p:nvPicPr>
              <p:cNvPr id="118" name="Ink 117">
                <a:extLst>
                  <a:ext uri="{FF2B5EF4-FFF2-40B4-BE49-F238E27FC236}">
                    <a16:creationId xmlns:a16="http://schemas.microsoft.com/office/drawing/2014/main" id="{DA7E29E2-451F-71E8-50F8-1CC2F663BDC8}"/>
                  </a:ext>
                </a:extLst>
              </p:cNvPr>
              <p:cNvPicPr/>
              <p:nvPr/>
            </p:nvPicPr>
            <p:blipFill>
              <a:blip r:embed="rId70"/>
              <a:stretch>
                <a:fillRect/>
              </a:stretch>
            </p:blipFill>
            <p:spPr>
              <a:xfrm>
                <a:off x="3050166" y="4197013"/>
                <a:ext cx="18612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9" name="Ink 118">
                <a:extLst>
                  <a:ext uri="{FF2B5EF4-FFF2-40B4-BE49-F238E27FC236}">
                    <a16:creationId xmlns:a16="http://schemas.microsoft.com/office/drawing/2014/main" id="{02AA7768-98A8-1302-0198-382882235C1F}"/>
                  </a:ext>
                </a:extLst>
              </p14:cNvPr>
              <p14:cNvContentPartPr/>
              <p14:nvPr/>
            </p14:nvContentPartPr>
            <p14:xfrm>
              <a:off x="3581166" y="4293493"/>
              <a:ext cx="275040" cy="316080"/>
            </p14:xfrm>
          </p:contentPart>
        </mc:Choice>
        <mc:Fallback xmlns="">
          <p:pic>
            <p:nvPicPr>
              <p:cNvPr id="119" name="Ink 118">
                <a:extLst>
                  <a:ext uri="{FF2B5EF4-FFF2-40B4-BE49-F238E27FC236}">
                    <a16:creationId xmlns:a16="http://schemas.microsoft.com/office/drawing/2014/main" id="{02AA7768-98A8-1302-0198-382882235C1F}"/>
                  </a:ext>
                </a:extLst>
              </p:cNvPr>
              <p:cNvPicPr/>
              <p:nvPr/>
            </p:nvPicPr>
            <p:blipFill>
              <a:blip r:embed="rId72"/>
              <a:stretch>
                <a:fillRect/>
              </a:stretch>
            </p:blipFill>
            <p:spPr>
              <a:xfrm>
                <a:off x="3576846" y="4289173"/>
                <a:ext cx="28368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1" name="Ink 120">
                <a:extLst>
                  <a:ext uri="{FF2B5EF4-FFF2-40B4-BE49-F238E27FC236}">
                    <a16:creationId xmlns:a16="http://schemas.microsoft.com/office/drawing/2014/main" id="{1698F9B8-ED7B-1687-85DD-3EA09DCA2350}"/>
                  </a:ext>
                </a:extLst>
              </p14:cNvPr>
              <p14:cNvContentPartPr/>
              <p14:nvPr/>
            </p14:nvContentPartPr>
            <p14:xfrm>
              <a:off x="5016093" y="3254480"/>
              <a:ext cx="4680" cy="7920"/>
            </p14:xfrm>
          </p:contentPart>
        </mc:Choice>
        <mc:Fallback xmlns="">
          <p:pic>
            <p:nvPicPr>
              <p:cNvPr id="121" name="Ink 120">
                <a:extLst>
                  <a:ext uri="{FF2B5EF4-FFF2-40B4-BE49-F238E27FC236}">
                    <a16:creationId xmlns:a16="http://schemas.microsoft.com/office/drawing/2014/main" id="{1698F9B8-ED7B-1687-85DD-3EA09DCA2350}"/>
                  </a:ext>
                </a:extLst>
              </p:cNvPr>
              <p:cNvPicPr/>
              <p:nvPr/>
            </p:nvPicPr>
            <p:blipFill>
              <a:blip r:embed="rId85"/>
              <a:stretch>
                <a:fillRect/>
              </a:stretch>
            </p:blipFill>
            <p:spPr>
              <a:xfrm>
                <a:off x="4962453" y="3146480"/>
                <a:ext cx="1123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2" name="Ink 121">
                <a:extLst>
                  <a:ext uri="{FF2B5EF4-FFF2-40B4-BE49-F238E27FC236}">
                    <a16:creationId xmlns:a16="http://schemas.microsoft.com/office/drawing/2014/main" id="{7A198CB1-96CA-1FBD-E60D-C4EE99DFFC33}"/>
                  </a:ext>
                </a:extLst>
              </p14:cNvPr>
              <p14:cNvContentPartPr/>
              <p14:nvPr/>
            </p14:nvContentPartPr>
            <p14:xfrm>
              <a:off x="3078573" y="4245560"/>
              <a:ext cx="812160" cy="482400"/>
            </p14:xfrm>
          </p:contentPart>
        </mc:Choice>
        <mc:Fallback xmlns="">
          <p:pic>
            <p:nvPicPr>
              <p:cNvPr id="122" name="Ink 121">
                <a:extLst>
                  <a:ext uri="{FF2B5EF4-FFF2-40B4-BE49-F238E27FC236}">
                    <a16:creationId xmlns:a16="http://schemas.microsoft.com/office/drawing/2014/main" id="{7A198CB1-96CA-1FBD-E60D-C4EE99DFFC33}"/>
                  </a:ext>
                </a:extLst>
              </p:cNvPr>
              <p:cNvPicPr/>
              <p:nvPr/>
            </p:nvPicPr>
            <p:blipFill>
              <a:blip r:embed="rId87"/>
              <a:stretch>
                <a:fillRect/>
              </a:stretch>
            </p:blipFill>
            <p:spPr>
              <a:xfrm>
                <a:off x="3024573" y="4137560"/>
                <a:ext cx="919800" cy="698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3" name="Ink 122">
                <a:extLst>
                  <a:ext uri="{FF2B5EF4-FFF2-40B4-BE49-F238E27FC236}">
                    <a16:creationId xmlns:a16="http://schemas.microsoft.com/office/drawing/2014/main" id="{13312885-3F53-4F06-D8BE-9467F14D3A82}"/>
                  </a:ext>
                </a:extLst>
              </p14:cNvPr>
              <p14:cNvContentPartPr/>
              <p14:nvPr/>
            </p14:nvContentPartPr>
            <p14:xfrm>
              <a:off x="750453" y="5483240"/>
              <a:ext cx="46080" cy="380880"/>
            </p14:xfrm>
          </p:contentPart>
        </mc:Choice>
        <mc:Fallback xmlns="">
          <p:pic>
            <p:nvPicPr>
              <p:cNvPr id="123" name="Ink 122">
                <a:extLst>
                  <a:ext uri="{FF2B5EF4-FFF2-40B4-BE49-F238E27FC236}">
                    <a16:creationId xmlns:a16="http://schemas.microsoft.com/office/drawing/2014/main" id="{13312885-3F53-4F06-D8BE-9467F14D3A82}"/>
                  </a:ext>
                </a:extLst>
              </p:cNvPr>
              <p:cNvPicPr/>
              <p:nvPr/>
            </p:nvPicPr>
            <p:blipFill>
              <a:blip r:embed="rId89"/>
              <a:stretch>
                <a:fillRect/>
              </a:stretch>
            </p:blipFill>
            <p:spPr>
              <a:xfrm>
                <a:off x="746133" y="5478920"/>
                <a:ext cx="54720" cy="389520"/>
              </a:xfrm>
              <a:prstGeom prst="rect">
                <a:avLst/>
              </a:prstGeom>
            </p:spPr>
          </p:pic>
        </mc:Fallback>
      </mc:AlternateContent>
      <p:grpSp>
        <p:nvGrpSpPr>
          <p:cNvPr id="130" name="Group 129">
            <a:extLst>
              <a:ext uri="{FF2B5EF4-FFF2-40B4-BE49-F238E27FC236}">
                <a16:creationId xmlns:a16="http://schemas.microsoft.com/office/drawing/2014/main" id="{EFB34631-8B74-6DC1-11FD-2B801F1116B6}"/>
              </a:ext>
            </a:extLst>
          </p:cNvPr>
          <p:cNvGrpSpPr/>
          <p:nvPr/>
        </p:nvGrpSpPr>
        <p:grpSpPr>
          <a:xfrm>
            <a:off x="1395213" y="5475320"/>
            <a:ext cx="295200" cy="366120"/>
            <a:chOff x="1395213" y="5475320"/>
            <a:chExt cx="295200" cy="366120"/>
          </a:xfrm>
        </p:grpSpPr>
        <mc:AlternateContent xmlns:mc="http://schemas.openxmlformats.org/markup-compatibility/2006" xmlns:p14="http://schemas.microsoft.com/office/powerpoint/2010/main">
          <mc:Choice Requires="p14">
            <p:contentPart p14:bwMode="auto" r:id="rId90">
              <p14:nvContentPartPr>
                <p14:cNvPr id="124" name="Ink 123">
                  <a:extLst>
                    <a:ext uri="{FF2B5EF4-FFF2-40B4-BE49-F238E27FC236}">
                      <a16:creationId xmlns:a16="http://schemas.microsoft.com/office/drawing/2014/main" id="{A07C222B-7EF1-5CC1-4484-AB90EF912A63}"/>
                    </a:ext>
                  </a:extLst>
                </p14:cNvPr>
                <p14:cNvContentPartPr/>
                <p14:nvPr/>
              </p14:nvContentPartPr>
              <p14:xfrm>
                <a:off x="1395213" y="5475320"/>
                <a:ext cx="295200" cy="279360"/>
              </p14:xfrm>
            </p:contentPart>
          </mc:Choice>
          <mc:Fallback xmlns="">
            <p:pic>
              <p:nvPicPr>
                <p:cNvPr id="124" name="Ink 123">
                  <a:extLst>
                    <a:ext uri="{FF2B5EF4-FFF2-40B4-BE49-F238E27FC236}">
                      <a16:creationId xmlns:a16="http://schemas.microsoft.com/office/drawing/2014/main" id="{A07C222B-7EF1-5CC1-4484-AB90EF912A63}"/>
                    </a:ext>
                  </a:extLst>
                </p:cNvPr>
                <p:cNvPicPr/>
                <p:nvPr/>
              </p:nvPicPr>
              <p:blipFill>
                <a:blip r:embed="rId91"/>
                <a:stretch>
                  <a:fillRect/>
                </a:stretch>
              </p:blipFill>
              <p:spPr>
                <a:xfrm>
                  <a:off x="1390893" y="5471000"/>
                  <a:ext cx="3038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25" name="Ink 124">
                  <a:extLst>
                    <a:ext uri="{FF2B5EF4-FFF2-40B4-BE49-F238E27FC236}">
                      <a16:creationId xmlns:a16="http://schemas.microsoft.com/office/drawing/2014/main" id="{4C7653EA-4CA7-8C77-49C9-AF6BF1F3CDEC}"/>
                    </a:ext>
                  </a:extLst>
                </p14:cNvPr>
                <p14:cNvContentPartPr/>
                <p14:nvPr/>
              </p14:nvContentPartPr>
              <p14:xfrm>
                <a:off x="1585653" y="5549120"/>
                <a:ext cx="90000" cy="292320"/>
              </p14:xfrm>
            </p:contentPart>
          </mc:Choice>
          <mc:Fallback xmlns="">
            <p:pic>
              <p:nvPicPr>
                <p:cNvPr id="125" name="Ink 124">
                  <a:extLst>
                    <a:ext uri="{FF2B5EF4-FFF2-40B4-BE49-F238E27FC236}">
                      <a16:creationId xmlns:a16="http://schemas.microsoft.com/office/drawing/2014/main" id="{4C7653EA-4CA7-8C77-49C9-AF6BF1F3CDEC}"/>
                    </a:ext>
                  </a:extLst>
                </p:cNvPr>
                <p:cNvPicPr/>
                <p:nvPr/>
              </p:nvPicPr>
              <p:blipFill>
                <a:blip r:embed="rId93"/>
                <a:stretch>
                  <a:fillRect/>
                </a:stretch>
              </p:blipFill>
              <p:spPr>
                <a:xfrm>
                  <a:off x="1581333" y="5544800"/>
                  <a:ext cx="98640" cy="300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126" name="Ink 125">
                <a:extLst>
                  <a:ext uri="{FF2B5EF4-FFF2-40B4-BE49-F238E27FC236}">
                    <a16:creationId xmlns:a16="http://schemas.microsoft.com/office/drawing/2014/main" id="{098B98E4-3F53-FEA8-582A-3BF9ED96B75C}"/>
                  </a:ext>
                </a:extLst>
              </p14:cNvPr>
              <p14:cNvContentPartPr/>
              <p14:nvPr/>
            </p14:nvContentPartPr>
            <p14:xfrm>
              <a:off x="2017653" y="5425280"/>
              <a:ext cx="190800" cy="246960"/>
            </p14:xfrm>
          </p:contentPart>
        </mc:Choice>
        <mc:Fallback xmlns="">
          <p:pic>
            <p:nvPicPr>
              <p:cNvPr id="126" name="Ink 125">
                <a:extLst>
                  <a:ext uri="{FF2B5EF4-FFF2-40B4-BE49-F238E27FC236}">
                    <a16:creationId xmlns:a16="http://schemas.microsoft.com/office/drawing/2014/main" id="{098B98E4-3F53-FEA8-582A-3BF9ED96B75C}"/>
                  </a:ext>
                </a:extLst>
              </p:cNvPr>
              <p:cNvPicPr/>
              <p:nvPr/>
            </p:nvPicPr>
            <p:blipFill>
              <a:blip r:embed="rId95"/>
              <a:stretch>
                <a:fillRect/>
              </a:stretch>
            </p:blipFill>
            <p:spPr>
              <a:xfrm>
                <a:off x="2013333" y="5420960"/>
                <a:ext cx="199440" cy="255600"/>
              </a:xfrm>
              <a:prstGeom prst="rect">
                <a:avLst/>
              </a:prstGeom>
            </p:spPr>
          </p:pic>
        </mc:Fallback>
      </mc:AlternateContent>
      <p:grpSp>
        <p:nvGrpSpPr>
          <p:cNvPr id="129" name="Group 128">
            <a:extLst>
              <a:ext uri="{FF2B5EF4-FFF2-40B4-BE49-F238E27FC236}">
                <a16:creationId xmlns:a16="http://schemas.microsoft.com/office/drawing/2014/main" id="{84DA8259-7086-DCA4-E745-F93CE9D50A45}"/>
              </a:ext>
            </a:extLst>
          </p:cNvPr>
          <p:cNvGrpSpPr/>
          <p:nvPr/>
        </p:nvGrpSpPr>
        <p:grpSpPr>
          <a:xfrm>
            <a:off x="2482053" y="5330960"/>
            <a:ext cx="325080" cy="360720"/>
            <a:chOff x="2482053" y="5330960"/>
            <a:chExt cx="325080" cy="360720"/>
          </a:xfrm>
        </p:grpSpPr>
        <mc:AlternateContent xmlns:mc="http://schemas.openxmlformats.org/markup-compatibility/2006" xmlns:p14="http://schemas.microsoft.com/office/powerpoint/2010/main">
          <mc:Choice Requires="p14">
            <p:contentPart p14:bwMode="auto" r:id="rId96">
              <p14:nvContentPartPr>
                <p14:cNvPr id="127" name="Ink 126">
                  <a:extLst>
                    <a:ext uri="{FF2B5EF4-FFF2-40B4-BE49-F238E27FC236}">
                      <a16:creationId xmlns:a16="http://schemas.microsoft.com/office/drawing/2014/main" id="{FCF19345-001F-F689-0172-1173954FFADB}"/>
                    </a:ext>
                  </a:extLst>
                </p14:cNvPr>
                <p14:cNvContentPartPr/>
                <p14:nvPr/>
              </p14:nvContentPartPr>
              <p14:xfrm>
                <a:off x="2482053" y="5382080"/>
                <a:ext cx="191160" cy="309600"/>
              </p14:xfrm>
            </p:contentPart>
          </mc:Choice>
          <mc:Fallback xmlns="">
            <p:pic>
              <p:nvPicPr>
                <p:cNvPr id="127" name="Ink 126">
                  <a:extLst>
                    <a:ext uri="{FF2B5EF4-FFF2-40B4-BE49-F238E27FC236}">
                      <a16:creationId xmlns:a16="http://schemas.microsoft.com/office/drawing/2014/main" id="{FCF19345-001F-F689-0172-1173954FFADB}"/>
                    </a:ext>
                  </a:extLst>
                </p:cNvPr>
                <p:cNvPicPr/>
                <p:nvPr/>
              </p:nvPicPr>
              <p:blipFill>
                <a:blip r:embed="rId97"/>
                <a:stretch>
                  <a:fillRect/>
                </a:stretch>
              </p:blipFill>
              <p:spPr>
                <a:xfrm>
                  <a:off x="2477733" y="5377760"/>
                  <a:ext cx="19980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28" name="Ink 127">
                  <a:extLst>
                    <a:ext uri="{FF2B5EF4-FFF2-40B4-BE49-F238E27FC236}">
                      <a16:creationId xmlns:a16="http://schemas.microsoft.com/office/drawing/2014/main" id="{99EE6738-A947-CD81-CD77-B38F71D30845}"/>
                    </a:ext>
                  </a:extLst>
                </p14:cNvPr>
                <p14:cNvContentPartPr/>
                <p14:nvPr/>
              </p14:nvContentPartPr>
              <p14:xfrm>
                <a:off x="2561973" y="5330960"/>
                <a:ext cx="245160" cy="44280"/>
              </p14:xfrm>
            </p:contentPart>
          </mc:Choice>
          <mc:Fallback xmlns="">
            <p:pic>
              <p:nvPicPr>
                <p:cNvPr id="128" name="Ink 127">
                  <a:extLst>
                    <a:ext uri="{FF2B5EF4-FFF2-40B4-BE49-F238E27FC236}">
                      <a16:creationId xmlns:a16="http://schemas.microsoft.com/office/drawing/2014/main" id="{99EE6738-A947-CD81-CD77-B38F71D30845}"/>
                    </a:ext>
                  </a:extLst>
                </p:cNvPr>
                <p:cNvPicPr/>
                <p:nvPr/>
              </p:nvPicPr>
              <p:blipFill>
                <a:blip r:embed="rId99"/>
                <a:stretch>
                  <a:fillRect/>
                </a:stretch>
              </p:blipFill>
              <p:spPr>
                <a:xfrm>
                  <a:off x="2557653" y="5326640"/>
                  <a:ext cx="253800" cy="5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0">
            <p14:nvContentPartPr>
              <p14:cNvPr id="131" name="Ink 130">
                <a:extLst>
                  <a:ext uri="{FF2B5EF4-FFF2-40B4-BE49-F238E27FC236}">
                    <a16:creationId xmlns:a16="http://schemas.microsoft.com/office/drawing/2014/main" id="{FC4FDE72-402A-71E6-CFC6-42E13B13A40A}"/>
                  </a:ext>
                </a:extLst>
              </p14:cNvPr>
              <p14:cNvContentPartPr/>
              <p14:nvPr/>
            </p14:nvContentPartPr>
            <p14:xfrm>
              <a:off x="3095133" y="5361920"/>
              <a:ext cx="389880" cy="309960"/>
            </p14:xfrm>
          </p:contentPart>
        </mc:Choice>
        <mc:Fallback xmlns="">
          <p:pic>
            <p:nvPicPr>
              <p:cNvPr id="131" name="Ink 130">
                <a:extLst>
                  <a:ext uri="{FF2B5EF4-FFF2-40B4-BE49-F238E27FC236}">
                    <a16:creationId xmlns:a16="http://schemas.microsoft.com/office/drawing/2014/main" id="{FC4FDE72-402A-71E6-CFC6-42E13B13A40A}"/>
                  </a:ext>
                </a:extLst>
              </p:cNvPr>
              <p:cNvPicPr/>
              <p:nvPr/>
            </p:nvPicPr>
            <p:blipFill>
              <a:blip r:embed="rId101"/>
              <a:stretch>
                <a:fillRect/>
              </a:stretch>
            </p:blipFill>
            <p:spPr>
              <a:xfrm>
                <a:off x="3090813" y="5357600"/>
                <a:ext cx="39852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2" name="Ink 131">
                <a:extLst>
                  <a:ext uri="{FF2B5EF4-FFF2-40B4-BE49-F238E27FC236}">
                    <a16:creationId xmlns:a16="http://schemas.microsoft.com/office/drawing/2014/main" id="{26122FE5-4AF9-B462-955B-594EC606D311}"/>
                  </a:ext>
                </a:extLst>
              </p14:cNvPr>
              <p14:cNvContentPartPr/>
              <p14:nvPr/>
            </p14:nvContentPartPr>
            <p14:xfrm>
              <a:off x="3704253" y="5264000"/>
              <a:ext cx="245880" cy="426960"/>
            </p14:xfrm>
          </p:contentPart>
        </mc:Choice>
        <mc:Fallback xmlns="">
          <p:pic>
            <p:nvPicPr>
              <p:cNvPr id="132" name="Ink 131">
                <a:extLst>
                  <a:ext uri="{FF2B5EF4-FFF2-40B4-BE49-F238E27FC236}">
                    <a16:creationId xmlns:a16="http://schemas.microsoft.com/office/drawing/2014/main" id="{26122FE5-4AF9-B462-955B-594EC606D311}"/>
                  </a:ext>
                </a:extLst>
              </p:cNvPr>
              <p:cNvPicPr/>
              <p:nvPr/>
            </p:nvPicPr>
            <p:blipFill>
              <a:blip r:embed="rId103"/>
              <a:stretch>
                <a:fillRect/>
              </a:stretch>
            </p:blipFill>
            <p:spPr>
              <a:xfrm>
                <a:off x="3699933" y="5259680"/>
                <a:ext cx="254520" cy="435600"/>
              </a:xfrm>
              <a:prstGeom prst="rect">
                <a:avLst/>
              </a:prstGeom>
            </p:spPr>
          </p:pic>
        </mc:Fallback>
      </mc:AlternateContent>
      <p:grpSp>
        <p:nvGrpSpPr>
          <p:cNvPr id="143" name="Group 142">
            <a:extLst>
              <a:ext uri="{FF2B5EF4-FFF2-40B4-BE49-F238E27FC236}">
                <a16:creationId xmlns:a16="http://schemas.microsoft.com/office/drawing/2014/main" id="{2E17D5E0-6273-DBDC-B004-4E8A1906B59A}"/>
              </a:ext>
            </a:extLst>
          </p:cNvPr>
          <p:cNvGrpSpPr/>
          <p:nvPr/>
        </p:nvGrpSpPr>
        <p:grpSpPr>
          <a:xfrm>
            <a:off x="5285373" y="5016680"/>
            <a:ext cx="818640" cy="577440"/>
            <a:chOff x="5285373" y="5016680"/>
            <a:chExt cx="818640" cy="577440"/>
          </a:xfrm>
        </p:grpSpPr>
        <mc:AlternateContent xmlns:mc="http://schemas.openxmlformats.org/markup-compatibility/2006" xmlns:p14="http://schemas.microsoft.com/office/powerpoint/2010/main">
          <mc:Choice Requires="p14">
            <p:contentPart p14:bwMode="auto" r:id="rId104">
              <p14:nvContentPartPr>
                <p14:cNvPr id="133" name="Ink 132">
                  <a:extLst>
                    <a:ext uri="{FF2B5EF4-FFF2-40B4-BE49-F238E27FC236}">
                      <a16:creationId xmlns:a16="http://schemas.microsoft.com/office/drawing/2014/main" id="{D95AA1D2-D1E7-39C7-7A2C-9CD8B38DBD95}"/>
                    </a:ext>
                  </a:extLst>
                </p14:cNvPr>
                <p14:cNvContentPartPr/>
                <p14:nvPr/>
              </p14:nvContentPartPr>
              <p14:xfrm>
                <a:off x="5289333" y="5273720"/>
                <a:ext cx="221040" cy="320400"/>
              </p14:xfrm>
            </p:contentPart>
          </mc:Choice>
          <mc:Fallback xmlns="">
            <p:pic>
              <p:nvPicPr>
                <p:cNvPr id="133" name="Ink 132">
                  <a:extLst>
                    <a:ext uri="{FF2B5EF4-FFF2-40B4-BE49-F238E27FC236}">
                      <a16:creationId xmlns:a16="http://schemas.microsoft.com/office/drawing/2014/main" id="{D95AA1D2-D1E7-39C7-7A2C-9CD8B38DBD95}"/>
                    </a:ext>
                  </a:extLst>
                </p:cNvPr>
                <p:cNvPicPr/>
                <p:nvPr/>
              </p:nvPicPr>
              <p:blipFill>
                <a:blip r:embed="rId105"/>
                <a:stretch>
                  <a:fillRect/>
                </a:stretch>
              </p:blipFill>
              <p:spPr>
                <a:xfrm>
                  <a:off x="5285013" y="5269400"/>
                  <a:ext cx="22968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4" name="Ink 133">
                  <a:extLst>
                    <a:ext uri="{FF2B5EF4-FFF2-40B4-BE49-F238E27FC236}">
                      <a16:creationId xmlns:a16="http://schemas.microsoft.com/office/drawing/2014/main" id="{56BE9F06-451E-E1F1-125F-96F637929D1B}"/>
                    </a:ext>
                  </a:extLst>
                </p14:cNvPr>
                <p14:cNvContentPartPr/>
                <p14:nvPr/>
              </p14:nvContentPartPr>
              <p14:xfrm>
                <a:off x="5376453" y="5219720"/>
                <a:ext cx="171360" cy="60120"/>
              </p14:xfrm>
            </p:contentPart>
          </mc:Choice>
          <mc:Fallback xmlns="">
            <p:pic>
              <p:nvPicPr>
                <p:cNvPr id="134" name="Ink 133">
                  <a:extLst>
                    <a:ext uri="{FF2B5EF4-FFF2-40B4-BE49-F238E27FC236}">
                      <a16:creationId xmlns:a16="http://schemas.microsoft.com/office/drawing/2014/main" id="{56BE9F06-451E-E1F1-125F-96F637929D1B}"/>
                    </a:ext>
                  </a:extLst>
                </p:cNvPr>
                <p:cNvPicPr/>
                <p:nvPr/>
              </p:nvPicPr>
              <p:blipFill>
                <a:blip r:embed="rId107"/>
                <a:stretch>
                  <a:fillRect/>
                </a:stretch>
              </p:blipFill>
              <p:spPr>
                <a:xfrm>
                  <a:off x="5372133" y="5215400"/>
                  <a:ext cx="1800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5" name="Ink 134">
                  <a:extLst>
                    <a:ext uri="{FF2B5EF4-FFF2-40B4-BE49-F238E27FC236}">
                      <a16:creationId xmlns:a16="http://schemas.microsoft.com/office/drawing/2014/main" id="{7BDC8CE2-1ED3-B7E8-43B4-B11663D2C78F}"/>
                    </a:ext>
                  </a:extLst>
                </p14:cNvPr>
                <p14:cNvContentPartPr/>
                <p14:nvPr/>
              </p14:nvContentPartPr>
              <p14:xfrm>
                <a:off x="5430093" y="5470280"/>
                <a:ext cx="106920" cy="18360"/>
              </p14:xfrm>
            </p:contentPart>
          </mc:Choice>
          <mc:Fallback xmlns="">
            <p:pic>
              <p:nvPicPr>
                <p:cNvPr id="135" name="Ink 134">
                  <a:extLst>
                    <a:ext uri="{FF2B5EF4-FFF2-40B4-BE49-F238E27FC236}">
                      <a16:creationId xmlns:a16="http://schemas.microsoft.com/office/drawing/2014/main" id="{7BDC8CE2-1ED3-B7E8-43B4-B11663D2C78F}"/>
                    </a:ext>
                  </a:extLst>
                </p:cNvPr>
                <p:cNvPicPr/>
                <p:nvPr/>
              </p:nvPicPr>
              <p:blipFill>
                <a:blip r:embed="rId109"/>
                <a:stretch>
                  <a:fillRect/>
                </a:stretch>
              </p:blipFill>
              <p:spPr>
                <a:xfrm>
                  <a:off x="5425773" y="5465960"/>
                  <a:ext cx="11556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6" name="Ink 135">
                  <a:extLst>
                    <a:ext uri="{FF2B5EF4-FFF2-40B4-BE49-F238E27FC236}">
                      <a16:creationId xmlns:a16="http://schemas.microsoft.com/office/drawing/2014/main" id="{B2DFB38E-4A38-098C-0C95-A3D15464DFDA}"/>
                    </a:ext>
                  </a:extLst>
                </p14:cNvPr>
                <p14:cNvContentPartPr/>
                <p14:nvPr/>
              </p14:nvContentPartPr>
              <p14:xfrm>
                <a:off x="5665173" y="5411240"/>
                <a:ext cx="227160" cy="75240"/>
              </p14:xfrm>
            </p:contentPart>
          </mc:Choice>
          <mc:Fallback xmlns="">
            <p:pic>
              <p:nvPicPr>
                <p:cNvPr id="136" name="Ink 135">
                  <a:extLst>
                    <a:ext uri="{FF2B5EF4-FFF2-40B4-BE49-F238E27FC236}">
                      <a16:creationId xmlns:a16="http://schemas.microsoft.com/office/drawing/2014/main" id="{B2DFB38E-4A38-098C-0C95-A3D15464DFDA}"/>
                    </a:ext>
                  </a:extLst>
                </p:cNvPr>
                <p:cNvPicPr/>
                <p:nvPr/>
              </p:nvPicPr>
              <p:blipFill>
                <a:blip r:embed="rId111"/>
                <a:stretch>
                  <a:fillRect/>
                </a:stretch>
              </p:blipFill>
              <p:spPr>
                <a:xfrm>
                  <a:off x="5660853" y="5406920"/>
                  <a:ext cx="2358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7" name="Ink 136">
                  <a:extLst>
                    <a:ext uri="{FF2B5EF4-FFF2-40B4-BE49-F238E27FC236}">
                      <a16:creationId xmlns:a16="http://schemas.microsoft.com/office/drawing/2014/main" id="{73EB134C-1F88-1C87-36E5-F27B24DC96EE}"/>
                    </a:ext>
                  </a:extLst>
                </p14:cNvPr>
                <p14:cNvContentPartPr/>
                <p14:nvPr/>
              </p14:nvContentPartPr>
              <p14:xfrm>
                <a:off x="5936253" y="5016680"/>
                <a:ext cx="167760" cy="526680"/>
              </p14:xfrm>
            </p:contentPart>
          </mc:Choice>
          <mc:Fallback xmlns="">
            <p:pic>
              <p:nvPicPr>
                <p:cNvPr id="137" name="Ink 136">
                  <a:extLst>
                    <a:ext uri="{FF2B5EF4-FFF2-40B4-BE49-F238E27FC236}">
                      <a16:creationId xmlns:a16="http://schemas.microsoft.com/office/drawing/2014/main" id="{73EB134C-1F88-1C87-36E5-F27B24DC96EE}"/>
                    </a:ext>
                  </a:extLst>
                </p:cNvPr>
                <p:cNvPicPr/>
                <p:nvPr/>
              </p:nvPicPr>
              <p:blipFill>
                <a:blip r:embed="rId113"/>
                <a:stretch>
                  <a:fillRect/>
                </a:stretch>
              </p:blipFill>
              <p:spPr>
                <a:xfrm>
                  <a:off x="5931933" y="5012360"/>
                  <a:ext cx="176400" cy="535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8" name="Ink 137">
                  <a:extLst>
                    <a:ext uri="{FF2B5EF4-FFF2-40B4-BE49-F238E27FC236}">
                      <a16:creationId xmlns:a16="http://schemas.microsoft.com/office/drawing/2014/main" id="{893B4D30-CF7C-6BCB-FFF7-0CB6E73F512B}"/>
                    </a:ext>
                  </a:extLst>
                </p14:cNvPr>
                <p14:cNvContentPartPr/>
                <p14:nvPr/>
              </p14:nvContentPartPr>
              <p14:xfrm>
                <a:off x="5285373" y="5447600"/>
                <a:ext cx="229680" cy="92160"/>
              </p14:xfrm>
            </p:contentPart>
          </mc:Choice>
          <mc:Fallback xmlns="">
            <p:pic>
              <p:nvPicPr>
                <p:cNvPr id="138" name="Ink 137">
                  <a:extLst>
                    <a:ext uri="{FF2B5EF4-FFF2-40B4-BE49-F238E27FC236}">
                      <a16:creationId xmlns:a16="http://schemas.microsoft.com/office/drawing/2014/main" id="{893B4D30-CF7C-6BCB-FFF7-0CB6E73F512B}"/>
                    </a:ext>
                  </a:extLst>
                </p:cNvPr>
                <p:cNvPicPr/>
                <p:nvPr/>
              </p:nvPicPr>
              <p:blipFill>
                <a:blip r:embed="rId115"/>
                <a:stretch>
                  <a:fillRect/>
                </a:stretch>
              </p:blipFill>
              <p:spPr>
                <a:xfrm>
                  <a:off x="5281053" y="5443280"/>
                  <a:ext cx="238320" cy="100800"/>
                </a:xfrm>
                <a:prstGeom prst="rect">
                  <a:avLst/>
                </a:prstGeom>
              </p:spPr>
            </p:pic>
          </mc:Fallback>
        </mc:AlternateContent>
      </p:grpSp>
      <p:grpSp>
        <p:nvGrpSpPr>
          <p:cNvPr id="142" name="Group 141">
            <a:extLst>
              <a:ext uri="{FF2B5EF4-FFF2-40B4-BE49-F238E27FC236}">
                <a16:creationId xmlns:a16="http://schemas.microsoft.com/office/drawing/2014/main" id="{D6B3E9D8-76C0-0B3E-2478-0ECA58DF3A19}"/>
              </a:ext>
            </a:extLst>
          </p:cNvPr>
          <p:cNvGrpSpPr/>
          <p:nvPr/>
        </p:nvGrpSpPr>
        <p:grpSpPr>
          <a:xfrm>
            <a:off x="6384813" y="4972400"/>
            <a:ext cx="335520" cy="489240"/>
            <a:chOff x="6384813" y="4972400"/>
            <a:chExt cx="335520" cy="489240"/>
          </a:xfrm>
        </p:grpSpPr>
        <mc:AlternateContent xmlns:mc="http://schemas.openxmlformats.org/markup-compatibility/2006" xmlns:p14="http://schemas.microsoft.com/office/powerpoint/2010/main">
          <mc:Choice Requires="p14">
            <p:contentPart p14:bwMode="auto" r:id="rId116">
              <p14:nvContentPartPr>
                <p14:cNvPr id="139" name="Ink 138">
                  <a:extLst>
                    <a:ext uri="{FF2B5EF4-FFF2-40B4-BE49-F238E27FC236}">
                      <a16:creationId xmlns:a16="http://schemas.microsoft.com/office/drawing/2014/main" id="{10E5DEE2-393C-2794-B4BB-9D42BB57086D}"/>
                    </a:ext>
                  </a:extLst>
                </p14:cNvPr>
                <p14:cNvContentPartPr/>
                <p14:nvPr/>
              </p14:nvContentPartPr>
              <p14:xfrm>
                <a:off x="6384813" y="5288480"/>
                <a:ext cx="85680" cy="146160"/>
              </p14:xfrm>
            </p:contentPart>
          </mc:Choice>
          <mc:Fallback xmlns="">
            <p:pic>
              <p:nvPicPr>
                <p:cNvPr id="139" name="Ink 138">
                  <a:extLst>
                    <a:ext uri="{FF2B5EF4-FFF2-40B4-BE49-F238E27FC236}">
                      <a16:creationId xmlns:a16="http://schemas.microsoft.com/office/drawing/2014/main" id="{10E5DEE2-393C-2794-B4BB-9D42BB57086D}"/>
                    </a:ext>
                  </a:extLst>
                </p:cNvPr>
                <p:cNvPicPr/>
                <p:nvPr/>
              </p:nvPicPr>
              <p:blipFill>
                <a:blip r:embed="rId117"/>
                <a:stretch>
                  <a:fillRect/>
                </a:stretch>
              </p:blipFill>
              <p:spPr>
                <a:xfrm>
                  <a:off x="6380493" y="5284160"/>
                  <a:ext cx="943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40" name="Ink 139">
                  <a:extLst>
                    <a:ext uri="{FF2B5EF4-FFF2-40B4-BE49-F238E27FC236}">
                      <a16:creationId xmlns:a16="http://schemas.microsoft.com/office/drawing/2014/main" id="{0907B48A-B0A1-0F7A-2809-A16FAEB80E8B}"/>
                    </a:ext>
                  </a:extLst>
                </p14:cNvPr>
                <p14:cNvContentPartPr/>
                <p14:nvPr/>
              </p14:nvContentPartPr>
              <p14:xfrm>
                <a:off x="6518013" y="4972400"/>
                <a:ext cx="196920" cy="489240"/>
              </p14:xfrm>
            </p:contentPart>
          </mc:Choice>
          <mc:Fallback xmlns="">
            <p:pic>
              <p:nvPicPr>
                <p:cNvPr id="140" name="Ink 139">
                  <a:extLst>
                    <a:ext uri="{FF2B5EF4-FFF2-40B4-BE49-F238E27FC236}">
                      <a16:creationId xmlns:a16="http://schemas.microsoft.com/office/drawing/2014/main" id="{0907B48A-B0A1-0F7A-2809-A16FAEB80E8B}"/>
                    </a:ext>
                  </a:extLst>
                </p:cNvPr>
                <p:cNvPicPr/>
                <p:nvPr/>
              </p:nvPicPr>
              <p:blipFill>
                <a:blip r:embed="rId119"/>
                <a:stretch>
                  <a:fillRect/>
                </a:stretch>
              </p:blipFill>
              <p:spPr>
                <a:xfrm>
                  <a:off x="6513693" y="4968080"/>
                  <a:ext cx="20556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41" name="Ink 140">
                  <a:extLst>
                    <a:ext uri="{FF2B5EF4-FFF2-40B4-BE49-F238E27FC236}">
                      <a16:creationId xmlns:a16="http://schemas.microsoft.com/office/drawing/2014/main" id="{B937D057-1CF3-7951-A2BA-8E5D58C1F77B}"/>
                    </a:ext>
                  </a:extLst>
                </p14:cNvPr>
                <p14:cNvContentPartPr/>
                <p14:nvPr/>
              </p14:nvContentPartPr>
              <p14:xfrm>
                <a:off x="6524133" y="5232680"/>
                <a:ext cx="196200" cy="72000"/>
              </p14:xfrm>
            </p:contentPart>
          </mc:Choice>
          <mc:Fallback xmlns="">
            <p:pic>
              <p:nvPicPr>
                <p:cNvPr id="141" name="Ink 140">
                  <a:extLst>
                    <a:ext uri="{FF2B5EF4-FFF2-40B4-BE49-F238E27FC236}">
                      <a16:creationId xmlns:a16="http://schemas.microsoft.com/office/drawing/2014/main" id="{B937D057-1CF3-7951-A2BA-8E5D58C1F77B}"/>
                    </a:ext>
                  </a:extLst>
                </p:cNvPr>
                <p:cNvPicPr/>
                <p:nvPr/>
              </p:nvPicPr>
              <p:blipFill>
                <a:blip r:embed="rId121"/>
                <a:stretch>
                  <a:fillRect/>
                </a:stretch>
              </p:blipFill>
              <p:spPr>
                <a:xfrm>
                  <a:off x="6519813" y="5228360"/>
                  <a:ext cx="204840" cy="80640"/>
                </a:xfrm>
                <a:prstGeom prst="rect">
                  <a:avLst/>
                </a:prstGeom>
              </p:spPr>
            </p:pic>
          </mc:Fallback>
        </mc:AlternateContent>
      </p:grpSp>
      <p:grpSp>
        <p:nvGrpSpPr>
          <p:cNvPr id="152" name="Group 151">
            <a:extLst>
              <a:ext uri="{FF2B5EF4-FFF2-40B4-BE49-F238E27FC236}">
                <a16:creationId xmlns:a16="http://schemas.microsoft.com/office/drawing/2014/main" id="{E652AA4D-E4A1-92DA-8DA0-DE8ED4A30A00}"/>
              </a:ext>
            </a:extLst>
          </p:cNvPr>
          <p:cNvGrpSpPr/>
          <p:nvPr/>
        </p:nvGrpSpPr>
        <p:grpSpPr>
          <a:xfrm>
            <a:off x="7255293" y="4958360"/>
            <a:ext cx="441360" cy="541440"/>
            <a:chOff x="7255293" y="4958360"/>
            <a:chExt cx="441360" cy="541440"/>
          </a:xfrm>
        </p:grpSpPr>
        <mc:AlternateContent xmlns:mc="http://schemas.openxmlformats.org/markup-compatibility/2006" xmlns:p14="http://schemas.microsoft.com/office/powerpoint/2010/main">
          <mc:Choice Requires="p14">
            <p:contentPart p14:bwMode="auto" r:id="rId122">
              <p14:nvContentPartPr>
                <p14:cNvPr id="144" name="Ink 143">
                  <a:extLst>
                    <a:ext uri="{FF2B5EF4-FFF2-40B4-BE49-F238E27FC236}">
                      <a16:creationId xmlns:a16="http://schemas.microsoft.com/office/drawing/2014/main" id="{5CB868B1-F719-E4B7-06B6-DB76E632AF45}"/>
                    </a:ext>
                  </a:extLst>
                </p14:cNvPr>
                <p14:cNvContentPartPr/>
                <p14:nvPr/>
              </p14:nvContentPartPr>
              <p14:xfrm>
                <a:off x="7255293" y="5103440"/>
                <a:ext cx="9000" cy="375840"/>
              </p14:xfrm>
            </p:contentPart>
          </mc:Choice>
          <mc:Fallback xmlns="">
            <p:pic>
              <p:nvPicPr>
                <p:cNvPr id="144" name="Ink 143">
                  <a:extLst>
                    <a:ext uri="{FF2B5EF4-FFF2-40B4-BE49-F238E27FC236}">
                      <a16:creationId xmlns:a16="http://schemas.microsoft.com/office/drawing/2014/main" id="{5CB868B1-F719-E4B7-06B6-DB76E632AF45}"/>
                    </a:ext>
                  </a:extLst>
                </p:cNvPr>
                <p:cNvPicPr/>
                <p:nvPr/>
              </p:nvPicPr>
              <p:blipFill>
                <a:blip r:embed="rId123"/>
                <a:stretch>
                  <a:fillRect/>
                </a:stretch>
              </p:blipFill>
              <p:spPr>
                <a:xfrm>
                  <a:off x="7250973" y="5099120"/>
                  <a:ext cx="1764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45" name="Ink 144">
                  <a:extLst>
                    <a:ext uri="{FF2B5EF4-FFF2-40B4-BE49-F238E27FC236}">
                      <a16:creationId xmlns:a16="http://schemas.microsoft.com/office/drawing/2014/main" id="{10C5DFAD-C3A5-A50D-78EE-D7A96236242D}"/>
                    </a:ext>
                  </a:extLst>
                </p14:cNvPr>
                <p14:cNvContentPartPr/>
                <p14:nvPr/>
              </p14:nvContentPartPr>
              <p14:xfrm>
                <a:off x="7257813" y="4958360"/>
                <a:ext cx="150480" cy="185760"/>
              </p14:xfrm>
            </p:contentPart>
          </mc:Choice>
          <mc:Fallback xmlns="">
            <p:pic>
              <p:nvPicPr>
                <p:cNvPr id="145" name="Ink 144">
                  <a:extLst>
                    <a:ext uri="{FF2B5EF4-FFF2-40B4-BE49-F238E27FC236}">
                      <a16:creationId xmlns:a16="http://schemas.microsoft.com/office/drawing/2014/main" id="{10C5DFAD-C3A5-A50D-78EE-D7A96236242D}"/>
                    </a:ext>
                  </a:extLst>
                </p:cNvPr>
                <p:cNvPicPr/>
                <p:nvPr/>
              </p:nvPicPr>
              <p:blipFill>
                <a:blip r:embed="rId125"/>
                <a:stretch>
                  <a:fillRect/>
                </a:stretch>
              </p:blipFill>
              <p:spPr>
                <a:xfrm>
                  <a:off x="7253493" y="4954040"/>
                  <a:ext cx="1591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46" name="Ink 145">
                  <a:extLst>
                    <a:ext uri="{FF2B5EF4-FFF2-40B4-BE49-F238E27FC236}">
                      <a16:creationId xmlns:a16="http://schemas.microsoft.com/office/drawing/2014/main" id="{A1344098-8BB9-F592-CA95-A970795DE231}"/>
                    </a:ext>
                  </a:extLst>
                </p14:cNvPr>
                <p14:cNvContentPartPr/>
                <p14:nvPr/>
              </p14:nvContentPartPr>
              <p14:xfrm>
                <a:off x="7369773" y="5297480"/>
                <a:ext cx="140760" cy="172080"/>
              </p14:xfrm>
            </p:contentPart>
          </mc:Choice>
          <mc:Fallback xmlns="">
            <p:pic>
              <p:nvPicPr>
                <p:cNvPr id="146" name="Ink 145">
                  <a:extLst>
                    <a:ext uri="{FF2B5EF4-FFF2-40B4-BE49-F238E27FC236}">
                      <a16:creationId xmlns:a16="http://schemas.microsoft.com/office/drawing/2014/main" id="{A1344098-8BB9-F592-CA95-A970795DE231}"/>
                    </a:ext>
                  </a:extLst>
                </p:cNvPr>
                <p:cNvPicPr/>
                <p:nvPr/>
              </p:nvPicPr>
              <p:blipFill>
                <a:blip r:embed="rId127"/>
                <a:stretch>
                  <a:fillRect/>
                </a:stretch>
              </p:blipFill>
              <p:spPr>
                <a:xfrm>
                  <a:off x="7365453" y="5293160"/>
                  <a:ext cx="1494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47" name="Ink 146">
                  <a:extLst>
                    <a:ext uri="{FF2B5EF4-FFF2-40B4-BE49-F238E27FC236}">
                      <a16:creationId xmlns:a16="http://schemas.microsoft.com/office/drawing/2014/main" id="{84EF3343-B25E-1724-317C-D9385DBED74B}"/>
                    </a:ext>
                  </a:extLst>
                </p14:cNvPr>
                <p14:cNvContentPartPr/>
                <p14:nvPr/>
              </p14:nvContentPartPr>
              <p14:xfrm>
                <a:off x="7515213" y="5296760"/>
                <a:ext cx="109440" cy="165240"/>
              </p14:xfrm>
            </p:contentPart>
          </mc:Choice>
          <mc:Fallback xmlns="">
            <p:pic>
              <p:nvPicPr>
                <p:cNvPr id="147" name="Ink 146">
                  <a:extLst>
                    <a:ext uri="{FF2B5EF4-FFF2-40B4-BE49-F238E27FC236}">
                      <a16:creationId xmlns:a16="http://schemas.microsoft.com/office/drawing/2014/main" id="{84EF3343-B25E-1724-317C-D9385DBED74B}"/>
                    </a:ext>
                  </a:extLst>
                </p:cNvPr>
                <p:cNvPicPr/>
                <p:nvPr/>
              </p:nvPicPr>
              <p:blipFill>
                <a:blip r:embed="rId129"/>
                <a:stretch>
                  <a:fillRect/>
                </a:stretch>
              </p:blipFill>
              <p:spPr>
                <a:xfrm>
                  <a:off x="7510893" y="5292440"/>
                  <a:ext cx="1180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49" name="Ink 148">
                  <a:extLst>
                    <a:ext uri="{FF2B5EF4-FFF2-40B4-BE49-F238E27FC236}">
                      <a16:creationId xmlns:a16="http://schemas.microsoft.com/office/drawing/2014/main" id="{A2CF42A6-A014-131F-1AB2-FE553DDFACD8}"/>
                    </a:ext>
                  </a:extLst>
                </p14:cNvPr>
                <p14:cNvContentPartPr/>
                <p14:nvPr/>
              </p14:nvContentPartPr>
              <p14:xfrm>
                <a:off x="7579293" y="5349320"/>
                <a:ext cx="117360" cy="150480"/>
              </p14:xfrm>
            </p:contentPart>
          </mc:Choice>
          <mc:Fallback xmlns="">
            <p:pic>
              <p:nvPicPr>
                <p:cNvPr id="149" name="Ink 148">
                  <a:extLst>
                    <a:ext uri="{FF2B5EF4-FFF2-40B4-BE49-F238E27FC236}">
                      <a16:creationId xmlns:a16="http://schemas.microsoft.com/office/drawing/2014/main" id="{A2CF42A6-A014-131F-1AB2-FE553DDFACD8}"/>
                    </a:ext>
                  </a:extLst>
                </p:cNvPr>
                <p:cNvPicPr/>
                <p:nvPr/>
              </p:nvPicPr>
              <p:blipFill>
                <a:blip r:embed="rId131"/>
                <a:stretch>
                  <a:fillRect/>
                </a:stretch>
              </p:blipFill>
              <p:spPr>
                <a:xfrm>
                  <a:off x="7574973" y="5345000"/>
                  <a:ext cx="126000" cy="159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2">
            <p14:nvContentPartPr>
              <p14:cNvPr id="150" name="Ink 149">
                <a:extLst>
                  <a:ext uri="{FF2B5EF4-FFF2-40B4-BE49-F238E27FC236}">
                    <a16:creationId xmlns:a16="http://schemas.microsoft.com/office/drawing/2014/main" id="{94EAAAFE-ED27-552A-458F-B3D0521B4169}"/>
                  </a:ext>
                </a:extLst>
              </p14:cNvPr>
              <p14:cNvContentPartPr/>
              <p14:nvPr/>
            </p14:nvContentPartPr>
            <p14:xfrm>
              <a:off x="7942533" y="5114960"/>
              <a:ext cx="25920" cy="430200"/>
            </p14:xfrm>
          </p:contentPart>
        </mc:Choice>
        <mc:Fallback xmlns="">
          <p:pic>
            <p:nvPicPr>
              <p:cNvPr id="150" name="Ink 149">
                <a:extLst>
                  <a:ext uri="{FF2B5EF4-FFF2-40B4-BE49-F238E27FC236}">
                    <a16:creationId xmlns:a16="http://schemas.microsoft.com/office/drawing/2014/main" id="{94EAAAFE-ED27-552A-458F-B3D0521B4169}"/>
                  </a:ext>
                </a:extLst>
              </p:cNvPr>
              <p:cNvPicPr/>
              <p:nvPr/>
            </p:nvPicPr>
            <p:blipFill>
              <a:blip r:embed="rId133"/>
              <a:stretch>
                <a:fillRect/>
              </a:stretch>
            </p:blipFill>
            <p:spPr>
              <a:xfrm>
                <a:off x="7938213" y="5110640"/>
                <a:ext cx="34560" cy="438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51" name="Ink 150">
                <a:extLst>
                  <a:ext uri="{FF2B5EF4-FFF2-40B4-BE49-F238E27FC236}">
                    <a16:creationId xmlns:a16="http://schemas.microsoft.com/office/drawing/2014/main" id="{6F7C9F6D-7DF0-ED0D-51B7-521852C83828}"/>
                  </a:ext>
                </a:extLst>
              </p14:cNvPr>
              <p14:cNvContentPartPr/>
              <p14:nvPr/>
            </p14:nvContentPartPr>
            <p14:xfrm>
              <a:off x="8161413" y="5503400"/>
              <a:ext cx="15120" cy="30240"/>
            </p14:xfrm>
          </p:contentPart>
        </mc:Choice>
        <mc:Fallback xmlns="">
          <p:pic>
            <p:nvPicPr>
              <p:cNvPr id="151" name="Ink 150">
                <a:extLst>
                  <a:ext uri="{FF2B5EF4-FFF2-40B4-BE49-F238E27FC236}">
                    <a16:creationId xmlns:a16="http://schemas.microsoft.com/office/drawing/2014/main" id="{6F7C9F6D-7DF0-ED0D-51B7-521852C83828}"/>
                  </a:ext>
                </a:extLst>
              </p:cNvPr>
              <p:cNvPicPr/>
              <p:nvPr/>
            </p:nvPicPr>
            <p:blipFill>
              <a:blip r:embed="rId135"/>
              <a:stretch>
                <a:fillRect/>
              </a:stretch>
            </p:blipFill>
            <p:spPr>
              <a:xfrm>
                <a:off x="8157093" y="5499080"/>
                <a:ext cx="23760" cy="38880"/>
              </a:xfrm>
              <a:prstGeom prst="rect">
                <a:avLst/>
              </a:prstGeom>
            </p:spPr>
          </p:pic>
        </mc:Fallback>
      </mc:AlternateContent>
    </p:spTree>
    <p:extLst>
      <p:ext uri="{BB962C8B-B14F-4D97-AF65-F5344CB8AC3E}">
        <p14:creationId xmlns:p14="http://schemas.microsoft.com/office/powerpoint/2010/main" val="4068349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34CD1-1012-56C4-DF41-31EEB64AA9EC}"/>
              </a:ext>
            </a:extLst>
          </p:cNvPr>
          <p:cNvSpPr>
            <a:spLocks noGrp="1"/>
          </p:cNvSpPr>
          <p:nvPr>
            <p:ph type="title"/>
          </p:nvPr>
        </p:nvSpPr>
        <p:spPr/>
        <p:txBody>
          <a:bodyPr/>
          <a:lstStyle/>
          <a:p>
            <a:r>
              <a:rPr lang="en-ZA" dirty="0"/>
              <a:t>Bubble Sort</a:t>
            </a:r>
          </a:p>
        </p:txBody>
      </p:sp>
      <p:sp>
        <p:nvSpPr>
          <p:cNvPr id="3" name="Content Placeholder 2">
            <a:extLst>
              <a:ext uri="{FF2B5EF4-FFF2-40B4-BE49-F238E27FC236}">
                <a16:creationId xmlns:a16="http://schemas.microsoft.com/office/drawing/2014/main" id="{A4E05783-DB6A-B880-3ECB-D9D83B185FF2}"/>
              </a:ext>
            </a:extLst>
          </p:cNvPr>
          <p:cNvSpPr>
            <a:spLocks noGrp="1"/>
          </p:cNvSpPr>
          <p:nvPr>
            <p:ph idx="1"/>
          </p:nvPr>
        </p:nvSpPr>
        <p:spPr/>
        <p:txBody>
          <a:bodyPr/>
          <a:lstStyle/>
          <a:p>
            <a:r>
              <a:rPr lang="en-ZA" dirty="0"/>
              <a:t>If we are sorting n numbers, then we have to do (n-1) comparisons in each pass.</a:t>
            </a:r>
          </a:p>
          <a:p>
            <a:r>
              <a:rPr lang="en-ZA" dirty="0"/>
              <a:t>And, we have to do (n-1) passes.</a:t>
            </a:r>
          </a:p>
          <a:p>
            <a:r>
              <a:rPr lang="en-ZA" dirty="0"/>
              <a:t>Therefore in total, we have to do (n-1)(n-1) comparisons in order to complete a bubble sort.</a:t>
            </a:r>
          </a:p>
          <a:p>
            <a:endParaRPr lang="en-ZA" dirty="0"/>
          </a:p>
        </p:txBody>
      </p:sp>
      <p:sp>
        <p:nvSpPr>
          <p:cNvPr id="4" name="Slide Number Placeholder 3">
            <a:extLst>
              <a:ext uri="{FF2B5EF4-FFF2-40B4-BE49-F238E27FC236}">
                <a16:creationId xmlns:a16="http://schemas.microsoft.com/office/drawing/2014/main" id="{02987103-D875-6074-4805-E9A6D1FEB5F9}"/>
              </a:ext>
            </a:extLst>
          </p:cNvPr>
          <p:cNvSpPr>
            <a:spLocks noGrp="1"/>
          </p:cNvSpPr>
          <p:nvPr>
            <p:ph type="sldNum" sz="quarter" idx="12"/>
          </p:nvPr>
        </p:nvSpPr>
        <p:spPr/>
        <p:txBody>
          <a:bodyPr/>
          <a:lstStyle/>
          <a:p>
            <a:fld id="{AD2B2EE5-B8BC-4D24-A25E-F2DF61737E68}" type="slidenum">
              <a:rPr lang="en-US" smtClean="0"/>
              <a:pPr/>
              <a:t>4</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91C1ECD-F299-A800-2051-973972C95555}"/>
                  </a:ext>
                </a:extLst>
              </p14:cNvPr>
              <p14:cNvContentPartPr/>
              <p14:nvPr/>
            </p14:nvContentPartPr>
            <p14:xfrm>
              <a:off x="3242013" y="1222640"/>
              <a:ext cx="33480" cy="16560"/>
            </p14:xfrm>
          </p:contentPart>
        </mc:Choice>
        <mc:Fallback xmlns="">
          <p:pic>
            <p:nvPicPr>
              <p:cNvPr id="5" name="Ink 4">
                <a:extLst>
                  <a:ext uri="{FF2B5EF4-FFF2-40B4-BE49-F238E27FC236}">
                    <a16:creationId xmlns:a16="http://schemas.microsoft.com/office/drawing/2014/main" id="{B91C1ECD-F299-A800-2051-973972C95555}"/>
                  </a:ext>
                </a:extLst>
              </p:cNvPr>
              <p:cNvPicPr/>
              <p:nvPr/>
            </p:nvPicPr>
            <p:blipFill>
              <a:blip r:embed="rId3"/>
              <a:stretch>
                <a:fillRect/>
              </a:stretch>
            </p:blipFill>
            <p:spPr>
              <a:xfrm>
                <a:off x="3237693" y="1218320"/>
                <a:ext cx="42120" cy="25200"/>
              </a:xfrm>
              <a:prstGeom prst="rect">
                <a:avLst/>
              </a:prstGeom>
            </p:spPr>
          </p:pic>
        </mc:Fallback>
      </mc:AlternateContent>
      <p:grpSp>
        <p:nvGrpSpPr>
          <p:cNvPr id="17" name="Group 16">
            <a:extLst>
              <a:ext uri="{FF2B5EF4-FFF2-40B4-BE49-F238E27FC236}">
                <a16:creationId xmlns:a16="http://schemas.microsoft.com/office/drawing/2014/main" id="{242E4671-6FE6-B7DA-056A-501CA0FED6D4}"/>
              </a:ext>
            </a:extLst>
          </p:cNvPr>
          <p:cNvGrpSpPr/>
          <p:nvPr/>
        </p:nvGrpSpPr>
        <p:grpSpPr>
          <a:xfrm>
            <a:off x="1963960" y="4923270"/>
            <a:ext cx="1767600" cy="408600"/>
            <a:chOff x="1963960" y="4923270"/>
            <a:chExt cx="1767600" cy="4086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64CDF1E-F810-116F-4015-2EB0FDAA2C45}"/>
                    </a:ext>
                  </a:extLst>
                </p14:cNvPr>
                <p14:cNvContentPartPr/>
                <p14:nvPr/>
              </p14:nvContentPartPr>
              <p14:xfrm>
                <a:off x="2109760" y="5028750"/>
                <a:ext cx="153720" cy="145440"/>
              </p14:xfrm>
            </p:contentPart>
          </mc:Choice>
          <mc:Fallback xmlns="">
            <p:pic>
              <p:nvPicPr>
                <p:cNvPr id="6" name="Ink 5">
                  <a:extLst>
                    <a:ext uri="{FF2B5EF4-FFF2-40B4-BE49-F238E27FC236}">
                      <a16:creationId xmlns:a16="http://schemas.microsoft.com/office/drawing/2014/main" id="{764CDF1E-F810-116F-4015-2EB0FDAA2C45}"/>
                    </a:ext>
                  </a:extLst>
                </p:cNvPr>
                <p:cNvPicPr/>
                <p:nvPr/>
              </p:nvPicPr>
              <p:blipFill>
                <a:blip r:embed="rId5"/>
                <a:stretch>
                  <a:fillRect/>
                </a:stretch>
              </p:blipFill>
              <p:spPr>
                <a:xfrm>
                  <a:off x="2105440" y="5024430"/>
                  <a:ext cx="1623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8993D1D-2AE9-85FD-B581-3F642F4057E2}"/>
                    </a:ext>
                  </a:extLst>
                </p14:cNvPr>
                <p14:cNvContentPartPr/>
                <p14:nvPr/>
              </p14:nvContentPartPr>
              <p14:xfrm>
                <a:off x="2364280" y="5097150"/>
                <a:ext cx="107280" cy="16200"/>
              </p14:xfrm>
            </p:contentPart>
          </mc:Choice>
          <mc:Fallback xmlns="">
            <p:pic>
              <p:nvPicPr>
                <p:cNvPr id="7" name="Ink 6">
                  <a:extLst>
                    <a:ext uri="{FF2B5EF4-FFF2-40B4-BE49-F238E27FC236}">
                      <a16:creationId xmlns:a16="http://schemas.microsoft.com/office/drawing/2014/main" id="{58993D1D-2AE9-85FD-B581-3F642F4057E2}"/>
                    </a:ext>
                  </a:extLst>
                </p:cNvPr>
                <p:cNvPicPr/>
                <p:nvPr/>
              </p:nvPicPr>
              <p:blipFill>
                <a:blip r:embed="rId7"/>
                <a:stretch>
                  <a:fillRect/>
                </a:stretch>
              </p:blipFill>
              <p:spPr>
                <a:xfrm>
                  <a:off x="2359960" y="5092830"/>
                  <a:ext cx="1159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0272E0C-C4F3-C18D-EB0F-FF34301B44C0}"/>
                    </a:ext>
                  </a:extLst>
                </p14:cNvPr>
                <p14:cNvContentPartPr/>
                <p14:nvPr/>
              </p14:nvContentPartPr>
              <p14:xfrm>
                <a:off x="2601520" y="5040270"/>
                <a:ext cx="16560" cy="115200"/>
              </p14:xfrm>
            </p:contentPart>
          </mc:Choice>
          <mc:Fallback xmlns="">
            <p:pic>
              <p:nvPicPr>
                <p:cNvPr id="8" name="Ink 7">
                  <a:extLst>
                    <a:ext uri="{FF2B5EF4-FFF2-40B4-BE49-F238E27FC236}">
                      <a16:creationId xmlns:a16="http://schemas.microsoft.com/office/drawing/2014/main" id="{40272E0C-C4F3-C18D-EB0F-FF34301B44C0}"/>
                    </a:ext>
                  </a:extLst>
                </p:cNvPr>
                <p:cNvPicPr/>
                <p:nvPr/>
              </p:nvPicPr>
              <p:blipFill>
                <a:blip r:embed="rId9"/>
                <a:stretch>
                  <a:fillRect/>
                </a:stretch>
              </p:blipFill>
              <p:spPr>
                <a:xfrm>
                  <a:off x="2597200" y="5035950"/>
                  <a:ext cx="252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A87B5937-87F6-59BB-8DA7-4B8BEC137D5B}"/>
                    </a:ext>
                  </a:extLst>
                </p14:cNvPr>
                <p14:cNvContentPartPr/>
                <p14:nvPr/>
              </p14:nvContentPartPr>
              <p14:xfrm>
                <a:off x="2697640" y="4977630"/>
                <a:ext cx="112320" cy="308160"/>
              </p14:xfrm>
            </p:contentPart>
          </mc:Choice>
          <mc:Fallback xmlns="">
            <p:pic>
              <p:nvPicPr>
                <p:cNvPr id="9" name="Ink 8">
                  <a:extLst>
                    <a:ext uri="{FF2B5EF4-FFF2-40B4-BE49-F238E27FC236}">
                      <a16:creationId xmlns:a16="http://schemas.microsoft.com/office/drawing/2014/main" id="{A87B5937-87F6-59BB-8DA7-4B8BEC137D5B}"/>
                    </a:ext>
                  </a:extLst>
                </p:cNvPr>
                <p:cNvPicPr/>
                <p:nvPr/>
              </p:nvPicPr>
              <p:blipFill>
                <a:blip r:embed="rId11"/>
                <a:stretch>
                  <a:fillRect/>
                </a:stretch>
              </p:blipFill>
              <p:spPr>
                <a:xfrm>
                  <a:off x="2693320" y="4973310"/>
                  <a:ext cx="12096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61DEAD2-407D-0A48-A9AF-1E680D0693F4}"/>
                    </a:ext>
                  </a:extLst>
                </p14:cNvPr>
                <p14:cNvContentPartPr/>
                <p14:nvPr/>
              </p14:nvContentPartPr>
              <p14:xfrm>
                <a:off x="1963960" y="4953510"/>
                <a:ext cx="179280" cy="346320"/>
              </p14:xfrm>
            </p:contentPart>
          </mc:Choice>
          <mc:Fallback xmlns="">
            <p:pic>
              <p:nvPicPr>
                <p:cNvPr id="10" name="Ink 9">
                  <a:extLst>
                    <a:ext uri="{FF2B5EF4-FFF2-40B4-BE49-F238E27FC236}">
                      <a16:creationId xmlns:a16="http://schemas.microsoft.com/office/drawing/2014/main" id="{A61DEAD2-407D-0A48-A9AF-1E680D0693F4}"/>
                    </a:ext>
                  </a:extLst>
                </p:cNvPr>
                <p:cNvPicPr/>
                <p:nvPr/>
              </p:nvPicPr>
              <p:blipFill>
                <a:blip r:embed="rId13"/>
                <a:stretch>
                  <a:fillRect/>
                </a:stretch>
              </p:blipFill>
              <p:spPr>
                <a:xfrm>
                  <a:off x="1959640" y="4949190"/>
                  <a:ext cx="18792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B98EF2C-3C7A-E44B-35FF-5EDF1EB4806E}"/>
                    </a:ext>
                  </a:extLst>
                </p14:cNvPr>
                <p14:cNvContentPartPr/>
                <p14:nvPr/>
              </p14:nvContentPartPr>
              <p14:xfrm>
                <a:off x="2892040" y="4923270"/>
                <a:ext cx="123120" cy="347760"/>
              </p14:xfrm>
            </p:contentPart>
          </mc:Choice>
          <mc:Fallback xmlns="">
            <p:pic>
              <p:nvPicPr>
                <p:cNvPr id="11" name="Ink 10">
                  <a:extLst>
                    <a:ext uri="{FF2B5EF4-FFF2-40B4-BE49-F238E27FC236}">
                      <a16:creationId xmlns:a16="http://schemas.microsoft.com/office/drawing/2014/main" id="{9B98EF2C-3C7A-E44B-35FF-5EDF1EB4806E}"/>
                    </a:ext>
                  </a:extLst>
                </p:cNvPr>
                <p:cNvPicPr/>
                <p:nvPr/>
              </p:nvPicPr>
              <p:blipFill>
                <a:blip r:embed="rId15"/>
                <a:stretch>
                  <a:fillRect/>
                </a:stretch>
              </p:blipFill>
              <p:spPr>
                <a:xfrm>
                  <a:off x="2887720" y="4918950"/>
                  <a:ext cx="13176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F1D762B-1E78-5309-0DE4-5787D5B59769}"/>
                    </a:ext>
                  </a:extLst>
                </p14:cNvPr>
                <p14:cNvContentPartPr/>
                <p14:nvPr/>
              </p14:nvContentPartPr>
              <p14:xfrm>
                <a:off x="3030640" y="5089230"/>
                <a:ext cx="138960" cy="110160"/>
              </p14:xfrm>
            </p:contentPart>
          </mc:Choice>
          <mc:Fallback xmlns="">
            <p:pic>
              <p:nvPicPr>
                <p:cNvPr id="12" name="Ink 11">
                  <a:extLst>
                    <a:ext uri="{FF2B5EF4-FFF2-40B4-BE49-F238E27FC236}">
                      <a16:creationId xmlns:a16="http://schemas.microsoft.com/office/drawing/2014/main" id="{5F1D762B-1E78-5309-0DE4-5787D5B59769}"/>
                    </a:ext>
                  </a:extLst>
                </p:cNvPr>
                <p:cNvPicPr/>
                <p:nvPr/>
              </p:nvPicPr>
              <p:blipFill>
                <a:blip r:embed="rId17"/>
                <a:stretch>
                  <a:fillRect/>
                </a:stretch>
              </p:blipFill>
              <p:spPr>
                <a:xfrm>
                  <a:off x="3026320" y="5084910"/>
                  <a:ext cx="147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312D6C00-EF82-0CB8-CC63-6FC21BC640B1}"/>
                    </a:ext>
                  </a:extLst>
                </p14:cNvPr>
                <p14:cNvContentPartPr/>
                <p14:nvPr/>
              </p14:nvContentPartPr>
              <p14:xfrm>
                <a:off x="3280840" y="5093910"/>
                <a:ext cx="119160" cy="32040"/>
              </p14:xfrm>
            </p:contentPart>
          </mc:Choice>
          <mc:Fallback xmlns="">
            <p:pic>
              <p:nvPicPr>
                <p:cNvPr id="13" name="Ink 12">
                  <a:extLst>
                    <a:ext uri="{FF2B5EF4-FFF2-40B4-BE49-F238E27FC236}">
                      <a16:creationId xmlns:a16="http://schemas.microsoft.com/office/drawing/2014/main" id="{312D6C00-EF82-0CB8-CC63-6FC21BC640B1}"/>
                    </a:ext>
                  </a:extLst>
                </p:cNvPr>
                <p:cNvPicPr/>
                <p:nvPr/>
              </p:nvPicPr>
              <p:blipFill>
                <a:blip r:embed="rId19"/>
                <a:stretch>
                  <a:fillRect/>
                </a:stretch>
              </p:blipFill>
              <p:spPr>
                <a:xfrm>
                  <a:off x="3276520" y="5089590"/>
                  <a:ext cx="1278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854293D9-D4F6-ED3B-4CA6-937944D54E74}"/>
                    </a:ext>
                  </a:extLst>
                </p14:cNvPr>
                <p14:cNvContentPartPr/>
                <p14:nvPr/>
              </p14:nvContentPartPr>
              <p14:xfrm>
                <a:off x="3491080" y="5048550"/>
                <a:ext cx="40320" cy="133200"/>
              </p14:xfrm>
            </p:contentPart>
          </mc:Choice>
          <mc:Fallback xmlns="">
            <p:pic>
              <p:nvPicPr>
                <p:cNvPr id="14" name="Ink 13">
                  <a:extLst>
                    <a:ext uri="{FF2B5EF4-FFF2-40B4-BE49-F238E27FC236}">
                      <a16:creationId xmlns:a16="http://schemas.microsoft.com/office/drawing/2014/main" id="{854293D9-D4F6-ED3B-4CA6-937944D54E74}"/>
                    </a:ext>
                  </a:extLst>
                </p:cNvPr>
                <p:cNvPicPr/>
                <p:nvPr/>
              </p:nvPicPr>
              <p:blipFill>
                <a:blip r:embed="rId21"/>
                <a:stretch>
                  <a:fillRect/>
                </a:stretch>
              </p:blipFill>
              <p:spPr>
                <a:xfrm>
                  <a:off x="3486760" y="5044230"/>
                  <a:ext cx="489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72A21C5A-35BB-7C90-9355-7CBE6940AFEC}"/>
                    </a:ext>
                  </a:extLst>
                </p14:cNvPr>
                <p14:cNvContentPartPr/>
                <p14:nvPr/>
              </p14:nvContentPartPr>
              <p14:xfrm>
                <a:off x="3611320" y="4936590"/>
                <a:ext cx="120240" cy="395280"/>
              </p14:xfrm>
            </p:contentPart>
          </mc:Choice>
          <mc:Fallback xmlns="">
            <p:pic>
              <p:nvPicPr>
                <p:cNvPr id="16" name="Ink 15">
                  <a:extLst>
                    <a:ext uri="{FF2B5EF4-FFF2-40B4-BE49-F238E27FC236}">
                      <a16:creationId xmlns:a16="http://schemas.microsoft.com/office/drawing/2014/main" id="{72A21C5A-35BB-7C90-9355-7CBE6940AFEC}"/>
                    </a:ext>
                  </a:extLst>
                </p:cNvPr>
                <p:cNvPicPr/>
                <p:nvPr/>
              </p:nvPicPr>
              <p:blipFill>
                <a:blip r:embed="rId23"/>
                <a:stretch>
                  <a:fillRect/>
                </a:stretch>
              </p:blipFill>
              <p:spPr>
                <a:xfrm>
                  <a:off x="3607000" y="4932270"/>
                  <a:ext cx="128880" cy="403920"/>
                </a:xfrm>
                <a:prstGeom prst="rect">
                  <a:avLst/>
                </a:prstGeom>
              </p:spPr>
            </p:pic>
          </mc:Fallback>
        </mc:AlternateContent>
      </p:grpSp>
      <p:grpSp>
        <p:nvGrpSpPr>
          <p:cNvPr id="20" name="Group 19">
            <a:extLst>
              <a:ext uri="{FF2B5EF4-FFF2-40B4-BE49-F238E27FC236}">
                <a16:creationId xmlns:a16="http://schemas.microsoft.com/office/drawing/2014/main" id="{77CCEAAA-775C-555A-F0B5-9703CADA4ED9}"/>
              </a:ext>
            </a:extLst>
          </p:cNvPr>
          <p:cNvGrpSpPr/>
          <p:nvPr/>
        </p:nvGrpSpPr>
        <p:grpSpPr>
          <a:xfrm>
            <a:off x="3944320" y="5085270"/>
            <a:ext cx="173520" cy="76320"/>
            <a:chOff x="3944320" y="5085270"/>
            <a:chExt cx="173520" cy="76320"/>
          </a:xfrm>
        </p:grpSpPr>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8FE61C52-5906-86B6-A90A-D6868E13DF51}"/>
                    </a:ext>
                  </a:extLst>
                </p14:cNvPr>
                <p14:cNvContentPartPr/>
                <p14:nvPr/>
              </p14:nvContentPartPr>
              <p14:xfrm>
                <a:off x="3944320" y="5085270"/>
                <a:ext cx="152640" cy="11160"/>
              </p14:xfrm>
            </p:contentPart>
          </mc:Choice>
          <mc:Fallback xmlns="">
            <p:pic>
              <p:nvPicPr>
                <p:cNvPr id="18" name="Ink 17">
                  <a:extLst>
                    <a:ext uri="{FF2B5EF4-FFF2-40B4-BE49-F238E27FC236}">
                      <a16:creationId xmlns:a16="http://schemas.microsoft.com/office/drawing/2014/main" id="{8FE61C52-5906-86B6-A90A-D6868E13DF51}"/>
                    </a:ext>
                  </a:extLst>
                </p:cNvPr>
                <p:cNvPicPr/>
                <p:nvPr/>
              </p:nvPicPr>
              <p:blipFill>
                <a:blip r:embed="rId25"/>
                <a:stretch>
                  <a:fillRect/>
                </a:stretch>
              </p:blipFill>
              <p:spPr>
                <a:xfrm>
                  <a:off x="3940000" y="5080950"/>
                  <a:ext cx="1612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21FBB44B-0AB8-A987-E0CE-A2460498D28E}"/>
                    </a:ext>
                  </a:extLst>
                </p14:cNvPr>
                <p14:cNvContentPartPr/>
                <p14:nvPr/>
              </p14:nvContentPartPr>
              <p14:xfrm>
                <a:off x="3966640" y="5144670"/>
                <a:ext cx="151200" cy="16920"/>
              </p14:xfrm>
            </p:contentPart>
          </mc:Choice>
          <mc:Fallback xmlns="">
            <p:pic>
              <p:nvPicPr>
                <p:cNvPr id="19" name="Ink 18">
                  <a:extLst>
                    <a:ext uri="{FF2B5EF4-FFF2-40B4-BE49-F238E27FC236}">
                      <a16:creationId xmlns:a16="http://schemas.microsoft.com/office/drawing/2014/main" id="{21FBB44B-0AB8-A987-E0CE-A2460498D28E}"/>
                    </a:ext>
                  </a:extLst>
                </p:cNvPr>
                <p:cNvPicPr/>
                <p:nvPr/>
              </p:nvPicPr>
              <p:blipFill>
                <a:blip r:embed="rId27"/>
                <a:stretch>
                  <a:fillRect/>
                </a:stretch>
              </p:blipFill>
              <p:spPr>
                <a:xfrm>
                  <a:off x="3962320" y="5140350"/>
                  <a:ext cx="159840" cy="25560"/>
                </a:xfrm>
                <a:prstGeom prst="rect">
                  <a:avLst/>
                </a:prstGeom>
              </p:spPr>
            </p:pic>
          </mc:Fallback>
        </mc:AlternateContent>
      </p:grpSp>
      <p:grpSp>
        <p:nvGrpSpPr>
          <p:cNvPr id="23" name="Group 22">
            <a:extLst>
              <a:ext uri="{FF2B5EF4-FFF2-40B4-BE49-F238E27FC236}">
                <a16:creationId xmlns:a16="http://schemas.microsoft.com/office/drawing/2014/main" id="{46F0E20B-E319-7752-CA9A-C64F8DA493A9}"/>
              </a:ext>
            </a:extLst>
          </p:cNvPr>
          <p:cNvGrpSpPr/>
          <p:nvPr/>
        </p:nvGrpSpPr>
        <p:grpSpPr>
          <a:xfrm>
            <a:off x="4344280" y="4903830"/>
            <a:ext cx="285840" cy="304920"/>
            <a:chOff x="4344280" y="4903830"/>
            <a:chExt cx="285840" cy="304920"/>
          </a:xfrm>
        </p:grpSpPr>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25A1E4BC-5325-C3B3-28A3-FB5D5B991597}"/>
                    </a:ext>
                  </a:extLst>
                </p14:cNvPr>
                <p14:cNvContentPartPr/>
                <p14:nvPr/>
              </p14:nvContentPartPr>
              <p14:xfrm>
                <a:off x="4344280" y="5030190"/>
                <a:ext cx="222480" cy="178560"/>
              </p14:xfrm>
            </p:contentPart>
          </mc:Choice>
          <mc:Fallback xmlns="">
            <p:pic>
              <p:nvPicPr>
                <p:cNvPr id="21" name="Ink 20">
                  <a:extLst>
                    <a:ext uri="{FF2B5EF4-FFF2-40B4-BE49-F238E27FC236}">
                      <a16:creationId xmlns:a16="http://schemas.microsoft.com/office/drawing/2014/main" id="{25A1E4BC-5325-C3B3-28A3-FB5D5B991597}"/>
                    </a:ext>
                  </a:extLst>
                </p:cNvPr>
                <p:cNvPicPr/>
                <p:nvPr/>
              </p:nvPicPr>
              <p:blipFill>
                <a:blip r:embed="rId29"/>
                <a:stretch>
                  <a:fillRect/>
                </a:stretch>
              </p:blipFill>
              <p:spPr>
                <a:xfrm>
                  <a:off x="4339960" y="5025870"/>
                  <a:ext cx="2311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3764E3AA-94F3-47D9-F738-814A8A50132D}"/>
                    </a:ext>
                  </a:extLst>
                </p14:cNvPr>
                <p14:cNvContentPartPr/>
                <p14:nvPr/>
              </p14:nvContentPartPr>
              <p14:xfrm>
                <a:off x="4549840" y="4903830"/>
                <a:ext cx="80280" cy="115200"/>
              </p14:xfrm>
            </p:contentPart>
          </mc:Choice>
          <mc:Fallback xmlns="">
            <p:pic>
              <p:nvPicPr>
                <p:cNvPr id="22" name="Ink 21">
                  <a:extLst>
                    <a:ext uri="{FF2B5EF4-FFF2-40B4-BE49-F238E27FC236}">
                      <a16:creationId xmlns:a16="http://schemas.microsoft.com/office/drawing/2014/main" id="{3764E3AA-94F3-47D9-F738-814A8A50132D}"/>
                    </a:ext>
                  </a:extLst>
                </p:cNvPr>
                <p:cNvPicPr/>
                <p:nvPr/>
              </p:nvPicPr>
              <p:blipFill>
                <a:blip r:embed="rId31"/>
                <a:stretch>
                  <a:fillRect/>
                </a:stretch>
              </p:blipFill>
              <p:spPr>
                <a:xfrm>
                  <a:off x="4545520" y="4899510"/>
                  <a:ext cx="88920" cy="12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B84C7DDD-D77E-B34A-6E41-79BD136CBB02}"/>
                  </a:ext>
                </a:extLst>
              </p14:cNvPr>
              <p14:cNvContentPartPr/>
              <p14:nvPr/>
            </p14:nvContentPartPr>
            <p14:xfrm>
              <a:off x="4771960" y="5162310"/>
              <a:ext cx="267840" cy="30600"/>
            </p14:xfrm>
          </p:contentPart>
        </mc:Choice>
        <mc:Fallback xmlns="">
          <p:pic>
            <p:nvPicPr>
              <p:cNvPr id="24" name="Ink 23">
                <a:extLst>
                  <a:ext uri="{FF2B5EF4-FFF2-40B4-BE49-F238E27FC236}">
                    <a16:creationId xmlns:a16="http://schemas.microsoft.com/office/drawing/2014/main" id="{B84C7DDD-D77E-B34A-6E41-79BD136CBB02}"/>
                  </a:ext>
                </a:extLst>
              </p:cNvPr>
              <p:cNvPicPr/>
              <p:nvPr/>
            </p:nvPicPr>
            <p:blipFill>
              <a:blip r:embed="rId33"/>
              <a:stretch>
                <a:fillRect/>
              </a:stretch>
            </p:blipFill>
            <p:spPr>
              <a:xfrm>
                <a:off x="4767640" y="5157990"/>
                <a:ext cx="2764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D6793C72-E395-53D3-66A9-93D2340E5165}"/>
                  </a:ext>
                </a:extLst>
              </p14:cNvPr>
              <p14:cNvContentPartPr/>
              <p14:nvPr/>
            </p14:nvContentPartPr>
            <p14:xfrm>
              <a:off x="5229160" y="5098950"/>
              <a:ext cx="161280" cy="126720"/>
            </p14:xfrm>
          </p:contentPart>
        </mc:Choice>
        <mc:Fallback xmlns="">
          <p:pic>
            <p:nvPicPr>
              <p:cNvPr id="25" name="Ink 24">
                <a:extLst>
                  <a:ext uri="{FF2B5EF4-FFF2-40B4-BE49-F238E27FC236}">
                    <a16:creationId xmlns:a16="http://schemas.microsoft.com/office/drawing/2014/main" id="{D6793C72-E395-53D3-66A9-93D2340E5165}"/>
                  </a:ext>
                </a:extLst>
              </p:cNvPr>
              <p:cNvPicPr/>
              <p:nvPr/>
            </p:nvPicPr>
            <p:blipFill>
              <a:blip r:embed="rId35"/>
              <a:stretch>
                <a:fillRect/>
              </a:stretch>
            </p:blipFill>
            <p:spPr>
              <a:xfrm>
                <a:off x="5224840" y="5094630"/>
                <a:ext cx="169920" cy="135360"/>
              </a:xfrm>
              <a:prstGeom prst="rect">
                <a:avLst/>
              </a:prstGeom>
            </p:spPr>
          </p:pic>
        </mc:Fallback>
      </mc:AlternateContent>
      <p:grpSp>
        <p:nvGrpSpPr>
          <p:cNvPr id="41" name="Group 40">
            <a:extLst>
              <a:ext uri="{FF2B5EF4-FFF2-40B4-BE49-F238E27FC236}">
                <a16:creationId xmlns:a16="http://schemas.microsoft.com/office/drawing/2014/main" id="{51679FCC-F5EA-3E8E-8D40-31AB7A043715}"/>
              </a:ext>
            </a:extLst>
          </p:cNvPr>
          <p:cNvGrpSpPr/>
          <p:nvPr/>
        </p:nvGrpSpPr>
        <p:grpSpPr>
          <a:xfrm>
            <a:off x="5706160" y="5097150"/>
            <a:ext cx="561240" cy="124920"/>
            <a:chOff x="5706160" y="5097150"/>
            <a:chExt cx="561240" cy="124920"/>
          </a:xfrm>
        </p:grpSpPr>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E0857088-A946-F996-1E38-DB199804FF23}"/>
                    </a:ext>
                  </a:extLst>
                </p14:cNvPr>
                <p14:cNvContentPartPr/>
                <p14:nvPr/>
              </p14:nvContentPartPr>
              <p14:xfrm>
                <a:off x="5706160" y="5133150"/>
                <a:ext cx="250560" cy="28440"/>
              </p14:xfrm>
            </p:contentPart>
          </mc:Choice>
          <mc:Fallback xmlns="">
            <p:pic>
              <p:nvPicPr>
                <p:cNvPr id="26" name="Ink 25">
                  <a:extLst>
                    <a:ext uri="{FF2B5EF4-FFF2-40B4-BE49-F238E27FC236}">
                      <a16:creationId xmlns:a16="http://schemas.microsoft.com/office/drawing/2014/main" id="{E0857088-A946-F996-1E38-DB199804FF23}"/>
                    </a:ext>
                  </a:extLst>
                </p:cNvPr>
                <p:cNvPicPr/>
                <p:nvPr/>
              </p:nvPicPr>
              <p:blipFill>
                <a:blip r:embed="rId37"/>
                <a:stretch>
                  <a:fillRect/>
                </a:stretch>
              </p:blipFill>
              <p:spPr>
                <a:xfrm>
                  <a:off x="5701840" y="5128830"/>
                  <a:ext cx="2592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07EC5B06-183F-4B6E-CD53-C836EA75F0BB}"/>
                    </a:ext>
                  </a:extLst>
                </p14:cNvPr>
                <p14:cNvContentPartPr/>
                <p14:nvPr/>
              </p14:nvContentPartPr>
              <p14:xfrm>
                <a:off x="6112960" y="5097150"/>
                <a:ext cx="154440" cy="124920"/>
              </p14:xfrm>
            </p:contentPart>
          </mc:Choice>
          <mc:Fallback xmlns="">
            <p:pic>
              <p:nvPicPr>
                <p:cNvPr id="27" name="Ink 26">
                  <a:extLst>
                    <a:ext uri="{FF2B5EF4-FFF2-40B4-BE49-F238E27FC236}">
                      <a16:creationId xmlns:a16="http://schemas.microsoft.com/office/drawing/2014/main" id="{07EC5B06-183F-4B6E-CD53-C836EA75F0BB}"/>
                    </a:ext>
                  </a:extLst>
                </p:cNvPr>
                <p:cNvPicPr/>
                <p:nvPr/>
              </p:nvPicPr>
              <p:blipFill>
                <a:blip r:embed="rId39"/>
                <a:stretch>
                  <a:fillRect/>
                </a:stretch>
              </p:blipFill>
              <p:spPr>
                <a:xfrm>
                  <a:off x="6108640" y="5092830"/>
                  <a:ext cx="163080" cy="133560"/>
                </a:xfrm>
                <a:prstGeom prst="rect">
                  <a:avLst/>
                </a:prstGeom>
              </p:spPr>
            </p:pic>
          </mc:Fallback>
        </mc:AlternateContent>
      </p:grpSp>
      <p:grpSp>
        <p:nvGrpSpPr>
          <p:cNvPr id="40" name="Group 39">
            <a:extLst>
              <a:ext uri="{FF2B5EF4-FFF2-40B4-BE49-F238E27FC236}">
                <a16:creationId xmlns:a16="http://schemas.microsoft.com/office/drawing/2014/main" id="{D1732B89-113E-FC91-464E-B5156E9C3DFE}"/>
              </a:ext>
            </a:extLst>
          </p:cNvPr>
          <p:cNvGrpSpPr/>
          <p:nvPr/>
        </p:nvGrpSpPr>
        <p:grpSpPr>
          <a:xfrm>
            <a:off x="6617320" y="5078790"/>
            <a:ext cx="111960" cy="111960"/>
            <a:chOff x="6617320" y="5078790"/>
            <a:chExt cx="111960" cy="111960"/>
          </a:xfrm>
        </p:grpSpPr>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FF623BEF-5797-0B42-5E2A-C0B7CEB32737}"/>
                    </a:ext>
                  </a:extLst>
                </p14:cNvPr>
                <p14:cNvContentPartPr/>
                <p14:nvPr/>
              </p14:nvContentPartPr>
              <p14:xfrm>
                <a:off x="6623800" y="5078790"/>
                <a:ext cx="19440" cy="111960"/>
              </p14:xfrm>
            </p:contentPart>
          </mc:Choice>
          <mc:Fallback xmlns="">
            <p:pic>
              <p:nvPicPr>
                <p:cNvPr id="28" name="Ink 27">
                  <a:extLst>
                    <a:ext uri="{FF2B5EF4-FFF2-40B4-BE49-F238E27FC236}">
                      <a16:creationId xmlns:a16="http://schemas.microsoft.com/office/drawing/2014/main" id="{FF623BEF-5797-0B42-5E2A-C0B7CEB32737}"/>
                    </a:ext>
                  </a:extLst>
                </p:cNvPr>
                <p:cNvPicPr/>
                <p:nvPr/>
              </p:nvPicPr>
              <p:blipFill>
                <a:blip r:embed="rId41"/>
                <a:stretch>
                  <a:fillRect/>
                </a:stretch>
              </p:blipFill>
              <p:spPr>
                <a:xfrm>
                  <a:off x="6619480" y="5074470"/>
                  <a:ext cx="280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7681DCEC-4450-CCBD-2770-C44003687119}"/>
                    </a:ext>
                  </a:extLst>
                </p14:cNvPr>
                <p14:cNvContentPartPr/>
                <p14:nvPr/>
              </p14:nvContentPartPr>
              <p14:xfrm>
                <a:off x="6617320" y="5107590"/>
                <a:ext cx="111960" cy="17280"/>
              </p14:xfrm>
            </p:contentPart>
          </mc:Choice>
          <mc:Fallback xmlns="">
            <p:pic>
              <p:nvPicPr>
                <p:cNvPr id="29" name="Ink 28">
                  <a:extLst>
                    <a:ext uri="{FF2B5EF4-FFF2-40B4-BE49-F238E27FC236}">
                      <a16:creationId xmlns:a16="http://schemas.microsoft.com/office/drawing/2014/main" id="{7681DCEC-4450-CCBD-2770-C44003687119}"/>
                    </a:ext>
                  </a:extLst>
                </p:cNvPr>
                <p:cNvPicPr/>
                <p:nvPr/>
              </p:nvPicPr>
              <p:blipFill>
                <a:blip r:embed="rId43"/>
                <a:stretch>
                  <a:fillRect/>
                </a:stretch>
              </p:blipFill>
              <p:spPr>
                <a:xfrm>
                  <a:off x="6613000" y="5103270"/>
                  <a:ext cx="120600" cy="2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1CA29E32-1F37-41B5-2F47-3D0DED0D2223}"/>
                  </a:ext>
                </a:extLst>
              </p14:cNvPr>
              <p14:cNvContentPartPr/>
              <p14:nvPr/>
            </p14:nvContentPartPr>
            <p14:xfrm>
              <a:off x="7003240" y="5021910"/>
              <a:ext cx="30600" cy="277560"/>
            </p14:xfrm>
          </p:contentPart>
        </mc:Choice>
        <mc:Fallback xmlns="">
          <p:pic>
            <p:nvPicPr>
              <p:cNvPr id="30" name="Ink 29">
                <a:extLst>
                  <a:ext uri="{FF2B5EF4-FFF2-40B4-BE49-F238E27FC236}">
                    <a16:creationId xmlns:a16="http://schemas.microsoft.com/office/drawing/2014/main" id="{1CA29E32-1F37-41B5-2F47-3D0DED0D2223}"/>
                  </a:ext>
                </a:extLst>
              </p:cNvPr>
              <p:cNvPicPr/>
              <p:nvPr/>
            </p:nvPicPr>
            <p:blipFill>
              <a:blip r:embed="rId45"/>
              <a:stretch>
                <a:fillRect/>
              </a:stretch>
            </p:blipFill>
            <p:spPr>
              <a:xfrm>
                <a:off x="6998920" y="5017590"/>
                <a:ext cx="39240" cy="286200"/>
              </a:xfrm>
              <a:prstGeom prst="rect">
                <a:avLst/>
              </a:prstGeom>
            </p:spPr>
          </p:pic>
        </mc:Fallback>
      </mc:AlternateContent>
      <p:grpSp>
        <p:nvGrpSpPr>
          <p:cNvPr id="39" name="Group 38">
            <a:extLst>
              <a:ext uri="{FF2B5EF4-FFF2-40B4-BE49-F238E27FC236}">
                <a16:creationId xmlns:a16="http://schemas.microsoft.com/office/drawing/2014/main" id="{2EF392E1-D37F-3127-C16D-F16F2FA5A6BE}"/>
              </a:ext>
            </a:extLst>
          </p:cNvPr>
          <p:cNvGrpSpPr/>
          <p:nvPr/>
        </p:nvGrpSpPr>
        <p:grpSpPr>
          <a:xfrm>
            <a:off x="4050880" y="5668110"/>
            <a:ext cx="217800" cy="117360"/>
            <a:chOff x="4050880" y="5668110"/>
            <a:chExt cx="217800" cy="117360"/>
          </a:xfrm>
        </p:grpSpPr>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00F6B9E8-02F8-F1EB-0FEC-7DF169A8F1C2}"/>
                    </a:ext>
                  </a:extLst>
                </p14:cNvPr>
                <p14:cNvContentPartPr/>
                <p14:nvPr/>
              </p14:nvContentPartPr>
              <p14:xfrm>
                <a:off x="4050880" y="5668110"/>
                <a:ext cx="175680" cy="15120"/>
              </p14:xfrm>
            </p:contentPart>
          </mc:Choice>
          <mc:Fallback xmlns="">
            <p:pic>
              <p:nvPicPr>
                <p:cNvPr id="31" name="Ink 30">
                  <a:extLst>
                    <a:ext uri="{FF2B5EF4-FFF2-40B4-BE49-F238E27FC236}">
                      <a16:creationId xmlns:a16="http://schemas.microsoft.com/office/drawing/2014/main" id="{00F6B9E8-02F8-F1EB-0FEC-7DF169A8F1C2}"/>
                    </a:ext>
                  </a:extLst>
                </p:cNvPr>
                <p:cNvPicPr/>
                <p:nvPr/>
              </p:nvPicPr>
              <p:blipFill>
                <a:blip r:embed="rId47"/>
                <a:stretch>
                  <a:fillRect/>
                </a:stretch>
              </p:blipFill>
              <p:spPr>
                <a:xfrm>
                  <a:off x="4046560" y="5663790"/>
                  <a:ext cx="1843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D222B828-86A2-3C04-5277-0286BDC6805C}"/>
                    </a:ext>
                  </a:extLst>
                </p14:cNvPr>
                <p14:cNvContentPartPr/>
                <p14:nvPr/>
              </p14:nvContentPartPr>
              <p14:xfrm>
                <a:off x="4083640" y="5751630"/>
                <a:ext cx="185040" cy="33840"/>
              </p14:xfrm>
            </p:contentPart>
          </mc:Choice>
          <mc:Fallback xmlns="">
            <p:pic>
              <p:nvPicPr>
                <p:cNvPr id="32" name="Ink 31">
                  <a:extLst>
                    <a:ext uri="{FF2B5EF4-FFF2-40B4-BE49-F238E27FC236}">
                      <a16:creationId xmlns:a16="http://schemas.microsoft.com/office/drawing/2014/main" id="{D222B828-86A2-3C04-5277-0286BDC6805C}"/>
                    </a:ext>
                  </a:extLst>
                </p:cNvPr>
                <p:cNvPicPr/>
                <p:nvPr/>
              </p:nvPicPr>
              <p:blipFill>
                <a:blip r:embed="rId49"/>
                <a:stretch>
                  <a:fillRect/>
                </a:stretch>
              </p:blipFill>
              <p:spPr>
                <a:xfrm>
                  <a:off x="4079320" y="5747310"/>
                  <a:ext cx="193680" cy="42480"/>
                </a:xfrm>
                <a:prstGeom prst="rect">
                  <a:avLst/>
                </a:prstGeom>
              </p:spPr>
            </p:pic>
          </mc:Fallback>
        </mc:AlternateContent>
      </p:grpSp>
      <p:grpSp>
        <p:nvGrpSpPr>
          <p:cNvPr id="45" name="Group 44">
            <a:extLst>
              <a:ext uri="{FF2B5EF4-FFF2-40B4-BE49-F238E27FC236}">
                <a16:creationId xmlns:a16="http://schemas.microsoft.com/office/drawing/2014/main" id="{AC45DBC1-D01F-F90B-7ED7-15CE3005A184}"/>
              </a:ext>
            </a:extLst>
          </p:cNvPr>
          <p:cNvGrpSpPr/>
          <p:nvPr/>
        </p:nvGrpSpPr>
        <p:grpSpPr>
          <a:xfrm>
            <a:off x="4569640" y="5474430"/>
            <a:ext cx="1554840" cy="323280"/>
            <a:chOff x="4569640" y="5474430"/>
            <a:chExt cx="1554840" cy="323280"/>
          </a:xfrm>
        </p:grpSpPr>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187F419-D83D-637A-3C21-EB730B28E6BC}"/>
                    </a:ext>
                  </a:extLst>
                </p14:cNvPr>
                <p14:cNvContentPartPr/>
                <p14:nvPr/>
              </p14:nvContentPartPr>
              <p14:xfrm>
                <a:off x="4569640" y="5600790"/>
                <a:ext cx="213840" cy="162000"/>
              </p14:xfrm>
            </p:contentPart>
          </mc:Choice>
          <mc:Fallback xmlns="">
            <p:pic>
              <p:nvPicPr>
                <p:cNvPr id="33" name="Ink 32">
                  <a:extLst>
                    <a:ext uri="{FF2B5EF4-FFF2-40B4-BE49-F238E27FC236}">
                      <a16:creationId xmlns:a16="http://schemas.microsoft.com/office/drawing/2014/main" id="{F187F419-D83D-637A-3C21-EB730B28E6BC}"/>
                    </a:ext>
                  </a:extLst>
                </p:cNvPr>
                <p:cNvPicPr/>
                <p:nvPr/>
              </p:nvPicPr>
              <p:blipFill>
                <a:blip r:embed="rId51"/>
                <a:stretch>
                  <a:fillRect/>
                </a:stretch>
              </p:blipFill>
              <p:spPr>
                <a:xfrm>
                  <a:off x="4565320" y="5596470"/>
                  <a:ext cx="2224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4E29BC6D-CCF0-9F27-F814-E0A23C3F45AA}"/>
                    </a:ext>
                  </a:extLst>
                </p14:cNvPr>
                <p14:cNvContentPartPr/>
                <p14:nvPr/>
              </p14:nvContentPartPr>
              <p14:xfrm>
                <a:off x="4831360" y="5474430"/>
                <a:ext cx="155160" cy="59400"/>
              </p14:xfrm>
            </p:contentPart>
          </mc:Choice>
          <mc:Fallback xmlns="">
            <p:pic>
              <p:nvPicPr>
                <p:cNvPr id="34" name="Ink 33">
                  <a:extLst>
                    <a:ext uri="{FF2B5EF4-FFF2-40B4-BE49-F238E27FC236}">
                      <a16:creationId xmlns:a16="http://schemas.microsoft.com/office/drawing/2014/main" id="{4E29BC6D-CCF0-9F27-F814-E0A23C3F45AA}"/>
                    </a:ext>
                  </a:extLst>
                </p:cNvPr>
                <p:cNvPicPr/>
                <p:nvPr/>
              </p:nvPicPr>
              <p:blipFill>
                <a:blip r:embed="rId53"/>
                <a:stretch>
                  <a:fillRect/>
                </a:stretch>
              </p:blipFill>
              <p:spPr>
                <a:xfrm>
                  <a:off x="4827040" y="5470110"/>
                  <a:ext cx="1638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B202186E-27ED-2FCB-90D8-6BACF7674965}"/>
                    </a:ext>
                  </a:extLst>
                </p14:cNvPr>
                <p14:cNvContentPartPr/>
                <p14:nvPr/>
              </p14:nvContentPartPr>
              <p14:xfrm>
                <a:off x="5065360" y="5690790"/>
                <a:ext cx="189000" cy="23040"/>
              </p14:xfrm>
            </p:contentPart>
          </mc:Choice>
          <mc:Fallback xmlns="">
            <p:pic>
              <p:nvPicPr>
                <p:cNvPr id="35" name="Ink 34">
                  <a:extLst>
                    <a:ext uri="{FF2B5EF4-FFF2-40B4-BE49-F238E27FC236}">
                      <a16:creationId xmlns:a16="http://schemas.microsoft.com/office/drawing/2014/main" id="{B202186E-27ED-2FCB-90D8-6BACF7674965}"/>
                    </a:ext>
                  </a:extLst>
                </p:cNvPr>
                <p:cNvPicPr/>
                <p:nvPr/>
              </p:nvPicPr>
              <p:blipFill>
                <a:blip r:embed="rId55"/>
                <a:stretch>
                  <a:fillRect/>
                </a:stretch>
              </p:blipFill>
              <p:spPr>
                <a:xfrm>
                  <a:off x="5061040" y="5686470"/>
                  <a:ext cx="1976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DA1E1796-E5B9-AE7C-1D4E-07E1F0B2A72E}"/>
                    </a:ext>
                  </a:extLst>
                </p14:cNvPr>
                <p14:cNvContentPartPr/>
                <p14:nvPr/>
              </p14:nvContentPartPr>
              <p14:xfrm>
                <a:off x="5394760" y="5543550"/>
                <a:ext cx="235800" cy="236880"/>
              </p14:xfrm>
            </p:contentPart>
          </mc:Choice>
          <mc:Fallback xmlns="">
            <p:pic>
              <p:nvPicPr>
                <p:cNvPr id="36" name="Ink 35">
                  <a:extLst>
                    <a:ext uri="{FF2B5EF4-FFF2-40B4-BE49-F238E27FC236}">
                      <a16:creationId xmlns:a16="http://schemas.microsoft.com/office/drawing/2014/main" id="{DA1E1796-E5B9-AE7C-1D4E-07E1F0B2A72E}"/>
                    </a:ext>
                  </a:extLst>
                </p:cNvPr>
                <p:cNvPicPr/>
                <p:nvPr/>
              </p:nvPicPr>
              <p:blipFill>
                <a:blip r:embed="rId57"/>
                <a:stretch>
                  <a:fillRect/>
                </a:stretch>
              </p:blipFill>
              <p:spPr>
                <a:xfrm>
                  <a:off x="5390440" y="5539230"/>
                  <a:ext cx="2444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506C277B-3056-2CB7-77DB-2E00992B0636}"/>
                    </a:ext>
                  </a:extLst>
                </p14:cNvPr>
                <p14:cNvContentPartPr/>
                <p14:nvPr/>
              </p14:nvContentPartPr>
              <p14:xfrm>
                <a:off x="5674120" y="5670630"/>
                <a:ext cx="166320" cy="113040"/>
              </p14:xfrm>
            </p:contentPart>
          </mc:Choice>
          <mc:Fallback xmlns="">
            <p:pic>
              <p:nvPicPr>
                <p:cNvPr id="37" name="Ink 36">
                  <a:extLst>
                    <a:ext uri="{FF2B5EF4-FFF2-40B4-BE49-F238E27FC236}">
                      <a16:creationId xmlns:a16="http://schemas.microsoft.com/office/drawing/2014/main" id="{506C277B-3056-2CB7-77DB-2E00992B0636}"/>
                    </a:ext>
                  </a:extLst>
                </p:cNvPr>
                <p:cNvPicPr/>
                <p:nvPr/>
              </p:nvPicPr>
              <p:blipFill>
                <a:blip r:embed="rId59"/>
                <a:stretch>
                  <a:fillRect/>
                </a:stretch>
              </p:blipFill>
              <p:spPr>
                <a:xfrm>
                  <a:off x="5669800" y="5666310"/>
                  <a:ext cx="1749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2" name="Ink 41">
                  <a:extLst>
                    <a:ext uri="{FF2B5EF4-FFF2-40B4-BE49-F238E27FC236}">
                      <a16:creationId xmlns:a16="http://schemas.microsoft.com/office/drawing/2014/main" id="{94694E2F-1885-B041-C504-CBE5D90F54E3}"/>
                    </a:ext>
                  </a:extLst>
                </p14:cNvPr>
                <p14:cNvContentPartPr/>
                <p14:nvPr/>
              </p14:nvContentPartPr>
              <p14:xfrm>
                <a:off x="6037360" y="5638950"/>
                <a:ext cx="5760" cy="158760"/>
              </p14:xfrm>
            </p:contentPart>
          </mc:Choice>
          <mc:Fallback xmlns="">
            <p:pic>
              <p:nvPicPr>
                <p:cNvPr id="42" name="Ink 41">
                  <a:extLst>
                    <a:ext uri="{FF2B5EF4-FFF2-40B4-BE49-F238E27FC236}">
                      <a16:creationId xmlns:a16="http://schemas.microsoft.com/office/drawing/2014/main" id="{94694E2F-1885-B041-C504-CBE5D90F54E3}"/>
                    </a:ext>
                  </a:extLst>
                </p:cNvPr>
                <p:cNvPicPr/>
                <p:nvPr/>
              </p:nvPicPr>
              <p:blipFill>
                <a:blip r:embed="rId61"/>
                <a:stretch>
                  <a:fillRect/>
                </a:stretch>
              </p:blipFill>
              <p:spPr>
                <a:xfrm>
                  <a:off x="6033040" y="5634630"/>
                  <a:ext cx="1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Ink 42">
                  <a:extLst>
                    <a:ext uri="{FF2B5EF4-FFF2-40B4-BE49-F238E27FC236}">
                      <a16:creationId xmlns:a16="http://schemas.microsoft.com/office/drawing/2014/main" id="{744364FB-3A9F-3F3D-C6C5-F070F65C59A6}"/>
                    </a:ext>
                  </a:extLst>
                </p14:cNvPr>
                <p14:cNvContentPartPr/>
                <p14:nvPr/>
              </p14:nvContentPartPr>
              <p14:xfrm>
                <a:off x="5994520" y="5714910"/>
                <a:ext cx="129960" cy="20160"/>
              </p14:xfrm>
            </p:contentPart>
          </mc:Choice>
          <mc:Fallback xmlns="">
            <p:pic>
              <p:nvPicPr>
                <p:cNvPr id="43" name="Ink 42">
                  <a:extLst>
                    <a:ext uri="{FF2B5EF4-FFF2-40B4-BE49-F238E27FC236}">
                      <a16:creationId xmlns:a16="http://schemas.microsoft.com/office/drawing/2014/main" id="{744364FB-3A9F-3F3D-C6C5-F070F65C59A6}"/>
                    </a:ext>
                  </a:extLst>
                </p:cNvPr>
                <p:cNvPicPr/>
                <p:nvPr/>
              </p:nvPicPr>
              <p:blipFill>
                <a:blip r:embed="rId63"/>
                <a:stretch>
                  <a:fillRect/>
                </a:stretch>
              </p:blipFill>
              <p:spPr>
                <a:xfrm>
                  <a:off x="5990200" y="5710590"/>
                  <a:ext cx="13860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
            <p14:nvContentPartPr>
              <p14:cNvPr id="44" name="Ink 43">
                <a:extLst>
                  <a:ext uri="{FF2B5EF4-FFF2-40B4-BE49-F238E27FC236}">
                    <a16:creationId xmlns:a16="http://schemas.microsoft.com/office/drawing/2014/main" id="{C7DE0765-E59C-F922-2E12-8072ACCB840D}"/>
                  </a:ext>
                </a:extLst>
              </p14:cNvPr>
              <p14:cNvContentPartPr/>
              <p14:nvPr/>
            </p14:nvContentPartPr>
            <p14:xfrm>
              <a:off x="6367840" y="5610870"/>
              <a:ext cx="37080" cy="227520"/>
            </p14:xfrm>
          </p:contentPart>
        </mc:Choice>
        <mc:Fallback xmlns="">
          <p:pic>
            <p:nvPicPr>
              <p:cNvPr id="44" name="Ink 43">
                <a:extLst>
                  <a:ext uri="{FF2B5EF4-FFF2-40B4-BE49-F238E27FC236}">
                    <a16:creationId xmlns:a16="http://schemas.microsoft.com/office/drawing/2014/main" id="{C7DE0765-E59C-F922-2E12-8072ACCB840D}"/>
                  </a:ext>
                </a:extLst>
              </p:cNvPr>
              <p:cNvPicPr/>
              <p:nvPr/>
            </p:nvPicPr>
            <p:blipFill>
              <a:blip r:embed="rId65"/>
              <a:stretch>
                <a:fillRect/>
              </a:stretch>
            </p:blipFill>
            <p:spPr>
              <a:xfrm>
                <a:off x="6363520" y="5606550"/>
                <a:ext cx="45720" cy="236160"/>
              </a:xfrm>
              <a:prstGeom prst="rect">
                <a:avLst/>
              </a:prstGeom>
            </p:spPr>
          </p:pic>
        </mc:Fallback>
      </mc:AlternateContent>
      <p:grpSp>
        <p:nvGrpSpPr>
          <p:cNvPr id="51" name="Group 50">
            <a:extLst>
              <a:ext uri="{FF2B5EF4-FFF2-40B4-BE49-F238E27FC236}">
                <a16:creationId xmlns:a16="http://schemas.microsoft.com/office/drawing/2014/main" id="{93DA9F85-862C-E13F-8A14-C7751F7B73B9}"/>
              </a:ext>
            </a:extLst>
          </p:cNvPr>
          <p:cNvGrpSpPr/>
          <p:nvPr/>
        </p:nvGrpSpPr>
        <p:grpSpPr>
          <a:xfrm>
            <a:off x="528280" y="5020110"/>
            <a:ext cx="782640" cy="318240"/>
            <a:chOff x="528280" y="5020110"/>
            <a:chExt cx="782640" cy="318240"/>
          </a:xfrm>
        </p:grpSpPr>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C854E8D9-6480-3E56-7E03-8B6CC6FF40DB}"/>
                    </a:ext>
                  </a:extLst>
                </p14:cNvPr>
                <p14:cNvContentPartPr/>
                <p14:nvPr/>
              </p14:nvContentPartPr>
              <p14:xfrm>
                <a:off x="674800" y="5020470"/>
                <a:ext cx="37080" cy="255240"/>
              </p14:xfrm>
            </p:contentPart>
          </mc:Choice>
          <mc:Fallback xmlns="">
            <p:pic>
              <p:nvPicPr>
                <p:cNvPr id="46" name="Ink 45">
                  <a:extLst>
                    <a:ext uri="{FF2B5EF4-FFF2-40B4-BE49-F238E27FC236}">
                      <a16:creationId xmlns:a16="http://schemas.microsoft.com/office/drawing/2014/main" id="{C854E8D9-6480-3E56-7E03-8B6CC6FF40DB}"/>
                    </a:ext>
                  </a:extLst>
                </p:cNvPr>
                <p:cNvPicPr/>
                <p:nvPr/>
              </p:nvPicPr>
              <p:blipFill>
                <a:blip r:embed="rId67"/>
                <a:stretch>
                  <a:fillRect/>
                </a:stretch>
              </p:blipFill>
              <p:spPr>
                <a:xfrm>
                  <a:off x="670480" y="5016150"/>
                  <a:ext cx="4572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C76DF0E8-0F53-2D6F-C1DF-9B25183152BA}"/>
                    </a:ext>
                  </a:extLst>
                </p14:cNvPr>
                <p14:cNvContentPartPr/>
                <p14:nvPr/>
              </p14:nvContentPartPr>
              <p14:xfrm>
                <a:off x="528280" y="5020110"/>
                <a:ext cx="502560" cy="17280"/>
              </p14:xfrm>
            </p:contentPart>
          </mc:Choice>
          <mc:Fallback xmlns="">
            <p:pic>
              <p:nvPicPr>
                <p:cNvPr id="47" name="Ink 46">
                  <a:extLst>
                    <a:ext uri="{FF2B5EF4-FFF2-40B4-BE49-F238E27FC236}">
                      <a16:creationId xmlns:a16="http://schemas.microsoft.com/office/drawing/2014/main" id="{C76DF0E8-0F53-2D6F-C1DF-9B25183152BA}"/>
                    </a:ext>
                  </a:extLst>
                </p:cNvPr>
                <p:cNvPicPr/>
                <p:nvPr/>
              </p:nvPicPr>
              <p:blipFill>
                <a:blip r:embed="rId69"/>
                <a:stretch>
                  <a:fillRect/>
                </a:stretch>
              </p:blipFill>
              <p:spPr>
                <a:xfrm>
                  <a:off x="523960" y="5015790"/>
                  <a:ext cx="511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Ink 47">
                  <a:extLst>
                    <a:ext uri="{FF2B5EF4-FFF2-40B4-BE49-F238E27FC236}">
                      <a16:creationId xmlns:a16="http://schemas.microsoft.com/office/drawing/2014/main" id="{FE2D573E-B0B1-8FE0-F1C0-AA26CB4F46F3}"/>
                    </a:ext>
                  </a:extLst>
                </p14:cNvPr>
                <p14:cNvContentPartPr/>
                <p14:nvPr/>
              </p14:nvContentPartPr>
              <p14:xfrm>
                <a:off x="900520" y="5105430"/>
                <a:ext cx="116280" cy="191880"/>
              </p14:xfrm>
            </p:contentPart>
          </mc:Choice>
          <mc:Fallback xmlns="">
            <p:pic>
              <p:nvPicPr>
                <p:cNvPr id="48" name="Ink 47">
                  <a:extLst>
                    <a:ext uri="{FF2B5EF4-FFF2-40B4-BE49-F238E27FC236}">
                      <a16:creationId xmlns:a16="http://schemas.microsoft.com/office/drawing/2014/main" id="{FE2D573E-B0B1-8FE0-F1C0-AA26CB4F46F3}"/>
                    </a:ext>
                  </a:extLst>
                </p:cNvPr>
                <p:cNvPicPr/>
                <p:nvPr/>
              </p:nvPicPr>
              <p:blipFill>
                <a:blip r:embed="rId71"/>
                <a:stretch>
                  <a:fillRect/>
                </a:stretch>
              </p:blipFill>
              <p:spPr>
                <a:xfrm>
                  <a:off x="896200" y="5101110"/>
                  <a:ext cx="12492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25CE546A-8BFD-FA1C-E39B-345FD6B52C43}"/>
                    </a:ext>
                  </a:extLst>
                </p14:cNvPr>
                <p14:cNvContentPartPr/>
                <p14:nvPr/>
              </p14:nvContentPartPr>
              <p14:xfrm>
                <a:off x="1071160" y="5165550"/>
                <a:ext cx="114120" cy="84600"/>
              </p14:xfrm>
            </p:contentPart>
          </mc:Choice>
          <mc:Fallback xmlns="">
            <p:pic>
              <p:nvPicPr>
                <p:cNvPr id="49" name="Ink 48">
                  <a:extLst>
                    <a:ext uri="{FF2B5EF4-FFF2-40B4-BE49-F238E27FC236}">
                      <a16:creationId xmlns:a16="http://schemas.microsoft.com/office/drawing/2014/main" id="{25CE546A-8BFD-FA1C-E39B-345FD6B52C43}"/>
                    </a:ext>
                  </a:extLst>
                </p:cNvPr>
                <p:cNvPicPr/>
                <p:nvPr/>
              </p:nvPicPr>
              <p:blipFill>
                <a:blip r:embed="rId73"/>
                <a:stretch>
                  <a:fillRect/>
                </a:stretch>
              </p:blipFill>
              <p:spPr>
                <a:xfrm>
                  <a:off x="1066840" y="5161230"/>
                  <a:ext cx="1227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B61C5E10-94EA-9902-5C20-115C3379B8B8}"/>
                    </a:ext>
                  </a:extLst>
                </p14:cNvPr>
                <p14:cNvContentPartPr/>
                <p14:nvPr/>
              </p14:nvContentPartPr>
              <p14:xfrm>
                <a:off x="1237120" y="5103630"/>
                <a:ext cx="73800" cy="234720"/>
              </p14:xfrm>
            </p:contentPart>
          </mc:Choice>
          <mc:Fallback xmlns="">
            <p:pic>
              <p:nvPicPr>
                <p:cNvPr id="50" name="Ink 49">
                  <a:extLst>
                    <a:ext uri="{FF2B5EF4-FFF2-40B4-BE49-F238E27FC236}">
                      <a16:creationId xmlns:a16="http://schemas.microsoft.com/office/drawing/2014/main" id="{B61C5E10-94EA-9902-5C20-115C3379B8B8}"/>
                    </a:ext>
                  </a:extLst>
                </p:cNvPr>
                <p:cNvPicPr/>
                <p:nvPr/>
              </p:nvPicPr>
              <p:blipFill>
                <a:blip r:embed="rId75"/>
                <a:stretch>
                  <a:fillRect/>
                </a:stretch>
              </p:blipFill>
              <p:spPr>
                <a:xfrm>
                  <a:off x="1232800" y="5099310"/>
                  <a:ext cx="82440" cy="24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93BB16E3-5603-3F75-8A48-54B66EC6BBBA}"/>
                  </a:ext>
                </a:extLst>
              </p14:cNvPr>
              <p14:cNvContentPartPr/>
              <p14:nvPr/>
            </p14:nvContentPartPr>
            <p14:xfrm>
              <a:off x="1493800" y="5147190"/>
              <a:ext cx="185040" cy="74160"/>
            </p14:xfrm>
          </p:contentPart>
        </mc:Choice>
        <mc:Fallback xmlns="">
          <p:pic>
            <p:nvPicPr>
              <p:cNvPr id="52" name="Ink 51">
                <a:extLst>
                  <a:ext uri="{FF2B5EF4-FFF2-40B4-BE49-F238E27FC236}">
                    <a16:creationId xmlns:a16="http://schemas.microsoft.com/office/drawing/2014/main" id="{93BB16E3-5603-3F75-8A48-54B66EC6BBBA}"/>
                  </a:ext>
                </a:extLst>
              </p:cNvPr>
              <p:cNvPicPr/>
              <p:nvPr/>
            </p:nvPicPr>
            <p:blipFill>
              <a:blip r:embed="rId77"/>
              <a:stretch>
                <a:fillRect/>
              </a:stretch>
            </p:blipFill>
            <p:spPr>
              <a:xfrm>
                <a:off x="1489480" y="5142870"/>
                <a:ext cx="193680" cy="82800"/>
              </a:xfrm>
              <a:prstGeom prst="rect">
                <a:avLst/>
              </a:prstGeom>
            </p:spPr>
          </p:pic>
        </mc:Fallback>
      </mc:AlternateContent>
      <p:grpSp>
        <p:nvGrpSpPr>
          <p:cNvPr id="61" name="Group 60">
            <a:extLst>
              <a:ext uri="{FF2B5EF4-FFF2-40B4-BE49-F238E27FC236}">
                <a16:creationId xmlns:a16="http://schemas.microsoft.com/office/drawing/2014/main" id="{1E2C8B0D-AB62-16AC-DB11-D994E9D3C752}"/>
              </a:ext>
            </a:extLst>
          </p:cNvPr>
          <p:cNvGrpSpPr/>
          <p:nvPr/>
        </p:nvGrpSpPr>
        <p:grpSpPr>
          <a:xfrm>
            <a:off x="603880" y="5924430"/>
            <a:ext cx="413280" cy="341280"/>
            <a:chOff x="603880" y="5924430"/>
            <a:chExt cx="413280" cy="341280"/>
          </a:xfrm>
        </p:grpSpPr>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C75E86EC-360B-38CA-B556-4832E1C71C2E}"/>
                    </a:ext>
                  </a:extLst>
                </p14:cNvPr>
                <p14:cNvContentPartPr/>
                <p14:nvPr/>
              </p14:nvContentPartPr>
              <p14:xfrm>
                <a:off x="603880" y="5978790"/>
                <a:ext cx="130320" cy="286920"/>
              </p14:xfrm>
            </p:contentPart>
          </mc:Choice>
          <mc:Fallback xmlns="">
            <p:pic>
              <p:nvPicPr>
                <p:cNvPr id="53" name="Ink 52">
                  <a:extLst>
                    <a:ext uri="{FF2B5EF4-FFF2-40B4-BE49-F238E27FC236}">
                      <a16:creationId xmlns:a16="http://schemas.microsoft.com/office/drawing/2014/main" id="{C75E86EC-360B-38CA-B556-4832E1C71C2E}"/>
                    </a:ext>
                  </a:extLst>
                </p:cNvPr>
                <p:cNvPicPr/>
                <p:nvPr/>
              </p:nvPicPr>
              <p:blipFill>
                <a:blip r:embed="rId79"/>
                <a:stretch>
                  <a:fillRect/>
                </a:stretch>
              </p:blipFill>
              <p:spPr>
                <a:xfrm>
                  <a:off x="599560" y="5974470"/>
                  <a:ext cx="13896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F6D64F4F-52FB-1096-8077-3D661E6AC9AC}"/>
                    </a:ext>
                  </a:extLst>
                </p14:cNvPr>
                <p14:cNvContentPartPr/>
                <p14:nvPr/>
              </p14:nvContentPartPr>
              <p14:xfrm>
                <a:off x="858040" y="5924430"/>
                <a:ext cx="129960" cy="292320"/>
              </p14:xfrm>
            </p:contentPart>
          </mc:Choice>
          <mc:Fallback xmlns="">
            <p:pic>
              <p:nvPicPr>
                <p:cNvPr id="54" name="Ink 53">
                  <a:extLst>
                    <a:ext uri="{FF2B5EF4-FFF2-40B4-BE49-F238E27FC236}">
                      <a16:creationId xmlns:a16="http://schemas.microsoft.com/office/drawing/2014/main" id="{F6D64F4F-52FB-1096-8077-3D661E6AC9AC}"/>
                    </a:ext>
                  </a:extLst>
                </p:cNvPr>
                <p:cNvPicPr/>
                <p:nvPr/>
              </p:nvPicPr>
              <p:blipFill>
                <a:blip r:embed="rId81"/>
                <a:stretch>
                  <a:fillRect/>
                </a:stretch>
              </p:blipFill>
              <p:spPr>
                <a:xfrm>
                  <a:off x="853720" y="5920110"/>
                  <a:ext cx="13860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914ACE1E-F8F7-EFE8-0152-C2BE8774A50D}"/>
                    </a:ext>
                  </a:extLst>
                </p14:cNvPr>
                <p14:cNvContentPartPr/>
                <p14:nvPr/>
              </p14:nvContentPartPr>
              <p14:xfrm>
                <a:off x="812320" y="6057990"/>
                <a:ext cx="204840" cy="54000"/>
              </p14:xfrm>
            </p:contentPart>
          </mc:Choice>
          <mc:Fallback xmlns="">
            <p:pic>
              <p:nvPicPr>
                <p:cNvPr id="55" name="Ink 54">
                  <a:extLst>
                    <a:ext uri="{FF2B5EF4-FFF2-40B4-BE49-F238E27FC236}">
                      <a16:creationId xmlns:a16="http://schemas.microsoft.com/office/drawing/2014/main" id="{914ACE1E-F8F7-EFE8-0152-C2BE8774A50D}"/>
                    </a:ext>
                  </a:extLst>
                </p:cNvPr>
                <p:cNvPicPr/>
                <p:nvPr/>
              </p:nvPicPr>
              <p:blipFill>
                <a:blip r:embed="rId83"/>
                <a:stretch>
                  <a:fillRect/>
                </a:stretch>
              </p:blipFill>
              <p:spPr>
                <a:xfrm>
                  <a:off x="808000" y="6053670"/>
                  <a:ext cx="213480" cy="62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58C857E1-B804-6668-8123-C5B1766D0444}"/>
                  </a:ext>
                </a:extLst>
              </p14:cNvPr>
              <p14:cNvContentPartPr/>
              <p14:nvPr/>
            </p14:nvContentPartPr>
            <p14:xfrm>
              <a:off x="1255840" y="6060870"/>
              <a:ext cx="132840" cy="123480"/>
            </p14:xfrm>
          </p:contentPart>
        </mc:Choice>
        <mc:Fallback xmlns="">
          <p:pic>
            <p:nvPicPr>
              <p:cNvPr id="56" name="Ink 55">
                <a:extLst>
                  <a:ext uri="{FF2B5EF4-FFF2-40B4-BE49-F238E27FC236}">
                    <a16:creationId xmlns:a16="http://schemas.microsoft.com/office/drawing/2014/main" id="{58C857E1-B804-6668-8123-C5B1766D0444}"/>
                  </a:ext>
                </a:extLst>
              </p:cNvPr>
              <p:cNvPicPr/>
              <p:nvPr/>
            </p:nvPicPr>
            <p:blipFill>
              <a:blip r:embed="rId85"/>
              <a:stretch>
                <a:fillRect/>
              </a:stretch>
            </p:blipFill>
            <p:spPr>
              <a:xfrm>
                <a:off x="1251520" y="6056550"/>
                <a:ext cx="141480" cy="132120"/>
              </a:xfrm>
              <a:prstGeom prst="rect">
                <a:avLst/>
              </a:prstGeom>
            </p:spPr>
          </p:pic>
        </mc:Fallback>
      </mc:AlternateContent>
      <p:grpSp>
        <p:nvGrpSpPr>
          <p:cNvPr id="60" name="Group 59">
            <a:extLst>
              <a:ext uri="{FF2B5EF4-FFF2-40B4-BE49-F238E27FC236}">
                <a16:creationId xmlns:a16="http://schemas.microsoft.com/office/drawing/2014/main" id="{D42FDAB0-39C4-E033-D72D-9368517E8269}"/>
              </a:ext>
            </a:extLst>
          </p:cNvPr>
          <p:cNvGrpSpPr/>
          <p:nvPr/>
        </p:nvGrpSpPr>
        <p:grpSpPr>
          <a:xfrm>
            <a:off x="1659040" y="5963310"/>
            <a:ext cx="110160" cy="218520"/>
            <a:chOff x="1659040" y="5963310"/>
            <a:chExt cx="110160" cy="218520"/>
          </a:xfrm>
        </p:grpSpPr>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867BFEB4-013C-074E-7492-2E95F06DEEFE}"/>
                    </a:ext>
                  </a:extLst>
                </p14:cNvPr>
                <p14:cNvContentPartPr/>
                <p14:nvPr/>
              </p14:nvContentPartPr>
              <p14:xfrm>
                <a:off x="1659040" y="6082830"/>
                <a:ext cx="20160" cy="70200"/>
              </p14:xfrm>
            </p:contentPart>
          </mc:Choice>
          <mc:Fallback xmlns="">
            <p:pic>
              <p:nvPicPr>
                <p:cNvPr id="57" name="Ink 56">
                  <a:extLst>
                    <a:ext uri="{FF2B5EF4-FFF2-40B4-BE49-F238E27FC236}">
                      <a16:creationId xmlns:a16="http://schemas.microsoft.com/office/drawing/2014/main" id="{867BFEB4-013C-074E-7492-2E95F06DEEFE}"/>
                    </a:ext>
                  </a:extLst>
                </p:cNvPr>
                <p:cNvPicPr/>
                <p:nvPr/>
              </p:nvPicPr>
              <p:blipFill>
                <a:blip r:embed="rId87"/>
                <a:stretch>
                  <a:fillRect/>
                </a:stretch>
              </p:blipFill>
              <p:spPr>
                <a:xfrm>
                  <a:off x="1654720" y="6078510"/>
                  <a:ext cx="288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F9D70D84-4CCF-9CA0-BDF6-359A883AE35F}"/>
                    </a:ext>
                  </a:extLst>
                </p14:cNvPr>
                <p14:cNvContentPartPr/>
                <p14:nvPr/>
              </p14:nvContentPartPr>
              <p14:xfrm>
                <a:off x="1683880" y="5963310"/>
                <a:ext cx="3600" cy="55800"/>
              </p14:xfrm>
            </p:contentPart>
          </mc:Choice>
          <mc:Fallback xmlns="">
            <p:pic>
              <p:nvPicPr>
                <p:cNvPr id="58" name="Ink 57">
                  <a:extLst>
                    <a:ext uri="{FF2B5EF4-FFF2-40B4-BE49-F238E27FC236}">
                      <a16:creationId xmlns:a16="http://schemas.microsoft.com/office/drawing/2014/main" id="{F9D70D84-4CCF-9CA0-BDF6-359A883AE35F}"/>
                    </a:ext>
                  </a:extLst>
                </p:cNvPr>
                <p:cNvPicPr/>
                <p:nvPr/>
              </p:nvPicPr>
              <p:blipFill>
                <a:blip r:embed="rId89"/>
                <a:stretch>
                  <a:fillRect/>
                </a:stretch>
              </p:blipFill>
              <p:spPr>
                <a:xfrm>
                  <a:off x="1679560" y="5958990"/>
                  <a:ext cx="122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24B8B067-EA0A-ADB9-CF36-41A6520DAC79}"/>
                    </a:ext>
                  </a:extLst>
                </p14:cNvPr>
                <p14:cNvContentPartPr/>
                <p14:nvPr/>
              </p14:nvContentPartPr>
              <p14:xfrm>
                <a:off x="1708720" y="6056190"/>
                <a:ext cx="60480" cy="125640"/>
              </p14:xfrm>
            </p:contentPart>
          </mc:Choice>
          <mc:Fallback xmlns="">
            <p:pic>
              <p:nvPicPr>
                <p:cNvPr id="59" name="Ink 58">
                  <a:extLst>
                    <a:ext uri="{FF2B5EF4-FFF2-40B4-BE49-F238E27FC236}">
                      <a16:creationId xmlns:a16="http://schemas.microsoft.com/office/drawing/2014/main" id="{24B8B067-EA0A-ADB9-CF36-41A6520DAC79}"/>
                    </a:ext>
                  </a:extLst>
                </p:cNvPr>
                <p:cNvPicPr/>
                <p:nvPr/>
              </p:nvPicPr>
              <p:blipFill>
                <a:blip r:embed="rId91"/>
                <a:stretch>
                  <a:fillRect/>
                </a:stretch>
              </p:blipFill>
              <p:spPr>
                <a:xfrm>
                  <a:off x="1704400" y="6051870"/>
                  <a:ext cx="69120" cy="134280"/>
                </a:xfrm>
                <a:prstGeom prst="rect">
                  <a:avLst/>
                </a:prstGeom>
              </p:spPr>
            </p:pic>
          </mc:Fallback>
        </mc:AlternateContent>
      </p:grpSp>
      <p:grpSp>
        <p:nvGrpSpPr>
          <p:cNvPr id="67" name="Group 66">
            <a:extLst>
              <a:ext uri="{FF2B5EF4-FFF2-40B4-BE49-F238E27FC236}">
                <a16:creationId xmlns:a16="http://schemas.microsoft.com/office/drawing/2014/main" id="{FA45702F-D7B7-D347-48FF-ECD403C9B8B2}"/>
              </a:ext>
            </a:extLst>
          </p:cNvPr>
          <p:cNvGrpSpPr/>
          <p:nvPr/>
        </p:nvGrpSpPr>
        <p:grpSpPr>
          <a:xfrm>
            <a:off x="2120200" y="5929830"/>
            <a:ext cx="645120" cy="460440"/>
            <a:chOff x="2120200" y="5929830"/>
            <a:chExt cx="645120" cy="460440"/>
          </a:xfrm>
        </p:grpSpPr>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933491A2-F887-B770-D2B3-792E6E91484E}"/>
                    </a:ext>
                  </a:extLst>
                </p14:cNvPr>
                <p14:cNvContentPartPr/>
                <p14:nvPr/>
              </p14:nvContentPartPr>
              <p14:xfrm>
                <a:off x="2120200" y="5929830"/>
                <a:ext cx="37440" cy="285480"/>
              </p14:xfrm>
            </p:contentPart>
          </mc:Choice>
          <mc:Fallback xmlns="">
            <p:pic>
              <p:nvPicPr>
                <p:cNvPr id="62" name="Ink 61">
                  <a:extLst>
                    <a:ext uri="{FF2B5EF4-FFF2-40B4-BE49-F238E27FC236}">
                      <a16:creationId xmlns:a16="http://schemas.microsoft.com/office/drawing/2014/main" id="{933491A2-F887-B770-D2B3-792E6E91484E}"/>
                    </a:ext>
                  </a:extLst>
                </p:cNvPr>
                <p:cNvPicPr/>
                <p:nvPr/>
              </p:nvPicPr>
              <p:blipFill>
                <a:blip r:embed="rId93"/>
                <a:stretch>
                  <a:fillRect/>
                </a:stretch>
              </p:blipFill>
              <p:spPr>
                <a:xfrm>
                  <a:off x="2115880" y="5925510"/>
                  <a:ext cx="460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5713E776-2BCF-5DC1-0DE3-58414A24504F}"/>
                    </a:ext>
                  </a:extLst>
                </p14:cNvPr>
                <p14:cNvContentPartPr/>
                <p14:nvPr/>
              </p14:nvContentPartPr>
              <p14:xfrm>
                <a:off x="2203720" y="6103710"/>
                <a:ext cx="145440" cy="104400"/>
              </p14:xfrm>
            </p:contentPart>
          </mc:Choice>
          <mc:Fallback xmlns="">
            <p:pic>
              <p:nvPicPr>
                <p:cNvPr id="63" name="Ink 62">
                  <a:extLst>
                    <a:ext uri="{FF2B5EF4-FFF2-40B4-BE49-F238E27FC236}">
                      <a16:creationId xmlns:a16="http://schemas.microsoft.com/office/drawing/2014/main" id="{5713E776-2BCF-5DC1-0DE3-58414A24504F}"/>
                    </a:ext>
                  </a:extLst>
                </p:cNvPr>
                <p:cNvPicPr/>
                <p:nvPr/>
              </p:nvPicPr>
              <p:blipFill>
                <a:blip r:embed="rId95"/>
                <a:stretch>
                  <a:fillRect/>
                </a:stretch>
              </p:blipFill>
              <p:spPr>
                <a:xfrm>
                  <a:off x="2199400" y="6099390"/>
                  <a:ext cx="1540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FD4B8B8A-DC2E-64D5-F753-18D5F647D7D2}"/>
                    </a:ext>
                  </a:extLst>
                </p14:cNvPr>
                <p14:cNvContentPartPr/>
                <p14:nvPr/>
              </p14:nvContentPartPr>
              <p14:xfrm>
                <a:off x="2397040" y="6091470"/>
                <a:ext cx="50040" cy="132840"/>
              </p14:xfrm>
            </p:contentPart>
          </mc:Choice>
          <mc:Fallback xmlns="">
            <p:pic>
              <p:nvPicPr>
                <p:cNvPr id="64" name="Ink 63">
                  <a:extLst>
                    <a:ext uri="{FF2B5EF4-FFF2-40B4-BE49-F238E27FC236}">
                      <a16:creationId xmlns:a16="http://schemas.microsoft.com/office/drawing/2014/main" id="{FD4B8B8A-DC2E-64D5-F753-18D5F647D7D2}"/>
                    </a:ext>
                  </a:extLst>
                </p:cNvPr>
                <p:cNvPicPr/>
                <p:nvPr/>
              </p:nvPicPr>
              <p:blipFill>
                <a:blip r:embed="rId97"/>
                <a:stretch>
                  <a:fillRect/>
                </a:stretch>
              </p:blipFill>
              <p:spPr>
                <a:xfrm>
                  <a:off x="2392720" y="6087150"/>
                  <a:ext cx="586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9B3F39D0-DBF1-2F1C-CECD-C0B84171A175}"/>
                    </a:ext>
                  </a:extLst>
                </p14:cNvPr>
                <p14:cNvContentPartPr/>
                <p14:nvPr/>
              </p14:nvContentPartPr>
              <p14:xfrm>
                <a:off x="2525560" y="6133590"/>
                <a:ext cx="100800" cy="256680"/>
              </p14:xfrm>
            </p:contentPart>
          </mc:Choice>
          <mc:Fallback xmlns="">
            <p:pic>
              <p:nvPicPr>
                <p:cNvPr id="65" name="Ink 64">
                  <a:extLst>
                    <a:ext uri="{FF2B5EF4-FFF2-40B4-BE49-F238E27FC236}">
                      <a16:creationId xmlns:a16="http://schemas.microsoft.com/office/drawing/2014/main" id="{9B3F39D0-DBF1-2F1C-CECD-C0B84171A175}"/>
                    </a:ext>
                  </a:extLst>
                </p:cNvPr>
                <p:cNvPicPr/>
                <p:nvPr/>
              </p:nvPicPr>
              <p:blipFill>
                <a:blip r:embed="rId99"/>
                <a:stretch>
                  <a:fillRect/>
                </a:stretch>
              </p:blipFill>
              <p:spPr>
                <a:xfrm>
                  <a:off x="2521240" y="6129270"/>
                  <a:ext cx="1094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BB236D0B-C4A3-FB08-A552-47933E63B8CA}"/>
                    </a:ext>
                  </a:extLst>
                </p14:cNvPr>
                <p14:cNvContentPartPr/>
                <p14:nvPr/>
              </p14:nvContentPartPr>
              <p14:xfrm>
                <a:off x="2651200" y="6151230"/>
                <a:ext cx="114120" cy="101880"/>
              </p14:xfrm>
            </p:contentPart>
          </mc:Choice>
          <mc:Fallback xmlns="">
            <p:pic>
              <p:nvPicPr>
                <p:cNvPr id="66" name="Ink 65">
                  <a:extLst>
                    <a:ext uri="{FF2B5EF4-FFF2-40B4-BE49-F238E27FC236}">
                      <a16:creationId xmlns:a16="http://schemas.microsoft.com/office/drawing/2014/main" id="{BB236D0B-C4A3-FB08-A552-47933E63B8CA}"/>
                    </a:ext>
                  </a:extLst>
                </p:cNvPr>
                <p:cNvPicPr/>
                <p:nvPr/>
              </p:nvPicPr>
              <p:blipFill>
                <a:blip r:embed="rId101"/>
                <a:stretch>
                  <a:fillRect/>
                </a:stretch>
              </p:blipFill>
              <p:spPr>
                <a:xfrm>
                  <a:off x="2646880" y="6146910"/>
                  <a:ext cx="122760" cy="11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67E66E68-7C5D-DF47-9CE9-D97265E8D7FD}"/>
                  </a:ext>
                </a:extLst>
              </p14:cNvPr>
              <p14:cNvContentPartPr/>
              <p14:nvPr/>
            </p14:nvContentPartPr>
            <p14:xfrm>
              <a:off x="2809240" y="6273630"/>
              <a:ext cx="79920" cy="110160"/>
            </p14:xfrm>
          </p:contentPart>
        </mc:Choice>
        <mc:Fallback xmlns="">
          <p:pic>
            <p:nvPicPr>
              <p:cNvPr id="68" name="Ink 67">
                <a:extLst>
                  <a:ext uri="{FF2B5EF4-FFF2-40B4-BE49-F238E27FC236}">
                    <a16:creationId xmlns:a16="http://schemas.microsoft.com/office/drawing/2014/main" id="{67E66E68-7C5D-DF47-9CE9-D97265E8D7FD}"/>
                  </a:ext>
                </a:extLst>
              </p:cNvPr>
              <p:cNvPicPr/>
              <p:nvPr/>
            </p:nvPicPr>
            <p:blipFill>
              <a:blip r:embed="rId103"/>
              <a:stretch>
                <a:fillRect/>
              </a:stretch>
            </p:blipFill>
            <p:spPr>
              <a:xfrm>
                <a:off x="2804920" y="6269310"/>
                <a:ext cx="88560" cy="118800"/>
              </a:xfrm>
              <a:prstGeom prst="rect">
                <a:avLst/>
              </a:prstGeom>
            </p:spPr>
          </p:pic>
        </mc:Fallback>
      </mc:AlternateContent>
      <p:grpSp>
        <p:nvGrpSpPr>
          <p:cNvPr id="73" name="Group 72">
            <a:extLst>
              <a:ext uri="{FF2B5EF4-FFF2-40B4-BE49-F238E27FC236}">
                <a16:creationId xmlns:a16="http://schemas.microsoft.com/office/drawing/2014/main" id="{D0A142AD-93F4-1BF8-D70D-231EAFD94B3F}"/>
              </a:ext>
            </a:extLst>
          </p:cNvPr>
          <p:cNvGrpSpPr/>
          <p:nvPr/>
        </p:nvGrpSpPr>
        <p:grpSpPr>
          <a:xfrm>
            <a:off x="3284080" y="5969790"/>
            <a:ext cx="556920" cy="338760"/>
            <a:chOff x="3284080" y="5969790"/>
            <a:chExt cx="556920" cy="338760"/>
          </a:xfrm>
        </p:grpSpPr>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1C4679E3-38AF-8FF9-9632-40A4AA6DB6AB}"/>
                    </a:ext>
                  </a:extLst>
                </p14:cNvPr>
                <p14:cNvContentPartPr/>
                <p14:nvPr/>
              </p14:nvContentPartPr>
              <p14:xfrm>
                <a:off x="3284800" y="5973030"/>
                <a:ext cx="144000" cy="335520"/>
              </p14:xfrm>
            </p:contentPart>
          </mc:Choice>
          <mc:Fallback xmlns="">
            <p:pic>
              <p:nvPicPr>
                <p:cNvPr id="69" name="Ink 68">
                  <a:extLst>
                    <a:ext uri="{FF2B5EF4-FFF2-40B4-BE49-F238E27FC236}">
                      <a16:creationId xmlns:a16="http://schemas.microsoft.com/office/drawing/2014/main" id="{1C4679E3-38AF-8FF9-9632-40A4AA6DB6AB}"/>
                    </a:ext>
                  </a:extLst>
                </p:cNvPr>
                <p:cNvPicPr/>
                <p:nvPr/>
              </p:nvPicPr>
              <p:blipFill>
                <a:blip r:embed="rId105"/>
                <a:stretch>
                  <a:fillRect/>
                </a:stretch>
              </p:blipFill>
              <p:spPr>
                <a:xfrm>
                  <a:off x="3280480" y="5968710"/>
                  <a:ext cx="1526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0EA4ED0C-6DFC-898E-34EE-206DCAEB2C4A}"/>
                    </a:ext>
                  </a:extLst>
                </p14:cNvPr>
                <p14:cNvContentPartPr/>
                <p14:nvPr/>
              </p14:nvContentPartPr>
              <p14:xfrm>
                <a:off x="3284080" y="5969790"/>
                <a:ext cx="365400" cy="272160"/>
              </p14:xfrm>
            </p:contentPart>
          </mc:Choice>
          <mc:Fallback xmlns="">
            <p:pic>
              <p:nvPicPr>
                <p:cNvPr id="70" name="Ink 69">
                  <a:extLst>
                    <a:ext uri="{FF2B5EF4-FFF2-40B4-BE49-F238E27FC236}">
                      <a16:creationId xmlns:a16="http://schemas.microsoft.com/office/drawing/2014/main" id="{0EA4ED0C-6DFC-898E-34EE-206DCAEB2C4A}"/>
                    </a:ext>
                  </a:extLst>
                </p:cNvPr>
                <p:cNvPicPr/>
                <p:nvPr/>
              </p:nvPicPr>
              <p:blipFill>
                <a:blip r:embed="rId107"/>
                <a:stretch>
                  <a:fillRect/>
                </a:stretch>
              </p:blipFill>
              <p:spPr>
                <a:xfrm>
                  <a:off x="3279760" y="5965470"/>
                  <a:ext cx="37404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23A0EF73-41D3-FD0A-67F0-EC78BDA46C21}"/>
                    </a:ext>
                  </a:extLst>
                </p14:cNvPr>
                <p14:cNvContentPartPr/>
                <p14:nvPr/>
              </p14:nvContentPartPr>
              <p14:xfrm>
                <a:off x="3612760" y="6184710"/>
                <a:ext cx="75240" cy="93600"/>
              </p14:xfrm>
            </p:contentPart>
          </mc:Choice>
          <mc:Fallback xmlns="">
            <p:pic>
              <p:nvPicPr>
                <p:cNvPr id="71" name="Ink 70">
                  <a:extLst>
                    <a:ext uri="{FF2B5EF4-FFF2-40B4-BE49-F238E27FC236}">
                      <a16:creationId xmlns:a16="http://schemas.microsoft.com/office/drawing/2014/main" id="{23A0EF73-41D3-FD0A-67F0-EC78BDA46C21}"/>
                    </a:ext>
                  </a:extLst>
                </p:cNvPr>
                <p:cNvPicPr/>
                <p:nvPr/>
              </p:nvPicPr>
              <p:blipFill>
                <a:blip r:embed="rId109"/>
                <a:stretch>
                  <a:fillRect/>
                </a:stretch>
              </p:blipFill>
              <p:spPr>
                <a:xfrm>
                  <a:off x="3608440" y="6180390"/>
                  <a:ext cx="83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3277775E-8B0D-AA15-FE3D-33797C3E45D1}"/>
                    </a:ext>
                  </a:extLst>
                </p14:cNvPr>
                <p14:cNvContentPartPr/>
                <p14:nvPr/>
              </p14:nvContentPartPr>
              <p14:xfrm>
                <a:off x="3730840" y="6194430"/>
                <a:ext cx="110160" cy="76680"/>
              </p14:xfrm>
            </p:contentPart>
          </mc:Choice>
          <mc:Fallback xmlns="">
            <p:pic>
              <p:nvPicPr>
                <p:cNvPr id="72" name="Ink 71">
                  <a:extLst>
                    <a:ext uri="{FF2B5EF4-FFF2-40B4-BE49-F238E27FC236}">
                      <a16:creationId xmlns:a16="http://schemas.microsoft.com/office/drawing/2014/main" id="{3277775E-8B0D-AA15-FE3D-33797C3E45D1}"/>
                    </a:ext>
                  </a:extLst>
                </p:cNvPr>
                <p:cNvPicPr/>
                <p:nvPr/>
              </p:nvPicPr>
              <p:blipFill>
                <a:blip r:embed="rId111"/>
                <a:stretch>
                  <a:fillRect/>
                </a:stretch>
              </p:blipFill>
              <p:spPr>
                <a:xfrm>
                  <a:off x="3726520" y="6190110"/>
                  <a:ext cx="118800" cy="85320"/>
                </a:xfrm>
                <a:prstGeom prst="rect">
                  <a:avLst/>
                </a:prstGeom>
              </p:spPr>
            </p:pic>
          </mc:Fallback>
        </mc:AlternateContent>
      </p:grpSp>
      <p:grpSp>
        <p:nvGrpSpPr>
          <p:cNvPr id="76" name="Group 75">
            <a:extLst>
              <a:ext uri="{FF2B5EF4-FFF2-40B4-BE49-F238E27FC236}">
                <a16:creationId xmlns:a16="http://schemas.microsoft.com/office/drawing/2014/main" id="{545984C3-55E4-3FDB-1B87-87D5A48B4C1C}"/>
              </a:ext>
            </a:extLst>
          </p:cNvPr>
          <p:cNvGrpSpPr/>
          <p:nvPr/>
        </p:nvGrpSpPr>
        <p:grpSpPr>
          <a:xfrm>
            <a:off x="4396480" y="6047910"/>
            <a:ext cx="280800" cy="246960"/>
            <a:chOff x="4396480" y="6047910"/>
            <a:chExt cx="280800" cy="246960"/>
          </a:xfrm>
        </p:grpSpPr>
        <mc:AlternateContent xmlns:mc="http://schemas.openxmlformats.org/markup-compatibility/2006" xmlns:p14="http://schemas.microsoft.com/office/powerpoint/2010/main">
          <mc:Choice Requires="p14">
            <p:contentPart p14:bwMode="auto" r:id="rId112">
              <p14:nvContentPartPr>
                <p14:cNvPr id="74" name="Ink 73">
                  <a:extLst>
                    <a:ext uri="{FF2B5EF4-FFF2-40B4-BE49-F238E27FC236}">
                      <a16:creationId xmlns:a16="http://schemas.microsoft.com/office/drawing/2014/main" id="{24CFF146-3847-ACB8-BE3C-94C80994F640}"/>
                    </a:ext>
                  </a:extLst>
                </p14:cNvPr>
                <p14:cNvContentPartPr/>
                <p14:nvPr/>
              </p14:nvContentPartPr>
              <p14:xfrm>
                <a:off x="4396480" y="6131070"/>
                <a:ext cx="141480" cy="163800"/>
              </p14:xfrm>
            </p:contentPart>
          </mc:Choice>
          <mc:Fallback xmlns="">
            <p:pic>
              <p:nvPicPr>
                <p:cNvPr id="74" name="Ink 73">
                  <a:extLst>
                    <a:ext uri="{FF2B5EF4-FFF2-40B4-BE49-F238E27FC236}">
                      <a16:creationId xmlns:a16="http://schemas.microsoft.com/office/drawing/2014/main" id="{24CFF146-3847-ACB8-BE3C-94C80994F640}"/>
                    </a:ext>
                  </a:extLst>
                </p:cNvPr>
                <p:cNvPicPr/>
                <p:nvPr/>
              </p:nvPicPr>
              <p:blipFill>
                <a:blip r:embed="rId113"/>
                <a:stretch>
                  <a:fillRect/>
                </a:stretch>
              </p:blipFill>
              <p:spPr>
                <a:xfrm>
                  <a:off x="4392160" y="6126750"/>
                  <a:ext cx="1501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5" name="Ink 74">
                  <a:extLst>
                    <a:ext uri="{FF2B5EF4-FFF2-40B4-BE49-F238E27FC236}">
                      <a16:creationId xmlns:a16="http://schemas.microsoft.com/office/drawing/2014/main" id="{71C9A824-3A5C-635B-C3DE-2F8DE7668077}"/>
                    </a:ext>
                  </a:extLst>
                </p14:cNvPr>
                <p14:cNvContentPartPr/>
                <p14:nvPr/>
              </p14:nvContentPartPr>
              <p14:xfrm>
                <a:off x="4573960" y="6047910"/>
                <a:ext cx="103320" cy="108360"/>
              </p14:xfrm>
            </p:contentPart>
          </mc:Choice>
          <mc:Fallback xmlns="">
            <p:pic>
              <p:nvPicPr>
                <p:cNvPr id="75" name="Ink 74">
                  <a:extLst>
                    <a:ext uri="{FF2B5EF4-FFF2-40B4-BE49-F238E27FC236}">
                      <a16:creationId xmlns:a16="http://schemas.microsoft.com/office/drawing/2014/main" id="{71C9A824-3A5C-635B-C3DE-2F8DE7668077}"/>
                    </a:ext>
                  </a:extLst>
                </p:cNvPr>
                <p:cNvPicPr/>
                <p:nvPr/>
              </p:nvPicPr>
              <p:blipFill>
                <a:blip r:embed="rId115"/>
                <a:stretch>
                  <a:fillRect/>
                </a:stretch>
              </p:blipFill>
              <p:spPr>
                <a:xfrm>
                  <a:off x="4569640" y="6043590"/>
                  <a:ext cx="111960" cy="117000"/>
                </a:xfrm>
                <a:prstGeom prst="rect">
                  <a:avLst/>
                </a:prstGeom>
              </p:spPr>
            </p:pic>
          </mc:Fallback>
        </mc:AlternateContent>
      </p:grpSp>
      <p:grpSp>
        <p:nvGrpSpPr>
          <p:cNvPr id="81" name="Group 80">
            <a:extLst>
              <a:ext uri="{FF2B5EF4-FFF2-40B4-BE49-F238E27FC236}">
                <a16:creationId xmlns:a16="http://schemas.microsoft.com/office/drawing/2014/main" id="{4A9E43FE-CF5C-1DDB-FD07-F19E88F8315C}"/>
              </a:ext>
            </a:extLst>
          </p:cNvPr>
          <p:cNvGrpSpPr/>
          <p:nvPr/>
        </p:nvGrpSpPr>
        <p:grpSpPr>
          <a:xfrm>
            <a:off x="4978960" y="6090030"/>
            <a:ext cx="154800" cy="195480"/>
            <a:chOff x="4978960" y="6090030"/>
            <a:chExt cx="154800" cy="195480"/>
          </a:xfrm>
        </p:grpSpPr>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C6FD8C0E-5EB6-4638-7F93-2BA5AD916B0A}"/>
                    </a:ext>
                  </a:extLst>
                </p14:cNvPr>
                <p14:cNvContentPartPr/>
                <p14:nvPr/>
              </p14:nvContentPartPr>
              <p14:xfrm>
                <a:off x="4978960" y="6202350"/>
                <a:ext cx="26640" cy="82080"/>
              </p14:xfrm>
            </p:contentPart>
          </mc:Choice>
          <mc:Fallback xmlns="">
            <p:pic>
              <p:nvPicPr>
                <p:cNvPr id="77" name="Ink 76">
                  <a:extLst>
                    <a:ext uri="{FF2B5EF4-FFF2-40B4-BE49-F238E27FC236}">
                      <a16:creationId xmlns:a16="http://schemas.microsoft.com/office/drawing/2014/main" id="{C6FD8C0E-5EB6-4638-7F93-2BA5AD916B0A}"/>
                    </a:ext>
                  </a:extLst>
                </p:cNvPr>
                <p:cNvPicPr/>
                <p:nvPr/>
              </p:nvPicPr>
              <p:blipFill>
                <a:blip r:embed="rId117"/>
                <a:stretch>
                  <a:fillRect/>
                </a:stretch>
              </p:blipFill>
              <p:spPr>
                <a:xfrm>
                  <a:off x="4974640" y="6198030"/>
                  <a:ext cx="352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8" name="Ink 77">
                  <a:extLst>
                    <a:ext uri="{FF2B5EF4-FFF2-40B4-BE49-F238E27FC236}">
                      <a16:creationId xmlns:a16="http://schemas.microsoft.com/office/drawing/2014/main" id="{1BA8851E-9BE8-6D59-52E8-C9701A509F4F}"/>
                    </a:ext>
                  </a:extLst>
                </p14:cNvPr>
                <p14:cNvContentPartPr/>
                <p14:nvPr/>
              </p14:nvContentPartPr>
              <p14:xfrm>
                <a:off x="5039080" y="6090030"/>
                <a:ext cx="14040" cy="40320"/>
              </p14:xfrm>
            </p:contentPart>
          </mc:Choice>
          <mc:Fallback xmlns="">
            <p:pic>
              <p:nvPicPr>
                <p:cNvPr id="78" name="Ink 77">
                  <a:extLst>
                    <a:ext uri="{FF2B5EF4-FFF2-40B4-BE49-F238E27FC236}">
                      <a16:creationId xmlns:a16="http://schemas.microsoft.com/office/drawing/2014/main" id="{1BA8851E-9BE8-6D59-52E8-C9701A509F4F}"/>
                    </a:ext>
                  </a:extLst>
                </p:cNvPr>
                <p:cNvPicPr/>
                <p:nvPr/>
              </p:nvPicPr>
              <p:blipFill>
                <a:blip r:embed="rId119"/>
                <a:stretch>
                  <a:fillRect/>
                </a:stretch>
              </p:blipFill>
              <p:spPr>
                <a:xfrm>
                  <a:off x="5034760" y="6085710"/>
                  <a:ext cx="226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Ink 78">
                  <a:extLst>
                    <a:ext uri="{FF2B5EF4-FFF2-40B4-BE49-F238E27FC236}">
                      <a16:creationId xmlns:a16="http://schemas.microsoft.com/office/drawing/2014/main" id="{BEB770FE-6AC6-9BB4-BDFF-B00E214E67B1}"/>
                    </a:ext>
                  </a:extLst>
                </p14:cNvPr>
                <p14:cNvContentPartPr/>
                <p14:nvPr/>
              </p14:nvContentPartPr>
              <p14:xfrm>
                <a:off x="5074360" y="6181470"/>
                <a:ext cx="59400" cy="104040"/>
              </p14:xfrm>
            </p:contentPart>
          </mc:Choice>
          <mc:Fallback xmlns="">
            <p:pic>
              <p:nvPicPr>
                <p:cNvPr id="79" name="Ink 78">
                  <a:extLst>
                    <a:ext uri="{FF2B5EF4-FFF2-40B4-BE49-F238E27FC236}">
                      <a16:creationId xmlns:a16="http://schemas.microsoft.com/office/drawing/2014/main" id="{BEB770FE-6AC6-9BB4-BDFF-B00E214E67B1}"/>
                    </a:ext>
                  </a:extLst>
                </p:cNvPr>
                <p:cNvPicPr/>
                <p:nvPr/>
              </p:nvPicPr>
              <p:blipFill>
                <a:blip r:embed="rId121"/>
                <a:stretch>
                  <a:fillRect/>
                </a:stretch>
              </p:blipFill>
              <p:spPr>
                <a:xfrm>
                  <a:off x="5070040" y="6177150"/>
                  <a:ext cx="68040" cy="112680"/>
                </a:xfrm>
                <a:prstGeom prst="rect">
                  <a:avLst/>
                </a:prstGeom>
              </p:spPr>
            </p:pic>
          </mc:Fallback>
        </mc:AlternateContent>
      </p:grpSp>
      <p:grpSp>
        <p:nvGrpSpPr>
          <p:cNvPr id="84" name="Group 83">
            <a:extLst>
              <a:ext uri="{FF2B5EF4-FFF2-40B4-BE49-F238E27FC236}">
                <a16:creationId xmlns:a16="http://schemas.microsoft.com/office/drawing/2014/main" id="{F73AF1FF-FD98-A97B-6238-2214E77AD1A4}"/>
              </a:ext>
            </a:extLst>
          </p:cNvPr>
          <p:cNvGrpSpPr/>
          <p:nvPr/>
        </p:nvGrpSpPr>
        <p:grpSpPr>
          <a:xfrm>
            <a:off x="5328520" y="6088230"/>
            <a:ext cx="298800" cy="228960"/>
            <a:chOff x="5328520" y="6088230"/>
            <a:chExt cx="298800" cy="228960"/>
          </a:xfrm>
        </p:grpSpPr>
        <mc:AlternateContent xmlns:mc="http://schemas.openxmlformats.org/markup-compatibility/2006" xmlns:p14="http://schemas.microsoft.com/office/powerpoint/2010/main">
          <mc:Choice Requires="p14">
            <p:contentPart p14:bwMode="auto" r:id="rId122">
              <p14:nvContentPartPr>
                <p14:cNvPr id="80" name="Ink 79">
                  <a:extLst>
                    <a:ext uri="{FF2B5EF4-FFF2-40B4-BE49-F238E27FC236}">
                      <a16:creationId xmlns:a16="http://schemas.microsoft.com/office/drawing/2014/main" id="{BB2375AE-51FE-8D3A-2D82-06D1335226B0}"/>
                    </a:ext>
                  </a:extLst>
                </p14:cNvPr>
                <p14:cNvContentPartPr/>
                <p14:nvPr/>
              </p14:nvContentPartPr>
              <p14:xfrm>
                <a:off x="5328520" y="6090030"/>
                <a:ext cx="99000" cy="227160"/>
              </p14:xfrm>
            </p:contentPart>
          </mc:Choice>
          <mc:Fallback xmlns="">
            <p:pic>
              <p:nvPicPr>
                <p:cNvPr id="80" name="Ink 79">
                  <a:extLst>
                    <a:ext uri="{FF2B5EF4-FFF2-40B4-BE49-F238E27FC236}">
                      <a16:creationId xmlns:a16="http://schemas.microsoft.com/office/drawing/2014/main" id="{BB2375AE-51FE-8D3A-2D82-06D1335226B0}"/>
                    </a:ext>
                  </a:extLst>
                </p:cNvPr>
                <p:cNvPicPr/>
                <p:nvPr/>
              </p:nvPicPr>
              <p:blipFill>
                <a:blip r:embed="rId123"/>
                <a:stretch>
                  <a:fillRect/>
                </a:stretch>
              </p:blipFill>
              <p:spPr>
                <a:xfrm>
                  <a:off x="5324200" y="6085710"/>
                  <a:ext cx="1076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2" name="Ink 81">
                  <a:extLst>
                    <a:ext uri="{FF2B5EF4-FFF2-40B4-BE49-F238E27FC236}">
                      <a16:creationId xmlns:a16="http://schemas.microsoft.com/office/drawing/2014/main" id="{528C2CC6-40C9-528B-93DB-847251E859C4}"/>
                    </a:ext>
                  </a:extLst>
                </p14:cNvPr>
                <p14:cNvContentPartPr/>
                <p14:nvPr/>
              </p14:nvContentPartPr>
              <p14:xfrm>
                <a:off x="5342920" y="6088230"/>
                <a:ext cx="228600" cy="201600"/>
              </p14:xfrm>
            </p:contentPart>
          </mc:Choice>
          <mc:Fallback xmlns="">
            <p:pic>
              <p:nvPicPr>
                <p:cNvPr id="82" name="Ink 81">
                  <a:extLst>
                    <a:ext uri="{FF2B5EF4-FFF2-40B4-BE49-F238E27FC236}">
                      <a16:creationId xmlns:a16="http://schemas.microsoft.com/office/drawing/2014/main" id="{528C2CC6-40C9-528B-93DB-847251E859C4}"/>
                    </a:ext>
                  </a:extLst>
                </p:cNvPr>
                <p:cNvPicPr/>
                <p:nvPr/>
              </p:nvPicPr>
              <p:blipFill>
                <a:blip r:embed="rId125"/>
                <a:stretch>
                  <a:fillRect/>
                </a:stretch>
              </p:blipFill>
              <p:spPr>
                <a:xfrm>
                  <a:off x="5338600" y="6083910"/>
                  <a:ext cx="2372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3" name="Ink 82">
                  <a:extLst>
                    <a:ext uri="{FF2B5EF4-FFF2-40B4-BE49-F238E27FC236}">
                      <a16:creationId xmlns:a16="http://schemas.microsoft.com/office/drawing/2014/main" id="{B8EDE2B3-80DF-8155-610A-DC757D66B7F6}"/>
                    </a:ext>
                  </a:extLst>
                </p14:cNvPr>
                <p14:cNvContentPartPr/>
                <p14:nvPr/>
              </p14:nvContentPartPr>
              <p14:xfrm>
                <a:off x="5547400" y="6231870"/>
                <a:ext cx="79920" cy="58320"/>
              </p14:xfrm>
            </p:contentPart>
          </mc:Choice>
          <mc:Fallback xmlns="">
            <p:pic>
              <p:nvPicPr>
                <p:cNvPr id="83" name="Ink 82">
                  <a:extLst>
                    <a:ext uri="{FF2B5EF4-FFF2-40B4-BE49-F238E27FC236}">
                      <a16:creationId xmlns:a16="http://schemas.microsoft.com/office/drawing/2014/main" id="{B8EDE2B3-80DF-8155-610A-DC757D66B7F6}"/>
                    </a:ext>
                  </a:extLst>
                </p:cNvPr>
                <p:cNvPicPr/>
                <p:nvPr/>
              </p:nvPicPr>
              <p:blipFill>
                <a:blip r:embed="rId127"/>
                <a:stretch>
                  <a:fillRect/>
                </a:stretch>
              </p:blipFill>
              <p:spPr>
                <a:xfrm>
                  <a:off x="5543080" y="6227550"/>
                  <a:ext cx="88560" cy="66960"/>
                </a:xfrm>
                <a:prstGeom prst="rect">
                  <a:avLst/>
                </a:prstGeom>
              </p:spPr>
            </p:pic>
          </mc:Fallback>
        </mc:AlternateContent>
      </p:grpSp>
      <p:grpSp>
        <p:nvGrpSpPr>
          <p:cNvPr id="100" name="Group 99">
            <a:extLst>
              <a:ext uri="{FF2B5EF4-FFF2-40B4-BE49-F238E27FC236}">
                <a16:creationId xmlns:a16="http://schemas.microsoft.com/office/drawing/2014/main" id="{B54585D2-4803-88E2-4B99-BF4CC7AA777D}"/>
              </a:ext>
            </a:extLst>
          </p:cNvPr>
          <p:cNvGrpSpPr/>
          <p:nvPr/>
        </p:nvGrpSpPr>
        <p:grpSpPr>
          <a:xfrm>
            <a:off x="7442080" y="6042150"/>
            <a:ext cx="597240" cy="238680"/>
            <a:chOff x="7442080" y="6042150"/>
            <a:chExt cx="597240" cy="238680"/>
          </a:xfrm>
        </p:grpSpPr>
        <mc:AlternateContent xmlns:mc="http://schemas.openxmlformats.org/markup-compatibility/2006" xmlns:p14="http://schemas.microsoft.com/office/powerpoint/2010/main">
          <mc:Choice Requires="p14">
            <p:contentPart p14:bwMode="auto" r:id="rId128">
              <p14:nvContentPartPr>
                <p14:cNvPr id="95" name="Ink 94">
                  <a:extLst>
                    <a:ext uri="{FF2B5EF4-FFF2-40B4-BE49-F238E27FC236}">
                      <a16:creationId xmlns:a16="http://schemas.microsoft.com/office/drawing/2014/main" id="{56719B1C-BDED-4E3D-D08E-39DEFA6E32AF}"/>
                    </a:ext>
                  </a:extLst>
                </p14:cNvPr>
                <p14:cNvContentPartPr/>
                <p14:nvPr/>
              </p14:nvContentPartPr>
              <p14:xfrm>
                <a:off x="7457920" y="6042150"/>
                <a:ext cx="78840" cy="236160"/>
              </p14:xfrm>
            </p:contentPart>
          </mc:Choice>
          <mc:Fallback xmlns="">
            <p:pic>
              <p:nvPicPr>
                <p:cNvPr id="95" name="Ink 94">
                  <a:extLst>
                    <a:ext uri="{FF2B5EF4-FFF2-40B4-BE49-F238E27FC236}">
                      <a16:creationId xmlns:a16="http://schemas.microsoft.com/office/drawing/2014/main" id="{56719B1C-BDED-4E3D-D08E-39DEFA6E32AF}"/>
                    </a:ext>
                  </a:extLst>
                </p:cNvPr>
                <p:cNvPicPr/>
                <p:nvPr/>
              </p:nvPicPr>
              <p:blipFill>
                <a:blip r:embed="rId129"/>
                <a:stretch>
                  <a:fillRect/>
                </a:stretch>
              </p:blipFill>
              <p:spPr>
                <a:xfrm>
                  <a:off x="7453600" y="6037830"/>
                  <a:ext cx="874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6" name="Ink 95">
                  <a:extLst>
                    <a:ext uri="{FF2B5EF4-FFF2-40B4-BE49-F238E27FC236}">
                      <a16:creationId xmlns:a16="http://schemas.microsoft.com/office/drawing/2014/main" id="{616B64B3-56DE-5786-9E34-794FD387F53C}"/>
                    </a:ext>
                  </a:extLst>
                </p14:cNvPr>
                <p14:cNvContentPartPr/>
                <p14:nvPr/>
              </p14:nvContentPartPr>
              <p14:xfrm>
                <a:off x="7442080" y="6135390"/>
                <a:ext cx="150120" cy="11880"/>
              </p14:xfrm>
            </p:contentPart>
          </mc:Choice>
          <mc:Fallback xmlns="">
            <p:pic>
              <p:nvPicPr>
                <p:cNvPr id="96" name="Ink 95">
                  <a:extLst>
                    <a:ext uri="{FF2B5EF4-FFF2-40B4-BE49-F238E27FC236}">
                      <a16:creationId xmlns:a16="http://schemas.microsoft.com/office/drawing/2014/main" id="{616B64B3-56DE-5786-9E34-794FD387F53C}"/>
                    </a:ext>
                  </a:extLst>
                </p:cNvPr>
                <p:cNvPicPr/>
                <p:nvPr/>
              </p:nvPicPr>
              <p:blipFill>
                <a:blip r:embed="rId131"/>
                <a:stretch>
                  <a:fillRect/>
                </a:stretch>
              </p:blipFill>
              <p:spPr>
                <a:xfrm>
                  <a:off x="7437760" y="6131070"/>
                  <a:ext cx="1587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7" name="Ink 96">
                  <a:extLst>
                    <a:ext uri="{FF2B5EF4-FFF2-40B4-BE49-F238E27FC236}">
                      <a16:creationId xmlns:a16="http://schemas.microsoft.com/office/drawing/2014/main" id="{E0D8F51D-EBB0-D677-362B-15FFA8517BCD}"/>
                    </a:ext>
                  </a:extLst>
                </p14:cNvPr>
                <p14:cNvContentPartPr/>
                <p14:nvPr/>
              </p14:nvContentPartPr>
              <p14:xfrm>
                <a:off x="7595800" y="6179670"/>
                <a:ext cx="90360" cy="101160"/>
              </p14:xfrm>
            </p:contentPart>
          </mc:Choice>
          <mc:Fallback xmlns="">
            <p:pic>
              <p:nvPicPr>
                <p:cNvPr id="97" name="Ink 96">
                  <a:extLst>
                    <a:ext uri="{FF2B5EF4-FFF2-40B4-BE49-F238E27FC236}">
                      <a16:creationId xmlns:a16="http://schemas.microsoft.com/office/drawing/2014/main" id="{E0D8F51D-EBB0-D677-362B-15FFA8517BCD}"/>
                    </a:ext>
                  </a:extLst>
                </p:cNvPr>
                <p:cNvPicPr/>
                <p:nvPr/>
              </p:nvPicPr>
              <p:blipFill>
                <a:blip r:embed="rId133"/>
                <a:stretch>
                  <a:fillRect/>
                </a:stretch>
              </p:blipFill>
              <p:spPr>
                <a:xfrm>
                  <a:off x="7591480" y="6175350"/>
                  <a:ext cx="990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8" name="Ink 97">
                  <a:extLst>
                    <a:ext uri="{FF2B5EF4-FFF2-40B4-BE49-F238E27FC236}">
                      <a16:creationId xmlns:a16="http://schemas.microsoft.com/office/drawing/2014/main" id="{124EFAB5-3E0E-6E94-835E-76D0973FBF81}"/>
                    </a:ext>
                  </a:extLst>
                </p14:cNvPr>
                <p14:cNvContentPartPr/>
                <p14:nvPr/>
              </p14:nvContentPartPr>
              <p14:xfrm>
                <a:off x="7739440" y="6153390"/>
                <a:ext cx="43920" cy="124560"/>
              </p14:xfrm>
            </p:contentPart>
          </mc:Choice>
          <mc:Fallback xmlns="">
            <p:pic>
              <p:nvPicPr>
                <p:cNvPr id="98" name="Ink 97">
                  <a:extLst>
                    <a:ext uri="{FF2B5EF4-FFF2-40B4-BE49-F238E27FC236}">
                      <a16:creationId xmlns:a16="http://schemas.microsoft.com/office/drawing/2014/main" id="{124EFAB5-3E0E-6E94-835E-76D0973FBF81}"/>
                    </a:ext>
                  </a:extLst>
                </p:cNvPr>
                <p:cNvPicPr/>
                <p:nvPr/>
              </p:nvPicPr>
              <p:blipFill>
                <a:blip r:embed="rId135"/>
                <a:stretch>
                  <a:fillRect/>
                </a:stretch>
              </p:blipFill>
              <p:spPr>
                <a:xfrm>
                  <a:off x="7735120" y="6149070"/>
                  <a:ext cx="525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9" name="Ink 98">
                  <a:extLst>
                    <a:ext uri="{FF2B5EF4-FFF2-40B4-BE49-F238E27FC236}">
                      <a16:creationId xmlns:a16="http://schemas.microsoft.com/office/drawing/2014/main" id="{68E0C0CA-A506-A8D6-713E-4AF65FC6C218}"/>
                    </a:ext>
                  </a:extLst>
                </p14:cNvPr>
                <p14:cNvContentPartPr/>
                <p14:nvPr/>
              </p14:nvContentPartPr>
              <p14:xfrm>
                <a:off x="7823680" y="6171750"/>
                <a:ext cx="215640" cy="98640"/>
              </p14:xfrm>
            </p:contentPart>
          </mc:Choice>
          <mc:Fallback xmlns="">
            <p:pic>
              <p:nvPicPr>
                <p:cNvPr id="99" name="Ink 98">
                  <a:extLst>
                    <a:ext uri="{FF2B5EF4-FFF2-40B4-BE49-F238E27FC236}">
                      <a16:creationId xmlns:a16="http://schemas.microsoft.com/office/drawing/2014/main" id="{68E0C0CA-A506-A8D6-713E-4AF65FC6C218}"/>
                    </a:ext>
                  </a:extLst>
                </p:cNvPr>
                <p:cNvPicPr/>
                <p:nvPr/>
              </p:nvPicPr>
              <p:blipFill>
                <a:blip r:embed="rId137"/>
                <a:stretch>
                  <a:fillRect/>
                </a:stretch>
              </p:blipFill>
              <p:spPr>
                <a:xfrm>
                  <a:off x="7819360" y="6167430"/>
                  <a:ext cx="224280" cy="107280"/>
                </a:xfrm>
                <a:prstGeom prst="rect">
                  <a:avLst/>
                </a:prstGeom>
              </p:spPr>
            </p:pic>
          </mc:Fallback>
        </mc:AlternateContent>
      </p:grpSp>
      <p:grpSp>
        <p:nvGrpSpPr>
          <p:cNvPr id="103" name="Group 102">
            <a:extLst>
              <a:ext uri="{FF2B5EF4-FFF2-40B4-BE49-F238E27FC236}">
                <a16:creationId xmlns:a16="http://schemas.microsoft.com/office/drawing/2014/main" id="{04244C9A-635C-978A-A357-EE8FBFEC8435}"/>
              </a:ext>
            </a:extLst>
          </p:cNvPr>
          <p:cNvGrpSpPr/>
          <p:nvPr/>
        </p:nvGrpSpPr>
        <p:grpSpPr>
          <a:xfrm>
            <a:off x="5949880" y="6055470"/>
            <a:ext cx="1270080" cy="371160"/>
            <a:chOff x="5949880" y="6055470"/>
            <a:chExt cx="1270080" cy="371160"/>
          </a:xfrm>
        </p:grpSpPr>
        <mc:AlternateContent xmlns:mc="http://schemas.openxmlformats.org/markup-compatibility/2006" xmlns:p14="http://schemas.microsoft.com/office/powerpoint/2010/main">
          <mc:Choice Requires="p14">
            <p:contentPart p14:bwMode="auto" r:id="rId138">
              <p14:nvContentPartPr>
                <p14:cNvPr id="85" name="Ink 84">
                  <a:extLst>
                    <a:ext uri="{FF2B5EF4-FFF2-40B4-BE49-F238E27FC236}">
                      <a16:creationId xmlns:a16="http://schemas.microsoft.com/office/drawing/2014/main" id="{D07D37F3-E930-E114-2DC4-B45A3D2FEAC0}"/>
                    </a:ext>
                  </a:extLst>
                </p14:cNvPr>
                <p14:cNvContentPartPr/>
                <p14:nvPr/>
              </p14:nvContentPartPr>
              <p14:xfrm>
                <a:off x="5949880" y="6055470"/>
                <a:ext cx="271440" cy="262080"/>
              </p14:xfrm>
            </p:contentPart>
          </mc:Choice>
          <mc:Fallback xmlns="">
            <p:pic>
              <p:nvPicPr>
                <p:cNvPr id="85" name="Ink 84">
                  <a:extLst>
                    <a:ext uri="{FF2B5EF4-FFF2-40B4-BE49-F238E27FC236}">
                      <a16:creationId xmlns:a16="http://schemas.microsoft.com/office/drawing/2014/main" id="{D07D37F3-E930-E114-2DC4-B45A3D2FEAC0}"/>
                    </a:ext>
                  </a:extLst>
                </p:cNvPr>
                <p:cNvPicPr/>
                <p:nvPr/>
              </p:nvPicPr>
              <p:blipFill>
                <a:blip r:embed="rId139"/>
                <a:stretch>
                  <a:fillRect/>
                </a:stretch>
              </p:blipFill>
              <p:spPr>
                <a:xfrm>
                  <a:off x="5945560" y="6051150"/>
                  <a:ext cx="2800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6" name="Ink 85">
                  <a:extLst>
                    <a:ext uri="{FF2B5EF4-FFF2-40B4-BE49-F238E27FC236}">
                      <a16:creationId xmlns:a16="http://schemas.microsoft.com/office/drawing/2014/main" id="{ADA7C01D-CB30-6EB7-0385-DC12A48FFDA6}"/>
                    </a:ext>
                  </a:extLst>
                </p14:cNvPr>
                <p14:cNvContentPartPr/>
                <p14:nvPr/>
              </p14:nvContentPartPr>
              <p14:xfrm>
                <a:off x="6176680" y="6239430"/>
                <a:ext cx="54360" cy="97560"/>
              </p14:xfrm>
            </p:contentPart>
          </mc:Choice>
          <mc:Fallback xmlns="">
            <p:pic>
              <p:nvPicPr>
                <p:cNvPr id="86" name="Ink 85">
                  <a:extLst>
                    <a:ext uri="{FF2B5EF4-FFF2-40B4-BE49-F238E27FC236}">
                      <a16:creationId xmlns:a16="http://schemas.microsoft.com/office/drawing/2014/main" id="{ADA7C01D-CB30-6EB7-0385-DC12A48FFDA6}"/>
                    </a:ext>
                  </a:extLst>
                </p:cNvPr>
                <p:cNvPicPr/>
                <p:nvPr/>
              </p:nvPicPr>
              <p:blipFill>
                <a:blip r:embed="rId141"/>
                <a:stretch>
                  <a:fillRect/>
                </a:stretch>
              </p:blipFill>
              <p:spPr>
                <a:xfrm>
                  <a:off x="6172360" y="6235110"/>
                  <a:ext cx="630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7" name="Ink 86">
                  <a:extLst>
                    <a:ext uri="{FF2B5EF4-FFF2-40B4-BE49-F238E27FC236}">
                      <a16:creationId xmlns:a16="http://schemas.microsoft.com/office/drawing/2014/main" id="{AB1DE000-A75A-9328-54C1-C5FC20BCDC42}"/>
                    </a:ext>
                  </a:extLst>
                </p14:cNvPr>
                <p14:cNvContentPartPr/>
                <p14:nvPr/>
              </p14:nvContentPartPr>
              <p14:xfrm>
                <a:off x="6281440" y="6245910"/>
                <a:ext cx="204840" cy="109440"/>
              </p14:xfrm>
            </p:contentPart>
          </mc:Choice>
          <mc:Fallback xmlns="">
            <p:pic>
              <p:nvPicPr>
                <p:cNvPr id="87" name="Ink 86">
                  <a:extLst>
                    <a:ext uri="{FF2B5EF4-FFF2-40B4-BE49-F238E27FC236}">
                      <a16:creationId xmlns:a16="http://schemas.microsoft.com/office/drawing/2014/main" id="{AB1DE000-A75A-9328-54C1-C5FC20BCDC42}"/>
                    </a:ext>
                  </a:extLst>
                </p:cNvPr>
                <p:cNvPicPr/>
                <p:nvPr/>
              </p:nvPicPr>
              <p:blipFill>
                <a:blip r:embed="rId143"/>
                <a:stretch>
                  <a:fillRect/>
                </a:stretch>
              </p:blipFill>
              <p:spPr>
                <a:xfrm>
                  <a:off x="6277120" y="6241590"/>
                  <a:ext cx="2134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8" name="Ink 87">
                  <a:extLst>
                    <a:ext uri="{FF2B5EF4-FFF2-40B4-BE49-F238E27FC236}">
                      <a16:creationId xmlns:a16="http://schemas.microsoft.com/office/drawing/2014/main" id="{B40CD45D-7C4F-BC77-592E-94C26AEFF82E}"/>
                    </a:ext>
                  </a:extLst>
                </p14:cNvPr>
                <p14:cNvContentPartPr/>
                <p14:nvPr/>
              </p14:nvContentPartPr>
              <p14:xfrm>
                <a:off x="6519400" y="6288030"/>
                <a:ext cx="8280" cy="39600"/>
              </p14:xfrm>
            </p:contentPart>
          </mc:Choice>
          <mc:Fallback xmlns="">
            <p:pic>
              <p:nvPicPr>
                <p:cNvPr id="88" name="Ink 87">
                  <a:extLst>
                    <a:ext uri="{FF2B5EF4-FFF2-40B4-BE49-F238E27FC236}">
                      <a16:creationId xmlns:a16="http://schemas.microsoft.com/office/drawing/2014/main" id="{B40CD45D-7C4F-BC77-592E-94C26AEFF82E}"/>
                    </a:ext>
                  </a:extLst>
                </p:cNvPr>
                <p:cNvPicPr/>
                <p:nvPr/>
              </p:nvPicPr>
              <p:blipFill>
                <a:blip r:embed="rId145"/>
                <a:stretch>
                  <a:fillRect/>
                </a:stretch>
              </p:blipFill>
              <p:spPr>
                <a:xfrm>
                  <a:off x="6515080" y="6283710"/>
                  <a:ext cx="169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9" name="Ink 88">
                  <a:extLst>
                    <a:ext uri="{FF2B5EF4-FFF2-40B4-BE49-F238E27FC236}">
                      <a16:creationId xmlns:a16="http://schemas.microsoft.com/office/drawing/2014/main" id="{D2A79D4B-84F4-8A6E-7CB4-8ED404EF4D25}"/>
                    </a:ext>
                  </a:extLst>
                </p14:cNvPr>
                <p14:cNvContentPartPr/>
                <p14:nvPr/>
              </p14:nvContentPartPr>
              <p14:xfrm>
                <a:off x="6567640" y="6178230"/>
                <a:ext cx="25920" cy="44640"/>
              </p14:xfrm>
            </p:contentPart>
          </mc:Choice>
          <mc:Fallback xmlns="">
            <p:pic>
              <p:nvPicPr>
                <p:cNvPr id="89" name="Ink 88">
                  <a:extLst>
                    <a:ext uri="{FF2B5EF4-FFF2-40B4-BE49-F238E27FC236}">
                      <a16:creationId xmlns:a16="http://schemas.microsoft.com/office/drawing/2014/main" id="{D2A79D4B-84F4-8A6E-7CB4-8ED404EF4D25}"/>
                    </a:ext>
                  </a:extLst>
                </p:cNvPr>
                <p:cNvPicPr/>
                <p:nvPr/>
              </p:nvPicPr>
              <p:blipFill>
                <a:blip r:embed="rId147"/>
                <a:stretch>
                  <a:fillRect/>
                </a:stretch>
              </p:blipFill>
              <p:spPr>
                <a:xfrm>
                  <a:off x="6563320" y="6173910"/>
                  <a:ext cx="345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0" name="Ink 89">
                  <a:extLst>
                    <a:ext uri="{FF2B5EF4-FFF2-40B4-BE49-F238E27FC236}">
                      <a16:creationId xmlns:a16="http://schemas.microsoft.com/office/drawing/2014/main" id="{62F679F8-F53F-9D67-9987-427F591068F3}"/>
                    </a:ext>
                  </a:extLst>
                </p14:cNvPr>
                <p14:cNvContentPartPr/>
                <p14:nvPr/>
              </p14:nvContentPartPr>
              <p14:xfrm>
                <a:off x="6593200" y="6270390"/>
                <a:ext cx="123840" cy="44640"/>
              </p14:xfrm>
            </p:contentPart>
          </mc:Choice>
          <mc:Fallback xmlns="">
            <p:pic>
              <p:nvPicPr>
                <p:cNvPr id="90" name="Ink 89">
                  <a:extLst>
                    <a:ext uri="{FF2B5EF4-FFF2-40B4-BE49-F238E27FC236}">
                      <a16:creationId xmlns:a16="http://schemas.microsoft.com/office/drawing/2014/main" id="{62F679F8-F53F-9D67-9987-427F591068F3}"/>
                    </a:ext>
                  </a:extLst>
                </p:cNvPr>
                <p:cNvPicPr/>
                <p:nvPr/>
              </p:nvPicPr>
              <p:blipFill>
                <a:blip r:embed="rId149"/>
                <a:stretch>
                  <a:fillRect/>
                </a:stretch>
              </p:blipFill>
              <p:spPr>
                <a:xfrm>
                  <a:off x="6588880" y="6266070"/>
                  <a:ext cx="1324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1" name="Ink 90">
                  <a:extLst>
                    <a:ext uri="{FF2B5EF4-FFF2-40B4-BE49-F238E27FC236}">
                      <a16:creationId xmlns:a16="http://schemas.microsoft.com/office/drawing/2014/main" id="{E18A69E4-AA95-8478-5C42-B7DAD0310451}"/>
                    </a:ext>
                  </a:extLst>
                </p14:cNvPr>
                <p14:cNvContentPartPr/>
                <p14:nvPr/>
              </p14:nvContentPartPr>
              <p14:xfrm>
                <a:off x="6759160" y="6219990"/>
                <a:ext cx="98640" cy="97200"/>
              </p14:xfrm>
            </p:contentPart>
          </mc:Choice>
          <mc:Fallback xmlns="">
            <p:pic>
              <p:nvPicPr>
                <p:cNvPr id="91" name="Ink 90">
                  <a:extLst>
                    <a:ext uri="{FF2B5EF4-FFF2-40B4-BE49-F238E27FC236}">
                      <a16:creationId xmlns:a16="http://schemas.microsoft.com/office/drawing/2014/main" id="{E18A69E4-AA95-8478-5C42-B7DAD0310451}"/>
                    </a:ext>
                  </a:extLst>
                </p:cNvPr>
                <p:cNvPicPr/>
                <p:nvPr/>
              </p:nvPicPr>
              <p:blipFill>
                <a:blip r:embed="rId151"/>
                <a:stretch>
                  <a:fillRect/>
                </a:stretch>
              </p:blipFill>
              <p:spPr>
                <a:xfrm>
                  <a:off x="6754840" y="6215670"/>
                  <a:ext cx="1072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5DD7BFDF-D166-AB33-278A-49735308F15B}"/>
                    </a:ext>
                  </a:extLst>
                </p14:cNvPr>
                <p14:cNvContentPartPr/>
                <p14:nvPr/>
              </p14:nvContentPartPr>
              <p14:xfrm>
                <a:off x="6919720" y="6270390"/>
                <a:ext cx="87120" cy="57240"/>
              </p14:xfrm>
            </p:contentPart>
          </mc:Choice>
          <mc:Fallback xmlns="">
            <p:pic>
              <p:nvPicPr>
                <p:cNvPr id="92" name="Ink 91">
                  <a:extLst>
                    <a:ext uri="{FF2B5EF4-FFF2-40B4-BE49-F238E27FC236}">
                      <a16:creationId xmlns:a16="http://schemas.microsoft.com/office/drawing/2014/main" id="{5DD7BFDF-D166-AB33-278A-49735308F15B}"/>
                    </a:ext>
                  </a:extLst>
                </p:cNvPr>
                <p:cNvPicPr/>
                <p:nvPr/>
              </p:nvPicPr>
              <p:blipFill>
                <a:blip r:embed="rId153"/>
                <a:stretch>
                  <a:fillRect/>
                </a:stretch>
              </p:blipFill>
              <p:spPr>
                <a:xfrm>
                  <a:off x="6915400" y="6266070"/>
                  <a:ext cx="9576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A019F666-36E0-BAE5-D69E-40B68CE09D50}"/>
                    </a:ext>
                  </a:extLst>
                </p14:cNvPr>
                <p14:cNvContentPartPr/>
                <p14:nvPr/>
              </p14:nvContentPartPr>
              <p14:xfrm>
                <a:off x="7125640" y="6114870"/>
                <a:ext cx="52560" cy="171360"/>
              </p14:xfrm>
            </p:contentPart>
          </mc:Choice>
          <mc:Fallback xmlns="">
            <p:pic>
              <p:nvPicPr>
                <p:cNvPr id="93" name="Ink 92">
                  <a:extLst>
                    <a:ext uri="{FF2B5EF4-FFF2-40B4-BE49-F238E27FC236}">
                      <a16:creationId xmlns:a16="http://schemas.microsoft.com/office/drawing/2014/main" id="{A019F666-36E0-BAE5-D69E-40B68CE09D50}"/>
                    </a:ext>
                  </a:extLst>
                </p:cNvPr>
                <p:cNvPicPr/>
                <p:nvPr/>
              </p:nvPicPr>
              <p:blipFill>
                <a:blip r:embed="rId155"/>
                <a:stretch>
                  <a:fillRect/>
                </a:stretch>
              </p:blipFill>
              <p:spPr>
                <a:xfrm>
                  <a:off x="7121320" y="6110550"/>
                  <a:ext cx="612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7A58788B-6FD1-E1D6-0A59-2FDA1E2C250D}"/>
                    </a:ext>
                  </a:extLst>
                </p14:cNvPr>
                <p14:cNvContentPartPr/>
                <p14:nvPr/>
              </p14:nvContentPartPr>
              <p14:xfrm>
                <a:off x="7091440" y="6181470"/>
                <a:ext cx="128520" cy="6840"/>
              </p14:xfrm>
            </p:contentPart>
          </mc:Choice>
          <mc:Fallback xmlns="">
            <p:pic>
              <p:nvPicPr>
                <p:cNvPr id="94" name="Ink 93">
                  <a:extLst>
                    <a:ext uri="{FF2B5EF4-FFF2-40B4-BE49-F238E27FC236}">
                      <a16:creationId xmlns:a16="http://schemas.microsoft.com/office/drawing/2014/main" id="{7A58788B-6FD1-E1D6-0A59-2FDA1E2C250D}"/>
                    </a:ext>
                  </a:extLst>
                </p:cNvPr>
                <p:cNvPicPr/>
                <p:nvPr/>
              </p:nvPicPr>
              <p:blipFill>
                <a:blip r:embed="rId157"/>
                <a:stretch>
                  <a:fillRect/>
                </a:stretch>
              </p:blipFill>
              <p:spPr>
                <a:xfrm>
                  <a:off x="7087120" y="6177150"/>
                  <a:ext cx="13716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2" name="Ink 101">
                  <a:extLst>
                    <a:ext uri="{FF2B5EF4-FFF2-40B4-BE49-F238E27FC236}">
                      <a16:creationId xmlns:a16="http://schemas.microsoft.com/office/drawing/2014/main" id="{063C1360-114F-62B5-6E7D-F8612514CBB4}"/>
                    </a:ext>
                  </a:extLst>
                </p14:cNvPr>
                <p14:cNvContentPartPr/>
                <p14:nvPr/>
              </p14:nvContentPartPr>
              <p14:xfrm>
                <a:off x="5963920" y="6343110"/>
                <a:ext cx="1207080" cy="83520"/>
              </p14:xfrm>
            </p:contentPart>
          </mc:Choice>
          <mc:Fallback xmlns="">
            <p:pic>
              <p:nvPicPr>
                <p:cNvPr id="102" name="Ink 101">
                  <a:extLst>
                    <a:ext uri="{FF2B5EF4-FFF2-40B4-BE49-F238E27FC236}">
                      <a16:creationId xmlns:a16="http://schemas.microsoft.com/office/drawing/2014/main" id="{063C1360-114F-62B5-6E7D-F8612514CBB4}"/>
                    </a:ext>
                  </a:extLst>
                </p:cNvPr>
                <p:cNvPicPr/>
                <p:nvPr/>
              </p:nvPicPr>
              <p:blipFill>
                <a:blip r:embed="rId159"/>
                <a:stretch>
                  <a:fillRect/>
                </a:stretch>
              </p:blipFill>
              <p:spPr>
                <a:xfrm>
                  <a:off x="5959600" y="6338790"/>
                  <a:ext cx="1215720" cy="9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0">
            <p14:nvContentPartPr>
              <p14:cNvPr id="104" name="Ink 103">
                <a:extLst>
                  <a:ext uri="{FF2B5EF4-FFF2-40B4-BE49-F238E27FC236}">
                    <a16:creationId xmlns:a16="http://schemas.microsoft.com/office/drawing/2014/main" id="{1D6E724E-DC6B-4459-5292-A63417397C56}"/>
                  </a:ext>
                </a:extLst>
              </p14:cNvPr>
              <p14:cNvContentPartPr/>
              <p14:nvPr/>
            </p14:nvContentPartPr>
            <p14:xfrm>
              <a:off x="8067760" y="6226830"/>
              <a:ext cx="34200" cy="47520"/>
            </p14:xfrm>
          </p:contentPart>
        </mc:Choice>
        <mc:Fallback xmlns="">
          <p:pic>
            <p:nvPicPr>
              <p:cNvPr id="104" name="Ink 103">
                <a:extLst>
                  <a:ext uri="{FF2B5EF4-FFF2-40B4-BE49-F238E27FC236}">
                    <a16:creationId xmlns:a16="http://schemas.microsoft.com/office/drawing/2014/main" id="{1D6E724E-DC6B-4459-5292-A63417397C56}"/>
                  </a:ext>
                </a:extLst>
              </p:cNvPr>
              <p:cNvPicPr/>
              <p:nvPr/>
            </p:nvPicPr>
            <p:blipFill>
              <a:blip r:embed="rId161"/>
              <a:stretch>
                <a:fillRect/>
              </a:stretch>
            </p:blipFill>
            <p:spPr>
              <a:xfrm>
                <a:off x="8063440" y="6222510"/>
                <a:ext cx="42840" cy="56160"/>
              </a:xfrm>
              <a:prstGeom prst="rect">
                <a:avLst/>
              </a:prstGeom>
            </p:spPr>
          </p:pic>
        </mc:Fallback>
      </mc:AlternateContent>
    </p:spTree>
    <p:extLst>
      <p:ext uri="{BB962C8B-B14F-4D97-AF65-F5344CB8AC3E}">
        <p14:creationId xmlns:p14="http://schemas.microsoft.com/office/powerpoint/2010/main" val="3187759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02450E-E45C-2352-9A97-0494BDB12CC9}"/>
              </a:ext>
            </a:extLst>
          </p:cNvPr>
          <p:cNvSpPr>
            <a:spLocks noGrp="1"/>
          </p:cNvSpPr>
          <p:nvPr>
            <p:ph type="sldNum" sz="quarter" idx="12"/>
          </p:nvPr>
        </p:nvSpPr>
        <p:spPr/>
        <p:txBody>
          <a:bodyPr/>
          <a:lstStyle/>
          <a:p>
            <a:fld id="{AD2B2EE5-B8BC-4D24-A25E-F2DF61737E68}" type="slidenum">
              <a:rPr lang="en-US" smtClean="0"/>
              <a:pPr/>
              <a:t>5</a:t>
            </a:fld>
            <a:endParaRPr lang="en-US" dirty="0"/>
          </a:p>
        </p:txBody>
      </p:sp>
      <p:grpSp>
        <p:nvGrpSpPr>
          <p:cNvPr id="20" name="Group 19">
            <a:extLst>
              <a:ext uri="{FF2B5EF4-FFF2-40B4-BE49-F238E27FC236}">
                <a16:creationId xmlns:a16="http://schemas.microsoft.com/office/drawing/2014/main" id="{8D7D671E-7874-781F-FD15-4A883E4C61F8}"/>
              </a:ext>
            </a:extLst>
          </p:cNvPr>
          <p:cNvGrpSpPr/>
          <p:nvPr/>
        </p:nvGrpSpPr>
        <p:grpSpPr>
          <a:xfrm>
            <a:off x="1485880" y="1727910"/>
            <a:ext cx="3233160" cy="597960"/>
            <a:chOff x="1485880" y="1727910"/>
            <a:chExt cx="3233160" cy="5979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90B0BB3-5FA0-44B5-EE17-3749741305FA}"/>
                    </a:ext>
                  </a:extLst>
                </p14:cNvPr>
                <p14:cNvContentPartPr/>
                <p14:nvPr/>
              </p14:nvContentPartPr>
              <p14:xfrm>
                <a:off x="1741840" y="1821870"/>
                <a:ext cx="59040" cy="209520"/>
              </p14:xfrm>
            </p:contentPart>
          </mc:Choice>
          <mc:Fallback xmlns="">
            <p:pic>
              <p:nvPicPr>
                <p:cNvPr id="3" name="Ink 2">
                  <a:extLst>
                    <a:ext uri="{FF2B5EF4-FFF2-40B4-BE49-F238E27FC236}">
                      <a16:creationId xmlns:a16="http://schemas.microsoft.com/office/drawing/2014/main" id="{790B0BB3-5FA0-44B5-EE17-3749741305FA}"/>
                    </a:ext>
                  </a:extLst>
                </p:cNvPr>
                <p:cNvPicPr/>
                <p:nvPr/>
              </p:nvPicPr>
              <p:blipFill>
                <a:blip r:embed="rId3"/>
                <a:stretch>
                  <a:fillRect/>
                </a:stretch>
              </p:blipFill>
              <p:spPr>
                <a:xfrm>
                  <a:off x="1737520" y="1817550"/>
                  <a:ext cx="676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17E184DC-79D2-1BE6-0E19-AB0CB6AE31F2}"/>
                    </a:ext>
                  </a:extLst>
                </p14:cNvPr>
                <p14:cNvContentPartPr/>
                <p14:nvPr/>
              </p14:nvContentPartPr>
              <p14:xfrm>
                <a:off x="1693960" y="1762110"/>
                <a:ext cx="209160" cy="311760"/>
              </p14:xfrm>
            </p:contentPart>
          </mc:Choice>
          <mc:Fallback xmlns="">
            <p:pic>
              <p:nvPicPr>
                <p:cNvPr id="4" name="Ink 3">
                  <a:extLst>
                    <a:ext uri="{FF2B5EF4-FFF2-40B4-BE49-F238E27FC236}">
                      <a16:creationId xmlns:a16="http://schemas.microsoft.com/office/drawing/2014/main" id="{17E184DC-79D2-1BE6-0E19-AB0CB6AE31F2}"/>
                    </a:ext>
                  </a:extLst>
                </p:cNvPr>
                <p:cNvPicPr/>
                <p:nvPr/>
              </p:nvPicPr>
              <p:blipFill>
                <a:blip r:embed="rId5"/>
                <a:stretch>
                  <a:fillRect/>
                </a:stretch>
              </p:blipFill>
              <p:spPr>
                <a:xfrm>
                  <a:off x="1689640" y="1757790"/>
                  <a:ext cx="2178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AC26701-7565-7694-89E2-B54B914B63DD}"/>
                    </a:ext>
                  </a:extLst>
                </p14:cNvPr>
                <p14:cNvContentPartPr/>
                <p14:nvPr/>
              </p14:nvContentPartPr>
              <p14:xfrm>
                <a:off x="1996000" y="1906110"/>
                <a:ext cx="26640" cy="94680"/>
              </p14:xfrm>
            </p:contentPart>
          </mc:Choice>
          <mc:Fallback xmlns="">
            <p:pic>
              <p:nvPicPr>
                <p:cNvPr id="5" name="Ink 4">
                  <a:extLst>
                    <a:ext uri="{FF2B5EF4-FFF2-40B4-BE49-F238E27FC236}">
                      <a16:creationId xmlns:a16="http://schemas.microsoft.com/office/drawing/2014/main" id="{6AC26701-7565-7694-89E2-B54B914B63DD}"/>
                    </a:ext>
                  </a:extLst>
                </p:cNvPr>
                <p:cNvPicPr/>
                <p:nvPr/>
              </p:nvPicPr>
              <p:blipFill>
                <a:blip r:embed="rId7"/>
                <a:stretch>
                  <a:fillRect/>
                </a:stretch>
              </p:blipFill>
              <p:spPr>
                <a:xfrm>
                  <a:off x="1991680" y="1901790"/>
                  <a:ext cx="352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6A9C517D-F5E4-C381-FCB0-F05A2CDC6804}"/>
                    </a:ext>
                  </a:extLst>
                </p14:cNvPr>
                <p14:cNvContentPartPr/>
                <p14:nvPr/>
              </p14:nvContentPartPr>
              <p14:xfrm>
                <a:off x="2045680" y="1816110"/>
                <a:ext cx="22680" cy="25200"/>
              </p14:xfrm>
            </p:contentPart>
          </mc:Choice>
          <mc:Fallback xmlns="">
            <p:pic>
              <p:nvPicPr>
                <p:cNvPr id="6" name="Ink 5">
                  <a:extLst>
                    <a:ext uri="{FF2B5EF4-FFF2-40B4-BE49-F238E27FC236}">
                      <a16:creationId xmlns:a16="http://schemas.microsoft.com/office/drawing/2014/main" id="{6A9C517D-F5E4-C381-FCB0-F05A2CDC6804}"/>
                    </a:ext>
                  </a:extLst>
                </p:cNvPr>
                <p:cNvPicPr/>
                <p:nvPr/>
              </p:nvPicPr>
              <p:blipFill>
                <a:blip r:embed="rId9"/>
                <a:stretch>
                  <a:fillRect/>
                </a:stretch>
              </p:blipFill>
              <p:spPr>
                <a:xfrm>
                  <a:off x="2041360" y="1811790"/>
                  <a:ext cx="313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D3701157-15AD-29F0-2602-275EB0165DF4}"/>
                    </a:ext>
                  </a:extLst>
                </p14:cNvPr>
                <p14:cNvContentPartPr/>
                <p14:nvPr/>
              </p14:nvContentPartPr>
              <p14:xfrm>
                <a:off x="1986640" y="1932750"/>
                <a:ext cx="254520" cy="340200"/>
              </p14:xfrm>
            </p:contentPart>
          </mc:Choice>
          <mc:Fallback xmlns="">
            <p:pic>
              <p:nvPicPr>
                <p:cNvPr id="7" name="Ink 6">
                  <a:extLst>
                    <a:ext uri="{FF2B5EF4-FFF2-40B4-BE49-F238E27FC236}">
                      <a16:creationId xmlns:a16="http://schemas.microsoft.com/office/drawing/2014/main" id="{D3701157-15AD-29F0-2602-275EB0165DF4}"/>
                    </a:ext>
                  </a:extLst>
                </p:cNvPr>
                <p:cNvPicPr/>
                <p:nvPr/>
              </p:nvPicPr>
              <p:blipFill>
                <a:blip r:embed="rId11"/>
                <a:stretch>
                  <a:fillRect/>
                </a:stretch>
              </p:blipFill>
              <p:spPr>
                <a:xfrm>
                  <a:off x="1982320" y="1928430"/>
                  <a:ext cx="26316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1B68AEF-AD08-6960-1CAC-597640C3AD22}"/>
                    </a:ext>
                  </a:extLst>
                </p14:cNvPr>
                <p14:cNvContentPartPr/>
                <p14:nvPr/>
              </p14:nvContentPartPr>
              <p14:xfrm>
                <a:off x="2562280" y="1761750"/>
                <a:ext cx="335160" cy="338040"/>
              </p14:xfrm>
            </p:contentPart>
          </mc:Choice>
          <mc:Fallback xmlns="">
            <p:pic>
              <p:nvPicPr>
                <p:cNvPr id="9" name="Ink 8">
                  <a:extLst>
                    <a:ext uri="{FF2B5EF4-FFF2-40B4-BE49-F238E27FC236}">
                      <a16:creationId xmlns:a16="http://schemas.microsoft.com/office/drawing/2014/main" id="{F1B68AEF-AD08-6960-1CAC-597640C3AD22}"/>
                    </a:ext>
                  </a:extLst>
                </p:cNvPr>
                <p:cNvPicPr/>
                <p:nvPr/>
              </p:nvPicPr>
              <p:blipFill>
                <a:blip r:embed="rId13"/>
                <a:stretch>
                  <a:fillRect/>
                </a:stretch>
              </p:blipFill>
              <p:spPr>
                <a:xfrm>
                  <a:off x="2557960" y="1757430"/>
                  <a:ext cx="34380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E380292-D963-3F27-1D7C-EA7E063DE6FB}"/>
                    </a:ext>
                  </a:extLst>
                </p14:cNvPr>
                <p14:cNvContentPartPr/>
                <p14:nvPr/>
              </p14:nvContentPartPr>
              <p14:xfrm>
                <a:off x="3193360" y="1868310"/>
                <a:ext cx="167040" cy="126720"/>
              </p14:xfrm>
            </p:contentPart>
          </mc:Choice>
          <mc:Fallback xmlns="">
            <p:pic>
              <p:nvPicPr>
                <p:cNvPr id="10" name="Ink 9">
                  <a:extLst>
                    <a:ext uri="{FF2B5EF4-FFF2-40B4-BE49-F238E27FC236}">
                      <a16:creationId xmlns:a16="http://schemas.microsoft.com/office/drawing/2014/main" id="{6E380292-D963-3F27-1D7C-EA7E063DE6FB}"/>
                    </a:ext>
                  </a:extLst>
                </p:cNvPr>
                <p:cNvPicPr/>
                <p:nvPr/>
              </p:nvPicPr>
              <p:blipFill>
                <a:blip r:embed="rId15"/>
                <a:stretch>
                  <a:fillRect/>
                </a:stretch>
              </p:blipFill>
              <p:spPr>
                <a:xfrm>
                  <a:off x="3189040" y="1863990"/>
                  <a:ext cx="1756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EB3F312-2CB3-4057-C78F-53C493999543}"/>
                    </a:ext>
                  </a:extLst>
                </p14:cNvPr>
                <p14:cNvContentPartPr/>
                <p14:nvPr/>
              </p14:nvContentPartPr>
              <p14:xfrm>
                <a:off x="3412960" y="1836630"/>
                <a:ext cx="83880" cy="91080"/>
              </p14:xfrm>
            </p:contentPart>
          </mc:Choice>
          <mc:Fallback xmlns="">
            <p:pic>
              <p:nvPicPr>
                <p:cNvPr id="11" name="Ink 10">
                  <a:extLst>
                    <a:ext uri="{FF2B5EF4-FFF2-40B4-BE49-F238E27FC236}">
                      <a16:creationId xmlns:a16="http://schemas.microsoft.com/office/drawing/2014/main" id="{3EB3F312-2CB3-4057-C78F-53C493999543}"/>
                    </a:ext>
                  </a:extLst>
                </p:cNvPr>
                <p:cNvPicPr/>
                <p:nvPr/>
              </p:nvPicPr>
              <p:blipFill>
                <a:blip r:embed="rId17"/>
                <a:stretch>
                  <a:fillRect/>
                </a:stretch>
              </p:blipFill>
              <p:spPr>
                <a:xfrm>
                  <a:off x="3408640" y="1832310"/>
                  <a:ext cx="925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587016D3-2D12-4660-4086-F0DEED7CF3F1}"/>
                    </a:ext>
                  </a:extLst>
                </p14:cNvPr>
                <p14:cNvContentPartPr/>
                <p14:nvPr/>
              </p14:nvContentPartPr>
              <p14:xfrm>
                <a:off x="3603400" y="1736910"/>
                <a:ext cx="92520" cy="244440"/>
              </p14:xfrm>
            </p:contentPart>
          </mc:Choice>
          <mc:Fallback xmlns="">
            <p:pic>
              <p:nvPicPr>
                <p:cNvPr id="12" name="Ink 11">
                  <a:extLst>
                    <a:ext uri="{FF2B5EF4-FFF2-40B4-BE49-F238E27FC236}">
                      <a16:creationId xmlns:a16="http://schemas.microsoft.com/office/drawing/2014/main" id="{587016D3-2D12-4660-4086-F0DEED7CF3F1}"/>
                    </a:ext>
                  </a:extLst>
                </p:cNvPr>
                <p:cNvPicPr/>
                <p:nvPr/>
              </p:nvPicPr>
              <p:blipFill>
                <a:blip r:embed="rId19"/>
                <a:stretch>
                  <a:fillRect/>
                </a:stretch>
              </p:blipFill>
              <p:spPr>
                <a:xfrm>
                  <a:off x="3599080" y="1732590"/>
                  <a:ext cx="1011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B27B021D-2E71-0C1A-928B-48D47B18262A}"/>
                    </a:ext>
                  </a:extLst>
                </p14:cNvPr>
                <p14:cNvContentPartPr/>
                <p14:nvPr/>
              </p14:nvContentPartPr>
              <p14:xfrm>
                <a:off x="3613840" y="1840230"/>
                <a:ext cx="245880" cy="96840"/>
              </p14:xfrm>
            </p:contentPart>
          </mc:Choice>
          <mc:Fallback xmlns="">
            <p:pic>
              <p:nvPicPr>
                <p:cNvPr id="13" name="Ink 12">
                  <a:extLst>
                    <a:ext uri="{FF2B5EF4-FFF2-40B4-BE49-F238E27FC236}">
                      <a16:creationId xmlns:a16="http://schemas.microsoft.com/office/drawing/2014/main" id="{B27B021D-2E71-0C1A-928B-48D47B18262A}"/>
                    </a:ext>
                  </a:extLst>
                </p:cNvPr>
                <p:cNvPicPr/>
                <p:nvPr/>
              </p:nvPicPr>
              <p:blipFill>
                <a:blip r:embed="rId21"/>
                <a:stretch>
                  <a:fillRect/>
                </a:stretch>
              </p:blipFill>
              <p:spPr>
                <a:xfrm>
                  <a:off x="3609520" y="1835910"/>
                  <a:ext cx="254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6838DB40-AC63-DD66-3558-F876AA3B5845}"/>
                    </a:ext>
                  </a:extLst>
                </p14:cNvPr>
                <p14:cNvContentPartPr/>
                <p14:nvPr/>
              </p14:nvContentPartPr>
              <p14:xfrm>
                <a:off x="3924160" y="1727910"/>
                <a:ext cx="120600" cy="257040"/>
              </p14:xfrm>
            </p:contentPart>
          </mc:Choice>
          <mc:Fallback xmlns="">
            <p:pic>
              <p:nvPicPr>
                <p:cNvPr id="14" name="Ink 13">
                  <a:extLst>
                    <a:ext uri="{FF2B5EF4-FFF2-40B4-BE49-F238E27FC236}">
                      <a16:creationId xmlns:a16="http://schemas.microsoft.com/office/drawing/2014/main" id="{6838DB40-AC63-DD66-3558-F876AA3B5845}"/>
                    </a:ext>
                  </a:extLst>
                </p:cNvPr>
                <p:cNvPicPr/>
                <p:nvPr/>
              </p:nvPicPr>
              <p:blipFill>
                <a:blip r:embed="rId23"/>
                <a:stretch>
                  <a:fillRect/>
                </a:stretch>
              </p:blipFill>
              <p:spPr>
                <a:xfrm>
                  <a:off x="3919840" y="1723590"/>
                  <a:ext cx="1292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D6E745B0-0C3F-001D-3BD8-FA30BE39229B}"/>
                    </a:ext>
                  </a:extLst>
                </p14:cNvPr>
                <p14:cNvContentPartPr/>
                <p14:nvPr/>
              </p14:nvContentPartPr>
              <p14:xfrm>
                <a:off x="3920920" y="1854630"/>
                <a:ext cx="172080" cy="73080"/>
              </p14:xfrm>
            </p:contentPart>
          </mc:Choice>
          <mc:Fallback xmlns="">
            <p:pic>
              <p:nvPicPr>
                <p:cNvPr id="15" name="Ink 14">
                  <a:extLst>
                    <a:ext uri="{FF2B5EF4-FFF2-40B4-BE49-F238E27FC236}">
                      <a16:creationId xmlns:a16="http://schemas.microsoft.com/office/drawing/2014/main" id="{D6E745B0-0C3F-001D-3BD8-FA30BE39229B}"/>
                    </a:ext>
                  </a:extLst>
                </p:cNvPr>
                <p:cNvPicPr/>
                <p:nvPr/>
              </p:nvPicPr>
              <p:blipFill>
                <a:blip r:embed="rId25"/>
                <a:stretch>
                  <a:fillRect/>
                </a:stretch>
              </p:blipFill>
              <p:spPr>
                <a:xfrm>
                  <a:off x="3916600" y="1850310"/>
                  <a:ext cx="1807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246F5E12-F473-CAEE-4B87-C0A183BD4AE1}"/>
                    </a:ext>
                  </a:extLst>
                </p14:cNvPr>
                <p14:cNvContentPartPr/>
                <p14:nvPr/>
              </p14:nvContentPartPr>
              <p14:xfrm>
                <a:off x="4163200" y="1733670"/>
                <a:ext cx="22680" cy="42840"/>
              </p14:xfrm>
            </p:contentPart>
          </mc:Choice>
          <mc:Fallback xmlns="">
            <p:pic>
              <p:nvPicPr>
                <p:cNvPr id="16" name="Ink 15">
                  <a:extLst>
                    <a:ext uri="{FF2B5EF4-FFF2-40B4-BE49-F238E27FC236}">
                      <a16:creationId xmlns:a16="http://schemas.microsoft.com/office/drawing/2014/main" id="{246F5E12-F473-CAEE-4B87-C0A183BD4AE1}"/>
                    </a:ext>
                  </a:extLst>
                </p:cNvPr>
                <p:cNvPicPr/>
                <p:nvPr/>
              </p:nvPicPr>
              <p:blipFill>
                <a:blip r:embed="rId27"/>
                <a:stretch>
                  <a:fillRect/>
                </a:stretch>
              </p:blipFill>
              <p:spPr>
                <a:xfrm>
                  <a:off x="4158880" y="1729350"/>
                  <a:ext cx="313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B08680A1-8A70-3197-3764-A119CDF42BC6}"/>
                    </a:ext>
                  </a:extLst>
                </p14:cNvPr>
                <p14:cNvContentPartPr/>
                <p14:nvPr/>
              </p14:nvContentPartPr>
              <p14:xfrm>
                <a:off x="4160680" y="1845270"/>
                <a:ext cx="336600" cy="138240"/>
              </p14:xfrm>
            </p:contentPart>
          </mc:Choice>
          <mc:Fallback xmlns="">
            <p:pic>
              <p:nvPicPr>
                <p:cNvPr id="17" name="Ink 16">
                  <a:extLst>
                    <a:ext uri="{FF2B5EF4-FFF2-40B4-BE49-F238E27FC236}">
                      <a16:creationId xmlns:a16="http://schemas.microsoft.com/office/drawing/2014/main" id="{B08680A1-8A70-3197-3764-A119CDF42BC6}"/>
                    </a:ext>
                  </a:extLst>
                </p:cNvPr>
                <p:cNvPicPr/>
                <p:nvPr/>
              </p:nvPicPr>
              <p:blipFill>
                <a:blip r:embed="rId29"/>
                <a:stretch>
                  <a:fillRect/>
                </a:stretch>
              </p:blipFill>
              <p:spPr>
                <a:xfrm>
                  <a:off x="4156360" y="1840950"/>
                  <a:ext cx="34524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F4D97A58-5F71-5FED-8D33-55549475AC4F}"/>
                    </a:ext>
                  </a:extLst>
                </p14:cNvPr>
                <p14:cNvContentPartPr/>
                <p14:nvPr/>
              </p14:nvContentPartPr>
              <p14:xfrm>
                <a:off x="1485880" y="2074950"/>
                <a:ext cx="3233160" cy="250920"/>
              </p14:xfrm>
            </p:contentPart>
          </mc:Choice>
          <mc:Fallback xmlns="">
            <p:pic>
              <p:nvPicPr>
                <p:cNvPr id="19" name="Ink 18">
                  <a:extLst>
                    <a:ext uri="{FF2B5EF4-FFF2-40B4-BE49-F238E27FC236}">
                      <a16:creationId xmlns:a16="http://schemas.microsoft.com/office/drawing/2014/main" id="{F4D97A58-5F71-5FED-8D33-55549475AC4F}"/>
                    </a:ext>
                  </a:extLst>
                </p:cNvPr>
                <p:cNvPicPr/>
                <p:nvPr/>
              </p:nvPicPr>
              <p:blipFill>
                <a:blip r:embed="rId31"/>
                <a:stretch>
                  <a:fillRect/>
                </a:stretch>
              </p:blipFill>
              <p:spPr>
                <a:xfrm>
                  <a:off x="1481560" y="2070630"/>
                  <a:ext cx="3241800" cy="259560"/>
                </a:xfrm>
                <a:prstGeom prst="rect">
                  <a:avLst/>
                </a:prstGeom>
              </p:spPr>
            </p:pic>
          </mc:Fallback>
        </mc:AlternateContent>
      </p:grpSp>
      <p:grpSp>
        <p:nvGrpSpPr>
          <p:cNvPr id="33" name="Group 32">
            <a:extLst>
              <a:ext uri="{FF2B5EF4-FFF2-40B4-BE49-F238E27FC236}">
                <a16:creationId xmlns:a16="http://schemas.microsoft.com/office/drawing/2014/main" id="{19E53358-9D27-55B9-A546-A653A7E53FB9}"/>
              </a:ext>
            </a:extLst>
          </p:cNvPr>
          <p:cNvGrpSpPr/>
          <p:nvPr/>
        </p:nvGrpSpPr>
        <p:grpSpPr>
          <a:xfrm>
            <a:off x="810160" y="2794590"/>
            <a:ext cx="1744200" cy="369000"/>
            <a:chOff x="810160" y="2794590"/>
            <a:chExt cx="1744200" cy="369000"/>
          </a:xfrm>
        </p:grpSpPr>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AC36FA5A-917E-9A22-7761-4CB8F73516BA}"/>
                    </a:ext>
                  </a:extLst>
                </p14:cNvPr>
                <p14:cNvContentPartPr/>
                <p14:nvPr/>
              </p14:nvContentPartPr>
              <p14:xfrm>
                <a:off x="856240" y="2938950"/>
                <a:ext cx="21240" cy="217440"/>
              </p14:xfrm>
            </p:contentPart>
          </mc:Choice>
          <mc:Fallback xmlns="">
            <p:pic>
              <p:nvPicPr>
                <p:cNvPr id="21" name="Ink 20">
                  <a:extLst>
                    <a:ext uri="{FF2B5EF4-FFF2-40B4-BE49-F238E27FC236}">
                      <a16:creationId xmlns:a16="http://schemas.microsoft.com/office/drawing/2014/main" id="{AC36FA5A-917E-9A22-7761-4CB8F73516BA}"/>
                    </a:ext>
                  </a:extLst>
                </p:cNvPr>
                <p:cNvPicPr/>
                <p:nvPr/>
              </p:nvPicPr>
              <p:blipFill>
                <a:blip r:embed="rId33"/>
                <a:stretch>
                  <a:fillRect/>
                </a:stretch>
              </p:blipFill>
              <p:spPr>
                <a:xfrm>
                  <a:off x="851920" y="2934630"/>
                  <a:ext cx="298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44CCF429-51C9-C244-0C00-36BCD1B11DEB}"/>
                    </a:ext>
                  </a:extLst>
                </p14:cNvPr>
                <p14:cNvContentPartPr/>
                <p14:nvPr/>
              </p14:nvContentPartPr>
              <p14:xfrm>
                <a:off x="810160" y="2884590"/>
                <a:ext cx="198000" cy="279000"/>
              </p14:xfrm>
            </p:contentPart>
          </mc:Choice>
          <mc:Fallback xmlns="">
            <p:pic>
              <p:nvPicPr>
                <p:cNvPr id="22" name="Ink 21">
                  <a:extLst>
                    <a:ext uri="{FF2B5EF4-FFF2-40B4-BE49-F238E27FC236}">
                      <a16:creationId xmlns:a16="http://schemas.microsoft.com/office/drawing/2014/main" id="{44CCF429-51C9-C244-0C00-36BCD1B11DEB}"/>
                    </a:ext>
                  </a:extLst>
                </p:cNvPr>
                <p:cNvPicPr/>
                <p:nvPr/>
              </p:nvPicPr>
              <p:blipFill>
                <a:blip r:embed="rId35"/>
                <a:stretch>
                  <a:fillRect/>
                </a:stretch>
              </p:blipFill>
              <p:spPr>
                <a:xfrm>
                  <a:off x="805840" y="2880270"/>
                  <a:ext cx="20664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30531893-F673-F21B-2CC1-8CF6242C0F84}"/>
                    </a:ext>
                  </a:extLst>
                </p14:cNvPr>
                <p14:cNvContentPartPr/>
                <p14:nvPr/>
              </p14:nvContentPartPr>
              <p14:xfrm>
                <a:off x="1024360" y="3053790"/>
                <a:ext cx="116280" cy="60840"/>
              </p14:xfrm>
            </p:contentPart>
          </mc:Choice>
          <mc:Fallback xmlns="">
            <p:pic>
              <p:nvPicPr>
                <p:cNvPr id="23" name="Ink 22">
                  <a:extLst>
                    <a:ext uri="{FF2B5EF4-FFF2-40B4-BE49-F238E27FC236}">
                      <a16:creationId xmlns:a16="http://schemas.microsoft.com/office/drawing/2014/main" id="{30531893-F673-F21B-2CC1-8CF6242C0F84}"/>
                    </a:ext>
                  </a:extLst>
                </p:cNvPr>
                <p:cNvPicPr/>
                <p:nvPr/>
              </p:nvPicPr>
              <p:blipFill>
                <a:blip r:embed="rId37"/>
                <a:stretch>
                  <a:fillRect/>
                </a:stretch>
              </p:blipFill>
              <p:spPr>
                <a:xfrm>
                  <a:off x="1020040" y="3049470"/>
                  <a:ext cx="1249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D42DFEAC-4F14-26A8-FF15-A4866D9A631A}"/>
                    </a:ext>
                  </a:extLst>
                </p14:cNvPr>
                <p14:cNvContentPartPr/>
                <p14:nvPr/>
              </p14:nvContentPartPr>
              <p14:xfrm>
                <a:off x="1166200" y="2898270"/>
                <a:ext cx="80280" cy="214560"/>
              </p14:xfrm>
            </p:contentPart>
          </mc:Choice>
          <mc:Fallback xmlns="">
            <p:pic>
              <p:nvPicPr>
                <p:cNvPr id="24" name="Ink 23">
                  <a:extLst>
                    <a:ext uri="{FF2B5EF4-FFF2-40B4-BE49-F238E27FC236}">
                      <a16:creationId xmlns:a16="http://schemas.microsoft.com/office/drawing/2014/main" id="{D42DFEAC-4F14-26A8-FF15-A4866D9A631A}"/>
                    </a:ext>
                  </a:extLst>
                </p:cNvPr>
                <p:cNvPicPr/>
                <p:nvPr/>
              </p:nvPicPr>
              <p:blipFill>
                <a:blip r:embed="rId39"/>
                <a:stretch>
                  <a:fillRect/>
                </a:stretch>
              </p:blipFill>
              <p:spPr>
                <a:xfrm>
                  <a:off x="1161880" y="2893950"/>
                  <a:ext cx="889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4738A9F-AE3C-7FFD-A5D2-D18757035B97}"/>
                    </a:ext>
                  </a:extLst>
                </p14:cNvPr>
                <p14:cNvContentPartPr/>
                <p14:nvPr/>
              </p14:nvContentPartPr>
              <p14:xfrm>
                <a:off x="1307680" y="2857230"/>
                <a:ext cx="102600" cy="270720"/>
              </p14:xfrm>
            </p:contentPart>
          </mc:Choice>
          <mc:Fallback xmlns="">
            <p:pic>
              <p:nvPicPr>
                <p:cNvPr id="25" name="Ink 24">
                  <a:extLst>
                    <a:ext uri="{FF2B5EF4-FFF2-40B4-BE49-F238E27FC236}">
                      <a16:creationId xmlns:a16="http://schemas.microsoft.com/office/drawing/2014/main" id="{74738A9F-AE3C-7FFD-A5D2-D18757035B97}"/>
                    </a:ext>
                  </a:extLst>
                </p:cNvPr>
                <p:cNvPicPr/>
                <p:nvPr/>
              </p:nvPicPr>
              <p:blipFill>
                <a:blip r:embed="rId41"/>
                <a:stretch>
                  <a:fillRect/>
                </a:stretch>
              </p:blipFill>
              <p:spPr>
                <a:xfrm>
                  <a:off x="1303360" y="2852910"/>
                  <a:ext cx="1112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171C8E9E-CB27-6F6F-6C45-81B3BF0736BE}"/>
                    </a:ext>
                  </a:extLst>
                </p14:cNvPr>
                <p14:cNvContentPartPr/>
                <p14:nvPr/>
              </p14:nvContentPartPr>
              <p14:xfrm>
                <a:off x="1459960" y="2847510"/>
                <a:ext cx="60120" cy="275040"/>
              </p14:xfrm>
            </p:contentPart>
          </mc:Choice>
          <mc:Fallback xmlns="">
            <p:pic>
              <p:nvPicPr>
                <p:cNvPr id="26" name="Ink 25">
                  <a:extLst>
                    <a:ext uri="{FF2B5EF4-FFF2-40B4-BE49-F238E27FC236}">
                      <a16:creationId xmlns:a16="http://schemas.microsoft.com/office/drawing/2014/main" id="{171C8E9E-CB27-6F6F-6C45-81B3BF0736BE}"/>
                    </a:ext>
                  </a:extLst>
                </p:cNvPr>
                <p:cNvPicPr/>
                <p:nvPr/>
              </p:nvPicPr>
              <p:blipFill>
                <a:blip r:embed="rId43"/>
                <a:stretch>
                  <a:fillRect/>
                </a:stretch>
              </p:blipFill>
              <p:spPr>
                <a:xfrm>
                  <a:off x="1455640" y="2843190"/>
                  <a:ext cx="6876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04BE4A95-1EB1-328D-A7FA-FEA37FA93335}"/>
                    </a:ext>
                  </a:extLst>
                </p14:cNvPr>
                <p14:cNvContentPartPr/>
                <p14:nvPr/>
              </p14:nvContentPartPr>
              <p14:xfrm>
                <a:off x="1543480" y="2985750"/>
                <a:ext cx="136080" cy="101880"/>
              </p14:xfrm>
            </p:contentPart>
          </mc:Choice>
          <mc:Fallback xmlns="">
            <p:pic>
              <p:nvPicPr>
                <p:cNvPr id="27" name="Ink 26">
                  <a:extLst>
                    <a:ext uri="{FF2B5EF4-FFF2-40B4-BE49-F238E27FC236}">
                      <a16:creationId xmlns:a16="http://schemas.microsoft.com/office/drawing/2014/main" id="{04BE4A95-1EB1-328D-A7FA-FEA37FA93335}"/>
                    </a:ext>
                  </a:extLst>
                </p:cNvPr>
                <p:cNvPicPr/>
                <p:nvPr/>
              </p:nvPicPr>
              <p:blipFill>
                <a:blip r:embed="rId45"/>
                <a:stretch>
                  <a:fillRect/>
                </a:stretch>
              </p:blipFill>
              <p:spPr>
                <a:xfrm>
                  <a:off x="1539160" y="2981430"/>
                  <a:ext cx="1447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107636A5-FBE7-0FAD-5EA5-39C5CAD47063}"/>
                    </a:ext>
                  </a:extLst>
                </p14:cNvPr>
                <p14:cNvContentPartPr/>
                <p14:nvPr/>
              </p14:nvContentPartPr>
              <p14:xfrm>
                <a:off x="1907440" y="2859750"/>
                <a:ext cx="204480" cy="236520"/>
              </p14:xfrm>
            </p:contentPart>
          </mc:Choice>
          <mc:Fallback xmlns="">
            <p:pic>
              <p:nvPicPr>
                <p:cNvPr id="28" name="Ink 27">
                  <a:extLst>
                    <a:ext uri="{FF2B5EF4-FFF2-40B4-BE49-F238E27FC236}">
                      <a16:creationId xmlns:a16="http://schemas.microsoft.com/office/drawing/2014/main" id="{107636A5-FBE7-0FAD-5EA5-39C5CAD47063}"/>
                    </a:ext>
                  </a:extLst>
                </p:cNvPr>
                <p:cNvPicPr/>
                <p:nvPr/>
              </p:nvPicPr>
              <p:blipFill>
                <a:blip r:embed="rId47"/>
                <a:stretch>
                  <a:fillRect/>
                </a:stretch>
              </p:blipFill>
              <p:spPr>
                <a:xfrm>
                  <a:off x="1903120" y="2855430"/>
                  <a:ext cx="2131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6098059A-0D45-D979-6935-5E820FC98A4F}"/>
                    </a:ext>
                  </a:extLst>
                </p14:cNvPr>
                <p14:cNvContentPartPr/>
                <p14:nvPr/>
              </p14:nvContentPartPr>
              <p14:xfrm>
                <a:off x="2105440" y="2956230"/>
                <a:ext cx="88200" cy="95040"/>
              </p14:xfrm>
            </p:contentPart>
          </mc:Choice>
          <mc:Fallback xmlns="">
            <p:pic>
              <p:nvPicPr>
                <p:cNvPr id="29" name="Ink 28">
                  <a:extLst>
                    <a:ext uri="{FF2B5EF4-FFF2-40B4-BE49-F238E27FC236}">
                      <a16:creationId xmlns:a16="http://schemas.microsoft.com/office/drawing/2014/main" id="{6098059A-0D45-D979-6935-5E820FC98A4F}"/>
                    </a:ext>
                  </a:extLst>
                </p:cNvPr>
                <p:cNvPicPr/>
                <p:nvPr/>
              </p:nvPicPr>
              <p:blipFill>
                <a:blip r:embed="rId49"/>
                <a:stretch>
                  <a:fillRect/>
                </a:stretch>
              </p:blipFill>
              <p:spPr>
                <a:xfrm>
                  <a:off x="2101120" y="2951910"/>
                  <a:ext cx="968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531CA49D-B4A3-57D0-551F-0E24EF8D2BDC}"/>
                    </a:ext>
                  </a:extLst>
                </p14:cNvPr>
                <p14:cNvContentPartPr/>
                <p14:nvPr/>
              </p14:nvContentPartPr>
              <p14:xfrm>
                <a:off x="2266360" y="2927070"/>
                <a:ext cx="23400" cy="86040"/>
              </p14:xfrm>
            </p:contentPart>
          </mc:Choice>
          <mc:Fallback xmlns="">
            <p:pic>
              <p:nvPicPr>
                <p:cNvPr id="30" name="Ink 29">
                  <a:extLst>
                    <a:ext uri="{FF2B5EF4-FFF2-40B4-BE49-F238E27FC236}">
                      <a16:creationId xmlns:a16="http://schemas.microsoft.com/office/drawing/2014/main" id="{531CA49D-B4A3-57D0-551F-0E24EF8D2BDC}"/>
                    </a:ext>
                  </a:extLst>
                </p:cNvPr>
                <p:cNvPicPr/>
                <p:nvPr/>
              </p:nvPicPr>
              <p:blipFill>
                <a:blip r:embed="rId51"/>
                <a:stretch>
                  <a:fillRect/>
                </a:stretch>
              </p:blipFill>
              <p:spPr>
                <a:xfrm>
                  <a:off x="2262040" y="2922750"/>
                  <a:ext cx="320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67FEF33D-7866-061D-0F8E-2E07591B32CE}"/>
                    </a:ext>
                  </a:extLst>
                </p14:cNvPr>
                <p14:cNvContentPartPr/>
                <p14:nvPr/>
              </p14:nvContentPartPr>
              <p14:xfrm>
                <a:off x="2417560" y="2794590"/>
                <a:ext cx="128160" cy="242280"/>
              </p14:xfrm>
            </p:contentPart>
          </mc:Choice>
          <mc:Fallback xmlns="">
            <p:pic>
              <p:nvPicPr>
                <p:cNvPr id="31" name="Ink 30">
                  <a:extLst>
                    <a:ext uri="{FF2B5EF4-FFF2-40B4-BE49-F238E27FC236}">
                      <a16:creationId xmlns:a16="http://schemas.microsoft.com/office/drawing/2014/main" id="{67FEF33D-7866-061D-0F8E-2E07591B32CE}"/>
                    </a:ext>
                  </a:extLst>
                </p:cNvPr>
                <p:cNvPicPr/>
                <p:nvPr/>
              </p:nvPicPr>
              <p:blipFill>
                <a:blip r:embed="rId53"/>
                <a:stretch>
                  <a:fillRect/>
                </a:stretch>
              </p:blipFill>
              <p:spPr>
                <a:xfrm>
                  <a:off x="2413240" y="2790270"/>
                  <a:ext cx="1368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461A0C5E-2BB7-44C0-15F2-79F5232C356E}"/>
                    </a:ext>
                  </a:extLst>
                </p14:cNvPr>
                <p14:cNvContentPartPr/>
                <p14:nvPr/>
              </p14:nvContentPartPr>
              <p14:xfrm>
                <a:off x="2390560" y="2878830"/>
                <a:ext cx="163800" cy="38160"/>
              </p14:xfrm>
            </p:contentPart>
          </mc:Choice>
          <mc:Fallback xmlns="">
            <p:pic>
              <p:nvPicPr>
                <p:cNvPr id="32" name="Ink 31">
                  <a:extLst>
                    <a:ext uri="{FF2B5EF4-FFF2-40B4-BE49-F238E27FC236}">
                      <a16:creationId xmlns:a16="http://schemas.microsoft.com/office/drawing/2014/main" id="{461A0C5E-2BB7-44C0-15F2-79F5232C356E}"/>
                    </a:ext>
                  </a:extLst>
                </p:cNvPr>
                <p:cNvPicPr/>
                <p:nvPr/>
              </p:nvPicPr>
              <p:blipFill>
                <a:blip r:embed="rId55"/>
                <a:stretch>
                  <a:fillRect/>
                </a:stretch>
              </p:blipFill>
              <p:spPr>
                <a:xfrm>
                  <a:off x="2386240" y="2874510"/>
                  <a:ext cx="172440" cy="46800"/>
                </a:xfrm>
                <a:prstGeom prst="rect">
                  <a:avLst/>
                </a:prstGeom>
              </p:spPr>
            </p:pic>
          </mc:Fallback>
        </mc:AlternateContent>
      </p:grpSp>
      <p:grpSp>
        <p:nvGrpSpPr>
          <p:cNvPr id="39" name="Group 38">
            <a:extLst>
              <a:ext uri="{FF2B5EF4-FFF2-40B4-BE49-F238E27FC236}">
                <a16:creationId xmlns:a16="http://schemas.microsoft.com/office/drawing/2014/main" id="{E87DCC57-01BD-FF7A-FE95-993CF45D9B0B}"/>
              </a:ext>
            </a:extLst>
          </p:cNvPr>
          <p:cNvGrpSpPr/>
          <p:nvPr/>
        </p:nvGrpSpPr>
        <p:grpSpPr>
          <a:xfrm>
            <a:off x="4381720" y="2693070"/>
            <a:ext cx="1225440" cy="434880"/>
            <a:chOff x="4381720" y="2693070"/>
            <a:chExt cx="1225440" cy="434880"/>
          </a:xfrm>
        </p:grpSpPr>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6BB13B3B-DF74-5D48-1B98-A9E3C89299ED}"/>
                    </a:ext>
                  </a:extLst>
                </p14:cNvPr>
                <p14:cNvContentPartPr/>
                <p14:nvPr/>
              </p14:nvContentPartPr>
              <p14:xfrm>
                <a:off x="4381720" y="2769750"/>
                <a:ext cx="328320" cy="323640"/>
              </p14:xfrm>
            </p:contentPart>
          </mc:Choice>
          <mc:Fallback xmlns="">
            <p:pic>
              <p:nvPicPr>
                <p:cNvPr id="34" name="Ink 33">
                  <a:extLst>
                    <a:ext uri="{FF2B5EF4-FFF2-40B4-BE49-F238E27FC236}">
                      <a16:creationId xmlns:a16="http://schemas.microsoft.com/office/drawing/2014/main" id="{6BB13B3B-DF74-5D48-1B98-A9E3C89299ED}"/>
                    </a:ext>
                  </a:extLst>
                </p:cNvPr>
                <p:cNvPicPr/>
                <p:nvPr/>
              </p:nvPicPr>
              <p:blipFill>
                <a:blip r:embed="rId57"/>
                <a:stretch>
                  <a:fillRect/>
                </a:stretch>
              </p:blipFill>
              <p:spPr>
                <a:xfrm>
                  <a:off x="4377400" y="2765430"/>
                  <a:ext cx="33696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E08A6BF4-3F32-B5EC-EC27-9FC307DD6251}"/>
                    </a:ext>
                  </a:extLst>
                </p14:cNvPr>
                <p14:cNvContentPartPr/>
                <p14:nvPr/>
              </p14:nvContentPartPr>
              <p14:xfrm>
                <a:off x="4825240" y="2739510"/>
                <a:ext cx="212400" cy="388440"/>
              </p14:xfrm>
            </p:contentPart>
          </mc:Choice>
          <mc:Fallback xmlns="">
            <p:pic>
              <p:nvPicPr>
                <p:cNvPr id="35" name="Ink 34">
                  <a:extLst>
                    <a:ext uri="{FF2B5EF4-FFF2-40B4-BE49-F238E27FC236}">
                      <a16:creationId xmlns:a16="http://schemas.microsoft.com/office/drawing/2014/main" id="{E08A6BF4-3F32-B5EC-EC27-9FC307DD6251}"/>
                    </a:ext>
                  </a:extLst>
                </p:cNvPr>
                <p:cNvPicPr/>
                <p:nvPr/>
              </p:nvPicPr>
              <p:blipFill>
                <a:blip r:embed="rId59"/>
                <a:stretch>
                  <a:fillRect/>
                </a:stretch>
              </p:blipFill>
              <p:spPr>
                <a:xfrm>
                  <a:off x="4820920" y="2735190"/>
                  <a:ext cx="2210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94E8615E-885D-4140-02F2-9E742022BAE2}"/>
                    </a:ext>
                  </a:extLst>
                </p14:cNvPr>
                <p14:cNvContentPartPr/>
                <p14:nvPr/>
              </p14:nvContentPartPr>
              <p14:xfrm>
                <a:off x="5089480" y="2873070"/>
                <a:ext cx="137880" cy="142920"/>
              </p14:xfrm>
            </p:contentPart>
          </mc:Choice>
          <mc:Fallback xmlns="">
            <p:pic>
              <p:nvPicPr>
                <p:cNvPr id="36" name="Ink 35">
                  <a:extLst>
                    <a:ext uri="{FF2B5EF4-FFF2-40B4-BE49-F238E27FC236}">
                      <a16:creationId xmlns:a16="http://schemas.microsoft.com/office/drawing/2014/main" id="{94E8615E-885D-4140-02F2-9E742022BAE2}"/>
                    </a:ext>
                  </a:extLst>
                </p:cNvPr>
                <p:cNvPicPr/>
                <p:nvPr/>
              </p:nvPicPr>
              <p:blipFill>
                <a:blip r:embed="rId61"/>
                <a:stretch>
                  <a:fillRect/>
                </a:stretch>
              </p:blipFill>
              <p:spPr>
                <a:xfrm>
                  <a:off x="5085160" y="2868750"/>
                  <a:ext cx="1465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8B9E5D02-712D-10E4-6E3B-D6CD492AC698}"/>
                    </a:ext>
                  </a:extLst>
                </p14:cNvPr>
                <p14:cNvContentPartPr/>
                <p14:nvPr/>
              </p14:nvContentPartPr>
              <p14:xfrm>
                <a:off x="5253280" y="2732670"/>
                <a:ext cx="91080" cy="79920"/>
              </p14:xfrm>
            </p:contentPart>
          </mc:Choice>
          <mc:Fallback xmlns="">
            <p:pic>
              <p:nvPicPr>
                <p:cNvPr id="37" name="Ink 36">
                  <a:extLst>
                    <a:ext uri="{FF2B5EF4-FFF2-40B4-BE49-F238E27FC236}">
                      <a16:creationId xmlns:a16="http://schemas.microsoft.com/office/drawing/2014/main" id="{8B9E5D02-712D-10E4-6E3B-D6CD492AC698}"/>
                    </a:ext>
                  </a:extLst>
                </p:cNvPr>
                <p:cNvPicPr/>
                <p:nvPr/>
              </p:nvPicPr>
              <p:blipFill>
                <a:blip r:embed="rId63"/>
                <a:stretch>
                  <a:fillRect/>
                </a:stretch>
              </p:blipFill>
              <p:spPr>
                <a:xfrm>
                  <a:off x="5248960" y="2728350"/>
                  <a:ext cx="997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F76DEC92-9E7A-0CF4-C1E7-1C8EC27BD9A4}"/>
                    </a:ext>
                  </a:extLst>
                </p14:cNvPr>
                <p14:cNvContentPartPr/>
                <p14:nvPr/>
              </p14:nvContentPartPr>
              <p14:xfrm>
                <a:off x="5481880" y="2693070"/>
                <a:ext cx="125280" cy="398880"/>
              </p14:xfrm>
            </p:contentPart>
          </mc:Choice>
          <mc:Fallback xmlns="">
            <p:pic>
              <p:nvPicPr>
                <p:cNvPr id="38" name="Ink 37">
                  <a:extLst>
                    <a:ext uri="{FF2B5EF4-FFF2-40B4-BE49-F238E27FC236}">
                      <a16:creationId xmlns:a16="http://schemas.microsoft.com/office/drawing/2014/main" id="{F76DEC92-9E7A-0CF4-C1E7-1C8EC27BD9A4}"/>
                    </a:ext>
                  </a:extLst>
                </p:cNvPr>
                <p:cNvPicPr/>
                <p:nvPr/>
              </p:nvPicPr>
              <p:blipFill>
                <a:blip r:embed="rId65"/>
                <a:stretch>
                  <a:fillRect/>
                </a:stretch>
              </p:blipFill>
              <p:spPr>
                <a:xfrm>
                  <a:off x="5477560" y="2688750"/>
                  <a:ext cx="133920" cy="407520"/>
                </a:xfrm>
                <a:prstGeom prst="rect">
                  <a:avLst/>
                </a:prstGeom>
              </p:spPr>
            </p:pic>
          </mc:Fallback>
        </mc:AlternateContent>
      </p:grpSp>
    </p:spTree>
    <p:extLst>
      <p:ext uri="{BB962C8B-B14F-4D97-AF65-F5344CB8AC3E}">
        <p14:creationId xmlns:p14="http://schemas.microsoft.com/office/powerpoint/2010/main" val="1840882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283355-F5DF-2641-F72F-F278EAC08D1C}"/>
              </a:ext>
            </a:extLst>
          </p:cNvPr>
          <p:cNvSpPr>
            <a:spLocks noGrp="1"/>
          </p:cNvSpPr>
          <p:nvPr>
            <p:ph type="sldNum" sz="quarter" idx="12"/>
          </p:nvPr>
        </p:nvSpPr>
        <p:spPr/>
        <p:txBody>
          <a:bodyPr/>
          <a:lstStyle/>
          <a:p>
            <a:fld id="{AD2B2EE5-B8BC-4D24-A25E-F2DF61737E68}" type="slidenum">
              <a:rPr lang="en-US" smtClean="0"/>
              <a:pPr/>
              <a:t>6</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BC2459E-66FF-9C9B-FB8A-1A1499C2EFAA}"/>
                  </a:ext>
                </a:extLst>
              </p14:cNvPr>
              <p14:cNvContentPartPr/>
              <p14:nvPr/>
            </p14:nvContentPartPr>
            <p14:xfrm>
              <a:off x="1259632" y="404664"/>
              <a:ext cx="81360" cy="258480"/>
            </p14:xfrm>
          </p:contentPart>
        </mc:Choice>
        <mc:Fallback xmlns="">
          <p:pic>
            <p:nvPicPr>
              <p:cNvPr id="5" name="Ink 4">
                <a:extLst>
                  <a:ext uri="{FF2B5EF4-FFF2-40B4-BE49-F238E27FC236}">
                    <a16:creationId xmlns:a16="http://schemas.microsoft.com/office/drawing/2014/main" id="{FBC2459E-66FF-9C9B-FB8A-1A1499C2EFAA}"/>
                  </a:ext>
                </a:extLst>
              </p:cNvPr>
              <p:cNvPicPr/>
              <p:nvPr/>
            </p:nvPicPr>
            <p:blipFill>
              <a:blip r:embed="rId3"/>
              <a:stretch>
                <a:fillRect/>
              </a:stretch>
            </p:blipFill>
            <p:spPr>
              <a:xfrm>
                <a:off x="1255312" y="400344"/>
                <a:ext cx="900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F0D59E4-C8AE-FC31-BF33-ABFCD996F5F0}"/>
                  </a:ext>
                </a:extLst>
              </p14:cNvPr>
              <p14:cNvContentPartPr/>
              <p14:nvPr/>
            </p14:nvContentPartPr>
            <p14:xfrm>
              <a:off x="1247032" y="304944"/>
              <a:ext cx="675360" cy="452160"/>
            </p14:xfrm>
          </p:contentPart>
        </mc:Choice>
        <mc:Fallback xmlns="">
          <p:pic>
            <p:nvPicPr>
              <p:cNvPr id="6" name="Ink 5">
                <a:extLst>
                  <a:ext uri="{FF2B5EF4-FFF2-40B4-BE49-F238E27FC236}">
                    <a16:creationId xmlns:a16="http://schemas.microsoft.com/office/drawing/2014/main" id="{5F0D59E4-C8AE-FC31-BF33-ABFCD996F5F0}"/>
                  </a:ext>
                </a:extLst>
              </p:cNvPr>
              <p:cNvPicPr/>
              <p:nvPr/>
            </p:nvPicPr>
            <p:blipFill>
              <a:blip r:embed="rId5"/>
              <a:stretch>
                <a:fillRect/>
              </a:stretch>
            </p:blipFill>
            <p:spPr>
              <a:xfrm>
                <a:off x="1242712" y="300624"/>
                <a:ext cx="68400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DC2C3D5-2E7A-1FD7-27A7-6E839D80514D}"/>
                  </a:ext>
                </a:extLst>
              </p14:cNvPr>
              <p14:cNvContentPartPr/>
              <p14:nvPr/>
            </p14:nvContentPartPr>
            <p14:xfrm>
              <a:off x="1598392" y="444984"/>
              <a:ext cx="816120" cy="109440"/>
            </p14:xfrm>
          </p:contentPart>
        </mc:Choice>
        <mc:Fallback xmlns="">
          <p:pic>
            <p:nvPicPr>
              <p:cNvPr id="7" name="Ink 6">
                <a:extLst>
                  <a:ext uri="{FF2B5EF4-FFF2-40B4-BE49-F238E27FC236}">
                    <a16:creationId xmlns:a16="http://schemas.microsoft.com/office/drawing/2014/main" id="{4DC2C3D5-2E7A-1FD7-27A7-6E839D80514D}"/>
                  </a:ext>
                </a:extLst>
              </p:cNvPr>
              <p:cNvPicPr/>
              <p:nvPr/>
            </p:nvPicPr>
            <p:blipFill>
              <a:blip r:embed="rId7"/>
              <a:stretch>
                <a:fillRect/>
              </a:stretch>
            </p:blipFill>
            <p:spPr>
              <a:xfrm>
                <a:off x="1594072" y="440664"/>
                <a:ext cx="8247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0DA621C-FABE-0FC1-7FA8-6646CDD02BF2}"/>
                  </a:ext>
                </a:extLst>
              </p14:cNvPr>
              <p14:cNvContentPartPr/>
              <p14:nvPr/>
            </p14:nvContentPartPr>
            <p14:xfrm>
              <a:off x="2293552" y="356784"/>
              <a:ext cx="232920" cy="259920"/>
            </p14:xfrm>
          </p:contentPart>
        </mc:Choice>
        <mc:Fallback xmlns="">
          <p:pic>
            <p:nvPicPr>
              <p:cNvPr id="8" name="Ink 7">
                <a:extLst>
                  <a:ext uri="{FF2B5EF4-FFF2-40B4-BE49-F238E27FC236}">
                    <a16:creationId xmlns:a16="http://schemas.microsoft.com/office/drawing/2014/main" id="{00DA621C-FABE-0FC1-7FA8-6646CDD02BF2}"/>
                  </a:ext>
                </a:extLst>
              </p:cNvPr>
              <p:cNvPicPr/>
              <p:nvPr/>
            </p:nvPicPr>
            <p:blipFill>
              <a:blip r:embed="rId9"/>
              <a:stretch>
                <a:fillRect/>
              </a:stretch>
            </p:blipFill>
            <p:spPr>
              <a:xfrm>
                <a:off x="2289232" y="352464"/>
                <a:ext cx="241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750FC9DC-6345-5589-DE6F-71D01F769069}"/>
                  </a:ext>
                </a:extLst>
              </p14:cNvPr>
              <p14:cNvContentPartPr/>
              <p14:nvPr/>
            </p14:nvContentPartPr>
            <p14:xfrm>
              <a:off x="2520712" y="236904"/>
              <a:ext cx="83160" cy="622080"/>
            </p14:xfrm>
          </p:contentPart>
        </mc:Choice>
        <mc:Fallback xmlns="">
          <p:pic>
            <p:nvPicPr>
              <p:cNvPr id="9" name="Ink 8">
                <a:extLst>
                  <a:ext uri="{FF2B5EF4-FFF2-40B4-BE49-F238E27FC236}">
                    <a16:creationId xmlns:a16="http://schemas.microsoft.com/office/drawing/2014/main" id="{750FC9DC-6345-5589-DE6F-71D01F769069}"/>
                  </a:ext>
                </a:extLst>
              </p:cNvPr>
              <p:cNvPicPr/>
              <p:nvPr/>
            </p:nvPicPr>
            <p:blipFill>
              <a:blip r:embed="rId11"/>
              <a:stretch>
                <a:fillRect/>
              </a:stretch>
            </p:blipFill>
            <p:spPr>
              <a:xfrm>
                <a:off x="2516392" y="232584"/>
                <a:ext cx="91800" cy="630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699799A3-CCE6-6FDF-6CE3-960EA63C9CBB}"/>
                  </a:ext>
                </a:extLst>
              </p14:cNvPr>
              <p14:cNvContentPartPr/>
              <p14:nvPr/>
            </p14:nvContentPartPr>
            <p14:xfrm>
              <a:off x="2466352" y="135024"/>
              <a:ext cx="3445920" cy="725400"/>
            </p14:xfrm>
          </p:contentPart>
        </mc:Choice>
        <mc:Fallback xmlns="">
          <p:pic>
            <p:nvPicPr>
              <p:cNvPr id="10" name="Ink 9">
                <a:extLst>
                  <a:ext uri="{FF2B5EF4-FFF2-40B4-BE49-F238E27FC236}">
                    <a16:creationId xmlns:a16="http://schemas.microsoft.com/office/drawing/2014/main" id="{699799A3-CCE6-6FDF-6CE3-960EA63C9CBB}"/>
                  </a:ext>
                </a:extLst>
              </p:cNvPr>
              <p:cNvPicPr/>
              <p:nvPr/>
            </p:nvPicPr>
            <p:blipFill>
              <a:blip r:embed="rId13"/>
              <a:stretch>
                <a:fillRect/>
              </a:stretch>
            </p:blipFill>
            <p:spPr>
              <a:xfrm>
                <a:off x="2462032" y="130704"/>
                <a:ext cx="345456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DF15C989-8F71-309A-0CFB-42BB2DAEB316}"/>
                  </a:ext>
                </a:extLst>
              </p14:cNvPr>
              <p14:cNvContentPartPr/>
              <p14:nvPr/>
            </p14:nvContentPartPr>
            <p14:xfrm>
              <a:off x="3082312" y="276864"/>
              <a:ext cx="37080" cy="599400"/>
            </p14:xfrm>
          </p:contentPart>
        </mc:Choice>
        <mc:Fallback xmlns="">
          <p:pic>
            <p:nvPicPr>
              <p:cNvPr id="11" name="Ink 10">
                <a:extLst>
                  <a:ext uri="{FF2B5EF4-FFF2-40B4-BE49-F238E27FC236}">
                    <a16:creationId xmlns:a16="http://schemas.microsoft.com/office/drawing/2014/main" id="{DF15C989-8F71-309A-0CFB-42BB2DAEB316}"/>
                  </a:ext>
                </a:extLst>
              </p:cNvPr>
              <p:cNvPicPr/>
              <p:nvPr/>
            </p:nvPicPr>
            <p:blipFill>
              <a:blip r:embed="rId15"/>
              <a:stretch>
                <a:fillRect/>
              </a:stretch>
            </p:blipFill>
            <p:spPr>
              <a:xfrm>
                <a:off x="3077992" y="272544"/>
                <a:ext cx="457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BA0F05D-5932-9EAB-8C18-84E3379C7AB3}"/>
                  </a:ext>
                </a:extLst>
              </p14:cNvPr>
              <p14:cNvContentPartPr/>
              <p14:nvPr/>
            </p14:nvContentPartPr>
            <p14:xfrm>
              <a:off x="3712312" y="227184"/>
              <a:ext cx="25920" cy="586800"/>
            </p14:xfrm>
          </p:contentPart>
        </mc:Choice>
        <mc:Fallback xmlns="">
          <p:pic>
            <p:nvPicPr>
              <p:cNvPr id="12" name="Ink 11">
                <a:extLst>
                  <a:ext uri="{FF2B5EF4-FFF2-40B4-BE49-F238E27FC236}">
                    <a16:creationId xmlns:a16="http://schemas.microsoft.com/office/drawing/2014/main" id="{9BA0F05D-5932-9EAB-8C18-84E3379C7AB3}"/>
                  </a:ext>
                </a:extLst>
              </p:cNvPr>
              <p:cNvPicPr/>
              <p:nvPr/>
            </p:nvPicPr>
            <p:blipFill>
              <a:blip r:embed="rId17"/>
              <a:stretch>
                <a:fillRect/>
              </a:stretch>
            </p:blipFill>
            <p:spPr>
              <a:xfrm>
                <a:off x="3707992" y="222864"/>
                <a:ext cx="34560" cy="595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FF32BA0-F974-26AD-658A-86E068F42D83}"/>
                  </a:ext>
                </a:extLst>
              </p14:cNvPr>
              <p14:cNvContentPartPr/>
              <p14:nvPr/>
            </p14:nvContentPartPr>
            <p14:xfrm>
              <a:off x="4238272" y="158784"/>
              <a:ext cx="83160" cy="700920"/>
            </p14:xfrm>
          </p:contentPart>
        </mc:Choice>
        <mc:Fallback xmlns="">
          <p:pic>
            <p:nvPicPr>
              <p:cNvPr id="13" name="Ink 12">
                <a:extLst>
                  <a:ext uri="{FF2B5EF4-FFF2-40B4-BE49-F238E27FC236}">
                    <a16:creationId xmlns:a16="http://schemas.microsoft.com/office/drawing/2014/main" id="{BFF32BA0-F974-26AD-658A-86E068F42D83}"/>
                  </a:ext>
                </a:extLst>
              </p:cNvPr>
              <p:cNvPicPr/>
              <p:nvPr/>
            </p:nvPicPr>
            <p:blipFill>
              <a:blip r:embed="rId19"/>
              <a:stretch>
                <a:fillRect/>
              </a:stretch>
            </p:blipFill>
            <p:spPr>
              <a:xfrm>
                <a:off x="4233952" y="154464"/>
                <a:ext cx="9180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3CBB89C9-FAFC-7541-0B86-0BF3E3A800F3}"/>
                  </a:ext>
                </a:extLst>
              </p14:cNvPr>
              <p14:cNvContentPartPr/>
              <p14:nvPr/>
            </p14:nvContentPartPr>
            <p14:xfrm>
              <a:off x="4744432" y="160584"/>
              <a:ext cx="54000" cy="642240"/>
            </p14:xfrm>
          </p:contentPart>
        </mc:Choice>
        <mc:Fallback xmlns="">
          <p:pic>
            <p:nvPicPr>
              <p:cNvPr id="14" name="Ink 13">
                <a:extLst>
                  <a:ext uri="{FF2B5EF4-FFF2-40B4-BE49-F238E27FC236}">
                    <a16:creationId xmlns:a16="http://schemas.microsoft.com/office/drawing/2014/main" id="{3CBB89C9-FAFC-7541-0B86-0BF3E3A800F3}"/>
                  </a:ext>
                </a:extLst>
              </p:cNvPr>
              <p:cNvPicPr/>
              <p:nvPr/>
            </p:nvPicPr>
            <p:blipFill>
              <a:blip r:embed="rId21"/>
              <a:stretch>
                <a:fillRect/>
              </a:stretch>
            </p:blipFill>
            <p:spPr>
              <a:xfrm>
                <a:off x="4740112" y="156264"/>
                <a:ext cx="62640" cy="650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DA8246F-F2A4-2517-005D-72E27306F479}"/>
                  </a:ext>
                </a:extLst>
              </p14:cNvPr>
              <p14:cNvContentPartPr/>
              <p14:nvPr/>
            </p14:nvContentPartPr>
            <p14:xfrm>
              <a:off x="5233672" y="128904"/>
              <a:ext cx="82080" cy="711720"/>
            </p14:xfrm>
          </p:contentPart>
        </mc:Choice>
        <mc:Fallback xmlns="">
          <p:pic>
            <p:nvPicPr>
              <p:cNvPr id="15" name="Ink 14">
                <a:extLst>
                  <a:ext uri="{FF2B5EF4-FFF2-40B4-BE49-F238E27FC236}">
                    <a16:creationId xmlns:a16="http://schemas.microsoft.com/office/drawing/2014/main" id="{CDA8246F-F2A4-2517-005D-72E27306F479}"/>
                  </a:ext>
                </a:extLst>
              </p:cNvPr>
              <p:cNvPicPr/>
              <p:nvPr/>
            </p:nvPicPr>
            <p:blipFill>
              <a:blip r:embed="rId23"/>
              <a:stretch>
                <a:fillRect/>
              </a:stretch>
            </p:blipFill>
            <p:spPr>
              <a:xfrm>
                <a:off x="5229352" y="124584"/>
                <a:ext cx="9072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AE5C6209-B56E-E4A4-2312-3E5050137859}"/>
                  </a:ext>
                </a:extLst>
              </p14:cNvPr>
              <p14:cNvContentPartPr/>
              <p14:nvPr/>
            </p14:nvContentPartPr>
            <p14:xfrm>
              <a:off x="2691712" y="939984"/>
              <a:ext cx="131040" cy="123840"/>
            </p14:xfrm>
          </p:contentPart>
        </mc:Choice>
        <mc:Fallback xmlns="">
          <p:pic>
            <p:nvPicPr>
              <p:cNvPr id="16" name="Ink 15">
                <a:extLst>
                  <a:ext uri="{FF2B5EF4-FFF2-40B4-BE49-F238E27FC236}">
                    <a16:creationId xmlns:a16="http://schemas.microsoft.com/office/drawing/2014/main" id="{AE5C6209-B56E-E4A4-2312-3E5050137859}"/>
                  </a:ext>
                </a:extLst>
              </p:cNvPr>
              <p:cNvPicPr/>
              <p:nvPr/>
            </p:nvPicPr>
            <p:blipFill>
              <a:blip r:embed="rId25"/>
              <a:stretch>
                <a:fillRect/>
              </a:stretch>
            </p:blipFill>
            <p:spPr>
              <a:xfrm>
                <a:off x="2687392" y="935664"/>
                <a:ext cx="139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191D1503-5FA6-5DA9-7D1F-F3018C3AA37A}"/>
                  </a:ext>
                </a:extLst>
              </p14:cNvPr>
              <p14:cNvContentPartPr/>
              <p14:nvPr/>
            </p14:nvContentPartPr>
            <p14:xfrm>
              <a:off x="3340432" y="896784"/>
              <a:ext cx="25920" cy="85680"/>
            </p14:xfrm>
          </p:contentPart>
        </mc:Choice>
        <mc:Fallback xmlns="">
          <p:pic>
            <p:nvPicPr>
              <p:cNvPr id="17" name="Ink 16">
                <a:extLst>
                  <a:ext uri="{FF2B5EF4-FFF2-40B4-BE49-F238E27FC236}">
                    <a16:creationId xmlns:a16="http://schemas.microsoft.com/office/drawing/2014/main" id="{191D1503-5FA6-5DA9-7D1F-F3018C3AA37A}"/>
                  </a:ext>
                </a:extLst>
              </p:cNvPr>
              <p:cNvPicPr/>
              <p:nvPr/>
            </p:nvPicPr>
            <p:blipFill>
              <a:blip r:embed="rId27"/>
              <a:stretch>
                <a:fillRect/>
              </a:stretch>
            </p:blipFill>
            <p:spPr>
              <a:xfrm>
                <a:off x="3336112" y="892464"/>
                <a:ext cx="345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36984561-2630-4367-6562-B129A2087FAB}"/>
                  </a:ext>
                </a:extLst>
              </p14:cNvPr>
              <p14:cNvContentPartPr/>
              <p14:nvPr/>
            </p14:nvContentPartPr>
            <p14:xfrm>
              <a:off x="3822112" y="942144"/>
              <a:ext cx="157320" cy="122760"/>
            </p14:xfrm>
          </p:contentPart>
        </mc:Choice>
        <mc:Fallback xmlns="">
          <p:pic>
            <p:nvPicPr>
              <p:cNvPr id="18" name="Ink 17">
                <a:extLst>
                  <a:ext uri="{FF2B5EF4-FFF2-40B4-BE49-F238E27FC236}">
                    <a16:creationId xmlns:a16="http://schemas.microsoft.com/office/drawing/2014/main" id="{36984561-2630-4367-6562-B129A2087FAB}"/>
                  </a:ext>
                </a:extLst>
              </p:cNvPr>
              <p:cNvPicPr/>
              <p:nvPr/>
            </p:nvPicPr>
            <p:blipFill>
              <a:blip r:embed="rId29"/>
              <a:stretch>
                <a:fillRect/>
              </a:stretch>
            </p:blipFill>
            <p:spPr>
              <a:xfrm>
                <a:off x="3817792" y="937824"/>
                <a:ext cx="165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030CF07-AD28-A394-ACA8-F84B1770150D}"/>
                  </a:ext>
                </a:extLst>
              </p14:cNvPr>
              <p14:cNvContentPartPr/>
              <p14:nvPr/>
            </p14:nvContentPartPr>
            <p14:xfrm>
              <a:off x="5356432" y="993984"/>
              <a:ext cx="80280" cy="90000"/>
            </p14:xfrm>
          </p:contentPart>
        </mc:Choice>
        <mc:Fallback xmlns="">
          <p:pic>
            <p:nvPicPr>
              <p:cNvPr id="19" name="Ink 18">
                <a:extLst>
                  <a:ext uri="{FF2B5EF4-FFF2-40B4-BE49-F238E27FC236}">
                    <a16:creationId xmlns:a16="http://schemas.microsoft.com/office/drawing/2014/main" id="{A030CF07-AD28-A394-ACA8-F84B1770150D}"/>
                  </a:ext>
                </a:extLst>
              </p:cNvPr>
              <p:cNvPicPr/>
              <p:nvPr/>
            </p:nvPicPr>
            <p:blipFill>
              <a:blip r:embed="rId31"/>
              <a:stretch>
                <a:fillRect/>
              </a:stretch>
            </p:blipFill>
            <p:spPr>
              <a:xfrm>
                <a:off x="5352112" y="989664"/>
                <a:ext cx="889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969B0309-6FD9-FC9E-9C10-3EE10C73A33B}"/>
                  </a:ext>
                </a:extLst>
              </p14:cNvPr>
              <p14:cNvContentPartPr/>
              <p14:nvPr/>
            </p14:nvContentPartPr>
            <p14:xfrm>
              <a:off x="5499352" y="1038624"/>
              <a:ext cx="98640" cy="12600"/>
            </p14:xfrm>
          </p:contentPart>
        </mc:Choice>
        <mc:Fallback xmlns="">
          <p:pic>
            <p:nvPicPr>
              <p:cNvPr id="20" name="Ink 19">
                <a:extLst>
                  <a:ext uri="{FF2B5EF4-FFF2-40B4-BE49-F238E27FC236}">
                    <a16:creationId xmlns:a16="http://schemas.microsoft.com/office/drawing/2014/main" id="{969B0309-6FD9-FC9E-9C10-3EE10C73A33B}"/>
                  </a:ext>
                </a:extLst>
              </p:cNvPr>
              <p:cNvPicPr/>
              <p:nvPr/>
            </p:nvPicPr>
            <p:blipFill>
              <a:blip r:embed="rId33"/>
              <a:stretch>
                <a:fillRect/>
              </a:stretch>
            </p:blipFill>
            <p:spPr>
              <a:xfrm>
                <a:off x="5495032" y="1034304"/>
                <a:ext cx="107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582E5640-11FF-BA5A-DFEE-1E8349FFBE09}"/>
                  </a:ext>
                </a:extLst>
              </p14:cNvPr>
              <p14:cNvContentPartPr/>
              <p14:nvPr/>
            </p14:nvContentPartPr>
            <p14:xfrm>
              <a:off x="5646592" y="972744"/>
              <a:ext cx="13680" cy="132120"/>
            </p14:xfrm>
          </p:contentPart>
        </mc:Choice>
        <mc:Fallback xmlns="">
          <p:pic>
            <p:nvPicPr>
              <p:cNvPr id="21" name="Ink 20">
                <a:extLst>
                  <a:ext uri="{FF2B5EF4-FFF2-40B4-BE49-F238E27FC236}">
                    <a16:creationId xmlns:a16="http://schemas.microsoft.com/office/drawing/2014/main" id="{582E5640-11FF-BA5A-DFEE-1E8349FFBE09}"/>
                  </a:ext>
                </a:extLst>
              </p:cNvPr>
              <p:cNvPicPr/>
              <p:nvPr/>
            </p:nvPicPr>
            <p:blipFill>
              <a:blip r:embed="rId35"/>
              <a:stretch>
                <a:fillRect/>
              </a:stretch>
            </p:blipFill>
            <p:spPr>
              <a:xfrm>
                <a:off x="5642272" y="968424"/>
                <a:ext cx="2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BF3085B1-ABD2-78BF-C435-FF3C4CF244A0}"/>
                  </a:ext>
                </a:extLst>
              </p14:cNvPr>
              <p14:cNvContentPartPr/>
              <p14:nvPr/>
            </p14:nvContentPartPr>
            <p14:xfrm>
              <a:off x="3880792" y="378744"/>
              <a:ext cx="117720" cy="251280"/>
            </p14:xfrm>
          </p:contentPart>
        </mc:Choice>
        <mc:Fallback xmlns="">
          <p:pic>
            <p:nvPicPr>
              <p:cNvPr id="22" name="Ink 21">
                <a:extLst>
                  <a:ext uri="{FF2B5EF4-FFF2-40B4-BE49-F238E27FC236}">
                    <a16:creationId xmlns:a16="http://schemas.microsoft.com/office/drawing/2014/main" id="{BF3085B1-ABD2-78BF-C435-FF3C4CF244A0}"/>
                  </a:ext>
                </a:extLst>
              </p:cNvPr>
              <p:cNvPicPr/>
              <p:nvPr/>
            </p:nvPicPr>
            <p:blipFill>
              <a:blip r:embed="rId37"/>
              <a:stretch>
                <a:fillRect/>
              </a:stretch>
            </p:blipFill>
            <p:spPr>
              <a:xfrm>
                <a:off x="3876472" y="374424"/>
                <a:ext cx="12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12E79D88-D5B3-9A6A-AEEA-94E6F0B2481C}"/>
                  </a:ext>
                </a:extLst>
              </p14:cNvPr>
              <p14:cNvContentPartPr/>
              <p14:nvPr/>
            </p14:nvContentPartPr>
            <p14:xfrm>
              <a:off x="3939472" y="359304"/>
              <a:ext cx="129960" cy="30240"/>
            </p14:xfrm>
          </p:contentPart>
        </mc:Choice>
        <mc:Fallback xmlns="">
          <p:pic>
            <p:nvPicPr>
              <p:cNvPr id="23" name="Ink 22">
                <a:extLst>
                  <a:ext uri="{FF2B5EF4-FFF2-40B4-BE49-F238E27FC236}">
                    <a16:creationId xmlns:a16="http://schemas.microsoft.com/office/drawing/2014/main" id="{12E79D88-D5B3-9A6A-AEEA-94E6F0B2481C}"/>
                  </a:ext>
                </a:extLst>
              </p:cNvPr>
              <p:cNvPicPr/>
              <p:nvPr/>
            </p:nvPicPr>
            <p:blipFill>
              <a:blip r:embed="rId39"/>
              <a:stretch>
                <a:fillRect/>
              </a:stretch>
            </p:blipFill>
            <p:spPr>
              <a:xfrm>
                <a:off x="3935152" y="354984"/>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426A4AF4-D3A8-CF08-9752-A6C40B98D6DA}"/>
                  </a:ext>
                </a:extLst>
              </p14:cNvPr>
              <p14:cNvContentPartPr/>
              <p14:nvPr/>
            </p14:nvContentPartPr>
            <p14:xfrm>
              <a:off x="4429432" y="388104"/>
              <a:ext cx="151200" cy="212760"/>
            </p14:xfrm>
          </p:contentPart>
        </mc:Choice>
        <mc:Fallback xmlns="">
          <p:pic>
            <p:nvPicPr>
              <p:cNvPr id="24" name="Ink 23">
                <a:extLst>
                  <a:ext uri="{FF2B5EF4-FFF2-40B4-BE49-F238E27FC236}">
                    <a16:creationId xmlns:a16="http://schemas.microsoft.com/office/drawing/2014/main" id="{426A4AF4-D3A8-CF08-9752-A6C40B98D6DA}"/>
                  </a:ext>
                </a:extLst>
              </p:cNvPr>
              <p:cNvPicPr/>
              <p:nvPr/>
            </p:nvPicPr>
            <p:blipFill>
              <a:blip r:embed="rId41"/>
              <a:stretch>
                <a:fillRect/>
              </a:stretch>
            </p:blipFill>
            <p:spPr>
              <a:xfrm>
                <a:off x="4425112" y="383784"/>
                <a:ext cx="159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C3C6E84B-5668-FFBC-2753-FDCADF719047}"/>
                  </a:ext>
                </a:extLst>
              </p14:cNvPr>
              <p14:cNvContentPartPr/>
              <p14:nvPr/>
            </p14:nvContentPartPr>
            <p14:xfrm>
              <a:off x="2803672" y="501504"/>
              <a:ext cx="200880" cy="153360"/>
            </p14:xfrm>
          </p:contentPart>
        </mc:Choice>
        <mc:Fallback xmlns="">
          <p:pic>
            <p:nvPicPr>
              <p:cNvPr id="25" name="Ink 24">
                <a:extLst>
                  <a:ext uri="{FF2B5EF4-FFF2-40B4-BE49-F238E27FC236}">
                    <a16:creationId xmlns:a16="http://schemas.microsoft.com/office/drawing/2014/main" id="{C3C6E84B-5668-FFBC-2753-FDCADF719047}"/>
                  </a:ext>
                </a:extLst>
              </p:cNvPr>
              <p:cNvPicPr/>
              <p:nvPr/>
            </p:nvPicPr>
            <p:blipFill>
              <a:blip r:embed="rId43"/>
              <a:stretch>
                <a:fillRect/>
              </a:stretch>
            </p:blipFill>
            <p:spPr>
              <a:xfrm>
                <a:off x="2799352" y="497184"/>
                <a:ext cx="209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DC234E38-33F4-8602-CE88-3BD1BADD9DC2}"/>
                  </a:ext>
                </a:extLst>
              </p14:cNvPr>
              <p14:cNvContentPartPr/>
              <p14:nvPr/>
            </p14:nvContentPartPr>
            <p14:xfrm>
              <a:off x="2950192" y="552264"/>
              <a:ext cx="46080" cy="185040"/>
            </p14:xfrm>
          </p:contentPart>
        </mc:Choice>
        <mc:Fallback xmlns="">
          <p:pic>
            <p:nvPicPr>
              <p:cNvPr id="26" name="Ink 25">
                <a:extLst>
                  <a:ext uri="{FF2B5EF4-FFF2-40B4-BE49-F238E27FC236}">
                    <a16:creationId xmlns:a16="http://schemas.microsoft.com/office/drawing/2014/main" id="{DC234E38-33F4-8602-CE88-3BD1BADD9DC2}"/>
                  </a:ext>
                </a:extLst>
              </p:cNvPr>
              <p:cNvPicPr/>
              <p:nvPr/>
            </p:nvPicPr>
            <p:blipFill>
              <a:blip r:embed="rId45"/>
              <a:stretch>
                <a:fillRect/>
              </a:stretch>
            </p:blipFill>
            <p:spPr>
              <a:xfrm>
                <a:off x="2945872" y="547944"/>
                <a:ext cx="547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BCD7FF14-32B0-FC81-822A-C9F3ABFC56C1}"/>
                  </a:ext>
                </a:extLst>
              </p14:cNvPr>
              <p14:cNvContentPartPr/>
              <p14:nvPr/>
            </p14:nvContentPartPr>
            <p14:xfrm>
              <a:off x="3533032" y="419064"/>
              <a:ext cx="28440" cy="212040"/>
            </p14:xfrm>
          </p:contentPart>
        </mc:Choice>
        <mc:Fallback xmlns="">
          <p:pic>
            <p:nvPicPr>
              <p:cNvPr id="27" name="Ink 26">
                <a:extLst>
                  <a:ext uri="{FF2B5EF4-FFF2-40B4-BE49-F238E27FC236}">
                    <a16:creationId xmlns:a16="http://schemas.microsoft.com/office/drawing/2014/main" id="{BCD7FF14-32B0-FC81-822A-C9F3ABFC56C1}"/>
                  </a:ext>
                </a:extLst>
              </p:cNvPr>
              <p:cNvPicPr/>
              <p:nvPr/>
            </p:nvPicPr>
            <p:blipFill>
              <a:blip r:embed="rId47"/>
              <a:stretch>
                <a:fillRect/>
              </a:stretch>
            </p:blipFill>
            <p:spPr>
              <a:xfrm>
                <a:off x="3528712" y="414744"/>
                <a:ext cx="37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659F9C42-8FC7-A0B3-4B4E-5C582838BBEB}"/>
                  </a:ext>
                </a:extLst>
              </p14:cNvPr>
              <p14:cNvContentPartPr/>
              <p14:nvPr/>
            </p14:nvContentPartPr>
            <p14:xfrm>
              <a:off x="5399632" y="381984"/>
              <a:ext cx="190080" cy="189000"/>
            </p14:xfrm>
          </p:contentPart>
        </mc:Choice>
        <mc:Fallback xmlns="">
          <p:pic>
            <p:nvPicPr>
              <p:cNvPr id="28" name="Ink 27">
                <a:extLst>
                  <a:ext uri="{FF2B5EF4-FFF2-40B4-BE49-F238E27FC236}">
                    <a16:creationId xmlns:a16="http://schemas.microsoft.com/office/drawing/2014/main" id="{659F9C42-8FC7-A0B3-4B4E-5C582838BBEB}"/>
                  </a:ext>
                </a:extLst>
              </p:cNvPr>
              <p:cNvPicPr/>
              <p:nvPr/>
            </p:nvPicPr>
            <p:blipFill>
              <a:blip r:embed="rId49"/>
              <a:stretch>
                <a:fillRect/>
              </a:stretch>
            </p:blipFill>
            <p:spPr>
              <a:xfrm>
                <a:off x="5395312" y="377664"/>
                <a:ext cx="1987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CB94C80E-5CDC-C110-0638-397B0F67589A}"/>
                  </a:ext>
                </a:extLst>
              </p14:cNvPr>
              <p14:cNvContentPartPr/>
              <p14:nvPr/>
            </p14:nvContentPartPr>
            <p14:xfrm>
              <a:off x="4970512" y="397824"/>
              <a:ext cx="157320" cy="246240"/>
            </p14:xfrm>
          </p:contentPart>
        </mc:Choice>
        <mc:Fallback xmlns="">
          <p:pic>
            <p:nvPicPr>
              <p:cNvPr id="29" name="Ink 28">
                <a:extLst>
                  <a:ext uri="{FF2B5EF4-FFF2-40B4-BE49-F238E27FC236}">
                    <a16:creationId xmlns:a16="http://schemas.microsoft.com/office/drawing/2014/main" id="{CB94C80E-5CDC-C110-0638-397B0F67589A}"/>
                  </a:ext>
                </a:extLst>
              </p:cNvPr>
              <p:cNvPicPr/>
              <p:nvPr/>
            </p:nvPicPr>
            <p:blipFill>
              <a:blip r:embed="rId51"/>
              <a:stretch>
                <a:fillRect/>
              </a:stretch>
            </p:blipFill>
            <p:spPr>
              <a:xfrm>
                <a:off x="4966192" y="393504"/>
                <a:ext cx="1659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1EB5AF77-D51C-E606-2808-06A3C545BA89}"/>
                  </a:ext>
                </a:extLst>
              </p14:cNvPr>
              <p14:cNvContentPartPr/>
              <p14:nvPr/>
            </p14:nvContentPartPr>
            <p14:xfrm>
              <a:off x="4232415" y="987730"/>
              <a:ext cx="40680" cy="66960"/>
            </p14:xfrm>
          </p:contentPart>
        </mc:Choice>
        <mc:Fallback xmlns="">
          <p:pic>
            <p:nvPicPr>
              <p:cNvPr id="30" name="Ink 29">
                <a:extLst>
                  <a:ext uri="{FF2B5EF4-FFF2-40B4-BE49-F238E27FC236}">
                    <a16:creationId xmlns:a16="http://schemas.microsoft.com/office/drawing/2014/main" id="{1EB5AF77-D51C-E606-2808-06A3C545BA89}"/>
                  </a:ext>
                </a:extLst>
              </p:cNvPr>
              <p:cNvPicPr/>
              <p:nvPr/>
            </p:nvPicPr>
            <p:blipFill>
              <a:blip r:embed="rId53"/>
              <a:stretch>
                <a:fillRect/>
              </a:stretch>
            </p:blipFill>
            <p:spPr>
              <a:xfrm>
                <a:off x="4228095" y="983410"/>
                <a:ext cx="493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23ACF056-8CB4-B7AB-C4D8-5807B06F65EA}"/>
                  </a:ext>
                </a:extLst>
              </p14:cNvPr>
              <p14:cNvContentPartPr/>
              <p14:nvPr/>
            </p14:nvContentPartPr>
            <p14:xfrm>
              <a:off x="4435095" y="1019050"/>
              <a:ext cx="47160" cy="29520"/>
            </p14:xfrm>
          </p:contentPart>
        </mc:Choice>
        <mc:Fallback xmlns="">
          <p:pic>
            <p:nvPicPr>
              <p:cNvPr id="31" name="Ink 30">
                <a:extLst>
                  <a:ext uri="{FF2B5EF4-FFF2-40B4-BE49-F238E27FC236}">
                    <a16:creationId xmlns:a16="http://schemas.microsoft.com/office/drawing/2014/main" id="{23ACF056-8CB4-B7AB-C4D8-5807B06F65EA}"/>
                  </a:ext>
                </a:extLst>
              </p:cNvPr>
              <p:cNvPicPr/>
              <p:nvPr/>
            </p:nvPicPr>
            <p:blipFill>
              <a:blip r:embed="rId55"/>
              <a:stretch>
                <a:fillRect/>
              </a:stretch>
            </p:blipFill>
            <p:spPr>
              <a:xfrm>
                <a:off x="4430775" y="1014730"/>
                <a:ext cx="55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B34CE0BB-2AD5-2666-F997-A850FC8E93ED}"/>
                  </a:ext>
                </a:extLst>
              </p14:cNvPr>
              <p14:cNvContentPartPr/>
              <p14:nvPr/>
            </p14:nvContentPartPr>
            <p14:xfrm>
              <a:off x="4615095" y="1002490"/>
              <a:ext cx="52200" cy="63360"/>
            </p14:xfrm>
          </p:contentPart>
        </mc:Choice>
        <mc:Fallback xmlns="">
          <p:pic>
            <p:nvPicPr>
              <p:cNvPr id="32" name="Ink 31">
                <a:extLst>
                  <a:ext uri="{FF2B5EF4-FFF2-40B4-BE49-F238E27FC236}">
                    <a16:creationId xmlns:a16="http://schemas.microsoft.com/office/drawing/2014/main" id="{B34CE0BB-2AD5-2666-F997-A850FC8E93ED}"/>
                  </a:ext>
                </a:extLst>
              </p:cNvPr>
              <p:cNvPicPr/>
              <p:nvPr/>
            </p:nvPicPr>
            <p:blipFill>
              <a:blip r:embed="rId57"/>
              <a:stretch>
                <a:fillRect/>
              </a:stretch>
            </p:blipFill>
            <p:spPr>
              <a:xfrm>
                <a:off x="4610775" y="998170"/>
                <a:ext cx="60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61CB2269-4DE9-1D81-34B5-C1E6A2A8D840}"/>
                  </a:ext>
                </a:extLst>
              </p14:cNvPr>
              <p14:cNvContentPartPr/>
              <p14:nvPr/>
            </p14:nvContentPartPr>
            <p14:xfrm>
              <a:off x="3738232" y="2290069"/>
              <a:ext cx="2880" cy="14040"/>
            </p14:xfrm>
          </p:contentPart>
        </mc:Choice>
        <mc:Fallback xmlns="">
          <p:pic>
            <p:nvPicPr>
              <p:cNvPr id="33" name="Ink 32">
                <a:extLst>
                  <a:ext uri="{FF2B5EF4-FFF2-40B4-BE49-F238E27FC236}">
                    <a16:creationId xmlns:a16="http://schemas.microsoft.com/office/drawing/2014/main" id="{61CB2269-4DE9-1D81-34B5-C1E6A2A8D840}"/>
                  </a:ext>
                </a:extLst>
              </p:cNvPr>
              <p:cNvPicPr/>
              <p:nvPr/>
            </p:nvPicPr>
            <p:blipFill>
              <a:blip r:embed="rId59"/>
              <a:stretch>
                <a:fillRect/>
              </a:stretch>
            </p:blipFill>
            <p:spPr>
              <a:xfrm>
                <a:off x="3733912" y="2285749"/>
                <a:ext cx="11520" cy="22680"/>
              </a:xfrm>
              <a:prstGeom prst="rect">
                <a:avLst/>
              </a:prstGeom>
            </p:spPr>
          </p:pic>
        </mc:Fallback>
      </mc:AlternateContent>
      <p:grpSp>
        <p:nvGrpSpPr>
          <p:cNvPr id="44" name="Group 43">
            <a:extLst>
              <a:ext uri="{FF2B5EF4-FFF2-40B4-BE49-F238E27FC236}">
                <a16:creationId xmlns:a16="http://schemas.microsoft.com/office/drawing/2014/main" id="{8BEAFC5E-BC72-9F72-4A6F-1E8E931B4D2A}"/>
              </a:ext>
            </a:extLst>
          </p:cNvPr>
          <p:cNvGrpSpPr/>
          <p:nvPr/>
        </p:nvGrpSpPr>
        <p:grpSpPr>
          <a:xfrm>
            <a:off x="1918432" y="2077669"/>
            <a:ext cx="1190160" cy="574920"/>
            <a:chOff x="1918432" y="2077669"/>
            <a:chExt cx="1190160" cy="574920"/>
          </a:xfrm>
        </p:grpSpPr>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5AA36D5D-ED6A-434F-F04A-9F44479E7A88}"/>
                    </a:ext>
                  </a:extLst>
                </p14:cNvPr>
                <p14:cNvContentPartPr/>
                <p14:nvPr/>
              </p14:nvContentPartPr>
              <p14:xfrm>
                <a:off x="1949032" y="2077669"/>
                <a:ext cx="286200" cy="574920"/>
              </p14:xfrm>
            </p:contentPart>
          </mc:Choice>
          <mc:Fallback xmlns="">
            <p:pic>
              <p:nvPicPr>
                <p:cNvPr id="34" name="Ink 33">
                  <a:extLst>
                    <a:ext uri="{FF2B5EF4-FFF2-40B4-BE49-F238E27FC236}">
                      <a16:creationId xmlns:a16="http://schemas.microsoft.com/office/drawing/2014/main" id="{5AA36D5D-ED6A-434F-F04A-9F44479E7A88}"/>
                    </a:ext>
                  </a:extLst>
                </p:cNvPr>
                <p:cNvPicPr/>
                <p:nvPr/>
              </p:nvPicPr>
              <p:blipFill>
                <a:blip r:embed="rId61"/>
                <a:stretch>
                  <a:fillRect/>
                </a:stretch>
              </p:blipFill>
              <p:spPr>
                <a:xfrm>
                  <a:off x="1944712" y="2073349"/>
                  <a:ext cx="29484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A6AE6093-1288-1CA7-990C-B15AC86FE86B}"/>
                    </a:ext>
                  </a:extLst>
                </p14:cNvPr>
                <p14:cNvContentPartPr/>
                <p14:nvPr/>
              </p14:nvContentPartPr>
              <p14:xfrm>
                <a:off x="1918432" y="2361349"/>
                <a:ext cx="248760" cy="21960"/>
              </p14:xfrm>
            </p:contentPart>
          </mc:Choice>
          <mc:Fallback xmlns="">
            <p:pic>
              <p:nvPicPr>
                <p:cNvPr id="35" name="Ink 34">
                  <a:extLst>
                    <a:ext uri="{FF2B5EF4-FFF2-40B4-BE49-F238E27FC236}">
                      <a16:creationId xmlns:a16="http://schemas.microsoft.com/office/drawing/2014/main" id="{A6AE6093-1288-1CA7-990C-B15AC86FE86B}"/>
                    </a:ext>
                  </a:extLst>
                </p:cNvPr>
                <p:cNvPicPr/>
                <p:nvPr/>
              </p:nvPicPr>
              <p:blipFill>
                <a:blip r:embed="rId63"/>
                <a:stretch>
                  <a:fillRect/>
                </a:stretch>
              </p:blipFill>
              <p:spPr>
                <a:xfrm>
                  <a:off x="1914112" y="2357029"/>
                  <a:ext cx="257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BB207277-B2BD-373D-172A-04FF592F5859}"/>
                    </a:ext>
                  </a:extLst>
                </p14:cNvPr>
                <p14:cNvContentPartPr/>
                <p14:nvPr/>
              </p14:nvContentPartPr>
              <p14:xfrm>
                <a:off x="2120752" y="2375029"/>
                <a:ext cx="131760" cy="87840"/>
              </p14:xfrm>
            </p:contentPart>
          </mc:Choice>
          <mc:Fallback xmlns="">
            <p:pic>
              <p:nvPicPr>
                <p:cNvPr id="36" name="Ink 35">
                  <a:extLst>
                    <a:ext uri="{FF2B5EF4-FFF2-40B4-BE49-F238E27FC236}">
                      <a16:creationId xmlns:a16="http://schemas.microsoft.com/office/drawing/2014/main" id="{BB207277-B2BD-373D-172A-04FF592F5859}"/>
                    </a:ext>
                  </a:extLst>
                </p:cNvPr>
                <p:cNvPicPr/>
                <p:nvPr/>
              </p:nvPicPr>
              <p:blipFill>
                <a:blip r:embed="rId65"/>
                <a:stretch>
                  <a:fillRect/>
                </a:stretch>
              </p:blipFill>
              <p:spPr>
                <a:xfrm>
                  <a:off x="2116432" y="2370709"/>
                  <a:ext cx="1404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FB4E07A7-588C-21BC-905F-B80CEC22B24F}"/>
                    </a:ext>
                  </a:extLst>
                </p14:cNvPr>
                <p14:cNvContentPartPr/>
                <p14:nvPr/>
              </p14:nvContentPartPr>
              <p14:xfrm>
                <a:off x="2306872" y="2328229"/>
                <a:ext cx="78120" cy="125280"/>
              </p14:xfrm>
            </p:contentPart>
          </mc:Choice>
          <mc:Fallback xmlns="">
            <p:pic>
              <p:nvPicPr>
                <p:cNvPr id="37" name="Ink 36">
                  <a:extLst>
                    <a:ext uri="{FF2B5EF4-FFF2-40B4-BE49-F238E27FC236}">
                      <a16:creationId xmlns:a16="http://schemas.microsoft.com/office/drawing/2014/main" id="{FB4E07A7-588C-21BC-905F-B80CEC22B24F}"/>
                    </a:ext>
                  </a:extLst>
                </p:cNvPr>
                <p:cNvPicPr/>
                <p:nvPr/>
              </p:nvPicPr>
              <p:blipFill>
                <a:blip r:embed="rId67"/>
                <a:stretch>
                  <a:fillRect/>
                </a:stretch>
              </p:blipFill>
              <p:spPr>
                <a:xfrm>
                  <a:off x="2302552" y="2323909"/>
                  <a:ext cx="867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8" name="Ink 37">
                  <a:extLst>
                    <a:ext uri="{FF2B5EF4-FFF2-40B4-BE49-F238E27FC236}">
                      <a16:creationId xmlns:a16="http://schemas.microsoft.com/office/drawing/2014/main" id="{1DEA08F3-876B-DA5E-2309-1B996F4C9705}"/>
                    </a:ext>
                  </a:extLst>
                </p14:cNvPr>
                <p14:cNvContentPartPr/>
                <p14:nvPr/>
              </p14:nvContentPartPr>
              <p14:xfrm>
                <a:off x="2485072" y="2197549"/>
                <a:ext cx="200520" cy="341280"/>
              </p14:xfrm>
            </p:contentPart>
          </mc:Choice>
          <mc:Fallback xmlns="">
            <p:pic>
              <p:nvPicPr>
                <p:cNvPr id="38" name="Ink 37">
                  <a:extLst>
                    <a:ext uri="{FF2B5EF4-FFF2-40B4-BE49-F238E27FC236}">
                      <a16:creationId xmlns:a16="http://schemas.microsoft.com/office/drawing/2014/main" id="{1DEA08F3-876B-DA5E-2309-1B996F4C9705}"/>
                    </a:ext>
                  </a:extLst>
                </p:cNvPr>
                <p:cNvPicPr/>
                <p:nvPr/>
              </p:nvPicPr>
              <p:blipFill>
                <a:blip r:embed="rId69"/>
                <a:stretch>
                  <a:fillRect/>
                </a:stretch>
              </p:blipFill>
              <p:spPr>
                <a:xfrm>
                  <a:off x="2480752" y="2193229"/>
                  <a:ext cx="20916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9" name="Ink 38">
                  <a:extLst>
                    <a:ext uri="{FF2B5EF4-FFF2-40B4-BE49-F238E27FC236}">
                      <a16:creationId xmlns:a16="http://schemas.microsoft.com/office/drawing/2014/main" id="{69A2AC9A-1F15-EEAB-66D1-48187AA75E57}"/>
                    </a:ext>
                  </a:extLst>
                </p14:cNvPr>
                <p14:cNvContentPartPr/>
                <p14:nvPr/>
              </p14:nvContentPartPr>
              <p14:xfrm>
                <a:off x="2702512" y="2400229"/>
                <a:ext cx="54360" cy="83160"/>
              </p14:xfrm>
            </p:contentPart>
          </mc:Choice>
          <mc:Fallback xmlns="">
            <p:pic>
              <p:nvPicPr>
                <p:cNvPr id="39" name="Ink 38">
                  <a:extLst>
                    <a:ext uri="{FF2B5EF4-FFF2-40B4-BE49-F238E27FC236}">
                      <a16:creationId xmlns:a16="http://schemas.microsoft.com/office/drawing/2014/main" id="{69A2AC9A-1F15-EEAB-66D1-48187AA75E57}"/>
                    </a:ext>
                  </a:extLst>
                </p:cNvPr>
                <p:cNvPicPr/>
                <p:nvPr/>
              </p:nvPicPr>
              <p:blipFill>
                <a:blip r:embed="rId71"/>
                <a:stretch>
                  <a:fillRect/>
                </a:stretch>
              </p:blipFill>
              <p:spPr>
                <a:xfrm>
                  <a:off x="2698192" y="2395909"/>
                  <a:ext cx="630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0" name="Ink 39">
                  <a:extLst>
                    <a:ext uri="{FF2B5EF4-FFF2-40B4-BE49-F238E27FC236}">
                      <a16:creationId xmlns:a16="http://schemas.microsoft.com/office/drawing/2014/main" id="{6BA4E666-CF2F-BF35-E2DC-45D07952BFFF}"/>
                    </a:ext>
                  </a:extLst>
                </p14:cNvPr>
                <p14:cNvContentPartPr/>
                <p14:nvPr/>
              </p14:nvContentPartPr>
              <p14:xfrm>
                <a:off x="2800792" y="2247949"/>
                <a:ext cx="16560" cy="54720"/>
              </p14:xfrm>
            </p:contentPart>
          </mc:Choice>
          <mc:Fallback xmlns="">
            <p:pic>
              <p:nvPicPr>
                <p:cNvPr id="40" name="Ink 39">
                  <a:extLst>
                    <a:ext uri="{FF2B5EF4-FFF2-40B4-BE49-F238E27FC236}">
                      <a16:creationId xmlns:a16="http://schemas.microsoft.com/office/drawing/2014/main" id="{6BA4E666-CF2F-BF35-E2DC-45D07952BFFF}"/>
                    </a:ext>
                  </a:extLst>
                </p:cNvPr>
                <p:cNvPicPr/>
                <p:nvPr/>
              </p:nvPicPr>
              <p:blipFill>
                <a:blip r:embed="rId73"/>
                <a:stretch>
                  <a:fillRect/>
                </a:stretch>
              </p:blipFill>
              <p:spPr>
                <a:xfrm>
                  <a:off x="2796472" y="2243629"/>
                  <a:ext cx="252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1" name="Ink 40">
                  <a:extLst>
                    <a:ext uri="{FF2B5EF4-FFF2-40B4-BE49-F238E27FC236}">
                      <a16:creationId xmlns:a16="http://schemas.microsoft.com/office/drawing/2014/main" id="{82DBDD69-79AD-B6A8-D1BC-74DF8139CBFF}"/>
                    </a:ext>
                  </a:extLst>
                </p14:cNvPr>
                <p14:cNvContentPartPr/>
                <p14:nvPr/>
              </p14:nvContentPartPr>
              <p14:xfrm>
                <a:off x="2792512" y="2371069"/>
                <a:ext cx="109080" cy="101520"/>
              </p14:xfrm>
            </p:contentPart>
          </mc:Choice>
          <mc:Fallback xmlns="">
            <p:pic>
              <p:nvPicPr>
                <p:cNvPr id="41" name="Ink 40">
                  <a:extLst>
                    <a:ext uri="{FF2B5EF4-FFF2-40B4-BE49-F238E27FC236}">
                      <a16:creationId xmlns:a16="http://schemas.microsoft.com/office/drawing/2014/main" id="{82DBDD69-79AD-B6A8-D1BC-74DF8139CBFF}"/>
                    </a:ext>
                  </a:extLst>
                </p:cNvPr>
                <p:cNvPicPr/>
                <p:nvPr/>
              </p:nvPicPr>
              <p:blipFill>
                <a:blip r:embed="rId75"/>
                <a:stretch>
                  <a:fillRect/>
                </a:stretch>
              </p:blipFill>
              <p:spPr>
                <a:xfrm>
                  <a:off x="2788192" y="2366749"/>
                  <a:ext cx="1177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2" name="Ink 41">
                  <a:extLst>
                    <a:ext uri="{FF2B5EF4-FFF2-40B4-BE49-F238E27FC236}">
                      <a16:creationId xmlns:a16="http://schemas.microsoft.com/office/drawing/2014/main" id="{396F1E69-A400-47E0-E119-2B99D1CC1784}"/>
                    </a:ext>
                  </a:extLst>
                </p14:cNvPr>
                <p14:cNvContentPartPr/>
                <p14:nvPr/>
              </p14:nvContentPartPr>
              <p14:xfrm>
                <a:off x="2995912" y="2189629"/>
                <a:ext cx="104400" cy="223560"/>
              </p14:xfrm>
            </p:contentPart>
          </mc:Choice>
          <mc:Fallback xmlns="">
            <p:pic>
              <p:nvPicPr>
                <p:cNvPr id="42" name="Ink 41">
                  <a:extLst>
                    <a:ext uri="{FF2B5EF4-FFF2-40B4-BE49-F238E27FC236}">
                      <a16:creationId xmlns:a16="http://schemas.microsoft.com/office/drawing/2014/main" id="{396F1E69-A400-47E0-E119-2B99D1CC1784}"/>
                    </a:ext>
                  </a:extLst>
                </p:cNvPr>
                <p:cNvPicPr/>
                <p:nvPr/>
              </p:nvPicPr>
              <p:blipFill>
                <a:blip r:embed="rId77"/>
                <a:stretch>
                  <a:fillRect/>
                </a:stretch>
              </p:blipFill>
              <p:spPr>
                <a:xfrm>
                  <a:off x="2991592" y="2185309"/>
                  <a:ext cx="1130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3" name="Ink 42">
                  <a:extLst>
                    <a:ext uri="{FF2B5EF4-FFF2-40B4-BE49-F238E27FC236}">
                      <a16:creationId xmlns:a16="http://schemas.microsoft.com/office/drawing/2014/main" id="{2251069A-9F04-8CD0-5DCE-1B546F1D83A7}"/>
                    </a:ext>
                  </a:extLst>
                </p14:cNvPr>
                <p14:cNvContentPartPr/>
                <p14:nvPr/>
              </p14:nvContentPartPr>
              <p14:xfrm>
                <a:off x="2980792" y="2289349"/>
                <a:ext cx="127800" cy="13680"/>
              </p14:xfrm>
            </p:contentPart>
          </mc:Choice>
          <mc:Fallback xmlns="">
            <p:pic>
              <p:nvPicPr>
                <p:cNvPr id="43" name="Ink 42">
                  <a:extLst>
                    <a:ext uri="{FF2B5EF4-FFF2-40B4-BE49-F238E27FC236}">
                      <a16:creationId xmlns:a16="http://schemas.microsoft.com/office/drawing/2014/main" id="{2251069A-9F04-8CD0-5DCE-1B546F1D83A7}"/>
                    </a:ext>
                  </a:extLst>
                </p:cNvPr>
                <p:cNvPicPr/>
                <p:nvPr/>
              </p:nvPicPr>
              <p:blipFill>
                <a:blip r:embed="rId79"/>
                <a:stretch>
                  <a:fillRect/>
                </a:stretch>
              </p:blipFill>
              <p:spPr>
                <a:xfrm>
                  <a:off x="2976472" y="2285029"/>
                  <a:ext cx="136440" cy="22320"/>
                </a:xfrm>
                <a:prstGeom prst="rect">
                  <a:avLst/>
                </a:prstGeom>
              </p:spPr>
            </p:pic>
          </mc:Fallback>
        </mc:AlternateContent>
      </p:grpSp>
      <p:grpSp>
        <p:nvGrpSpPr>
          <p:cNvPr id="53" name="Group 52">
            <a:extLst>
              <a:ext uri="{FF2B5EF4-FFF2-40B4-BE49-F238E27FC236}">
                <a16:creationId xmlns:a16="http://schemas.microsoft.com/office/drawing/2014/main" id="{5F8BF2AC-F1E5-621E-58E0-FAE81D372064}"/>
              </a:ext>
            </a:extLst>
          </p:cNvPr>
          <p:cNvGrpSpPr/>
          <p:nvPr/>
        </p:nvGrpSpPr>
        <p:grpSpPr>
          <a:xfrm>
            <a:off x="3456712" y="2193229"/>
            <a:ext cx="448200" cy="259560"/>
            <a:chOff x="3456712" y="2193229"/>
            <a:chExt cx="448200" cy="259560"/>
          </a:xfrm>
        </p:grpSpPr>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7CC81B07-D585-04F2-83FB-CBA2A9CBEC8B}"/>
                    </a:ext>
                  </a:extLst>
                </p14:cNvPr>
                <p14:cNvContentPartPr/>
                <p14:nvPr/>
              </p14:nvContentPartPr>
              <p14:xfrm>
                <a:off x="3456712" y="2333629"/>
                <a:ext cx="124560" cy="119160"/>
              </p14:xfrm>
            </p:contentPart>
          </mc:Choice>
          <mc:Fallback xmlns="">
            <p:pic>
              <p:nvPicPr>
                <p:cNvPr id="45" name="Ink 44">
                  <a:extLst>
                    <a:ext uri="{FF2B5EF4-FFF2-40B4-BE49-F238E27FC236}">
                      <a16:creationId xmlns:a16="http://schemas.microsoft.com/office/drawing/2014/main" id="{7CC81B07-D585-04F2-83FB-CBA2A9CBEC8B}"/>
                    </a:ext>
                  </a:extLst>
                </p:cNvPr>
                <p:cNvPicPr/>
                <p:nvPr/>
              </p:nvPicPr>
              <p:blipFill>
                <a:blip r:embed="rId81"/>
                <a:stretch>
                  <a:fillRect/>
                </a:stretch>
              </p:blipFill>
              <p:spPr>
                <a:xfrm>
                  <a:off x="3452392" y="2329309"/>
                  <a:ext cx="1332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65D16430-98A2-0754-A143-40FD22499857}"/>
                    </a:ext>
                  </a:extLst>
                </p14:cNvPr>
                <p14:cNvContentPartPr/>
                <p14:nvPr/>
              </p14:nvContentPartPr>
              <p14:xfrm>
                <a:off x="3522592" y="2193229"/>
                <a:ext cx="54360" cy="70560"/>
              </p14:xfrm>
            </p:contentPart>
          </mc:Choice>
          <mc:Fallback xmlns="">
            <p:pic>
              <p:nvPicPr>
                <p:cNvPr id="46" name="Ink 45">
                  <a:extLst>
                    <a:ext uri="{FF2B5EF4-FFF2-40B4-BE49-F238E27FC236}">
                      <a16:creationId xmlns:a16="http://schemas.microsoft.com/office/drawing/2014/main" id="{65D16430-98A2-0754-A143-40FD22499857}"/>
                    </a:ext>
                  </a:extLst>
                </p:cNvPr>
                <p:cNvPicPr/>
                <p:nvPr/>
              </p:nvPicPr>
              <p:blipFill>
                <a:blip r:embed="rId83"/>
                <a:stretch>
                  <a:fillRect/>
                </a:stretch>
              </p:blipFill>
              <p:spPr>
                <a:xfrm>
                  <a:off x="3518272" y="2188909"/>
                  <a:ext cx="630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7" name="Ink 46">
                  <a:extLst>
                    <a:ext uri="{FF2B5EF4-FFF2-40B4-BE49-F238E27FC236}">
                      <a16:creationId xmlns:a16="http://schemas.microsoft.com/office/drawing/2014/main" id="{355FA86F-C11F-C53E-9924-5429FD5CD996}"/>
                    </a:ext>
                  </a:extLst>
                </p14:cNvPr>
                <p14:cNvContentPartPr/>
                <p14:nvPr/>
              </p14:nvContentPartPr>
              <p14:xfrm>
                <a:off x="3699352" y="2296189"/>
                <a:ext cx="194760" cy="19440"/>
              </p14:xfrm>
            </p:contentPart>
          </mc:Choice>
          <mc:Fallback xmlns="">
            <p:pic>
              <p:nvPicPr>
                <p:cNvPr id="47" name="Ink 46">
                  <a:extLst>
                    <a:ext uri="{FF2B5EF4-FFF2-40B4-BE49-F238E27FC236}">
                      <a16:creationId xmlns:a16="http://schemas.microsoft.com/office/drawing/2014/main" id="{355FA86F-C11F-C53E-9924-5429FD5CD996}"/>
                    </a:ext>
                  </a:extLst>
                </p:cNvPr>
                <p:cNvPicPr/>
                <p:nvPr/>
              </p:nvPicPr>
              <p:blipFill>
                <a:blip r:embed="rId85"/>
                <a:stretch>
                  <a:fillRect/>
                </a:stretch>
              </p:blipFill>
              <p:spPr>
                <a:xfrm>
                  <a:off x="3695032" y="2291869"/>
                  <a:ext cx="2034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 name="Ink 47">
                  <a:extLst>
                    <a:ext uri="{FF2B5EF4-FFF2-40B4-BE49-F238E27FC236}">
                      <a16:creationId xmlns:a16="http://schemas.microsoft.com/office/drawing/2014/main" id="{E67A9D8F-1245-8BA3-87DD-C601E0BEC6DC}"/>
                    </a:ext>
                  </a:extLst>
                </p14:cNvPr>
                <p14:cNvContentPartPr/>
                <p14:nvPr/>
              </p14:nvContentPartPr>
              <p14:xfrm>
                <a:off x="3683152" y="2362789"/>
                <a:ext cx="221760" cy="19440"/>
              </p14:xfrm>
            </p:contentPart>
          </mc:Choice>
          <mc:Fallback xmlns="">
            <p:pic>
              <p:nvPicPr>
                <p:cNvPr id="48" name="Ink 47">
                  <a:extLst>
                    <a:ext uri="{FF2B5EF4-FFF2-40B4-BE49-F238E27FC236}">
                      <a16:creationId xmlns:a16="http://schemas.microsoft.com/office/drawing/2014/main" id="{E67A9D8F-1245-8BA3-87DD-C601E0BEC6DC}"/>
                    </a:ext>
                  </a:extLst>
                </p:cNvPr>
                <p:cNvPicPr/>
                <p:nvPr/>
              </p:nvPicPr>
              <p:blipFill>
                <a:blip r:embed="rId87"/>
                <a:stretch>
                  <a:fillRect/>
                </a:stretch>
              </p:blipFill>
              <p:spPr>
                <a:xfrm>
                  <a:off x="3678832" y="2358469"/>
                  <a:ext cx="230400" cy="28080"/>
                </a:xfrm>
                <a:prstGeom prst="rect">
                  <a:avLst/>
                </a:prstGeom>
              </p:spPr>
            </p:pic>
          </mc:Fallback>
        </mc:AlternateContent>
      </p:grpSp>
      <p:grpSp>
        <p:nvGrpSpPr>
          <p:cNvPr id="52" name="Group 51">
            <a:extLst>
              <a:ext uri="{FF2B5EF4-FFF2-40B4-BE49-F238E27FC236}">
                <a16:creationId xmlns:a16="http://schemas.microsoft.com/office/drawing/2014/main" id="{1865AA47-7C33-EB3F-F6F5-4FACB5A0CE5A}"/>
              </a:ext>
            </a:extLst>
          </p:cNvPr>
          <p:cNvGrpSpPr/>
          <p:nvPr/>
        </p:nvGrpSpPr>
        <p:grpSpPr>
          <a:xfrm>
            <a:off x="4098952" y="2184949"/>
            <a:ext cx="280080" cy="403560"/>
            <a:chOff x="4098952" y="2184949"/>
            <a:chExt cx="280080" cy="403560"/>
          </a:xfrm>
        </p:grpSpPr>
        <mc:AlternateContent xmlns:mc="http://schemas.openxmlformats.org/markup-compatibility/2006" xmlns:p14="http://schemas.microsoft.com/office/powerpoint/2010/main">
          <mc:Choice Requires="p14">
            <p:contentPart p14:bwMode="auto" r:id="rId88">
              <p14:nvContentPartPr>
                <p14:cNvPr id="49" name="Ink 48">
                  <a:extLst>
                    <a:ext uri="{FF2B5EF4-FFF2-40B4-BE49-F238E27FC236}">
                      <a16:creationId xmlns:a16="http://schemas.microsoft.com/office/drawing/2014/main" id="{E4F22F84-0EA4-C98A-3560-1B520B855B0D}"/>
                    </a:ext>
                  </a:extLst>
                </p14:cNvPr>
                <p14:cNvContentPartPr/>
                <p14:nvPr/>
              </p14:nvContentPartPr>
              <p14:xfrm>
                <a:off x="4098952" y="2184949"/>
                <a:ext cx="177840" cy="212400"/>
              </p14:xfrm>
            </p:contentPart>
          </mc:Choice>
          <mc:Fallback xmlns="">
            <p:pic>
              <p:nvPicPr>
                <p:cNvPr id="49" name="Ink 48">
                  <a:extLst>
                    <a:ext uri="{FF2B5EF4-FFF2-40B4-BE49-F238E27FC236}">
                      <a16:creationId xmlns:a16="http://schemas.microsoft.com/office/drawing/2014/main" id="{E4F22F84-0EA4-C98A-3560-1B520B855B0D}"/>
                    </a:ext>
                  </a:extLst>
                </p:cNvPr>
                <p:cNvPicPr/>
                <p:nvPr/>
              </p:nvPicPr>
              <p:blipFill>
                <a:blip r:embed="rId89"/>
                <a:stretch>
                  <a:fillRect/>
                </a:stretch>
              </p:blipFill>
              <p:spPr>
                <a:xfrm>
                  <a:off x="4094632" y="2180629"/>
                  <a:ext cx="186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0" name="Ink 49">
                  <a:extLst>
                    <a:ext uri="{FF2B5EF4-FFF2-40B4-BE49-F238E27FC236}">
                      <a16:creationId xmlns:a16="http://schemas.microsoft.com/office/drawing/2014/main" id="{C1F0DB0E-09B6-074E-1111-E4194390797B}"/>
                    </a:ext>
                  </a:extLst>
                </p14:cNvPr>
                <p14:cNvContentPartPr/>
                <p14:nvPr/>
              </p14:nvContentPartPr>
              <p14:xfrm>
                <a:off x="4336192" y="2284669"/>
                <a:ext cx="38520" cy="45720"/>
              </p14:xfrm>
            </p:contentPart>
          </mc:Choice>
          <mc:Fallback xmlns="">
            <p:pic>
              <p:nvPicPr>
                <p:cNvPr id="50" name="Ink 49">
                  <a:extLst>
                    <a:ext uri="{FF2B5EF4-FFF2-40B4-BE49-F238E27FC236}">
                      <a16:creationId xmlns:a16="http://schemas.microsoft.com/office/drawing/2014/main" id="{C1F0DB0E-09B6-074E-1111-E4194390797B}"/>
                    </a:ext>
                  </a:extLst>
                </p:cNvPr>
                <p:cNvPicPr/>
                <p:nvPr/>
              </p:nvPicPr>
              <p:blipFill>
                <a:blip r:embed="rId91"/>
                <a:stretch>
                  <a:fillRect/>
                </a:stretch>
              </p:blipFill>
              <p:spPr>
                <a:xfrm>
                  <a:off x="4331872" y="2280349"/>
                  <a:ext cx="471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 name="Ink 50">
                  <a:extLst>
                    <a:ext uri="{FF2B5EF4-FFF2-40B4-BE49-F238E27FC236}">
                      <a16:creationId xmlns:a16="http://schemas.microsoft.com/office/drawing/2014/main" id="{09CDB355-C8D2-09C2-3CED-E207324F91EE}"/>
                    </a:ext>
                  </a:extLst>
                </p14:cNvPr>
                <p14:cNvContentPartPr/>
                <p14:nvPr/>
              </p14:nvContentPartPr>
              <p14:xfrm>
                <a:off x="4207672" y="2404549"/>
                <a:ext cx="171360" cy="183960"/>
              </p14:xfrm>
            </p:contentPart>
          </mc:Choice>
          <mc:Fallback xmlns="">
            <p:pic>
              <p:nvPicPr>
                <p:cNvPr id="51" name="Ink 50">
                  <a:extLst>
                    <a:ext uri="{FF2B5EF4-FFF2-40B4-BE49-F238E27FC236}">
                      <a16:creationId xmlns:a16="http://schemas.microsoft.com/office/drawing/2014/main" id="{09CDB355-C8D2-09C2-3CED-E207324F91EE}"/>
                    </a:ext>
                  </a:extLst>
                </p:cNvPr>
                <p:cNvPicPr/>
                <p:nvPr/>
              </p:nvPicPr>
              <p:blipFill>
                <a:blip r:embed="rId93"/>
                <a:stretch>
                  <a:fillRect/>
                </a:stretch>
              </p:blipFill>
              <p:spPr>
                <a:xfrm>
                  <a:off x="4203352" y="2400229"/>
                  <a:ext cx="180000" cy="192600"/>
                </a:xfrm>
                <a:prstGeom prst="rect">
                  <a:avLst/>
                </a:prstGeom>
              </p:spPr>
            </p:pic>
          </mc:Fallback>
        </mc:AlternateContent>
      </p:grpSp>
      <p:grpSp>
        <p:nvGrpSpPr>
          <p:cNvPr id="75" name="Group 74">
            <a:extLst>
              <a:ext uri="{FF2B5EF4-FFF2-40B4-BE49-F238E27FC236}">
                <a16:creationId xmlns:a16="http://schemas.microsoft.com/office/drawing/2014/main" id="{18F3CF1D-81F5-2511-7CD5-C4D122AB92C8}"/>
              </a:ext>
            </a:extLst>
          </p:cNvPr>
          <p:cNvGrpSpPr/>
          <p:nvPr/>
        </p:nvGrpSpPr>
        <p:grpSpPr>
          <a:xfrm>
            <a:off x="6760432" y="2009989"/>
            <a:ext cx="820800" cy="410040"/>
            <a:chOff x="6760432" y="2009989"/>
            <a:chExt cx="820800" cy="410040"/>
          </a:xfrm>
        </p:grpSpPr>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AA9A21CE-E456-F036-EEAA-D66E2009BB60}"/>
                    </a:ext>
                  </a:extLst>
                </p14:cNvPr>
                <p14:cNvContentPartPr/>
                <p14:nvPr/>
              </p14:nvContentPartPr>
              <p14:xfrm>
                <a:off x="6760432" y="2174869"/>
                <a:ext cx="159840" cy="117720"/>
              </p14:xfrm>
            </p:contentPart>
          </mc:Choice>
          <mc:Fallback xmlns="">
            <p:pic>
              <p:nvPicPr>
                <p:cNvPr id="68" name="Ink 67">
                  <a:extLst>
                    <a:ext uri="{FF2B5EF4-FFF2-40B4-BE49-F238E27FC236}">
                      <a16:creationId xmlns:a16="http://schemas.microsoft.com/office/drawing/2014/main" id="{AA9A21CE-E456-F036-EEAA-D66E2009BB60}"/>
                    </a:ext>
                  </a:extLst>
                </p:cNvPr>
                <p:cNvPicPr/>
                <p:nvPr/>
              </p:nvPicPr>
              <p:blipFill>
                <a:blip r:embed="rId95"/>
                <a:stretch>
                  <a:fillRect/>
                </a:stretch>
              </p:blipFill>
              <p:spPr>
                <a:xfrm>
                  <a:off x="6756112" y="2170549"/>
                  <a:ext cx="1684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9" name="Ink 68">
                  <a:extLst>
                    <a:ext uri="{FF2B5EF4-FFF2-40B4-BE49-F238E27FC236}">
                      <a16:creationId xmlns:a16="http://schemas.microsoft.com/office/drawing/2014/main" id="{AC216801-7CB1-2A52-B7C4-2D5D2864DF69}"/>
                    </a:ext>
                  </a:extLst>
                </p14:cNvPr>
                <p14:cNvContentPartPr/>
                <p14:nvPr/>
              </p14:nvContentPartPr>
              <p14:xfrm>
                <a:off x="6865552" y="2070469"/>
                <a:ext cx="46080" cy="22320"/>
              </p14:xfrm>
            </p:contentPart>
          </mc:Choice>
          <mc:Fallback xmlns="">
            <p:pic>
              <p:nvPicPr>
                <p:cNvPr id="69" name="Ink 68">
                  <a:extLst>
                    <a:ext uri="{FF2B5EF4-FFF2-40B4-BE49-F238E27FC236}">
                      <a16:creationId xmlns:a16="http://schemas.microsoft.com/office/drawing/2014/main" id="{AC216801-7CB1-2A52-B7C4-2D5D2864DF69}"/>
                    </a:ext>
                  </a:extLst>
                </p:cNvPr>
                <p:cNvPicPr/>
                <p:nvPr/>
              </p:nvPicPr>
              <p:blipFill>
                <a:blip r:embed="rId97"/>
                <a:stretch>
                  <a:fillRect/>
                </a:stretch>
              </p:blipFill>
              <p:spPr>
                <a:xfrm>
                  <a:off x="6861232" y="2066149"/>
                  <a:ext cx="54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0" name="Ink 69">
                  <a:extLst>
                    <a:ext uri="{FF2B5EF4-FFF2-40B4-BE49-F238E27FC236}">
                      <a16:creationId xmlns:a16="http://schemas.microsoft.com/office/drawing/2014/main" id="{02705B87-712D-25A3-9EA6-2A183C67BFC7}"/>
                    </a:ext>
                  </a:extLst>
                </p14:cNvPr>
                <p14:cNvContentPartPr/>
                <p14:nvPr/>
              </p14:nvContentPartPr>
              <p14:xfrm>
                <a:off x="7081192" y="2149309"/>
                <a:ext cx="38160" cy="113400"/>
              </p14:xfrm>
            </p:contentPart>
          </mc:Choice>
          <mc:Fallback xmlns="">
            <p:pic>
              <p:nvPicPr>
                <p:cNvPr id="70" name="Ink 69">
                  <a:extLst>
                    <a:ext uri="{FF2B5EF4-FFF2-40B4-BE49-F238E27FC236}">
                      <a16:creationId xmlns:a16="http://schemas.microsoft.com/office/drawing/2014/main" id="{02705B87-712D-25A3-9EA6-2A183C67BFC7}"/>
                    </a:ext>
                  </a:extLst>
                </p:cNvPr>
                <p:cNvPicPr/>
                <p:nvPr/>
              </p:nvPicPr>
              <p:blipFill>
                <a:blip r:embed="rId99"/>
                <a:stretch>
                  <a:fillRect/>
                </a:stretch>
              </p:blipFill>
              <p:spPr>
                <a:xfrm>
                  <a:off x="7076872" y="2144989"/>
                  <a:ext cx="4680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1" name="Ink 70">
                  <a:extLst>
                    <a:ext uri="{FF2B5EF4-FFF2-40B4-BE49-F238E27FC236}">
                      <a16:creationId xmlns:a16="http://schemas.microsoft.com/office/drawing/2014/main" id="{352A7DCF-EC40-743E-FC76-B03119AD1A93}"/>
                    </a:ext>
                  </a:extLst>
                </p14:cNvPr>
                <p14:cNvContentPartPr/>
                <p14:nvPr/>
              </p14:nvContentPartPr>
              <p14:xfrm>
                <a:off x="7055632" y="2198269"/>
                <a:ext cx="102960" cy="20520"/>
              </p14:xfrm>
            </p:contentPart>
          </mc:Choice>
          <mc:Fallback xmlns="">
            <p:pic>
              <p:nvPicPr>
                <p:cNvPr id="71" name="Ink 70">
                  <a:extLst>
                    <a:ext uri="{FF2B5EF4-FFF2-40B4-BE49-F238E27FC236}">
                      <a16:creationId xmlns:a16="http://schemas.microsoft.com/office/drawing/2014/main" id="{352A7DCF-EC40-743E-FC76-B03119AD1A93}"/>
                    </a:ext>
                  </a:extLst>
                </p:cNvPr>
                <p:cNvPicPr/>
                <p:nvPr/>
              </p:nvPicPr>
              <p:blipFill>
                <a:blip r:embed="rId101"/>
                <a:stretch>
                  <a:fillRect/>
                </a:stretch>
              </p:blipFill>
              <p:spPr>
                <a:xfrm>
                  <a:off x="7051312" y="2193949"/>
                  <a:ext cx="1116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2" name="Ink 71">
                  <a:extLst>
                    <a:ext uri="{FF2B5EF4-FFF2-40B4-BE49-F238E27FC236}">
                      <a16:creationId xmlns:a16="http://schemas.microsoft.com/office/drawing/2014/main" id="{030B7DE3-E0D1-823C-9887-5DEC40F47E1E}"/>
                    </a:ext>
                  </a:extLst>
                </p14:cNvPr>
                <p14:cNvContentPartPr/>
                <p14:nvPr/>
              </p14:nvContentPartPr>
              <p14:xfrm>
                <a:off x="7257232" y="2152549"/>
                <a:ext cx="38880" cy="103680"/>
              </p14:xfrm>
            </p:contentPart>
          </mc:Choice>
          <mc:Fallback xmlns="">
            <p:pic>
              <p:nvPicPr>
                <p:cNvPr id="72" name="Ink 71">
                  <a:extLst>
                    <a:ext uri="{FF2B5EF4-FFF2-40B4-BE49-F238E27FC236}">
                      <a16:creationId xmlns:a16="http://schemas.microsoft.com/office/drawing/2014/main" id="{030B7DE3-E0D1-823C-9887-5DEC40F47E1E}"/>
                    </a:ext>
                  </a:extLst>
                </p:cNvPr>
                <p:cNvPicPr/>
                <p:nvPr/>
              </p:nvPicPr>
              <p:blipFill>
                <a:blip r:embed="rId103"/>
                <a:stretch>
                  <a:fillRect/>
                </a:stretch>
              </p:blipFill>
              <p:spPr>
                <a:xfrm>
                  <a:off x="7252912" y="2148229"/>
                  <a:ext cx="475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3" name="Ink 72">
                  <a:extLst>
                    <a:ext uri="{FF2B5EF4-FFF2-40B4-BE49-F238E27FC236}">
                      <a16:creationId xmlns:a16="http://schemas.microsoft.com/office/drawing/2014/main" id="{52AB5799-E9A1-92B1-DC66-D95FFB0DB3FF}"/>
                    </a:ext>
                  </a:extLst>
                </p14:cNvPr>
                <p14:cNvContentPartPr/>
                <p14:nvPr/>
              </p14:nvContentPartPr>
              <p14:xfrm>
                <a:off x="7229872" y="2179189"/>
                <a:ext cx="109800" cy="12600"/>
              </p14:xfrm>
            </p:contentPart>
          </mc:Choice>
          <mc:Fallback xmlns="">
            <p:pic>
              <p:nvPicPr>
                <p:cNvPr id="73" name="Ink 72">
                  <a:extLst>
                    <a:ext uri="{FF2B5EF4-FFF2-40B4-BE49-F238E27FC236}">
                      <a16:creationId xmlns:a16="http://schemas.microsoft.com/office/drawing/2014/main" id="{52AB5799-E9A1-92B1-DC66-D95FFB0DB3FF}"/>
                    </a:ext>
                  </a:extLst>
                </p:cNvPr>
                <p:cNvPicPr/>
                <p:nvPr/>
              </p:nvPicPr>
              <p:blipFill>
                <a:blip r:embed="rId105"/>
                <a:stretch>
                  <a:fillRect/>
                </a:stretch>
              </p:blipFill>
              <p:spPr>
                <a:xfrm>
                  <a:off x="7225552" y="2174869"/>
                  <a:ext cx="1184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4" name="Ink 73">
                  <a:extLst>
                    <a:ext uri="{FF2B5EF4-FFF2-40B4-BE49-F238E27FC236}">
                      <a16:creationId xmlns:a16="http://schemas.microsoft.com/office/drawing/2014/main" id="{789DB137-F2F7-E509-ABC8-B028950B0403}"/>
                    </a:ext>
                  </a:extLst>
                </p14:cNvPr>
                <p14:cNvContentPartPr/>
                <p14:nvPr/>
              </p14:nvContentPartPr>
              <p14:xfrm>
                <a:off x="7336432" y="2009989"/>
                <a:ext cx="244800" cy="410040"/>
              </p14:xfrm>
            </p:contentPart>
          </mc:Choice>
          <mc:Fallback xmlns="">
            <p:pic>
              <p:nvPicPr>
                <p:cNvPr id="74" name="Ink 73">
                  <a:extLst>
                    <a:ext uri="{FF2B5EF4-FFF2-40B4-BE49-F238E27FC236}">
                      <a16:creationId xmlns:a16="http://schemas.microsoft.com/office/drawing/2014/main" id="{789DB137-F2F7-E509-ABC8-B028950B0403}"/>
                    </a:ext>
                  </a:extLst>
                </p:cNvPr>
                <p:cNvPicPr/>
                <p:nvPr/>
              </p:nvPicPr>
              <p:blipFill>
                <a:blip r:embed="rId107"/>
                <a:stretch>
                  <a:fillRect/>
                </a:stretch>
              </p:blipFill>
              <p:spPr>
                <a:xfrm>
                  <a:off x="7332112" y="2005669"/>
                  <a:ext cx="253440" cy="418680"/>
                </a:xfrm>
                <a:prstGeom prst="rect">
                  <a:avLst/>
                </a:prstGeom>
              </p:spPr>
            </p:pic>
          </mc:Fallback>
        </mc:AlternateContent>
      </p:grpSp>
      <p:grpSp>
        <p:nvGrpSpPr>
          <p:cNvPr id="85" name="Group 84">
            <a:extLst>
              <a:ext uri="{FF2B5EF4-FFF2-40B4-BE49-F238E27FC236}">
                <a16:creationId xmlns:a16="http://schemas.microsoft.com/office/drawing/2014/main" id="{E0E8459B-2841-3587-B709-8011C8455D6C}"/>
              </a:ext>
            </a:extLst>
          </p:cNvPr>
          <p:cNvGrpSpPr/>
          <p:nvPr/>
        </p:nvGrpSpPr>
        <p:grpSpPr>
          <a:xfrm>
            <a:off x="4736872" y="2114029"/>
            <a:ext cx="1755360" cy="473040"/>
            <a:chOff x="4736872" y="2114029"/>
            <a:chExt cx="1755360" cy="473040"/>
          </a:xfrm>
        </p:grpSpPr>
        <mc:AlternateContent xmlns:mc="http://schemas.openxmlformats.org/markup-compatibility/2006" xmlns:p14="http://schemas.microsoft.com/office/powerpoint/2010/main">
          <mc:Choice Requires="p14">
            <p:contentPart p14:bwMode="auto" r:id="rId108">
              <p14:nvContentPartPr>
                <p14:cNvPr id="54" name="Ink 53">
                  <a:extLst>
                    <a:ext uri="{FF2B5EF4-FFF2-40B4-BE49-F238E27FC236}">
                      <a16:creationId xmlns:a16="http://schemas.microsoft.com/office/drawing/2014/main" id="{53E264FF-2CA2-522C-26E9-CAC04F14F079}"/>
                    </a:ext>
                  </a:extLst>
                </p14:cNvPr>
                <p14:cNvContentPartPr/>
                <p14:nvPr/>
              </p14:nvContentPartPr>
              <p14:xfrm>
                <a:off x="4736872" y="2258029"/>
                <a:ext cx="180000" cy="117000"/>
              </p14:xfrm>
            </p:contentPart>
          </mc:Choice>
          <mc:Fallback xmlns="">
            <p:pic>
              <p:nvPicPr>
                <p:cNvPr id="54" name="Ink 53">
                  <a:extLst>
                    <a:ext uri="{FF2B5EF4-FFF2-40B4-BE49-F238E27FC236}">
                      <a16:creationId xmlns:a16="http://schemas.microsoft.com/office/drawing/2014/main" id="{53E264FF-2CA2-522C-26E9-CAC04F14F079}"/>
                    </a:ext>
                  </a:extLst>
                </p:cNvPr>
                <p:cNvPicPr/>
                <p:nvPr/>
              </p:nvPicPr>
              <p:blipFill>
                <a:blip r:embed="rId109"/>
                <a:stretch>
                  <a:fillRect/>
                </a:stretch>
              </p:blipFill>
              <p:spPr>
                <a:xfrm>
                  <a:off x="4732552" y="2253709"/>
                  <a:ext cx="1886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5" name="Ink 54">
                  <a:extLst>
                    <a:ext uri="{FF2B5EF4-FFF2-40B4-BE49-F238E27FC236}">
                      <a16:creationId xmlns:a16="http://schemas.microsoft.com/office/drawing/2014/main" id="{7F79E046-02F1-9ECC-FAB0-82C5E191ECA8}"/>
                    </a:ext>
                  </a:extLst>
                </p14:cNvPr>
                <p14:cNvContentPartPr/>
                <p14:nvPr/>
              </p14:nvContentPartPr>
              <p14:xfrm>
                <a:off x="4850992" y="2114029"/>
                <a:ext cx="60480" cy="41400"/>
              </p14:xfrm>
            </p:contentPart>
          </mc:Choice>
          <mc:Fallback xmlns="">
            <p:pic>
              <p:nvPicPr>
                <p:cNvPr id="55" name="Ink 54">
                  <a:extLst>
                    <a:ext uri="{FF2B5EF4-FFF2-40B4-BE49-F238E27FC236}">
                      <a16:creationId xmlns:a16="http://schemas.microsoft.com/office/drawing/2014/main" id="{7F79E046-02F1-9ECC-FAB0-82C5E191ECA8}"/>
                    </a:ext>
                  </a:extLst>
                </p:cNvPr>
                <p:cNvPicPr/>
                <p:nvPr/>
              </p:nvPicPr>
              <p:blipFill>
                <a:blip r:embed="rId111"/>
                <a:stretch>
                  <a:fillRect/>
                </a:stretch>
              </p:blipFill>
              <p:spPr>
                <a:xfrm>
                  <a:off x="4846672" y="2109709"/>
                  <a:ext cx="691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6" name="Ink 55">
                  <a:extLst>
                    <a:ext uri="{FF2B5EF4-FFF2-40B4-BE49-F238E27FC236}">
                      <a16:creationId xmlns:a16="http://schemas.microsoft.com/office/drawing/2014/main" id="{DAFEC92D-317A-BC0E-0934-50364629C44C}"/>
                    </a:ext>
                  </a:extLst>
                </p14:cNvPr>
                <p14:cNvContentPartPr/>
                <p14:nvPr/>
              </p14:nvContentPartPr>
              <p14:xfrm>
                <a:off x="5064832" y="2196829"/>
                <a:ext cx="258840" cy="154440"/>
              </p14:xfrm>
            </p:contentPart>
          </mc:Choice>
          <mc:Fallback xmlns="">
            <p:pic>
              <p:nvPicPr>
                <p:cNvPr id="56" name="Ink 55">
                  <a:extLst>
                    <a:ext uri="{FF2B5EF4-FFF2-40B4-BE49-F238E27FC236}">
                      <a16:creationId xmlns:a16="http://schemas.microsoft.com/office/drawing/2014/main" id="{DAFEC92D-317A-BC0E-0934-50364629C44C}"/>
                    </a:ext>
                  </a:extLst>
                </p:cNvPr>
                <p:cNvPicPr/>
                <p:nvPr/>
              </p:nvPicPr>
              <p:blipFill>
                <a:blip r:embed="rId113"/>
                <a:stretch>
                  <a:fillRect/>
                </a:stretch>
              </p:blipFill>
              <p:spPr>
                <a:xfrm>
                  <a:off x="5060512" y="2192509"/>
                  <a:ext cx="2674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7" name="Ink 56">
                  <a:extLst>
                    <a:ext uri="{FF2B5EF4-FFF2-40B4-BE49-F238E27FC236}">
                      <a16:creationId xmlns:a16="http://schemas.microsoft.com/office/drawing/2014/main" id="{C22E2086-B062-51BC-CE7E-4C237FBE3A43}"/>
                    </a:ext>
                  </a:extLst>
                </p14:cNvPr>
                <p14:cNvContentPartPr/>
                <p14:nvPr/>
              </p14:nvContentPartPr>
              <p14:xfrm>
                <a:off x="5415472" y="2239309"/>
                <a:ext cx="6840" cy="5040"/>
              </p14:xfrm>
            </p:contentPart>
          </mc:Choice>
          <mc:Fallback xmlns="">
            <p:pic>
              <p:nvPicPr>
                <p:cNvPr id="57" name="Ink 56">
                  <a:extLst>
                    <a:ext uri="{FF2B5EF4-FFF2-40B4-BE49-F238E27FC236}">
                      <a16:creationId xmlns:a16="http://schemas.microsoft.com/office/drawing/2014/main" id="{C22E2086-B062-51BC-CE7E-4C237FBE3A43}"/>
                    </a:ext>
                  </a:extLst>
                </p:cNvPr>
                <p:cNvPicPr/>
                <p:nvPr/>
              </p:nvPicPr>
              <p:blipFill>
                <a:blip r:embed="rId115"/>
                <a:stretch>
                  <a:fillRect/>
                </a:stretch>
              </p:blipFill>
              <p:spPr>
                <a:xfrm>
                  <a:off x="5411152" y="2234989"/>
                  <a:ext cx="1548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4" name="Ink 63">
                  <a:extLst>
                    <a:ext uri="{FF2B5EF4-FFF2-40B4-BE49-F238E27FC236}">
                      <a16:creationId xmlns:a16="http://schemas.microsoft.com/office/drawing/2014/main" id="{2982032F-3B4F-FABC-0B32-E55737CE9C34}"/>
                    </a:ext>
                  </a:extLst>
                </p14:cNvPr>
                <p14:cNvContentPartPr/>
                <p14:nvPr/>
              </p14:nvContentPartPr>
              <p14:xfrm>
                <a:off x="6456592" y="2226349"/>
                <a:ext cx="35640" cy="33120"/>
              </p14:xfrm>
            </p:contentPart>
          </mc:Choice>
          <mc:Fallback xmlns="">
            <p:pic>
              <p:nvPicPr>
                <p:cNvPr id="64" name="Ink 63">
                  <a:extLst>
                    <a:ext uri="{FF2B5EF4-FFF2-40B4-BE49-F238E27FC236}">
                      <a16:creationId xmlns:a16="http://schemas.microsoft.com/office/drawing/2014/main" id="{2982032F-3B4F-FABC-0B32-E55737CE9C34}"/>
                    </a:ext>
                  </a:extLst>
                </p:cNvPr>
                <p:cNvPicPr/>
                <p:nvPr/>
              </p:nvPicPr>
              <p:blipFill>
                <a:blip r:embed="rId117"/>
                <a:stretch>
                  <a:fillRect/>
                </a:stretch>
              </p:blipFill>
              <p:spPr>
                <a:xfrm>
                  <a:off x="6452272" y="2222029"/>
                  <a:ext cx="442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4E652CA9-A098-502A-1AF5-0D49FC5F4EC4}"/>
                    </a:ext>
                  </a:extLst>
                </p14:cNvPr>
                <p14:cNvContentPartPr/>
                <p14:nvPr/>
              </p14:nvContentPartPr>
              <p14:xfrm>
                <a:off x="6243832" y="2388709"/>
                <a:ext cx="231480" cy="198360"/>
              </p14:xfrm>
            </p:contentPart>
          </mc:Choice>
          <mc:Fallback xmlns="">
            <p:pic>
              <p:nvPicPr>
                <p:cNvPr id="67" name="Ink 66">
                  <a:extLst>
                    <a:ext uri="{FF2B5EF4-FFF2-40B4-BE49-F238E27FC236}">
                      <a16:creationId xmlns:a16="http://schemas.microsoft.com/office/drawing/2014/main" id="{4E652CA9-A098-502A-1AF5-0D49FC5F4EC4}"/>
                    </a:ext>
                  </a:extLst>
                </p:cNvPr>
                <p:cNvPicPr/>
                <p:nvPr/>
              </p:nvPicPr>
              <p:blipFill>
                <a:blip r:embed="rId119"/>
                <a:stretch>
                  <a:fillRect/>
                </a:stretch>
              </p:blipFill>
              <p:spPr>
                <a:xfrm>
                  <a:off x="6239512" y="2384389"/>
                  <a:ext cx="2401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Ink 78">
                  <a:extLst>
                    <a:ext uri="{FF2B5EF4-FFF2-40B4-BE49-F238E27FC236}">
                      <a16:creationId xmlns:a16="http://schemas.microsoft.com/office/drawing/2014/main" id="{07929EAE-5E21-E440-F03D-D07143E42B12}"/>
                    </a:ext>
                  </a:extLst>
                </p14:cNvPr>
                <p14:cNvContentPartPr/>
                <p14:nvPr/>
              </p14:nvContentPartPr>
              <p14:xfrm>
                <a:off x="5673592" y="2156149"/>
                <a:ext cx="126360" cy="164160"/>
              </p14:xfrm>
            </p:contentPart>
          </mc:Choice>
          <mc:Fallback xmlns="">
            <p:pic>
              <p:nvPicPr>
                <p:cNvPr id="79" name="Ink 78">
                  <a:extLst>
                    <a:ext uri="{FF2B5EF4-FFF2-40B4-BE49-F238E27FC236}">
                      <a16:creationId xmlns:a16="http://schemas.microsoft.com/office/drawing/2014/main" id="{07929EAE-5E21-E440-F03D-D07143E42B12}"/>
                    </a:ext>
                  </a:extLst>
                </p:cNvPr>
                <p:cNvPicPr/>
                <p:nvPr/>
              </p:nvPicPr>
              <p:blipFill>
                <a:blip r:embed="rId121"/>
                <a:stretch>
                  <a:fillRect/>
                </a:stretch>
              </p:blipFill>
              <p:spPr>
                <a:xfrm>
                  <a:off x="5669272" y="2151829"/>
                  <a:ext cx="1350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0" name="Ink 79">
                  <a:extLst>
                    <a:ext uri="{FF2B5EF4-FFF2-40B4-BE49-F238E27FC236}">
                      <a16:creationId xmlns:a16="http://schemas.microsoft.com/office/drawing/2014/main" id="{92F27F20-1EDF-AF5C-C509-12F4FED1E347}"/>
                    </a:ext>
                  </a:extLst>
                </p14:cNvPr>
                <p14:cNvContentPartPr/>
                <p14:nvPr/>
              </p14:nvContentPartPr>
              <p14:xfrm>
                <a:off x="5904712" y="2236069"/>
                <a:ext cx="156600" cy="14400"/>
              </p14:xfrm>
            </p:contentPart>
          </mc:Choice>
          <mc:Fallback xmlns="">
            <p:pic>
              <p:nvPicPr>
                <p:cNvPr id="80" name="Ink 79">
                  <a:extLst>
                    <a:ext uri="{FF2B5EF4-FFF2-40B4-BE49-F238E27FC236}">
                      <a16:creationId xmlns:a16="http://schemas.microsoft.com/office/drawing/2014/main" id="{92F27F20-1EDF-AF5C-C509-12F4FED1E347}"/>
                    </a:ext>
                  </a:extLst>
                </p:cNvPr>
                <p:cNvPicPr/>
                <p:nvPr/>
              </p:nvPicPr>
              <p:blipFill>
                <a:blip r:embed="rId123"/>
                <a:stretch>
                  <a:fillRect/>
                </a:stretch>
              </p:blipFill>
              <p:spPr>
                <a:xfrm>
                  <a:off x="5900392" y="2231749"/>
                  <a:ext cx="165240" cy="2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82" name="Ink 81">
                <a:extLst>
                  <a:ext uri="{FF2B5EF4-FFF2-40B4-BE49-F238E27FC236}">
                    <a16:creationId xmlns:a16="http://schemas.microsoft.com/office/drawing/2014/main" id="{971DC970-C906-3551-B508-7941A3063FEF}"/>
                  </a:ext>
                </a:extLst>
              </p14:cNvPr>
              <p14:cNvContentPartPr/>
              <p14:nvPr/>
            </p14:nvContentPartPr>
            <p14:xfrm>
              <a:off x="421042" y="1331470"/>
              <a:ext cx="144720" cy="155520"/>
            </p14:xfrm>
          </p:contentPart>
        </mc:Choice>
        <mc:Fallback xmlns="">
          <p:pic>
            <p:nvPicPr>
              <p:cNvPr id="82" name="Ink 81">
                <a:extLst>
                  <a:ext uri="{FF2B5EF4-FFF2-40B4-BE49-F238E27FC236}">
                    <a16:creationId xmlns:a16="http://schemas.microsoft.com/office/drawing/2014/main" id="{971DC970-C906-3551-B508-7941A3063FEF}"/>
                  </a:ext>
                </a:extLst>
              </p:cNvPr>
              <p:cNvPicPr/>
              <p:nvPr/>
            </p:nvPicPr>
            <p:blipFill>
              <a:blip r:embed="rId125"/>
              <a:stretch>
                <a:fillRect/>
              </a:stretch>
            </p:blipFill>
            <p:spPr>
              <a:xfrm>
                <a:off x="416722" y="1327150"/>
                <a:ext cx="1533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3" name="Ink 82">
                <a:extLst>
                  <a:ext uri="{FF2B5EF4-FFF2-40B4-BE49-F238E27FC236}">
                    <a16:creationId xmlns:a16="http://schemas.microsoft.com/office/drawing/2014/main" id="{7F8B9234-D478-0DA1-71DD-C0478586720B}"/>
                  </a:ext>
                </a:extLst>
              </p14:cNvPr>
              <p14:cNvContentPartPr/>
              <p14:nvPr/>
            </p14:nvContentPartPr>
            <p14:xfrm>
              <a:off x="772402" y="1379350"/>
              <a:ext cx="137520" cy="12240"/>
            </p14:xfrm>
          </p:contentPart>
        </mc:Choice>
        <mc:Fallback xmlns="">
          <p:pic>
            <p:nvPicPr>
              <p:cNvPr id="83" name="Ink 82">
                <a:extLst>
                  <a:ext uri="{FF2B5EF4-FFF2-40B4-BE49-F238E27FC236}">
                    <a16:creationId xmlns:a16="http://schemas.microsoft.com/office/drawing/2014/main" id="{7F8B9234-D478-0DA1-71DD-C0478586720B}"/>
                  </a:ext>
                </a:extLst>
              </p:cNvPr>
              <p:cNvPicPr/>
              <p:nvPr/>
            </p:nvPicPr>
            <p:blipFill>
              <a:blip r:embed="rId127"/>
              <a:stretch>
                <a:fillRect/>
              </a:stretch>
            </p:blipFill>
            <p:spPr>
              <a:xfrm>
                <a:off x="768082" y="1375030"/>
                <a:ext cx="1461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4" name="Ink 83">
                <a:extLst>
                  <a:ext uri="{FF2B5EF4-FFF2-40B4-BE49-F238E27FC236}">
                    <a16:creationId xmlns:a16="http://schemas.microsoft.com/office/drawing/2014/main" id="{D925AA0F-1CF1-CD66-79E6-950BF8D9E116}"/>
                  </a:ext>
                </a:extLst>
              </p14:cNvPr>
              <p14:cNvContentPartPr/>
              <p14:nvPr/>
            </p14:nvContentPartPr>
            <p14:xfrm>
              <a:off x="774922" y="1468990"/>
              <a:ext cx="108360" cy="14760"/>
            </p14:xfrm>
          </p:contentPart>
        </mc:Choice>
        <mc:Fallback xmlns="">
          <p:pic>
            <p:nvPicPr>
              <p:cNvPr id="84" name="Ink 83">
                <a:extLst>
                  <a:ext uri="{FF2B5EF4-FFF2-40B4-BE49-F238E27FC236}">
                    <a16:creationId xmlns:a16="http://schemas.microsoft.com/office/drawing/2014/main" id="{D925AA0F-1CF1-CD66-79E6-950BF8D9E116}"/>
                  </a:ext>
                </a:extLst>
              </p:cNvPr>
              <p:cNvPicPr/>
              <p:nvPr/>
            </p:nvPicPr>
            <p:blipFill>
              <a:blip r:embed="rId129"/>
              <a:stretch>
                <a:fillRect/>
              </a:stretch>
            </p:blipFill>
            <p:spPr>
              <a:xfrm>
                <a:off x="770602" y="1464670"/>
                <a:ext cx="117000" cy="23400"/>
              </a:xfrm>
              <a:prstGeom prst="rect">
                <a:avLst/>
              </a:prstGeom>
            </p:spPr>
          </p:pic>
        </mc:Fallback>
      </mc:AlternateContent>
      <p:grpSp>
        <p:nvGrpSpPr>
          <p:cNvPr id="89" name="Group 88">
            <a:extLst>
              <a:ext uri="{FF2B5EF4-FFF2-40B4-BE49-F238E27FC236}">
                <a16:creationId xmlns:a16="http://schemas.microsoft.com/office/drawing/2014/main" id="{36D39981-2FDC-F433-ED29-B25557D3F873}"/>
              </a:ext>
            </a:extLst>
          </p:cNvPr>
          <p:cNvGrpSpPr/>
          <p:nvPr/>
        </p:nvGrpSpPr>
        <p:grpSpPr>
          <a:xfrm>
            <a:off x="1083082" y="1216990"/>
            <a:ext cx="306360" cy="312480"/>
            <a:chOff x="1083082" y="1216990"/>
            <a:chExt cx="306360" cy="312480"/>
          </a:xfrm>
        </p:grpSpPr>
        <mc:AlternateContent xmlns:mc="http://schemas.openxmlformats.org/markup-compatibility/2006" xmlns:p14="http://schemas.microsoft.com/office/powerpoint/2010/main">
          <mc:Choice Requires="p14">
            <p:contentPart p14:bwMode="auto" r:id="rId130">
              <p14:nvContentPartPr>
                <p14:cNvPr id="86" name="Ink 85">
                  <a:extLst>
                    <a:ext uri="{FF2B5EF4-FFF2-40B4-BE49-F238E27FC236}">
                      <a16:creationId xmlns:a16="http://schemas.microsoft.com/office/drawing/2014/main" id="{B7A8EA79-7302-DEAA-0D87-807A1EE814AA}"/>
                    </a:ext>
                  </a:extLst>
                </p14:cNvPr>
                <p14:cNvContentPartPr/>
                <p14:nvPr/>
              </p14:nvContentPartPr>
              <p14:xfrm>
                <a:off x="1083082" y="1216990"/>
                <a:ext cx="226800" cy="241560"/>
              </p14:xfrm>
            </p:contentPart>
          </mc:Choice>
          <mc:Fallback xmlns="">
            <p:pic>
              <p:nvPicPr>
                <p:cNvPr id="86" name="Ink 85">
                  <a:extLst>
                    <a:ext uri="{FF2B5EF4-FFF2-40B4-BE49-F238E27FC236}">
                      <a16:creationId xmlns:a16="http://schemas.microsoft.com/office/drawing/2014/main" id="{B7A8EA79-7302-DEAA-0D87-807A1EE814AA}"/>
                    </a:ext>
                  </a:extLst>
                </p:cNvPr>
                <p:cNvPicPr/>
                <p:nvPr/>
              </p:nvPicPr>
              <p:blipFill>
                <a:blip r:embed="rId131"/>
                <a:stretch>
                  <a:fillRect/>
                </a:stretch>
              </p:blipFill>
              <p:spPr>
                <a:xfrm>
                  <a:off x="1078762" y="1212670"/>
                  <a:ext cx="23544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7" name="Ink 86">
                  <a:extLst>
                    <a:ext uri="{FF2B5EF4-FFF2-40B4-BE49-F238E27FC236}">
                      <a16:creationId xmlns:a16="http://schemas.microsoft.com/office/drawing/2014/main" id="{4F330177-EE4A-CE71-D9AB-1409209F860C}"/>
                    </a:ext>
                  </a:extLst>
                </p14:cNvPr>
                <p14:cNvContentPartPr/>
                <p14:nvPr/>
              </p14:nvContentPartPr>
              <p14:xfrm>
                <a:off x="1367482" y="1346590"/>
                <a:ext cx="18720" cy="7560"/>
              </p14:xfrm>
            </p:contentPart>
          </mc:Choice>
          <mc:Fallback xmlns="">
            <p:pic>
              <p:nvPicPr>
                <p:cNvPr id="87" name="Ink 86">
                  <a:extLst>
                    <a:ext uri="{FF2B5EF4-FFF2-40B4-BE49-F238E27FC236}">
                      <a16:creationId xmlns:a16="http://schemas.microsoft.com/office/drawing/2014/main" id="{4F330177-EE4A-CE71-D9AB-1409209F860C}"/>
                    </a:ext>
                  </a:extLst>
                </p:cNvPr>
                <p:cNvPicPr/>
                <p:nvPr/>
              </p:nvPicPr>
              <p:blipFill>
                <a:blip r:embed="rId133"/>
                <a:stretch>
                  <a:fillRect/>
                </a:stretch>
              </p:blipFill>
              <p:spPr>
                <a:xfrm>
                  <a:off x="1363162" y="1342270"/>
                  <a:ext cx="27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8" name="Ink 87">
                  <a:extLst>
                    <a:ext uri="{FF2B5EF4-FFF2-40B4-BE49-F238E27FC236}">
                      <a16:creationId xmlns:a16="http://schemas.microsoft.com/office/drawing/2014/main" id="{99434A87-360D-29D3-A593-AF199CFBD533}"/>
                    </a:ext>
                  </a:extLst>
                </p14:cNvPr>
                <p14:cNvContentPartPr/>
                <p14:nvPr/>
              </p14:nvContentPartPr>
              <p14:xfrm>
                <a:off x="1303402" y="1429750"/>
                <a:ext cx="86040" cy="99720"/>
              </p14:xfrm>
            </p:contentPart>
          </mc:Choice>
          <mc:Fallback xmlns="">
            <p:pic>
              <p:nvPicPr>
                <p:cNvPr id="88" name="Ink 87">
                  <a:extLst>
                    <a:ext uri="{FF2B5EF4-FFF2-40B4-BE49-F238E27FC236}">
                      <a16:creationId xmlns:a16="http://schemas.microsoft.com/office/drawing/2014/main" id="{99434A87-360D-29D3-A593-AF199CFBD533}"/>
                    </a:ext>
                  </a:extLst>
                </p:cNvPr>
                <p:cNvPicPr/>
                <p:nvPr/>
              </p:nvPicPr>
              <p:blipFill>
                <a:blip r:embed="rId135"/>
                <a:stretch>
                  <a:fillRect/>
                </a:stretch>
              </p:blipFill>
              <p:spPr>
                <a:xfrm>
                  <a:off x="1299082" y="1425430"/>
                  <a:ext cx="94680" cy="10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98FADB8D-0BAB-97D9-E624-6AA3A28BBE09}"/>
                  </a:ext>
                </a:extLst>
              </p14:cNvPr>
              <p14:cNvContentPartPr/>
              <p14:nvPr/>
            </p14:nvContentPartPr>
            <p14:xfrm>
              <a:off x="6216112" y="2097109"/>
              <a:ext cx="14400" cy="307800"/>
            </p14:xfrm>
          </p:contentPart>
        </mc:Choice>
        <mc:Fallback xmlns="">
          <p:pic>
            <p:nvPicPr>
              <p:cNvPr id="90" name="Ink 89">
                <a:extLst>
                  <a:ext uri="{FF2B5EF4-FFF2-40B4-BE49-F238E27FC236}">
                    <a16:creationId xmlns:a16="http://schemas.microsoft.com/office/drawing/2014/main" id="{98FADB8D-0BAB-97D9-E624-6AA3A28BBE09}"/>
                  </a:ext>
                </a:extLst>
              </p:cNvPr>
              <p:cNvPicPr/>
              <p:nvPr/>
            </p:nvPicPr>
            <p:blipFill>
              <a:blip r:embed="rId137"/>
              <a:stretch>
                <a:fillRect/>
              </a:stretch>
            </p:blipFill>
            <p:spPr>
              <a:xfrm>
                <a:off x="6211792" y="2092789"/>
                <a:ext cx="230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1" name="Ink 90">
                <a:extLst>
                  <a:ext uri="{FF2B5EF4-FFF2-40B4-BE49-F238E27FC236}">
                    <a16:creationId xmlns:a16="http://schemas.microsoft.com/office/drawing/2014/main" id="{6370828B-8CBF-2936-7D4D-90BAFF0D4DF1}"/>
                  </a:ext>
                </a:extLst>
              </p14:cNvPr>
              <p14:cNvContentPartPr/>
              <p14:nvPr/>
            </p14:nvContentPartPr>
            <p14:xfrm>
              <a:off x="5076160" y="206660"/>
              <a:ext cx="183600" cy="133200"/>
            </p14:xfrm>
          </p:contentPart>
        </mc:Choice>
        <mc:Fallback xmlns="">
          <p:pic>
            <p:nvPicPr>
              <p:cNvPr id="91" name="Ink 90">
                <a:extLst>
                  <a:ext uri="{FF2B5EF4-FFF2-40B4-BE49-F238E27FC236}">
                    <a16:creationId xmlns:a16="http://schemas.microsoft.com/office/drawing/2014/main" id="{6370828B-8CBF-2936-7D4D-90BAFF0D4DF1}"/>
                  </a:ext>
                </a:extLst>
              </p:cNvPr>
              <p:cNvPicPr/>
              <p:nvPr/>
            </p:nvPicPr>
            <p:blipFill>
              <a:blip r:embed="rId139"/>
              <a:stretch>
                <a:fillRect/>
              </a:stretch>
            </p:blipFill>
            <p:spPr>
              <a:xfrm>
                <a:off x="5071840" y="202340"/>
                <a:ext cx="192240" cy="141840"/>
              </a:xfrm>
              <a:prstGeom prst="rect">
                <a:avLst/>
              </a:prstGeom>
            </p:spPr>
          </p:pic>
        </mc:Fallback>
      </mc:AlternateContent>
      <p:grpSp>
        <p:nvGrpSpPr>
          <p:cNvPr id="104" name="Group 103">
            <a:extLst>
              <a:ext uri="{FF2B5EF4-FFF2-40B4-BE49-F238E27FC236}">
                <a16:creationId xmlns:a16="http://schemas.microsoft.com/office/drawing/2014/main" id="{EF580C1E-59E5-0FF7-5D95-20136019DD86}"/>
              </a:ext>
            </a:extLst>
          </p:cNvPr>
          <p:cNvGrpSpPr/>
          <p:nvPr/>
        </p:nvGrpSpPr>
        <p:grpSpPr>
          <a:xfrm>
            <a:off x="5561800" y="246980"/>
            <a:ext cx="179280" cy="64080"/>
            <a:chOff x="5561800" y="246980"/>
            <a:chExt cx="179280" cy="64080"/>
          </a:xfrm>
        </p:grpSpPr>
        <mc:AlternateContent xmlns:mc="http://schemas.openxmlformats.org/markup-compatibility/2006" xmlns:p14="http://schemas.microsoft.com/office/powerpoint/2010/main">
          <mc:Choice Requires="p14">
            <p:contentPart p14:bwMode="auto" r:id="rId140">
              <p14:nvContentPartPr>
                <p14:cNvPr id="92" name="Ink 91">
                  <a:extLst>
                    <a:ext uri="{FF2B5EF4-FFF2-40B4-BE49-F238E27FC236}">
                      <a16:creationId xmlns:a16="http://schemas.microsoft.com/office/drawing/2014/main" id="{A68C5A5D-7229-82B5-CA31-54885E7E1A61}"/>
                    </a:ext>
                  </a:extLst>
                </p14:cNvPr>
                <p14:cNvContentPartPr/>
                <p14:nvPr/>
              </p14:nvContentPartPr>
              <p14:xfrm>
                <a:off x="5561800" y="246980"/>
                <a:ext cx="108720" cy="19800"/>
              </p14:xfrm>
            </p:contentPart>
          </mc:Choice>
          <mc:Fallback xmlns="">
            <p:pic>
              <p:nvPicPr>
                <p:cNvPr id="92" name="Ink 91">
                  <a:extLst>
                    <a:ext uri="{FF2B5EF4-FFF2-40B4-BE49-F238E27FC236}">
                      <a16:creationId xmlns:a16="http://schemas.microsoft.com/office/drawing/2014/main" id="{A68C5A5D-7229-82B5-CA31-54885E7E1A61}"/>
                    </a:ext>
                  </a:extLst>
                </p:cNvPr>
                <p:cNvPicPr/>
                <p:nvPr/>
              </p:nvPicPr>
              <p:blipFill>
                <a:blip r:embed="rId141"/>
                <a:stretch>
                  <a:fillRect/>
                </a:stretch>
              </p:blipFill>
              <p:spPr>
                <a:xfrm>
                  <a:off x="5557480" y="242660"/>
                  <a:ext cx="1173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3" name="Ink 92">
                  <a:extLst>
                    <a:ext uri="{FF2B5EF4-FFF2-40B4-BE49-F238E27FC236}">
                      <a16:creationId xmlns:a16="http://schemas.microsoft.com/office/drawing/2014/main" id="{CF5BC0FE-F7DF-8009-E7CF-FBA281148287}"/>
                    </a:ext>
                  </a:extLst>
                </p14:cNvPr>
                <p14:cNvContentPartPr/>
                <p14:nvPr/>
              </p14:nvContentPartPr>
              <p14:xfrm>
                <a:off x="5574760" y="300260"/>
                <a:ext cx="166320" cy="10800"/>
              </p14:xfrm>
            </p:contentPart>
          </mc:Choice>
          <mc:Fallback xmlns="">
            <p:pic>
              <p:nvPicPr>
                <p:cNvPr id="93" name="Ink 92">
                  <a:extLst>
                    <a:ext uri="{FF2B5EF4-FFF2-40B4-BE49-F238E27FC236}">
                      <a16:creationId xmlns:a16="http://schemas.microsoft.com/office/drawing/2014/main" id="{CF5BC0FE-F7DF-8009-E7CF-FBA281148287}"/>
                    </a:ext>
                  </a:extLst>
                </p:cNvPr>
                <p:cNvPicPr/>
                <p:nvPr/>
              </p:nvPicPr>
              <p:blipFill>
                <a:blip r:embed="rId143"/>
                <a:stretch>
                  <a:fillRect/>
                </a:stretch>
              </p:blipFill>
              <p:spPr>
                <a:xfrm>
                  <a:off x="5570440" y="295940"/>
                  <a:ext cx="174960" cy="19440"/>
                </a:xfrm>
                <a:prstGeom prst="rect">
                  <a:avLst/>
                </a:prstGeom>
              </p:spPr>
            </p:pic>
          </mc:Fallback>
        </mc:AlternateContent>
      </p:grpSp>
      <p:grpSp>
        <p:nvGrpSpPr>
          <p:cNvPr id="103" name="Group 102">
            <a:extLst>
              <a:ext uri="{FF2B5EF4-FFF2-40B4-BE49-F238E27FC236}">
                <a16:creationId xmlns:a16="http://schemas.microsoft.com/office/drawing/2014/main" id="{3C7D745A-5290-9D7F-DBFD-8EEE607CEE2E}"/>
              </a:ext>
            </a:extLst>
          </p:cNvPr>
          <p:cNvGrpSpPr/>
          <p:nvPr/>
        </p:nvGrpSpPr>
        <p:grpSpPr>
          <a:xfrm>
            <a:off x="6042400" y="73820"/>
            <a:ext cx="1313280" cy="440280"/>
            <a:chOff x="6042400" y="73820"/>
            <a:chExt cx="1313280" cy="440280"/>
          </a:xfrm>
        </p:grpSpPr>
        <mc:AlternateContent xmlns:mc="http://schemas.openxmlformats.org/markup-compatibility/2006" xmlns:p14="http://schemas.microsoft.com/office/powerpoint/2010/main">
          <mc:Choice Requires="p14">
            <p:contentPart p14:bwMode="auto" r:id="rId144">
              <p14:nvContentPartPr>
                <p14:cNvPr id="94" name="Ink 93">
                  <a:extLst>
                    <a:ext uri="{FF2B5EF4-FFF2-40B4-BE49-F238E27FC236}">
                      <a16:creationId xmlns:a16="http://schemas.microsoft.com/office/drawing/2014/main" id="{E6C070F8-5BE5-6BC8-17B6-4C4C0A972631}"/>
                    </a:ext>
                  </a:extLst>
                </p14:cNvPr>
                <p14:cNvContentPartPr/>
                <p14:nvPr/>
              </p14:nvContentPartPr>
              <p14:xfrm>
                <a:off x="6042400" y="94700"/>
                <a:ext cx="195480" cy="253800"/>
              </p14:xfrm>
            </p:contentPart>
          </mc:Choice>
          <mc:Fallback xmlns="">
            <p:pic>
              <p:nvPicPr>
                <p:cNvPr id="94" name="Ink 93">
                  <a:extLst>
                    <a:ext uri="{FF2B5EF4-FFF2-40B4-BE49-F238E27FC236}">
                      <a16:creationId xmlns:a16="http://schemas.microsoft.com/office/drawing/2014/main" id="{E6C070F8-5BE5-6BC8-17B6-4C4C0A972631}"/>
                    </a:ext>
                  </a:extLst>
                </p:cNvPr>
                <p:cNvPicPr/>
                <p:nvPr/>
              </p:nvPicPr>
              <p:blipFill>
                <a:blip r:embed="rId145"/>
                <a:stretch>
                  <a:fillRect/>
                </a:stretch>
              </p:blipFill>
              <p:spPr>
                <a:xfrm>
                  <a:off x="6038080" y="90380"/>
                  <a:ext cx="20412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5" name="Ink 94">
                  <a:extLst>
                    <a:ext uri="{FF2B5EF4-FFF2-40B4-BE49-F238E27FC236}">
                      <a16:creationId xmlns:a16="http://schemas.microsoft.com/office/drawing/2014/main" id="{35E8EAE7-72F7-3668-C4F3-3056EA836549}"/>
                    </a:ext>
                  </a:extLst>
                </p14:cNvPr>
                <p14:cNvContentPartPr/>
                <p14:nvPr/>
              </p14:nvContentPartPr>
              <p14:xfrm>
                <a:off x="6127360" y="216020"/>
                <a:ext cx="157680" cy="10800"/>
              </p14:xfrm>
            </p:contentPart>
          </mc:Choice>
          <mc:Fallback xmlns="">
            <p:pic>
              <p:nvPicPr>
                <p:cNvPr id="95" name="Ink 94">
                  <a:extLst>
                    <a:ext uri="{FF2B5EF4-FFF2-40B4-BE49-F238E27FC236}">
                      <a16:creationId xmlns:a16="http://schemas.microsoft.com/office/drawing/2014/main" id="{35E8EAE7-72F7-3668-C4F3-3056EA836549}"/>
                    </a:ext>
                  </a:extLst>
                </p:cNvPr>
                <p:cNvPicPr/>
                <p:nvPr/>
              </p:nvPicPr>
              <p:blipFill>
                <a:blip r:embed="rId147"/>
                <a:stretch>
                  <a:fillRect/>
                </a:stretch>
              </p:blipFill>
              <p:spPr>
                <a:xfrm>
                  <a:off x="6123040" y="211700"/>
                  <a:ext cx="1663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6" name="Ink 95">
                  <a:extLst>
                    <a:ext uri="{FF2B5EF4-FFF2-40B4-BE49-F238E27FC236}">
                      <a16:creationId xmlns:a16="http://schemas.microsoft.com/office/drawing/2014/main" id="{B97A9F44-B510-57BF-E9B6-E3BD36646CDD}"/>
                    </a:ext>
                  </a:extLst>
                </p14:cNvPr>
                <p14:cNvContentPartPr/>
                <p14:nvPr/>
              </p14:nvContentPartPr>
              <p14:xfrm>
                <a:off x="6291880" y="263180"/>
                <a:ext cx="48600" cy="5040"/>
              </p14:xfrm>
            </p:contentPart>
          </mc:Choice>
          <mc:Fallback xmlns="">
            <p:pic>
              <p:nvPicPr>
                <p:cNvPr id="96" name="Ink 95">
                  <a:extLst>
                    <a:ext uri="{FF2B5EF4-FFF2-40B4-BE49-F238E27FC236}">
                      <a16:creationId xmlns:a16="http://schemas.microsoft.com/office/drawing/2014/main" id="{B97A9F44-B510-57BF-E9B6-E3BD36646CDD}"/>
                    </a:ext>
                  </a:extLst>
                </p:cNvPr>
                <p:cNvPicPr/>
                <p:nvPr/>
              </p:nvPicPr>
              <p:blipFill>
                <a:blip r:embed="rId149"/>
                <a:stretch>
                  <a:fillRect/>
                </a:stretch>
              </p:blipFill>
              <p:spPr>
                <a:xfrm>
                  <a:off x="6287560" y="258860"/>
                  <a:ext cx="572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7" name="Ink 96">
                  <a:extLst>
                    <a:ext uri="{FF2B5EF4-FFF2-40B4-BE49-F238E27FC236}">
                      <a16:creationId xmlns:a16="http://schemas.microsoft.com/office/drawing/2014/main" id="{CA6E96DC-CDAC-D01D-021A-F2D32F1F3053}"/>
                    </a:ext>
                  </a:extLst>
                </p14:cNvPr>
                <p14:cNvContentPartPr/>
                <p14:nvPr/>
              </p14:nvContentPartPr>
              <p14:xfrm>
                <a:off x="6469720" y="91820"/>
                <a:ext cx="98280" cy="179640"/>
              </p14:xfrm>
            </p:contentPart>
          </mc:Choice>
          <mc:Fallback xmlns="">
            <p:pic>
              <p:nvPicPr>
                <p:cNvPr id="97" name="Ink 96">
                  <a:extLst>
                    <a:ext uri="{FF2B5EF4-FFF2-40B4-BE49-F238E27FC236}">
                      <a16:creationId xmlns:a16="http://schemas.microsoft.com/office/drawing/2014/main" id="{CA6E96DC-CDAC-D01D-021A-F2D32F1F3053}"/>
                    </a:ext>
                  </a:extLst>
                </p:cNvPr>
                <p:cNvPicPr/>
                <p:nvPr/>
              </p:nvPicPr>
              <p:blipFill>
                <a:blip r:embed="rId151"/>
                <a:stretch>
                  <a:fillRect/>
                </a:stretch>
              </p:blipFill>
              <p:spPr>
                <a:xfrm>
                  <a:off x="6465400" y="87500"/>
                  <a:ext cx="1069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8" name="Ink 97">
                  <a:extLst>
                    <a:ext uri="{FF2B5EF4-FFF2-40B4-BE49-F238E27FC236}">
                      <a16:creationId xmlns:a16="http://schemas.microsoft.com/office/drawing/2014/main" id="{950B71B6-6841-9978-1411-9FC3C80D27C2}"/>
                    </a:ext>
                  </a:extLst>
                </p14:cNvPr>
                <p14:cNvContentPartPr/>
                <p14:nvPr/>
              </p14:nvContentPartPr>
              <p14:xfrm>
                <a:off x="6554680" y="195140"/>
                <a:ext cx="105480" cy="99720"/>
              </p14:xfrm>
            </p:contentPart>
          </mc:Choice>
          <mc:Fallback xmlns="">
            <p:pic>
              <p:nvPicPr>
                <p:cNvPr id="98" name="Ink 97">
                  <a:extLst>
                    <a:ext uri="{FF2B5EF4-FFF2-40B4-BE49-F238E27FC236}">
                      <a16:creationId xmlns:a16="http://schemas.microsoft.com/office/drawing/2014/main" id="{950B71B6-6841-9978-1411-9FC3C80D27C2}"/>
                    </a:ext>
                  </a:extLst>
                </p:cNvPr>
                <p:cNvPicPr/>
                <p:nvPr/>
              </p:nvPicPr>
              <p:blipFill>
                <a:blip r:embed="rId153"/>
                <a:stretch>
                  <a:fillRect/>
                </a:stretch>
              </p:blipFill>
              <p:spPr>
                <a:xfrm>
                  <a:off x="6550360" y="190820"/>
                  <a:ext cx="11412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9" name="Ink 98">
                  <a:extLst>
                    <a:ext uri="{FF2B5EF4-FFF2-40B4-BE49-F238E27FC236}">
                      <a16:creationId xmlns:a16="http://schemas.microsoft.com/office/drawing/2014/main" id="{10BDDC5C-3CE7-83E7-1076-D2D939257087}"/>
                    </a:ext>
                  </a:extLst>
                </p14:cNvPr>
                <p14:cNvContentPartPr/>
                <p14:nvPr/>
              </p14:nvContentPartPr>
              <p14:xfrm>
                <a:off x="6694360" y="241580"/>
                <a:ext cx="150480" cy="42120"/>
              </p14:xfrm>
            </p:contentPart>
          </mc:Choice>
          <mc:Fallback xmlns="">
            <p:pic>
              <p:nvPicPr>
                <p:cNvPr id="99" name="Ink 98">
                  <a:extLst>
                    <a:ext uri="{FF2B5EF4-FFF2-40B4-BE49-F238E27FC236}">
                      <a16:creationId xmlns:a16="http://schemas.microsoft.com/office/drawing/2014/main" id="{10BDDC5C-3CE7-83E7-1076-D2D939257087}"/>
                    </a:ext>
                  </a:extLst>
                </p:cNvPr>
                <p:cNvPicPr/>
                <p:nvPr/>
              </p:nvPicPr>
              <p:blipFill>
                <a:blip r:embed="rId155"/>
                <a:stretch>
                  <a:fillRect/>
                </a:stretch>
              </p:blipFill>
              <p:spPr>
                <a:xfrm>
                  <a:off x="6690040" y="237260"/>
                  <a:ext cx="1591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0" name="Ink 99">
                  <a:extLst>
                    <a:ext uri="{FF2B5EF4-FFF2-40B4-BE49-F238E27FC236}">
                      <a16:creationId xmlns:a16="http://schemas.microsoft.com/office/drawing/2014/main" id="{52B08034-D5B0-B306-DE03-76FA526D74C1}"/>
                    </a:ext>
                  </a:extLst>
                </p14:cNvPr>
                <p14:cNvContentPartPr/>
                <p14:nvPr/>
              </p14:nvContentPartPr>
              <p14:xfrm>
                <a:off x="6638920" y="225380"/>
                <a:ext cx="292680" cy="288720"/>
              </p14:xfrm>
            </p:contentPart>
          </mc:Choice>
          <mc:Fallback xmlns="">
            <p:pic>
              <p:nvPicPr>
                <p:cNvPr id="100" name="Ink 99">
                  <a:extLst>
                    <a:ext uri="{FF2B5EF4-FFF2-40B4-BE49-F238E27FC236}">
                      <a16:creationId xmlns:a16="http://schemas.microsoft.com/office/drawing/2014/main" id="{52B08034-D5B0-B306-DE03-76FA526D74C1}"/>
                    </a:ext>
                  </a:extLst>
                </p:cNvPr>
                <p:cNvPicPr/>
                <p:nvPr/>
              </p:nvPicPr>
              <p:blipFill>
                <a:blip r:embed="rId157"/>
                <a:stretch>
                  <a:fillRect/>
                </a:stretch>
              </p:blipFill>
              <p:spPr>
                <a:xfrm>
                  <a:off x="6634600" y="221060"/>
                  <a:ext cx="30132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1" name="Ink 100">
                  <a:extLst>
                    <a:ext uri="{FF2B5EF4-FFF2-40B4-BE49-F238E27FC236}">
                      <a16:creationId xmlns:a16="http://schemas.microsoft.com/office/drawing/2014/main" id="{EA21B621-790F-813F-D785-DE6B0D928314}"/>
                    </a:ext>
                  </a:extLst>
                </p14:cNvPr>
                <p14:cNvContentPartPr/>
                <p14:nvPr/>
              </p14:nvContentPartPr>
              <p14:xfrm>
                <a:off x="6970480" y="123500"/>
                <a:ext cx="121320" cy="197280"/>
              </p14:xfrm>
            </p:contentPart>
          </mc:Choice>
          <mc:Fallback xmlns="">
            <p:pic>
              <p:nvPicPr>
                <p:cNvPr id="101" name="Ink 100">
                  <a:extLst>
                    <a:ext uri="{FF2B5EF4-FFF2-40B4-BE49-F238E27FC236}">
                      <a16:creationId xmlns:a16="http://schemas.microsoft.com/office/drawing/2014/main" id="{EA21B621-790F-813F-D785-DE6B0D928314}"/>
                    </a:ext>
                  </a:extLst>
                </p:cNvPr>
                <p:cNvPicPr/>
                <p:nvPr/>
              </p:nvPicPr>
              <p:blipFill>
                <a:blip r:embed="rId159"/>
                <a:stretch>
                  <a:fillRect/>
                </a:stretch>
              </p:blipFill>
              <p:spPr>
                <a:xfrm>
                  <a:off x="6966160" y="119180"/>
                  <a:ext cx="1299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2" name="Ink 101">
                  <a:extLst>
                    <a:ext uri="{FF2B5EF4-FFF2-40B4-BE49-F238E27FC236}">
                      <a16:creationId xmlns:a16="http://schemas.microsoft.com/office/drawing/2014/main" id="{95E6B034-95A4-2F5E-7D59-470D8CBF34EA}"/>
                    </a:ext>
                  </a:extLst>
                </p14:cNvPr>
                <p14:cNvContentPartPr/>
                <p14:nvPr/>
              </p14:nvContentPartPr>
              <p14:xfrm>
                <a:off x="7028080" y="73820"/>
                <a:ext cx="327600" cy="275040"/>
              </p14:xfrm>
            </p:contentPart>
          </mc:Choice>
          <mc:Fallback xmlns="">
            <p:pic>
              <p:nvPicPr>
                <p:cNvPr id="102" name="Ink 101">
                  <a:extLst>
                    <a:ext uri="{FF2B5EF4-FFF2-40B4-BE49-F238E27FC236}">
                      <a16:creationId xmlns:a16="http://schemas.microsoft.com/office/drawing/2014/main" id="{95E6B034-95A4-2F5E-7D59-470D8CBF34EA}"/>
                    </a:ext>
                  </a:extLst>
                </p:cNvPr>
                <p:cNvPicPr/>
                <p:nvPr/>
              </p:nvPicPr>
              <p:blipFill>
                <a:blip r:embed="rId161"/>
                <a:stretch>
                  <a:fillRect/>
                </a:stretch>
              </p:blipFill>
              <p:spPr>
                <a:xfrm>
                  <a:off x="7023760" y="69500"/>
                  <a:ext cx="336240" cy="283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05" name="Ink 104">
                <a:extLst>
                  <a:ext uri="{FF2B5EF4-FFF2-40B4-BE49-F238E27FC236}">
                    <a16:creationId xmlns:a16="http://schemas.microsoft.com/office/drawing/2014/main" id="{BE7EDA0E-C2D5-8472-B651-BA100BBE1BBE}"/>
                  </a:ext>
                </a:extLst>
              </p14:cNvPr>
              <p14:cNvContentPartPr/>
              <p14:nvPr/>
            </p14:nvContentPartPr>
            <p14:xfrm>
              <a:off x="7735312" y="2014669"/>
              <a:ext cx="216360" cy="475920"/>
            </p14:xfrm>
          </p:contentPart>
        </mc:Choice>
        <mc:Fallback xmlns="">
          <p:pic>
            <p:nvPicPr>
              <p:cNvPr id="105" name="Ink 104">
                <a:extLst>
                  <a:ext uri="{FF2B5EF4-FFF2-40B4-BE49-F238E27FC236}">
                    <a16:creationId xmlns:a16="http://schemas.microsoft.com/office/drawing/2014/main" id="{BE7EDA0E-C2D5-8472-B651-BA100BBE1BBE}"/>
                  </a:ext>
                </a:extLst>
              </p:cNvPr>
              <p:cNvPicPr/>
              <p:nvPr/>
            </p:nvPicPr>
            <p:blipFill>
              <a:blip r:embed="rId163"/>
              <a:stretch>
                <a:fillRect/>
              </a:stretch>
            </p:blipFill>
            <p:spPr>
              <a:xfrm>
                <a:off x="7730992" y="2010349"/>
                <a:ext cx="225000" cy="484560"/>
              </a:xfrm>
              <a:prstGeom prst="rect">
                <a:avLst/>
              </a:prstGeom>
            </p:spPr>
          </p:pic>
        </mc:Fallback>
      </mc:AlternateContent>
      <p:grpSp>
        <p:nvGrpSpPr>
          <p:cNvPr id="130" name="Group 129">
            <a:extLst>
              <a:ext uri="{FF2B5EF4-FFF2-40B4-BE49-F238E27FC236}">
                <a16:creationId xmlns:a16="http://schemas.microsoft.com/office/drawing/2014/main" id="{541DC8FF-8FE1-1841-C393-525E00F06109}"/>
              </a:ext>
            </a:extLst>
          </p:cNvPr>
          <p:cNvGrpSpPr/>
          <p:nvPr/>
        </p:nvGrpSpPr>
        <p:grpSpPr>
          <a:xfrm>
            <a:off x="5735152" y="2679949"/>
            <a:ext cx="1206000" cy="493920"/>
            <a:chOff x="5735152" y="2679949"/>
            <a:chExt cx="1206000" cy="493920"/>
          </a:xfrm>
        </p:grpSpPr>
        <mc:AlternateContent xmlns:mc="http://schemas.openxmlformats.org/markup-compatibility/2006" xmlns:p14="http://schemas.microsoft.com/office/powerpoint/2010/main">
          <mc:Choice Requires="p14">
            <p:contentPart p14:bwMode="auto" r:id="rId164">
              <p14:nvContentPartPr>
                <p14:cNvPr id="122" name="Ink 121">
                  <a:extLst>
                    <a:ext uri="{FF2B5EF4-FFF2-40B4-BE49-F238E27FC236}">
                      <a16:creationId xmlns:a16="http://schemas.microsoft.com/office/drawing/2014/main" id="{BBF897FD-C77F-85CF-5F64-0134AFA7C931}"/>
                    </a:ext>
                  </a:extLst>
                </p14:cNvPr>
                <p14:cNvContentPartPr/>
                <p14:nvPr/>
              </p14:nvContentPartPr>
              <p14:xfrm>
                <a:off x="5735152" y="2818189"/>
                <a:ext cx="190800" cy="298440"/>
              </p14:xfrm>
            </p:contentPart>
          </mc:Choice>
          <mc:Fallback xmlns="">
            <p:pic>
              <p:nvPicPr>
                <p:cNvPr id="122" name="Ink 121">
                  <a:extLst>
                    <a:ext uri="{FF2B5EF4-FFF2-40B4-BE49-F238E27FC236}">
                      <a16:creationId xmlns:a16="http://schemas.microsoft.com/office/drawing/2014/main" id="{BBF897FD-C77F-85CF-5F64-0134AFA7C931}"/>
                    </a:ext>
                  </a:extLst>
                </p:cNvPr>
                <p:cNvPicPr/>
                <p:nvPr/>
              </p:nvPicPr>
              <p:blipFill>
                <a:blip r:embed="rId165"/>
                <a:stretch>
                  <a:fillRect/>
                </a:stretch>
              </p:blipFill>
              <p:spPr>
                <a:xfrm>
                  <a:off x="5730832" y="2813869"/>
                  <a:ext cx="1994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3" name="Ink 122">
                  <a:extLst>
                    <a:ext uri="{FF2B5EF4-FFF2-40B4-BE49-F238E27FC236}">
                      <a16:creationId xmlns:a16="http://schemas.microsoft.com/office/drawing/2014/main" id="{C5FB6FAA-C733-CEB4-660C-71E711D6FA2E}"/>
                    </a:ext>
                  </a:extLst>
                </p14:cNvPr>
                <p14:cNvContentPartPr/>
                <p14:nvPr/>
              </p14:nvContentPartPr>
              <p14:xfrm>
                <a:off x="5985712" y="2917909"/>
                <a:ext cx="95760" cy="95760"/>
              </p14:xfrm>
            </p:contentPart>
          </mc:Choice>
          <mc:Fallback xmlns="">
            <p:pic>
              <p:nvPicPr>
                <p:cNvPr id="123" name="Ink 122">
                  <a:extLst>
                    <a:ext uri="{FF2B5EF4-FFF2-40B4-BE49-F238E27FC236}">
                      <a16:creationId xmlns:a16="http://schemas.microsoft.com/office/drawing/2014/main" id="{C5FB6FAA-C733-CEB4-660C-71E711D6FA2E}"/>
                    </a:ext>
                  </a:extLst>
                </p:cNvPr>
                <p:cNvPicPr/>
                <p:nvPr/>
              </p:nvPicPr>
              <p:blipFill>
                <a:blip r:embed="rId167"/>
                <a:stretch>
                  <a:fillRect/>
                </a:stretch>
              </p:blipFill>
              <p:spPr>
                <a:xfrm>
                  <a:off x="5981392" y="2913589"/>
                  <a:ext cx="1044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4" name="Ink 123">
                  <a:extLst>
                    <a:ext uri="{FF2B5EF4-FFF2-40B4-BE49-F238E27FC236}">
                      <a16:creationId xmlns:a16="http://schemas.microsoft.com/office/drawing/2014/main" id="{6787D64B-8A9F-D991-F089-3F594951D851}"/>
                    </a:ext>
                  </a:extLst>
                </p14:cNvPr>
                <p14:cNvContentPartPr/>
                <p14:nvPr/>
              </p14:nvContentPartPr>
              <p14:xfrm>
                <a:off x="6081112" y="2865709"/>
                <a:ext cx="11520" cy="7560"/>
              </p14:xfrm>
            </p:contentPart>
          </mc:Choice>
          <mc:Fallback xmlns="">
            <p:pic>
              <p:nvPicPr>
                <p:cNvPr id="124" name="Ink 123">
                  <a:extLst>
                    <a:ext uri="{FF2B5EF4-FFF2-40B4-BE49-F238E27FC236}">
                      <a16:creationId xmlns:a16="http://schemas.microsoft.com/office/drawing/2014/main" id="{6787D64B-8A9F-D991-F089-3F594951D851}"/>
                    </a:ext>
                  </a:extLst>
                </p:cNvPr>
                <p:cNvPicPr/>
                <p:nvPr/>
              </p:nvPicPr>
              <p:blipFill>
                <a:blip r:embed="rId169"/>
                <a:stretch>
                  <a:fillRect/>
                </a:stretch>
              </p:blipFill>
              <p:spPr>
                <a:xfrm>
                  <a:off x="6076792" y="2861389"/>
                  <a:ext cx="201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5" name="Ink 124">
                  <a:extLst>
                    <a:ext uri="{FF2B5EF4-FFF2-40B4-BE49-F238E27FC236}">
                      <a16:creationId xmlns:a16="http://schemas.microsoft.com/office/drawing/2014/main" id="{F849D13E-73EE-0A81-AA56-6A9BD397C381}"/>
                    </a:ext>
                  </a:extLst>
                </p14:cNvPr>
                <p14:cNvContentPartPr/>
                <p14:nvPr/>
              </p14:nvContentPartPr>
              <p14:xfrm>
                <a:off x="6244552" y="2868949"/>
                <a:ext cx="8280" cy="149400"/>
              </p14:xfrm>
            </p:contentPart>
          </mc:Choice>
          <mc:Fallback xmlns="">
            <p:pic>
              <p:nvPicPr>
                <p:cNvPr id="125" name="Ink 124">
                  <a:extLst>
                    <a:ext uri="{FF2B5EF4-FFF2-40B4-BE49-F238E27FC236}">
                      <a16:creationId xmlns:a16="http://schemas.microsoft.com/office/drawing/2014/main" id="{F849D13E-73EE-0A81-AA56-6A9BD397C381}"/>
                    </a:ext>
                  </a:extLst>
                </p:cNvPr>
                <p:cNvPicPr/>
                <p:nvPr/>
              </p:nvPicPr>
              <p:blipFill>
                <a:blip r:embed="rId171"/>
                <a:stretch>
                  <a:fillRect/>
                </a:stretch>
              </p:blipFill>
              <p:spPr>
                <a:xfrm>
                  <a:off x="6240232" y="2864629"/>
                  <a:ext cx="16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6" name="Ink 125">
                  <a:extLst>
                    <a:ext uri="{FF2B5EF4-FFF2-40B4-BE49-F238E27FC236}">
                      <a16:creationId xmlns:a16="http://schemas.microsoft.com/office/drawing/2014/main" id="{FD6DE7D6-8710-9C1E-2F0D-303CCC0F82E4}"/>
                    </a:ext>
                  </a:extLst>
                </p14:cNvPr>
                <p14:cNvContentPartPr/>
                <p14:nvPr/>
              </p14:nvContentPartPr>
              <p14:xfrm>
                <a:off x="6209272" y="2939509"/>
                <a:ext cx="92520" cy="14040"/>
              </p14:xfrm>
            </p:contentPart>
          </mc:Choice>
          <mc:Fallback xmlns="">
            <p:pic>
              <p:nvPicPr>
                <p:cNvPr id="126" name="Ink 125">
                  <a:extLst>
                    <a:ext uri="{FF2B5EF4-FFF2-40B4-BE49-F238E27FC236}">
                      <a16:creationId xmlns:a16="http://schemas.microsoft.com/office/drawing/2014/main" id="{FD6DE7D6-8710-9C1E-2F0D-303CCC0F82E4}"/>
                    </a:ext>
                  </a:extLst>
                </p:cNvPr>
                <p:cNvPicPr/>
                <p:nvPr/>
              </p:nvPicPr>
              <p:blipFill>
                <a:blip r:embed="rId173"/>
                <a:stretch>
                  <a:fillRect/>
                </a:stretch>
              </p:blipFill>
              <p:spPr>
                <a:xfrm>
                  <a:off x="6204952" y="2935189"/>
                  <a:ext cx="1011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7" name="Ink 126">
                  <a:extLst>
                    <a:ext uri="{FF2B5EF4-FFF2-40B4-BE49-F238E27FC236}">
                      <a16:creationId xmlns:a16="http://schemas.microsoft.com/office/drawing/2014/main" id="{24257B2F-491F-9E30-C48B-17E0810C2AC5}"/>
                    </a:ext>
                  </a:extLst>
                </p14:cNvPr>
                <p14:cNvContentPartPr/>
                <p14:nvPr/>
              </p14:nvContentPartPr>
              <p14:xfrm>
                <a:off x="6442912" y="2860669"/>
                <a:ext cx="20520" cy="128880"/>
              </p14:xfrm>
            </p:contentPart>
          </mc:Choice>
          <mc:Fallback xmlns="">
            <p:pic>
              <p:nvPicPr>
                <p:cNvPr id="127" name="Ink 126">
                  <a:extLst>
                    <a:ext uri="{FF2B5EF4-FFF2-40B4-BE49-F238E27FC236}">
                      <a16:creationId xmlns:a16="http://schemas.microsoft.com/office/drawing/2014/main" id="{24257B2F-491F-9E30-C48B-17E0810C2AC5}"/>
                    </a:ext>
                  </a:extLst>
                </p:cNvPr>
                <p:cNvPicPr/>
                <p:nvPr/>
              </p:nvPicPr>
              <p:blipFill>
                <a:blip r:embed="rId175"/>
                <a:stretch>
                  <a:fillRect/>
                </a:stretch>
              </p:blipFill>
              <p:spPr>
                <a:xfrm>
                  <a:off x="6438592" y="2856349"/>
                  <a:ext cx="29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8" name="Ink 127">
                  <a:extLst>
                    <a:ext uri="{FF2B5EF4-FFF2-40B4-BE49-F238E27FC236}">
                      <a16:creationId xmlns:a16="http://schemas.microsoft.com/office/drawing/2014/main" id="{9F374F74-528D-6F1B-039F-1DE18B0D6AAF}"/>
                    </a:ext>
                  </a:extLst>
                </p14:cNvPr>
                <p14:cNvContentPartPr/>
                <p14:nvPr/>
              </p14:nvContentPartPr>
              <p14:xfrm>
                <a:off x="6532192" y="2775709"/>
                <a:ext cx="148320" cy="280080"/>
              </p14:xfrm>
            </p:contentPart>
          </mc:Choice>
          <mc:Fallback xmlns="">
            <p:pic>
              <p:nvPicPr>
                <p:cNvPr id="128" name="Ink 127">
                  <a:extLst>
                    <a:ext uri="{FF2B5EF4-FFF2-40B4-BE49-F238E27FC236}">
                      <a16:creationId xmlns:a16="http://schemas.microsoft.com/office/drawing/2014/main" id="{9F374F74-528D-6F1B-039F-1DE18B0D6AAF}"/>
                    </a:ext>
                  </a:extLst>
                </p:cNvPr>
                <p:cNvPicPr/>
                <p:nvPr/>
              </p:nvPicPr>
              <p:blipFill>
                <a:blip r:embed="rId177"/>
                <a:stretch>
                  <a:fillRect/>
                </a:stretch>
              </p:blipFill>
              <p:spPr>
                <a:xfrm>
                  <a:off x="6527872" y="2771389"/>
                  <a:ext cx="1569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9" name="Ink 128">
                  <a:extLst>
                    <a:ext uri="{FF2B5EF4-FFF2-40B4-BE49-F238E27FC236}">
                      <a16:creationId xmlns:a16="http://schemas.microsoft.com/office/drawing/2014/main" id="{CF8587B4-7DAD-0BCD-FAD2-2540637FDEB3}"/>
                    </a:ext>
                  </a:extLst>
                </p14:cNvPr>
                <p14:cNvContentPartPr/>
                <p14:nvPr/>
              </p14:nvContentPartPr>
              <p14:xfrm>
                <a:off x="6784912" y="2679949"/>
                <a:ext cx="156240" cy="493920"/>
              </p14:xfrm>
            </p:contentPart>
          </mc:Choice>
          <mc:Fallback xmlns="">
            <p:pic>
              <p:nvPicPr>
                <p:cNvPr id="129" name="Ink 128">
                  <a:extLst>
                    <a:ext uri="{FF2B5EF4-FFF2-40B4-BE49-F238E27FC236}">
                      <a16:creationId xmlns:a16="http://schemas.microsoft.com/office/drawing/2014/main" id="{CF8587B4-7DAD-0BCD-FAD2-2540637FDEB3}"/>
                    </a:ext>
                  </a:extLst>
                </p:cNvPr>
                <p:cNvPicPr/>
                <p:nvPr/>
              </p:nvPicPr>
              <p:blipFill>
                <a:blip r:embed="rId179"/>
                <a:stretch>
                  <a:fillRect/>
                </a:stretch>
              </p:blipFill>
              <p:spPr>
                <a:xfrm>
                  <a:off x="6780592" y="2675629"/>
                  <a:ext cx="164880" cy="50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0">
            <p14:nvContentPartPr>
              <p14:cNvPr id="131" name="Ink 130">
                <a:extLst>
                  <a:ext uri="{FF2B5EF4-FFF2-40B4-BE49-F238E27FC236}">
                    <a16:creationId xmlns:a16="http://schemas.microsoft.com/office/drawing/2014/main" id="{DF1C37F5-395B-BB2A-F8EB-135E2EDF0054}"/>
                  </a:ext>
                </a:extLst>
              </p14:cNvPr>
              <p14:cNvContentPartPr/>
              <p14:nvPr/>
            </p14:nvContentPartPr>
            <p14:xfrm>
              <a:off x="7332112" y="2776429"/>
              <a:ext cx="205200" cy="414360"/>
            </p14:xfrm>
          </p:contentPart>
        </mc:Choice>
        <mc:Fallback xmlns="">
          <p:pic>
            <p:nvPicPr>
              <p:cNvPr id="131" name="Ink 130">
                <a:extLst>
                  <a:ext uri="{FF2B5EF4-FFF2-40B4-BE49-F238E27FC236}">
                    <a16:creationId xmlns:a16="http://schemas.microsoft.com/office/drawing/2014/main" id="{DF1C37F5-395B-BB2A-F8EB-135E2EDF0054}"/>
                  </a:ext>
                </a:extLst>
              </p:cNvPr>
              <p:cNvPicPr/>
              <p:nvPr/>
            </p:nvPicPr>
            <p:blipFill>
              <a:blip r:embed="rId181"/>
              <a:stretch>
                <a:fillRect/>
              </a:stretch>
            </p:blipFill>
            <p:spPr>
              <a:xfrm>
                <a:off x="7327792" y="2772109"/>
                <a:ext cx="21384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3" name="Ink 132">
                <a:extLst>
                  <a:ext uri="{FF2B5EF4-FFF2-40B4-BE49-F238E27FC236}">
                    <a16:creationId xmlns:a16="http://schemas.microsoft.com/office/drawing/2014/main" id="{0D382060-B86F-4BEC-A33E-854D2E877E4F}"/>
                  </a:ext>
                </a:extLst>
              </p14:cNvPr>
              <p14:cNvContentPartPr/>
              <p14:nvPr/>
            </p14:nvContentPartPr>
            <p14:xfrm>
              <a:off x="4515472" y="2544229"/>
              <a:ext cx="126360" cy="72720"/>
            </p14:xfrm>
          </p:contentPart>
        </mc:Choice>
        <mc:Fallback xmlns="">
          <p:pic>
            <p:nvPicPr>
              <p:cNvPr id="133" name="Ink 132">
                <a:extLst>
                  <a:ext uri="{FF2B5EF4-FFF2-40B4-BE49-F238E27FC236}">
                    <a16:creationId xmlns:a16="http://schemas.microsoft.com/office/drawing/2014/main" id="{0D382060-B86F-4BEC-A33E-854D2E877E4F}"/>
                  </a:ext>
                </a:extLst>
              </p:cNvPr>
              <p:cNvPicPr/>
              <p:nvPr/>
            </p:nvPicPr>
            <p:blipFill>
              <a:blip r:embed="rId183"/>
              <a:stretch>
                <a:fillRect/>
              </a:stretch>
            </p:blipFill>
            <p:spPr>
              <a:xfrm>
                <a:off x="4511152" y="2539909"/>
                <a:ext cx="1350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4" name="Ink 133">
                <a:extLst>
                  <a:ext uri="{FF2B5EF4-FFF2-40B4-BE49-F238E27FC236}">
                    <a16:creationId xmlns:a16="http://schemas.microsoft.com/office/drawing/2014/main" id="{AEAF99CD-0A23-7F14-B135-A98C1977872A}"/>
                  </a:ext>
                </a:extLst>
              </p14:cNvPr>
              <p14:cNvContentPartPr/>
              <p14:nvPr/>
            </p14:nvContentPartPr>
            <p14:xfrm>
              <a:off x="4748392" y="2814229"/>
              <a:ext cx="430200" cy="240480"/>
            </p14:xfrm>
          </p:contentPart>
        </mc:Choice>
        <mc:Fallback xmlns="">
          <p:pic>
            <p:nvPicPr>
              <p:cNvPr id="134" name="Ink 133">
                <a:extLst>
                  <a:ext uri="{FF2B5EF4-FFF2-40B4-BE49-F238E27FC236}">
                    <a16:creationId xmlns:a16="http://schemas.microsoft.com/office/drawing/2014/main" id="{AEAF99CD-0A23-7F14-B135-A98C1977872A}"/>
                  </a:ext>
                </a:extLst>
              </p:cNvPr>
              <p:cNvPicPr/>
              <p:nvPr/>
            </p:nvPicPr>
            <p:blipFill>
              <a:blip r:embed="rId185"/>
              <a:stretch>
                <a:fillRect/>
              </a:stretch>
            </p:blipFill>
            <p:spPr>
              <a:xfrm>
                <a:off x="4744072" y="2809909"/>
                <a:ext cx="4388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6" name="Ink 135">
                <a:extLst>
                  <a:ext uri="{FF2B5EF4-FFF2-40B4-BE49-F238E27FC236}">
                    <a16:creationId xmlns:a16="http://schemas.microsoft.com/office/drawing/2014/main" id="{E53A371A-215B-2836-A47B-8A8429C2D073}"/>
                  </a:ext>
                </a:extLst>
              </p14:cNvPr>
              <p14:cNvContentPartPr/>
              <p14:nvPr/>
            </p14:nvContentPartPr>
            <p14:xfrm>
              <a:off x="3328552" y="3429469"/>
              <a:ext cx="2880" cy="2880"/>
            </p14:xfrm>
          </p:contentPart>
        </mc:Choice>
        <mc:Fallback xmlns="">
          <p:pic>
            <p:nvPicPr>
              <p:cNvPr id="136" name="Ink 135">
                <a:extLst>
                  <a:ext uri="{FF2B5EF4-FFF2-40B4-BE49-F238E27FC236}">
                    <a16:creationId xmlns:a16="http://schemas.microsoft.com/office/drawing/2014/main" id="{E53A371A-215B-2836-A47B-8A8429C2D073}"/>
                  </a:ext>
                </a:extLst>
              </p:cNvPr>
              <p:cNvPicPr/>
              <p:nvPr/>
            </p:nvPicPr>
            <p:blipFill>
              <a:blip r:embed="rId187"/>
              <a:stretch>
                <a:fillRect/>
              </a:stretch>
            </p:blipFill>
            <p:spPr>
              <a:xfrm>
                <a:off x="3324232" y="3425149"/>
                <a:ext cx="1152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7" name="Ink 136">
                <a:extLst>
                  <a:ext uri="{FF2B5EF4-FFF2-40B4-BE49-F238E27FC236}">
                    <a16:creationId xmlns:a16="http://schemas.microsoft.com/office/drawing/2014/main" id="{CF03806D-3E99-61C6-225B-86619043A526}"/>
                  </a:ext>
                </a:extLst>
              </p14:cNvPr>
              <p14:cNvContentPartPr/>
              <p14:nvPr/>
            </p14:nvContentPartPr>
            <p14:xfrm>
              <a:off x="3335032" y="3424789"/>
              <a:ext cx="7560" cy="5040"/>
            </p14:xfrm>
          </p:contentPart>
        </mc:Choice>
        <mc:Fallback xmlns="">
          <p:pic>
            <p:nvPicPr>
              <p:cNvPr id="137" name="Ink 136">
                <a:extLst>
                  <a:ext uri="{FF2B5EF4-FFF2-40B4-BE49-F238E27FC236}">
                    <a16:creationId xmlns:a16="http://schemas.microsoft.com/office/drawing/2014/main" id="{CF03806D-3E99-61C6-225B-86619043A526}"/>
                  </a:ext>
                </a:extLst>
              </p:cNvPr>
              <p:cNvPicPr/>
              <p:nvPr/>
            </p:nvPicPr>
            <p:blipFill>
              <a:blip r:embed="rId189"/>
              <a:stretch>
                <a:fillRect/>
              </a:stretch>
            </p:blipFill>
            <p:spPr>
              <a:xfrm>
                <a:off x="3330712" y="3420469"/>
                <a:ext cx="16200" cy="13680"/>
              </a:xfrm>
              <a:prstGeom prst="rect">
                <a:avLst/>
              </a:prstGeom>
            </p:spPr>
          </p:pic>
        </mc:Fallback>
      </mc:AlternateContent>
      <p:grpSp>
        <p:nvGrpSpPr>
          <p:cNvPr id="144" name="Group 143">
            <a:extLst>
              <a:ext uri="{FF2B5EF4-FFF2-40B4-BE49-F238E27FC236}">
                <a16:creationId xmlns:a16="http://schemas.microsoft.com/office/drawing/2014/main" id="{38436390-DDB4-A608-B276-BF132C429D2D}"/>
              </a:ext>
            </a:extLst>
          </p:cNvPr>
          <p:cNvGrpSpPr/>
          <p:nvPr/>
        </p:nvGrpSpPr>
        <p:grpSpPr>
          <a:xfrm>
            <a:off x="3162742" y="3276790"/>
            <a:ext cx="2512080" cy="1222560"/>
            <a:chOff x="1330552" y="3005389"/>
            <a:chExt cx="2512080" cy="1222560"/>
          </a:xfrm>
        </p:grpSpPr>
        <mc:AlternateContent xmlns:mc="http://schemas.openxmlformats.org/markup-compatibility/2006" xmlns:p14="http://schemas.microsoft.com/office/powerpoint/2010/main">
          <mc:Choice Requires="p14">
            <p:contentPart p14:bwMode="auto" r:id="rId190">
              <p14:nvContentPartPr>
                <p14:cNvPr id="145" name="Ink 144">
                  <a:extLst>
                    <a:ext uri="{FF2B5EF4-FFF2-40B4-BE49-F238E27FC236}">
                      <a16:creationId xmlns:a16="http://schemas.microsoft.com/office/drawing/2014/main" id="{CE7D131B-816E-A164-6264-1877E2D927F5}"/>
                    </a:ext>
                  </a:extLst>
                </p14:cNvPr>
                <p14:cNvContentPartPr/>
                <p14:nvPr/>
              </p14:nvContentPartPr>
              <p14:xfrm>
                <a:off x="1365472" y="3005389"/>
                <a:ext cx="148320" cy="280440"/>
              </p14:xfrm>
            </p:contentPart>
          </mc:Choice>
          <mc:Fallback xmlns="">
            <p:pic>
              <p:nvPicPr>
                <p:cNvPr id="145" name="Ink 144">
                  <a:extLst>
                    <a:ext uri="{FF2B5EF4-FFF2-40B4-BE49-F238E27FC236}">
                      <a16:creationId xmlns:a16="http://schemas.microsoft.com/office/drawing/2014/main" id="{CE7D131B-816E-A164-6264-1877E2D927F5}"/>
                    </a:ext>
                  </a:extLst>
                </p:cNvPr>
                <p:cNvPicPr/>
                <p:nvPr/>
              </p:nvPicPr>
              <p:blipFill>
                <a:blip r:embed="rId191"/>
                <a:stretch>
                  <a:fillRect/>
                </a:stretch>
              </p:blipFill>
              <p:spPr>
                <a:xfrm>
                  <a:off x="1361152" y="3001069"/>
                  <a:ext cx="15696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6" name="Ink 145">
                  <a:extLst>
                    <a:ext uri="{FF2B5EF4-FFF2-40B4-BE49-F238E27FC236}">
                      <a16:creationId xmlns:a16="http://schemas.microsoft.com/office/drawing/2014/main" id="{D4493D10-17C8-01E7-08AD-10610BA9AC57}"/>
                    </a:ext>
                  </a:extLst>
                </p14:cNvPr>
                <p14:cNvContentPartPr/>
                <p14:nvPr/>
              </p14:nvContentPartPr>
              <p14:xfrm>
                <a:off x="1330552" y="3118789"/>
                <a:ext cx="182520" cy="24120"/>
              </p14:xfrm>
            </p:contentPart>
          </mc:Choice>
          <mc:Fallback xmlns="">
            <p:pic>
              <p:nvPicPr>
                <p:cNvPr id="146" name="Ink 145">
                  <a:extLst>
                    <a:ext uri="{FF2B5EF4-FFF2-40B4-BE49-F238E27FC236}">
                      <a16:creationId xmlns:a16="http://schemas.microsoft.com/office/drawing/2014/main" id="{D4493D10-17C8-01E7-08AD-10610BA9AC57}"/>
                    </a:ext>
                  </a:extLst>
                </p:cNvPr>
                <p:cNvPicPr/>
                <p:nvPr/>
              </p:nvPicPr>
              <p:blipFill>
                <a:blip r:embed="rId193"/>
                <a:stretch>
                  <a:fillRect/>
                </a:stretch>
              </p:blipFill>
              <p:spPr>
                <a:xfrm>
                  <a:off x="1326232" y="3114469"/>
                  <a:ext cx="1911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7" name="Ink 146">
                  <a:extLst>
                    <a:ext uri="{FF2B5EF4-FFF2-40B4-BE49-F238E27FC236}">
                      <a16:creationId xmlns:a16="http://schemas.microsoft.com/office/drawing/2014/main" id="{7B9D32E8-2E66-7A15-779E-92CD1742ACA3}"/>
                    </a:ext>
                  </a:extLst>
                </p14:cNvPr>
                <p14:cNvContentPartPr/>
                <p14:nvPr/>
              </p14:nvContentPartPr>
              <p14:xfrm>
                <a:off x="1492912" y="3167749"/>
                <a:ext cx="79920" cy="75240"/>
              </p14:xfrm>
            </p:contentPart>
          </mc:Choice>
          <mc:Fallback xmlns="">
            <p:pic>
              <p:nvPicPr>
                <p:cNvPr id="147" name="Ink 146">
                  <a:extLst>
                    <a:ext uri="{FF2B5EF4-FFF2-40B4-BE49-F238E27FC236}">
                      <a16:creationId xmlns:a16="http://schemas.microsoft.com/office/drawing/2014/main" id="{7B9D32E8-2E66-7A15-779E-92CD1742ACA3}"/>
                    </a:ext>
                  </a:extLst>
                </p:cNvPr>
                <p:cNvPicPr/>
                <p:nvPr/>
              </p:nvPicPr>
              <p:blipFill>
                <a:blip r:embed="rId195"/>
                <a:stretch>
                  <a:fillRect/>
                </a:stretch>
              </p:blipFill>
              <p:spPr>
                <a:xfrm>
                  <a:off x="1488592" y="3163429"/>
                  <a:ext cx="885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8" name="Ink 147">
                  <a:extLst>
                    <a:ext uri="{FF2B5EF4-FFF2-40B4-BE49-F238E27FC236}">
                      <a16:creationId xmlns:a16="http://schemas.microsoft.com/office/drawing/2014/main" id="{C592112B-BA06-12E3-3C41-C95A75829D4C}"/>
                    </a:ext>
                  </a:extLst>
                </p14:cNvPr>
                <p14:cNvContentPartPr/>
                <p14:nvPr/>
              </p14:nvContentPartPr>
              <p14:xfrm>
                <a:off x="1610272" y="3185749"/>
                <a:ext cx="213840" cy="82800"/>
              </p14:xfrm>
            </p:contentPart>
          </mc:Choice>
          <mc:Fallback xmlns="">
            <p:pic>
              <p:nvPicPr>
                <p:cNvPr id="148" name="Ink 147">
                  <a:extLst>
                    <a:ext uri="{FF2B5EF4-FFF2-40B4-BE49-F238E27FC236}">
                      <a16:creationId xmlns:a16="http://schemas.microsoft.com/office/drawing/2014/main" id="{C592112B-BA06-12E3-3C41-C95A75829D4C}"/>
                    </a:ext>
                  </a:extLst>
                </p:cNvPr>
                <p:cNvPicPr/>
                <p:nvPr/>
              </p:nvPicPr>
              <p:blipFill>
                <a:blip r:embed="rId197"/>
                <a:stretch>
                  <a:fillRect/>
                </a:stretch>
              </p:blipFill>
              <p:spPr>
                <a:xfrm>
                  <a:off x="1605952" y="3181429"/>
                  <a:ext cx="2224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9" name="Ink 148">
                  <a:extLst>
                    <a:ext uri="{FF2B5EF4-FFF2-40B4-BE49-F238E27FC236}">
                      <a16:creationId xmlns:a16="http://schemas.microsoft.com/office/drawing/2014/main" id="{3B2CA75F-AC5F-C7A9-75BE-B6EDB3DBF2FE}"/>
                    </a:ext>
                  </a:extLst>
                </p14:cNvPr>
                <p14:cNvContentPartPr/>
                <p14:nvPr/>
              </p14:nvContentPartPr>
              <p14:xfrm>
                <a:off x="1809352" y="3160909"/>
                <a:ext cx="36360" cy="236520"/>
              </p14:xfrm>
            </p:contentPart>
          </mc:Choice>
          <mc:Fallback xmlns="">
            <p:pic>
              <p:nvPicPr>
                <p:cNvPr id="149" name="Ink 148">
                  <a:extLst>
                    <a:ext uri="{FF2B5EF4-FFF2-40B4-BE49-F238E27FC236}">
                      <a16:creationId xmlns:a16="http://schemas.microsoft.com/office/drawing/2014/main" id="{3B2CA75F-AC5F-C7A9-75BE-B6EDB3DBF2FE}"/>
                    </a:ext>
                  </a:extLst>
                </p:cNvPr>
                <p:cNvPicPr/>
                <p:nvPr/>
              </p:nvPicPr>
              <p:blipFill>
                <a:blip r:embed="rId199"/>
                <a:stretch>
                  <a:fillRect/>
                </a:stretch>
              </p:blipFill>
              <p:spPr>
                <a:xfrm>
                  <a:off x="1805032" y="3156589"/>
                  <a:ext cx="45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50" name="Ink 149">
                  <a:extLst>
                    <a:ext uri="{FF2B5EF4-FFF2-40B4-BE49-F238E27FC236}">
                      <a16:creationId xmlns:a16="http://schemas.microsoft.com/office/drawing/2014/main" id="{15656868-72D8-033B-0650-57A659BE47F1}"/>
                    </a:ext>
                  </a:extLst>
                </p14:cNvPr>
                <p14:cNvContentPartPr/>
                <p14:nvPr/>
              </p14:nvContentPartPr>
              <p14:xfrm>
                <a:off x="1856512" y="3178909"/>
                <a:ext cx="97560" cy="42480"/>
              </p14:xfrm>
            </p:contentPart>
          </mc:Choice>
          <mc:Fallback xmlns="">
            <p:pic>
              <p:nvPicPr>
                <p:cNvPr id="150" name="Ink 149">
                  <a:extLst>
                    <a:ext uri="{FF2B5EF4-FFF2-40B4-BE49-F238E27FC236}">
                      <a16:creationId xmlns:a16="http://schemas.microsoft.com/office/drawing/2014/main" id="{15656868-72D8-033B-0650-57A659BE47F1}"/>
                    </a:ext>
                  </a:extLst>
                </p:cNvPr>
                <p:cNvPicPr/>
                <p:nvPr/>
              </p:nvPicPr>
              <p:blipFill>
                <a:blip r:embed="rId201"/>
                <a:stretch>
                  <a:fillRect/>
                </a:stretch>
              </p:blipFill>
              <p:spPr>
                <a:xfrm>
                  <a:off x="1852192" y="3174589"/>
                  <a:ext cx="1062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51" name="Ink 150">
                  <a:extLst>
                    <a:ext uri="{FF2B5EF4-FFF2-40B4-BE49-F238E27FC236}">
                      <a16:creationId xmlns:a16="http://schemas.microsoft.com/office/drawing/2014/main" id="{E76BFD64-6CCD-D808-0A61-226F06F66827}"/>
                    </a:ext>
                  </a:extLst>
                </p14:cNvPr>
                <p14:cNvContentPartPr/>
                <p14:nvPr/>
              </p14:nvContentPartPr>
              <p14:xfrm>
                <a:off x="2076472" y="3151909"/>
                <a:ext cx="92160" cy="18720"/>
              </p14:xfrm>
            </p:contentPart>
          </mc:Choice>
          <mc:Fallback xmlns="">
            <p:pic>
              <p:nvPicPr>
                <p:cNvPr id="151" name="Ink 150">
                  <a:extLst>
                    <a:ext uri="{FF2B5EF4-FFF2-40B4-BE49-F238E27FC236}">
                      <a16:creationId xmlns:a16="http://schemas.microsoft.com/office/drawing/2014/main" id="{E76BFD64-6CCD-D808-0A61-226F06F66827}"/>
                    </a:ext>
                  </a:extLst>
                </p:cNvPr>
                <p:cNvPicPr/>
                <p:nvPr/>
              </p:nvPicPr>
              <p:blipFill>
                <a:blip r:embed="rId203"/>
                <a:stretch>
                  <a:fillRect/>
                </a:stretch>
              </p:blipFill>
              <p:spPr>
                <a:xfrm>
                  <a:off x="2072152" y="3147589"/>
                  <a:ext cx="100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52" name="Ink 151">
                  <a:extLst>
                    <a:ext uri="{FF2B5EF4-FFF2-40B4-BE49-F238E27FC236}">
                      <a16:creationId xmlns:a16="http://schemas.microsoft.com/office/drawing/2014/main" id="{0D7A7860-10CB-F9A7-8514-0262E991470F}"/>
                    </a:ext>
                  </a:extLst>
                </p14:cNvPr>
                <p14:cNvContentPartPr/>
                <p14:nvPr/>
              </p14:nvContentPartPr>
              <p14:xfrm>
                <a:off x="2062792" y="3240109"/>
                <a:ext cx="117360" cy="18000"/>
              </p14:xfrm>
            </p:contentPart>
          </mc:Choice>
          <mc:Fallback xmlns="">
            <p:pic>
              <p:nvPicPr>
                <p:cNvPr id="152" name="Ink 151">
                  <a:extLst>
                    <a:ext uri="{FF2B5EF4-FFF2-40B4-BE49-F238E27FC236}">
                      <a16:creationId xmlns:a16="http://schemas.microsoft.com/office/drawing/2014/main" id="{0D7A7860-10CB-F9A7-8514-0262E991470F}"/>
                    </a:ext>
                  </a:extLst>
                </p:cNvPr>
                <p:cNvPicPr/>
                <p:nvPr/>
              </p:nvPicPr>
              <p:blipFill>
                <a:blip r:embed="rId205"/>
                <a:stretch>
                  <a:fillRect/>
                </a:stretch>
              </p:blipFill>
              <p:spPr>
                <a:xfrm>
                  <a:off x="2058472" y="3235789"/>
                  <a:ext cx="126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3" name="Ink 152">
                  <a:extLst>
                    <a:ext uri="{FF2B5EF4-FFF2-40B4-BE49-F238E27FC236}">
                      <a16:creationId xmlns:a16="http://schemas.microsoft.com/office/drawing/2014/main" id="{D22377CA-08D4-520C-EEAA-AFDEF1568B9C}"/>
                    </a:ext>
                  </a:extLst>
                </p14:cNvPr>
                <p14:cNvContentPartPr/>
                <p14:nvPr/>
              </p14:nvContentPartPr>
              <p14:xfrm>
                <a:off x="2380312" y="3124189"/>
                <a:ext cx="147960" cy="84600"/>
              </p14:xfrm>
            </p:contentPart>
          </mc:Choice>
          <mc:Fallback xmlns="">
            <p:pic>
              <p:nvPicPr>
                <p:cNvPr id="153" name="Ink 152">
                  <a:extLst>
                    <a:ext uri="{FF2B5EF4-FFF2-40B4-BE49-F238E27FC236}">
                      <a16:creationId xmlns:a16="http://schemas.microsoft.com/office/drawing/2014/main" id="{D22377CA-08D4-520C-EEAA-AFDEF1568B9C}"/>
                    </a:ext>
                  </a:extLst>
                </p:cNvPr>
                <p:cNvPicPr/>
                <p:nvPr/>
              </p:nvPicPr>
              <p:blipFill>
                <a:blip r:embed="rId207"/>
                <a:stretch>
                  <a:fillRect/>
                </a:stretch>
              </p:blipFill>
              <p:spPr>
                <a:xfrm>
                  <a:off x="2375992" y="3119869"/>
                  <a:ext cx="1566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4" name="Ink 153">
                  <a:extLst>
                    <a:ext uri="{FF2B5EF4-FFF2-40B4-BE49-F238E27FC236}">
                      <a16:creationId xmlns:a16="http://schemas.microsoft.com/office/drawing/2014/main" id="{86D76755-1FA2-063C-6030-273F1F49FE8E}"/>
                    </a:ext>
                  </a:extLst>
                </p14:cNvPr>
                <p14:cNvContentPartPr/>
                <p14:nvPr/>
              </p14:nvContentPartPr>
              <p14:xfrm>
                <a:off x="2564272" y="3012589"/>
                <a:ext cx="237600" cy="277560"/>
              </p14:xfrm>
            </p:contentPart>
          </mc:Choice>
          <mc:Fallback xmlns="">
            <p:pic>
              <p:nvPicPr>
                <p:cNvPr id="154" name="Ink 153">
                  <a:extLst>
                    <a:ext uri="{FF2B5EF4-FFF2-40B4-BE49-F238E27FC236}">
                      <a16:creationId xmlns:a16="http://schemas.microsoft.com/office/drawing/2014/main" id="{86D76755-1FA2-063C-6030-273F1F49FE8E}"/>
                    </a:ext>
                  </a:extLst>
                </p:cNvPr>
                <p:cNvPicPr/>
                <p:nvPr/>
              </p:nvPicPr>
              <p:blipFill>
                <a:blip r:embed="rId209"/>
                <a:stretch>
                  <a:fillRect/>
                </a:stretch>
              </p:blipFill>
              <p:spPr>
                <a:xfrm>
                  <a:off x="2559952" y="3008269"/>
                  <a:ext cx="2462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5" name="Ink 154">
                  <a:extLst>
                    <a:ext uri="{FF2B5EF4-FFF2-40B4-BE49-F238E27FC236}">
                      <a16:creationId xmlns:a16="http://schemas.microsoft.com/office/drawing/2014/main" id="{E2B98870-47F6-6FFB-9366-F76344D4141A}"/>
                    </a:ext>
                  </a:extLst>
                </p14:cNvPr>
                <p14:cNvContentPartPr/>
                <p14:nvPr/>
              </p14:nvContentPartPr>
              <p14:xfrm>
                <a:off x="2797552" y="3156949"/>
                <a:ext cx="81360" cy="73800"/>
              </p14:xfrm>
            </p:contentPart>
          </mc:Choice>
          <mc:Fallback xmlns="">
            <p:pic>
              <p:nvPicPr>
                <p:cNvPr id="155" name="Ink 154">
                  <a:extLst>
                    <a:ext uri="{FF2B5EF4-FFF2-40B4-BE49-F238E27FC236}">
                      <a16:creationId xmlns:a16="http://schemas.microsoft.com/office/drawing/2014/main" id="{E2B98870-47F6-6FFB-9366-F76344D4141A}"/>
                    </a:ext>
                  </a:extLst>
                </p:cNvPr>
                <p:cNvPicPr/>
                <p:nvPr/>
              </p:nvPicPr>
              <p:blipFill>
                <a:blip r:embed="rId211"/>
                <a:stretch>
                  <a:fillRect/>
                </a:stretch>
              </p:blipFill>
              <p:spPr>
                <a:xfrm>
                  <a:off x="2793232" y="3152629"/>
                  <a:ext cx="900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56" name="Ink 155">
                  <a:extLst>
                    <a:ext uri="{FF2B5EF4-FFF2-40B4-BE49-F238E27FC236}">
                      <a16:creationId xmlns:a16="http://schemas.microsoft.com/office/drawing/2014/main" id="{DC4035B4-5BED-4D3F-72B7-2D27E8B98F53}"/>
                    </a:ext>
                  </a:extLst>
                </p14:cNvPr>
                <p14:cNvContentPartPr/>
                <p14:nvPr/>
              </p14:nvContentPartPr>
              <p14:xfrm>
                <a:off x="2891152" y="3081349"/>
                <a:ext cx="1800" cy="10080"/>
              </p14:xfrm>
            </p:contentPart>
          </mc:Choice>
          <mc:Fallback xmlns="">
            <p:pic>
              <p:nvPicPr>
                <p:cNvPr id="156" name="Ink 155">
                  <a:extLst>
                    <a:ext uri="{FF2B5EF4-FFF2-40B4-BE49-F238E27FC236}">
                      <a16:creationId xmlns:a16="http://schemas.microsoft.com/office/drawing/2014/main" id="{DC4035B4-5BED-4D3F-72B7-2D27E8B98F53}"/>
                    </a:ext>
                  </a:extLst>
                </p:cNvPr>
                <p:cNvPicPr/>
                <p:nvPr/>
              </p:nvPicPr>
              <p:blipFill>
                <a:blip r:embed="rId213"/>
                <a:stretch>
                  <a:fillRect/>
                </a:stretch>
              </p:blipFill>
              <p:spPr>
                <a:xfrm>
                  <a:off x="2886832" y="3077029"/>
                  <a:ext cx="104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7" name="Ink 156">
                  <a:extLst>
                    <a:ext uri="{FF2B5EF4-FFF2-40B4-BE49-F238E27FC236}">
                      <a16:creationId xmlns:a16="http://schemas.microsoft.com/office/drawing/2014/main" id="{1B32D696-9BCD-BF6F-AE11-1A437FA61E06}"/>
                    </a:ext>
                  </a:extLst>
                </p14:cNvPr>
                <p14:cNvContentPartPr/>
                <p14:nvPr/>
              </p14:nvContentPartPr>
              <p14:xfrm>
                <a:off x="2965672" y="3019789"/>
                <a:ext cx="142200" cy="203040"/>
              </p14:xfrm>
            </p:contentPart>
          </mc:Choice>
          <mc:Fallback xmlns="">
            <p:pic>
              <p:nvPicPr>
                <p:cNvPr id="157" name="Ink 156">
                  <a:extLst>
                    <a:ext uri="{FF2B5EF4-FFF2-40B4-BE49-F238E27FC236}">
                      <a16:creationId xmlns:a16="http://schemas.microsoft.com/office/drawing/2014/main" id="{1B32D696-9BCD-BF6F-AE11-1A437FA61E06}"/>
                    </a:ext>
                  </a:extLst>
                </p:cNvPr>
                <p:cNvPicPr/>
                <p:nvPr/>
              </p:nvPicPr>
              <p:blipFill>
                <a:blip r:embed="rId215"/>
                <a:stretch>
                  <a:fillRect/>
                </a:stretch>
              </p:blipFill>
              <p:spPr>
                <a:xfrm>
                  <a:off x="2961352" y="3015469"/>
                  <a:ext cx="150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8" name="Ink 157">
                  <a:extLst>
                    <a:ext uri="{FF2B5EF4-FFF2-40B4-BE49-F238E27FC236}">
                      <a16:creationId xmlns:a16="http://schemas.microsoft.com/office/drawing/2014/main" id="{1C6B731B-763C-AC75-0F9B-48A5548E910F}"/>
                    </a:ext>
                  </a:extLst>
                </p14:cNvPr>
                <p14:cNvContentPartPr/>
                <p14:nvPr/>
              </p14:nvContentPartPr>
              <p14:xfrm>
                <a:off x="3209752" y="3116629"/>
                <a:ext cx="16560" cy="36360"/>
              </p14:xfrm>
            </p:contentPart>
          </mc:Choice>
          <mc:Fallback xmlns="">
            <p:pic>
              <p:nvPicPr>
                <p:cNvPr id="158" name="Ink 157">
                  <a:extLst>
                    <a:ext uri="{FF2B5EF4-FFF2-40B4-BE49-F238E27FC236}">
                      <a16:creationId xmlns:a16="http://schemas.microsoft.com/office/drawing/2014/main" id="{1C6B731B-763C-AC75-0F9B-48A5548E910F}"/>
                    </a:ext>
                  </a:extLst>
                </p:cNvPr>
                <p:cNvPicPr/>
                <p:nvPr/>
              </p:nvPicPr>
              <p:blipFill>
                <a:blip r:embed="rId217"/>
                <a:stretch>
                  <a:fillRect/>
                </a:stretch>
              </p:blipFill>
              <p:spPr>
                <a:xfrm>
                  <a:off x="3205432" y="3112309"/>
                  <a:ext cx="252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9" name="Ink 158">
                  <a:extLst>
                    <a:ext uri="{FF2B5EF4-FFF2-40B4-BE49-F238E27FC236}">
                      <a16:creationId xmlns:a16="http://schemas.microsoft.com/office/drawing/2014/main" id="{856FEBA7-2BA2-B049-4A13-92E8AA592121}"/>
                    </a:ext>
                  </a:extLst>
                </p14:cNvPr>
                <p14:cNvContentPartPr/>
                <p14:nvPr/>
              </p14:nvContentPartPr>
              <p14:xfrm>
                <a:off x="3112552" y="3264949"/>
                <a:ext cx="70920" cy="125640"/>
              </p14:xfrm>
            </p:contentPart>
          </mc:Choice>
          <mc:Fallback xmlns="">
            <p:pic>
              <p:nvPicPr>
                <p:cNvPr id="159" name="Ink 158">
                  <a:extLst>
                    <a:ext uri="{FF2B5EF4-FFF2-40B4-BE49-F238E27FC236}">
                      <a16:creationId xmlns:a16="http://schemas.microsoft.com/office/drawing/2014/main" id="{856FEBA7-2BA2-B049-4A13-92E8AA592121}"/>
                    </a:ext>
                  </a:extLst>
                </p:cNvPr>
                <p:cNvPicPr/>
                <p:nvPr/>
              </p:nvPicPr>
              <p:blipFill>
                <a:blip r:embed="rId219"/>
                <a:stretch>
                  <a:fillRect/>
                </a:stretch>
              </p:blipFill>
              <p:spPr>
                <a:xfrm>
                  <a:off x="3108232" y="3260629"/>
                  <a:ext cx="795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0" name="Ink 159">
                  <a:extLst>
                    <a:ext uri="{FF2B5EF4-FFF2-40B4-BE49-F238E27FC236}">
                      <a16:creationId xmlns:a16="http://schemas.microsoft.com/office/drawing/2014/main" id="{3E287CBC-692C-377B-99C9-861DFD790AC8}"/>
                    </a:ext>
                  </a:extLst>
                </p14:cNvPr>
                <p14:cNvContentPartPr/>
                <p14:nvPr/>
              </p14:nvContentPartPr>
              <p14:xfrm>
                <a:off x="1341712" y="3567349"/>
                <a:ext cx="147240" cy="96120"/>
              </p14:xfrm>
            </p:contentPart>
          </mc:Choice>
          <mc:Fallback xmlns="">
            <p:pic>
              <p:nvPicPr>
                <p:cNvPr id="160" name="Ink 159">
                  <a:extLst>
                    <a:ext uri="{FF2B5EF4-FFF2-40B4-BE49-F238E27FC236}">
                      <a16:creationId xmlns:a16="http://schemas.microsoft.com/office/drawing/2014/main" id="{3E287CBC-692C-377B-99C9-861DFD790AC8}"/>
                    </a:ext>
                  </a:extLst>
                </p:cNvPr>
                <p:cNvPicPr/>
                <p:nvPr/>
              </p:nvPicPr>
              <p:blipFill>
                <a:blip r:embed="rId221"/>
                <a:stretch>
                  <a:fillRect/>
                </a:stretch>
              </p:blipFill>
              <p:spPr>
                <a:xfrm>
                  <a:off x="1337392" y="3563029"/>
                  <a:ext cx="1558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1" name="Ink 160">
                  <a:extLst>
                    <a:ext uri="{FF2B5EF4-FFF2-40B4-BE49-F238E27FC236}">
                      <a16:creationId xmlns:a16="http://schemas.microsoft.com/office/drawing/2014/main" id="{39084E68-A607-6CA7-AB66-CFDFF01FF8AA}"/>
                    </a:ext>
                  </a:extLst>
                </p14:cNvPr>
                <p14:cNvContentPartPr/>
                <p14:nvPr/>
              </p14:nvContentPartPr>
              <p14:xfrm>
                <a:off x="1529632" y="3503989"/>
                <a:ext cx="161640" cy="263880"/>
              </p14:xfrm>
            </p:contentPart>
          </mc:Choice>
          <mc:Fallback xmlns="">
            <p:pic>
              <p:nvPicPr>
                <p:cNvPr id="161" name="Ink 160">
                  <a:extLst>
                    <a:ext uri="{FF2B5EF4-FFF2-40B4-BE49-F238E27FC236}">
                      <a16:creationId xmlns:a16="http://schemas.microsoft.com/office/drawing/2014/main" id="{39084E68-A607-6CA7-AB66-CFDFF01FF8AA}"/>
                    </a:ext>
                  </a:extLst>
                </p:cNvPr>
                <p:cNvPicPr/>
                <p:nvPr/>
              </p:nvPicPr>
              <p:blipFill>
                <a:blip r:embed="rId223"/>
                <a:stretch>
                  <a:fillRect/>
                </a:stretch>
              </p:blipFill>
              <p:spPr>
                <a:xfrm>
                  <a:off x="1525312" y="3499669"/>
                  <a:ext cx="1702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2" name="Ink 161">
                  <a:extLst>
                    <a:ext uri="{FF2B5EF4-FFF2-40B4-BE49-F238E27FC236}">
                      <a16:creationId xmlns:a16="http://schemas.microsoft.com/office/drawing/2014/main" id="{1180496E-D2E7-DA37-0A2B-A0E271933DF3}"/>
                    </a:ext>
                  </a:extLst>
                </p14:cNvPr>
                <p14:cNvContentPartPr/>
                <p14:nvPr/>
              </p14:nvContentPartPr>
              <p14:xfrm>
                <a:off x="1748512" y="3600829"/>
                <a:ext cx="99000" cy="79200"/>
              </p14:xfrm>
            </p:contentPart>
          </mc:Choice>
          <mc:Fallback xmlns="">
            <p:pic>
              <p:nvPicPr>
                <p:cNvPr id="162" name="Ink 161">
                  <a:extLst>
                    <a:ext uri="{FF2B5EF4-FFF2-40B4-BE49-F238E27FC236}">
                      <a16:creationId xmlns:a16="http://schemas.microsoft.com/office/drawing/2014/main" id="{1180496E-D2E7-DA37-0A2B-A0E271933DF3}"/>
                    </a:ext>
                  </a:extLst>
                </p:cNvPr>
                <p:cNvPicPr/>
                <p:nvPr/>
              </p:nvPicPr>
              <p:blipFill>
                <a:blip r:embed="rId225"/>
                <a:stretch>
                  <a:fillRect/>
                </a:stretch>
              </p:blipFill>
              <p:spPr>
                <a:xfrm>
                  <a:off x="1744192" y="3596509"/>
                  <a:ext cx="1076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3" name="Ink 162">
                  <a:extLst>
                    <a:ext uri="{FF2B5EF4-FFF2-40B4-BE49-F238E27FC236}">
                      <a16:creationId xmlns:a16="http://schemas.microsoft.com/office/drawing/2014/main" id="{C9FFE331-8863-5A7D-7675-D5D38EE60B0D}"/>
                    </a:ext>
                  </a:extLst>
                </p14:cNvPr>
                <p14:cNvContentPartPr/>
                <p14:nvPr/>
              </p14:nvContentPartPr>
              <p14:xfrm>
                <a:off x="1823032" y="3500749"/>
                <a:ext cx="25200" cy="10080"/>
              </p14:xfrm>
            </p:contentPart>
          </mc:Choice>
          <mc:Fallback xmlns="">
            <p:pic>
              <p:nvPicPr>
                <p:cNvPr id="163" name="Ink 162">
                  <a:extLst>
                    <a:ext uri="{FF2B5EF4-FFF2-40B4-BE49-F238E27FC236}">
                      <a16:creationId xmlns:a16="http://schemas.microsoft.com/office/drawing/2014/main" id="{C9FFE331-8863-5A7D-7675-D5D38EE60B0D}"/>
                    </a:ext>
                  </a:extLst>
                </p:cNvPr>
                <p:cNvPicPr/>
                <p:nvPr/>
              </p:nvPicPr>
              <p:blipFill>
                <a:blip r:embed="rId227"/>
                <a:stretch>
                  <a:fillRect/>
                </a:stretch>
              </p:blipFill>
              <p:spPr>
                <a:xfrm>
                  <a:off x="1818712" y="3496429"/>
                  <a:ext cx="338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4" name="Ink 163">
                  <a:extLst>
                    <a:ext uri="{FF2B5EF4-FFF2-40B4-BE49-F238E27FC236}">
                      <a16:creationId xmlns:a16="http://schemas.microsoft.com/office/drawing/2014/main" id="{DC7DEFBD-0210-C71F-D5EA-E9391E90AE1D}"/>
                    </a:ext>
                  </a:extLst>
                </p14:cNvPr>
                <p14:cNvContentPartPr/>
                <p14:nvPr/>
              </p14:nvContentPartPr>
              <p14:xfrm>
                <a:off x="1924552" y="3486349"/>
                <a:ext cx="99360" cy="194040"/>
              </p14:xfrm>
            </p:contentPart>
          </mc:Choice>
          <mc:Fallback xmlns="">
            <p:pic>
              <p:nvPicPr>
                <p:cNvPr id="164" name="Ink 163">
                  <a:extLst>
                    <a:ext uri="{FF2B5EF4-FFF2-40B4-BE49-F238E27FC236}">
                      <a16:creationId xmlns:a16="http://schemas.microsoft.com/office/drawing/2014/main" id="{DC7DEFBD-0210-C71F-D5EA-E9391E90AE1D}"/>
                    </a:ext>
                  </a:extLst>
                </p:cNvPr>
                <p:cNvPicPr/>
                <p:nvPr/>
              </p:nvPicPr>
              <p:blipFill>
                <a:blip r:embed="rId229"/>
                <a:stretch>
                  <a:fillRect/>
                </a:stretch>
              </p:blipFill>
              <p:spPr>
                <a:xfrm>
                  <a:off x="1920232" y="3482029"/>
                  <a:ext cx="1080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65" name="Ink 164">
                  <a:extLst>
                    <a:ext uri="{FF2B5EF4-FFF2-40B4-BE49-F238E27FC236}">
                      <a16:creationId xmlns:a16="http://schemas.microsoft.com/office/drawing/2014/main" id="{A5710916-E75C-9A73-F6C6-D22865866A40}"/>
                    </a:ext>
                  </a:extLst>
                </p14:cNvPr>
                <p14:cNvContentPartPr/>
                <p14:nvPr/>
              </p14:nvContentPartPr>
              <p14:xfrm>
                <a:off x="2186272" y="3578509"/>
                <a:ext cx="88560" cy="34920"/>
              </p14:xfrm>
            </p:contentPart>
          </mc:Choice>
          <mc:Fallback xmlns="">
            <p:pic>
              <p:nvPicPr>
                <p:cNvPr id="165" name="Ink 164">
                  <a:extLst>
                    <a:ext uri="{FF2B5EF4-FFF2-40B4-BE49-F238E27FC236}">
                      <a16:creationId xmlns:a16="http://schemas.microsoft.com/office/drawing/2014/main" id="{A5710916-E75C-9A73-F6C6-D22865866A40}"/>
                    </a:ext>
                  </a:extLst>
                </p:cNvPr>
                <p:cNvPicPr/>
                <p:nvPr/>
              </p:nvPicPr>
              <p:blipFill>
                <a:blip r:embed="rId231"/>
                <a:stretch>
                  <a:fillRect/>
                </a:stretch>
              </p:blipFill>
              <p:spPr>
                <a:xfrm>
                  <a:off x="2181952" y="3574189"/>
                  <a:ext cx="97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6" name="Ink 165">
                  <a:extLst>
                    <a:ext uri="{FF2B5EF4-FFF2-40B4-BE49-F238E27FC236}">
                      <a16:creationId xmlns:a16="http://schemas.microsoft.com/office/drawing/2014/main" id="{D99EE7C2-D4C1-32FA-D078-6A72B14BE12F}"/>
                    </a:ext>
                  </a:extLst>
                </p14:cNvPr>
                <p14:cNvContentPartPr/>
                <p14:nvPr/>
              </p14:nvContentPartPr>
              <p14:xfrm>
                <a:off x="2182312" y="3628549"/>
                <a:ext cx="140760" cy="21960"/>
              </p14:xfrm>
            </p:contentPart>
          </mc:Choice>
          <mc:Fallback xmlns="">
            <p:pic>
              <p:nvPicPr>
                <p:cNvPr id="166" name="Ink 165">
                  <a:extLst>
                    <a:ext uri="{FF2B5EF4-FFF2-40B4-BE49-F238E27FC236}">
                      <a16:creationId xmlns:a16="http://schemas.microsoft.com/office/drawing/2014/main" id="{D99EE7C2-D4C1-32FA-D078-6A72B14BE12F}"/>
                    </a:ext>
                  </a:extLst>
                </p:cNvPr>
                <p:cNvPicPr/>
                <p:nvPr/>
              </p:nvPicPr>
              <p:blipFill>
                <a:blip r:embed="rId233"/>
                <a:stretch>
                  <a:fillRect/>
                </a:stretch>
              </p:blipFill>
              <p:spPr>
                <a:xfrm>
                  <a:off x="2177992" y="3624229"/>
                  <a:ext cx="149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7" name="Ink 166">
                  <a:extLst>
                    <a:ext uri="{FF2B5EF4-FFF2-40B4-BE49-F238E27FC236}">
                      <a16:creationId xmlns:a16="http://schemas.microsoft.com/office/drawing/2014/main" id="{B1FF6E5C-7C92-4855-EF28-01DF596792AC}"/>
                    </a:ext>
                  </a:extLst>
                </p14:cNvPr>
                <p14:cNvContentPartPr/>
                <p14:nvPr/>
              </p14:nvContentPartPr>
              <p14:xfrm>
                <a:off x="2482192" y="3529549"/>
                <a:ext cx="198720" cy="88560"/>
              </p14:xfrm>
            </p:contentPart>
          </mc:Choice>
          <mc:Fallback xmlns="">
            <p:pic>
              <p:nvPicPr>
                <p:cNvPr id="167" name="Ink 166">
                  <a:extLst>
                    <a:ext uri="{FF2B5EF4-FFF2-40B4-BE49-F238E27FC236}">
                      <a16:creationId xmlns:a16="http://schemas.microsoft.com/office/drawing/2014/main" id="{B1FF6E5C-7C92-4855-EF28-01DF596792AC}"/>
                    </a:ext>
                  </a:extLst>
                </p:cNvPr>
                <p:cNvPicPr/>
                <p:nvPr/>
              </p:nvPicPr>
              <p:blipFill>
                <a:blip r:embed="rId235"/>
                <a:stretch>
                  <a:fillRect/>
                </a:stretch>
              </p:blipFill>
              <p:spPr>
                <a:xfrm>
                  <a:off x="2477872" y="3525229"/>
                  <a:ext cx="207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8" name="Ink 167">
                  <a:extLst>
                    <a:ext uri="{FF2B5EF4-FFF2-40B4-BE49-F238E27FC236}">
                      <a16:creationId xmlns:a16="http://schemas.microsoft.com/office/drawing/2014/main" id="{F0E30F31-CE86-F831-549D-235FDA01C277}"/>
                    </a:ext>
                  </a:extLst>
                </p14:cNvPr>
                <p14:cNvContentPartPr/>
                <p14:nvPr/>
              </p14:nvContentPartPr>
              <p14:xfrm>
                <a:off x="2741032" y="3448909"/>
                <a:ext cx="201240" cy="262440"/>
              </p14:xfrm>
            </p:contentPart>
          </mc:Choice>
          <mc:Fallback xmlns="">
            <p:pic>
              <p:nvPicPr>
                <p:cNvPr id="168" name="Ink 167">
                  <a:extLst>
                    <a:ext uri="{FF2B5EF4-FFF2-40B4-BE49-F238E27FC236}">
                      <a16:creationId xmlns:a16="http://schemas.microsoft.com/office/drawing/2014/main" id="{F0E30F31-CE86-F831-549D-235FDA01C277}"/>
                    </a:ext>
                  </a:extLst>
                </p:cNvPr>
                <p:cNvPicPr/>
                <p:nvPr/>
              </p:nvPicPr>
              <p:blipFill>
                <a:blip r:embed="rId237"/>
                <a:stretch>
                  <a:fillRect/>
                </a:stretch>
              </p:blipFill>
              <p:spPr>
                <a:xfrm>
                  <a:off x="2736712" y="3444589"/>
                  <a:ext cx="2098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9" name="Ink 168">
                  <a:extLst>
                    <a:ext uri="{FF2B5EF4-FFF2-40B4-BE49-F238E27FC236}">
                      <a16:creationId xmlns:a16="http://schemas.microsoft.com/office/drawing/2014/main" id="{3B012AA8-2CF2-6829-A2A8-681CB34FEB66}"/>
                    </a:ext>
                  </a:extLst>
                </p14:cNvPr>
                <p14:cNvContentPartPr/>
                <p14:nvPr/>
              </p14:nvContentPartPr>
              <p14:xfrm>
                <a:off x="2933992" y="3569869"/>
                <a:ext cx="110880" cy="83160"/>
              </p14:xfrm>
            </p:contentPart>
          </mc:Choice>
          <mc:Fallback xmlns="">
            <p:pic>
              <p:nvPicPr>
                <p:cNvPr id="169" name="Ink 168">
                  <a:extLst>
                    <a:ext uri="{FF2B5EF4-FFF2-40B4-BE49-F238E27FC236}">
                      <a16:creationId xmlns:a16="http://schemas.microsoft.com/office/drawing/2014/main" id="{3B012AA8-2CF2-6829-A2A8-681CB34FEB66}"/>
                    </a:ext>
                  </a:extLst>
                </p:cNvPr>
                <p:cNvPicPr/>
                <p:nvPr/>
              </p:nvPicPr>
              <p:blipFill>
                <a:blip r:embed="rId239"/>
                <a:stretch>
                  <a:fillRect/>
                </a:stretch>
              </p:blipFill>
              <p:spPr>
                <a:xfrm>
                  <a:off x="2929672" y="3565549"/>
                  <a:ext cx="1195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0" name="Ink 169">
                  <a:extLst>
                    <a:ext uri="{FF2B5EF4-FFF2-40B4-BE49-F238E27FC236}">
                      <a16:creationId xmlns:a16="http://schemas.microsoft.com/office/drawing/2014/main" id="{CA66F013-2D91-60D8-358E-9D74395BAC28}"/>
                    </a:ext>
                  </a:extLst>
                </p14:cNvPr>
                <p14:cNvContentPartPr/>
                <p14:nvPr/>
              </p14:nvContentPartPr>
              <p14:xfrm>
                <a:off x="3058192" y="3500029"/>
                <a:ext cx="14760" cy="16560"/>
              </p14:xfrm>
            </p:contentPart>
          </mc:Choice>
          <mc:Fallback xmlns="">
            <p:pic>
              <p:nvPicPr>
                <p:cNvPr id="170" name="Ink 169">
                  <a:extLst>
                    <a:ext uri="{FF2B5EF4-FFF2-40B4-BE49-F238E27FC236}">
                      <a16:creationId xmlns:a16="http://schemas.microsoft.com/office/drawing/2014/main" id="{CA66F013-2D91-60D8-358E-9D74395BAC28}"/>
                    </a:ext>
                  </a:extLst>
                </p:cNvPr>
                <p:cNvPicPr/>
                <p:nvPr/>
              </p:nvPicPr>
              <p:blipFill>
                <a:blip r:embed="rId241"/>
                <a:stretch>
                  <a:fillRect/>
                </a:stretch>
              </p:blipFill>
              <p:spPr>
                <a:xfrm>
                  <a:off x="3053872" y="3495709"/>
                  <a:ext cx="234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1" name="Ink 170">
                  <a:extLst>
                    <a:ext uri="{FF2B5EF4-FFF2-40B4-BE49-F238E27FC236}">
                      <a16:creationId xmlns:a16="http://schemas.microsoft.com/office/drawing/2014/main" id="{24DF3026-9AA5-201B-1F23-13D6B67093FB}"/>
                    </a:ext>
                  </a:extLst>
                </p14:cNvPr>
                <p14:cNvContentPartPr/>
                <p14:nvPr/>
              </p14:nvContentPartPr>
              <p14:xfrm>
                <a:off x="3198952" y="3500749"/>
                <a:ext cx="19800" cy="114840"/>
              </p14:xfrm>
            </p:contentPart>
          </mc:Choice>
          <mc:Fallback xmlns="">
            <p:pic>
              <p:nvPicPr>
                <p:cNvPr id="171" name="Ink 170">
                  <a:extLst>
                    <a:ext uri="{FF2B5EF4-FFF2-40B4-BE49-F238E27FC236}">
                      <a16:creationId xmlns:a16="http://schemas.microsoft.com/office/drawing/2014/main" id="{24DF3026-9AA5-201B-1F23-13D6B67093FB}"/>
                    </a:ext>
                  </a:extLst>
                </p:cNvPr>
                <p:cNvPicPr/>
                <p:nvPr/>
              </p:nvPicPr>
              <p:blipFill>
                <a:blip r:embed="rId243"/>
                <a:stretch>
                  <a:fillRect/>
                </a:stretch>
              </p:blipFill>
              <p:spPr>
                <a:xfrm>
                  <a:off x="3194632" y="3496429"/>
                  <a:ext cx="284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72" name="Ink 171">
                  <a:extLst>
                    <a:ext uri="{FF2B5EF4-FFF2-40B4-BE49-F238E27FC236}">
                      <a16:creationId xmlns:a16="http://schemas.microsoft.com/office/drawing/2014/main" id="{73F98B1B-D740-0B09-2072-1DB0D7669D07}"/>
                    </a:ext>
                  </a:extLst>
                </p14:cNvPr>
                <p14:cNvContentPartPr/>
                <p14:nvPr/>
              </p14:nvContentPartPr>
              <p14:xfrm>
                <a:off x="3177712" y="3548989"/>
                <a:ext cx="97560" cy="8280"/>
              </p14:xfrm>
            </p:contentPart>
          </mc:Choice>
          <mc:Fallback xmlns="">
            <p:pic>
              <p:nvPicPr>
                <p:cNvPr id="172" name="Ink 171">
                  <a:extLst>
                    <a:ext uri="{FF2B5EF4-FFF2-40B4-BE49-F238E27FC236}">
                      <a16:creationId xmlns:a16="http://schemas.microsoft.com/office/drawing/2014/main" id="{73F98B1B-D740-0B09-2072-1DB0D7669D07}"/>
                    </a:ext>
                  </a:extLst>
                </p:cNvPr>
                <p:cNvPicPr/>
                <p:nvPr/>
              </p:nvPicPr>
              <p:blipFill>
                <a:blip r:embed="rId245"/>
                <a:stretch>
                  <a:fillRect/>
                </a:stretch>
              </p:blipFill>
              <p:spPr>
                <a:xfrm>
                  <a:off x="3173392" y="3544669"/>
                  <a:ext cx="1062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73" name="Ink 172">
                  <a:extLst>
                    <a:ext uri="{FF2B5EF4-FFF2-40B4-BE49-F238E27FC236}">
                      <a16:creationId xmlns:a16="http://schemas.microsoft.com/office/drawing/2014/main" id="{9E30B4B4-5B55-AC50-D60D-02D14EDDC37C}"/>
                    </a:ext>
                  </a:extLst>
                </p14:cNvPr>
                <p14:cNvContentPartPr/>
                <p14:nvPr/>
              </p14:nvContentPartPr>
              <p14:xfrm>
                <a:off x="3371032" y="3488149"/>
                <a:ext cx="14040" cy="99720"/>
              </p14:xfrm>
            </p:contentPart>
          </mc:Choice>
          <mc:Fallback xmlns="">
            <p:pic>
              <p:nvPicPr>
                <p:cNvPr id="173" name="Ink 172">
                  <a:extLst>
                    <a:ext uri="{FF2B5EF4-FFF2-40B4-BE49-F238E27FC236}">
                      <a16:creationId xmlns:a16="http://schemas.microsoft.com/office/drawing/2014/main" id="{9E30B4B4-5B55-AC50-D60D-02D14EDDC37C}"/>
                    </a:ext>
                  </a:extLst>
                </p:cNvPr>
                <p:cNvPicPr/>
                <p:nvPr/>
              </p:nvPicPr>
              <p:blipFill>
                <a:blip r:embed="rId247"/>
                <a:stretch>
                  <a:fillRect/>
                </a:stretch>
              </p:blipFill>
              <p:spPr>
                <a:xfrm>
                  <a:off x="3366712" y="3483829"/>
                  <a:ext cx="226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74" name="Ink 173">
                  <a:extLst>
                    <a:ext uri="{FF2B5EF4-FFF2-40B4-BE49-F238E27FC236}">
                      <a16:creationId xmlns:a16="http://schemas.microsoft.com/office/drawing/2014/main" id="{F83087E6-0875-717A-5B22-7BC80DCC59FF}"/>
                    </a:ext>
                  </a:extLst>
                </p14:cNvPr>
                <p14:cNvContentPartPr/>
                <p14:nvPr/>
              </p14:nvContentPartPr>
              <p14:xfrm>
                <a:off x="3514312" y="3419749"/>
                <a:ext cx="161640" cy="254520"/>
              </p14:xfrm>
            </p:contentPart>
          </mc:Choice>
          <mc:Fallback xmlns="">
            <p:pic>
              <p:nvPicPr>
                <p:cNvPr id="174" name="Ink 173">
                  <a:extLst>
                    <a:ext uri="{FF2B5EF4-FFF2-40B4-BE49-F238E27FC236}">
                      <a16:creationId xmlns:a16="http://schemas.microsoft.com/office/drawing/2014/main" id="{F83087E6-0875-717A-5B22-7BC80DCC59FF}"/>
                    </a:ext>
                  </a:extLst>
                </p:cNvPr>
                <p:cNvPicPr/>
                <p:nvPr/>
              </p:nvPicPr>
              <p:blipFill>
                <a:blip r:embed="rId249"/>
                <a:stretch>
                  <a:fillRect/>
                </a:stretch>
              </p:blipFill>
              <p:spPr>
                <a:xfrm>
                  <a:off x="3509992" y="3415429"/>
                  <a:ext cx="1702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75" name="Ink 174">
                  <a:extLst>
                    <a:ext uri="{FF2B5EF4-FFF2-40B4-BE49-F238E27FC236}">
                      <a16:creationId xmlns:a16="http://schemas.microsoft.com/office/drawing/2014/main" id="{3D5F1AE3-F5B2-41C0-F646-C83FC3088F7C}"/>
                    </a:ext>
                  </a:extLst>
                </p14:cNvPr>
                <p14:cNvContentPartPr/>
                <p14:nvPr/>
              </p14:nvContentPartPr>
              <p14:xfrm>
                <a:off x="3817792" y="3563389"/>
                <a:ext cx="12240" cy="34920"/>
              </p14:xfrm>
            </p:contentPart>
          </mc:Choice>
          <mc:Fallback xmlns="">
            <p:pic>
              <p:nvPicPr>
                <p:cNvPr id="175" name="Ink 174">
                  <a:extLst>
                    <a:ext uri="{FF2B5EF4-FFF2-40B4-BE49-F238E27FC236}">
                      <a16:creationId xmlns:a16="http://schemas.microsoft.com/office/drawing/2014/main" id="{3D5F1AE3-F5B2-41C0-F646-C83FC3088F7C}"/>
                    </a:ext>
                  </a:extLst>
                </p:cNvPr>
                <p:cNvPicPr/>
                <p:nvPr/>
              </p:nvPicPr>
              <p:blipFill>
                <a:blip r:embed="rId251"/>
                <a:stretch>
                  <a:fillRect/>
                </a:stretch>
              </p:blipFill>
              <p:spPr>
                <a:xfrm>
                  <a:off x="3813472" y="3559069"/>
                  <a:ext cx="208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76" name="Ink 175">
                  <a:extLst>
                    <a:ext uri="{FF2B5EF4-FFF2-40B4-BE49-F238E27FC236}">
                      <a16:creationId xmlns:a16="http://schemas.microsoft.com/office/drawing/2014/main" id="{64835109-FF9B-1D65-6631-BFE6CFC8942E}"/>
                    </a:ext>
                  </a:extLst>
                </p14:cNvPr>
                <p14:cNvContentPartPr/>
                <p14:nvPr/>
              </p14:nvContentPartPr>
              <p14:xfrm>
                <a:off x="3714112" y="3680389"/>
                <a:ext cx="87120" cy="102960"/>
              </p14:xfrm>
            </p:contentPart>
          </mc:Choice>
          <mc:Fallback xmlns="">
            <p:pic>
              <p:nvPicPr>
                <p:cNvPr id="176" name="Ink 175">
                  <a:extLst>
                    <a:ext uri="{FF2B5EF4-FFF2-40B4-BE49-F238E27FC236}">
                      <a16:creationId xmlns:a16="http://schemas.microsoft.com/office/drawing/2014/main" id="{64835109-FF9B-1D65-6631-BFE6CFC8942E}"/>
                    </a:ext>
                  </a:extLst>
                </p:cNvPr>
                <p:cNvPicPr/>
                <p:nvPr/>
              </p:nvPicPr>
              <p:blipFill>
                <a:blip r:embed="rId253"/>
                <a:stretch>
                  <a:fillRect/>
                </a:stretch>
              </p:blipFill>
              <p:spPr>
                <a:xfrm>
                  <a:off x="3709792" y="3676069"/>
                  <a:ext cx="957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77" name="Ink 176">
                  <a:extLst>
                    <a:ext uri="{FF2B5EF4-FFF2-40B4-BE49-F238E27FC236}">
                      <a16:creationId xmlns:a16="http://schemas.microsoft.com/office/drawing/2014/main" id="{014B64C7-393A-C2ED-766A-AE5041A32362}"/>
                    </a:ext>
                  </a:extLst>
                </p14:cNvPr>
                <p14:cNvContentPartPr/>
                <p14:nvPr/>
              </p14:nvContentPartPr>
              <p14:xfrm>
                <a:off x="1392112" y="3971629"/>
                <a:ext cx="144000" cy="106200"/>
              </p14:xfrm>
            </p:contentPart>
          </mc:Choice>
          <mc:Fallback xmlns="">
            <p:pic>
              <p:nvPicPr>
                <p:cNvPr id="177" name="Ink 176">
                  <a:extLst>
                    <a:ext uri="{FF2B5EF4-FFF2-40B4-BE49-F238E27FC236}">
                      <a16:creationId xmlns:a16="http://schemas.microsoft.com/office/drawing/2014/main" id="{014B64C7-393A-C2ED-766A-AE5041A32362}"/>
                    </a:ext>
                  </a:extLst>
                </p:cNvPr>
                <p:cNvPicPr/>
                <p:nvPr/>
              </p:nvPicPr>
              <p:blipFill>
                <a:blip r:embed="rId255"/>
                <a:stretch>
                  <a:fillRect/>
                </a:stretch>
              </p:blipFill>
              <p:spPr>
                <a:xfrm>
                  <a:off x="1387792" y="3967309"/>
                  <a:ext cx="1526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78" name="Ink 177">
                  <a:extLst>
                    <a:ext uri="{FF2B5EF4-FFF2-40B4-BE49-F238E27FC236}">
                      <a16:creationId xmlns:a16="http://schemas.microsoft.com/office/drawing/2014/main" id="{C64A6EC0-8B2F-B330-AEE5-2079C7FB7241}"/>
                    </a:ext>
                  </a:extLst>
                </p14:cNvPr>
                <p14:cNvContentPartPr/>
                <p14:nvPr/>
              </p14:nvContentPartPr>
              <p14:xfrm>
                <a:off x="1579312" y="3902509"/>
                <a:ext cx="215640" cy="271440"/>
              </p14:xfrm>
            </p:contentPart>
          </mc:Choice>
          <mc:Fallback xmlns="">
            <p:pic>
              <p:nvPicPr>
                <p:cNvPr id="178" name="Ink 177">
                  <a:extLst>
                    <a:ext uri="{FF2B5EF4-FFF2-40B4-BE49-F238E27FC236}">
                      <a16:creationId xmlns:a16="http://schemas.microsoft.com/office/drawing/2014/main" id="{C64A6EC0-8B2F-B330-AEE5-2079C7FB7241}"/>
                    </a:ext>
                  </a:extLst>
                </p:cNvPr>
                <p:cNvPicPr/>
                <p:nvPr/>
              </p:nvPicPr>
              <p:blipFill>
                <a:blip r:embed="rId257"/>
                <a:stretch>
                  <a:fillRect/>
                </a:stretch>
              </p:blipFill>
              <p:spPr>
                <a:xfrm>
                  <a:off x="1574992" y="3898189"/>
                  <a:ext cx="2242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9" name="Ink 178">
                  <a:extLst>
                    <a:ext uri="{FF2B5EF4-FFF2-40B4-BE49-F238E27FC236}">
                      <a16:creationId xmlns:a16="http://schemas.microsoft.com/office/drawing/2014/main" id="{5DFB5A52-3945-0D8F-6D43-247C8CC0FD54}"/>
                    </a:ext>
                  </a:extLst>
                </p14:cNvPr>
                <p14:cNvContentPartPr/>
                <p14:nvPr/>
              </p14:nvContentPartPr>
              <p14:xfrm>
                <a:off x="1810072" y="3997549"/>
                <a:ext cx="56880" cy="95400"/>
              </p14:xfrm>
            </p:contentPart>
          </mc:Choice>
          <mc:Fallback xmlns="">
            <p:pic>
              <p:nvPicPr>
                <p:cNvPr id="179" name="Ink 178">
                  <a:extLst>
                    <a:ext uri="{FF2B5EF4-FFF2-40B4-BE49-F238E27FC236}">
                      <a16:creationId xmlns:a16="http://schemas.microsoft.com/office/drawing/2014/main" id="{5DFB5A52-3945-0D8F-6D43-247C8CC0FD54}"/>
                    </a:ext>
                  </a:extLst>
                </p:cNvPr>
                <p:cNvPicPr/>
                <p:nvPr/>
              </p:nvPicPr>
              <p:blipFill>
                <a:blip r:embed="rId259"/>
                <a:stretch>
                  <a:fillRect/>
                </a:stretch>
              </p:blipFill>
              <p:spPr>
                <a:xfrm>
                  <a:off x="1805752" y="3993229"/>
                  <a:ext cx="65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80" name="Ink 179">
                  <a:extLst>
                    <a:ext uri="{FF2B5EF4-FFF2-40B4-BE49-F238E27FC236}">
                      <a16:creationId xmlns:a16="http://schemas.microsoft.com/office/drawing/2014/main" id="{9CBA5127-32F0-A8CF-4EE6-CE41E7C3E7B3}"/>
                    </a:ext>
                  </a:extLst>
                </p14:cNvPr>
                <p14:cNvContentPartPr/>
                <p14:nvPr/>
              </p14:nvContentPartPr>
              <p14:xfrm>
                <a:off x="1842112" y="3957229"/>
                <a:ext cx="12240" cy="11520"/>
              </p14:xfrm>
            </p:contentPart>
          </mc:Choice>
          <mc:Fallback xmlns="">
            <p:pic>
              <p:nvPicPr>
                <p:cNvPr id="180" name="Ink 179">
                  <a:extLst>
                    <a:ext uri="{FF2B5EF4-FFF2-40B4-BE49-F238E27FC236}">
                      <a16:creationId xmlns:a16="http://schemas.microsoft.com/office/drawing/2014/main" id="{9CBA5127-32F0-A8CF-4EE6-CE41E7C3E7B3}"/>
                    </a:ext>
                  </a:extLst>
                </p:cNvPr>
                <p:cNvPicPr/>
                <p:nvPr/>
              </p:nvPicPr>
              <p:blipFill>
                <a:blip r:embed="rId261"/>
                <a:stretch>
                  <a:fillRect/>
                </a:stretch>
              </p:blipFill>
              <p:spPr>
                <a:xfrm>
                  <a:off x="1837792" y="3952909"/>
                  <a:ext cx="20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81" name="Ink 180">
                  <a:extLst>
                    <a:ext uri="{FF2B5EF4-FFF2-40B4-BE49-F238E27FC236}">
                      <a16:creationId xmlns:a16="http://schemas.microsoft.com/office/drawing/2014/main" id="{5A92ECFB-FEDB-BA35-3AF0-E8610C6FBFF3}"/>
                    </a:ext>
                  </a:extLst>
                </p14:cNvPr>
                <p14:cNvContentPartPr/>
                <p14:nvPr/>
              </p14:nvContentPartPr>
              <p14:xfrm>
                <a:off x="1967392" y="3960469"/>
                <a:ext cx="23760" cy="110880"/>
              </p14:xfrm>
            </p:contentPart>
          </mc:Choice>
          <mc:Fallback xmlns="">
            <p:pic>
              <p:nvPicPr>
                <p:cNvPr id="181" name="Ink 180">
                  <a:extLst>
                    <a:ext uri="{FF2B5EF4-FFF2-40B4-BE49-F238E27FC236}">
                      <a16:creationId xmlns:a16="http://schemas.microsoft.com/office/drawing/2014/main" id="{5A92ECFB-FEDB-BA35-3AF0-E8610C6FBFF3}"/>
                    </a:ext>
                  </a:extLst>
                </p:cNvPr>
                <p:cNvPicPr/>
                <p:nvPr/>
              </p:nvPicPr>
              <p:blipFill>
                <a:blip r:embed="rId263"/>
                <a:stretch>
                  <a:fillRect/>
                </a:stretch>
              </p:blipFill>
              <p:spPr>
                <a:xfrm>
                  <a:off x="1963072" y="3956149"/>
                  <a:ext cx="324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82" name="Ink 181">
                  <a:extLst>
                    <a:ext uri="{FF2B5EF4-FFF2-40B4-BE49-F238E27FC236}">
                      <a16:creationId xmlns:a16="http://schemas.microsoft.com/office/drawing/2014/main" id="{A6B59DF7-D028-1143-E235-25A87480782D}"/>
                    </a:ext>
                  </a:extLst>
                </p14:cNvPr>
                <p14:cNvContentPartPr/>
                <p14:nvPr/>
              </p14:nvContentPartPr>
              <p14:xfrm>
                <a:off x="1938592" y="4008709"/>
                <a:ext cx="115200" cy="11520"/>
              </p14:xfrm>
            </p:contentPart>
          </mc:Choice>
          <mc:Fallback xmlns="">
            <p:pic>
              <p:nvPicPr>
                <p:cNvPr id="182" name="Ink 181">
                  <a:extLst>
                    <a:ext uri="{FF2B5EF4-FFF2-40B4-BE49-F238E27FC236}">
                      <a16:creationId xmlns:a16="http://schemas.microsoft.com/office/drawing/2014/main" id="{A6B59DF7-D028-1143-E235-25A87480782D}"/>
                    </a:ext>
                  </a:extLst>
                </p:cNvPr>
                <p:cNvPicPr/>
                <p:nvPr/>
              </p:nvPicPr>
              <p:blipFill>
                <a:blip r:embed="rId265"/>
                <a:stretch>
                  <a:fillRect/>
                </a:stretch>
              </p:blipFill>
              <p:spPr>
                <a:xfrm>
                  <a:off x="1934272" y="4004389"/>
                  <a:ext cx="1238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83" name="Ink 182">
                  <a:extLst>
                    <a:ext uri="{FF2B5EF4-FFF2-40B4-BE49-F238E27FC236}">
                      <a16:creationId xmlns:a16="http://schemas.microsoft.com/office/drawing/2014/main" id="{8A4036CB-A1F1-039F-4E77-479A5B980272}"/>
                    </a:ext>
                  </a:extLst>
                </p14:cNvPr>
                <p14:cNvContentPartPr/>
                <p14:nvPr/>
              </p14:nvContentPartPr>
              <p14:xfrm>
                <a:off x="2099872" y="3928429"/>
                <a:ext cx="35640" cy="116640"/>
              </p14:xfrm>
            </p:contentPart>
          </mc:Choice>
          <mc:Fallback xmlns="">
            <p:pic>
              <p:nvPicPr>
                <p:cNvPr id="183" name="Ink 182">
                  <a:extLst>
                    <a:ext uri="{FF2B5EF4-FFF2-40B4-BE49-F238E27FC236}">
                      <a16:creationId xmlns:a16="http://schemas.microsoft.com/office/drawing/2014/main" id="{8A4036CB-A1F1-039F-4E77-479A5B980272}"/>
                    </a:ext>
                  </a:extLst>
                </p:cNvPr>
                <p:cNvPicPr/>
                <p:nvPr/>
              </p:nvPicPr>
              <p:blipFill>
                <a:blip r:embed="rId267"/>
                <a:stretch>
                  <a:fillRect/>
                </a:stretch>
              </p:blipFill>
              <p:spPr>
                <a:xfrm>
                  <a:off x="2095552" y="3924109"/>
                  <a:ext cx="442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4" name="Ink 183">
                  <a:extLst>
                    <a:ext uri="{FF2B5EF4-FFF2-40B4-BE49-F238E27FC236}">
                      <a16:creationId xmlns:a16="http://schemas.microsoft.com/office/drawing/2014/main" id="{4E177731-5F0D-1D98-EC3B-770C49291ED2}"/>
                    </a:ext>
                  </a:extLst>
                </p14:cNvPr>
                <p14:cNvContentPartPr/>
                <p14:nvPr/>
              </p14:nvContentPartPr>
              <p14:xfrm>
                <a:off x="2256112" y="3873349"/>
                <a:ext cx="145440" cy="252000"/>
              </p14:xfrm>
            </p:contentPart>
          </mc:Choice>
          <mc:Fallback xmlns="">
            <p:pic>
              <p:nvPicPr>
                <p:cNvPr id="184" name="Ink 183">
                  <a:extLst>
                    <a:ext uri="{FF2B5EF4-FFF2-40B4-BE49-F238E27FC236}">
                      <a16:creationId xmlns:a16="http://schemas.microsoft.com/office/drawing/2014/main" id="{4E177731-5F0D-1D98-EC3B-770C49291ED2}"/>
                    </a:ext>
                  </a:extLst>
                </p:cNvPr>
                <p:cNvPicPr/>
                <p:nvPr/>
              </p:nvPicPr>
              <p:blipFill>
                <a:blip r:embed="rId269"/>
                <a:stretch>
                  <a:fillRect/>
                </a:stretch>
              </p:blipFill>
              <p:spPr>
                <a:xfrm>
                  <a:off x="2251792" y="3869029"/>
                  <a:ext cx="154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5" name="Ink 184">
                  <a:extLst>
                    <a:ext uri="{FF2B5EF4-FFF2-40B4-BE49-F238E27FC236}">
                      <a16:creationId xmlns:a16="http://schemas.microsoft.com/office/drawing/2014/main" id="{3A4D07BB-EC35-8549-7660-82804D5E55CC}"/>
                    </a:ext>
                  </a:extLst>
                </p14:cNvPr>
                <p14:cNvContentPartPr/>
                <p14:nvPr/>
              </p14:nvContentPartPr>
              <p14:xfrm>
                <a:off x="2564992" y="4006189"/>
                <a:ext cx="126720" cy="7560"/>
              </p14:xfrm>
            </p:contentPart>
          </mc:Choice>
          <mc:Fallback xmlns="">
            <p:pic>
              <p:nvPicPr>
                <p:cNvPr id="185" name="Ink 184">
                  <a:extLst>
                    <a:ext uri="{FF2B5EF4-FFF2-40B4-BE49-F238E27FC236}">
                      <a16:creationId xmlns:a16="http://schemas.microsoft.com/office/drawing/2014/main" id="{3A4D07BB-EC35-8549-7660-82804D5E55CC}"/>
                    </a:ext>
                  </a:extLst>
                </p:cNvPr>
                <p:cNvPicPr/>
                <p:nvPr/>
              </p:nvPicPr>
              <p:blipFill>
                <a:blip r:embed="rId271"/>
                <a:stretch>
                  <a:fillRect/>
                </a:stretch>
              </p:blipFill>
              <p:spPr>
                <a:xfrm>
                  <a:off x="2560672" y="4001869"/>
                  <a:ext cx="135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6" name="Ink 185">
                  <a:extLst>
                    <a:ext uri="{FF2B5EF4-FFF2-40B4-BE49-F238E27FC236}">
                      <a16:creationId xmlns:a16="http://schemas.microsoft.com/office/drawing/2014/main" id="{58E1B78F-C5AA-20E5-2AE0-9969270571FF}"/>
                    </a:ext>
                  </a:extLst>
                </p14:cNvPr>
                <p14:cNvContentPartPr/>
                <p14:nvPr/>
              </p14:nvContentPartPr>
              <p14:xfrm>
                <a:off x="2607472" y="4045429"/>
                <a:ext cx="134280" cy="21960"/>
              </p14:xfrm>
            </p:contentPart>
          </mc:Choice>
          <mc:Fallback xmlns="">
            <p:pic>
              <p:nvPicPr>
                <p:cNvPr id="186" name="Ink 185">
                  <a:extLst>
                    <a:ext uri="{FF2B5EF4-FFF2-40B4-BE49-F238E27FC236}">
                      <a16:creationId xmlns:a16="http://schemas.microsoft.com/office/drawing/2014/main" id="{58E1B78F-C5AA-20E5-2AE0-9969270571FF}"/>
                    </a:ext>
                  </a:extLst>
                </p:cNvPr>
                <p:cNvPicPr/>
                <p:nvPr/>
              </p:nvPicPr>
              <p:blipFill>
                <a:blip r:embed="rId273"/>
                <a:stretch>
                  <a:fillRect/>
                </a:stretch>
              </p:blipFill>
              <p:spPr>
                <a:xfrm>
                  <a:off x="2603152" y="4041109"/>
                  <a:ext cx="142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7" name="Ink 186">
                  <a:extLst>
                    <a:ext uri="{FF2B5EF4-FFF2-40B4-BE49-F238E27FC236}">
                      <a16:creationId xmlns:a16="http://schemas.microsoft.com/office/drawing/2014/main" id="{A544BB54-DCFF-656C-C2AC-6E6F86C845D2}"/>
                    </a:ext>
                  </a:extLst>
                </p14:cNvPr>
                <p14:cNvContentPartPr/>
                <p14:nvPr/>
              </p14:nvContentPartPr>
              <p14:xfrm>
                <a:off x="2952352" y="3849229"/>
                <a:ext cx="91080" cy="224280"/>
              </p14:xfrm>
            </p:contentPart>
          </mc:Choice>
          <mc:Fallback xmlns="">
            <p:pic>
              <p:nvPicPr>
                <p:cNvPr id="187" name="Ink 186">
                  <a:extLst>
                    <a:ext uri="{FF2B5EF4-FFF2-40B4-BE49-F238E27FC236}">
                      <a16:creationId xmlns:a16="http://schemas.microsoft.com/office/drawing/2014/main" id="{A544BB54-DCFF-656C-C2AC-6E6F86C845D2}"/>
                    </a:ext>
                  </a:extLst>
                </p:cNvPr>
                <p:cNvPicPr/>
                <p:nvPr/>
              </p:nvPicPr>
              <p:blipFill>
                <a:blip r:embed="rId275"/>
                <a:stretch>
                  <a:fillRect/>
                </a:stretch>
              </p:blipFill>
              <p:spPr>
                <a:xfrm>
                  <a:off x="2948032" y="3844909"/>
                  <a:ext cx="997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8" name="Ink 187">
                  <a:extLst>
                    <a:ext uri="{FF2B5EF4-FFF2-40B4-BE49-F238E27FC236}">
                      <a16:creationId xmlns:a16="http://schemas.microsoft.com/office/drawing/2014/main" id="{28D7CA6D-7844-FF3B-C678-D9F6827975DA}"/>
                    </a:ext>
                  </a:extLst>
                </p14:cNvPr>
                <p14:cNvContentPartPr/>
                <p14:nvPr/>
              </p14:nvContentPartPr>
              <p14:xfrm>
                <a:off x="2883952" y="3949309"/>
                <a:ext cx="232920" cy="18720"/>
              </p14:xfrm>
            </p:contentPart>
          </mc:Choice>
          <mc:Fallback xmlns="">
            <p:pic>
              <p:nvPicPr>
                <p:cNvPr id="188" name="Ink 187">
                  <a:extLst>
                    <a:ext uri="{FF2B5EF4-FFF2-40B4-BE49-F238E27FC236}">
                      <a16:creationId xmlns:a16="http://schemas.microsoft.com/office/drawing/2014/main" id="{28D7CA6D-7844-FF3B-C678-D9F6827975DA}"/>
                    </a:ext>
                  </a:extLst>
                </p:cNvPr>
                <p:cNvPicPr/>
                <p:nvPr/>
              </p:nvPicPr>
              <p:blipFill>
                <a:blip r:embed="rId277"/>
                <a:stretch>
                  <a:fillRect/>
                </a:stretch>
              </p:blipFill>
              <p:spPr>
                <a:xfrm>
                  <a:off x="2879632" y="3944989"/>
                  <a:ext cx="241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9" name="Ink 188">
                  <a:extLst>
                    <a:ext uri="{FF2B5EF4-FFF2-40B4-BE49-F238E27FC236}">
                      <a16:creationId xmlns:a16="http://schemas.microsoft.com/office/drawing/2014/main" id="{C6DCDCC3-D5C7-EED5-1F15-748D8B5B8ADA}"/>
                    </a:ext>
                  </a:extLst>
                </p14:cNvPr>
                <p14:cNvContentPartPr/>
                <p14:nvPr/>
              </p14:nvContentPartPr>
              <p14:xfrm>
                <a:off x="3119032" y="3939589"/>
                <a:ext cx="120600" cy="98640"/>
              </p14:xfrm>
            </p:contentPart>
          </mc:Choice>
          <mc:Fallback xmlns="">
            <p:pic>
              <p:nvPicPr>
                <p:cNvPr id="189" name="Ink 188">
                  <a:extLst>
                    <a:ext uri="{FF2B5EF4-FFF2-40B4-BE49-F238E27FC236}">
                      <a16:creationId xmlns:a16="http://schemas.microsoft.com/office/drawing/2014/main" id="{C6DCDCC3-D5C7-EED5-1F15-748D8B5B8ADA}"/>
                    </a:ext>
                  </a:extLst>
                </p:cNvPr>
                <p:cNvPicPr/>
                <p:nvPr/>
              </p:nvPicPr>
              <p:blipFill>
                <a:blip r:embed="rId279"/>
                <a:stretch>
                  <a:fillRect/>
                </a:stretch>
              </p:blipFill>
              <p:spPr>
                <a:xfrm>
                  <a:off x="3114712" y="3935269"/>
                  <a:ext cx="1292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0" name="Ink 189">
                  <a:extLst>
                    <a:ext uri="{FF2B5EF4-FFF2-40B4-BE49-F238E27FC236}">
                      <a16:creationId xmlns:a16="http://schemas.microsoft.com/office/drawing/2014/main" id="{AB35DA0E-C922-0C14-1BB5-D6506A7DB6B7}"/>
                    </a:ext>
                  </a:extLst>
                </p14:cNvPr>
                <p14:cNvContentPartPr/>
                <p14:nvPr/>
              </p14:nvContentPartPr>
              <p14:xfrm>
                <a:off x="3288232" y="3972349"/>
                <a:ext cx="249120" cy="62280"/>
              </p14:xfrm>
            </p:contentPart>
          </mc:Choice>
          <mc:Fallback xmlns="">
            <p:pic>
              <p:nvPicPr>
                <p:cNvPr id="190" name="Ink 189">
                  <a:extLst>
                    <a:ext uri="{FF2B5EF4-FFF2-40B4-BE49-F238E27FC236}">
                      <a16:creationId xmlns:a16="http://schemas.microsoft.com/office/drawing/2014/main" id="{AB35DA0E-C922-0C14-1BB5-D6506A7DB6B7}"/>
                    </a:ext>
                  </a:extLst>
                </p:cNvPr>
                <p:cNvPicPr/>
                <p:nvPr/>
              </p:nvPicPr>
              <p:blipFill>
                <a:blip r:embed="rId281"/>
                <a:stretch>
                  <a:fillRect/>
                </a:stretch>
              </p:blipFill>
              <p:spPr>
                <a:xfrm>
                  <a:off x="3283912" y="3968029"/>
                  <a:ext cx="257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1" name="Ink 190">
                  <a:extLst>
                    <a:ext uri="{FF2B5EF4-FFF2-40B4-BE49-F238E27FC236}">
                      <a16:creationId xmlns:a16="http://schemas.microsoft.com/office/drawing/2014/main" id="{4FB1DE03-CAE3-EC56-D91F-CE7DA8B18173}"/>
                    </a:ext>
                  </a:extLst>
                </p14:cNvPr>
                <p14:cNvContentPartPr/>
                <p14:nvPr/>
              </p14:nvContentPartPr>
              <p14:xfrm>
                <a:off x="3562552" y="3964429"/>
                <a:ext cx="63000" cy="243360"/>
              </p14:xfrm>
            </p:contentPart>
          </mc:Choice>
          <mc:Fallback xmlns="">
            <p:pic>
              <p:nvPicPr>
                <p:cNvPr id="191" name="Ink 190">
                  <a:extLst>
                    <a:ext uri="{FF2B5EF4-FFF2-40B4-BE49-F238E27FC236}">
                      <a16:creationId xmlns:a16="http://schemas.microsoft.com/office/drawing/2014/main" id="{4FB1DE03-CAE3-EC56-D91F-CE7DA8B18173}"/>
                    </a:ext>
                  </a:extLst>
                </p:cNvPr>
                <p:cNvPicPr/>
                <p:nvPr/>
              </p:nvPicPr>
              <p:blipFill>
                <a:blip r:embed="rId283"/>
                <a:stretch>
                  <a:fillRect/>
                </a:stretch>
              </p:blipFill>
              <p:spPr>
                <a:xfrm>
                  <a:off x="3558232" y="3960109"/>
                  <a:ext cx="716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2" name="Ink 191">
                  <a:extLst>
                    <a:ext uri="{FF2B5EF4-FFF2-40B4-BE49-F238E27FC236}">
                      <a16:creationId xmlns:a16="http://schemas.microsoft.com/office/drawing/2014/main" id="{D4AD07F2-A0B7-8EA1-9FD7-ED22EA33FB3C}"/>
                    </a:ext>
                  </a:extLst>
                </p14:cNvPr>
                <p14:cNvContentPartPr/>
                <p14:nvPr/>
              </p14:nvContentPartPr>
              <p14:xfrm>
                <a:off x="3596392" y="3969109"/>
                <a:ext cx="104760" cy="77040"/>
              </p14:xfrm>
            </p:contentPart>
          </mc:Choice>
          <mc:Fallback xmlns="">
            <p:pic>
              <p:nvPicPr>
                <p:cNvPr id="192" name="Ink 191">
                  <a:extLst>
                    <a:ext uri="{FF2B5EF4-FFF2-40B4-BE49-F238E27FC236}">
                      <a16:creationId xmlns:a16="http://schemas.microsoft.com/office/drawing/2014/main" id="{D4AD07F2-A0B7-8EA1-9FD7-ED22EA33FB3C}"/>
                    </a:ext>
                  </a:extLst>
                </p:cNvPr>
                <p:cNvPicPr/>
                <p:nvPr/>
              </p:nvPicPr>
              <p:blipFill>
                <a:blip r:embed="rId285"/>
                <a:stretch>
                  <a:fillRect/>
                </a:stretch>
              </p:blipFill>
              <p:spPr>
                <a:xfrm>
                  <a:off x="3592072" y="3964789"/>
                  <a:ext cx="113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93" name="Ink 192">
                  <a:extLst>
                    <a:ext uri="{FF2B5EF4-FFF2-40B4-BE49-F238E27FC236}">
                      <a16:creationId xmlns:a16="http://schemas.microsoft.com/office/drawing/2014/main" id="{C12286F7-A918-5342-FD4C-8388BC3CF6C1}"/>
                    </a:ext>
                  </a:extLst>
                </p14:cNvPr>
                <p14:cNvContentPartPr/>
                <p14:nvPr/>
              </p14:nvContentPartPr>
              <p14:xfrm>
                <a:off x="3837592" y="3952549"/>
                <a:ext cx="5040" cy="42840"/>
              </p14:xfrm>
            </p:contentPart>
          </mc:Choice>
          <mc:Fallback xmlns="">
            <p:pic>
              <p:nvPicPr>
                <p:cNvPr id="193" name="Ink 192">
                  <a:extLst>
                    <a:ext uri="{FF2B5EF4-FFF2-40B4-BE49-F238E27FC236}">
                      <a16:creationId xmlns:a16="http://schemas.microsoft.com/office/drawing/2014/main" id="{C12286F7-A918-5342-FD4C-8388BC3CF6C1}"/>
                    </a:ext>
                  </a:extLst>
                </p:cNvPr>
                <p:cNvPicPr/>
                <p:nvPr/>
              </p:nvPicPr>
              <p:blipFill>
                <a:blip r:embed="rId287"/>
                <a:stretch>
                  <a:fillRect/>
                </a:stretch>
              </p:blipFill>
              <p:spPr>
                <a:xfrm>
                  <a:off x="3833272" y="3948229"/>
                  <a:ext cx="136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4" name="Ink 193">
                  <a:extLst>
                    <a:ext uri="{FF2B5EF4-FFF2-40B4-BE49-F238E27FC236}">
                      <a16:creationId xmlns:a16="http://schemas.microsoft.com/office/drawing/2014/main" id="{00E65801-046B-0971-4ABF-D41D1F0424DA}"/>
                    </a:ext>
                  </a:extLst>
                </p14:cNvPr>
                <p14:cNvContentPartPr/>
                <p14:nvPr/>
              </p14:nvContentPartPr>
              <p14:xfrm>
                <a:off x="3734992" y="4082509"/>
                <a:ext cx="92520" cy="145440"/>
              </p14:xfrm>
            </p:contentPart>
          </mc:Choice>
          <mc:Fallback xmlns="">
            <p:pic>
              <p:nvPicPr>
                <p:cNvPr id="194" name="Ink 193">
                  <a:extLst>
                    <a:ext uri="{FF2B5EF4-FFF2-40B4-BE49-F238E27FC236}">
                      <a16:creationId xmlns:a16="http://schemas.microsoft.com/office/drawing/2014/main" id="{00E65801-046B-0971-4ABF-D41D1F0424DA}"/>
                    </a:ext>
                  </a:extLst>
                </p:cNvPr>
                <p:cNvPicPr/>
                <p:nvPr/>
              </p:nvPicPr>
              <p:blipFill>
                <a:blip r:embed="rId289"/>
                <a:stretch>
                  <a:fillRect/>
                </a:stretch>
              </p:blipFill>
              <p:spPr>
                <a:xfrm>
                  <a:off x="3730672" y="4078189"/>
                  <a:ext cx="101160" cy="15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0">
            <p14:nvContentPartPr>
              <p14:cNvPr id="195" name="Ink 194">
                <a:extLst>
                  <a:ext uri="{FF2B5EF4-FFF2-40B4-BE49-F238E27FC236}">
                    <a16:creationId xmlns:a16="http://schemas.microsoft.com/office/drawing/2014/main" id="{25D98DB8-5ABA-4DB8-5760-38BC782714B9}"/>
                  </a:ext>
                </a:extLst>
              </p14:cNvPr>
              <p14:cNvContentPartPr/>
              <p14:nvPr/>
            </p14:nvContentPartPr>
            <p14:xfrm>
              <a:off x="6249592" y="3733309"/>
              <a:ext cx="14040" cy="5040"/>
            </p14:xfrm>
          </p:contentPart>
        </mc:Choice>
        <mc:Fallback xmlns="">
          <p:pic>
            <p:nvPicPr>
              <p:cNvPr id="195" name="Ink 194">
                <a:extLst>
                  <a:ext uri="{FF2B5EF4-FFF2-40B4-BE49-F238E27FC236}">
                    <a16:creationId xmlns:a16="http://schemas.microsoft.com/office/drawing/2014/main" id="{25D98DB8-5ABA-4DB8-5760-38BC782714B9}"/>
                  </a:ext>
                </a:extLst>
              </p:cNvPr>
              <p:cNvPicPr/>
              <p:nvPr/>
            </p:nvPicPr>
            <p:blipFill>
              <a:blip r:embed="rId291"/>
              <a:stretch>
                <a:fillRect/>
              </a:stretch>
            </p:blipFill>
            <p:spPr>
              <a:xfrm>
                <a:off x="6204592" y="3688669"/>
                <a:ext cx="1036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6" name="Ink 195">
                <a:extLst>
                  <a:ext uri="{FF2B5EF4-FFF2-40B4-BE49-F238E27FC236}">
                    <a16:creationId xmlns:a16="http://schemas.microsoft.com/office/drawing/2014/main" id="{E9E87A36-7838-E840-9C3F-5952D4F194C8}"/>
                  </a:ext>
                </a:extLst>
              </p14:cNvPr>
              <p14:cNvContentPartPr/>
              <p14:nvPr/>
            </p14:nvContentPartPr>
            <p14:xfrm>
              <a:off x="804802" y="415630"/>
              <a:ext cx="272160" cy="243360"/>
            </p14:xfrm>
          </p:contentPart>
        </mc:Choice>
        <mc:Fallback xmlns="">
          <p:pic>
            <p:nvPicPr>
              <p:cNvPr id="196" name="Ink 195">
                <a:extLst>
                  <a:ext uri="{FF2B5EF4-FFF2-40B4-BE49-F238E27FC236}">
                    <a16:creationId xmlns:a16="http://schemas.microsoft.com/office/drawing/2014/main" id="{E9E87A36-7838-E840-9C3F-5952D4F194C8}"/>
                  </a:ext>
                </a:extLst>
              </p:cNvPr>
              <p:cNvPicPr/>
              <p:nvPr/>
            </p:nvPicPr>
            <p:blipFill>
              <a:blip r:embed="rId293"/>
              <a:stretch>
                <a:fillRect/>
              </a:stretch>
            </p:blipFill>
            <p:spPr>
              <a:xfrm>
                <a:off x="800482" y="411310"/>
                <a:ext cx="280800" cy="252000"/>
              </a:xfrm>
              <a:prstGeom prst="rect">
                <a:avLst/>
              </a:prstGeom>
            </p:spPr>
          </p:pic>
        </mc:Fallback>
      </mc:AlternateContent>
      <p:grpSp>
        <p:nvGrpSpPr>
          <p:cNvPr id="198" name="Group 197">
            <a:extLst>
              <a:ext uri="{FF2B5EF4-FFF2-40B4-BE49-F238E27FC236}">
                <a16:creationId xmlns:a16="http://schemas.microsoft.com/office/drawing/2014/main" id="{775B4A2C-5D35-6E7F-7D5B-ACBE6D0FBCEA}"/>
              </a:ext>
            </a:extLst>
          </p:cNvPr>
          <p:cNvGrpSpPr/>
          <p:nvPr/>
        </p:nvGrpSpPr>
        <p:grpSpPr>
          <a:xfrm>
            <a:off x="2839672" y="2707669"/>
            <a:ext cx="1635120" cy="412200"/>
            <a:chOff x="2839672" y="2707669"/>
            <a:chExt cx="1635120" cy="412200"/>
          </a:xfrm>
        </p:grpSpPr>
        <mc:AlternateContent xmlns:mc="http://schemas.openxmlformats.org/markup-compatibility/2006" xmlns:p14="http://schemas.microsoft.com/office/powerpoint/2010/main">
          <mc:Choice Requires="p14">
            <p:contentPart p14:bwMode="auto" r:id="rId294">
              <p14:nvContentPartPr>
                <p14:cNvPr id="107" name="Ink 106">
                  <a:extLst>
                    <a:ext uri="{FF2B5EF4-FFF2-40B4-BE49-F238E27FC236}">
                      <a16:creationId xmlns:a16="http://schemas.microsoft.com/office/drawing/2014/main" id="{334971D2-D33C-7690-A934-7B2C84D0E1D5}"/>
                    </a:ext>
                  </a:extLst>
                </p14:cNvPr>
                <p14:cNvContentPartPr/>
                <p14:nvPr/>
              </p14:nvContentPartPr>
              <p14:xfrm>
                <a:off x="2839672" y="2845549"/>
                <a:ext cx="34200" cy="133560"/>
              </p14:xfrm>
            </p:contentPart>
          </mc:Choice>
          <mc:Fallback xmlns="">
            <p:pic>
              <p:nvPicPr>
                <p:cNvPr id="107" name="Ink 106">
                  <a:extLst>
                    <a:ext uri="{FF2B5EF4-FFF2-40B4-BE49-F238E27FC236}">
                      <a16:creationId xmlns:a16="http://schemas.microsoft.com/office/drawing/2014/main" id="{334971D2-D33C-7690-A934-7B2C84D0E1D5}"/>
                    </a:ext>
                  </a:extLst>
                </p:cNvPr>
                <p:cNvPicPr/>
                <p:nvPr/>
              </p:nvPicPr>
              <p:blipFill>
                <a:blip r:embed="rId295"/>
                <a:stretch>
                  <a:fillRect/>
                </a:stretch>
              </p:blipFill>
              <p:spPr>
                <a:xfrm>
                  <a:off x="2835352" y="2841229"/>
                  <a:ext cx="42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08" name="Ink 107">
                  <a:extLst>
                    <a:ext uri="{FF2B5EF4-FFF2-40B4-BE49-F238E27FC236}">
                      <a16:creationId xmlns:a16="http://schemas.microsoft.com/office/drawing/2014/main" id="{6BEC2F7E-7571-1B32-06DA-8E934DC09AF6}"/>
                    </a:ext>
                  </a:extLst>
                </p14:cNvPr>
                <p14:cNvContentPartPr/>
                <p14:nvPr/>
              </p14:nvContentPartPr>
              <p14:xfrm>
                <a:off x="2883952" y="2729269"/>
                <a:ext cx="16560" cy="11520"/>
              </p14:xfrm>
            </p:contentPart>
          </mc:Choice>
          <mc:Fallback xmlns="">
            <p:pic>
              <p:nvPicPr>
                <p:cNvPr id="108" name="Ink 107">
                  <a:extLst>
                    <a:ext uri="{FF2B5EF4-FFF2-40B4-BE49-F238E27FC236}">
                      <a16:creationId xmlns:a16="http://schemas.microsoft.com/office/drawing/2014/main" id="{6BEC2F7E-7571-1B32-06DA-8E934DC09AF6}"/>
                    </a:ext>
                  </a:extLst>
                </p:cNvPr>
                <p:cNvPicPr/>
                <p:nvPr/>
              </p:nvPicPr>
              <p:blipFill>
                <a:blip r:embed="rId297"/>
                <a:stretch>
                  <a:fillRect/>
                </a:stretch>
              </p:blipFill>
              <p:spPr>
                <a:xfrm>
                  <a:off x="2879632" y="2724949"/>
                  <a:ext cx="252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09" name="Ink 108">
                  <a:extLst>
                    <a:ext uri="{FF2B5EF4-FFF2-40B4-BE49-F238E27FC236}">
                      <a16:creationId xmlns:a16="http://schemas.microsoft.com/office/drawing/2014/main" id="{828F4CF3-A738-74B1-A152-60F0577B4156}"/>
                    </a:ext>
                  </a:extLst>
                </p14:cNvPr>
                <p14:cNvContentPartPr/>
                <p14:nvPr/>
              </p14:nvContentPartPr>
              <p14:xfrm>
                <a:off x="2949832" y="2707669"/>
                <a:ext cx="176760" cy="412200"/>
              </p14:xfrm>
            </p:contentPart>
          </mc:Choice>
          <mc:Fallback xmlns="">
            <p:pic>
              <p:nvPicPr>
                <p:cNvPr id="109" name="Ink 108">
                  <a:extLst>
                    <a:ext uri="{FF2B5EF4-FFF2-40B4-BE49-F238E27FC236}">
                      <a16:creationId xmlns:a16="http://schemas.microsoft.com/office/drawing/2014/main" id="{828F4CF3-A738-74B1-A152-60F0577B4156}"/>
                    </a:ext>
                  </a:extLst>
                </p:cNvPr>
                <p:cNvPicPr/>
                <p:nvPr/>
              </p:nvPicPr>
              <p:blipFill>
                <a:blip r:embed="rId299"/>
                <a:stretch>
                  <a:fillRect/>
                </a:stretch>
              </p:blipFill>
              <p:spPr>
                <a:xfrm>
                  <a:off x="2945512" y="2703349"/>
                  <a:ext cx="18540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10" name="Ink 109">
                  <a:extLst>
                    <a:ext uri="{FF2B5EF4-FFF2-40B4-BE49-F238E27FC236}">
                      <a16:creationId xmlns:a16="http://schemas.microsoft.com/office/drawing/2014/main" id="{4F00CD8D-C8A0-71A3-2BD1-891D49507565}"/>
                    </a:ext>
                  </a:extLst>
                </p14:cNvPr>
                <p14:cNvContentPartPr/>
                <p14:nvPr/>
              </p14:nvContentPartPr>
              <p14:xfrm>
                <a:off x="2925712" y="2933029"/>
                <a:ext cx="110160" cy="27000"/>
              </p14:xfrm>
            </p:contentPart>
          </mc:Choice>
          <mc:Fallback xmlns="">
            <p:pic>
              <p:nvPicPr>
                <p:cNvPr id="110" name="Ink 109">
                  <a:extLst>
                    <a:ext uri="{FF2B5EF4-FFF2-40B4-BE49-F238E27FC236}">
                      <a16:creationId xmlns:a16="http://schemas.microsoft.com/office/drawing/2014/main" id="{4F00CD8D-C8A0-71A3-2BD1-891D49507565}"/>
                    </a:ext>
                  </a:extLst>
                </p:cNvPr>
                <p:cNvPicPr/>
                <p:nvPr/>
              </p:nvPicPr>
              <p:blipFill>
                <a:blip r:embed="rId301"/>
                <a:stretch>
                  <a:fillRect/>
                </a:stretch>
              </p:blipFill>
              <p:spPr>
                <a:xfrm>
                  <a:off x="2921392" y="2928709"/>
                  <a:ext cx="1188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12" name="Ink 111">
                  <a:extLst>
                    <a:ext uri="{FF2B5EF4-FFF2-40B4-BE49-F238E27FC236}">
                      <a16:creationId xmlns:a16="http://schemas.microsoft.com/office/drawing/2014/main" id="{683D3BC9-8B06-32CE-9C4D-14887F2CE19E}"/>
                    </a:ext>
                  </a:extLst>
                </p14:cNvPr>
                <p14:cNvContentPartPr/>
                <p14:nvPr/>
              </p14:nvContentPartPr>
              <p14:xfrm>
                <a:off x="3285352" y="2776789"/>
                <a:ext cx="125280" cy="289800"/>
              </p14:xfrm>
            </p:contentPart>
          </mc:Choice>
          <mc:Fallback xmlns="">
            <p:pic>
              <p:nvPicPr>
                <p:cNvPr id="112" name="Ink 111">
                  <a:extLst>
                    <a:ext uri="{FF2B5EF4-FFF2-40B4-BE49-F238E27FC236}">
                      <a16:creationId xmlns:a16="http://schemas.microsoft.com/office/drawing/2014/main" id="{683D3BC9-8B06-32CE-9C4D-14887F2CE19E}"/>
                    </a:ext>
                  </a:extLst>
                </p:cNvPr>
                <p:cNvPicPr/>
                <p:nvPr/>
              </p:nvPicPr>
              <p:blipFill>
                <a:blip r:embed="rId303"/>
                <a:stretch>
                  <a:fillRect/>
                </a:stretch>
              </p:blipFill>
              <p:spPr>
                <a:xfrm>
                  <a:off x="3281032" y="2772469"/>
                  <a:ext cx="1339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15" name="Ink 114">
                  <a:extLst>
                    <a:ext uri="{FF2B5EF4-FFF2-40B4-BE49-F238E27FC236}">
                      <a16:creationId xmlns:a16="http://schemas.microsoft.com/office/drawing/2014/main" id="{17A69122-1BF8-75F1-8997-B4FC60203C78}"/>
                    </a:ext>
                  </a:extLst>
                </p14:cNvPr>
                <p14:cNvContentPartPr/>
                <p14:nvPr/>
              </p14:nvContentPartPr>
              <p14:xfrm>
                <a:off x="3796192" y="2796589"/>
                <a:ext cx="219960" cy="283680"/>
              </p14:xfrm>
            </p:contentPart>
          </mc:Choice>
          <mc:Fallback xmlns="">
            <p:pic>
              <p:nvPicPr>
                <p:cNvPr id="115" name="Ink 114">
                  <a:extLst>
                    <a:ext uri="{FF2B5EF4-FFF2-40B4-BE49-F238E27FC236}">
                      <a16:creationId xmlns:a16="http://schemas.microsoft.com/office/drawing/2014/main" id="{17A69122-1BF8-75F1-8997-B4FC60203C78}"/>
                    </a:ext>
                  </a:extLst>
                </p:cNvPr>
                <p:cNvPicPr/>
                <p:nvPr/>
              </p:nvPicPr>
              <p:blipFill>
                <a:blip r:embed="rId305"/>
                <a:stretch>
                  <a:fillRect/>
                </a:stretch>
              </p:blipFill>
              <p:spPr>
                <a:xfrm>
                  <a:off x="3791872" y="2792269"/>
                  <a:ext cx="22860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16" name="Ink 115">
                  <a:extLst>
                    <a:ext uri="{FF2B5EF4-FFF2-40B4-BE49-F238E27FC236}">
                      <a16:creationId xmlns:a16="http://schemas.microsoft.com/office/drawing/2014/main" id="{82379068-0800-D0CC-A907-2CB8EA3A71AF}"/>
                    </a:ext>
                  </a:extLst>
                </p14:cNvPr>
                <p14:cNvContentPartPr/>
                <p14:nvPr/>
              </p14:nvContentPartPr>
              <p14:xfrm>
                <a:off x="4079152" y="2935909"/>
                <a:ext cx="78840" cy="63720"/>
              </p14:xfrm>
            </p:contentPart>
          </mc:Choice>
          <mc:Fallback xmlns="">
            <p:pic>
              <p:nvPicPr>
                <p:cNvPr id="116" name="Ink 115">
                  <a:extLst>
                    <a:ext uri="{FF2B5EF4-FFF2-40B4-BE49-F238E27FC236}">
                      <a16:creationId xmlns:a16="http://schemas.microsoft.com/office/drawing/2014/main" id="{82379068-0800-D0CC-A907-2CB8EA3A71AF}"/>
                    </a:ext>
                  </a:extLst>
                </p:cNvPr>
                <p:cNvPicPr/>
                <p:nvPr/>
              </p:nvPicPr>
              <p:blipFill>
                <a:blip r:embed="rId307"/>
                <a:stretch>
                  <a:fillRect/>
                </a:stretch>
              </p:blipFill>
              <p:spPr>
                <a:xfrm>
                  <a:off x="4074832" y="2931589"/>
                  <a:ext cx="87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17" name="Ink 116">
                  <a:extLst>
                    <a:ext uri="{FF2B5EF4-FFF2-40B4-BE49-F238E27FC236}">
                      <a16:creationId xmlns:a16="http://schemas.microsoft.com/office/drawing/2014/main" id="{9B9491F6-89D1-C650-B795-42F5CFCBD359}"/>
                    </a:ext>
                  </a:extLst>
                </p14:cNvPr>
                <p14:cNvContentPartPr/>
                <p14:nvPr/>
              </p14:nvContentPartPr>
              <p14:xfrm>
                <a:off x="4148272" y="2840149"/>
                <a:ext cx="12240" cy="21240"/>
              </p14:xfrm>
            </p:contentPart>
          </mc:Choice>
          <mc:Fallback xmlns="">
            <p:pic>
              <p:nvPicPr>
                <p:cNvPr id="117" name="Ink 116">
                  <a:extLst>
                    <a:ext uri="{FF2B5EF4-FFF2-40B4-BE49-F238E27FC236}">
                      <a16:creationId xmlns:a16="http://schemas.microsoft.com/office/drawing/2014/main" id="{9B9491F6-89D1-C650-B795-42F5CFCBD359}"/>
                    </a:ext>
                  </a:extLst>
                </p:cNvPr>
                <p:cNvPicPr/>
                <p:nvPr/>
              </p:nvPicPr>
              <p:blipFill>
                <a:blip r:embed="rId309"/>
                <a:stretch>
                  <a:fillRect/>
                </a:stretch>
              </p:blipFill>
              <p:spPr>
                <a:xfrm>
                  <a:off x="4143952" y="2835829"/>
                  <a:ext cx="20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18" name="Ink 117">
                  <a:extLst>
                    <a:ext uri="{FF2B5EF4-FFF2-40B4-BE49-F238E27FC236}">
                      <a16:creationId xmlns:a16="http://schemas.microsoft.com/office/drawing/2014/main" id="{C57C712E-E5A6-3C21-61C9-477E30DF5310}"/>
                    </a:ext>
                  </a:extLst>
                </p14:cNvPr>
                <p14:cNvContentPartPr/>
                <p14:nvPr/>
              </p14:nvContentPartPr>
              <p14:xfrm>
                <a:off x="4231432" y="2809549"/>
                <a:ext cx="243360" cy="258480"/>
              </p14:xfrm>
            </p:contentPart>
          </mc:Choice>
          <mc:Fallback xmlns="">
            <p:pic>
              <p:nvPicPr>
                <p:cNvPr id="118" name="Ink 117">
                  <a:extLst>
                    <a:ext uri="{FF2B5EF4-FFF2-40B4-BE49-F238E27FC236}">
                      <a16:creationId xmlns:a16="http://schemas.microsoft.com/office/drawing/2014/main" id="{C57C712E-E5A6-3C21-61C9-477E30DF5310}"/>
                    </a:ext>
                  </a:extLst>
                </p:cNvPr>
                <p:cNvPicPr/>
                <p:nvPr/>
              </p:nvPicPr>
              <p:blipFill>
                <a:blip r:embed="rId311"/>
                <a:stretch>
                  <a:fillRect/>
                </a:stretch>
              </p:blipFill>
              <p:spPr>
                <a:xfrm>
                  <a:off x="4227112" y="2805229"/>
                  <a:ext cx="2520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7" name="Ink 196">
                  <a:extLst>
                    <a:ext uri="{FF2B5EF4-FFF2-40B4-BE49-F238E27FC236}">
                      <a16:creationId xmlns:a16="http://schemas.microsoft.com/office/drawing/2014/main" id="{380B9015-E942-8C2C-28CA-0B401DE6B17D}"/>
                    </a:ext>
                  </a:extLst>
                </p14:cNvPr>
                <p14:cNvContentPartPr/>
                <p14:nvPr/>
              </p14:nvContentPartPr>
              <p14:xfrm>
                <a:off x="3559672" y="2896309"/>
                <a:ext cx="258480" cy="169200"/>
              </p14:xfrm>
            </p:contentPart>
          </mc:Choice>
          <mc:Fallback xmlns="">
            <p:pic>
              <p:nvPicPr>
                <p:cNvPr id="197" name="Ink 196">
                  <a:extLst>
                    <a:ext uri="{FF2B5EF4-FFF2-40B4-BE49-F238E27FC236}">
                      <a16:creationId xmlns:a16="http://schemas.microsoft.com/office/drawing/2014/main" id="{380B9015-E942-8C2C-28CA-0B401DE6B17D}"/>
                    </a:ext>
                  </a:extLst>
                </p:cNvPr>
                <p:cNvPicPr/>
                <p:nvPr/>
              </p:nvPicPr>
              <p:blipFill>
                <a:blip r:embed="rId313"/>
                <a:stretch>
                  <a:fillRect/>
                </a:stretch>
              </p:blipFill>
              <p:spPr>
                <a:xfrm>
                  <a:off x="3555352" y="2891989"/>
                  <a:ext cx="267120" cy="177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4">
            <p14:nvContentPartPr>
              <p14:cNvPr id="199" name="Ink 198">
                <a:extLst>
                  <a:ext uri="{FF2B5EF4-FFF2-40B4-BE49-F238E27FC236}">
                    <a16:creationId xmlns:a16="http://schemas.microsoft.com/office/drawing/2014/main" id="{72F39AC6-A13C-E527-7FAE-D5819574D5A9}"/>
                  </a:ext>
                </a:extLst>
              </p14:cNvPr>
              <p14:cNvContentPartPr/>
              <p14:nvPr/>
            </p14:nvContentPartPr>
            <p14:xfrm>
              <a:off x="5493952" y="2920069"/>
              <a:ext cx="160200" cy="162720"/>
            </p14:xfrm>
          </p:contentPart>
        </mc:Choice>
        <mc:Fallback xmlns="">
          <p:pic>
            <p:nvPicPr>
              <p:cNvPr id="199" name="Ink 198">
                <a:extLst>
                  <a:ext uri="{FF2B5EF4-FFF2-40B4-BE49-F238E27FC236}">
                    <a16:creationId xmlns:a16="http://schemas.microsoft.com/office/drawing/2014/main" id="{72F39AC6-A13C-E527-7FAE-D5819574D5A9}"/>
                  </a:ext>
                </a:extLst>
              </p:cNvPr>
              <p:cNvPicPr/>
              <p:nvPr/>
            </p:nvPicPr>
            <p:blipFill>
              <a:blip r:embed="rId315"/>
              <a:stretch>
                <a:fillRect/>
              </a:stretch>
            </p:blipFill>
            <p:spPr>
              <a:xfrm>
                <a:off x="5489632" y="2915749"/>
                <a:ext cx="1688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0" name="Ink 199">
                <a:extLst>
                  <a:ext uri="{FF2B5EF4-FFF2-40B4-BE49-F238E27FC236}">
                    <a16:creationId xmlns:a16="http://schemas.microsoft.com/office/drawing/2014/main" id="{B867D3D2-F137-BE71-7DF0-CAF60E313D8E}"/>
                  </a:ext>
                </a:extLst>
              </p14:cNvPr>
              <p14:cNvContentPartPr/>
              <p14:nvPr/>
            </p14:nvContentPartPr>
            <p14:xfrm>
              <a:off x="2777392" y="4416949"/>
              <a:ext cx="199080" cy="340920"/>
            </p14:xfrm>
          </p:contentPart>
        </mc:Choice>
        <mc:Fallback xmlns="">
          <p:pic>
            <p:nvPicPr>
              <p:cNvPr id="200" name="Ink 199">
                <a:extLst>
                  <a:ext uri="{FF2B5EF4-FFF2-40B4-BE49-F238E27FC236}">
                    <a16:creationId xmlns:a16="http://schemas.microsoft.com/office/drawing/2014/main" id="{B867D3D2-F137-BE71-7DF0-CAF60E313D8E}"/>
                  </a:ext>
                </a:extLst>
              </p:cNvPr>
              <p:cNvPicPr/>
              <p:nvPr/>
            </p:nvPicPr>
            <p:blipFill>
              <a:blip r:embed="rId317"/>
              <a:stretch>
                <a:fillRect/>
              </a:stretch>
            </p:blipFill>
            <p:spPr>
              <a:xfrm>
                <a:off x="2773072" y="4412629"/>
                <a:ext cx="20772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1" name="Ink 200">
                <a:extLst>
                  <a:ext uri="{FF2B5EF4-FFF2-40B4-BE49-F238E27FC236}">
                    <a16:creationId xmlns:a16="http://schemas.microsoft.com/office/drawing/2014/main" id="{ADCCE708-E67B-F00A-0136-36DF0C9723DC}"/>
                  </a:ext>
                </a:extLst>
              </p14:cNvPr>
              <p14:cNvContentPartPr/>
              <p14:nvPr/>
            </p14:nvContentPartPr>
            <p14:xfrm>
              <a:off x="1693072" y="4643029"/>
              <a:ext cx="182520" cy="282240"/>
            </p14:xfrm>
          </p:contentPart>
        </mc:Choice>
        <mc:Fallback xmlns="">
          <p:pic>
            <p:nvPicPr>
              <p:cNvPr id="201" name="Ink 200">
                <a:extLst>
                  <a:ext uri="{FF2B5EF4-FFF2-40B4-BE49-F238E27FC236}">
                    <a16:creationId xmlns:a16="http://schemas.microsoft.com/office/drawing/2014/main" id="{ADCCE708-E67B-F00A-0136-36DF0C9723DC}"/>
                  </a:ext>
                </a:extLst>
              </p:cNvPr>
              <p:cNvPicPr/>
              <p:nvPr/>
            </p:nvPicPr>
            <p:blipFill>
              <a:blip r:embed="rId319"/>
              <a:stretch>
                <a:fillRect/>
              </a:stretch>
            </p:blipFill>
            <p:spPr>
              <a:xfrm>
                <a:off x="1688752" y="4638709"/>
                <a:ext cx="191160" cy="290880"/>
              </a:xfrm>
              <a:prstGeom prst="rect">
                <a:avLst/>
              </a:prstGeom>
            </p:spPr>
          </p:pic>
        </mc:Fallback>
      </mc:AlternateContent>
      <p:grpSp>
        <p:nvGrpSpPr>
          <p:cNvPr id="223" name="Group 222">
            <a:extLst>
              <a:ext uri="{FF2B5EF4-FFF2-40B4-BE49-F238E27FC236}">
                <a16:creationId xmlns:a16="http://schemas.microsoft.com/office/drawing/2014/main" id="{B0B63522-7A96-013C-5D89-D77B8F2CABB0}"/>
              </a:ext>
            </a:extLst>
          </p:cNvPr>
          <p:cNvGrpSpPr/>
          <p:nvPr/>
        </p:nvGrpSpPr>
        <p:grpSpPr>
          <a:xfrm>
            <a:off x="379960" y="1629740"/>
            <a:ext cx="1779120" cy="539280"/>
            <a:chOff x="379960" y="1629740"/>
            <a:chExt cx="1779120" cy="539280"/>
          </a:xfrm>
        </p:grpSpPr>
        <mc:AlternateContent xmlns:mc="http://schemas.openxmlformats.org/markup-compatibility/2006" xmlns:p14="http://schemas.microsoft.com/office/powerpoint/2010/main">
          <mc:Choice Requires="p14">
            <p:contentPart p14:bwMode="auto" r:id="rId320">
              <p14:nvContentPartPr>
                <p14:cNvPr id="202" name="Ink 201">
                  <a:extLst>
                    <a:ext uri="{FF2B5EF4-FFF2-40B4-BE49-F238E27FC236}">
                      <a16:creationId xmlns:a16="http://schemas.microsoft.com/office/drawing/2014/main" id="{B0B2BCAF-02E2-FF9E-9278-97A8E859E0F1}"/>
                    </a:ext>
                  </a:extLst>
                </p14:cNvPr>
                <p14:cNvContentPartPr/>
                <p14:nvPr/>
              </p14:nvContentPartPr>
              <p14:xfrm>
                <a:off x="504880" y="1800740"/>
                <a:ext cx="21960" cy="4320"/>
              </p14:xfrm>
            </p:contentPart>
          </mc:Choice>
          <mc:Fallback xmlns="">
            <p:pic>
              <p:nvPicPr>
                <p:cNvPr id="202" name="Ink 201">
                  <a:extLst>
                    <a:ext uri="{FF2B5EF4-FFF2-40B4-BE49-F238E27FC236}">
                      <a16:creationId xmlns:a16="http://schemas.microsoft.com/office/drawing/2014/main" id="{B0B2BCAF-02E2-FF9E-9278-97A8E859E0F1}"/>
                    </a:ext>
                  </a:extLst>
                </p:cNvPr>
                <p:cNvPicPr/>
                <p:nvPr/>
              </p:nvPicPr>
              <p:blipFill>
                <a:blip r:embed="rId321"/>
                <a:stretch>
                  <a:fillRect/>
                </a:stretch>
              </p:blipFill>
              <p:spPr>
                <a:xfrm>
                  <a:off x="500560" y="1796420"/>
                  <a:ext cx="306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3" name="Ink 202">
                  <a:extLst>
                    <a:ext uri="{FF2B5EF4-FFF2-40B4-BE49-F238E27FC236}">
                      <a16:creationId xmlns:a16="http://schemas.microsoft.com/office/drawing/2014/main" id="{FF402ECE-0CD5-C94B-00A6-26054468ABB6}"/>
                    </a:ext>
                  </a:extLst>
                </p14:cNvPr>
                <p14:cNvContentPartPr/>
                <p14:nvPr/>
              </p14:nvContentPartPr>
              <p14:xfrm>
                <a:off x="421720" y="1708220"/>
                <a:ext cx="140400" cy="460800"/>
              </p14:xfrm>
            </p:contentPart>
          </mc:Choice>
          <mc:Fallback xmlns="">
            <p:pic>
              <p:nvPicPr>
                <p:cNvPr id="203" name="Ink 202">
                  <a:extLst>
                    <a:ext uri="{FF2B5EF4-FFF2-40B4-BE49-F238E27FC236}">
                      <a16:creationId xmlns:a16="http://schemas.microsoft.com/office/drawing/2014/main" id="{FF402ECE-0CD5-C94B-00A6-26054468ABB6}"/>
                    </a:ext>
                  </a:extLst>
                </p:cNvPr>
                <p:cNvPicPr/>
                <p:nvPr/>
              </p:nvPicPr>
              <p:blipFill>
                <a:blip r:embed="rId323"/>
                <a:stretch>
                  <a:fillRect/>
                </a:stretch>
              </p:blipFill>
              <p:spPr>
                <a:xfrm>
                  <a:off x="417400" y="1703900"/>
                  <a:ext cx="14904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4" name="Ink 203">
                  <a:extLst>
                    <a:ext uri="{FF2B5EF4-FFF2-40B4-BE49-F238E27FC236}">
                      <a16:creationId xmlns:a16="http://schemas.microsoft.com/office/drawing/2014/main" id="{39BF6C76-8B73-3DE7-8A0D-CC02805277AB}"/>
                    </a:ext>
                  </a:extLst>
                </p14:cNvPr>
                <p14:cNvContentPartPr/>
                <p14:nvPr/>
              </p14:nvContentPartPr>
              <p14:xfrm>
                <a:off x="379960" y="1877420"/>
                <a:ext cx="240840" cy="62640"/>
              </p14:xfrm>
            </p:contentPart>
          </mc:Choice>
          <mc:Fallback xmlns="">
            <p:pic>
              <p:nvPicPr>
                <p:cNvPr id="204" name="Ink 203">
                  <a:extLst>
                    <a:ext uri="{FF2B5EF4-FFF2-40B4-BE49-F238E27FC236}">
                      <a16:creationId xmlns:a16="http://schemas.microsoft.com/office/drawing/2014/main" id="{39BF6C76-8B73-3DE7-8A0D-CC02805277AB}"/>
                    </a:ext>
                  </a:extLst>
                </p:cNvPr>
                <p:cNvPicPr/>
                <p:nvPr/>
              </p:nvPicPr>
              <p:blipFill>
                <a:blip r:embed="rId325"/>
                <a:stretch>
                  <a:fillRect/>
                </a:stretch>
              </p:blipFill>
              <p:spPr>
                <a:xfrm>
                  <a:off x="375640" y="1873100"/>
                  <a:ext cx="2494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05" name="Ink 204">
                  <a:extLst>
                    <a:ext uri="{FF2B5EF4-FFF2-40B4-BE49-F238E27FC236}">
                      <a16:creationId xmlns:a16="http://schemas.microsoft.com/office/drawing/2014/main" id="{1722626A-6D9A-FF9E-8187-447753573C05}"/>
                    </a:ext>
                  </a:extLst>
                </p14:cNvPr>
                <p14:cNvContentPartPr/>
                <p14:nvPr/>
              </p14:nvContentPartPr>
              <p14:xfrm>
                <a:off x="619720" y="1837820"/>
                <a:ext cx="127800" cy="152280"/>
              </p14:xfrm>
            </p:contentPart>
          </mc:Choice>
          <mc:Fallback xmlns="">
            <p:pic>
              <p:nvPicPr>
                <p:cNvPr id="205" name="Ink 204">
                  <a:extLst>
                    <a:ext uri="{FF2B5EF4-FFF2-40B4-BE49-F238E27FC236}">
                      <a16:creationId xmlns:a16="http://schemas.microsoft.com/office/drawing/2014/main" id="{1722626A-6D9A-FF9E-8187-447753573C05}"/>
                    </a:ext>
                  </a:extLst>
                </p:cNvPr>
                <p:cNvPicPr/>
                <p:nvPr/>
              </p:nvPicPr>
              <p:blipFill>
                <a:blip r:embed="rId327"/>
                <a:stretch>
                  <a:fillRect/>
                </a:stretch>
              </p:blipFill>
              <p:spPr>
                <a:xfrm>
                  <a:off x="615400" y="1833500"/>
                  <a:ext cx="1364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6" name="Ink 205">
                  <a:extLst>
                    <a:ext uri="{FF2B5EF4-FFF2-40B4-BE49-F238E27FC236}">
                      <a16:creationId xmlns:a16="http://schemas.microsoft.com/office/drawing/2014/main" id="{8DE64E39-7DCE-A499-3B10-C99E7F54265C}"/>
                    </a:ext>
                  </a:extLst>
                </p14:cNvPr>
                <p14:cNvContentPartPr/>
                <p14:nvPr/>
              </p14:nvContentPartPr>
              <p14:xfrm>
                <a:off x="803680" y="1809020"/>
                <a:ext cx="114120" cy="165960"/>
              </p14:xfrm>
            </p:contentPart>
          </mc:Choice>
          <mc:Fallback xmlns="">
            <p:pic>
              <p:nvPicPr>
                <p:cNvPr id="206" name="Ink 205">
                  <a:extLst>
                    <a:ext uri="{FF2B5EF4-FFF2-40B4-BE49-F238E27FC236}">
                      <a16:creationId xmlns:a16="http://schemas.microsoft.com/office/drawing/2014/main" id="{8DE64E39-7DCE-A499-3B10-C99E7F54265C}"/>
                    </a:ext>
                  </a:extLst>
                </p:cNvPr>
                <p:cNvPicPr/>
                <p:nvPr/>
              </p:nvPicPr>
              <p:blipFill>
                <a:blip r:embed="rId329"/>
                <a:stretch>
                  <a:fillRect/>
                </a:stretch>
              </p:blipFill>
              <p:spPr>
                <a:xfrm>
                  <a:off x="799360" y="1804700"/>
                  <a:ext cx="12276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7" name="Ink 206">
                  <a:extLst>
                    <a:ext uri="{FF2B5EF4-FFF2-40B4-BE49-F238E27FC236}">
                      <a16:creationId xmlns:a16="http://schemas.microsoft.com/office/drawing/2014/main" id="{3C75B2FC-804A-026D-75C1-9EAA2D47CD4A}"/>
                    </a:ext>
                  </a:extLst>
                </p14:cNvPr>
                <p14:cNvContentPartPr/>
                <p14:nvPr/>
              </p14:nvContentPartPr>
              <p14:xfrm>
                <a:off x="1030120" y="1652420"/>
                <a:ext cx="280440" cy="413280"/>
              </p14:xfrm>
            </p:contentPart>
          </mc:Choice>
          <mc:Fallback xmlns="">
            <p:pic>
              <p:nvPicPr>
                <p:cNvPr id="207" name="Ink 206">
                  <a:extLst>
                    <a:ext uri="{FF2B5EF4-FFF2-40B4-BE49-F238E27FC236}">
                      <a16:creationId xmlns:a16="http://schemas.microsoft.com/office/drawing/2014/main" id="{3C75B2FC-804A-026D-75C1-9EAA2D47CD4A}"/>
                    </a:ext>
                  </a:extLst>
                </p:cNvPr>
                <p:cNvPicPr/>
                <p:nvPr/>
              </p:nvPicPr>
              <p:blipFill>
                <a:blip r:embed="rId331"/>
                <a:stretch>
                  <a:fillRect/>
                </a:stretch>
              </p:blipFill>
              <p:spPr>
                <a:xfrm>
                  <a:off x="1025800" y="1648100"/>
                  <a:ext cx="28908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08" name="Ink 207">
                  <a:extLst>
                    <a:ext uri="{FF2B5EF4-FFF2-40B4-BE49-F238E27FC236}">
                      <a16:creationId xmlns:a16="http://schemas.microsoft.com/office/drawing/2014/main" id="{0E15977A-7B8C-E698-D037-923CB324EBC6}"/>
                    </a:ext>
                  </a:extLst>
                </p14:cNvPr>
                <p14:cNvContentPartPr/>
                <p14:nvPr/>
              </p14:nvContentPartPr>
              <p14:xfrm>
                <a:off x="1323160" y="1885700"/>
                <a:ext cx="24480" cy="102960"/>
              </p14:xfrm>
            </p:contentPart>
          </mc:Choice>
          <mc:Fallback xmlns="">
            <p:pic>
              <p:nvPicPr>
                <p:cNvPr id="208" name="Ink 207">
                  <a:extLst>
                    <a:ext uri="{FF2B5EF4-FFF2-40B4-BE49-F238E27FC236}">
                      <a16:creationId xmlns:a16="http://schemas.microsoft.com/office/drawing/2014/main" id="{0E15977A-7B8C-E698-D037-923CB324EBC6}"/>
                    </a:ext>
                  </a:extLst>
                </p:cNvPr>
                <p:cNvPicPr/>
                <p:nvPr/>
              </p:nvPicPr>
              <p:blipFill>
                <a:blip r:embed="rId333"/>
                <a:stretch>
                  <a:fillRect/>
                </a:stretch>
              </p:blipFill>
              <p:spPr>
                <a:xfrm>
                  <a:off x="1318840" y="1881380"/>
                  <a:ext cx="331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09" name="Ink 208">
                  <a:extLst>
                    <a:ext uri="{FF2B5EF4-FFF2-40B4-BE49-F238E27FC236}">
                      <a16:creationId xmlns:a16="http://schemas.microsoft.com/office/drawing/2014/main" id="{7779F4E5-6BAB-F48B-E081-25013A337732}"/>
                    </a:ext>
                  </a:extLst>
                </p14:cNvPr>
                <p14:cNvContentPartPr/>
                <p14:nvPr/>
              </p14:nvContentPartPr>
              <p14:xfrm>
                <a:off x="1388680" y="1721180"/>
                <a:ext cx="29880" cy="88560"/>
              </p14:xfrm>
            </p:contentPart>
          </mc:Choice>
          <mc:Fallback xmlns="">
            <p:pic>
              <p:nvPicPr>
                <p:cNvPr id="209" name="Ink 208">
                  <a:extLst>
                    <a:ext uri="{FF2B5EF4-FFF2-40B4-BE49-F238E27FC236}">
                      <a16:creationId xmlns:a16="http://schemas.microsoft.com/office/drawing/2014/main" id="{7779F4E5-6BAB-F48B-E081-25013A337732}"/>
                    </a:ext>
                  </a:extLst>
                </p:cNvPr>
                <p:cNvPicPr/>
                <p:nvPr/>
              </p:nvPicPr>
              <p:blipFill>
                <a:blip r:embed="rId335"/>
                <a:stretch>
                  <a:fillRect/>
                </a:stretch>
              </p:blipFill>
              <p:spPr>
                <a:xfrm>
                  <a:off x="1384360" y="1716860"/>
                  <a:ext cx="385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10" name="Ink 209">
                  <a:extLst>
                    <a:ext uri="{FF2B5EF4-FFF2-40B4-BE49-F238E27FC236}">
                      <a16:creationId xmlns:a16="http://schemas.microsoft.com/office/drawing/2014/main" id="{895F723C-1AC3-CA11-AC05-EBBABECBF44E}"/>
                    </a:ext>
                  </a:extLst>
                </p14:cNvPr>
                <p14:cNvContentPartPr/>
                <p14:nvPr/>
              </p14:nvContentPartPr>
              <p14:xfrm>
                <a:off x="1428640" y="1873100"/>
                <a:ext cx="153000" cy="70560"/>
              </p14:xfrm>
            </p:contentPart>
          </mc:Choice>
          <mc:Fallback xmlns="">
            <p:pic>
              <p:nvPicPr>
                <p:cNvPr id="210" name="Ink 209">
                  <a:extLst>
                    <a:ext uri="{FF2B5EF4-FFF2-40B4-BE49-F238E27FC236}">
                      <a16:creationId xmlns:a16="http://schemas.microsoft.com/office/drawing/2014/main" id="{895F723C-1AC3-CA11-AC05-EBBABECBF44E}"/>
                    </a:ext>
                  </a:extLst>
                </p:cNvPr>
                <p:cNvPicPr/>
                <p:nvPr/>
              </p:nvPicPr>
              <p:blipFill>
                <a:blip r:embed="rId337"/>
                <a:stretch>
                  <a:fillRect/>
                </a:stretch>
              </p:blipFill>
              <p:spPr>
                <a:xfrm>
                  <a:off x="1424320" y="1868780"/>
                  <a:ext cx="1616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1" name="Ink 210">
                  <a:extLst>
                    <a:ext uri="{FF2B5EF4-FFF2-40B4-BE49-F238E27FC236}">
                      <a16:creationId xmlns:a16="http://schemas.microsoft.com/office/drawing/2014/main" id="{3F5560C9-3A3F-63D2-6362-70971D25C06E}"/>
                    </a:ext>
                  </a:extLst>
                </p14:cNvPr>
                <p14:cNvContentPartPr/>
                <p14:nvPr/>
              </p14:nvContentPartPr>
              <p14:xfrm>
                <a:off x="1681720" y="1703540"/>
                <a:ext cx="90360" cy="219240"/>
              </p14:xfrm>
            </p:contentPart>
          </mc:Choice>
          <mc:Fallback xmlns="">
            <p:pic>
              <p:nvPicPr>
                <p:cNvPr id="211" name="Ink 210">
                  <a:extLst>
                    <a:ext uri="{FF2B5EF4-FFF2-40B4-BE49-F238E27FC236}">
                      <a16:creationId xmlns:a16="http://schemas.microsoft.com/office/drawing/2014/main" id="{3F5560C9-3A3F-63D2-6362-70971D25C06E}"/>
                    </a:ext>
                  </a:extLst>
                </p:cNvPr>
                <p:cNvPicPr/>
                <p:nvPr/>
              </p:nvPicPr>
              <p:blipFill>
                <a:blip r:embed="rId339"/>
                <a:stretch>
                  <a:fillRect/>
                </a:stretch>
              </p:blipFill>
              <p:spPr>
                <a:xfrm>
                  <a:off x="1677400" y="1699220"/>
                  <a:ext cx="990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2" name="Ink 211">
                  <a:extLst>
                    <a:ext uri="{FF2B5EF4-FFF2-40B4-BE49-F238E27FC236}">
                      <a16:creationId xmlns:a16="http://schemas.microsoft.com/office/drawing/2014/main" id="{F5F225A2-2893-6188-BC2D-7CD1AFC748A2}"/>
                    </a:ext>
                  </a:extLst>
                </p14:cNvPr>
                <p14:cNvContentPartPr/>
                <p14:nvPr/>
              </p14:nvContentPartPr>
              <p14:xfrm>
                <a:off x="1630960" y="1797500"/>
                <a:ext cx="185760" cy="27720"/>
              </p14:xfrm>
            </p:contentPart>
          </mc:Choice>
          <mc:Fallback xmlns="">
            <p:pic>
              <p:nvPicPr>
                <p:cNvPr id="212" name="Ink 211">
                  <a:extLst>
                    <a:ext uri="{FF2B5EF4-FFF2-40B4-BE49-F238E27FC236}">
                      <a16:creationId xmlns:a16="http://schemas.microsoft.com/office/drawing/2014/main" id="{F5F225A2-2893-6188-BC2D-7CD1AFC748A2}"/>
                    </a:ext>
                  </a:extLst>
                </p:cNvPr>
                <p:cNvPicPr/>
                <p:nvPr/>
              </p:nvPicPr>
              <p:blipFill>
                <a:blip r:embed="rId341"/>
                <a:stretch>
                  <a:fillRect/>
                </a:stretch>
              </p:blipFill>
              <p:spPr>
                <a:xfrm>
                  <a:off x="1626640" y="1793180"/>
                  <a:ext cx="1944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14" name="Ink 213">
                  <a:extLst>
                    <a:ext uri="{FF2B5EF4-FFF2-40B4-BE49-F238E27FC236}">
                      <a16:creationId xmlns:a16="http://schemas.microsoft.com/office/drawing/2014/main" id="{87AA2539-E125-F33E-7D94-E61A21FAE262}"/>
                    </a:ext>
                  </a:extLst>
                </p14:cNvPr>
                <p14:cNvContentPartPr/>
                <p14:nvPr/>
              </p14:nvContentPartPr>
              <p14:xfrm>
                <a:off x="1945600" y="1776260"/>
                <a:ext cx="128880" cy="249480"/>
              </p14:xfrm>
            </p:contentPart>
          </mc:Choice>
          <mc:Fallback xmlns="">
            <p:pic>
              <p:nvPicPr>
                <p:cNvPr id="214" name="Ink 213">
                  <a:extLst>
                    <a:ext uri="{FF2B5EF4-FFF2-40B4-BE49-F238E27FC236}">
                      <a16:creationId xmlns:a16="http://schemas.microsoft.com/office/drawing/2014/main" id="{87AA2539-E125-F33E-7D94-E61A21FAE262}"/>
                    </a:ext>
                  </a:extLst>
                </p:cNvPr>
                <p:cNvPicPr/>
                <p:nvPr/>
              </p:nvPicPr>
              <p:blipFill>
                <a:blip r:embed="rId343"/>
                <a:stretch>
                  <a:fillRect/>
                </a:stretch>
              </p:blipFill>
              <p:spPr>
                <a:xfrm>
                  <a:off x="1941280" y="1771940"/>
                  <a:ext cx="1375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15" name="Ink 214">
                  <a:extLst>
                    <a:ext uri="{FF2B5EF4-FFF2-40B4-BE49-F238E27FC236}">
                      <a16:creationId xmlns:a16="http://schemas.microsoft.com/office/drawing/2014/main" id="{AB29A717-3579-6988-FA99-B903837EE35C}"/>
                    </a:ext>
                  </a:extLst>
                </p14:cNvPr>
                <p14:cNvContentPartPr/>
                <p14:nvPr/>
              </p14:nvContentPartPr>
              <p14:xfrm>
                <a:off x="2071240" y="1629740"/>
                <a:ext cx="87840" cy="41400"/>
              </p14:xfrm>
            </p:contentPart>
          </mc:Choice>
          <mc:Fallback xmlns="">
            <p:pic>
              <p:nvPicPr>
                <p:cNvPr id="215" name="Ink 214">
                  <a:extLst>
                    <a:ext uri="{FF2B5EF4-FFF2-40B4-BE49-F238E27FC236}">
                      <a16:creationId xmlns:a16="http://schemas.microsoft.com/office/drawing/2014/main" id="{AB29A717-3579-6988-FA99-B903837EE35C}"/>
                    </a:ext>
                  </a:extLst>
                </p:cNvPr>
                <p:cNvPicPr/>
                <p:nvPr/>
              </p:nvPicPr>
              <p:blipFill>
                <a:blip r:embed="rId345"/>
                <a:stretch>
                  <a:fillRect/>
                </a:stretch>
              </p:blipFill>
              <p:spPr>
                <a:xfrm>
                  <a:off x="2066920" y="1625420"/>
                  <a:ext cx="96480" cy="50040"/>
                </a:xfrm>
                <a:prstGeom prst="rect">
                  <a:avLst/>
                </a:prstGeom>
              </p:spPr>
            </p:pic>
          </mc:Fallback>
        </mc:AlternateContent>
      </p:grpSp>
      <p:grpSp>
        <p:nvGrpSpPr>
          <p:cNvPr id="222" name="Group 221">
            <a:extLst>
              <a:ext uri="{FF2B5EF4-FFF2-40B4-BE49-F238E27FC236}">
                <a16:creationId xmlns:a16="http://schemas.microsoft.com/office/drawing/2014/main" id="{53D24632-8086-017C-2C76-FA8A124121FF}"/>
              </a:ext>
            </a:extLst>
          </p:cNvPr>
          <p:cNvGrpSpPr/>
          <p:nvPr/>
        </p:nvGrpSpPr>
        <p:grpSpPr>
          <a:xfrm>
            <a:off x="2416120" y="1751060"/>
            <a:ext cx="131400" cy="84600"/>
            <a:chOff x="2416120" y="1751060"/>
            <a:chExt cx="131400" cy="84600"/>
          </a:xfrm>
        </p:grpSpPr>
        <mc:AlternateContent xmlns:mc="http://schemas.openxmlformats.org/markup-compatibility/2006" xmlns:p14="http://schemas.microsoft.com/office/powerpoint/2010/main">
          <mc:Choice Requires="p14">
            <p:contentPart p14:bwMode="auto" r:id="rId346">
              <p14:nvContentPartPr>
                <p14:cNvPr id="216" name="Ink 215">
                  <a:extLst>
                    <a:ext uri="{FF2B5EF4-FFF2-40B4-BE49-F238E27FC236}">
                      <a16:creationId xmlns:a16="http://schemas.microsoft.com/office/drawing/2014/main" id="{23C9DE18-861A-6B14-11D6-64C2BDBC9130}"/>
                    </a:ext>
                  </a:extLst>
                </p14:cNvPr>
                <p14:cNvContentPartPr/>
                <p14:nvPr/>
              </p14:nvContentPartPr>
              <p14:xfrm>
                <a:off x="2431600" y="1751060"/>
                <a:ext cx="115920" cy="37800"/>
              </p14:xfrm>
            </p:contentPart>
          </mc:Choice>
          <mc:Fallback xmlns="">
            <p:pic>
              <p:nvPicPr>
                <p:cNvPr id="216" name="Ink 215">
                  <a:extLst>
                    <a:ext uri="{FF2B5EF4-FFF2-40B4-BE49-F238E27FC236}">
                      <a16:creationId xmlns:a16="http://schemas.microsoft.com/office/drawing/2014/main" id="{23C9DE18-861A-6B14-11D6-64C2BDBC9130}"/>
                    </a:ext>
                  </a:extLst>
                </p:cNvPr>
                <p:cNvPicPr/>
                <p:nvPr/>
              </p:nvPicPr>
              <p:blipFill>
                <a:blip r:embed="rId347"/>
                <a:stretch>
                  <a:fillRect/>
                </a:stretch>
              </p:blipFill>
              <p:spPr>
                <a:xfrm>
                  <a:off x="2427280" y="1746740"/>
                  <a:ext cx="1245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17" name="Ink 216">
                  <a:extLst>
                    <a:ext uri="{FF2B5EF4-FFF2-40B4-BE49-F238E27FC236}">
                      <a16:creationId xmlns:a16="http://schemas.microsoft.com/office/drawing/2014/main" id="{F7FCFADA-0CBD-8F70-CED8-13B504778E49}"/>
                    </a:ext>
                  </a:extLst>
                </p14:cNvPr>
                <p14:cNvContentPartPr/>
                <p14:nvPr/>
              </p14:nvContentPartPr>
              <p14:xfrm>
                <a:off x="2416120" y="1826300"/>
                <a:ext cx="110880" cy="9360"/>
              </p14:xfrm>
            </p:contentPart>
          </mc:Choice>
          <mc:Fallback xmlns="">
            <p:pic>
              <p:nvPicPr>
                <p:cNvPr id="217" name="Ink 216">
                  <a:extLst>
                    <a:ext uri="{FF2B5EF4-FFF2-40B4-BE49-F238E27FC236}">
                      <a16:creationId xmlns:a16="http://schemas.microsoft.com/office/drawing/2014/main" id="{F7FCFADA-0CBD-8F70-CED8-13B504778E49}"/>
                    </a:ext>
                  </a:extLst>
                </p:cNvPr>
                <p:cNvPicPr/>
                <p:nvPr/>
              </p:nvPicPr>
              <p:blipFill>
                <a:blip r:embed="rId349"/>
                <a:stretch>
                  <a:fillRect/>
                </a:stretch>
              </p:blipFill>
              <p:spPr>
                <a:xfrm>
                  <a:off x="2411800" y="1821980"/>
                  <a:ext cx="119520" cy="18000"/>
                </a:xfrm>
                <a:prstGeom prst="rect">
                  <a:avLst/>
                </a:prstGeom>
              </p:spPr>
            </p:pic>
          </mc:Fallback>
        </mc:AlternateContent>
      </p:grpSp>
      <p:grpSp>
        <p:nvGrpSpPr>
          <p:cNvPr id="221" name="Group 220">
            <a:extLst>
              <a:ext uri="{FF2B5EF4-FFF2-40B4-BE49-F238E27FC236}">
                <a16:creationId xmlns:a16="http://schemas.microsoft.com/office/drawing/2014/main" id="{56F562D1-D16F-5F8E-86B6-98F3F11F34BD}"/>
              </a:ext>
            </a:extLst>
          </p:cNvPr>
          <p:cNvGrpSpPr/>
          <p:nvPr/>
        </p:nvGrpSpPr>
        <p:grpSpPr>
          <a:xfrm>
            <a:off x="2743000" y="1647740"/>
            <a:ext cx="309600" cy="176760"/>
            <a:chOff x="2743000" y="1647740"/>
            <a:chExt cx="309600" cy="176760"/>
          </a:xfrm>
        </p:grpSpPr>
        <mc:AlternateContent xmlns:mc="http://schemas.openxmlformats.org/markup-compatibility/2006" xmlns:p14="http://schemas.microsoft.com/office/powerpoint/2010/main">
          <mc:Choice Requires="p14">
            <p:contentPart p14:bwMode="auto" r:id="rId350">
              <p14:nvContentPartPr>
                <p14:cNvPr id="218" name="Ink 217">
                  <a:extLst>
                    <a:ext uri="{FF2B5EF4-FFF2-40B4-BE49-F238E27FC236}">
                      <a16:creationId xmlns:a16="http://schemas.microsoft.com/office/drawing/2014/main" id="{620F040A-281F-255A-18A2-0270279F436A}"/>
                    </a:ext>
                  </a:extLst>
                </p14:cNvPr>
                <p14:cNvContentPartPr/>
                <p14:nvPr/>
              </p14:nvContentPartPr>
              <p14:xfrm>
                <a:off x="2743000" y="1647740"/>
                <a:ext cx="154800" cy="176760"/>
              </p14:xfrm>
            </p:contentPart>
          </mc:Choice>
          <mc:Fallback xmlns="">
            <p:pic>
              <p:nvPicPr>
                <p:cNvPr id="218" name="Ink 217">
                  <a:extLst>
                    <a:ext uri="{FF2B5EF4-FFF2-40B4-BE49-F238E27FC236}">
                      <a16:creationId xmlns:a16="http://schemas.microsoft.com/office/drawing/2014/main" id="{620F040A-281F-255A-18A2-0270279F436A}"/>
                    </a:ext>
                  </a:extLst>
                </p:cNvPr>
                <p:cNvPicPr/>
                <p:nvPr/>
              </p:nvPicPr>
              <p:blipFill>
                <a:blip r:embed="rId351"/>
                <a:stretch>
                  <a:fillRect/>
                </a:stretch>
              </p:blipFill>
              <p:spPr>
                <a:xfrm>
                  <a:off x="2738680" y="1643420"/>
                  <a:ext cx="1634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19" name="Ink 218">
                  <a:extLst>
                    <a:ext uri="{FF2B5EF4-FFF2-40B4-BE49-F238E27FC236}">
                      <a16:creationId xmlns:a16="http://schemas.microsoft.com/office/drawing/2014/main" id="{66A2AEDE-B095-73A7-AFFF-21221EF1C135}"/>
                    </a:ext>
                  </a:extLst>
                </p14:cNvPr>
                <p14:cNvContentPartPr/>
                <p14:nvPr/>
              </p14:nvContentPartPr>
              <p14:xfrm>
                <a:off x="3034240" y="1746380"/>
                <a:ext cx="18360" cy="34560"/>
              </p14:xfrm>
            </p:contentPart>
          </mc:Choice>
          <mc:Fallback xmlns="">
            <p:pic>
              <p:nvPicPr>
                <p:cNvPr id="219" name="Ink 218">
                  <a:extLst>
                    <a:ext uri="{FF2B5EF4-FFF2-40B4-BE49-F238E27FC236}">
                      <a16:creationId xmlns:a16="http://schemas.microsoft.com/office/drawing/2014/main" id="{66A2AEDE-B095-73A7-AFFF-21221EF1C135}"/>
                    </a:ext>
                  </a:extLst>
                </p:cNvPr>
                <p:cNvPicPr/>
                <p:nvPr/>
              </p:nvPicPr>
              <p:blipFill>
                <a:blip r:embed="rId353"/>
                <a:stretch>
                  <a:fillRect/>
                </a:stretch>
              </p:blipFill>
              <p:spPr>
                <a:xfrm>
                  <a:off x="3029920" y="1742060"/>
                  <a:ext cx="27000" cy="43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4">
            <p14:nvContentPartPr>
              <p14:cNvPr id="220" name="Ink 219">
                <a:extLst>
                  <a:ext uri="{FF2B5EF4-FFF2-40B4-BE49-F238E27FC236}">
                    <a16:creationId xmlns:a16="http://schemas.microsoft.com/office/drawing/2014/main" id="{3DDB8388-671C-052C-A41C-0FFFD952E7D6}"/>
                  </a:ext>
                </a:extLst>
              </p14:cNvPr>
              <p14:cNvContentPartPr/>
              <p14:nvPr/>
            </p14:nvContentPartPr>
            <p14:xfrm>
              <a:off x="2932000" y="1914500"/>
              <a:ext cx="121320" cy="112680"/>
            </p14:xfrm>
          </p:contentPart>
        </mc:Choice>
        <mc:Fallback xmlns="">
          <p:pic>
            <p:nvPicPr>
              <p:cNvPr id="220" name="Ink 219">
                <a:extLst>
                  <a:ext uri="{FF2B5EF4-FFF2-40B4-BE49-F238E27FC236}">
                    <a16:creationId xmlns:a16="http://schemas.microsoft.com/office/drawing/2014/main" id="{3DDB8388-671C-052C-A41C-0FFFD952E7D6}"/>
                  </a:ext>
                </a:extLst>
              </p:cNvPr>
              <p:cNvPicPr/>
              <p:nvPr/>
            </p:nvPicPr>
            <p:blipFill>
              <a:blip r:embed="rId355"/>
              <a:stretch>
                <a:fillRect/>
              </a:stretch>
            </p:blipFill>
            <p:spPr>
              <a:xfrm>
                <a:off x="2927680" y="1910180"/>
                <a:ext cx="12996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24" name="Ink 223">
                <a:extLst>
                  <a:ext uri="{FF2B5EF4-FFF2-40B4-BE49-F238E27FC236}">
                    <a16:creationId xmlns:a16="http://schemas.microsoft.com/office/drawing/2014/main" id="{EAF9E17C-EAC1-DA80-605D-BB024843C4C1}"/>
                  </a:ext>
                </a:extLst>
              </p14:cNvPr>
              <p14:cNvContentPartPr/>
              <p14:nvPr/>
            </p14:nvContentPartPr>
            <p14:xfrm>
              <a:off x="3414760" y="1729460"/>
              <a:ext cx="106560" cy="250560"/>
            </p14:xfrm>
          </p:contentPart>
        </mc:Choice>
        <mc:Fallback xmlns="">
          <p:pic>
            <p:nvPicPr>
              <p:cNvPr id="224" name="Ink 223">
                <a:extLst>
                  <a:ext uri="{FF2B5EF4-FFF2-40B4-BE49-F238E27FC236}">
                    <a16:creationId xmlns:a16="http://schemas.microsoft.com/office/drawing/2014/main" id="{EAF9E17C-EAC1-DA80-605D-BB024843C4C1}"/>
                  </a:ext>
                </a:extLst>
              </p:cNvPr>
              <p:cNvPicPr/>
              <p:nvPr/>
            </p:nvPicPr>
            <p:blipFill>
              <a:blip r:embed="rId357"/>
              <a:stretch>
                <a:fillRect/>
              </a:stretch>
            </p:blipFill>
            <p:spPr>
              <a:xfrm>
                <a:off x="3410440" y="1725140"/>
                <a:ext cx="1152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25" name="Ink 224">
                <a:extLst>
                  <a:ext uri="{FF2B5EF4-FFF2-40B4-BE49-F238E27FC236}">
                    <a16:creationId xmlns:a16="http://schemas.microsoft.com/office/drawing/2014/main" id="{7214F39A-FA27-3291-FAD8-0F279BC1AAD3}"/>
                  </a:ext>
                </a:extLst>
              </p14:cNvPr>
              <p14:cNvContentPartPr/>
              <p14:nvPr/>
            </p14:nvContentPartPr>
            <p14:xfrm>
              <a:off x="3552280" y="1608500"/>
              <a:ext cx="26640" cy="33480"/>
            </p14:xfrm>
          </p:contentPart>
        </mc:Choice>
        <mc:Fallback xmlns="">
          <p:pic>
            <p:nvPicPr>
              <p:cNvPr id="225" name="Ink 224">
                <a:extLst>
                  <a:ext uri="{FF2B5EF4-FFF2-40B4-BE49-F238E27FC236}">
                    <a16:creationId xmlns:a16="http://schemas.microsoft.com/office/drawing/2014/main" id="{7214F39A-FA27-3291-FAD8-0F279BC1AAD3}"/>
                  </a:ext>
                </a:extLst>
              </p:cNvPr>
              <p:cNvPicPr/>
              <p:nvPr/>
            </p:nvPicPr>
            <p:blipFill>
              <a:blip r:embed="rId359"/>
              <a:stretch>
                <a:fillRect/>
              </a:stretch>
            </p:blipFill>
            <p:spPr>
              <a:xfrm>
                <a:off x="3547960" y="1604180"/>
                <a:ext cx="35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26" name="Ink 225">
                <a:extLst>
                  <a:ext uri="{FF2B5EF4-FFF2-40B4-BE49-F238E27FC236}">
                    <a16:creationId xmlns:a16="http://schemas.microsoft.com/office/drawing/2014/main" id="{F19097FB-F5D0-54D5-F9CB-A5A462E6C61F}"/>
                  </a:ext>
                </a:extLst>
              </p14:cNvPr>
              <p14:cNvContentPartPr/>
              <p14:nvPr/>
            </p14:nvContentPartPr>
            <p14:xfrm>
              <a:off x="3766840" y="1625780"/>
              <a:ext cx="320760" cy="140040"/>
            </p14:xfrm>
          </p:contentPart>
        </mc:Choice>
        <mc:Fallback xmlns="">
          <p:pic>
            <p:nvPicPr>
              <p:cNvPr id="226" name="Ink 225">
                <a:extLst>
                  <a:ext uri="{FF2B5EF4-FFF2-40B4-BE49-F238E27FC236}">
                    <a16:creationId xmlns:a16="http://schemas.microsoft.com/office/drawing/2014/main" id="{F19097FB-F5D0-54D5-F9CB-A5A462E6C61F}"/>
                  </a:ext>
                </a:extLst>
              </p:cNvPr>
              <p:cNvPicPr/>
              <p:nvPr/>
            </p:nvPicPr>
            <p:blipFill>
              <a:blip r:embed="rId361"/>
              <a:stretch>
                <a:fillRect/>
              </a:stretch>
            </p:blipFill>
            <p:spPr>
              <a:xfrm>
                <a:off x="3762520" y="1621460"/>
                <a:ext cx="329400" cy="148680"/>
              </a:xfrm>
              <a:prstGeom prst="rect">
                <a:avLst/>
              </a:prstGeom>
            </p:spPr>
          </p:pic>
        </mc:Fallback>
      </mc:AlternateContent>
      <p:grpSp>
        <p:nvGrpSpPr>
          <p:cNvPr id="242" name="Group 241">
            <a:extLst>
              <a:ext uri="{FF2B5EF4-FFF2-40B4-BE49-F238E27FC236}">
                <a16:creationId xmlns:a16="http://schemas.microsoft.com/office/drawing/2014/main" id="{FB49AE71-4AF1-1394-04BA-4BE377875452}"/>
              </a:ext>
            </a:extLst>
          </p:cNvPr>
          <p:cNvGrpSpPr/>
          <p:nvPr/>
        </p:nvGrpSpPr>
        <p:grpSpPr>
          <a:xfrm>
            <a:off x="4269400" y="1587980"/>
            <a:ext cx="493920" cy="125640"/>
            <a:chOff x="4269400" y="1587980"/>
            <a:chExt cx="493920" cy="125640"/>
          </a:xfrm>
        </p:grpSpPr>
        <mc:AlternateContent xmlns:mc="http://schemas.openxmlformats.org/markup-compatibility/2006" xmlns:p14="http://schemas.microsoft.com/office/powerpoint/2010/main">
          <mc:Choice Requires="p14">
            <p:contentPart p14:bwMode="auto" r:id="rId362">
              <p14:nvContentPartPr>
                <p14:cNvPr id="227" name="Ink 226">
                  <a:extLst>
                    <a:ext uri="{FF2B5EF4-FFF2-40B4-BE49-F238E27FC236}">
                      <a16:creationId xmlns:a16="http://schemas.microsoft.com/office/drawing/2014/main" id="{8E3B5408-923B-926B-A41B-55A92E8815CF}"/>
                    </a:ext>
                  </a:extLst>
                </p14:cNvPr>
                <p14:cNvContentPartPr/>
                <p14:nvPr/>
              </p14:nvContentPartPr>
              <p14:xfrm>
                <a:off x="4269400" y="1587980"/>
                <a:ext cx="139680" cy="125640"/>
              </p14:xfrm>
            </p:contentPart>
          </mc:Choice>
          <mc:Fallback xmlns="">
            <p:pic>
              <p:nvPicPr>
                <p:cNvPr id="227" name="Ink 226">
                  <a:extLst>
                    <a:ext uri="{FF2B5EF4-FFF2-40B4-BE49-F238E27FC236}">
                      <a16:creationId xmlns:a16="http://schemas.microsoft.com/office/drawing/2014/main" id="{8E3B5408-923B-926B-A41B-55A92E8815CF}"/>
                    </a:ext>
                  </a:extLst>
                </p:cNvPr>
                <p:cNvPicPr/>
                <p:nvPr/>
              </p:nvPicPr>
              <p:blipFill>
                <a:blip r:embed="rId363"/>
                <a:stretch>
                  <a:fillRect/>
                </a:stretch>
              </p:blipFill>
              <p:spPr>
                <a:xfrm>
                  <a:off x="4265080" y="1583660"/>
                  <a:ext cx="1483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28" name="Ink 227">
                  <a:extLst>
                    <a:ext uri="{FF2B5EF4-FFF2-40B4-BE49-F238E27FC236}">
                      <a16:creationId xmlns:a16="http://schemas.microsoft.com/office/drawing/2014/main" id="{CFEA5445-70D0-A40B-3993-7E62AA2D9CEA}"/>
                    </a:ext>
                  </a:extLst>
                </p14:cNvPr>
                <p14:cNvContentPartPr/>
                <p14:nvPr/>
              </p14:nvContentPartPr>
              <p14:xfrm>
                <a:off x="4561720" y="1608500"/>
                <a:ext cx="201600" cy="16200"/>
              </p14:xfrm>
            </p:contentPart>
          </mc:Choice>
          <mc:Fallback xmlns="">
            <p:pic>
              <p:nvPicPr>
                <p:cNvPr id="228" name="Ink 227">
                  <a:extLst>
                    <a:ext uri="{FF2B5EF4-FFF2-40B4-BE49-F238E27FC236}">
                      <a16:creationId xmlns:a16="http://schemas.microsoft.com/office/drawing/2014/main" id="{CFEA5445-70D0-A40B-3993-7E62AA2D9CEA}"/>
                    </a:ext>
                  </a:extLst>
                </p:cNvPr>
                <p:cNvPicPr/>
                <p:nvPr/>
              </p:nvPicPr>
              <p:blipFill>
                <a:blip r:embed="rId365"/>
                <a:stretch>
                  <a:fillRect/>
                </a:stretch>
              </p:blipFill>
              <p:spPr>
                <a:xfrm>
                  <a:off x="4557400" y="1604180"/>
                  <a:ext cx="210240" cy="24840"/>
                </a:xfrm>
                <a:prstGeom prst="rect">
                  <a:avLst/>
                </a:prstGeom>
              </p:spPr>
            </p:pic>
          </mc:Fallback>
        </mc:AlternateContent>
      </p:grpSp>
      <p:grpSp>
        <p:nvGrpSpPr>
          <p:cNvPr id="241" name="Group 240">
            <a:extLst>
              <a:ext uri="{FF2B5EF4-FFF2-40B4-BE49-F238E27FC236}">
                <a16:creationId xmlns:a16="http://schemas.microsoft.com/office/drawing/2014/main" id="{D7D88847-8977-4CFF-A962-8C2F7956272F}"/>
              </a:ext>
            </a:extLst>
          </p:cNvPr>
          <p:cNvGrpSpPr/>
          <p:nvPr/>
        </p:nvGrpSpPr>
        <p:grpSpPr>
          <a:xfrm>
            <a:off x="4963480" y="1494380"/>
            <a:ext cx="236880" cy="411840"/>
            <a:chOff x="4963480" y="1494380"/>
            <a:chExt cx="236880" cy="411840"/>
          </a:xfrm>
        </p:grpSpPr>
        <mc:AlternateContent xmlns:mc="http://schemas.openxmlformats.org/markup-compatibility/2006" xmlns:p14="http://schemas.microsoft.com/office/powerpoint/2010/main">
          <mc:Choice Requires="p14">
            <p:contentPart p14:bwMode="auto" r:id="rId366">
              <p14:nvContentPartPr>
                <p14:cNvPr id="229" name="Ink 228">
                  <a:extLst>
                    <a:ext uri="{FF2B5EF4-FFF2-40B4-BE49-F238E27FC236}">
                      <a16:creationId xmlns:a16="http://schemas.microsoft.com/office/drawing/2014/main" id="{68F299A9-C01F-77AF-C79E-7CA7F659A4F9}"/>
                    </a:ext>
                  </a:extLst>
                </p14:cNvPr>
                <p14:cNvContentPartPr/>
                <p14:nvPr/>
              </p14:nvContentPartPr>
              <p14:xfrm>
                <a:off x="4963480" y="1494380"/>
                <a:ext cx="62280" cy="230400"/>
              </p14:xfrm>
            </p:contentPart>
          </mc:Choice>
          <mc:Fallback xmlns="">
            <p:pic>
              <p:nvPicPr>
                <p:cNvPr id="229" name="Ink 228">
                  <a:extLst>
                    <a:ext uri="{FF2B5EF4-FFF2-40B4-BE49-F238E27FC236}">
                      <a16:creationId xmlns:a16="http://schemas.microsoft.com/office/drawing/2014/main" id="{68F299A9-C01F-77AF-C79E-7CA7F659A4F9}"/>
                    </a:ext>
                  </a:extLst>
                </p:cNvPr>
                <p:cNvPicPr/>
                <p:nvPr/>
              </p:nvPicPr>
              <p:blipFill>
                <a:blip r:embed="rId367"/>
                <a:stretch>
                  <a:fillRect/>
                </a:stretch>
              </p:blipFill>
              <p:spPr>
                <a:xfrm>
                  <a:off x="4959160" y="1490060"/>
                  <a:ext cx="709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30" name="Ink 229">
                  <a:extLst>
                    <a:ext uri="{FF2B5EF4-FFF2-40B4-BE49-F238E27FC236}">
                      <a16:creationId xmlns:a16="http://schemas.microsoft.com/office/drawing/2014/main" id="{50702083-5BB6-C27B-D79D-82FC0DCCC3E5}"/>
                    </a:ext>
                  </a:extLst>
                </p14:cNvPr>
                <p14:cNvContentPartPr/>
                <p14:nvPr/>
              </p14:nvContentPartPr>
              <p14:xfrm>
                <a:off x="5156800" y="1656380"/>
                <a:ext cx="11520" cy="15480"/>
              </p14:xfrm>
            </p:contentPart>
          </mc:Choice>
          <mc:Fallback xmlns="">
            <p:pic>
              <p:nvPicPr>
                <p:cNvPr id="230" name="Ink 229">
                  <a:extLst>
                    <a:ext uri="{FF2B5EF4-FFF2-40B4-BE49-F238E27FC236}">
                      <a16:creationId xmlns:a16="http://schemas.microsoft.com/office/drawing/2014/main" id="{50702083-5BB6-C27B-D79D-82FC0DCCC3E5}"/>
                    </a:ext>
                  </a:extLst>
                </p:cNvPr>
                <p:cNvPicPr/>
                <p:nvPr/>
              </p:nvPicPr>
              <p:blipFill>
                <a:blip r:embed="rId369"/>
                <a:stretch>
                  <a:fillRect/>
                </a:stretch>
              </p:blipFill>
              <p:spPr>
                <a:xfrm>
                  <a:off x="5152480" y="1652060"/>
                  <a:ext cx="201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31" name="Ink 230">
                  <a:extLst>
                    <a:ext uri="{FF2B5EF4-FFF2-40B4-BE49-F238E27FC236}">
                      <a16:creationId xmlns:a16="http://schemas.microsoft.com/office/drawing/2014/main" id="{AC52FE15-BE0F-3ACD-8529-F528E0800BB3}"/>
                    </a:ext>
                  </a:extLst>
                </p14:cNvPr>
                <p14:cNvContentPartPr/>
                <p14:nvPr/>
              </p14:nvContentPartPr>
              <p14:xfrm>
                <a:off x="5051680" y="1768700"/>
                <a:ext cx="148680" cy="137520"/>
              </p14:xfrm>
            </p:contentPart>
          </mc:Choice>
          <mc:Fallback xmlns="">
            <p:pic>
              <p:nvPicPr>
                <p:cNvPr id="231" name="Ink 230">
                  <a:extLst>
                    <a:ext uri="{FF2B5EF4-FFF2-40B4-BE49-F238E27FC236}">
                      <a16:creationId xmlns:a16="http://schemas.microsoft.com/office/drawing/2014/main" id="{AC52FE15-BE0F-3ACD-8529-F528E0800BB3}"/>
                    </a:ext>
                  </a:extLst>
                </p:cNvPr>
                <p:cNvPicPr/>
                <p:nvPr/>
              </p:nvPicPr>
              <p:blipFill>
                <a:blip r:embed="rId371"/>
                <a:stretch>
                  <a:fillRect/>
                </a:stretch>
              </p:blipFill>
              <p:spPr>
                <a:xfrm>
                  <a:off x="5047360" y="1764380"/>
                  <a:ext cx="157320" cy="146160"/>
                </a:xfrm>
                <a:prstGeom prst="rect">
                  <a:avLst/>
                </a:prstGeom>
              </p:spPr>
            </p:pic>
          </mc:Fallback>
        </mc:AlternateContent>
      </p:grpSp>
      <p:grpSp>
        <p:nvGrpSpPr>
          <p:cNvPr id="240" name="Group 239">
            <a:extLst>
              <a:ext uri="{FF2B5EF4-FFF2-40B4-BE49-F238E27FC236}">
                <a16:creationId xmlns:a16="http://schemas.microsoft.com/office/drawing/2014/main" id="{1C5C259C-D38C-ECEC-2C17-72A626847EDB}"/>
              </a:ext>
            </a:extLst>
          </p:cNvPr>
          <p:cNvGrpSpPr/>
          <p:nvPr/>
        </p:nvGrpSpPr>
        <p:grpSpPr>
          <a:xfrm>
            <a:off x="5450920" y="1449020"/>
            <a:ext cx="650520" cy="378000"/>
            <a:chOff x="5450920" y="1449020"/>
            <a:chExt cx="650520" cy="378000"/>
          </a:xfrm>
        </p:grpSpPr>
        <mc:AlternateContent xmlns:mc="http://schemas.openxmlformats.org/markup-compatibility/2006" xmlns:p14="http://schemas.microsoft.com/office/powerpoint/2010/main">
          <mc:Choice Requires="p14">
            <p:contentPart p14:bwMode="auto" r:id="rId372">
              <p14:nvContentPartPr>
                <p14:cNvPr id="232" name="Ink 231">
                  <a:extLst>
                    <a:ext uri="{FF2B5EF4-FFF2-40B4-BE49-F238E27FC236}">
                      <a16:creationId xmlns:a16="http://schemas.microsoft.com/office/drawing/2014/main" id="{B3278495-486F-D0B8-7DF4-E2D249D483B0}"/>
                    </a:ext>
                  </a:extLst>
                </p14:cNvPr>
                <p14:cNvContentPartPr/>
                <p14:nvPr/>
              </p14:nvContentPartPr>
              <p14:xfrm>
                <a:off x="5450920" y="1576100"/>
                <a:ext cx="178920" cy="250920"/>
              </p14:xfrm>
            </p:contentPart>
          </mc:Choice>
          <mc:Fallback xmlns="">
            <p:pic>
              <p:nvPicPr>
                <p:cNvPr id="232" name="Ink 231">
                  <a:extLst>
                    <a:ext uri="{FF2B5EF4-FFF2-40B4-BE49-F238E27FC236}">
                      <a16:creationId xmlns:a16="http://schemas.microsoft.com/office/drawing/2014/main" id="{B3278495-486F-D0B8-7DF4-E2D249D483B0}"/>
                    </a:ext>
                  </a:extLst>
                </p:cNvPr>
                <p:cNvPicPr/>
                <p:nvPr/>
              </p:nvPicPr>
              <p:blipFill>
                <a:blip r:embed="rId373"/>
                <a:stretch>
                  <a:fillRect/>
                </a:stretch>
              </p:blipFill>
              <p:spPr>
                <a:xfrm>
                  <a:off x="5446600" y="1571780"/>
                  <a:ext cx="1875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33" name="Ink 232">
                  <a:extLst>
                    <a:ext uri="{FF2B5EF4-FFF2-40B4-BE49-F238E27FC236}">
                      <a16:creationId xmlns:a16="http://schemas.microsoft.com/office/drawing/2014/main" id="{3A74BF83-FFA3-B8A2-2E99-0B4187EE9780}"/>
                    </a:ext>
                  </a:extLst>
                </p14:cNvPr>
                <p14:cNvContentPartPr/>
                <p14:nvPr/>
              </p14:nvContentPartPr>
              <p14:xfrm>
                <a:off x="5647120" y="1449020"/>
                <a:ext cx="26640" cy="32760"/>
              </p14:xfrm>
            </p:contentPart>
          </mc:Choice>
          <mc:Fallback xmlns="">
            <p:pic>
              <p:nvPicPr>
                <p:cNvPr id="233" name="Ink 232">
                  <a:extLst>
                    <a:ext uri="{FF2B5EF4-FFF2-40B4-BE49-F238E27FC236}">
                      <a16:creationId xmlns:a16="http://schemas.microsoft.com/office/drawing/2014/main" id="{3A74BF83-FFA3-B8A2-2E99-0B4187EE9780}"/>
                    </a:ext>
                  </a:extLst>
                </p:cNvPr>
                <p:cNvPicPr/>
                <p:nvPr/>
              </p:nvPicPr>
              <p:blipFill>
                <a:blip r:embed="rId375"/>
                <a:stretch>
                  <a:fillRect/>
                </a:stretch>
              </p:blipFill>
              <p:spPr>
                <a:xfrm>
                  <a:off x="5642800" y="1444700"/>
                  <a:ext cx="352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34" name="Ink 233">
                  <a:extLst>
                    <a:ext uri="{FF2B5EF4-FFF2-40B4-BE49-F238E27FC236}">
                      <a16:creationId xmlns:a16="http://schemas.microsoft.com/office/drawing/2014/main" id="{5EE6E6E9-6822-BDF0-D5C2-0C16284CFFC2}"/>
                    </a:ext>
                  </a:extLst>
                </p14:cNvPr>
                <p14:cNvContentPartPr/>
                <p14:nvPr/>
              </p14:nvContentPartPr>
              <p14:xfrm>
                <a:off x="5831440" y="1538660"/>
                <a:ext cx="39600" cy="136440"/>
              </p14:xfrm>
            </p:contentPart>
          </mc:Choice>
          <mc:Fallback xmlns="">
            <p:pic>
              <p:nvPicPr>
                <p:cNvPr id="234" name="Ink 233">
                  <a:extLst>
                    <a:ext uri="{FF2B5EF4-FFF2-40B4-BE49-F238E27FC236}">
                      <a16:creationId xmlns:a16="http://schemas.microsoft.com/office/drawing/2014/main" id="{5EE6E6E9-6822-BDF0-D5C2-0C16284CFFC2}"/>
                    </a:ext>
                  </a:extLst>
                </p:cNvPr>
                <p:cNvPicPr/>
                <p:nvPr/>
              </p:nvPicPr>
              <p:blipFill>
                <a:blip r:embed="rId377"/>
                <a:stretch>
                  <a:fillRect/>
                </a:stretch>
              </p:blipFill>
              <p:spPr>
                <a:xfrm>
                  <a:off x="5827120" y="1534340"/>
                  <a:ext cx="482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35" name="Ink 234">
                  <a:extLst>
                    <a:ext uri="{FF2B5EF4-FFF2-40B4-BE49-F238E27FC236}">
                      <a16:creationId xmlns:a16="http://schemas.microsoft.com/office/drawing/2014/main" id="{E462D06F-9AD9-D915-70A0-C3DD66F05EA0}"/>
                    </a:ext>
                  </a:extLst>
                </p14:cNvPr>
                <p14:cNvContentPartPr/>
                <p14:nvPr/>
              </p14:nvContentPartPr>
              <p14:xfrm>
                <a:off x="5817040" y="1601660"/>
                <a:ext cx="93240" cy="21240"/>
              </p14:xfrm>
            </p:contentPart>
          </mc:Choice>
          <mc:Fallback xmlns="">
            <p:pic>
              <p:nvPicPr>
                <p:cNvPr id="235" name="Ink 234">
                  <a:extLst>
                    <a:ext uri="{FF2B5EF4-FFF2-40B4-BE49-F238E27FC236}">
                      <a16:creationId xmlns:a16="http://schemas.microsoft.com/office/drawing/2014/main" id="{E462D06F-9AD9-D915-70A0-C3DD66F05EA0}"/>
                    </a:ext>
                  </a:extLst>
                </p:cNvPr>
                <p:cNvPicPr/>
                <p:nvPr/>
              </p:nvPicPr>
              <p:blipFill>
                <a:blip r:embed="rId379"/>
                <a:stretch>
                  <a:fillRect/>
                </a:stretch>
              </p:blipFill>
              <p:spPr>
                <a:xfrm>
                  <a:off x="5812720" y="1597340"/>
                  <a:ext cx="101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36" name="Ink 235">
                  <a:extLst>
                    <a:ext uri="{FF2B5EF4-FFF2-40B4-BE49-F238E27FC236}">
                      <a16:creationId xmlns:a16="http://schemas.microsoft.com/office/drawing/2014/main" id="{335C9454-9C1B-2271-9E9C-C38D579A2F59}"/>
                    </a:ext>
                  </a:extLst>
                </p14:cNvPr>
                <p14:cNvContentPartPr/>
                <p14:nvPr/>
              </p14:nvContentPartPr>
              <p14:xfrm>
                <a:off x="6040600" y="1541540"/>
                <a:ext cx="19800" cy="104760"/>
              </p14:xfrm>
            </p:contentPart>
          </mc:Choice>
          <mc:Fallback xmlns="">
            <p:pic>
              <p:nvPicPr>
                <p:cNvPr id="236" name="Ink 235">
                  <a:extLst>
                    <a:ext uri="{FF2B5EF4-FFF2-40B4-BE49-F238E27FC236}">
                      <a16:creationId xmlns:a16="http://schemas.microsoft.com/office/drawing/2014/main" id="{335C9454-9C1B-2271-9E9C-C38D579A2F59}"/>
                    </a:ext>
                  </a:extLst>
                </p:cNvPr>
                <p:cNvPicPr/>
                <p:nvPr/>
              </p:nvPicPr>
              <p:blipFill>
                <a:blip r:embed="rId381"/>
                <a:stretch>
                  <a:fillRect/>
                </a:stretch>
              </p:blipFill>
              <p:spPr>
                <a:xfrm>
                  <a:off x="6036280" y="1537220"/>
                  <a:ext cx="284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37" name="Ink 236">
                  <a:extLst>
                    <a:ext uri="{FF2B5EF4-FFF2-40B4-BE49-F238E27FC236}">
                      <a16:creationId xmlns:a16="http://schemas.microsoft.com/office/drawing/2014/main" id="{8BC18522-2570-DE9A-35AF-61929EB4B52C}"/>
                    </a:ext>
                  </a:extLst>
                </p14:cNvPr>
                <p14:cNvContentPartPr/>
                <p14:nvPr/>
              </p14:nvContentPartPr>
              <p14:xfrm>
                <a:off x="5993440" y="1597700"/>
                <a:ext cx="108000" cy="11520"/>
              </p14:xfrm>
            </p:contentPart>
          </mc:Choice>
          <mc:Fallback xmlns="">
            <p:pic>
              <p:nvPicPr>
                <p:cNvPr id="237" name="Ink 236">
                  <a:extLst>
                    <a:ext uri="{FF2B5EF4-FFF2-40B4-BE49-F238E27FC236}">
                      <a16:creationId xmlns:a16="http://schemas.microsoft.com/office/drawing/2014/main" id="{8BC18522-2570-DE9A-35AF-61929EB4B52C}"/>
                    </a:ext>
                  </a:extLst>
                </p:cNvPr>
                <p:cNvPicPr/>
                <p:nvPr/>
              </p:nvPicPr>
              <p:blipFill>
                <a:blip r:embed="rId383"/>
                <a:stretch>
                  <a:fillRect/>
                </a:stretch>
              </p:blipFill>
              <p:spPr>
                <a:xfrm>
                  <a:off x="5989120" y="1593380"/>
                  <a:ext cx="116640" cy="2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4">
            <p14:nvContentPartPr>
              <p14:cNvPr id="238" name="Ink 237">
                <a:extLst>
                  <a:ext uri="{FF2B5EF4-FFF2-40B4-BE49-F238E27FC236}">
                    <a16:creationId xmlns:a16="http://schemas.microsoft.com/office/drawing/2014/main" id="{136D202F-4BD5-C701-0556-FCC5878C9BD0}"/>
                  </a:ext>
                </a:extLst>
              </p14:cNvPr>
              <p14:cNvContentPartPr/>
              <p14:nvPr/>
            </p14:nvContentPartPr>
            <p14:xfrm>
              <a:off x="6271720" y="1405100"/>
              <a:ext cx="146160" cy="351000"/>
            </p14:xfrm>
          </p:contentPart>
        </mc:Choice>
        <mc:Fallback xmlns="">
          <p:pic>
            <p:nvPicPr>
              <p:cNvPr id="238" name="Ink 237">
                <a:extLst>
                  <a:ext uri="{FF2B5EF4-FFF2-40B4-BE49-F238E27FC236}">
                    <a16:creationId xmlns:a16="http://schemas.microsoft.com/office/drawing/2014/main" id="{136D202F-4BD5-C701-0556-FCC5878C9BD0}"/>
                  </a:ext>
                </a:extLst>
              </p:cNvPr>
              <p:cNvPicPr/>
              <p:nvPr/>
            </p:nvPicPr>
            <p:blipFill>
              <a:blip r:embed="rId385"/>
              <a:stretch>
                <a:fillRect/>
              </a:stretch>
            </p:blipFill>
            <p:spPr>
              <a:xfrm>
                <a:off x="6267400" y="1400780"/>
                <a:ext cx="15480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39" name="Ink 238">
                <a:extLst>
                  <a:ext uri="{FF2B5EF4-FFF2-40B4-BE49-F238E27FC236}">
                    <a16:creationId xmlns:a16="http://schemas.microsoft.com/office/drawing/2014/main" id="{FECA9D5C-35DE-A730-8F64-5F045C5F89FE}"/>
                  </a:ext>
                </a:extLst>
              </p14:cNvPr>
              <p14:cNvContentPartPr/>
              <p14:nvPr/>
            </p14:nvContentPartPr>
            <p14:xfrm>
              <a:off x="6623800" y="1308620"/>
              <a:ext cx="298800" cy="386280"/>
            </p14:xfrm>
          </p:contentPart>
        </mc:Choice>
        <mc:Fallback xmlns="">
          <p:pic>
            <p:nvPicPr>
              <p:cNvPr id="239" name="Ink 238">
                <a:extLst>
                  <a:ext uri="{FF2B5EF4-FFF2-40B4-BE49-F238E27FC236}">
                    <a16:creationId xmlns:a16="http://schemas.microsoft.com/office/drawing/2014/main" id="{FECA9D5C-35DE-A730-8F64-5F045C5F89FE}"/>
                  </a:ext>
                </a:extLst>
              </p:cNvPr>
              <p:cNvPicPr/>
              <p:nvPr/>
            </p:nvPicPr>
            <p:blipFill>
              <a:blip r:embed="rId387"/>
              <a:stretch>
                <a:fillRect/>
              </a:stretch>
            </p:blipFill>
            <p:spPr>
              <a:xfrm>
                <a:off x="6619480" y="1304300"/>
                <a:ext cx="30744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43" name="Ink 242">
                <a:extLst>
                  <a:ext uri="{FF2B5EF4-FFF2-40B4-BE49-F238E27FC236}">
                    <a16:creationId xmlns:a16="http://schemas.microsoft.com/office/drawing/2014/main" id="{B8E584F9-F96B-E9A7-58C9-61CDCB4B59EC}"/>
                  </a:ext>
                </a:extLst>
              </p14:cNvPr>
              <p14:cNvContentPartPr/>
              <p14:nvPr/>
            </p14:nvContentPartPr>
            <p14:xfrm>
              <a:off x="342880" y="4917620"/>
              <a:ext cx="263520" cy="326880"/>
            </p14:xfrm>
          </p:contentPart>
        </mc:Choice>
        <mc:Fallback xmlns="">
          <p:pic>
            <p:nvPicPr>
              <p:cNvPr id="243" name="Ink 242">
                <a:extLst>
                  <a:ext uri="{FF2B5EF4-FFF2-40B4-BE49-F238E27FC236}">
                    <a16:creationId xmlns:a16="http://schemas.microsoft.com/office/drawing/2014/main" id="{B8E584F9-F96B-E9A7-58C9-61CDCB4B59EC}"/>
                  </a:ext>
                </a:extLst>
              </p:cNvPr>
              <p:cNvPicPr/>
              <p:nvPr/>
            </p:nvPicPr>
            <p:blipFill>
              <a:blip r:embed="rId389"/>
              <a:stretch>
                <a:fillRect/>
              </a:stretch>
            </p:blipFill>
            <p:spPr>
              <a:xfrm>
                <a:off x="338560" y="4913300"/>
                <a:ext cx="272160" cy="335520"/>
              </a:xfrm>
              <a:prstGeom prst="rect">
                <a:avLst/>
              </a:prstGeom>
            </p:spPr>
          </p:pic>
        </mc:Fallback>
      </mc:AlternateContent>
      <p:grpSp>
        <p:nvGrpSpPr>
          <p:cNvPr id="63" name="Group 62">
            <a:extLst>
              <a:ext uri="{FF2B5EF4-FFF2-40B4-BE49-F238E27FC236}">
                <a16:creationId xmlns:a16="http://schemas.microsoft.com/office/drawing/2014/main" id="{269C9514-9BD2-4F73-231C-A60826FD0D0E}"/>
              </a:ext>
            </a:extLst>
          </p:cNvPr>
          <p:cNvGrpSpPr/>
          <p:nvPr/>
        </p:nvGrpSpPr>
        <p:grpSpPr>
          <a:xfrm>
            <a:off x="5197464" y="5337216"/>
            <a:ext cx="1136880" cy="307440"/>
            <a:chOff x="5197464" y="5337216"/>
            <a:chExt cx="1136880" cy="307440"/>
          </a:xfrm>
        </p:grpSpPr>
        <mc:AlternateContent xmlns:mc="http://schemas.openxmlformats.org/markup-compatibility/2006" xmlns:p14="http://schemas.microsoft.com/office/powerpoint/2010/main">
          <mc:Choice Requires="p14">
            <p:contentPart p14:bwMode="auto" r:id="rId390">
              <p14:nvContentPartPr>
                <p14:cNvPr id="3" name="Ink 2">
                  <a:extLst>
                    <a:ext uri="{FF2B5EF4-FFF2-40B4-BE49-F238E27FC236}">
                      <a16:creationId xmlns:a16="http://schemas.microsoft.com/office/drawing/2014/main" id="{27769DA5-87B8-F35D-F202-5A339BB65A21}"/>
                    </a:ext>
                  </a:extLst>
                </p14:cNvPr>
                <p14:cNvContentPartPr/>
                <p14:nvPr/>
              </p14:nvContentPartPr>
              <p14:xfrm>
                <a:off x="5197464" y="5337216"/>
                <a:ext cx="127440" cy="307440"/>
              </p14:xfrm>
            </p:contentPart>
          </mc:Choice>
          <mc:Fallback xmlns="">
            <p:pic>
              <p:nvPicPr>
                <p:cNvPr id="3" name="Ink 2">
                  <a:extLst>
                    <a:ext uri="{FF2B5EF4-FFF2-40B4-BE49-F238E27FC236}">
                      <a16:creationId xmlns:a16="http://schemas.microsoft.com/office/drawing/2014/main" id="{27769DA5-87B8-F35D-F202-5A339BB65A21}"/>
                    </a:ext>
                  </a:extLst>
                </p:cNvPr>
                <p:cNvPicPr/>
                <p:nvPr/>
              </p:nvPicPr>
              <p:blipFill>
                <a:blip r:embed="rId391"/>
                <a:stretch>
                  <a:fillRect/>
                </a:stretch>
              </p:blipFill>
              <p:spPr>
                <a:xfrm>
                  <a:off x="5193144" y="5332896"/>
                  <a:ext cx="1360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4" name="Ink 3">
                  <a:extLst>
                    <a:ext uri="{FF2B5EF4-FFF2-40B4-BE49-F238E27FC236}">
                      <a16:creationId xmlns:a16="http://schemas.microsoft.com/office/drawing/2014/main" id="{847CCC85-1925-3908-7E54-EAA1EE930F83}"/>
                    </a:ext>
                  </a:extLst>
                </p14:cNvPr>
                <p14:cNvContentPartPr/>
                <p14:nvPr/>
              </p14:nvContentPartPr>
              <p14:xfrm>
                <a:off x="5207544" y="5362416"/>
                <a:ext cx="248040" cy="278280"/>
              </p14:xfrm>
            </p:contentPart>
          </mc:Choice>
          <mc:Fallback xmlns="">
            <p:pic>
              <p:nvPicPr>
                <p:cNvPr id="4" name="Ink 3">
                  <a:extLst>
                    <a:ext uri="{FF2B5EF4-FFF2-40B4-BE49-F238E27FC236}">
                      <a16:creationId xmlns:a16="http://schemas.microsoft.com/office/drawing/2014/main" id="{847CCC85-1925-3908-7E54-EAA1EE930F83}"/>
                    </a:ext>
                  </a:extLst>
                </p:cNvPr>
                <p:cNvPicPr/>
                <p:nvPr/>
              </p:nvPicPr>
              <p:blipFill>
                <a:blip r:embed="rId393"/>
                <a:stretch>
                  <a:fillRect/>
                </a:stretch>
              </p:blipFill>
              <p:spPr>
                <a:xfrm>
                  <a:off x="5202864" y="5358096"/>
                  <a:ext cx="25668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58" name="Ink 57">
                  <a:extLst>
                    <a:ext uri="{FF2B5EF4-FFF2-40B4-BE49-F238E27FC236}">
                      <a16:creationId xmlns:a16="http://schemas.microsoft.com/office/drawing/2014/main" id="{3F26C159-BFA4-BA32-B081-EA25A6FEDAD8}"/>
                    </a:ext>
                  </a:extLst>
                </p14:cNvPr>
                <p14:cNvContentPartPr/>
                <p14:nvPr/>
              </p14:nvContentPartPr>
              <p14:xfrm>
                <a:off x="5421384" y="5569416"/>
                <a:ext cx="162000" cy="44640"/>
              </p14:xfrm>
            </p:contentPart>
          </mc:Choice>
          <mc:Fallback xmlns="">
            <p:pic>
              <p:nvPicPr>
                <p:cNvPr id="58" name="Ink 57">
                  <a:extLst>
                    <a:ext uri="{FF2B5EF4-FFF2-40B4-BE49-F238E27FC236}">
                      <a16:creationId xmlns:a16="http://schemas.microsoft.com/office/drawing/2014/main" id="{3F26C159-BFA4-BA32-B081-EA25A6FEDAD8}"/>
                    </a:ext>
                  </a:extLst>
                </p:cNvPr>
                <p:cNvPicPr/>
                <p:nvPr/>
              </p:nvPicPr>
              <p:blipFill>
                <a:blip r:embed="rId395"/>
                <a:stretch>
                  <a:fillRect/>
                </a:stretch>
              </p:blipFill>
              <p:spPr>
                <a:xfrm>
                  <a:off x="5417064" y="5565096"/>
                  <a:ext cx="170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59" name="Ink 58">
                  <a:extLst>
                    <a:ext uri="{FF2B5EF4-FFF2-40B4-BE49-F238E27FC236}">
                      <a16:creationId xmlns:a16="http://schemas.microsoft.com/office/drawing/2014/main" id="{878C09F2-7739-CA6D-3285-4A227D3D0D8E}"/>
                    </a:ext>
                  </a:extLst>
                </p14:cNvPr>
                <p14:cNvContentPartPr/>
                <p14:nvPr/>
              </p14:nvContentPartPr>
              <p14:xfrm>
                <a:off x="5682384" y="5414256"/>
                <a:ext cx="137160" cy="179640"/>
              </p14:xfrm>
            </p:contentPart>
          </mc:Choice>
          <mc:Fallback xmlns="">
            <p:pic>
              <p:nvPicPr>
                <p:cNvPr id="59" name="Ink 58">
                  <a:extLst>
                    <a:ext uri="{FF2B5EF4-FFF2-40B4-BE49-F238E27FC236}">
                      <a16:creationId xmlns:a16="http://schemas.microsoft.com/office/drawing/2014/main" id="{878C09F2-7739-CA6D-3285-4A227D3D0D8E}"/>
                    </a:ext>
                  </a:extLst>
                </p:cNvPr>
                <p:cNvPicPr/>
                <p:nvPr/>
              </p:nvPicPr>
              <p:blipFill>
                <a:blip r:embed="rId397"/>
                <a:stretch>
                  <a:fillRect/>
                </a:stretch>
              </p:blipFill>
              <p:spPr>
                <a:xfrm>
                  <a:off x="5678064" y="5409936"/>
                  <a:ext cx="1458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60" name="Ink 59">
                  <a:extLst>
                    <a:ext uri="{FF2B5EF4-FFF2-40B4-BE49-F238E27FC236}">
                      <a16:creationId xmlns:a16="http://schemas.microsoft.com/office/drawing/2014/main" id="{504A83F5-617A-AA66-8082-7FAEDDF65C89}"/>
                    </a:ext>
                  </a:extLst>
                </p14:cNvPr>
                <p14:cNvContentPartPr/>
                <p14:nvPr/>
              </p14:nvContentPartPr>
              <p14:xfrm>
                <a:off x="5929704" y="5338296"/>
                <a:ext cx="110880" cy="250200"/>
              </p14:xfrm>
            </p:contentPart>
          </mc:Choice>
          <mc:Fallback xmlns="">
            <p:pic>
              <p:nvPicPr>
                <p:cNvPr id="60" name="Ink 59">
                  <a:extLst>
                    <a:ext uri="{FF2B5EF4-FFF2-40B4-BE49-F238E27FC236}">
                      <a16:creationId xmlns:a16="http://schemas.microsoft.com/office/drawing/2014/main" id="{504A83F5-617A-AA66-8082-7FAEDDF65C89}"/>
                    </a:ext>
                  </a:extLst>
                </p:cNvPr>
                <p:cNvPicPr/>
                <p:nvPr/>
              </p:nvPicPr>
              <p:blipFill>
                <a:blip r:embed="rId399"/>
                <a:stretch>
                  <a:fillRect/>
                </a:stretch>
              </p:blipFill>
              <p:spPr>
                <a:xfrm>
                  <a:off x="5925384" y="5333976"/>
                  <a:ext cx="1195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61" name="Ink 60">
                  <a:extLst>
                    <a:ext uri="{FF2B5EF4-FFF2-40B4-BE49-F238E27FC236}">
                      <a16:creationId xmlns:a16="http://schemas.microsoft.com/office/drawing/2014/main" id="{F7AE6859-E2A4-77D5-5042-678D61BA092A}"/>
                    </a:ext>
                  </a:extLst>
                </p14:cNvPr>
                <p14:cNvContentPartPr/>
                <p14:nvPr/>
              </p14:nvContentPartPr>
              <p14:xfrm>
                <a:off x="6109344" y="5345136"/>
                <a:ext cx="120960" cy="227160"/>
              </p14:xfrm>
            </p:contentPart>
          </mc:Choice>
          <mc:Fallback xmlns="">
            <p:pic>
              <p:nvPicPr>
                <p:cNvPr id="61" name="Ink 60">
                  <a:extLst>
                    <a:ext uri="{FF2B5EF4-FFF2-40B4-BE49-F238E27FC236}">
                      <a16:creationId xmlns:a16="http://schemas.microsoft.com/office/drawing/2014/main" id="{F7AE6859-E2A4-77D5-5042-678D61BA092A}"/>
                    </a:ext>
                  </a:extLst>
                </p:cNvPr>
                <p:cNvPicPr/>
                <p:nvPr/>
              </p:nvPicPr>
              <p:blipFill>
                <a:blip r:embed="rId401"/>
                <a:stretch>
                  <a:fillRect/>
                </a:stretch>
              </p:blipFill>
              <p:spPr>
                <a:xfrm>
                  <a:off x="6105024" y="5340816"/>
                  <a:ext cx="1296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62" name="Ink 61">
                  <a:extLst>
                    <a:ext uri="{FF2B5EF4-FFF2-40B4-BE49-F238E27FC236}">
                      <a16:creationId xmlns:a16="http://schemas.microsoft.com/office/drawing/2014/main" id="{D78C6490-D3E9-751A-08AF-C92EAE3166FD}"/>
                    </a:ext>
                  </a:extLst>
                </p14:cNvPr>
                <p14:cNvContentPartPr/>
                <p14:nvPr/>
              </p14:nvContentPartPr>
              <p14:xfrm>
                <a:off x="6183864" y="5491296"/>
                <a:ext cx="150480" cy="90000"/>
              </p14:xfrm>
            </p:contentPart>
          </mc:Choice>
          <mc:Fallback xmlns="">
            <p:pic>
              <p:nvPicPr>
                <p:cNvPr id="62" name="Ink 61">
                  <a:extLst>
                    <a:ext uri="{FF2B5EF4-FFF2-40B4-BE49-F238E27FC236}">
                      <a16:creationId xmlns:a16="http://schemas.microsoft.com/office/drawing/2014/main" id="{D78C6490-D3E9-751A-08AF-C92EAE3166FD}"/>
                    </a:ext>
                  </a:extLst>
                </p:cNvPr>
                <p:cNvPicPr/>
                <p:nvPr/>
              </p:nvPicPr>
              <p:blipFill>
                <a:blip r:embed="rId403"/>
                <a:stretch>
                  <a:fillRect/>
                </a:stretch>
              </p:blipFill>
              <p:spPr>
                <a:xfrm>
                  <a:off x="6179544" y="5486976"/>
                  <a:ext cx="159120" cy="98640"/>
                </a:xfrm>
                <a:prstGeom prst="rect">
                  <a:avLst/>
                </a:prstGeom>
              </p:spPr>
            </p:pic>
          </mc:Fallback>
        </mc:AlternateContent>
      </p:grpSp>
      <p:grpSp>
        <p:nvGrpSpPr>
          <p:cNvPr id="106" name="Group 105">
            <a:extLst>
              <a:ext uri="{FF2B5EF4-FFF2-40B4-BE49-F238E27FC236}">
                <a16:creationId xmlns:a16="http://schemas.microsoft.com/office/drawing/2014/main" id="{3BCDC2F3-7161-7E4A-F69B-482029AA20B3}"/>
              </a:ext>
            </a:extLst>
          </p:cNvPr>
          <p:cNvGrpSpPr/>
          <p:nvPr/>
        </p:nvGrpSpPr>
        <p:grpSpPr>
          <a:xfrm>
            <a:off x="6575184" y="5337216"/>
            <a:ext cx="911520" cy="252000"/>
            <a:chOff x="6575184" y="5337216"/>
            <a:chExt cx="911520" cy="252000"/>
          </a:xfrm>
        </p:grpSpPr>
        <mc:AlternateContent xmlns:mc="http://schemas.openxmlformats.org/markup-compatibility/2006" xmlns:p14="http://schemas.microsoft.com/office/powerpoint/2010/main">
          <mc:Choice Requires="p14">
            <p:contentPart p14:bwMode="auto" r:id="rId404">
              <p14:nvContentPartPr>
                <p14:cNvPr id="65" name="Ink 64">
                  <a:extLst>
                    <a:ext uri="{FF2B5EF4-FFF2-40B4-BE49-F238E27FC236}">
                      <a16:creationId xmlns:a16="http://schemas.microsoft.com/office/drawing/2014/main" id="{5495378A-9D4A-12BD-56A0-D7202454E817}"/>
                    </a:ext>
                  </a:extLst>
                </p14:cNvPr>
                <p14:cNvContentPartPr/>
                <p14:nvPr/>
              </p14:nvContentPartPr>
              <p14:xfrm>
                <a:off x="6575184" y="5353776"/>
                <a:ext cx="202680" cy="219960"/>
              </p14:xfrm>
            </p:contentPart>
          </mc:Choice>
          <mc:Fallback xmlns="">
            <p:pic>
              <p:nvPicPr>
                <p:cNvPr id="65" name="Ink 64">
                  <a:extLst>
                    <a:ext uri="{FF2B5EF4-FFF2-40B4-BE49-F238E27FC236}">
                      <a16:creationId xmlns:a16="http://schemas.microsoft.com/office/drawing/2014/main" id="{5495378A-9D4A-12BD-56A0-D7202454E817}"/>
                    </a:ext>
                  </a:extLst>
                </p:cNvPr>
                <p:cNvPicPr/>
                <p:nvPr/>
              </p:nvPicPr>
              <p:blipFill>
                <a:blip r:embed="rId405"/>
                <a:stretch>
                  <a:fillRect/>
                </a:stretch>
              </p:blipFill>
              <p:spPr>
                <a:xfrm>
                  <a:off x="6570864" y="5349456"/>
                  <a:ext cx="2113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66" name="Ink 65">
                  <a:extLst>
                    <a:ext uri="{FF2B5EF4-FFF2-40B4-BE49-F238E27FC236}">
                      <a16:creationId xmlns:a16="http://schemas.microsoft.com/office/drawing/2014/main" id="{BFD15888-0C78-F959-0023-FC3D024211C3}"/>
                    </a:ext>
                  </a:extLst>
                </p14:cNvPr>
                <p14:cNvContentPartPr/>
                <p14:nvPr/>
              </p14:nvContentPartPr>
              <p14:xfrm>
                <a:off x="6781104" y="5465376"/>
                <a:ext cx="119880" cy="122760"/>
              </p14:xfrm>
            </p:contentPart>
          </mc:Choice>
          <mc:Fallback xmlns="">
            <p:pic>
              <p:nvPicPr>
                <p:cNvPr id="66" name="Ink 65">
                  <a:extLst>
                    <a:ext uri="{FF2B5EF4-FFF2-40B4-BE49-F238E27FC236}">
                      <a16:creationId xmlns:a16="http://schemas.microsoft.com/office/drawing/2014/main" id="{BFD15888-0C78-F959-0023-FC3D024211C3}"/>
                    </a:ext>
                  </a:extLst>
                </p:cNvPr>
                <p:cNvPicPr/>
                <p:nvPr/>
              </p:nvPicPr>
              <p:blipFill>
                <a:blip r:embed="rId407"/>
                <a:stretch>
                  <a:fillRect/>
                </a:stretch>
              </p:blipFill>
              <p:spPr>
                <a:xfrm>
                  <a:off x="6776784" y="5461056"/>
                  <a:ext cx="1285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76" name="Ink 75">
                  <a:extLst>
                    <a:ext uri="{FF2B5EF4-FFF2-40B4-BE49-F238E27FC236}">
                      <a16:creationId xmlns:a16="http://schemas.microsoft.com/office/drawing/2014/main" id="{52FE0C8E-51E3-6716-8BDC-B17FB968019C}"/>
                    </a:ext>
                  </a:extLst>
                </p14:cNvPr>
                <p14:cNvContentPartPr/>
                <p14:nvPr/>
              </p14:nvContentPartPr>
              <p14:xfrm>
                <a:off x="6888384" y="5512536"/>
                <a:ext cx="360" cy="360"/>
              </p14:xfrm>
            </p:contentPart>
          </mc:Choice>
          <mc:Fallback xmlns="">
            <p:pic>
              <p:nvPicPr>
                <p:cNvPr id="76" name="Ink 75">
                  <a:extLst>
                    <a:ext uri="{FF2B5EF4-FFF2-40B4-BE49-F238E27FC236}">
                      <a16:creationId xmlns:a16="http://schemas.microsoft.com/office/drawing/2014/main" id="{52FE0C8E-51E3-6716-8BDC-B17FB968019C}"/>
                    </a:ext>
                  </a:extLst>
                </p:cNvPr>
                <p:cNvPicPr/>
                <p:nvPr/>
              </p:nvPicPr>
              <p:blipFill>
                <a:blip r:embed="rId409"/>
                <a:stretch>
                  <a:fillRect/>
                </a:stretch>
              </p:blipFill>
              <p:spPr>
                <a:xfrm>
                  <a:off x="6884064" y="550821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77" name="Ink 76">
                  <a:extLst>
                    <a:ext uri="{FF2B5EF4-FFF2-40B4-BE49-F238E27FC236}">
                      <a16:creationId xmlns:a16="http://schemas.microsoft.com/office/drawing/2014/main" id="{7A0F99E2-A981-6B3F-75D1-2B15DCD253BA}"/>
                    </a:ext>
                  </a:extLst>
                </p14:cNvPr>
                <p14:cNvContentPartPr/>
                <p14:nvPr/>
              </p14:nvContentPartPr>
              <p14:xfrm>
                <a:off x="6888384" y="5444496"/>
                <a:ext cx="189720" cy="144720"/>
              </p14:xfrm>
            </p:contentPart>
          </mc:Choice>
          <mc:Fallback xmlns="">
            <p:pic>
              <p:nvPicPr>
                <p:cNvPr id="77" name="Ink 76">
                  <a:extLst>
                    <a:ext uri="{FF2B5EF4-FFF2-40B4-BE49-F238E27FC236}">
                      <a16:creationId xmlns:a16="http://schemas.microsoft.com/office/drawing/2014/main" id="{7A0F99E2-A981-6B3F-75D1-2B15DCD253BA}"/>
                    </a:ext>
                  </a:extLst>
                </p:cNvPr>
                <p:cNvPicPr/>
                <p:nvPr/>
              </p:nvPicPr>
              <p:blipFill>
                <a:blip r:embed="rId411"/>
                <a:stretch>
                  <a:fillRect/>
                </a:stretch>
              </p:blipFill>
              <p:spPr>
                <a:xfrm>
                  <a:off x="6884064" y="5440176"/>
                  <a:ext cx="1983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78" name="Ink 77">
                  <a:extLst>
                    <a:ext uri="{FF2B5EF4-FFF2-40B4-BE49-F238E27FC236}">
                      <a16:creationId xmlns:a16="http://schemas.microsoft.com/office/drawing/2014/main" id="{8924202F-5964-7D9C-9725-CFD2CC100AC6}"/>
                    </a:ext>
                  </a:extLst>
                </p14:cNvPr>
                <p14:cNvContentPartPr/>
                <p14:nvPr/>
              </p14:nvContentPartPr>
              <p14:xfrm>
                <a:off x="7236504" y="5337216"/>
                <a:ext cx="91080" cy="212040"/>
              </p14:xfrm>
            </p:contentPart>
          </mc:Choice>
          <mc:Fallback xmlns="">
            <p:pic>
              <p:nvPicPr>
                <p:cNvPr id="78" name="Ink 77">
                  <a:extLst>
                    <a:ext uri="{FF2B5EF4-FFF2-40B4-BE49-F238E27FC236}">
                      <a16:creationId xmlns:a16="http://schemas.microsoft.com/office/drawing/2014/main" id="{8924202F-5964-7D9C-9725-CFD2CC100AC6}"/>
                    </a:ext>
                  </a:extLst>
                </p:cNvPr>
                <p:cNvPicPr/>
                <p:nvPr/>
              </p:nvPicPr>
              <p:blipFill>
                <a:blip r:embed="rId413"/>
                <a:stretch>
                  <a:fillRect/>
                </a:stretch>
              </p:blipFill>
              <p:spPr>
                <a:xfrm>
                  <a:off x="7232184" y="5332896"/>
                  <a:ext cx="997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81" name="Ink 80">
                  <a:extLst>
                    <a:ext uri="{FF2B5EF4-FFF2-40B4-BE49-F238E27FC236}">
                      <a16:creationId xmlns:a16="http://schemas.microsoft.com/office/drawing/2014/main" id="{035EB9CA-B9F1-C7DD-8BCB-2CBC4E786AB5}"/>
                    </a:ext>
                  </a:extLst>
                </p14:cNvPr>
                <p14:cNvContentPartPr/>
                <p14:nvPr/>
              </p14:nvContentPartPr>
              <p14:xfrm>
                <a:off x="7202304" y="5439096"/>
                <a:ext cx="284400" cy="13680"/>
              </p14:xfrm>
            </p:contentPart>
          </mc:Choice>
          <mc:Fallback xmlns="">
            <p:pic>
              <p:nvPicPr>
                <p:cNvPr id="81" name="Ink 80">
                  <a:extLst>
                    <a:ext uri="{FF2B5EF4-FFF2-40B4-BE49-F238E27FC236}">
                      <a16:creationId xmlns:a16="http://schemas.microsoft.com/office/drawing/2014/main" id="{035EB9CA-B9F1-C7DD-8BCB-2CBC4E786AB5}"/>
                    </a:ext>
                  </a:extLst>
                </p:cNvPr>
                <p:cNvPicPr/>
                <p:nvPr/>
              </p:nvPicPr>
              <p:blipFill>
                <a:blip r:embed="rId415"/>
                <a:stretch>
                  <a:fillRect/>
                </a:stretch>
              </p:blipFill>
              <p:spPr>
                <a:xfrm>
                  <a:off x="7197984" y="5434776"/>
                  <a:ext cx="293040" cy="22320"/>
                </a:xfrm>
                <a:prstGeom prst="rect">
                  <a:avLst/>
                </a:prstGeom>
              </p:spPr>
            </p:pic>
          </mc:Fallback>
        </mc:AlternateContent>
      </p:grpSp>
      <p:grpSp>
        <p:nvGrpSpPr>
          <p:cNvPr id="135" name="Group 134">
            <a:extLst>
              <a:ext uri="{FF2B5EF4-FFF2-40B4-BE49-F238E27FC236}">
                <a16:creationId xmlns:a16="http://schemas.microsoft.com/office/drawing/2014/main" id="{E7D6479C-6AB8-0E27-A249-A2632075E678}"/>
              </a:ext>
            </a:extLst>
          </p:cNvPr>
          <p:cNvGrpSpPr/>
          <p:nvPr/>
        </p:nvGrpSpPr>
        <p:grpSpPr>
          <a:xfrm>
            <a:off x="4968504" y="829296"/>
            <a:ext cx="579960" cy="472320"/>
            <a:chOff x="4968504" y="829296"/>
            <a:chExt cx="579960" cy="472320"/>
          </a:xfrm>
        </p:grpSpPr>
        <mc:AlternateContent xmlns:mc="http://schemas.openxmlformats.org/markup-compatibility/2006" xmlns:p14="http://schemas.microsoft.com/office/powerpoint/2010/main">
          <mc:Choice Requires="p14">
            <p:contentPart p14:bwMode="auto" r:id="rId416">
              <p14:nvContentPartPr>
                <p14:cNvPr id="111" name="Ink 110">
                  <a:extLst>
                    <a:ext uri="{FF2B5EF4-FFF2-40B4-BE49-F238E27FC236}">
                      <a16:creationId xmlns:a16="http://schemas.microsoft.com/office/drawing/2014/main" id="{A664BE33-DC7A-C658-ED31-E3E9B18C0B83}"/>
                    </a:ext>
                  </a:extLst>
                </p14:cNvPr>
                <p14:cNvContentPartPr/>
                <p14:nvPr/>
              </p14:nvContentPartPr>
              <p14:xfrm>
                <a:off x="5014944" y="979416"/>
                <a:ext cx="32760" cy="322200"/>
              </p14:xfrm>
            </p:contentPart>
          </mc:Choice>
          <mc:Fallback xmlns="">
            <p:pic>
              <p:nvPicPr>
                <p:cNvPr id="111" name="Ink 110">
                  <a:extLst>
                    <a:ext uri="{FF2B5EF4-FFF2-40B4-BE49-F238E27FC236}">
                      <a16:creationId xmlns:a16="http://schemas.microsoft.com/office/drawing/2014/main" id="{A664BE33-DC7A-C658-ED31-E3E9B18C0B83}"/>
                    </a:ext>
                  </a:extLst>
                </p:cNvPr>
                <p:cNvPicPr/>
                <p:nvPr/>
              </p:nvPicPr>
              <p:blipFill>
                <a:blip r:embed="rId417"/>
                <a:stretch>
                  <a:fillRect/>
                </a:stretch>
              </p:blipFill>
              <p:spPr>
                <a:xfrm>
                  <a:off x="5010624" y="975096"/>
                  <a:ext cx="4140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113" name="Ink 112">
                  <a:extLst>
                    <a:ext uri="{FF2B5EF4-FFF2-40B4-BE49-F238E27FC236}">
                      <a16:creationId xmlns:a16="http://schemas.microsoft.com/office/drawing/2014/main" id="{0C4E3E5F-6D00-308A-3FE1-CFC51A8DDAB5}"/>
                    </a:ext>
                  </a:extLst>
                </p14:cNvPr>
                <p14:cNvContentPartPr/>
                <p14:nvPr/>
              </p14:nvContentPartPr>
              <p14:xfrm>
                <a:off x="4968504" y="952056"/>
                <a:ext cx="145800" cy="113400"/>
              </p14:xfrm>
            </p:contentPart>
          </mc:Choice>
          <mc:Fallback xmlns="">
            <p:pic>
              <p:nvPicPr>
                <p:cNvPr id="113" name="Ink 112">
                  <a:extLst>
                    <a:ext uri="{FF2B5EF4-FFF2-40B4-BE49-F238E27FC236}">
                      <a16:creationId xmlns:a16="http://schemas.microsoft.com/office/drawing/2014/main" id="{0C4E3E5F-6D00-308A-3FE1-CFC51A8DDAB5}"/>
                    </a:ext>
                  </a:extLst>
                </p:cNvPr>
                <p:cNvPicPr/>
                <p:nvPr/>
              </p:nvPicPr>
              <p:blipFill>
                <a:blip r:embed="rId419"/>
                <a:stretch>
                  <a:fillRect/>
                </a:stretch>
              </p:blipFill>
              <p:spPr>
                <a:xfrm>
                  <a:off x="4964184" y="947736"/>
                  <a:ext cx="1544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114" name="Ink 113">
                  <a:extLst>
                    <a:ext uri="{FF2B5EF4-FFF2-40B4-BE49-F238E27FC236}">
                      <a16:creationId xmlns:a16="http://schemas.microsoft.com/office/drawing/2014/main" id="{9DAEDCC8-1121-54D2-32C9-D488AFDAF807}"/>
                    </a:ext>
                  </a:extLst>
                </p14:cNvPr>
                <p14:cNvContentPartPr/>
                <p14:nvPr/>
              </p14:nvContentPartPr>
              <p14:xfrm>
                <a:off x="5086584" y="1211616"/>
                <a:ext cx="37440" cy="53640"/>
              </p14:xfrm>
            </p:contentPart>
          </mc:Choice>
          <mc:Fallback xmlns="">
            <p:pic>
              <p:nvPicPr>
                <p:cNvPr id="114" name="Ink 113">
                  <a:extLst>
                    <a:ext uri="{FF2B5EF4-FFF2-40B4-BE49-F238E27FC236}">
                      <a16:creationId xmlns:a16="http://schemas.microsoft.com/office/drawing/2014/main" id="{9DAEDCC8-1121-54D2-32C9-D488AFDAF807}"/>
                    </a:ext>
                  </a:extLst>
                </p:cNvPr>
                <p:cNvPicPr/>
                <p:nvPr/>
              </p:nvPicPr>
              <p:blipFill>
                <a:blip r:embed="rId421"/>
                <a:stretch>
                  <a:fillRect/>
                </a:stretch>
              </p:blipFill>
              <p:spPr>
                <a:xfrm>
                  <a:off x="5082264" y="1207296"/>
                  <a:ext cx="460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119" name="Ink 118">
                  <a:extLst>
                    <a:ext uri="{FF2B5EF4-FFF2-40B4-BE49-F238E27FC236}">
                      <a16:creationId xmlns:a16="http://schemas.microsoft.com/office/drawing/2014/main" id="{D77A594C-CB9F-F38B-EBB7-AA44D4D214AC}"/>
                    </a:ext>
                  </a:extLst>
                </p14:cNvPr>
                <p14:cNvContentPartPr/>
                <p14:nvPr/>
              </p14:nvContentPartPr>
              <p14:xfrm>
                <a:off x="5123304" y="1147896"/>
                <a:ext cx="11880" cy="14400"/>
              </p14:xfrm>
            </p:contentPart>
          </mc:Choice>
          <mc:Fallback xmlns="">
            <p:pic>
              <p:nvPicPr>
                <p:cNvPr id="119" name="Ink 118">
                  <a:extLst>
                    <a:ext uri="{FF2B5EF4-FFF2-40B4-BE49-F238E27FC236}">
                      <a16:creationId xmlns:a16="http://schemas.microsoft.com/office/drawing/2014/main" id="{D77A594C-CB9F-F38B-EBB7-AA44D4D214AC}"/>
                    </a:ext>
                  </a:extLst>
                </p:cNvPr>
                <p:cNvPicPr/>
                <p:nvPr/>
              </p:nvPicPr>
              <p:blipFill>
                <a:blip r:embed="rId423"/>
                <a:stretch>
                  <a:fillRect/>
                </a:stretch>
              </p:blipFill>
              <p:spPr>
                <a:xfrm>
                  <a:off x="5118984" y="1143576"/>
                  <a:ext cx="205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132" name="Ink 131">
                  <a:extLst>
                    <a:ext uri="{FF2B5EF4-FFF2-40B4-BE49-F238E27FC236}">
                      <a16:creationId xmlns:a16="http://schemas.microsoft.com/office/drawing/2014/main" id="{125B0ADC-D810-E7E2-E342-D7878EBF9B46}"/>
                    </a:ext>
                  </a:extLst>
                </p14:cNvPr>
                <p14:cNvContentPartPr/>
                <p14:nvPr/>
              </p14:nvContentPartPr>
              <p14:xfrm>
                <a:off x="5061024" y="829296"/>
                <a:ext cx="487440" cy="332280"/>
              </p14:xfrm>
            </p:contentPart>
          </mc:Choice>
          <mc:Fallback xmlns="">
            <p:pic>
              <p:nvPicPr>
                <p:cNvPr id="132" name="Ink 131">
                  <a:extLst>
                    <a:ext uri="{FF2B5EF4-FFF2-40B4-BE49-F238E27FC236}">
                      <a16:creationId xmlns:a16="http://schemas.microsoft.com/office/drawing/2014/main" id="{125B0ADC-D810-E7E2-E342-D7878EBF9B46}"/>
                    </a:ext>
                  </a:extLst>
                </p:cNvPr>
                <p:cNvPicPr/>
                <p:nvPr/>
              </p:nvPicPr>
              <p:blipFill>
                <a:blip r:embed="rId425"/>
                <a:stretch>
                  <a:fillRect/>
                </a:stretch>
              </p:blipFill>
              <p:spPr>
                <a:xfrm>
                  <a:off x="5056704" y="824976"/>
                  <a:ext cx="496080" cy="340920"/>
                </a:xfrm>
                <a:prstGeom prst="rect">
                  <a:avLst/>
                </a:prstGeom>
              </p:spPr>
            </p:pic>
          </mc:Fallback>
        </mc:AlternateContent>
      </p:grpSp>
      <p:grpSp>
        <p:nvGrpSpPr>
          <p:cNvPr id="252" name="Group 251">
            <a:extLst>
              <a:ext uri="{FF2B5EF4-FFF2-40B4-BE49-F238E27FC236}">
                <a16:creationId xmlns:a16="http://schemas.microsoft.com/office/drawing/2014/main" id="{CA08D976-1D12-BBD6-361E-FFFF45F8EA1C}"/>
              </a:ext>
            </a:extLst>
          </p:cNvPr>
          <p:cNvGrpSpPr/>
          <p:nvPr/>
        </p:nvGrpSpPr>
        <p:grpSpPr>
          <a:xfrm>
            <a:off x="604584" y="6198336"/>
            <a:ext cx="740160" cy="271080"/>
            <a:chOff x="604584" y="6198336"/>
            <a:chExt cx="740160" cy="271080"/>
          </a:xfrm>
        </p:grpSpPr>
        <mc:AlternateContent xmlns:mc="http://schemas.openxmlformats.org/markup-compatibility/2006" xmlns:p14="http://schemas.microsoft.com/office/powerpoint/2010/main">
          <mc:Choice Requires="p14">
            <p:contentPart p14:bwMode="auto" r:id="rId426">
              <p14:nvContentPartPr>
                <p14:cNvPr id="138" name="Ink 137">
                  <a:extLst>
                    <a:ext uri="{FF2B5EF4-FFF2-40B4-BE49-F238E27FC236}">
                      <a16:creationId xmlns:a16="http://schemas.microsoft.com/office/drawing/2014/main" id="{DCA8CDA1-B991-4965-66AE-5FF44003DD5D}"/>
                    </a:ext>
                  </a:extLst>
                </p14:cNvPr>
                <p14:cNvContentPartPr/>
                <p14:nvPr/>
              </p14:nvContentPartPr>
              <p14:xfrm>
                <a:off x="604584" y="6198336"/>
                <a:ext cx="167760" cy="263880"/>
              </p14:xfrm>
            </p:contentPart>
          </mc:Choice>
          <mc:Fallback xmlns="">
            <p:pic>
              <p:nvPicPr>
                <p:cNvPr id="138" name="Ink 137">
                  <a:extLst>
                    <a:ext uri="{FF2B5EF4-FFF2-40B4-BE49-F238E27FC236}">
                      <a16:creationId xmlns:a16="http://schemas.microsoft.com/office/drawing/2014/main" id="{DCA8CDA1-B991-4965-66AE-5FF44003DD5D}"/>
                    </a:ext>
                  </a:extLst>
                </p:cNvPr>
                <p:cNvPicPr/>
                <p:nvPr/>
              </p:nvPicPr>
              <p:blipFill>
                <a:blip r:embed="rId427"/>
                <a:stretch>
                  <a:fillRect/>
                </a:stretch>
              </p:blipFill>
              <p:spPr>
                <a:xfrm>
                  <a:off x="600264" y="6194016"/>
                  <a:ext cx="17640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139" name="Ink 138">
                  <a:extLst>
                    <a:ext uri="{FF2B5EF4-FFF2-40B4-BE49-F238E27FC236}">
                      <a16:creationId xmlns:a16="http://schemas.microsoft.com/office/drawing/2014/main" id="{D8E72F5F-75B8-FEEE-074E-99194ED56889}"/>
                    </a:ext>
                  </a:extLst>
                </p14:cNvPr>
                <p14:cNvContentPartPr/>
                <p14:nvPr/>
              </p14:nvContentPartPr>
              <p14:xfrm>
                <a:off x="824544" y="6384456"/>
                <a:ext cx="97920" cy="63720"/>
              </p14:xfrm>
            </p:contentPart>
          </mc:Choice>
          <mc:Fallback xmlns="">
            <p:pic>
              <p:nvPicPr>
                <p:cNvPr id="139" name="Ink 138">
                  <a:extLst>
                    <a:ext uri="{FF2B5EF4-FFF2-40B4-BE49-F238E27FC236}">
                      <a16:creationId xmlns:a16="http://schemas.microsoft.com/office/drawing/2014/main" id="{D8E72F5F-75B8-FEEE-074E-99194ED56889}"/>
                    </a:ext>
                  </a:extLst>
                </p:cNvPr>
                <p:cNvPicPr/>
                <p:nvPr/>
              </p:nvPicPr>
              <p:blipFill>
                <a:blip r:embed="rId429"/>
                <a:stretch>
                  <a:fillRect/>
                </a:stretch>
              </p:blipFill>
              <p:spPr>
                <a:xfrm>
                  <a:off x="820224" y="6380136"/>
                  <a:ext cx="1065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140" name="Ink 139">
                  <a:extLst>
                    <a:ext uri="{FF2B5EF4-FFF2-40B4-BE49-F238E27FC236}">
                      <a16:creationId xmlns:a16="http://schemas.microsoft.com/office/drawing/2014/main" id="{8E4CD651-6ACF-F28C-0F7F-A80A923864E2}"/>
                    </a:ext>
                  </a:extLst>
                </p14:cNvPr>
                <p14:cNvContentPartPr/>
                <p14:nvPr/>
              </p14:nvContentPartPr>
              <p14:xfrm>
                <a:off x="995544" y="6382296"/>
                <a:ext cx="85680" cy="52920"/>
              </p14:xfrm>
            </p:contentPart>
          </mc:Choice>
          <mc:Fallback xmlns="">
            <p:pic>
              <p:nvPicPr>
                <p:cNvPr id="140" name="Ink 139">
                  <a:extLst>
                    <a:ext uri="{FF2B5EF4-FFF2-40B4-BE49-F238E27FC236}">
                      <a16:creationId xmlns:a16="http://schemas.microsoft.com/office/drawing/2014/main" id="{8E4CD651-6ACF-F28C-0F7F-A80A923864E2}"/>
                    </a:ext>
                  </a:extLst>
                </p:cNvPr>
                <p:cNvPicPr/>
                <p:nvPr/>
              </p:nvPicPr>
              <p:blipFill>
                <a:blip r:embed="rId431"/>
                <a:stretch>
                  <a:fillRect/>
                </a:stretch>
              </p:blipFill>
              <p:spPr>
                <a:xfrm>
                  <a:off x="991224" y="6377976"/>
                  <a:ext cx="943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141" name="Ink 140">
                  <a:extLst>
                    <a:ext uri="{FF2B5EF4-FFF2-40B4-BE49-F238E27FC236}">
                      <a16:creationId xmlns:a16="http://schemas.microsoft.com/office/drawing/2014/main" id="{CADFA160-116C-C259-4D1F-B5C38CB1FB9A}"/>
                    </a:ext>
                  </a:extLst>
                </p14:cNvPr>
                <p14:cNvContentPartPr/>
                <p14:nvPr/>
              </p14:nvContentPartPr>
              <p14:xfrm>
                <a:off x="1159344" y="6386976"/>
                <a:ext cx="106920" cy="82440"/>
              </p14:xfrm>
            </p:contentPart>
          </mc:Choice>
          <mc:Fallback xmlns="">
            <p:pic>
              <p:nvPicPr>
                <p:cNvPr id="141" name="Ink 140">
                  <a:extLst>
                    <a:ext uri="{FF2B5EF4-FFF2-40B4-BE49-F238E27FC236}">
                      <a16:creationId xmlns:a16="http://schemas.microsoft.com/office/drawing/2014/main" id="{CADFA160-116C-C259-4D1F-B5C38CB1FB9A}"/>
                    </a:ext>
                  </a:extLst>
                </p:cNvPr>
                <p:cNvPicPr/>
                <p:nvPr/>
              </p:nvPicPr>
              <p:blipFill>
                <a:blip r:embed="rId433"/>
                <a:stretch>
                  <a:fillRect/>
                </a:stretch>
              </p:blipFill>
              <p:spPr>
                <a:xfrm>
                  <a:off x="1155024" y="6382656"/>
                  <a:ext cx="11556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142" name="Ink 141">
                  <a:extLst>
                    <a:ext uri="{FF2B5EF4-FFF2-40B4-BE49-F238E27FC236}">
                      <a16:creationId xmlns:a16="http://schemas.microsoft.com/office/drawing/2014/main" id="{66F01933-1C0F-E90B-2352-D2C6B67B13F3}"/>
                    </a:ext>
                  </a:extLst>
                </p14:cNvPr>
                <p14:cNvContentPartPr/>
                <p14:nvPr/>
              </p14:nvContentPartPr>
              <p14:xfrm>
                <a:off x="1306944" y="6355296"/>
                <a:ext cx="37800" cy="93600"/>
              </p14:xfrm>
            </p:contentPart>
          </mc:Choice>
          <mc:Fallback xmlns="">
            <p:pic>
              <p:nvPicPr>
                <p:cNvPr id="142" name="Ink 141">
                  <a:extLst>
                    <a:ext uri="{FF2B5EF4-FFF2-40B4-BE49-F238E27FC236}">
                      <a16:creationId xmlns:a16="http://schemas.microsoft.com/office/drawing/2014/main" id="{66F01933-1C0F-E90B-2352-D2C6B67B13F3}"/>
                    </a:ext>
                  </a:extLst>
                </p:cNvPr>
                <p:cNvPicPr/>
                <p:nvPr/>
              </p:nvPicPr>
              <p:blipFill>
                <a:blip r:embed="rId435"/>
                <a:stretch>
                  <a:fillRect/>
                </a:stretch>
              </p:blipFill>
              <p:spPr>
                <a:xfrm>
                  <a:off x="1302624" y="6350616"/>
                  <a:ext cx="46440" cy="102240"/>
                </a:xfrm>
                <a:prstGeom prst="rect">
                  <a:avLst/>
                </a:prstGeom>
              </p:spPr>
            </p:pic>
          </mc:Fallback>
        </mc:AlternateContent>
      </p:grpSp>
      <p:grpSp>
        <p:nvGrpSpPr>
          <p:cNvPr id="251" name="Group 250">
            <a:extLst>
              <a:ext uri="{FF2B5EF4-FFF2-40B4-BE49-F238E27FC236}">
                <a16:creationId xmlns:a16="http://schemas.microsoft.com/office/drawing/2014/main" id="{1172B987-BB11-A68B-EC78-EACA5614E3EB}"/>
              </a:ext>
            </a:extLst>
          </p:cNvPr>
          <p:cNvGrpSpPr/>
          <p:nvPr/>
        </p:nvGrpSpPr>
        <p:grpSpPr>
          <a:xfrm>
            <a:off x="1635624" y="6044976"/>
            <a:ext cx="507240" cy="514440"/>
            <a:chOff x="1635624" y="6044976"/>
            <a:chExt cx="507240" cy="514440"/>
          </a:xfrm>
        </p:grpSpPr>
        <mc:AlternateContent xmlns:mc="http://schemas.openxmlformats.org/markup-compatibility/2006" xmlns:p14="http://schemas.microsoft.com/office/powerpoint/2010/main">
          <mc:Choice Requires="p14">
            <p:contentPart p14:bwMode="auto" r:id="rId436">
              <p14:nvContentPartPr>
                <p14:cNvPr id="143" name="Ink 142">
                  <a:extLst>
                    <a:ext uri="{FF2B5EF4-FFF2-40B4-BE49-F238E27FC236}">
                      <a16:creationId xmlns:a16="http://schemas.microsoft.com/office/drawing/2014/main" id="{3DECB39A-6EA5-A6AF-DBCF-1E80D236C76B}"/>
                    </a:ext>
                  </a:extLst>
                </p14:cNvPr>
                <p14:cNvContentPartPr/>
                <p14:nvPr/>
              </p14:nvContentPartPr>
              <p14:xfrm>
                <a:off x="1635624" y="6044976"/>
                <a:ext cx="148320" cy="331920"/>
              </p14:xfrm>
            </p:contentPart>
          </mc:Choice>
          <mc:Fallback xmlns="">
            <p:pic>
              <p:nvPicPr>
                <p:cNvPr id="143" name="Ink 142">
                  <a:extLst>
                    <a:ext uri="{FF2B5EF4-FFF2-40B4-BE49-F238E27FC236}">
                      <a16:creationId xmlns:a16="http://schemas.microsoft.com/office/drawing/2014/main" id="{3DECB39A-6EA5-A6AF-DBCF-1E80D236C76B}"/>
                    </a:ext>
                  </a:extLst>
                </p:cNvPr>
                <p:cNvPicPr/>
                <p:nvPr/>
              </p:nvPicPr>
              <p:blipFill>
                <a:blip r:embed="rId437"/>
                <a:stretch>
                  <a:fillRect/>
                </a:stretch>
              </p:blipFill>
              <p:spPr>
                <a:xfrm>
                  <a:off x="1631304" y="6040656"/>
                  <a:ext cx="15696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13" name="Ink 212">
                  <a:extLst>
                    <a:ext uri="{FF2B5EF4-FFF2-40B4-BE49-F238E27FC236}">
                      <a16:creationId xmlns:a16="http://schemas.microsoft.com/office/drawing/2014/main" id="{4A4DE252-D7A5-7783-4A6A-3140D46F3147}"/>
                    </a:ext>
                  </a:extLst>
                </p14:cNvPr>
                <p14:cNvContentPartPr/>
                <p14:nvPr/>
              </p14:nvContentPartPr>
              <p14:xfrm>
                <a:off x="1706904" y="6299136"/>
                <a:ext cx="81720" cy="92880"/>
              </p14:xfrm>
            </p:contentPart>
          </mc:Choice>
          <mc:Fallback xmlns="">
            <p:pic>
              <p:nvPicPr>
                <p:cNvPr id="213" name="Ink 212">
                  <a:extLst>
                    <a:ext uri="{FF2B5EF4-FFF2-40B4-BE49-F238E27FC236}">
                      <a16:creationId xmlns:a16="http://schemas.microsoft.com/office/drawing/2014/main" id="{4A4DE252-D7A5-7783-4A6A-3140D46F3147}"/>
                    </a:ext>
                  </a:extLst>
                </p:cNvPr>
                <p:cNvPicPr/>
                <p:nvPr/>
              </p:nvPicPr>
              <p:blipFill>
                <a:blip r:embed="rId439"/>
                <a:stretch>
                  <a:fillRect/>
                </a:stretch>
              </p:blipFill>
              <p:spPr>
                <a:xfrm>
                  <a:off x="1702584" y="6294816"/>
                  <a:ext cx="903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44" name="Ink 243">
                  <a:extLst>
                    <a:ext uri="{FF2B5EF4-FFF2-40B4-BE49-F238E27FC236}">
                      <a16:creationId xmlns:a16="http://schemas.microsoft.com/office/drawing/2014/main" id="{66F18BAA-0644-BB8C-AB1F-08F1C17D0299}"/>
                    </a:ext>
                  </a:extLst>
                </p14:cNvPr>
                <p14:cNvContentPartPr/>
                <p14:nvPr/>
              </p14:nvContentPartPr>
              <p14:xfrm>
                <a:off x="1868904" y="6311736"/>
                <a:ext cx="83520" cy="72360"/>
              </p14:xfrm>
            </p:contentPart>
          </mc:Choice>
          <mc:Fallback xmlns="">
            <p:pic>
              <p:nvPicPr>
                <p:cNvPr id="244" name="Ink 243">
                  <a:extLst>
                    <a:ext uri="{FF2B5EF4-FFF2-40B4-BE49-F238E27FC236}">
                      <a16:creationId xmlns:a16="http://schemas.microsoft.com/office/drawing/2014/main" id="{66F18BAA-0644-BB8C-AB1F-08F1C17D0299}"/>
                    </a:ext>
                  </a:extLst>
                </p:cNvPr>
                <p:cNvPicPr/>
                <p:nvPr/>
              </p:nvPicPr>
              <p:blipFill>
                <a:blip r:embed="rId441"/>
                <a:stretch>
                  <a:fillRect/>
                </a:stretch>
              </p:blipFill>
              <p:spPr>
                <a:xfrm>
                  <a:off x="1864584" y="6307416"/>
                  <a:ext cx="921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45" name="Ink 244">
                  <a:extLst>
                    <a:ext uri="{FF2B5EF4-FFF2-40B4-BE49-F238E27FC236}">
                      <a16:creationId xmlns:a16="http://schemas.microsoft.com/office/drawing/2014/main" id="{915B58C2-7EC7-8FF9-13D8-5A50CB130DC2}"/>
                    </a:ext>
                  </a:extLst>
                </p14:cNvPr>
                <p14:cNvContentPartPr/>
                <p14:nvPr/>
              </p14:nvContentPartPr>
              <p14:xfrm>
                <a:off x="1991304" y="6335856"/>
                <a:ext cx="57960" cy="223560"/>
              </p14:xfrm>
            </p:contentPart>
          </mc:Choice>
          <mc:Fallback xmlns="">
            <p:pic>
              <p:nvPicPr>
                <p:cNvPr id="245" name="Ink 244">
                  <a:extLst>
                    <a:ext uri="{FF2B5EF4-FFF2-40B4-BE49-F238E27FC236}">
                      <a16:creationId xmlns:a16="http://schemas.microsoft.com/office/drawing/2014/main" id="{915B58C2-7EC7-8FF9-13D8-5A50CB130DC2}"/>
                    </a:ext>
                  </a:extLst>
                </p:cNvPr>
                <p:cNvPicPr/>
                <p:nvPr/>
              </p:nvPicPr>
              <p:blipFill>
                <a:blip r:embed="rId443"/>
                <a:stretch>
                  <a:fillRect/>
                </a:stretch>
              </p:blipFill>
              <p:spPr>
                <a:xfrm>
                  <a:off x="1986984" y="6331536"/>
                  <a:ext cx="666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46" name="Ink 245">
                  <a:extLst>
                    <a:ext uri="{FF2B5EF4-FFF2-40B4-BE49-F238E27FC236}">
                      <a16:creationId xmlns:a16="http://schemas.microsoft.com/office/drawing/2014/main" id="{2F5CBCF3-B0D5-0054-546D-9A24AE587D2F}"/>
                    </a:ext>
                  </a:extLst>
                </p14:cNvPr>
                <p14:cNvContentPartPr/>
                <p14:nvPr/>
              </p14:nvContentPartPr>
              <p14:xfrm>
                <a:off x="2055744" y="6281496"/>
                <a:ext cx="87120" cy="61920"/>
              </p14:xfrm>
            </p:contentPart>
          </mc:Choice>
          <mc:Fallback xmlns="">
            <p:pic>
              <p:nvPicPr>
                <p:cNvPr id="246" name="Ink 245">
                  <a:extLst>
                    <a:ext uri="{FF2B5EF4-FFF2-40B4-BE49-F238E27FC236}">
                      <a16:creationId xmlns:a16="http://schemas.microsoft.com/office/drawing/2014/main" id="{2F5CBCF3-B0D5-0054-546D-9A24AE587D2F}"/>
                    </a:ext>
                  </a:extLst>
                </p:cNvPr>
                <p:cNvPicPr/>
                <p:nvPr/>
              </p:nvPicPr>
              <p:blipFill>
                <a:blip r:embed="rId445"/>
                <a:stretch>
                  <a:fillRect/>
                </a:stretch>
              </p:blipFill>
              <p:spPr>
                <a:xfrm>
                  <a:off x="2051424" y="6277176"/>
                  <a:ext cx="95760" cy="70560"/>
                </a:xfrm>
                <a:prstGeom prst="rect">
                  <a:avLst/>
                </a:prstGeom>
              </p:spPr>
            </p:pic>
          </mc:Fallback>
        </mc:AlternateContent>
      </p:grpSp>
      <p:grpSp>
        <p:nvGrpSpPr>
          <p:cNvPr id="250" name="Group 249">
            <a:extLst>
              <a:ext uri="{FF2B5EF4-FFF2-40B4-BE49-F238E27FC236}">
                <a16:creationId xmlns:a16="http://schemas.microsoft.com/office/drawing/2014/main" id="{3BC74673-56F4-A0E2-A462-FF5CC20E8865}"/>
              </a:ext>
            </a:extLst>
          </p:cNvPr>
          <p:cNvGrpSpPr/>
          <p:nvPr/>
        </p:nvGrpSpPr>
        <p:grpSpPr>
          <a:xfrm>
            <a:off x="2501784" y="6142176"/>
            <a:ext cx="154800" cy="185040"/>
            <a:chOff x="2501784" y="6142176"/>
            <a:chExt cx="154800" cy="185040"/>
          </a:xfrm>
        </p:grpSpPr>
        <mc:AlternateContent xmlns:mc="http://schemas.openxmlformats.org/markup-compatibility/2006" xmlns:p14="http://schemas.microsoft.com/office/powerpoint/2010/main">
          <mc:Choice Requires="p14">
            <p:contentPart p14:bwMode="auto" r:id="rId446">
              <p14:nvContentPartPr>
                <p14:cNvPr id="247" name="Ink 246">
                  <a:extLst>
                    <a:ext uri="{FF2B5EF4-FFF2-40B4-BE49-F238E27FC236}">
                      <a16:creationId xmlns:a16="http://schemas.microsoft.com/office/drawing/2014/main" id="{6090664C-86EB-3F96-C24C-1E3E62547737}"/>
                    </a:ext>
                  </a:extLst>
                </p14:cNvPr>
                <p14:cNvContentPartPr/>
                <p14:nvPr/>
              </p14:nvContentPartPr>
              <p14:xfrm>
                <a:off x="2501784" y="6250536"/>
                <a:ext cx="34920" cy="62640"/>
              </p14:xfrm>
            </p:contentPart>
          </mc:Choice>
          <mc:Fallback xmlns="">
            <p:pic>
              <p:nvPicPr>
                <p:cNvPr id="247" name="Ink 246">
                  <a:extLst>
                    <a:ext uri="{FF2B5EF4-FFF2-40B4-BE49-F238E27FC236}">
                      <a16:creationId xmlns:a16="http://schemas.microsoft.com/office/drawing/2014/main" id="{6090664C-86EB-3F96-C24C-1E3E62547737}"/>
                    </a:ext>
                  </a:extLst>
                </p:cNvPr>
                <p:cNvPicPr/>
                <p:nvPr/>
              </p:nvPicPr>
              <p:blipFill>
                <a:blip r:embed="rId447"/>
                <a:stretch>
                  <a:fillRect/>
                </a:stretch>
              </p:blipFill>
              <p:spPr>
                <a:xfrm>
                  <a:off x="2497464" y="6246216"/>
                  <a:ext cx="435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48" name="Ink 247">
                  <a:extLst>
                    <a:ext uri="{FF2B5EF4-FFF2-40B4-BE49-F238E27FC236}">
                      <a16:creationId xmlns:a16="http://schemas.microsoft.com/office/drawing/2014/main" id="{F04AB909-4B72-205E-F377-29897798F667}"/>
                    </a:ext>
                  </a:extLst>
                </p14:cNvPr>
                <p14:cNvContentPartPr/>
                <p14:nvPr/>
              </p14:nvContentPartPr>
              <p14:xfrm>
                <a:off x="2580264" y="6142176"/>
                <a:ext cx="9720" cy="67320"/>
              </p14:xfrm>
            </p:contentPart>
          </mc:Choice>
          <mc:Fallback xmlns="">
            <p:pic>
              <p:nvPicPr>
                <p:cNvPr id="248" name="Ink 247">
                  <a:extLst>
                    <a:ext uri="{FF2B5EF4-FFF2-40B4-BE49-F238E27FC236}">
                      <a16:creationId xmlns:a16="http://schemas.microsoft.com/office/drawing/2014/main" id="{F04AB909-4B72-205E-F377-29897798F667}"/>
                    </a:ext>
                  </a:extLst>
                </p:cNvPr>
                <p:cNvPicPr/>
                <p:nvPr/>
              </p:nvPicPr>
              <p:blipFill>
                <a:blip r:embed="rId449"/>
                <a:stretch>
                  <a:fillRect/>
                </a:stretch>
              </p:blipFill>
              <p:spPr>
                <a:xfrm>
                  <a:off x="2575944" y="6137856"/>
                  <a:ext cx="183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49" name="Ink 248">
                  <a:extLst>
                    <a:ext uri="{FF2B5EF4-FFF2-40B4-BE49-F238E27FC236}">
                      <a16:creationId xmlns:a16="http://schemas.microsoft.com/office/drawing/2014/main" id="{2FDC3000-0B18-117E-4C80-8D67E0B76ABD}"/>
                    </a:ext>
                  </a:extLst>
                </p14:cNvPr>
                <p14:cNvContentPartPr/>
                <p14:nvPr/>
              </p14:nvContentPartPr>
              <p14:xfrm>
                <a:off x="2587464" y="6240096"/>
                <a:ext cx="69120" cy="87120"/>
              </p14:xfrm>
            </p:contentPart>
          </mc:Choice>
          <mc:Fallback xmlns="">
            <p:pic>
              <p:nvPicPr>
                <p:cNvPr id="249" name="Ink 248">
                  <a:extLst>
                    <a:ext uri="{FF2B5EF4-FFF2-40B4-BE49-F238E27FC236}">
                      <a16:creationId xmlns:a16="http://schemas.microsoft.com/office/drawing/2014/main" id="{2FDC3000-0B18-117E-4C80-8D67E0B76ABD}"/>
                    </a:ext>
                  </a:extLst>
                </p:cNvPr>
                <p:cNvPicPr/>
                <p:nvPr/>
              </p:nvPicPr>
              <p:blipFill>
                <a:blip r:embed="rId451"/>
                <a:stretch>
                  <a:fillRect/>
                </a:stretch>
              </p:blipFill>
              <p:spPr>
                <a:xfrm>
                  <a:off x="2583144" y="6235776"/>
                  <a:ext cx="77760" cy="95760"/>
                </a:xfrm>
                <a:prstGeom prst="rect">
                  <a:avLst/>
                </a:prstGeom>
              </p:spPr>
            </p:pic>
          </mc:Fallback>
        </mc:AlternateContent>
      </p:grpSp>
      <p:grpSp>
        <p:nvGrpSpPr>
          <p:cNvPr id="257" name="Group 256">
            <a:extLst>
              <a:ext uri="{FF2B5EF4-FFF2-40B4-BE49-F238E27FC236}">
                <a16:creationId xmlns:a16="http://schemas.microsoft.com/office/drawing/2014/main" id="{6F5090F4-09D2-59CC-726A-E6E4163DD0A4}"/>
              </a:ext>
            </a:extLst>
          </p:cNvPr>
          <p:cNvGrpSpPr/>
          <p:nvPr/>
        </p:nvGrpSpPr>
        <p:grpSpPr>
          <a:xfrm>
            <a:off x="3212784" y="5990616"/>
            <a:ext cx="887760" cy="345600"/>
            <a:chOff x="3212784" y="5990616"/>
            <a:chExt cx="887760" cy="345600"/>
          </a:xfrm>
        </p:grpSpPr>
        <mc:AlternateContent xmlns:mc="http://schemas.openxmlformats.org/markup-compatibility/2006" xmlns:p14="http://schemas.microsoft.com/office/powerpoint/2010/main">
          <mc:Choice Requires="p14">
            <p:contentPart p14:bwMode="auto" r:id="rId452">
              <p14:nvContentPartPr>
                <p14:cNvPr id="253" name="Ink 252">
                  <a:extLst>
                    <a:ext uri="{FF2B5EF4-FFF2-40B4-BE49-F238E27FC236}">
                      <a16:creationId xmlns:a16="http://schemas.microsoft.com/office/drawing/2014/main" id="{E5F0E1BF-C7B7-E635-2E9E-35CBFA3C0ABC}"/>
                    </a:ext>
                  </a:extLst>
                </p14:cNvPr>
                <p14:cNvContentPartPr/>
                <p14:nvPr/>
              </p14:nvContentPartPr>
              <p14:xfrm>
                <a:off x="3212784" y="6044616"/>
                <a:ext cx="294120" cy="269640"/>
              </p14:xfrm>
            </p:contentPart>
          </mc:Choice>
          <mc:Fallback xmlns="">
            <p:pic>
              <p:nvPicPr>
                <p:cNvPr id="253" name="Ink 252">
                  <a:extLst>
                    <a:ext uri="{FF2B5EF4-FFF2-40B4-BE49-F238E27FC236}">
                      <a16:creationId xmlns:a16="http://schemas.microsoft.com/office/drawing/2014/main" id="{E5F0E1BF-C7B7-E635-2E9E-35CBFA3C0ABC}"/>
                    </a:ext>
                  </a:extLst>
                </p:cNvPr>
                <p:cNvPicPr/>
                <p:nvPr/>
              </p:nvPicPr>
              <p:blipFill>
                <a:blip r:embed="rId453"/>
                <a:stretch>
                  <a:fillRect/>
                </a:stretch>
              </p:blipFill>
              <p:spPr>
                <a:xfrm>
                  <a:off x="3208464" y="6040296"/>
                  <a:ext cx="3027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54" name="Ink 253">
                  <a:extLst>
                    <a:ext uri="{FF2B5EF4-FFF2-40B4-BE49-F238E27FC236}">
                      <a16:creationId xmlns:a16="http://schemas.microsoft.com/office/drawing/2014/main" id="{2A4D995D-639A-82EF-D0A5-58AF70387079}"/>
                    </a:ext>
                  </a:extLst>
                </p14:cNvPr>
                <p14:cNvContentPartPr/>
                <p14:nvPr/>
              </p14:nvContentPartPr>
              <p14:xfrm>
                <a:off x="3587184" y="5990616"/>
                <a:ext cx="240480" cy="323280"/>
              </p14:xfrm>
            </p:contentPart>
          </mc:Choice>
          <mc:Fallback xmlns="">
            <p:pic>
              <p:nvPicPr>
                <p:cNvPr id="254" name="Ink 253">
                  <a:extLst>
                    <a:ext uri="{FF2B5EF4-FFF2-40B4-BE49-F238E27FC236}">
                      <a16:creationId xmlns:a16="http://schemas.microsoft.com/office/drawing/2014/main" id="{2A4D995D-639A-82EF-D0A5-58AF70387079}"/>
                    </a:ext>
                  </a:extLst>
                </p:cNvPr>
                <p:cNvPicPr/>
                <p:nvPr/>
              </p:nvPicPr>
              <p:blipFill>
                <a:blip r:embed="rId455"/>
                <a:stretch>
                  <a:fillRect/>
                </a:stretch>
              </p:blipFill>
              <p:spPr>
                <a:xfrm>
                  <a:off x="3582864" y="5986296"/>
                  <a:ext cx="24912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55" name="Ink 254">
                  <a:extLst>
                    <a:ext uri="{FF2B5EF4-FFF2-40B4-BE49-F238E27FC236}">
                      <a16:creationId xmlns:a16="http://schemas.microsoft.com/office/drawing/2014/main" id="{E8D4A6E4-D199-7C61-8EF2-F6F3861D1C70}"/>
                    </a:ext>
                  </a:extLst>
                </p14:cNvPr>
                <p14:cNvContentPartPr/>
                <p14:nvPr/>
              </p14:nvContentPartPr>
              <p14:xfrm>
                <a:off x="3756024" y="6175656"/>
                <a:ext cx="164520" cy="75600"/>
              </p14:xfrm>
            </p:contentPart>
          </mc:Choice>
          <mc:Fallback xmlns="">
            <p:pic>
              <p:nvPicPr>
                <p:cNvPr id="255" name="Ink 254">
                  <a:extLst>
                    <a:ext uri="{FF2B5EF4-FFF2-40B4-BE49-F238E27FC236}">
                      <a16:creationId xmlns:a16="http://schemas.microsoft.com/office/drawing/2014/main" id="{E8D4A6E4-D199-7C61-8EF2-F6F3861D1C70}"/>
                    </a:ext>
                  </a:extLst>
                </p:cNvPr>
                <p:cNvPicPr/>
                <p:nvPr/>
              </p:nvPicPr>
              <p:blipFill>
                <a:blip r:embed="rId457"/>
                <a:stretch>
                  <a:fillRect/>
                </a:stretch>
              </p:blipFill>
              <p:spPr>
                <a:xfrm>
                  <a:off x="3751704" y="6171336"/>
                  <a:ext cx="1731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56" name="Ink 255">
                  <a:extLst>
                    <a:ext uri="{FF2B5EF4-FFF2-40B4-BE49-F238E27FC236}">
                      <a16:creationId xmlns:a16="http://schemas.microsoft.com/office/drawing/2014/main" id="{5C1CC036-771E-E6BC-880F-A050A5D0233E}"/>
                    </a:ext>
                  </a:extLst>
                </p14:cNvPr>
                <p14:cNvContentPartPr/>
                <p14:nvPr/>
              </p14:nvContentPartPr>
              <p14:xfrm>
                <a:off x="3986784" y="6011496"/>
                <a:ext cx="113760" cy="324720"/>
              </p14:xfrm>
            </p:contentPart>
          </mc:Choice>
          <mc:Fallback xmlns="">
            <p:pic>
              <p:nvPicPr>
                <p:cNvPr id="256" name="Ink 255">
                  <a:extLst>
                    <a:ext uri="{FF2B5EF4-FFF2-40B4-BE49-F238E27FC236}">
                      <a16:creationId xmlns:a16="http://schemas.microsoft.com/office/drawing/2014/main" id="{5C1CC036-771E-E6BC-880F-A050A5D0233E}"/>
                    </a:ext>
                  </a:extLst>
                </p:cNvPr>
                <p:cNvPicPr/>
                <p:nvPr/>
              </p:nvPicPr>
              <p:blipFill>
                <a:blip r:embed="rId459"/>
                <a:stretch>
                  <a:fillRect/>
                </a:stretch>
              </p:blipFill>
              <p:spPr>
                <a:xfrm>
                  <a:off x="3982464" y="6007176"/>
                  <a:ext cx="122400" cy="333360"/>
                </a:xfrm>
                <a:prstGeom prst="rect">
                  <a:avLst/>
                </a:prstGeom>
              </p:spPr>
            </p:pic>
          </mc:Fallback>
        </mc:AlternateContent>
      </p:grpSp>
      <p:grpSp>
        <p:nvGrpSpPr>
          <p:cNvPr id="264" name="Group 263">
            <a:extLst>
              <a:ext uri="{FF2B5EF4-FFF2-40B4-BE49-F238E27FC236}">
                <a16:creationId xmlns:a16="http://schemas.microsoft.com/office/drawing/2014/main" id="{36D51469-B74E-EC94-EF28-2CD5808C9F77}"/>
              </a:ext>
            </a:extLst>
          </p:cNvPr>
          <p:cNvGrpSpPr/>
          <p:nvPr/>
        </p:nvGrpSpPr>
        <p:grpSpPr>
          <a:xfrm>
            <a:off x="7867584" y="5274576"/>
            <a:ext cx="960480" cy="389520"/>
            <a:chOff x="7867584" y="5274576"/>
            <a:chExt cx="960480" cy="389520"/>
          </a:xfrm>
        </p:grpSpPr>
        <mc:AlternateContent xmlns:mc="http://schemas.openxmlformats.org/markup-compatibility/2006" xmlns:p14="http://schemas.microsoft.com/office/powerpoint/2010/main">
          <mc:Choice Requires="p14">
            <p:contentPart p14:bwMode="auto" r:id="rId460">
              <p14:nvContentPartPr>
                <p14:cNvPr id="258" name="Ink 257">
                  <a:extLst>
                    <a:ext uri="{FF2B5EF4-FFF2-40B4-BE49-F238E27FC236}">
                      <a16:creationId xmlns:a16="http://schemas.microsoft.com/office/drawing/2014/main" id="{DE4AC3E2-1A36-8B78-158C-A42A7791C518}"/>
                    </a:ext>
                  </a:extLst>
                </p14:cNvPr>
                <p14:cNvContentPartPr/>
                <p14:nvPr/>
              </p14:nvContentPartPr>
              <p14:xfrm>
                <a:off x="7867584" y="5327856"/>
                <a:ext cx="282600" cy="280080"/>
              </p14:xfrm>
            </p:contentPart>
          </mc:Choice>
          <mc:Fallback xmlns="">
            <p:pic>
              <p:nvPicPr>
                <p:cNvPr id="258" name="Ink 257">
                  <a:extLst>
                    <a:ext uri="{FF2B5EF4-FFF2-40B4-BE49-F238E27FC236}">
                      <a16:creationId xmlns:a16="http://schemas.microsoft.com/office/drawing/2014/main" id="{DE4AC3E2-1A36-8B78-158C-A42A7791C518}"/>
                    </a:ext>
                  </a:extLst>
                </p:cNvPr>
                <p:cNvPicPr/>
                <p:nvPr/>
              </p:nvPicPr>
              <p:blipFill>
                <a:blip r:embed="rId461"/>
                <a:stretch>
                  <a:fillRect/>
                </a:stretch>
              </p:blipFill>
              <p:spPr>
                <a:xfrm>
                  <a:off x="7863264" y="5323536"/>
                  <a:ext cx="2912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59" name="Ink 258">
                  <a:extLst>
                    <a:ext uri="{FF2B5EF4-FFF2-40B4-BE49-F238E27FC236}">
                      <a16:creationId xmlns:a16="http://schemas.microsoft.com/office/drawing/2014/main" id="{DAAE7F74-0A1C-D3CA-9D7E-218297FB19D8}"/>
                    </a:ext>
                  </a:extLst>
                </p14:cNvPr>
                <p14:cNvContentPartPr/>
                <p14:nvPr/>
              </p14:nvContentPartPr>
              <p14:xfrm>
                <a:off x="8200224" y="5306976"/>
                <a:ext cx="183600" cy="357120"/>
              </p14:xfrm>
            </p:contentPart>
          </mc:Choice>
          <mc:Fallback xmlns="">
            <p:pic>
              <p:nvPicPr>
                <p:cNvPr id="259" name="Ink 258">
                  <a:extLst>
                    <a:ext uri="{FF2B5EF4-FFF2-40B4-BE49-F238E27FC236}">
                      <a16:creationId xmlns:a16="http://schemas.microsoft.com/office/drawing/2014/main" id="{DAAE7F74-0A1C-D3CA-9D7E-218297FB19D8}"/>
                    </a:ext>
                  </a:extLst>
                </p:cNvPr>
                <p:cNvPicPr/>
                <p:nvPr/>
              </p:nvPicPr>
              <p:blipFill>
                <a:blip r:embed="rId463"/>
                <a:stretch>
                  <a:fillRect/>
                </a:stretch>
              </p:blipFill>
              <p:spPr>
                <a:xfrm>
                  <a:off x="8195904" y="5302656"/>
                  <a:ext cx="19224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60" name="Ink 259">
                  <a:extLst>
                    <a:ext uri="{FF2B5EF4-FFF2-40B4-BE49-F238E27FC236}">
                      <a16:creationId xmlns:a16="http://schemas.microsoft.com/office/drawing/2014/main" id="{5C95BC40-24AA-55CD-60E7-930553686956}"/>
                    </a:ext>
                  </a:extLst>
                </p14:cNvPr>
                <p14:cNvContentPartPr/>
                <p14:nvPr/>
              </p14:nvContentPartPr>
              <p14:xfrm>
                <a:off x="8403624" y="5449896"/>
                <a:ext cx="150480" cy="125640"/>
              </p14:xfrm>
            </p:contentPart>
          </mc:Choice>
          <mc:Fallback xmlns="">
            <p:pic>
              <p:nvPicPr>
                <p:cNvPr id="260" name="Ink 259">
                  <a:extLst>
                    <a:ext uri="{FF2B5EF4-FFF2-40B4-BE49-F238E27FC236}">
                      <a16:creationId xmlns:a16="http://schemas.microsoft.com/office/drawing/2014/main" id="{5C95BC40-24AA-55CD-60E7-930553686956}"/>
                    </a:ext>
                  </a:extLst>
                </p:cNvPr>
                <p:cNvPicPr/>
                <p:nvPr/>
              </p:nvPicPr>
              <p:blipFill>
                <a:blip r:embed="rId465"/>
                <a:stretch>
                  <a:fillRect/>
                </a:stretch>
              </p:blipFill>
              <p:spPr>
                <a:xfrm>
                  <a:off x="8399304" y="5445576"/>
                  <a:ext cx="1591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261" name="Ink 260">
                  <a:extLst>
                    <a:ext uri="{FF2B5EF4-FFF2-40B4-BE49-F238E27FC236}">
                      <a16:creationId xmlns:a16="http://schemas.microsoft.com/office/drawing/2014/main" id="{F9BE8CEB-08C3-A772-F39C-55E06F5CD978}"/>
                    </a:ext>
                  </a:extLst>
                </p14:cNvPr>
                <p14:cNvContentPartPr/>
                <p14:nvPr/>
              </p14:nvContentPartPr>
              <p14:xfrm>
                <a:off x="8600544" y="5333256"/>
                <a:ext cx="66600" cy="81360"/>
              </p14:xfrm>
            </p:contentPart>
          </mc:Choice>
          <mc:Fallback xmlns="">
            <p:pic>
              <p:nvPicPr>
                <p:cNvPr id="261" name="Ink 260">
                  <a:extLst>
                    <a:ext uri="{FF2B5EF4-FFF2-40B4-BE49-F238E27FC236}">
                      <a16:creationId xmlns:a16="http://schemas.microsoft.com/office/drawing/2014/main" id="{F9BE8CEB-08C3-A772-F39C-55E06F5CD978}"/>
                    </a:ext>
                  </a:extLst>
                </p:cNvPr>
                <p:cNvPicPr/>
                <p:nvPr/>
              </p:nvPicPr>
              <p:blipFill>
                <a:blip r:embed="rId467"/>
                <a:stretch>
                  <a:fillRect/>
                </a:stretch>
              </p:blipFill>
              <p:spPr>
                <a:xfrm>
                  <a:off x="8596224" y="5328936"/>
                  <a:ext cx="752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262" name="Ink 261">
                  <a:extLst>
                    <a:ext uri="{FF2B5EF4-FFF2-40B4-BE49-F238E27FC236}">
                      <a16:creationId xmlns:a16="http://schemas.microsoft.com/office/drawing/2014/main" id="{CCA109CF-328C-F3BA-8790-7E5E469E7129}"/>
                    </a:ext>
                  </a:extLst>
                </p14:cNvPr>
                <p14:cNvContentPartPr/>
                <p14:nvPr/>
              </p14:nvContentPartPr>
              <p14:xfrm>
                <a:off x="8685144" y="5274576"/>
                <a:ext cx="142920" cy="384840"/>
              </p14:xfrm>
            </p:contentPart>
          </mc:Choice>
          <mc:Fallback xmlns="">
            <p:pic>
              <p:nvPicPr>
                <p:cNvPr id="262" name="Ink 261">
                  <a:extLst>
                    <a:ext uri="{FF2B5EF4-FFF2-40B4-BE49-F238E27FC236}">
                      <a16:creationId xmlns:a16="http://schemas.microsoft.com/office/drawing/2014/main" id="{CCA109CF-328C-F3BA-8790-7E5E469E7129}"/>
                    </a:ext>
                  </a:extLst>
                </p:cNvPr>
                <p:cNvPicPr/>
                <p:nvPr/>
              </p:nvPicPr>
              <p:blipFill>
                <a:blip r:embed="rId469"/>
                <a:stretch>
                  <a:fillRect/>
                </a:stretch>
              </p:blipFill>
              <p:spPr>
                <a:xfrm>
                  <a:off x="8680824" y="5270256"/>
                  <a:ext cx="15156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263" name="Ink 262">
                  <a:extLst>
                    <a:ext uri="{FF2B5EF4-FFF2-40B4-BE49-F238E27FC236}">
                      <a16:creationId xmlns:a16="http://schemas.microsoft.com/office/drawing/2014/main" id="{459A4D3F-F960-683D-5A2B-7B4B5B5D5B91}"/>
                    </a:ext>
                  </a:extLst>
                </p14:cNvPr>
                <p14:cNvContentPartPr/>
                <p14:nvPr/>
              </p14:nvContentPartPr>
              <p14:xfrm>
                <a:off x="8588304" y="5326416"/>
                <a:ext cx="28080" cy="11160"/>
              </p14:xfrm>
            </p:contentPart>
          </mc:Choice>
          <mc:Fallback xmlns="">
            <p:pic>
              <p:nvPicPr>
                <p:cNvPr id="263" name="Ink 262">
                  <a:extLst>
                    <a:ext uri="{FF2B5EF4-FFF2-40B4-BE49-F238E27FC236}">
                      <a16:creationId xmlns:a16="http://schemas.microsoft.com/office/drawing/2014/main" id="{459A4D3F-F960-683D-5A2B-7B4B5B5D5B91}"/>
                    </a:ext>
                  </a:extLst>
                </p:cNvPr>
                <p:cNvPicPr/>
                <p:nvPr/>
              </p:nvPicPr>
              <p:blipFill>
                <a:blip r:embed="rId471"/>
                <a:stretch>
                  <a:fillRect/>
                </a:stretch>
              </p:blipFill>
              <p:spPr>
                <a:xfrm>
                  <a:off x="8583984" y="5322096"/>
                  <a:ext cx="36720" cy="1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2">
            <p14:nvContentPartPr>
              <p14:cNvPr id="269" name="Ink 268">
                <a:extLst>
                  <a:ext uri="{FF2B5EF4-FFF2-40B4-BE49-F238E27FC236}">
                    <a16:creationId xmlns:a16="http://schemas.microsoft.com/office/drawing/2014/main" id="{A65FBF38-7E40-30B7-1CEF-5E52F0FA1712}"/>
                  </a:ext>
                </a:extLst>
              </p14:cNvPr>
              <p14:cNvContentPartPr/>
              <p14:nvPr/>
            </p14:nvContentPartPr>
            <p14:xfrm>
              <a:off x="8278704" y="3441816"/>
              <a:ext cx="164880" cy="137880"/>
            </p14:xfrm>
          </p:contentPart>
        </mc:Choice>
        <mc:Fallback xmlns="">
          <p:pic>
            <p:nvPicPr>
              <p:cNvPr id="269" name="Ink 268">
                <a:extLst>
                  <a:ext uri="{FF2B5EF4-FFF2-40B4-BE49-F238E27FC236}">
                    <a16:creationId xmlns:a16="http://schemas.microsoft.com/office/drawing/2014/main" id="{A65FBF38-7E40-30B7-1CEF-5E52F0FA1712}"/>
                  </a:ext>
                </a:extLst>
              </p:cNvPr>
              <p:cNvPicPr/>
              <p:nvPr/>
            </p:nvPicPr>
            <p:blipFill>
              <a:blip r:embed="rId473"/>
              <a:stretch>
                <a:fillRect/>
              </a:stretch>
            </p:blipFill>
            <p:spPr>
              <a:xfrm>
                <a:off x="8274384" y="3437496"/>
                <a:ext cx="173520" cy="146520"/>
              </a:xfrm>
              <a:prstGeom prst="rect">
                <a:avLst/>
              </a:prstGeom>
            </p:spPr>
          </p:pic>
        </mc:Fallback>
      </mc:AlternateContent>
      <p:grpSp>
        <p:nvGrpSpPr>
          <p:cNvPr id="292" name="Group 291">
            <a:extLst>
              <a:ext uri="{FF2B5EF4-FFF2-40B4-BE49-F238E27FC236}">
                <a16:creationId xmlns:a16="http://schemas.microsoft.com/office/drawing/2014/main" id="{1894A9C6-D114-7F69-4A0D-EC666D3105EB}"/>
              </a:ext>
            </a:extLst>
          </p:cNvPr>
          <p:cNvGrpSpPr/>
          <p:nvPr/>
        </p:nvGrpSpPr>
        <p:grpSpPr>
          <a:xfrm>
            <a:off x="6174504" y="3704976"/>
            <a:ext cx="2645280" cy="1155600"/>
            <a:chOff x="6174504" y="3704976"/>
            <a:chExt cx="2645280" cy="1155600"/>
          </a:xfrm>
        </p:grpSpPr>
        <mc:AlternateContent xmlns:mc="http://schemas.openxmlformats.org/markup-compatibility/2006" xmlns:p14="http://schemas.microsoft.com/office/powerpoint/2010/main">
          <mc:Choice Requires="p14">
            <p:contentPart p14:bwMode="auto" r:id="rId474">
              <p14:nvContentPartPr>
                <p14:cNvPr id="265" name="Ink 264">
                  <a:extLst>
                    <a:ext uri="{FF2B5EF4-FFF2-40B4-BE49-F238E27FC236}">
                      <a16:creationId xmlns:a16="http://schemas.microsoft.com/office/drawing/2014/main" id="{A7BEF03F-20AB-434D-A36D-206B6241CD8C}"/>
                    </a:ext>
                  </a:extLst>
                </p14:cNvPr>
                <p14:cNvContentPartPr/>
                <p14:nvPr/>
              </p14:nvContentPartPr>
              <p14:xfrm>
                <a:off x="7717464" y="3788136"/>
                <a:ext cx="30240" cy="737280"/>
              </p14:xfrm>
            </p:contentPart>
          </mc:Choice>
          <mc:Fallback xmlns="">
            <p:pic>
              <p:nvPicPr>
                <p:cNvPr id="265" name="Ink 264">
                  <a:extLst>
                    <a:ext uri="{FF2B5EF4-FFF2-40B4-BE49-F238E27FC236}">
                      <a16:creationId xmlns:a16="http://schemas.microsoft.com/office/drawing/2014/main" id="{A7BEF03F-20AB-434D-A36D-206B6241CD8C}"/>
                    </a:ext>
                  </a:extLst>
                </p:cNvPr>
                <p:cNvPicPr/>
                <p:nvPr/>
              </p:nvPicPr>
              <p:blipFill>
                <a:blip r:embed="rId475"/>
                <a:stretch>
                  <a:fillRect/>
                </a:stretch>
              </p:blipFill>
              <p:spPr>
                <a:xfrm>
                  <a:off x="7713144" y="3783816"/>
                  <a:ext cx="38880" cy="74592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266" name="Ink 265">
                  <a:extLst>
                    <a:ext uri="{FF2B5EF4-FFF2-40B4-BE49-F238E27FC236}">
                      <a16:creationId xmlns:a16="http://schemas.microsoft.com/office/drawing/2014/main" id="{4682DB18-2C4D-9DA2-4A92-E583B26D9190}"/>
                    </a:ext>
                  </a:extLst>
                </p14:cNvPr>
                <p14:cNvContentPartPr/>
                <p14:nvPr/>
              </p14:nvContentPartPr>
              <p14:xfrm>
                <a:off x="7717464" y="3704976"/>
                <a:ext cx="1102320" cy="851400"/>
              </p14:xfrm>
            </p:contentPart>
          </mc:Choice>
          <mc:Fallback xmlns="">
            <p:pic>
              <p:nvPicPr>
                <p:cNvPr id="266" name="Ink 265">
                  <a:extLst>
                    <a:ext uri="{FF2B5EF4-FFF2-40B4-BE49-F238E27FC236}">
                      <a16:creationId xmlns:a16="http://schemas.microsoft.com/office/drawing/2014/main" id="{4682DB18-2C4D-9DA2-4A92-E583B26D9190}"/>
                    </a:ext>
                  </a:extLst>
                </p:cNvPr>
                <p:cNvPicPr/>
                <p:nvPr/>
              </p:nvPicPr>
              <p:blipFill>
                <a:blip r:embed="rId477"/>
                <a:stretch>
                  <a:fillRect/>
                </a:stretch>
              </p:blipFill>
              <p:spPr>
                <a:xfrm>
                  <a:off x="7713144" y="3700656"/>
                  <a:ext cx="1110960" cy="86004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268" name="Ink 267">
                  <a:extLst>
                    <a:ext uri="{FF2B5EF4-FFF2-40B4-BE49-F238E27FC236}">
                      <a16:creationId xmlns:a16="http://schemas.microsoft.com/office/drawing/2014/main" id="{E82251C0-3A49-9340-D7C3-EB8FAF5BF1BC}"/>
                    </a:ext>
                  </a:extLst>
                </p14:cNvPr>
                <p14:cNvContentPartPr/>
                <p14:nvPr/>
              </p14:nvContentPartPr>
              <p14:xfrm>
                <a:off x="7396344" y="4049856"/>
                <a:ext cx="104400" cy="163800"/>
              </p14:xfrm>
            </p:contentPart>
          </mc:Choice>
          <mc:Fallback xmlns="">
            <p:pic>
              <p:nvPicPr>
                <p:cNvPr id="268" name="Ink 267">
                  <a:extLst>
                    <a:ext uri="{FF2B5EF4-FFF2-40B4-BE49-F238E27FC236}">
                      <a16:creationId xmlns:a16="http://schemas.microsoft.com/office/drawing/2014/main" id="{E82251C0-3A49-9340-D7C3-EB8FAF5BF1BC}"/>
                    </a:ext>
                  </a:extLst>
                </p:cNvPr>
                <p:cNvPicPr/>
                <p:nvPr/>
              </p:nvPicPr>
              <p:blipFill>
                <a:blip r:embed="rId479"/>
                <a:stretch>
                  <a:fillRect/>
                </a:stretch>
              </p:blipFill>
              <p:spPr>
                <a:xfrm>
                  <a:off x="7392024" y="4045536"/>
                  <a:ext cx="1130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270" name="Ink 269">
                  <a:extLst>
                    <a:ext uri="{FF2B5EF4-FFF2-40B4-BE49-F238E27FC236}">
                      <a16:creationId xmlns:a16="http://schemas.microsoft.com/office/drawing/2014/main" id="{27E070FE-779D-BE56-EAED-E06EF0027DE0}"/>
                    </a:ext>
                  </a:extLst>
                </p14:cNvPr>
                <p14:cNvContentPartPr/>
                <p14:nvPr/>
              </p14:nvContentPartPr>
              <p14:xfrm>
                <a:off x="7712784" y="3854736"/>
                <a:ext cx="279360" cy="285840"/>
              </p14:xfrm>
            </p:contentPart>
          </mc:Choice>
          <mc:Fallback xmlns="">
            <p:pic>
              <p:nvPicPr>
                <p:cNvPr id="270" name="Ink 269">
                  <a:extLst>
                    <a:ext uri="{FF2B5EF4-FFF2-40B4-BE49-F238E27FC236}">
                      <a16:creationId xmlns:a16="http://schemas.microsoft.com/office/drawing/2014/main" id="{27E070FE-779D-BE56-EAED-E06EF0027DE0}"/>
                    </a:ext>
                  </a:extLst>
                </p:cNvPr>
                <p:cNvPicPr/>
                <p:nvPr/>
              </p:nvPicPr>
              <p:blipFill>
                <a:blip r:embed="rId481"/>
                <a:stretch>
                  <a:fillRect/>
                </a:stretch>
              </p:blipFill>
              <p:spPr>
                <a:xfrm>
                  <a:off x="7708464" y="3850416"/>
                  <a:ext cx="28800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271" name="Ink 270">
                  <a:extLst>
                    <a:ext uri="{FF2B5EF4-FFF2-40B4-BE49-F238E27FC236}">
                      <a16:creationId xmlns:a16="http://schemas.microsoft.com/office/drawing/2014/main" id="{63258028-4938-08A7-4726-4FAEB80345E5}"/>
                    </a:ext>
                  </a:extLst>
                </p14:cNvPr>
                <p14:cNvContentPartPr/>
                <p14:nvPr/>
              </p14:nvContentPartPr>
              <p14:xfrm>
                <a:off x="7916184" y="3812616"/>
                <a:ext cx="402120" cy="407880"/>
              </p14:xfrm>
            </p:contentPart>
          </mc:Choice>
          <mc:Fallback xmlns="">
            <p:pic>
              <p:nvPicPr>
                <p:cNvPr id="271" name="Ink 270">
                  <a:extLst>
                    <a:ext uri="{FF2B5EF4-FFF2-40B4-BE49-F238E27FC236}">
                      <a16:creationId xmlns:a16="http://schemas.microsoft.com/office/drawing/2014/main" id="{63258028-4938-08A7-4726-4FAEB80345E5}"/>
                    </a:ext>
                  </a:extLst>
                </p:cNvPr>
                <p:cNvPicPr/>
                <p:nvPr/>
              </p:nvPicPr>
              <p:blipFill>
                <a:blip r:embed="rId483"/>
                <a:stretch>
                  <a:fillRect/>
                </a:stretch>
              </p:blipFill>
              <p:spPr>
                <a:xfrm>
                  <a:off x="7911864" y="3808296"/>
                  <a:ext cx="41076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272" name="Ink 271">
                  <a:extLst>
                    <a:ext uri="{FF2B5EF4-FFF2-40B4-BE49-F238E27FC236}">
                      <a16:creationId xmlns:a16="http://schemas.microsoft.com/office/drawing/2014/main" id="{284A4C9B-1D6D-467B-9B0C-1476D83C3A42}"/>
                    </a:ext>
                  </a:extLst>
                </p14:cNvPr>
                <p14:cNvContentPartPr/>
                <p14:nvPr/>
              </p14:nvContentPartPr>
              <p14:xfrm>
                <a:off x="8094024" y="3901536"/>
                <a:ext cx="485280" cy="405720"/>
              </p14:xfrm>
            </p:contentPart>
          </mc:Choice>
          <mc:Fallback xmlns="">
            <p:pic>
              <p:nvPicPr>
                <p:cNvPr id="272" name="Ink 271">
                  <a:extLst>
                    <a:ext uri="{FF2B5EF4-FFF2-40B4-BE49-F238E27FC236}">
                      <a16:creationId xmlns:a16="http://schemas.microsoft.com/office/drawing/2014/main" id="{284A4C9B-1D6D-467B-9B0C-1476D83C3A42}"/>
                    </a:ext>
                  </a:extLst>
                </p:cNvPr>
                <p:cNvPicPr/>
                <p:nvPr/>
              </p:nvPicPr>
              <p:blipFill>
                <a:blip r:embed="rId485"/>
                <a:stretch>
                  <a:fillRect/>
                </a:stretch>
              </p:blipFill>
              <p:spPr>
                <a:xfrm>
                  <a:off x="8089704" y="3897216"/>
                  <a:ext cx="49392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273" name="Ink 272">
                  <a:extLst>
                    <a:ext uri="{FF2B5EF4-FFF2-40B4-BE49-F238E27FC236}">
                      <a16:creationId xmlns:a16="http://schemas.microsoft.com/office/drawing/2014/main" id="{0F109839-6CAD-DE2E-1A6F-F3219D3CC2A6}"/>
                    </a:ext>
                  </a:extLst>
                </p14:cNvPr>
                <p14:cNvContentPartPr/>
                <p14:nvPr/>
              </p14:nvContentPartPr>
              <p14:xfrm>
                <a:off x="8286264" y="4036536"/>
                <a:ext cx="343800" cy="297720"/>
              </p14:xfrm>
            </p:contentPart>
          </mc:Choice>
          <mc:Fallback xmlns="">
            <p:pic>
              <p:nvPicPr>
                <p:cNvPr id="273" name="Ink 272">
                  <a:extLst>
                    <a:ext uri="{FF2B5EF4-FFF2-40B4-BE49-F238E27FC236}">
                      <a16:creationId xmlns:a16="http://schemas.microsoft.com/office/drawing/2014/main" id="{0F109839-6CAD-DE2E-1A6F-F3219D3CC2A6}"/>
                    </a:ext>
                  </a:extLst>
                </p:cNvPr>
                <p:cNvPicPr/>
                <p:nvPr/>
              </p:nvPicPr>
              <p:blipFill>
                <a:blip r:embed="rId487"/>
                <a:stretch>
                  <a:fillRect/>
                </a:stretch>
              </p:blipFill>
              <p:spPr>
                <a:xfrm>
                  <a:off x="8281944" y="4032216"/>
                  <a:ext cx="35244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274" name="Ink 273">
                  <a:extLst>
                    <a:ext uri="{FF2B5EF4-FFF2-40B4-BE49-F238E27FC236}">
                      <a16:creationId xmlns:a16="http://schemas.microsoft.com/office/drawing/2014/main" id="{39FE45AA-F775-9394-BD26-9BADED351F44}"/>
                    </a:ext>
                  </a:extLst>
                </p14:cNvPr>
                <p14:cNvContentPartPr/>
                <p14:nvPr/>
              </p14:nvContentPartPr>
              <p14:xfrm>
                <a:off x="8479584" y="4119696"/>
                <a:ext cx="328320" cy="295920"/>
              </p14:xfrm>
            </p:contentPart>
          </mc:Choice>
          <mc:Fallback xmlns="">
            <p:pic>
              <p:nvPicPr>
                <p:cNvPr id="274" name="Ink 273">
                  <a:extLst>
                    <a:ext uri="{FF2B5EF4-FFF2-40B4-BE49-F238E27FC236}">
                      <a16:creationId xmlns:a16="http://schemas.microsoft.com/office/drawing/2014/main" id="{39FE45AA-F775-9394-BD26-9BADED351F44}"/>
                    </a:ext>
                  </a:extLst>
                </p:cNvPr>
                <p:cNvPicPr/>
                <p:nvPr/>
              </p:nvPicPr>
              <p:blipFill>
                <a:blip r:embed="rId489"/>
                <a:stretch>
                  <a:fillRect/>
                </a:stretch>
              </p:blipFill>
              <p:spPr>
                <a:xfrm>
                  <a:off x="8475264" y="4115376"/>
                  <a:ext cx="3369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275" name="Ink 274">
                  <a:extLst>
                    <a:ext uri="{FF2B5EF4-FFF2-40B4-BE49-F238E27FC236}">
                      <a16:creationId xmlns:a16="http://schemas.microsoft.com/office/drawing/2014/main" id="{3EE08CC8-2B27-129E-7916-026E048BB0DF}"/>
                    </a:ext>
                  </a:extLst>
                </p14:cNvPr>
                <p14:cNvContentPartPr/>
                <p14:nvPr/>
              </p14:nvContentPartPr>
              <p14:xfrm>
                <a:off x="8149464" y="4012416"/>
                <a:ext cx="162000" cy="129960"/>
              </p14:xfrm>
            </p:contentPart>
          </mc:Choice>
          <mc:Fallback xmlns="">
            <p:pic>
              <p:nvPicPr>
                <p:cNvPr id="275" name="Ink 274">
                  <a:extLst>
                    <a:ext uri="{FF2B5EF4-FFF2-40B4-BE49-F238E27FC236}">
                      <a16:creationId xmlns:a16="http://schemas.microsoft.com/office/drawing/2014/main" id="{3EE08CC8-2B27-129E-7916-026E048BB0DF}"/>
                    </a:ext>
                  </a:extLst>
                </p:cNvPr>
                <p:cNvPicPr/>
                <p:nvPr/>
              </p:nvPicPr>
              <p:blipFill>
                <a:blip r:embed="rId491"/>
                <a:stretch>
                  <a:fillRect/>
                </a:stretch>
              </p:blipFill>
              <p:spPr>
                <a:xfrm>
                  <a:off x="8145144" y="4008096"/>
                  <a:ext cx="17064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276" name="Ink 275">
                  <a:extLst>
                    <a:ext uri="{FF2B5EF4-FFF2-40B4-BE49-F238E27FC236}">
                      <a16:creationId xmlns:a16="http://schemas.microsoft.com/office/drawing/2014/main" id="{A2DE7BC1-AABB-A25B-FD3E-E6032E3036CF}"/>
                    </a:ext>
                  </a:extLst>
                </p14:cNvPr>
                <p14:cNvContentPartPr/>
                <p14:nvPr/>
              </p14:nvContentPartPr>
              <p14:xfrm>
                <a:off x="8327304" y="3899016"/>
                <a:ext cx="113400" cy="81360"/>
              </p14:xfrm>
            </p:contentPart>
          </mc:Choice>
          <mc:Fallback xmlns="">
            <p:pic>
              <p:nvPicPr>
                <p:cNvPr id="276" name="Ink 275">
                  <a:extLst>
                    <a:ext uri="{FF2B5EF4-FFF2-40B4-BE49-F238E27FC236}">
                      <a16:creationId xmlns:a16="http://schemas.microsoft.com/office/drawing/2014/main" id="{A2DE7BC1-AABB-A25B-FD3E-E6032E3036CF}"/>
                    </a:ext>
                  </a:extLst>
                </p:cNvPr>
                <p:cNvPicPr/>
                <p:nvPr/>
              </p:nvPicPr>
              <p:blipFill>
                <a:blip r:embed="rId493"/>
                <a:stretch>
                  <a:fillRect/>
                </a:stretch>
              </p:blipFill>
              <p:spPr>
                <a:xfrm>
                  <a:off x="8322984" y="3894696"/>
                  <a:ext cx="1220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278" name="Ink 277">
                  <a:extLst>
                    <a:ext uri="{FF2B5EF4-FFF2-40B4-BE49-F238E27FC236}">
                      <a16:creationId xmlns:a16="http://schemas.microsoft.com/office/drawing/2014/main" id="{6C7C020F-F337-6B8F-CCB6-4EBFF9B05BDB}"/>
                    </a:ext>
                  </a:extLst>
                </p14:cNvPr>
                <p14:cNvContentPartPr/>
                <p14:nvPr/>
              </p14:nvContentPartPr>
              <p14:xfrm>
                <a:off x="7292304" y="4391136"/>
                <a:ext cx="653040" cy="277920"/>
              </p14:xfrm>
            </p:contentPart>
          </mc:Choice>
          <mc:Fallback xmlns="">
            <p:pic>
              <p:nvPicPr>
                <p:cNvPr id="278" name="Ink 277">
                  <a:extLst>
                    <a:ext uri="{FF2B5EF4-FFF2-40B4-BE49-F238E27FC236}">
                      <a16:creationId xmlns:a16="http://schemas.microsoft.com/office/drawing/2014/main" id="{6C7C020F-F337-6B8F-CCB6-4EBFF9B05BDB}"/>
                    </a:ext>
                  </a:extLst>
                </p:cNvPr>
                <p:cNvPicPr/>
                <p:nvPr/>
              </p:nvPicPr>
              <p:blipFill>
                <a:blip r:embed="rId495"/>
                <a:stretch>
                  <a:fillRect/>
                </a:stretch>
              </p:blipFill>
              <p:spPr>
                <a:xfrm>
                  <a:off x="7287984" y="4386816"/>
                  <a:ext cx="6616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279" name="Ink 278">
                  <a:extLst>
                    <a:ext uri="{FF2B5EF4-FFF2-40B4-BE49-F238E27FC236}">
                      <a16:creationId xmlns:a16="http://schemas.microsoft.com/office/drawing/2014/main" id="{598382DC-B70F-C339-29CE-54A21137F84B}"/>
                    </a:ext>
                  </a:extLst>
                </p14:cNvPr>
                <p14:cNvContentPartPr/>
                <p14:nvPr/>
              </p14:nvContentPartPr>
              <p14:xfrm>
                <a:off x="6174504" y="4564296"/>
                <a:ext cx="143640" cy="235080"/>
              </p14:xfrm>
            </p:contentPart>
          </mc:Choice>
          <mc:Fallback xmlns="">
            <p:pic>
              <p:nvPicPr>
                <p:cNvPr id="279" name="Ink 278">
                  <a:extLst>
                    <a:ext uri="{FF2B5EF4-FFF2-40B4-BE49-F238E27FC236}">
                      <a16:creationId xmlns:a16="http://schemas.microsoft.com/office/drawing/2014/main" id="{598382DC-B70F-C339-29CE-54A21137F84B}"/>
                    </a:ext>
                  </a:extLst>
                </p:cNvPr>
                <p:cNvPicPr/>
                <p:nvPr/>
              </p:nvPicPr>
              <p:blipFill>
                <a:blip r:embed="rId497"/>
                <a:stretch>
                  <a:fillRect/>
                </a:stretch>
              </p:blipFill>
              <p:spPr>
                <a:xfrm>
                  <a:off x="6170184" y="4559976"/>
                  <a:ext cx="15228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280" name="Ink 279">
                  <a:extLst>
                    <a:ext uri="{FF2B5EF4-FFF2-40B4-BE49-F238E27FC236}">
                      <a16:creationId xmlns:a16="http://schemas.microsoft.com/office/drawing/2014/main" id="{D4687643-76DA-32EE-50FF-1BE1E355BC86}"/>
                    </a:ext>
                  </a:extLst>
                </p14:cNvPr>
                <p14:cNvContentPartPr/>
                <p14:nvPr/>
              </p14:nvContentPartPr>
              <p14:xfrm>
                <a:off x="6243624" y="4671936"/>
                <a:ext cx="152640" cy="2520"/>
              </p14:xfrm>
            </p:contentPart>
          </mc:Choice>
          <mc:Fallback xmlns="">
            <p:pic>
              <p:nvPicPr>
                <p:cNvPr id="280" name="Ink 279">
                  <a:extLst>
                    <a:ext uri="{FF2B5EF4-FFF2-40B4-BE49-F238E27FC236}">
                      <a16:creationId xmlns:a16="http://schemas.microsoft.com/office/drawing/2014/main" id="{D4687643-76DA-32EE-50FF-1BE1E355BC86}"/>
                    </a:ext>
                  </a:extLst>
                </p:cNvPr>
                <p:cNvPicPr/>
                <p:nvPr/>
              </p:nvPicPr>
              <p:blipFill>
                <a:blip r:embed="rId499"/>
                <a:stretch>
                  <a:fillRect/>
                </a:stretch>
              </p:blipFill>
              <p:spPr>
                <a:xfrm>
                  <a:off x="6239304" y="4667616"/>
                  <a:ext cx="161280" cy="1116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281" name="Ink 280">
                  <a:extLst>
                    <a:ext uri="{FF2B5EF4-FFF2-40B4-BE49-F238E27FC236}">
                      <a16:creationId xmlns:a16="http://schemas.microsoft.com/office/drawing/2014/main" id="{EE0A6161-82CB-7922-A2E0-CC6B783558A3}"/>
                    </a:ext>
                  </a:extLst>
                </p14:cNvPr>
                <p14:cNvContentPartPr/>
                <p14:nvPr/>
              </p14:nvContentPartPr>
              <p14:xfrm>
                <a:off x="6507144" y="4617216"/>
                <a:ext cx="144000" cy="243360"/>
              </p14:xfrm>
            </p:contentPart>
          </mc:Choice>
          <mc:Fallback xmlns="">
            <p:pic>
              <p:nvPicPr>
                <p:cNvPr id="281" name="Ink 280">
                  <a:extLst>
                    <a:ext uri="{FF2B5EF4-FFF2-40B4-BE49-F238E27FC236}">
                      <a16:creationId xmlns:a16="http://schemas.microsoft.com/office/drawing/2014/main" id="{EE0A6161-82CB-7922-A2E0-CC6B783558A3}"/>
                    </a:ext>
                  </a:extLst>
                </p:cNvPr>
                <p:cNvPicPr/>
                <p:nvPr/>
              </p:nvPicPr>
              <p:blipFill>
                <a:blip r:embed="rId501"/>
                <a:stretch>
                  <a:fillRect/>
                </a:stretch>
              </p:blipFill>
              <p:spPr>
                <a:xfrm>
                  <a:off x="6502824" y="4612896"/>
                  <a:ext cx="1526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282" name="Ink 281">
                  <a:extLst>
                    <a:ext uri="{FF2B5EF4-FFF2-40B4-BE49-F238E27FC236}">
                      <a16:creationId xmlns:a16="http://schemas.microsoft.com/office/drawing/2014/main" id="{901073F4-C237-50E5-0832-1C396241AEB4}"/>
                    </a:ext>
                  </a:extLst>
                </p14:cNvPr>
                <p14:cNvContentPartPr/>
                <p14:nvPr/>
              </p14:nvContentPartPr>
              <p14:xfrm>
                <a:off x="6705144" y="4639536"/>
                <a:ext cx="105120" cy="44280"/>
              </p14:xfrm>
            </p:contentPart>
          </mc:Choice>
          <mc:Fallback xmlns="">
            <p:pic>
              <p:nvPicPr>
                <p:cNvPr id="282" name="Ink 281">
                  <a:extLst>
                    <a:ext uri="{FF2B5EF4-FFF2-40B4-BE49-F238E27FC236}">
                      <a16:creationId xmlns:a16="http://schemas.microsoft.com/office/drawing/2014/main" id="{901073F4-C237-50E5-0832-1C396241AEB4}"/>
                    </a:ext>
                  </a:extLst>
                </p:cNvPr>
                <p:cNvPicPr/>
                <p:nvPr/>
              </p:nvPicPr>
              <p:blipFill>
                <a:blip r:embed="rId503"/>
                <a:stretch>
                  <a:fillRect/>
                </a:stretch>
              </p:blipFill>
              <p:spPr>
                <a:xfrm>
                  <a:off x="6700824" y="4635216"/>
                  <a:ext cx="1137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283" name="Ink 282">
                  <a:extLst>
                    <a:ext uri="{FF2B5EF4-FFF2-40B4-BE49-F238E27FC236}">
                      <a16:creationId xmlns:a16="http://schemas.microsoft.com/office/drawing/2014/main" id="{B72E2F52-70F9-7581-C91B-3E87C53E4AAE}"/>
                    </a:ext>
                  </a:extLst>
                </p14:cNvPr>
                <p14:cNvContentPartPr/>
                <p14:nvPr/>
              </p14:nvContentPartPr>
              <p14:xfrm>
                <a:off x="6809184" y="4608216"/>
                <a:ext cx="102240" cy="69480"/>
              </p14:xfrm>
            </p:contentPart>
          </mc:Choice>
          <mc:Fallback xmlns="">
            <p:pic>
              <p:nvPicPr>
                <p:cNvPr id="283" name="Ink 282">
                  <a:extLst>
                    <a:ext uri="{FF2B5EF4-FFF2-40B4-BE49-F238E27FC236}">
                      <a16:creationId xmlns:a16="http://schemas.microsoft.com/office/drawing/2014/main" id="{B72E2F52-70F9-7581-C91B-3E87C53E4AAE}"/>
                    </a:ext>
                  </a:extLst>
                </p:cNvPr>
                <p:cNvPicPr/>
                <p:nvPr/>
              </p:nvPicPr>
              <p:blipFill>
                <a:blip r:embed="rId505"/>
                <a:stretch>
                  <a:fillRect/>
                </a:stretch>
              </p:blipFill>
              <p:spPr>
                <a:xfrm>
                  <a:off x="6804864" y="4603896"/>
                  <a:ext cx="1108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284" name="Ink 283">
                  <a:extLst>
                    <a:ext uri="{FF2B5EF4-FFF2-40B4-BE49-F238E27FC236}">
                      <a16:creationId xmlns:a16="http://schemas.microsoft.com/office/drawing/2014/main" id="{3235061A-EDD5-CFDB-4E31-47666F20C73B}"/>
                    </a:ext>
                  </a:extLst>
                </p14:cNvPr>
                <p14:cNvContentPartPr/>
                <p14:nvPr/>
              </p14:nvContentPartPr>
              <p14:xfrm>
                <a:off x="6933024" y="4417416"/>
                <a:ext cx="165600" cy="279360"/>
              </p14:xfrm>
            </p:contentPart>
          </mc:Choice>
          <mc:Fallback xmlns="">
            <p:pic>
              <p:nvPicPr>
                <p:cNvPr id="284" name="Ink 283">
                  <a:extLst>
                    <a:ext uri="{FF2B5EF4-FFF2-40B4-BE49-F238E27FC236}">
                      <a16:creationId xmlns:a16="http://schemas.microsoft.com/office/drawing/2014/main" id="{3235061A-EDD5-CFDB-4E31-47666F20C73B}"/>
                    </a:ext>
                  </a:extLst>
                </p:cNvPr>
                <p:cNvPicPr/>
                <p:nvPr/>
              </p:nvPicPr>
              <p:blipFill>
                <a:blip r:embed="rId507"/>
                <a:stretch>
                  <a:fillRect/>
                </a:stretch>
              </p:blipFill>
              <p:spPr>
                <a:xfrm>
                  <a:off x="6928704" y="4413096"/>
                  <a:ext cx="1742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285" name="Ink 284">
                  <a:extLst>
                    <a:ext uri="{FF2B5EF4-FFF2-40B4-BE49-F238E27FC236}">
                      <a16:creationId xmlns:a16="http://schemas.microsoft.com/office/drawing/2014/main" id="{A39376EC-D00A-BFE6-FA9F-945C9847C2C9}"/>
                    </a:ext>
                  </a:extLst>
                </p14:cNvPr>
                <p14:cNvContentPartPr/>
                <p14:nvPr/>
              </p14:nvContentPartPr>
              <p14:xfrm>
                <a:off x="7068384" y="4570056"/>
                <a:ext cx="83520" cy="96840"/>
              </p14:xfrm>
            </p:contentPart>
          </mc:Choice>
          <mc:Fallback xmlns="">
            <p:pic>
              <p:nvPicPr>
                <p:cNvPr id="285" name="Ink 284">
                  <a:extLst>
                    <a:ext uri="{FF2B5EF4-FFF2-40B4-BE49-F238E27FC236}">
                      <a16:creationId xmlns:a16="http://schemas.microsoft.com/office/drawing/2014/main" id="{A39376EC-D00A-BFE6-FA9F-945C9847C2C9}"/>
                    </a:ext>
                  </a:extLst>
                </p:cNvPr>
                <p:cNvPicPr/>
                <p:nvPr/>
              </p:nvPicPr>
              <p:blipFill>
                <a:blip r:embed="rId509"/>
                <a:stretch>
                  <a:fillRect/>
                </a:stretch>
              </p:blipFill>
              <p:spPr>
                <a:xfrm>
                  <a:off x="7064064" y="4565736"/>
                  <a:ext cx="921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286" name="Ink 285">
                  <a:extLst>
                    <a:ext uri="{FF2B5EF4-FFF2-40B4-BE49-F238E27FC236}">
                      <a16:creationId xmlns:a16="http://schemas.microsoft.com/office/drawing/2014/main" id="{54A64BA7-38D5-2E50-A1B3-E51BC0F75D72}"/>
                    </a:ext>
                  </a:extLst>
                </p14:cNvPr>
                <p14:cNvContentPartPr/>
                <p14:nvPr/>
              </p14:nvContentPartPr>
              <p14:xfrm>
                <a:off x="7142184" y="4551696"/>
                <a:ext cx="81360" cy="79920"/>
              </p14:xfrm>
            </p:contentPart>
          </mc:Choice>
          <mc:Fallback xmlns="">
            <p:pic>
              <p:nvPicPr>
                <p:cNvPr id="286" name="Ink 285">
                  <a:extLst>
                    <a:ext uri="{FF2B5EF4-FFF2-40B4-BE49-F238E27FC236}">
                      <a16:creationId xmlns:a16="http://schemas.microsoft.com/office/drawing/2014/main" id="{54A64BA7-38D5-2E50-A1B3-E51BC0F75D72}"/>
                    </a:ext>
                  </a:extLst>
                </p:cNvPr>
                <p:cNvPicPr/>
                <p:nvPr/>
              </p:nvPicPr>
              <p:blipFill>
                <a:blip r:embed="rId511"/>
                <a:stretch>
                  <a:fillRect/>
                </a:stretch>
              </p:blipFill>
              <p:spPr>
                <a:xfrm>
                  <a:off x="7137864" y="4547376"/>
                  <a:ext cx="900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287" name="Ink 286">
                  <a:extLst>
                    <a:ext uri="{FF2B5EF4-FFF2-40B4-BE49-F238E27FC236}">
                      <a16:creationId xmlns:a16="http://schemas.microsoft.com/office/drawing/2014/main" id="{D8166D84-928D-2366-BD7D-610DE528F06A}"/>
                    </a:ext>
                  </a:extLst>
                </p14:cNvPr>
                <p14:cNvContentPartPr/>
                <p14:nvPr/>
              </p14:nvContentPartPr>
              <p14:xfrm>
                <a:off x="7216344" y="4551696"/>
                <a:ext cx="360" cy="360"/>
              </p14:xfrm>
            </p:contentPart>
          </mc:Choice>
          <mc:Fallback xmlns="">
            <p:pic>
              <p:nvPicPr>
                <p:cNvPr id="287" name="Ink 286">
                  <a:extLst>
                    <a:ext uri="{FF2B5EF4-FFF2-40B4-BE49-F238E27FC236}">
                      <a16:creationId xmlns:a16="http://schemas.microsoft.com/office/drawing/2014/main" id="{D8166D84-928D-2366-BD7D-610DE528F06A}"/>
                    </a:ext>
                  </a:extLst>
                </p:cNvPr>
                <p:cNvPicPr/>
                <p:nvPr/>
              </p:nvPicPr>
              <p:blipFill>
                <a:blip r:embed="rId513"/>
                <a:stretch>
                  <a:fillRect/>
                </a:stretch>
              </p:blipFill>
              <p:spPr>
                <a:xfrm>
                  <a:off x="7212024" y="45473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288" name="Ink 287">
                  <a:extLst>
                    <a:ext uri="{FF2B5EF4-FFF2-40B4-BE49-F238E27FC236}">
                      <a16:creationId xmlns:a16="http://schemas.microsoft.com/office/drawing/2014/main" id="{327AE205-89AE-2D70-050D-81366410A8CA}"/>
                    </a:ext>
                  </a:extLst>
                </p14:cNvPr>
                <p14:cNvContentPartPr/>
                <p14:nvPr/>
              </p14:nvContentPartPr>
              <p14:xfrm>
                <a:off x="7216344" y="4551696"/>
                <a:ext cx="157320" cy="50040"/>
              </p14:xfrm>
            </p:contentPart>
          </mc:Choice>
          <mc:Fallback xmlns="">
            <p:pic>
              <p:nvPicPr>
                <p:cNvPr id="288" name="Ink 287">
                  <a:extLst>
                    <a:ext uri="{FF2B5EF4-FFF2-40B4-BE49-F238E27FC236}">
                      <a16:creationId xmlns:a16="http://schemas.microsoft.com/office/drawing/2014/main" id="{327AE205-89AE-2D70-050D-81366410A8CA}"/>
                    </a:ext>
                  </a:extLst>
                </p:cNvPr>
                <p:cNvPicPr/>
                <p:nvPr/>
              </p:nvPicPr>
              <p:blipFill>
                <a:blip r:embed="rId515"/>
                <a:stretch>
                  <a:fillRect/>
                </a:stretch>
              </p:blipFill>
              <p:spPr>
                <a:xfrm>
                  <a:off x="7212024" y="4547376"/>
                  <a:ext cx="1659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289" name="Ink 288">
                  <a:extLst>
                    <a:ext uri="{FF2B5EF4-FFF2-40B4-BE49-F238E27FC236}">
                      <a16:creationId xmlns:a16="http://schemas.microsoft.com/office/drawing/2014/main" id="{13C8117D-03FB-2AAE-80A9-89064B4793E2}"/>
                    </a:ext>
                  </a:extLst>
                </p14:cNvPr>
                <p14:cNvContentPartPr/>
                <p14:nvPr/>
              </p14:nvContentPartPr>
              <p14:xfrm>
                <a:off x="7255584" y="4530816"/>
                <a:ext cx="155520" cy="225360"/>
              </p14:xfrm>
            </p:contentPart>
          </mc:Choice>
          <mc:Fallback xmlns="">
            <p:pic>
              <p:nvPicPr>
                <p:cNvPr id="289" name="Ink 288">
                  <a:extLst>
                    <a:ext uri="{FF2B5EF4-FFF2-40B4-BE49-F238E27FC236}">
                      <a16:creationId xmlns:a16="http://schemas.microsoft.com/office/drawing/2014/main" id="{13C8117D-03FB-2AAE-80A9-89064B4793E2}"/>
                    </a:ext>
                  </a:extLst>
                </p:cNvPr>
                <p:cNvPicPr/>
                <p:nvPr/>
              </p:nvPicPr>
              <p:blipFill>
                <a:blip r:embed="rId517"/>
                <a:stretch>
                  <a:fillRect/>
                </a:stretch>
              </p:blipFill>
              <p:spPr>
                <a:xfrm>
                  <a:off x="7251264" y="4526496"/>
                  <a:ext cx="1641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290" name="Ink 289">
                  <a:extLst>
                    <a:ext uri="{FF2B5EF4-FFF2-40B4-BE49-F238E27FC236}">
                      <a16:creationId xmlns:a16="http://schemas.microsoft.com/office/drawing/2014/main" id="{32FE1B89-1B4F-636E-D9F0-B6FFC0E039C7}"/>
                    </a:ext>
                  </a:extLst>
                </p14:cNvPr>
                <p14:cNvContentPartPr/>
                <p14:nvPr/>
              </p14:nvContentPartPr>
              <p14:xfrm>
                <a:off x="7444944" y="4374936"/>
                <a:ext cx="76680" cy="202320"/>
              </p14:xfrm>
            </p:contentPart>
          </mc:Choice>
          <mc:Fallback xmlns="">
            <p:pic>
              <p:nvPicPr>
                <p:cNvPr id="290" name="Ink 289">
                  <a:extLst>
                    <a:ext uri="{FF2B5EF4-FFF2-40B4-BE49-F238E27FC236}">
                      <a16:creationId xmlns:a16="http://schemas.microsoft.com/office/drawing/2014/main" id="{32FE1B89-1B4F-636E-D9F0-B6FFC0E039C7}"/>
                    </a:ext>
                  </a:extLst>
                </p:cNvPr>
                <p:cNvPicPr/>
                <p:nvPr/>
              </p:nvPicPr>
              <p:blipFill>
                <a:blip r:embed="rId519"/>
                <a:stretch>
                  <a:fillRect/>
                </a:stretch>
              </p:blipFill>
              <p:spPr>
                <a:xfrm>
                  <a:off x="7440624" y="4370616"/>
                  <a:ext cx="853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291" name="Ink 290">
                  <a:extLst>
                    <a:ext uri="{FF2B5EF4-FFF2-40B4-BE49-F238E27FC236}">
                      <a16:creationId xmlns:a16="http://schemas.microsoft.com/office/drawing/2014/main" id="{ADC0A787-38AF-C335-1537-39FA3BAC8682}"/>
                    </a:ext>
                  </a:extLst>
                </p14:cNvPr>
                <p14:cNvContentPartPr/>
                <p14:nvPr/>
              </p14:nvContentPartPr>
              <p14:xfrm>
                <a:off x="7484184" y="4506696"/>
                <a:ext cx="76680" cy="61560"/>
              </p14:xfrm>
            </p:contentPart>
          </mc:Choice>
          <mc:Fallback xmlns="">
            <p:pic>
              <p:nvPicPr>
                <p:cNvPr id="291" name="Ink 290">
                  <a:extLst>
                    <a:ext uri="{FF2B5EF4-FFF2-40B4-BE49-F238E27FC236}">
                      <a16:creationId xmlns:a16="http://schemas.microsoft.com/office/drawing/2014/main" id="{ADC0A787-38AF-C335-1537-39FA3BAC8682}"/>
                    </a:ext>
                  </a:extLst>
                </p:cNvPr>
                <p:cNvPicPr/>
                <p:nvPr/>
              </p:nvPicPr>
              <p:blipFill>
                <a:blip r:embed="rId521"/>
                <a:stretch>
                  <a:fillRect/>
                </a:stretch>
              </p:blipFill>
              <p:spPr>
                <a:xfrm>
                  <a:off x="7479864" y="4502376"/>
                  <a:ext cx="85320" cy="70200"/>
                </a:xfrm>
                <a:prstGeom prst="rect">
                  <a:avLst/>
                </a:prstGeom>
              </p:spPr>
            </p:pic>
          </mc:Fallback>
        </mc:AlternateContent>
      </p:grpSp>
      <p:grpSp>
        <p:nvGrpSpPr>
          <p:cNvPr id="305" name="Group 304">
            <a:extLst>
              <a:ext uri="{FF2B5EF4-FFF2-40B4-BE49-F238E27FC236}">
                <a16:creationId xmlns:a16="http://schemas.microsoft.com/office/drawing/2014/main" id="{3E8B5DE1-7DE4-0DC3-FB40-041230E707C8}"/>
              </a:ext>
            </a:extLst>
          </p:cNvPr>
          <p:cNvGrpSpPr/>
          <p:nvPr/>
        </p:nvGrpSpPr>
        <p:grpSpPr>
          <a:xfrm>
            <a:off x="5776704" y="5985216"/>
            <a:ext cx="1818360" cy="408240"/>
            <a:chOff x="5776704" y="5985216"/>
            <a:chExt cx="1818360" cy="408240"/>
          </a:xfrm>
        </p:grpSpPr>
        <mc:AlternateContent xmlns:mc="http://schemas.openxmlformats.org/markup-compatibility/2006" xmlns:p14="http://schemas.microsoft.com/office/powerpoint/2010/main">
          <mc:Choice Requires="p14">
            <p:contentPart p14:bwMode="auto" r:id="rId522">
              <p14:nvContentPartPr>
                <p14:cNvPr id="293" name="Ink 292">
                  <a:extLst>
                    <a:ext uri="{FF2B5EF4-FFF2-40B4-BE49-F238E27FC236}">
                      <a16:creationId xmlns:a16="http://schemas.microsoft.com/office/drawing/2014/main" id="{AEA621D7-9C72-483F-0E5C-5A2D7BD63F5A}"/>
                    </a:ext>
                  </a:extLst>
                </p14:cNvPr>
                <p14:cNvContentPartPr/>
                <p14:nvPr/>
              </p14:nvContentPartPr>
              <p14:xfrm>
                <a:off x="5776704" y="6090336"/>
                <a:ext cx="236520" cy="299520"/>
              </p14:xfrm>
            </p:contentPart>
          </mc:Choice>
          <mc:Fallback xmlns="">
            <p:pic>
              <p:nvPicPr>
                <p:cNvPr id="293" name="Ink 292">
                  <a:extLst>
                    <a:ext uri="{FF2B5EF4-FFF2-40B4-BE49-F238E27FC236}">
                      <a16:creationId xmlns:a16="http://schemas.microsoft.com/office/drawing/2014/main" id="{AEA621D7-9C72-483F-0E5C-5A2D7BD63F5A}"/>
                    </a:ext>
                  </a:extLst>
                </p:cNvPr>
                <p:cNvPicPr/>
                <p:nvPr/>
              </p:nvPicPr>
              <p:blipFill>
                <a:blip r:embed="rId523"/>
                <a:stretch>
                  <a:fillRect/>
                </a:stretch>
              </p:blipFill>
              <p:spPr>
                <a:xfrm>
                  <a:off x="5772384" y="6086016"/>
                  <a:ext cx="24516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294" name="Ink 293">
                  <a:extLst>
                    <a:ext uri="{FF2B5EF4-FFF2-40B4-BE49-F238E27FC236}">
                      <a16:creationId xmlns:a16="http://schemas.microsoft.com/office/drawing/2014/main" id="{20154296-2A5C-04B5-3B80-DA1E73677C3B}"/>
                    </a:ext>
                  </a:extLst>
                </p14:cNvPr>
                <p14:cNvContentPartPr/>
                <p14:nvPr/>
              </p14:nvContentPartPr>
              <p14:xfrm>
                <a:off x="5878944" y="6255216"/>
                <a:ext cx="159840" cy="138240"/>
              </p14:xfrm>
            </p:contentPart>
          </mc:Choice>
          <mc:Fallback xmlns="">
            <p:pic>
              <p:nvPicPr>
                <p:cNvPr id="294" name="Ink 293">
                  <a:extLst>
                    <a:ext uri="{FF2B5EF4-FFF2-40B4-BE49-F238E27FC236}">
                      <a16:creationId xmlns:a16="http://schemas.microsoft.com/office/drawing/2014/main" id="{20154296-2A5C-04B5-3B80-DA1E73677C3B}"/>
                    </a:ext>
                  </a:extLst>
                </p:cNvPr>
                <p:cNvPicPr/>
                <p:nvPr/>
              </p:nvPicPr>
              <p:blipFill>
                <a:blip r:embed="rId525"/>
                <a:stretch>
                  <a:fillRect/>
                </a:stretch>
              </p:blipFill>
              <p:spPr>
                <a:xfrm>
                  <a:off x="5874624" y="6250896"/>
                  <a:ext cx="1684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295" name="Ink 294">
                  <a:extLst>
                    <a:ext uri="{FF2B5EF4-FFF2-40B4-BE49-F238E27FC236}">
                      <a16:creationId xmlns:a16="http://schemas.microsoft.com/office/drawing/2014/main" id="{EA5B22AB-F581-D804-76CD-AD2E4224F051}"/>
                    </a:ext>
                  </a:extLst>
                </p14:cNvPr>
                <p14:cNvContentPartPr/>
                <p14:nvPr/>
              </p14:nvContentPartPr>
              <p14:xfrm>
                <a:off x="6093504" y="6240096"/>
                <a:ext cx="168840" cy="78840"/>
              </p14:xfrm>
            </p:contentPart>
          </mc:Choice>
          <mc:Fallback xmlns="">
            <p:pic>
              <p:nvPicPr>
                <p:cNvPr id="295" name="Ink 294">
                  <a:extLst>
                    <a:ext uri="{FF2B5EF4-FFF2-40B4-BE49-F238E27FC236}">
                      <a16:creationId xmlns:a16="http://schemas.microsoft.com/office/drawing/2014/main" id="{EA5B22AB-F581-D804-76CD-AD2E4224F051}"/>
                    </a:ext>
                  </a:extLst>
                </p:cNvPr>
                <p:cNvPicPr/>
                <p:nvPr/>
              </p:nvPicPr>
              <p:blipFill>
                <a:blip r:embed="rId527"/>
                <a:stretch>
                  <a:fillRect/>
                </a:stretch>
              </p:blipFill>
              <p:spPr>
                <a:xfrm>
                  <a:off x="6089184" y="6235776"/>
                  <a:ext cx="1774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296" name="Ink 295">
                  <a:extLst>
                    <a:ext uri="{FF2B5EF4-FFF2-40B4-BE49-F238E27FC236}">
                      <a16:creationId xmlns:a16="http://schemas.microsoft.com/office/drawing/2014/main" id="{4D75807D-5E13-696C-ACCF-230CA79FE676}"/>
                    </a:ext>
                  </a:extLst>
                </p14:cNvPr>
                <p14:cNvContentPartPr/>
                <p14:nvPr/>
              </p14:nvContentPartPr>
              <p14:xfrm>
                <a:off x="6275304" y="6216696"/>
                <a:ext cx="266760" cy="65880"/>
              </p14:xfrm>
            </p:contentPart>
          </mc:Choice>
          <mc:Fallback xmlns="">
            <p:pic>
              <p:nvPicPr>
                <p:cNvPr id="296" name="Ink 295">
                  <a:extLst>
                    <a:ext uri="{FF2B5EF4-FFF2-40B4-BE49-F238E27FC236}">
                      <a16:creationId xmlns:a16="http://schemas.microsoft.com/office/drawing/2014/main" id="{4D75807D-5E13-696C-ACCF-230CA79FE676}"/>
                    </a:ext>
                  </a:extLst>
                </p:cNvPr>
                <p:cNvPicPr/>
                <p:nvPr/>
              </p:nvPicPr>
              <p:blipFill>
                <a:blip r:embed="rId529"/>
                <a:stretch>
                  <a:fillRect/>
                </a:stretch>
              </p:blipFill>
              <p:spPr>
                <a:xfrm>
                  <a:off x="6270984" y="6212376"/>
                  <a:ext cx="2754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298" name="Ink 297">
                  <a:extLst>
                    <a:ext uri="{FF2B5EF4-FFF2-40B4-BE49-F238E27FC236}">
                      <a16:creationId xmlns:a16="http://schemas.microsoft.com/office/drawing/2014/main" id="{1FA7EDBB-19DC-A8F6-7699-9D3266A39382}"/>
                    </a:ext>
                  </a:extLst>
                </p14:cNvPr>
                <p14:cNvContentPartPr/>
                <p14:nvPr/>
              </p14:nvContentPartPr>
              <p14:xfrm>
                <a:off x="6546384" y="5985216"/>
                <a:ext cx="216360" cy="287640"/>
              </p14:xfrm>
            </p:contentPart>
          </mc:Choice>
          <mc:Fallback xmlns="">
            <p:pic>
              <p:nvPicPr>
                <p:cNvPr id="298" name="Ink 297">
                  <a:extLst>
                    <a:ext uri="{FF2B5EF4-FFF2-40B4-BE49-F238E27FC236}">
                      <a16:creationId xmlns:a16="http://schemas.microsoft.com/office/drawing/2014/main" id="{1FA7EDBB-19DC-A8F6-7699-9D3266A39382}"/>
                    </a:ext>
                  </a:extLst>
                </p:cNvPr>
                <p:cNvPicPr/>
                <p:nvPr/>
              </p:nvPicPr>
              <p:blipFill>
                <a:blip r:embed="rId531"/>
                <a:stretch>
                  <a:fillRect/>
                </a:stretch>
              </p:blipFill>
              <p:spPr>
                <a:xfrm>
                  <a:off x="6542064" y="5980896"/>
                  <a:ext cx="22500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299" name="Ink 298">
                  <a:extLst>
                    <a:ext uri="{FF2B5EF4-FFF2-40B4-BE49-F238E27FC236}">
                      <a16:creationId xmlns:a16="http://schemas.microsoft.com/office/drawing/2014/main" id="{BC7983DF-EA9E-0A2C-1C73-2516E8A6E603}"/>
                    </a:ext>
                  </a:extLst>
                </p14:cNvPr>
                <p14:cNvContentPartPr/>
                <p14:nvPr/>
              </p14:nvContentPartPr>
              <p14:xfrm>
                <a:off x="6818184" y="6121296"/>
                <a:ext cx="70560" cy="148320"/>
              </p14:xfrm>
            </p:contentPart>
          </mc:Choice>
          <mc:Fallback xmlns="">
            <p:pic>
              <p:nvPicPr>
                <p:cNvPr id="299" name="Ink 298">
                  <a:extLst>
                    <a:ext uri="{FF2B5EF4-FFF2-40B4-BE49-F238E27FC236}">
                      <a16:creationId xmlns:a16="http://schemas.microsoft.com/office/drawing/2014/main" id="{BC7983DF-EA9E-0A2C-1C73-2516E8A6E603}"/>
                    </a:ext>
                  </a:extLst>
                </p:cNvPr>
                <p:cNvPicPr/>
                <p:nvPr/>
              </p:nvPicPr>
              <p:blipFill>
                <a:blip r:embed="rId533"/>
                <a:stretch>
                  <a:fillRect/>
                </a:stretch>
              </p:blipFill>
              <p:spPr>
                <a:xfrm>
                  <a:off x="6813864" y="6116976"/>
                  <a:ext cx="792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00" name="Ink 299">
                  <a:extLst>
                    <a:ext uri="{FF2B5EF4-FFF2-40B4-BE49-F238E27FC236}">
                      <a16:creationId xmlns:a16="http://schemas.microsoft.com/office/drawing/2014/main" id="{CE46E1CB-222B-4723-8A17-80D6DEB3E588}"/>
                    </a:ext>
                  </a:extLst>
                </p14:cNvPr>
                <p14:cNvContentPartPr/>
                <p14:nvPr/>
              </p14:nvContentPartPr>
              <p14:xfrm>
                <a:off x="6921504" y="6166296"/>
                <a:ext cx="237240" cy="68400"/>
              </p14:xfrm>
            </p:contentPart>
          </mc:Choice>
          <mc:Fallback xmlns="">
            <p:pic>
              <p:nvPicPr>
                <p:cNvPr id="300" name="Ink 299">
                  <a:extLst>
                    <a:ext uri="{FF2B5EF4-FFF2-40B4-BE49-F238E27FC236}">
                      <a16:creationId xmlns:a16="http://schemas.microsoft.com/office/drawing/2014/main" id="{CE46E1CB-222B-4723-8A17-80D6DEB3E588}"/>
                    </a:ext>
                  </a:extLst>
                </p:cNvPr>
                <p:cNvPicPr/>
                <p:nvPr/>
              </p:nvPicPr>
              <p:blipFill>
                <a:blip r:embed="rId535"/>
                <a:stretch>
                  <a:fillRect/>
                </a:stretch>
              </p:blipFill>
              <p:spPr>
                <a:xfrm>
                  <a:off x="6917184" y="6161976"/>
                  <a:ext cx="2458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301" name="Ink 300">
                  <a:extLst>
                    <a:ext uri="{FF2B5EF4-FFF2-40B4-BE49-F238E27FC236}">
                      <a16:creationId xmlns:a16="http://schemas.microsoft.com/office/drawing/2014/main" id="{3CA6F7F9-DEB5-2E18-15DD-296C703E8BFC}"/>
                    </a:ext>
                  </a:extLst>
                </p14:cNvPr>
                <p14:cNvContentPartPr/>
                <p14:nvPr/>
              </p14:nvContentPartPr>
              <p14:xfrm>
                <a:off x="7230024" y="6013656"/>
                <a:ext cx="48960" cy="218880"/>
              </p14:xfrm>
            </p:contentPart>
          </mc:Choice>
          <mc:Fallback xmlns="">
            <p:pic>
              <p:nvPicPr>
                <p:cNvPr id="301" name="Ink 300">
                  <a:extLst>
                    <a:ext uri="{FF2B5EF4-FFF2-40B4-BE49-F238E27FC236}">
                      <a16:creationId xmlns:a16="http://schemas.microsoft.com/office/drawing/2014/main" id="{3CA6F7F9-DEB5-2E18-15DD-296C703E8BFC}"/>
                    </a:ext>
                  </a:extLst>
                </p:cNvPr>
                <p:cNvPicPr/>
                <p:nvPr/>
              </p:nvPicPr>
              <p:blipFill>
                <a:blip r:embed="rId537"/>
                <a:stretch>
                  <a:fillRect/>
                </a:stretch>
              </p:blipFill>
              <p:spPr>
                <a:xfrm>
                  <a:off x="7225704" y="6009336"/>
                  <a:ext cx="5760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302" name="Ink 301">
                  <a:extLst>
                    <a:ext uri="{FF2B5EF4-FFF2-40B4-BE49-F238E27FC236}">
                      <a16:creationId xmlns:a16="http://schemas.microsoft.com/office/drawing/2014/main" id="{E404ECB3-F515-F01C-DE61-154049C3C92F}"/>
                    </a:ext>
                  </a:extLst>
                </p14:cNvPr>
                <p14:cNvContentPartPr/>
                <p14:nvPr/>
              </p14:nvContentPartPr>
              <p14:xfrm>
                <a:off x="7177104" y="6145416"/>
                <a:ext cx="215280" cy="84600"/>
              </p14:xfrm>
            </p:contentPart>
          </mc:Choice>
          <mc:Fallback xmlns="">
            <p:pic>
              <p:nvPicPr>
                <p:cNvPr id="302" name="Ink 301">
                  <a:extLst>
                    <a:ext uri="{FF2B5EF4-FFF2-40B4-BE49-F238E27FC236}">
                      <a16:creationId xmlns:a16="http://schemas.microsoft.com/office/drawing/2014/main" id="{E404ECB3-F515-F01C-DE61-154049C3C92F}"/>
                    </a:ext>
                  </a:extLst>
                </p:cNvPr>
                <p:cNvPicPr/>
                <p:nvPr/>
              </p:nvPicPr>
              <p:blipFill>
                <a:blip r:embed="rId539"/>
                <a:stretch>
                  <a:fillRect/>
                </a:stretch>
              </p:blipFill>
              <p:spPr>
                <a:xfrm>
                  <a:off x="7172784" y="6141096"/>
                  <a:ext cx="2239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303" name="Ink 302">
                  <a:extLst>
                    <a:ext uri="{FF2B5EF4-FFF2-40B4-BE49-F238E27FC236}">
                      <a16:creationId xmlns:a16="http://schemas.microsoft.com/office/drawing/2014/main" id="{280ADAD1-D728-C0BF-AF9F-60D920BCFDA3}"/>
                    </a:ext>
                  </a:extLst>
                </p14:cNvPr>
                <p14:cNvContentPartPr/>
                <p14:nvPr/>
              </p14:nvContentPartPr>
              <p14:xfrm>
                <a:off x="7454304" y="6037056"/>
                <a:ext cx="360" cy="61560"/>
              </p14:xfrm>
            </p:contentPart>
          </mc:Choice>
          <mc:Fallback xmlns="">
            <p:pic>
              <p:nvPicPr>
                <p:cNvPr id="303" name="Ink 302">
                  <a:extLst>
                    <a:ext uri="{FF2B5EF4-FFF2-40B4-BE49-F238E27FC236}">
                      <a16:creationId xmlns:a16="http://schemas.microsoft.com/office/drawing/2014/main" id="{280ADAD1-D728-C0BF-AF9F-60D920BCFDA3}"/>
                    </a:ext>
                  </a:extLst>
                </p:cNvPr>
                <p:cNvPicPr/>
                <p:nvPr/>
              </p:nvPicPr>
              <p:blipFill>
                <a:blip r:embed="rId541"/>
                <a:stretch>
                  <a:fillRect/>
                </a:stretch>
              </p:blipFill>
              <p:spPr>
                <a:xfrm>
                  <a:off x="7449984" y="6032736"/>
                  <a:ext cx="90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304" name="Ink 303">
                  <a:extLst>
                    <a:ext uri="{FF2B5EF4-FFF2-40B4-BE49-F238E27FC236}">
                      <a16:creationId xmlns:a16="http://schemas.microsoft.com/office/drawing/2014/main" id="{935D2745-2B11-209D-66F2-DA3DE9576261}"/>
                    </a:ext>
                  </a:extLst>
                </p14:cNvPr>
                <p14:cNvContentPartPr/>
                <p14:nvPr/>
              </p14:nvContentPartPr>
              <p14:xfrm>
                <a:off x="7488504" y="6118776"/>
                <a:ext cx="106560" cy="70920"/>
              </p14:xfrm>
            </p:contentPart>
          </mc:Choice>
          <mc:Fallback xmlns="">
            <p:pic>
              <p:nvPicPr>
                <p:cNvPr id="304" name="Ink 303">
                  <a:extLst>
                    <a:ext uri="{FF2B5EF4-FFF2-40B4-BE49-F238E27FC236}">
                      <a16:creationId xmlns:a16="http://schemas.microsoft.com/office/drawing/2014/main" id="{935D2745-2B11-209D-66F2-DA3DE9576261}"/>
                    </a:ext>
                  </a:extLst>
                </p:cNvPr>
                <p:cNvPicPr/>
                <p:nvPr/>
              </p:nvPicPr>
              <p:blipFill>
                <a:blip r:embed="rId543"/>
                <a:stretch>
                  <a:fillRect/>
                </a:stretch>
              </p:blipFill>
              <p:spPr>
                <a:xfrm>
                  <a:off x="7484184" y="6114456"/>
                  <a:ext cx="115200" cy="79560"/>
                </a:xfrm>
                <a:prstGeom prst="rect">
                  <a:avLst/>
                </a:prstGeom>
              </p:spPr>
            </p:pic>
          </mc:Fallback>
        </mc:AlternateContent>
      </p:grpSp>
      <p:grpSp>
        <p:nvGrpSpPr>
          <p:cNvPr id="313" name="Group 312">
            <a:extLst>
              <a:ext uri="{FF2B5EF4-FFF2-40B4-BE49-F238E27FC236}">
                <a16:creationId xmlns:a16="http://schemas.microsoft.com/office/drawing/2014/main" id="{269A9C35-CE9C-3DAE-1843-7D61D4F0503F}"/>
              </a:ext>
            </a:extLst>
          </p:cNvPr>
          <p:cNvGrpSpPr/>
          <p:nvPr/>
        </p:nvGrpSpPr>
        <p:grpSpPr>
          <a:xfrm>
            <a:off x="7842384" y="5970096"/>
            <a:ext cx="928800" cy="239040"/>
            <a:chOff x="7842384" y="5970096"/>
            <a:chExt cx="928800" cy="239040"/>
          </a:xfrm>
        </p:grpSpPr>
        <mc:AlternateContent xmlns:mc="http://schemas.openxmlformats.org/markup-compatibility/2006" xmlns:p14="http://schemas.microsoft.com/office/powerpoint/2010/main">
          <mc:Choice Requires="p14">
            <p:contentPart p14:bwMode="auto" r:id="rId544">
              <p14:nvContentPartPr>
                <p14:cNvPr id="306" name="Ink 305">
                  <a:extLst>
                    <a:ext uri="{FF2B5EF4-FFF2-40B4-BE49-F238E27FC236}">
                      <a16:creationId xmlns:a16="http://schemas.microsoft.com/office/drawing/2014/main" id="{D7B18F6B-DA91-DD74-2155-2BA95A87603A}"/>
                    </a:ext>
                  </a:extLst>
                </p14:cNvPr>
                <p14:cNvContentPartPr/>
                <p14:nvPr/>
              </p14:nvContentPartPr>
              <p14:xfrm>
                <a:off x="7969104" y="5987736"/>
                <a:ext cx="72000" cy="221400"/>
              </p14:xfrm>
            </p:contentPart>
          </mc:Choice>
          <mc:Fallback xmlns="">
            <p:pic>
              <p:nvPicPr>
                <p:cNvPr id="306" name="Ink 305">
                  <a:extLst>
                    <a:ext uri="{FF2B5EF4-FFF2-40B4-BE49-F238E27FC236}">
                      <a16:creationId xmlns:a16="http://schemas.microsoft.com/office/drawing/2014/main" id="{D7B18F6B-DA91-DD74-2155-2BA95A87603A}"/>
                    </a:ext>
                  </a:extLst>
                </p:cNvPr>
                <p:cNvPicPr/>
                <p:nvPr/>
              </p:nvPicPr>
              <p:blipFill>
                <a:blip r:embed="rId545"/>
                <a:stretch>
                  <a:fillRect/>
                </a:stretch>
              </p:blipFill>
              <p:spPr>
                <a:xfrm>
                  <a:off x="7964784" y="5983416"/>
                  <a:ext cx="8064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307" name="Ink 306">
                  <a:extLst>
                    <a:ext uri="{FF2B5EF4-FFF2-40B4-BE49-F238E27FC236}">
                      <a16:creationId xmlns:a16="http://schemas.microsoft.com/office/drawing/2014/main" id="{831527B0-6817-DDAF-DC16-0A36CB5AD9A5}"/>
                    </a:ext>
                  </a:extLst>
                </p14:cNvPr>
                <p14:cNvContentPartPr/>
                <p14:nvPr/>
              </p14:nvContentPartPr>
              <p14:xfrm>
                <a:off x="7842384" y="5970096"/>
                <a:ext cx="365400" cy="59400"/>
              </p14:xfrm>
            </p:contentPart>
          </mc:Choice>
          <mc:Fallback xmlns="">
            <p:pic>
              <p:nvPicPr>
                <p:cNvPr id="307" name="Ink 306">
                  <a:extLst>
                    <a:ext uri="{FF2B5EF4-FFF2-40B4-BE49-F238E27FC236}">
                      <a16:creationId xmlns:a16="http://schemas.microsoft.com/office/drawing/2014/main" id="{831527B0-6817-DDAF-DC16-0A36CB5AD9A5}"/>
                    </a:ext>
                  </a:extLst>
                </p:cNvPr>
                <p:cNvPicPr/>
                <p:nvPr/>
              </p:nvPicPr>
              <p:blipFill>
                <a:blip r:embed="rId547"/>
                <a:stretch>
                  <a:fillRect/>
                </a:stretch>
              </p:blipFill>
              <p:spPr>
                <a:xfrm>
                  <a:off x="7838064" y="5965776"/>
                  <a:ext cx="3740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308" name="Ink 307">
                  <a:extLst>
                    <a:ext uri="{FF2B5EF4-FFF2-40B4-BE49-F238E27FC236}">
                      <a16:creationId xmlns:a16="http://schemas.microsoft.com/office/drawing/2014/main" id="{F166F6F0-A9BE-2B4D-8CE9-3C5C6BA5AAE1}"/>
                    </a:ext>
                  </a:extLst>
                </p14:cNvPr>
                <p14:cNvContentPartPr/>
                <p14:nvPr/>
              </p14:nvContentPartPr>
              <p14:xfrm>
                <a:off x="8177184" y="6129216"/>
                <a:ext cx="41760" cy="77760"/>
              </p14:xfrm>
            </p:contentPart>
          </mc:Choice>
          <mc:Fallback xmlns="">
            <p:pic>
              <p:nvPicPr>
                <p:cNvPr id="308" name="Ink 307">
                  <a:extLst>
                    <a:ext uri="{FF2B5EF4-FFF2-40B4-BE49-F238E27FC236}">
                      <a16:creationId xmlns:a16="http://schemas.microsoft.com/office/drawing/2014/main" id="{F166F6F0-A9BE-2B4D-8CE9-3C5C6BA5AAE1}"/>
                    </a:ext>
                  </a:extLst>
                </p:cNvPr>
                <p:cNvPicPr/>
                <p:nvPr/>
              </p:nvPicPr>
              <p:blipFill>
                <a:blip r:embed="rId549"/>
                <a:stretch>
                  <a:fillRect/>
                </a:stretch>
              </p:blipFill>
              <p:spPr>
                <a:xfrm>
                  <a:off x="8172864" y="6124896"/>
                  <a:ext cx="504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309" name="Ink 308">
                  <a:extLst>
                    <a:ext uri="{FF2B5EF4-FFF2-40B4-BE49-F238E27FC236}">
                      <a16:creationId xmlns:a16="http://schemas.microsoft.com/office/drawing/2014/main" id="{A7C6AF3F-FC22-31AB-9778-58CDC0531936}"/>
                    </a:ext>
                  </a:extLst>
                </p14:cNvPr>
                <p14:cNvContentPartPr/>
                <p14:nvPr/>
              </p14:nvContentPartPr>
              <p14:xfrm>
                <a:off x="8225784" y="6040296"/>
                <a:ext cx="30240" cy="45360"/>
              </p14:xfrm>
            </p:contentPart>
          </mc:Choice>
          <mc:Fallback xmlns="">
            <p:pic>
              <p:nvPicPr>
                <p:cNvPr id="309" name="Ink 308">
                  <a:extLst>
                    <a:ext uri="{FF2B5EF4-FFF2-40B4-BE49-F238E27FC236}">
                      <a16:creationId xmlns:a16="http://schemas.microsoft.com/office/drawing/2014/main" id="{A7C6AF3F-FC22-31AB-9778-58CDC0531936}"/>
                    </a:ext>
                  </a:extLst>
                </p:cNvPr>
                <p:cNvPicPr/>
                <p:nvPr/>
              </p:nvPicPr>
              <p:blipFill>
                <a:blip r:embed="rId551"/>
                <a:stretch>
                  <a:fillRect/>
                </a:stretch>
              </p:blipFill>
              <p:spPr>
                <a:xfrm>
                  <a:off x="8221464" y="6035976"/>
                  <a:ext cx="388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311" name="Ink 310">
                  <a:extLst>
                    <a:ext uri="{FF2B5EF4-FFF2-40B4-BE49-F238E27FC236}">
                      <a16:creationId xmlns:a16="http://schemas.microsoft.com/office/drawing/2014/main" id="{09439C3C-814F-698F-1DAB-AAF8240A4EAE}"/>
                    </a:ext>
                  </a:extLst>
                </p14:cNvPr>
                <p14:cNvContentPartPr/>
                <p14:nvPr/>
              </p14:nvContentPartPr>
              <p14:xfrm>
                <a:off x="8308944" y="6106176"/>
                <a:ext cx="247680" cy="79920"/>
              </p14:xfrm>
            </p:contentPart>
          </mc:Choice>
          <mc:Fallback xmlns="">
            <p:pic>
              <p:nvPicPr>
                <p:cNvPr id="311" name="Ink 310">
                  <a:extLst>
                    <a:ext uri="{FF2B5EF4-FFF2-40B4-BE49-F238E27FC236}">
                      <a16:creationId xmlns:a16="http://schemas.microsoft.com/office/drawing/2014/main" id="{09439C3C-814F-698F-1DAB-AAF8240A4EAE}"/>
                    </a:ext>
                  </a:extLst>
                </p:cNvPr>
                <p:cNvPicPr/>
                <p:nvPr/>
              </p:nvPicPr>
              <p:blipFill>
                <a:blip r:embed="rId553"/>
                <a:stretch>
                  <a:fillRect/>
                </a:stretch>
              </p:blipFill>
              <p:spPr>
                <a:xfrm>
                  <a:off x="8304624" y="6101856"/>
                  <a:ext cx="2563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312" name="Ink 311">
                  <a:extLst>
                    <a:ext uri="{FF2B5EF4-FFF2-40B4-BE49-F238E27FC236}">
                      <a16:creationId xmlns:a16="http://schemas.microsoft.com/office/drawing/2014/main" id="{8446B175-9656-3598-A3E4-99F9A8D79D6D}"/>
                    </a:ext>
                  </a:extLst>
                </p14:cNvPr>
                <p14:cNvContentPartPr/>
                <p14:nvPr/>
              </p14:nvContentPartPr>
              <p14:xfrm>
                <a:off x="8613864" y="6105816"/>
                <a:ext cx="157320" cy="88560"/>
              </p14:xfrm>
            </p:contentPart>
          </mc:Choice>
          <mc:Fallback xmlns="">
            <p:pic>
              <p:nvPicPr>
                <p:cNvPr id="312" name="Ink 311">
                  <a:extLst>
                    <a:ext uri="{FF2B5EF4-FFF2-40B4-BE49-F238E27FC236}">
                      <a16:creationId xmlns:a16="http://schemas.microsoft.com/office/drawing/2014/main" id="{8446B175-9656-3598-A3E4-99F9A8D79D6D}"/>
                    </a:ext>
                  </a:extLst>
                </p:cNvPr>
                <p:cNvPicPr/>
                <p:nvPr/>
              </p:nvPicPr>
              <p:blipFill>
                <a:blip r:embed="rId555"/>
                <a:stretch>
                  <a:fillRect/>
                </a:stretch>
              </p:blipFill>
              <p:spPr>
                <a:xfrm>
                  <a:off x="8609544" y="6101496"/>
                  <a:ext cx="165960" cy="97200"/>
                </a:xfrm>
                <a:prstGeom prst="rect">
                  <a:avLst/>
                </a:prstGeom>
              </p:spPr>
            </p:pic>
          </mc:Fallback>
        </mc:AlternateContent>
      </p:grpSp>
    </p:spTree>
    <p:extLst>
      <p:ext uri="{BB962C8B-B14F-4D97-AF65-F5344CB8AC3E}">
        <p14:creationId xmlns:p14="http://schemas.microsoft.com/office/powerpoint/2010/main" val="1047495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085EC8-86AC-9FE7-97F2-F9D068A1ABF8}"/>
              </a:ext>
            </a:extLst>
          </p:cNvPr>
          <p:cNvSpPr>
            <a:spLocks noGrp="1"/>
          </p:cNvSpPr>
          <p:nvPr>
            <p:ph type="sldNum" sz="quarter" idx="12"/>
          </p:nvPr>
        </p:nvSpPr>
        <p:spPr/>
        <p:txBody>
          <a:bodyPr/>
          <a:lstStyle/>
          <a:p>
            <a:fld id="{AD2B2EE5-B8BC-4D24-A25E-F2DF61737E68}" type="slidenum">
              <a:rPr lang="en-US" smtClean="0"/>
              <a:pPr/>
              <a:t>7</a:t>
            </a:fld>
            <a:endParaRPr lang="en-US"/>
          </a:p>
        </p:txBody>
      </p:sp>
      <p:grpSp>
        <p:nvGrpSpPr>
          <p:cNvPr id="5" name="Group 4">
            <a:extLst>
              <a:ext uri="{FF2B5EF4-FFF2-40B4-BE49-F238E27FC236}">
                <a16:creationId xmlns:a16="http://schemas.microsoft.com/office/drawing/2014/main" id="{3A5B2B31-B07A-2E86-AEA4-10B7D1681C71}"/>
              </a:ext>
            </a:extLst>
          </p:cNvPr>
          <p:cNvGrpSpPr/>
          <p:nvPr/>
        </p:nvGrpSpPr>
        <p:grpSpPr>
          <a:xfrm>
            <a:off x="1041984" y="727776"/>
            <a:ext cx="429840" cy="344880"/>
            <a:chOff x="1041984" y="727776"/>
            <a:chExt cx="429840" cy="34488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BBE0432-881C-2E47-6899-C11F0C131AAC}"/>
                    </a:ext>
                  </a:extLst>
                </p14:cNvPr>
                <p14:cNvContentPartPr/>
                <p14:nvPr/>
              </p14:nvContentPartPr>
              <p14:xfrm>
                <a:off x="1163664" y="736056"/>
                <a:ext cx="88560" cy="336600"/>
              </p14:xfrm>
            </p:contentPart>
          </mc:Choice>
          <mc:Fallback xmlns="">
            <p:pic>
              <p:nvPicPr>
                <p:cNvPr id="3" name="Ink 2">
                  <a:extLst>
                    <a:ext uri="{FF2B5EF4-FFF2-40B4-BE49-F238E27FC236}">
                      <a16:creationId xmlns:a16="http://schemas.microsoft.com/office/drawing/2014/main" id="{5BBE0432-881C-2E47-6899-C11F0C131AAC}"/>
                    </a:ext>
                  </a:extLst>
                </p:cNvPr>
                <p:cNvPicPr/>
                <p:nvPr/>
              </p:nvPicPr>
              <p:blipFill>
                <a:blip r:embed="rId3"/>
                <a:stretch>
                  <a:fillRect/>
                </a:stretch>
              </p:blipFill>
              <p:spPr>
                <a:xfrm>
                  <a:off x="1159344" y="731736"/>
                  <a:ext cx="9720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3ECDDDB-CEC2-5DB7-4D02-40AAFD5F6B2E}"/>
                    </a:ext>
                  </a:extLst>
                </p14:cNvPr>
                <p14:cNvContentPartPr/>
                <p14:nvPr/>
              </p14:nvContentPartPr>
              <p14:xfrm>
                <a:off x="1041984" y="727776"/>
                <a:ext cx="429840" cy="59400"/>
              </p14:xfrm>
            </p:contentPart>
          </mc:Choice>
          <mc:Fallback xmlns="">
            <p:pic>
              <p:nvPicPr>
                <p:cNvPr id="4" name="Ink 3">
                  <a:extLst>
                    <a:ext uri="{FF2B5EF4-FFF2-40B4-BE49-F238E27FC236}">
                      <a16:creationId xmlns:a16="http://schemas.microsoft.com/office/drawing/2014/main" id="{B3ECDDDB-CEC2-5DB7-4D02-40AAFD5F6B2E}"/>
                    </a:ext>
                  </a:extLst>
                </p:cNvPr>
                <p:cNvPicPr/>
                <p:nvPr/>
              </p:nvPicPr>
              <p:blipFill>
                <a:blip r:embed="rId5"/>
                <a:stretch>
                  <a:fillRect/>
                </a:stretch>
              </p:blipFill>
              <p:spPr>
                <a:xfrm>
                  <a:off x="1037664" y="723456"/>
                  <a:ext cx="438480" cy="68040"/>
                </a:xfrm>
                <a:prstGeom prst="rect">
                  <a:avLst/>
                </a:prstGeom>
              </p:spPr>
            </p:pic>
          </mc:Fallback>
        </mc:AlternateContent>
      </p:grpSp>
      <p:grpSp>
        <p:nvGrpSpPr>
          <p:cNvPr id="14" name="Group 13">
            <a:extLst>
              <a:ext uri="{FF2B5EF4-FFF2-40B4-BE49-F238E27FC236}">
                <a16:creationId xmlns:a16="http://schemas.microsoft.com/office/drawing/2014/main" id="{A1717053-B6A7-C6E2-C23E-3F7F513A71B4}"/>
              </a:ext>
            </a:extLst>
          </p:cNvPr>
          <p:cNvGrpSpPr/>
          <p:nvPr/>
        </p:nvGrpSpPr>
        <p:grpSpPr>
          <a:xfrm>
            <a:off x="1660824" y="860616"/>
            <a:ext cx="199080" cy="99720"/>
            <a:chOff x="1660824" y="860616"/>
            <a:chExt cx="199080" cy="9972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30E9D96-1C00-8853-49B4-9D956D7A08AF}"/>
                    </a:ext>
                  </a:extLst>
                </p14:cNvPr>
                <p14:cNvContentPartPr/>
                <p14:nvPr/>
              </p14:nvContentPartPr>
              <p14:xfrm>
                <a:off x="1660824" y="860616"/>
                <a:ext cx="199080" cy="17640"/>
              </p14:xfrm>
            </p:contentPart>
          </mc:Choice>
          <mc:Fallback xmlns="">
            <p:pic>
              <p:nvPicPr>
                <p:cNvPr id="6" name="Ink 5">
                  <a:extLst>
                    <a:ext uri="{FF2B5EF4-FFF2-40B4-BE49-F238E27FC236}">
                      <a16:creationId xmlns:a16="http://schemas.microsoft.com/office/drawing/2014/main" id="{730E9D96-1C00-8853-49B4-9D956D7A08AF}"/>
                    </a:ext>
                  </a:extLst>
                </p:cNvPr>
                <p:cNvPicPr/>
                <p:nvPr/>
              </p:nvPicPr>
              <p:blipFill>
                <a:blip r:embed="rId7"/>
                <a:stretch>
                  <a:fillRect/>
                </a:stretch>
              </p:blipFill>
              <p:spPr>
                <a:xfrm>
                  <a:off x="1656504" y="856296"/>
                  <a:ext cx="2077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D3264476-3D5D-9542-06A6-5B39DBB08C0F}"/>
                    </a:ext>
                  </a:extLst>
                </p14:cNvPr>
                <p14:cNvContentPartPr/>
                <p14:nvPr/>
              </p14:nvContentPartPr>
              <p14:xfrm>
                <a:off x="1670184" y="944856"/>
                <a:ext cx="189720" cy="15480"/>
              </p14:xfrm>
            </p:contentPart>
          </mc:Choice>
          <mc:Fallback xmlns="">
            <p:pic>
              <p:nvPicPr>
                <p:cNvPr id="7" name="Ink 6">
                  <a:extLst>
                    <a:ext uri="{FF2B5EF4-FFF2-40B4-BE49-F238E27FC236}">
                      <a16:creationId xmlns:a16="http://schemas.microsoft.com/office/drawing/2014/main" id="{D3264476-3D5D-9542-06A6-5B39DBB08C0F}"/>
                    </a:ext>
                  </a:extLst>
                </p:cNvPr>
                <p:cNvPicPr/>
                <p:nvPr/>
              </p:nvPicPr>
              <p:blipFill>
                <a:blip r:embed="rId9"/>
                <a:stretch>
                  <a:fillRect/>
                </a:stretch>
              </p:blipFill>
              <p:spPr>
                <a:xfrm>
                  <a:off x="1665864" y="940536"/>
                  <a:ext cx="198360" cy="24120"/>
                </a:xfrm>
                <a:prstGeom prst="rect">
                  <a:avLst/>
                </a:prstGeom>
              </p:spPr>
            </p:pic>
          </mc:Fallback>
        </mc:AlternateContent>
      </p:grpSp>
      <p:grpSp>
        <p:nvGrpSpPr>
          <p:cNvPr id="13" name="Group 12">
            <a:extLst>
              <a:ext uri="{FF2B5EF4-FFF2-40B4-BE49-F238E27FC236}">
                <a16:creationId xmlns:a16="http://schemas.microsoft.com/office/drawing/2014/main" id="{7A12B49D-D37E-133B-FDD7-CC9ACFF8DCA5}"/>
              </a:ext>
            </a:extLst>
          </p:cNvPr>
          <p:cNvGrpSpPr/>
          <p:nvPr/>
        </p:nvGrpSpPr>
        <p:grpSpPr>
          <a:xfrm>
            <a:off x="2104344" y="674136"/>
            <a:ext cx="1067760" cy="384120"/>
            <a:chOff x="2104344" y="674136"/>
            <a:chExt cx="1067760" cy="384120"/>
          </a:xfrm>
        </p:grpSpPr>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A7ED64F7-9176-033D-397F-FBF11753CC08}"/>
                    </a:ext>
                  </a:extLst>
                </p14:cNvPr>
                <p14:cNvContentPartPr/>
                <p14:nvPr/>
              </p14:nvContentPartPr>
              <p14:xfrm>
                <a:off x="2104344" y="724896"/>
                <a:ext cx="141120" cy="333360"/>
              </p14:xfrm>
            </p:contentPart>
          </mc:Choice>
          <mc:Fallback xmlns="">
            <p:pic>
              <p:nvPicPr>
                <p:cNvPr id="8" name="Ink 7">
                  <a:extLst>
                    <a:ext uri="{FF2B5EF4-FFF2-40B4-BE49-F238E27FC236}">
                      <a16:creationId xmlns:a16="http://schemas.microsoft.com/office/drawing/2014/main" id="{A7ED64F7-9176-033D-397F-FBF11753CC08}"/>
                    </a:ext>
                  </a:extLst>
                </p:cNvPr>
                <p:cNvPicPr/>
                <p:nvPr/>
              </p:nvPicPr>
              <p:blipFill>
                <a:blip r:embed="rId11"/>
                <a:stretch>
                  <a:fillRect/>
                </a:stretch>
              </p:blipFill>
              <p:spPr>
                <a:xfrm>
                  <a:off x="2100024" y="720576"/>
                  <a:ext cx="14976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DD9B8574-B2BE-9B56-EE82-C0582296A633}"/>
                    </a:ext>
                  </a:extLst>
                </p14:cNvPr>
                <p14:cNvContentPartPr/>
                <p14:nvPr/>
              </p14:nvContentPartPr>
              <p14:xfrm>
                <a:off x="2263824" y="835056"/>
                <a:ext cx="198720" cy="120600"/>
              </p14:xfrm>
            </p:contentPart>
          </mc:Choice>
          <mc:Fallback xmlns="">
            <p:pic>
              <p:nvPicPr>
                <p:cNvPr id="9" name="Ink 8">
                  <a:extLst>
                    <a:ext uri="{FF2B5EF4-FFF2-40B4-BE49-F238E27FC236}">
                      <a16:creationId xmlns:a16="http://schemas.microsoft.com/office/drawing/2014/main" id="{DD9B8574-B2BE-9B56-EE82-C0582296A633}"/>
                    </a:ext>
                  </a:extLst>
                </p:cNvPr>
                <p:cNvPicPr/>
                <p:nvPr/>
              </p:nvPicPr>
              <p:blipFill>
                <a:blip r:embed="rId13"/>
                <a:stretch>
                  <a:fillRect/>
                </a:stretch>
              </p:blipFill>
              <p:spPr>
                <a:xfrm>
                  <a:off x="2259504" y="830736"/>
                  <a:ext cx="2073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D2AFF4E3-47C1-CF3A-C255-FB4904292101}"/>
                    </a:ext>
                  </a:extLst>
                </p14:cNvPr>
                <p14:cNvContentPartPr/>
                <p14:nvPr/>
              </p14:nvContentPartPr>
              <p14:xfrm>
                <a:off x="2612664" y="857376"/>
                <a:ext cx="166680" cy="18720"/>
              </p14:xfrm>
            </p:contentPart>
          </mc:Choice>
          <mc:Fallback xmlns="">
            <p:pic>
              <p:nvPicPr>
                <p:cNvPr id="10" name="Ink 9">
                  <a:extLst>
                    <a:ext uri="{FF2B5EF4-FFF2-40B4-BE49-F238E27FC236}">
                      <a16:creationId xmlns:a16="http://schemas.microsoft.com/office/drawing/2014/main" id="{D2AFF4E3-47C1-CF3A-C255-FB4904292101}"/>
                    </a:ext>
                  </a:extLst>
                </p:cNvPr>
                <p:cNvPicPr/>
                <p:nvPr/>
              </p:nvPicPr>
              <p:blipFill>
                <a:blip r:embed="rId15"/>
                <a:stretch>
                  <a:fillRect/>
                </a:stretch>
              </p:blipFill>
              <p:spPr>
                <a:xfrm>
                  <a:off x="2608344" y="853056"/>
                  <a:ext cx="1753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5246AE7D-ADAA-4EDA-DBF0-F8CFEBD8F76E}"/>
                    </a:ext>
                  </a:extLst>
                </p14:cNvPr>
                <p14:cNvContentPartPr/>
                <p14:nvPr/>
              </p14:nvContentPartPr>
              <p14:xfrm>
                <a:off x="2945304" y="772776"/>
                <a:ext cx="22320" cy="157320"/>
              </p14:xfrm>
            </p:contentPart>
          </mc:Choice>
          <mc:Fallback xmlns="">
            <p:pic>
              <p:nvPicPr>
                <p:cNvPr id="11" name="Ink 10">
                  <a:extLst>
                    <a:ext uri="{FF2B5EF4-FFF2-40B4-BE49-F238E27FC236}">
                      <a16:creationId xmlns:a16="http://schemas.microsoft.com/office/drawing/2014/main" id="{5246AE7D-ADAA-4EDA-DBF0-F8CFEBD8F76E}"/>
                    </a:ext>
                  </a:extLst>
                </p:cNvPr>
                <p:cNvPicPr/>
                <p:nvPr/>
              </p:nvPicPr>
              <p:blipFill>
                <a:blip r:embed="rId17"/>
                <a:stretch>
                  <a:fillRect/>
                </a:stretch>
              </p:blipFill>
              <p:spPr>
                <a:xfrm>
                  <a:off x="2940984" y="768456"/>
                  <a:ext cx="309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BF6B4C8F-3B51-9FB3-BA06-15C6612E2B1D}"/>
                    </a:ext>
                  </a:extLst>
                </p14:cNvPr>
                <p14:cNvContentPartPr/>
                <p14:nvPr/>
              </p14:nvContentPartPr>
              <p14:xfrm>
                <a:off x="3063024" y="674136"/>
                <a:ext cx="109080" cy="338760"/>
              </p14:xfrm>
            </p:contentPart>
          </mc:Choice>
          <mc:Fallback xmlns="">
            <p:pic>
              <p:nvPicPr>
                <p:cNvPr id="12" name="Ink 11">
                  <a:extLst>
                    <a:ext uri="{FF2B5EF4-FFF2-40B4-BE49-F238E27FC236}">
                      <a16:creationId xmlns:a16="http://schemas.microsoft.com/office/drawing/2014/main" id="{BF6B4C8F-3B51-9FB3-BA06-15C6612E2B1D}"/>
                    </a:ext>
                  </a:extLst>
                </p:cNvPr>
                <p:cNvPicPr/>
                <p:nvPr/>
              </p:nvPicPr>
              <p:blipFill>
                <a:blip r:embed="rId19"/>
                <a:stretch>
                  <a:fillRect/>
                </a:stretch>
              </p:blipFill>
              <p:spPr>
                <a:xfrm>
                  <a:off x="3058704" y="669816"/>
                  <a:ext cx="117720" cy="347400"/>
                </a:xfrm>
                <a:prstGeom prst="rect">
                  <a:avLst/>
                </a:prstGeom>
              </p:spPr>
            </p:pic>
          </mc:Fallback>
        </mc:AlternateContent>
      </p:grpSp>
      <p:grpSp>
        <p:nvGrpSpPr>
          <p:cNvPr id="20" name="Group 19">
            <a:extLst>
              <a:ext uri="{FF2B5EF4-FFF2-40B4-BE49-F238E27FC236}">
                <a16:creationId xmlns:a16="http://schemas.microsoft.com/office/drawing/2014/main" id="{3E976C86-9502-FFB3-3226-9B3EF4BE71FD}"/>
              </a:ext>
            </a:extLst>
          </p:cNvPr>
          <p:cNvGrpSpPr/>
          <p:nvPr/>
        </p:nvGrpSpPr>
        <p:grpSpPr>
          <a:xfrm>
            <a:off x="3326184" y="585576"/>
            <a:ext cx="1244520" cy="460080"/>
            <a:chOff x="3326184" y="585576"/>
            <a:chExt cx="1244520" cy="460080"/>
          </a:xfrm>
        </p:grpSpPr>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0043D65A-BB51-E419-387E-47C9A3F9839E}"/>
                    </a:ext>
                  </a:extLst>
                </p14:cNvPr>
                <p14:cNvContentPartPr/>
                <p14:nvPr/>
              </p14:nvContentPartPr>
              <p14:xfrm>
                <a:off x="3326184" y="657576"/>
                <a:ext cx="201600" cy="388080"/>
              </p14:xfrm>
            </p:contentPart>
          </mc:Choice>
          <mc:Fallback xmlns="">
            <p:pic>
              <p:nvPicPr>
                <p:cNvPr id="15" name="Ink 14">
                  <a:extLst>
                    <a:ext uri="{FF2B5EF4-FFF2-40B4-BE49-F238E27FC236}">
                      <a16:creationId xmlns:a16="http://schemas.microsoft.com/office/drawing/2014/main" id="{0043D65A-BB51-E419-387E-47C9A3F9839E}"/>
                    </a:ext>
                  </a:extLst>
                </p:cNvPr>
                <p:cNvPicPr/>
                <p:nvPr/>
              </p:nvPicPr>
              <p:blipFill>
                <a:blip r:embed="rId21"/>
                <a:stretch>
                  <a:fillRect/>
                </a:stretch>
              </p:blipFill>
              <p:spPr>
                <a:xfrm>
                  <a:off x="3321864" y="653256"/>
                  <a:ext cx="21024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45DECDAE-DB90-94F1-F5CA-8978C74AB5D8}"/>
                    </a:ext>
                  </a:extLst>
                </p14:cNvPr>
                <p14:cNvContentPartPr/>
                <p14:nvPr/>
              </p14:nvContentPartPr>
              <p14:xfrm>
                <a:off x="3573504" y="769536"/>
                <a:ext cx="194400" cy="140760"/>
              </p14:xfrm>
            </p:contentPart>
          </mc:Choice>
          <mc:Fallback xmlns="">
            <p:pic>
              <p:nvPicPr>
                <p:cNvPr id="16" name="Ink 15">
                  <a:extLst>
                    <a:ext uri="{FF2B5EF4-FFF2-40B4-BE49-F238E27FC236}">
                      <a16:creationId xmlns:a16="http://schemas.microsoft.com/office/drawing/2014/main" id="{45DECDAE-DB90-94F1-F5CA-8978C74AB5D8}"/>
                    </a:ext>
                  </a:extLst>
                </p:cNvPr>
                <p:cNvPicPr/>
                <p:nvPr/>
              </p:nvPicPr>
              <p:blipFill>
                <a:blip r:embed="rId23"/>
                <a:stretch>
                  <a:fillRect/>
                </a:stretch>
              </p:blipFill>
              <p:spPr>
                <a:xfrm>
                  <a:off x="3569184" y="765216"/>
                  <a:ext cx="2030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150B4FFE-0ED1-9687-C26A-F4B3E120DE84}"/>
                    </a:ext>
                  </a:extLst>
                </p14:cNvPr>
                <p14:cNvContentPartPr/>
                <p14:nvPr/>
              </p14:nvContentPartPr>
              <p14:xfrm>
                <a:off x="3929184" y="801576"/>
                <a:ext cx="205920" cy="18720"/>
              </p14:xfrm>
            </p:contentPart>
          </mc:Choice>
          <mc:Fallback xmlns="">
            <p:pic>
              <p:nvPicPr>
                <p:cNvPr id="17" name="Ink 16">
                  <a:extLst>
                    <a:ext uri="{FF2B5EF4-FFF2-40B4-BE49-F238E27FC236}">
                      <a16:creationId xmlns:a16="http://schemas.microsoft.com/office/drawing/2014/main" id="{150B4FFE-0ED1-9687-C26A-F4B3E120DE84}"/>
                    </a:ext>
                  </a:extLst>
                </p:cNvPr>
                <p:cNvPicPr/>
                <p:nvPr/>
              </p:nvPicPr>
              <p:blipFill>
                <a:blip r:embed="rId25"/>
                <a:stretch>
                  <a:fillRect/>
                </a:stretch>
              </p:blipFill>
              <p:spPr>
                <a:xfrm>
                  <a:off x="3924864" y="797256"/>
                  <a:ext cx="214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08BE32EB-B140-CF93-D6C9-D483E20CDC87}"/>
                    </a:ext>
                  </a:extLst>
                </p14:cNvPr>
                <p14:cNvContentPartPr/>
                <p14:nvPr/>
              </p14:nvContentPartPr>
              <p14:xfrm>
                <a:off x="4282704" y="710496"/>
                <a:ext cx="11880" cy="185400"/>
              </p14:xfrm>
            </p:contentPart>
          </mc:Choice>
          <mc:Fallback xmlns="">
            <p:pic>
              <p:nvPicPr>
                <p:cNvPr id="18" name="Ink 17">
                  <a:extLst>
                    <a:ext uri="{FF2B5EF4-FFF2-40B4-BE49-F238E27FC236}">
                      <a16:creationId xmlns:a16="http://schemas.microsoft.com/office/drawing/2014/main" id="{08BE32EB-B140-CF93-D6C9-D483E20CDC87}"/>
                    </a:ext>
                  </a:extLst>
                </p:cNvPr>
                <p:cNvPicPr/>
                <p:nvPr/>
              </p:nvPicPr>
              <p:blipFill>
                <a:blip r:embed="rId27"/>
                <a:stretch>
                  <a:fillRect/>
                </a:stretch>
              </p:blipFill>
              <p:spPr>
                <a:xfrm>
                  <a:off x="4278384" y="706176"/>
                  <a:ext cx="205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CCB8857F-9828-4ABA-6461-3A59E4AA8841}"/>
                    </a:ext>
                  </a:extLst>
                </p14:cNvPr>
                <p14:cNvContentPartPr/>
                <p14:nvPr/>
              </p14:nvContentPartPr>
              <p14:xfrm>
                <a:off x="4430304" y="585576"/>
                <a:ext cx="140400" cy="409320"/>
              </p14:xfrm>
            </p:contentPart>
          </mc:Choice>
          <mc:Fallback xmlns="">
            <p:pic>
              <p:nvPicPr>
                <p:cNvPr id="19" name="Ink 18">
                  <a:extLst>
                    <a:ext uri="{FF2B5EF4-FFF2-40B4-BE49-F238E27FC236}">
                      <a16:creationId xmlns:a16="http://schemas.microsoft.com/office/drawing/2014/main" id="{CCB8857F-9828-4ABA-6461-3A59E4AA8841}"/>
                    </a:ext>
                  </a:extLst>
                </p:cNvPr>
                <p:cNvPicPr/>
                <p:nvPr/>
              </p:nvPicPr>
              <p:blipFill>
                <a:blip r:embed="rId29"/>
                <a:stretch>
                  <a:fillRect/>
                </a:stretch>
              </p:blipFill>
              <p:spPr>
                <a:xfrm>
                  <a:off x="4425984" y="581256"/>
                  <a:ext cx="149040" cy="417960"/>
                </a:xfrm>
                <a:prstGeom prst="rect">
                  <a:avLst/>
                </a:prstGeom>
              </p:spPr>
            </p:pic>
          </mc:Fallback>
        </mc:AlternateContent>
      </p:grpSp>
      <p:grpSp>
        <p:nvGrpSpPr>
          <p:cNvPr id="23" name="Group 22">
            <a:extLst>
              <a:ext uri="{FF2B5EF4-FFF2-40B4-BE49-F238E27FC236}">
                <a16:creationId xmlns:a16="http://schemas.microsoft.com/office/drawing/2014/main" id="{7FD8AED9-066F-B91D-DD88-3A11A02F5662}"/>
              </a:ext>
            </a:extLst>
          </p:cNvPr>
          <p:cNvGrpSpPr/>
          <p:nvPr/>
        </p:nvGrpSpPr>
        <p:grpSpPr>
          <a:xfrm>
            <a:off x="1715184" y="1532736"/>
            <a:ext cx="223200" cy="118440"/>
            <a:chOff x="1715184" y="1532736"/>
            <a:chExt cx="223200" cy="118440"/>
          </a:xfrm>
        </p:grpSpPr>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087631B0-5BF6-3FB6-2C79-A21FC4E6E4C1}"/>
                    </a:ext>
                  </a:extLst>
                </p14:cNvPr>
                <p14:cNvContentPartPr/>
                <p14:nvPr/>
              </p14:nvContentPartPr>
              <p14:xfrm>
                <a:off x="1715184" y="1532736"/>
                <a:ext cx="178560" cy="9360"/>
              </p14:xfrm>
            </p:contentPart>
          </mc:Choice>
          <mc:Fallback xmlns="">
            <p:pic>
              <p:nvPicPr>
                <p:cNvPr id="21" name="Ink 20">
                  <a:extLst>
                    <a:ext uri="{FF2B5EF4-FFF2-40B4-BE49-F238E27FC236}">
                      <a16:creationId xmlns:a16="http://schemas.microsoft.com/office/drawing/2014/main" id="{087631B0-5BF6-3FB6-2C79-A21FC4E6E4C1}"/>
                    </a:ext>
                  </a:extLst>
                </p:cNvPr>
                <p:cNvPicPr/>
                <p:nvPr/>
              </p:nvPicPr>
              <p:blipFill>
                <a:blip r:embed="rId31"/>
                <a:stretch>
                  <a:fillRect/>
                </a:stretch>
              </p:blipFill>
              <p:spPr>
                <a:xfrm>
                  <a:off x="1710864" y="1528416"/>
                  <a:ext cx="187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7E5AC81A-CC19-95A4-1C29-60725F5D4503}"/>
                    </a:ext>
                  </a:extLst>
                </p14:cNvPr>
                <p14:cNvContentPartPr/>
                <p14:nvPr/>
              </p14:nvContentPartPr>
              <p14:xfrm>
                <a:off x="1732464" y="1629936"/>
                <a:ext cx="205920" cy="21240"/>
              </p14:xfrm>
            </p:contentPart>
          </mc:Choice>
          <mc:Fallback xmlns="">
            <p:pic>
              <p:nvPicPr>
                <p:cNvPr id="22" name="Ink 21">
                  <a:extLst>
                    <a:ext uri="{FF2B5EF4-FFF2-40B4-BE49-F238E27FC236}">
                      <a16:creationId xmlns:a16="http://schemas.microsoft.com/office/drawing/2014/main" id="{7E5AC81A-CC19-95A4-1C29-60725F5D4503}"/>
                    </a:ext>
                  </a:extLst>
                </p:cNvPr>
                <p:cNvPicPr/>
                <p:nvPr/>
              </p:nvPicPr>
              <p:blipFill>
                <a:blip r:embed="rId33"/>
                <a:stretch>
                  <a:fillRect/>
                </a:stretch>
              </p:blipFill>
              <p:spPr>
                <a:xfrm>
                  <a:off x="1728144" y="1625616"/>
                  <a:ext cx="214560" cy="29880"/>
                </a:xfrm>
                <a:prstGeom prst="rect">
                  <a:avLst/>
                </a:prstGeom>
              </p:spPr>
            </p:pic>
          </mc:Fallback>
        </mc:AlternateContent>
      </p:grpSp>
      <p:grpSp>
        <p:nvGrpSpPr>
          <p:cNvPr id="26" name="Group 25">
            <a:extLst>
              <a:ext uri="{FF2B5EF4-FFF2-40B4-BE49-F238E27FC236}">
                <a16:creationId xmlns:a16="http://schemas.microsoft.com/office/drawing/2014/main" id="{B75A10CF-282A-FBF5-6D35-E4B484595065}"/>
              </a:ext>
            </a:extLst>
          </p:cNvPr>
          <p:cNvGrpSpPr/>
          <p:nvPr/>
        </p:nvGrpSpPr>
        <p:grpSpPr>
          <a:xfrm>
            <a:off x="2265624" y="1292616"/>
            <a:ext cx="328680" cy="331920"/>
            <a:chOff x="2265624" y="1292616"/>
            <a:chExt cx="328680" cy="331920"/>
          </a:xfrm>
        </p:grpSpPr>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32017F9C-F984-DC7C-C813-B8EF15567321}"/>
                    </a:ext>
                  </a:extLst>
                </p14:cNvPr>
                <p14:cNvContentPartPr/>
                <p14:nvPr/>
              </p14:nvContentPartPr>
              <p14:xfrm>
                <a:off x="2265624" y="1444176"/>
                <a:ext cx="197280" cy="180360"/>
              </p14:xfrm>
            </p:contentPart>
          </mc:Choice>
          <mc:Fallback xmlns="">
            <p:pic>
              <p:nvPicPr>
                <p:cNvPr id="24" name="Ink 23">
                  <a:extLst>
                    <a:ext uri="{FF2B5EF4-FFF2-40B4-BE49-F238E27FC236}">
                      <a16:creationId xmlns:a16="http://schemas.microsoft.com/office/drawing/2014/main" id="{32017F9C-F984-DC7C-C813-B8EF15567321}"/>
                    </a:ext>
                  </a:extLst>
                </p:cNvPr>
                <p:cNvPicPr/>
                <p:nvPr/>
              </p:nvPicPr>
              <p:blipFill>
                <a:blip r:embed="rId35"/>
                <a:stretch>
                  <a:fillRect/>
                </a:stretch>
              </p:blipFill>
              <p:spPr>
                <a:xfrm>
                  <a:off x="2261304" y="1439856"/>
                  <a:ext cx="2059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F6D97E3A-6F0C-B673-81FF-B12322B7CD67}"/>
                    </a:ext>
                  </a:extLst>
                </p14:cNvPr>
                <p14:cNvContentPartPr/>
                <p14:nvPr/>
              </p14:nvContentPartPr>
              <p14:xfrm>
                <a:off x="2483064" y="1292616"/>
                <a:ext cx="111240" cy="94320"/>
              </p14:xfrm>
            </p:contentPart>
          </mc:Choice>
          <mc:Fallback xmlns="">
            <p:pic>
              <p:nvPicPr>
                <p:cNvPr id="25" name="Ink 24">
                  <a:extLst>
                    <a:ext uri="{FF2B5EF4-FFF2-40B4-BE49-F238E27FC236}">
                      <a16:creationId xmlns:a16="http://schemas.microsoft.com/office/drawing/2014/main" id="{F6D97E3A-6F0C-B673-81FF-B12322B7CD67}"/>
                    </a:ext>
                  </a:extLst>
                </p:cNvPr>
                <p:cNvPicPr/>
                <p:nvPr/>
              </p:nvPicPr>
              <p:blipFill>
                <a:blip r:embed="rId37"/>
                <a:stretch>
                  <a:fillRect/>
                </a:stretch>
              </p:blipFill>
              <p:spPr>
                <a:xfrm>
                  <a:off x="2478744" y="1288296"/>
                  <a:ext cx="119880" cy="10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57F62673-CCD9-AC15-41F8-7E53D3CFCE02}"/>
                  </a:ext>
                </a:extLst>
              </p14:cNvPr>
              <p14:cNvContentPartPr/>
              <p14:nvPr/>
            </p14:nvContentPartPr>
            <p14:xfrm>
              <a:off x="2746584" y="1524816"/>
              <a:ext cx="180360" cy="14040"/>
            </p14:xfrm>
          </p:contentPart>
        </mc:Choice>
        <mc:Fallback xmlns="">
          <p:pic>
            <p:nvPicPr>
              <p:cNvPr id="27" name="Ink 26">
                <a:extLst>
                  <a:ext uri="{FF2B5EF4-FFF2-40B4-BE49-F238E27FC236}">
                    <a16:creationId xmlns:a16="http://schemas.microsoft.com/office/drawing/2014/main" id="{57F62673-CCD9-AC15-41F8-7E53D3CFCE02}"/>
                  </a:ext>
                </a:extLst>
              </p:cNvPr>
              <p:cNvPicPr/>
              <p:nvPr/>
            </p:nvPicPr>
            <p:blipFill>
              <a:blip r:embed="rId39"/>
              <a:stretch>
                <a:fillRect/>
              </a:stretch>
            </p:blipFill>
            <p:spPr>
              <a:xfrm>
                <a:off x="2742264" y="1520496"/>
                <a:ext cx="1890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9458638B-3CCA-4346-940C-0361AD904589}"/>
                  </a:ext>
                </a:extLst>
              </p14:cNvPr>
              <p14:cNvContentPartPr/>
              <p14:nvPr/>
            </p14:nvContentPartPr>
            <p14:xfrm>
              <a:off x="3162384" y="1385856"/>
              <a:ext cx="263520" cy="162360"/>
            </p14:xfrm>
          </p:contentPart>
        </mc:Choice>
        <mc:Fallback xmlns="">
          <p:pic>
            <p:nvPicPr>
              <p:cNvPr id="28" name="Ink 27">
                <a:extLst>
                  <a:ext uri="{FF2B5EF4-FFF2-40B4-BE49-F238E27FC236}">
                    <a16:creationId xmlns:a16="http://schemas.microsoft.com/office/drawing/2014/main" id="{9458638B-3CCA-4346-940C-0361AD904589}"/>
                  </a:ext>
                </a:extLst>
              </p:cNvPr>
              <p:cNvPicPr/>
              <p:nvPr/>
            </p:nvPicPr>
            <p:blipFill>
              <a:blip r:embed="rId41"/>
              <a:stretch>
                <a:fillRect/>
              </a:stretch>
            </p:blipFill>
            <p:spPr>
              <a:xfrm>
                <a:off x="3158064" y="1381536"/>
                <a:ext cx="272160" cy="171000"/>
              </a:xfrm>
              <a:prstGeom prst="rect">
                <a:avLst/>
              </a:prstGeom>
            </p:spPr>
          </p:pic>
        </mc:Fallback>
      </mc:AlternateContent>
      <p:grpSp>
        <p:nvGrpSpPr>
          <p:cNvPr id="49" name="Group 48">
            <a:extLst>
              <a:ext uri="{FF2B5EF4-FFF2-40B4-BE49-F238E27FC236}">
                <a16:creationId xmlns:a16="http://schemas.microsoft.com/office/drawing/2014/main" id="{1B47E7EA-180E-8206-C338-11AA25A857DE}"/>
              </a:ext>
            </a:extLst>
          </p:cNvPr>
          <p:cNvGrpSpPr/>
          <p:nvPr/>
        </p:nvGrpSpPr>
        <p:grpSpPr>
          <a:xfrm>
            <a:off x="3695904" y="1341576"/>
            <a:ext cx="538560" cy="115200"/>
            <a:chOff x="3695904" y="1341576"/>
            <a:chExt cx="538560" cy="115200"/>
          </a:xfrm>
        </p:grpSpPr>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B8AEB650-0928-8A92-8AED-6BBA905B77FB}"/>
                    </a:ext>
                  </a:extLst>
                </p14:cNvPr>
                <p14:cNvContentPartPr/>
                <p14:nvPr/>
              </p14:nvContentPartPr>
              <p14:xfrm>
                <a:off x="3695904" y="1442736"/>
                <a:ext cx="201960" cy="14040"/>
              </p14:xfrm>
            </p:contentPart>
          </mc:Choice>
          <mc:Fallback xmlns="">
            <p:pic>
              <p:nvPicPr>
                <p:cNvPr id="29" name="Ink 28">
                  <a:extLst>
                    <a:ext uri="{FF2B5EF4-FFF2-40B4-BE49-F238E27FC236}">
                      <a16:creationId xmlns:a16="http://schemas.microsoft.com/office/drawing/2014/main" id="{B8AEB650-0928-8A92-8AED-6BBA905B77FB}"/>
                    </a:ext>
                  </a:extLst>
                </p:cNvPr>
                <p:cNvPicPr/>
                <p:nvPr/>
              </p:nvPicPr>
              <p:blipFill>
                <a:blip r:embed="rId43"/>
                <a:stretch>
                  <a:fillRect/>
                </a:stretch>
              </p:blipFill>
              <p:spPr>
                <a:xfrm>
                  <a:off x="3691584" y="1438416"/>
                  <a:ext cx="210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FD056DB3-118C-5ED6-20F1-66D7D5078CBF}"/>
                    </a:ext>
                  </a:extLst>
                </p14:cNvPr>
                <p14:cNvContentPartPr/>
                <p14:nvPr/>
              </p14:nvContentPartPr>
              <p14:xfrm>
                <a:off x="4049424" y="1341576"/>
                <a:ext cx="185040" cy="102600"/>
              </p14:xfrm>
            </p:contentPart>
          </mc:Choice>
          <mc:Fallback xmlns="">
            <p:pic>
              <p:nvPicPr>
                <p:cNvPr id="30" name="Ink 29">
                  <a:extLst>
                    <a:ext uri="{FF2B5EF4-FFF2-40B4-BE49-F238E27FC236}">
                      <a16:creationId xmlns:a16="http://schemas.microsoft.com/office/drawing/2014/main" id="{FD056DB3-118C-5ED6-20F1-66D7D5078CBF}"/>
                    </a:ext>
                  </a:extLst>
                </p:cNvPr>
                <p:cNvPicPr/>
                <p:nvPr/>
              </p:nvPicPr>
              <p:blipFill>
                <a:blip r:embed="rId45"/>
                <a:stretch>
                  <a:fillRect/>
                </a:stretch>
              </p:blipFill>
              <p:spPr>
                <a:xfrm>
                  <a:off x="4045104" y="1337256"/>
                  <a:ext cx="193680" cy="111240"/>
                </a:xfrm>
                <a:prstGeom prst="rect">
                  <a:avLst/>
                </a:prstGeom>
              </p:spPr>
            </p:pic>
          </mc:Fallback>
        </mc:AlternateContent>
      </p:grpSp>
      <p:grpSp>
        <p:nvGrpSpPr>
          <p:cNvPr id="48" name="Group 47">
            <a:extLst>
              <a:ext uri="{FF2B5EF4-FFF2-40B4-BE49-F238E27FC236}">
                <a16:creationId xmlns:a16="http://schemas.microsoft.com/office/drawing/2014/main" id="{8F366E16-0C17-D9C5-F03E-DB827E9FDF5F}"/>
              </a:ext>
            </a:extLst>
          </p:cNvPr>
          <p:cNvGrpSpPr/>
          <p:nvPr/>
        </p:nvGrpSpPr>
        <p:grpSpPr>
          <a:xfrm>
            <a:off x="4439664" y="1312776"/>
            <a:ext cx="199080" cy="128880"/>
            <a:chOff x="4439664" y="1312776"/>
            <a:chExt cx="199080" cy="128880"/>
          </a:xfrm>
        </p:grpSpPr>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2A45F6DA-896A-7F45-5BC9-A38A25773D7F}"/>
                    </a:ext>
                  </a:extLst>
                </p14:cNvPr>
                <p14:cNvContentPartPr/>
                <p14:nvPr/>
              </p14:nvContentPartPr>
              <p14:xfrm>
                <a:off x="4478904" y="1312776"/>
                <a:ext cx="12240" cy="128880"/>
              </p14:xfrm>
            </p:contentPart>
          </mc:Choice>
          <mc:Fallback xmlns="">
            <p:pic>
              <p:nvPicPr>
                <p:cNvPr id="31" name="Ink 30">
                  <a:extLst>
                    <a:ext uri="{FF2B5EF4-FFF2-40B4-BE49-F238E27FC236}">
                      <a16:creationId xmlns:a16="http://schemas.microsoft.com/office/drawing/2014/main" id="{2A45F6DA-896A-7F45-5BC9-A38A25773D7F}"/>
                    </a:ext>
                  </a:extLst>
                </p:cNvPr>
                <p:cNvPicPr/>
                <p:nvPr/>
              </p:nvPicPr>
              <p:blipFill>
                <a:blip r:embed="rId47"/>
                <a:stretch>
                  <a:fillRect/>
                </a:stretch>
              </p:blipFill>
              <p:spPr>
                <a:xfrm>
                  <a:off x="4474584" y="1308456"/>
                  <a:ext cx="208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EB09F6C8-4102-EA85-01CB-610E8F2C5CB4}"/>
                    </a:ext>
                  </a:extLst>
                </p14:cNvPr>
                <p14:cNvContentPartPr/>
                <p14:nvPr/>
              </p14:nvContentPartPr>
              <p14:xfrm>
                <a:off x="4439664" y="1373256"/>
                <a:ext cx="199080" cy="11880"/>
              </p14:xfrm>
            </p:contentPart>
          </mc:Choice>
          <mc:Fallback xmlns="">
            <p:pic>
              <p:nvPicPr>
                <p:cNvPr id="32" name="Ink 31">
                  <a:extLst>
                    <a:ext uri="{FF2B5EF4-FFF2-40B4-BE49-F238E27FC236}">
                      <a16:creationId xmlns:a16="http://schemas.microsoft.com/office/drawing/2014/main" id="{EB09F6C8-4102-EA85-01CB-610E8F2C5CB4}"/>
                    </a:ext>
                  </a:extLst>
                </p:cNvPr>
                <p:cNvPicPr/>
                <p:nvPr/>
              </p:nvPicPr>
              <p:blipFill>
                <a:blip r:embed="rId49"/>
                <a:stretch>
                  <a:fillRect/>
                </a:stretch>
              </p:blipFill>
              <p:spPr>
                <a:xfrm>
                  <a:off x="4435344" y="1368936"/>
                  <a:ext cx="207720" cy="2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EEB6F5D3-E50A-FD92-B934-B9C70E3B1FD1}"/>
                  </a:ext>
                </a:extLst>
              </p14:cNvPr>
              <p14:cNvContentPartPr/>
              <p14:nvPr/>
            </p14:nvContentPartPr>
            <p14:xfrm>
              <a:off x="4881024" y="1250856"/>
              <a:ext cx="34920" cy="217440"/>
            </p14:xfrm>
          </p:contentPart>
        </mc:Choice>
        <mc:Fallback xmlns="">
          <p:pic>
            <p:nvPicPr>
              <p:cNvPr id="33" name="Ink 32">
                <a:extLst>
                  <a:ext uri="{FF2B5EF4-FFF2-40B4-BE49-F238E27FC236}">
                    <a16:creationId xmlns:a16="http://schemas.microsoft.com/office/drawing/2014/main" id="{EEB6F5D3-E50A-FD92-B934-B9C70E3B1FD1}"/>
                  </a:ext>
                </a:extLst>
              </p:cNvPr>
              <p:cNvPicPr/>
              <p:nvPr/>
            </p:nvPicPr>
            <p:blipFill>
              <a:blip r:embed="rId51"/>
              <a:stretch>
                <a:fillRect/>
              </a:stretch>
            </p:blipFill>
            <p:spPr>
              <a:xfrm>
                <a:off x="4876704" y="1246536"/>
                <a:ext cx="43560" cy="226080"/>
              </a:xfrm>
              <a:prstGeom prst="rect">
                <a:avLst/>
              </a:prstGeom>
            </p:spPr>
          </p:pic>
        </mc:Fallback>
      </mc:AlternateContent>
      <p:grpSp>
        <p:nvGrpSpPr>
          <p:cNvPr id="47" name="Group 46">
            <a:extLst>
              <a:ext uri="{FF2B5EF4-FFF2-40B4-BE49-F238E27FC236}">
                <a16:creationId xmlns:a16="http://schemas.microsoft.com/office/drawing/2014/main" id="{98F1BB65-C7D9-052B-3B2B-B6037E4703E0}"/>
              </a:ext>
            </a:extLst>
          </p:cNvPr>
          <p:cNvGrpSpPr/>
          <p:nvPr/>
        </p:nvGrpSpPr>
        <p:grpSpPr>
          <a:xfrm>
            <a:off x="1760184" y="2110176"/>
            <a:ext cx="233640" cy="86760"/>
            <a:chOff x="1760184" y="2110176"/>
            <a:chExt cx="233640" cy="86760"/>
          </a:xfrm>
        </p:grpSpPr>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ABFB8012-9A9D-8F4F-0F48-C502E9D5BF06}"/>
                    </a:ext>
                  </a:extLst>
                </p14:cNvPr>
                <p14:cNvContentPartPr/>
                <p14:nvPr/>
              </p14:nvContentPartPr>
              <p14:xfrm>
                <a:off x="1760184" y="2110176"/>
                <a:ext cx="208080" cy="8640"/>
              </p14:xfrm>
            </p:contentPart>
          </mc:Choice>
          <mc:Fallback xmlns="">
            <p:pic>
              <p:nvPicPr>
                <p:cNvPr id="34" name="Ink 33">
                  <a:extLst>
                    <a:ext uri="{FF2B5EF4-FFF2-40B4-BE49-F238E27FC236}">
                      <a16:creationId xmlns:a16="http://schemas.microsoft.com/office/drawing/2014/main" id="{ABFB8012-9A9D-8F4F-0F48-C502E9D5BF06}"/>
                    </a:ext>
                  </a:extLst>
                </p:cNvPr>
                <p:cNvPicPr/>
                <p:nvPr/>
              </p:nvPicPr>
              <p:blipFill>
                <a:blip r:embed="rId53"/>
                <a:stretch>
                  <a:fillRect/>
                </a:stretch>
              </p:blipFill>
              <p:spPr>
                <a:xfrm>
                  <a:off x="1755864" y="2105856"/>
                  <a:ext cx="2167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0C5AD5EA-C0CB-009B-A7DB-CFB0B276C6F5}"/>
                    </a:ext>
                  </a:extLst>
                </p14:cNvPr>
                <p14:cNvContentPartPr/>
                <p14:nvPr/>
              </p14:nvContentPartPr>
              <p14:xfrm>
                <a:off x="1769544" y="2192256"/>
                <a:ext cx="224280" cy="4680"/>
              </p14:xfrm>
            </p:contentPart>
          </mc:Choice>
          <mc:Fallback xmlns="">
            <p:pic>
              <p:nvPicPr>
                <p:cNvPr id="35" name="Ink 34">
                  <a:extLst>
                    <a:ext uri="{FF2B5EF4-FFF2-40B4-BE49-F238E27FC236}">
                      <a16:creationId xmlns:a16="http://schemas.microsoft.com/office/drawing/2014/main" id="{0C5AD5EA-C0CB-009B-A7DB-CFB0B276C6F5}"/>
                    </a:ext>
                  </a:extLst>
                </p:cNvPr>
                <p:cNvPicPr/>
                <p:nvPr/>
              </p:nvPicPr>
              <p:blipFill>
                <a:blip r:embed="rId55"/>
                <a:stretch>
                  <a:fillRect/>
                </a:stretch>
              </p:blipFill>
              <p:spPr>
                <a:xfrm>
                  <a:off x="1765224" y="2187936"/>
                  <a:ext cx="232920" cy="13320"/>
                </a:xfrm>
                <a:prstGeom prst="rect">
                  <a:avLst/>
                </a:prstGeom>
              </p:spPr>
            </p:pic>
          </mc:Fallback>
        </mc:AlternateContent>
      </p:grpSp>
      <p:grpSp>
        <p:nvGrpSpPr>
          <p:cNvPr id="46" name="Group 45">
            <a:extLst>
              <a:ext uri="{FF2B5EF4-FFF2-40B4-BE49-F238E27FC236}">
                <a16:creationId xmlns:a16="http://schemas.microsoft.com/office/drawing/2014/main" id="{2EBF5BCD-951E-C6B4-77D9-E30BCF1CC4F7}"/>
              </a:ext>
            </a:extLst>
          </p:cNvPr>
          <p:cNvGrpSpPr/>
          <p:nvPr/>
        </p:nvGrpSpPr>
        <p:grpSpPr>
          <a:xfrm>
            <a:off x="2316744" y="1828296"/>
            <a:ext cx="390960" cy="357480"/>
            <a:chOff x="2316744" y="1828296"/>
            <a:chExt cx="390960" cy="357480"/>
          </a:xfrm>
        </p:grpSpPr>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493ED79D-AF53-8AD5-98E4-4B0807F0276E}"/>
                    </a:ext>
                  </a:extLst>
                </p14:cNvPr>
                <p14:cNvContentPartPr/>
                <p14:nvPr/>
              </p14:nvContentPartPr>
              <p14:xfrm>
                <a:off x="2316744" y="2019456"/>
                <a:ext cx="224280" cy="166320"/>
              </p14:xfrm>
            </p:contentPart>
          </mc:Choice>
          <mc:Fallback xmlns="">
            <p:pic>
              <p:nvPicPr>
                <p:cNvPr id="36" name="Ink 35">
                  <a:extLst>
                    <a:ext uri="{FF2B5EF4-FFF2-40B4-BE49-F238E27FC236}">
                      <a16:creationId xmlns:a16="http://schemas.microsoft.com/office/drawing/2014/main" id="{493ED79D-AF53-8AD5-98E4-4B0807F0276E}"/>
                    </a:ext>
                  </a:extLst>
                </p:cNvPr>
                <p:cNvPicPr/>
                <p:nvPr/>
              </p:nvPicPr>
              <p:blipFill>
                <a:blip r:embed="rId57"/>
                <a:stretch>
                  <a:fillRect/>
                </a:stretch>
              </p:blipFill>
              <p:spPr>
                <a:xfrm>
                  <a:off x="2312424" y="2015136"/>
                  <a:ext cx="2329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7DA97F1E-28BC-6F40-580A-7D00D8D0242D}"/>
                    </a:ext>
                  </a:extLst>
                </p14:cNvPr>
                <p14:cNvContentPartPr/>
                <p14:nvPr/>
              </p14:nvContentPartPr>
              <p14:xfrm>
                <a:off x="2607984" y="1828296"/>
                <a:ext cx="99720" cy="122760"/>
              </p14:xfrm>
            </p:contentPart>
          </mc:Choice>
          <mc:Fallback xmlns="">
            <p:pic>
              <p:nvPicPr>
                <p:cNvPr id="37" name="Ink 36">
                  <a:extLst>
                    <a:ext uri="{FF2B5EF4-FFF2-40B4-BE49-F238E27FC236}">
                      <a16:creationId xmlns:a16="http://schemas.microsoft.com/office/drawing/2014/main" id="{7DA97F1E-28BC-6F40-580A-7D00D8D0242D}"/>
                    </a:ext>
                  </a:extLst>
                </p:cNvPr>
                <p:cNvPicPr/>
                <p:nvPr/>
              </p:nvPicPr>
              <p:blipFill>
                <a:blip r:embed="rId59"/>
                <a:stretch>
                  <a:fillRect/>
                </a:stretch>
              </p:blipFill>
              <p:spPr>
                <a:xfrm>
                  <a:off x="2603664" y="1823976"/>
                  <a:ext cx="108360" cy="131400"/>
                </a:xfrm>
                <a:prstGeom prst="rect">
                  <a:avLst/>
                </a:prstGeom>
              </p:spPr>
            </p:pic>
          </mc:Fallback>
        </mc:AlternateContent>
      </p:grpSp>
      <p:grpSp>
        <p:nvGrpSpPr>
          <p:cNvPr id="45" name="Group 44">
            <a:extLst>
              <a:ext uri="{FF2B5EF4-FFF2-40B4-BE49-F238E27FC236}">
                <a16:creationId xmlns:a16="http://schemas.microsoft.com/office/drawing/2014/main" id="{880560EA-6F34-7C87-310D-97ED77A8705A}"/>
              </a:ext>
            </a:extLst>
          </p:cNvPr>
          <p:cNvGrpSpPr/>
          <p:nvPr/>
        </p:nvGrpSpPr>
        <p:grpSpPr>
          <a:xfrm>
            <a:off x="2935944" y="1867176"/>
            <a:ext cx="857520" cy="225000"/>
            <a:chOff x="2935944" y="1867176"/>
            <a:chExt cx="857520" cy="225000"/>
          </a:xfrm>
        </p:grpSpPr>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F5833401-88F7-FAFF-4BCD-0C1E64734467}"/>
                    </a:ext>
                  </a:extLst>
                </p14:cNvPr>
                <p14:cNvContentPartPr/>
                <p14:nvPr/>
              </p14:nvContentPartPr>
              <p14:xfrm>
                <a:off x="2935944" y="2022336"/>
                <a:ext cx="226800" cy="23400"/>
              </p14:xfrm>
            </p:contentPart>
          </mc:Choice>
          <mc:Fallback xmlns="">
            <p:pic>
              <p:nvPicPr>
                <p:cNvPr id="38" name="Ink 37">
                  <a:extLst>
                    <a:ext uri="{FF2B5EF4-FFF2-40B4-BE49-F238E27FC236}">
                      <a16:creationId xmlns:a16="http://schemas.microsoft.com/office/drawing/2014/main" id="{F5833401-88F7-FAFF-4BCD-0C1E64734467}"/>
                    </a:ext>
                  </a:extLst>
                </p:cNvPr>
                <p:cNvPicPr/>
                <p:nvPr/>
              </p:nvPicPr>
              <p:blipFill>
                <a:blip r:embed="rId61"/>
                <a:stretch>
                  <a:fillRect/>
                </a:stretch>
              </p:blipFill>
              <p:spPr>
                <a:xfrm>
                  <a:off x="2931624" y="2018016"/>
                  <a:ext cx="2354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4DB03796-003E-D9C7-16E9-B8CE06067D8E}"/>
                    </a:ext>
                  </a:extLst>
                </p14:cNvPr>
                <p14:cNvContentPartPr/>
                <p14:nvPr/>
              </p14:nvContentPartPr>
              <p14:xfrm>
                <a:off x="3339864" y="1867176"/>
                <a:ext cx="219960" cy="225000"/>
              </p14:xfrm>
            </p:contentPart>
          </mc:Choice>
          <mc:Fallback xmlns="">
            <p:pic>
              <p:nvPicPr>
                <p:cNvPr id="39" name="Ink 38">
                  <a:extLst>
                    <a:ext uri="{FF2B5EF4-FFF2-40B4-BE49-F238E27FC236}">
                      <a16:creationId xmlns:a16="http://schemas.microsoft.com/office/drawing/2014/main" id="{4DB03796-003E-D9C7-16E9-B8CE06067D8E}"/>
                    </a:ext>
                  </a:extLst>
                </p:cNvPr>
                <p:cNvPicPr/>
                <p:nvPr/>
              </p:nvPicPr>
              <p:blipFill>
                <a:blip r:embed="rId63"/>
                <a:stretch>
                  <a:fillRect/>
                </a:stretch>
              </p:blipFill>
              <p:spPr>
                <a:xfrm>
                  <a:off x="3335544" y="1862856"/>
                  <a:ext cx="2286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3E6C54A6-0EC4-50FC-9E8F-2F57AB2D4DBD}"/>
                    </a:ext>
                  </a:extLst>
                </p14:cNvPr>
                <p14:cNvContentPartPr/>
                <p14:nvPr/>
              </p14:nvContentPartPr>
              <p14:xfrm>
                <a:off x="3628944" y="1978056"/>
                <a:ext cx="164520" cy="73800"/>
              </p14:xfrm>
            </p:contentPart>
          </mc:Choice>
          <mc:Fallback xmlns="">
            <p:pic>
              <p:nvPicPr>
                <p:cNvPr id="40" name="Ink 39">
                  <a:extLst>
                    <a:ext uri="{FF2B5EF4-FFF2-40B4-BE49-F238E27FC236}">
                      <a16:creationId xmlns:a16="http://schemas.microsoft.com/office/drawing/2014/main" id="{3E6C54A6-0EC4-50FC-9E8F-2F57AB2D4DBD}"/>
                    </a:ext>
                  </a:extLst>
                </p:cNvPr>
                <p:cNvPicPr/>
                <p:nvPr/>
              </p:nvPicPr>
              <p:blipFill>
                <a:blip r:embed="rId65"/>
                <a:stretch>
                  <a:fillRect/>
                </a:stretch>
              </p:blipFill>
              <p:spPr>
                <a:xfrm>
                  <a:off x="3624624" y="1973736"/>
                  <a:ext cx="173160" cy="82440"/>
                </a:xfrm>
                <a:prstGeom prst="rect">
                  <a:avLst/>
                </a:prstGeom>
              </p:spPr>
            </p:pic>
          </mc:Fallback>
        </mc:AlternateContent>
      </p:grpSp>
      <p:grpSp>
        <p:nvGrpSpPr>
          <p:cNvPr id="44" name="Group 43">
            <a:extLst>
              <a:ext uri="{FF2B5EF4-FFF2-40B4-BE49-F238E27FC236}">
                <a16:creationId xmlns:a16="http://schemas.microsoft.com/office/drawing/2014/main" id="{0D090CC9-9807-ED11-6DED-345448ACFEFA}"/>
              </a:ext>
            </a:extLst>
          </p:cNvPr>
          <p:cNvGrpSpPr/>
          <p:nvPr/>
        </p:nvGrpSpPr>
        <p:grpSpPr>
          <a:xfrm>
            <a:off x="4102344" y="1895256"/>
            <a:ext cx="150480" cy="147240"/>
            <a:chOff x="4102344" y="1895256"/>
            <a:chExt cx="150480" cy="147240"/>
          </a:xfrm>
        </p:grpSpPr>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7D91DF0B-014D-D9D1-E4BD-2B46E25C6464}"/>
                    </a:ext>
                  </a:extLst>
                </p14:cNvPr>
                <p14:cNvContentPartPr/>
                <p14:nvPr/>
              </p14:nvContentPartPr>
              <p14:xfrm>
                <a:off x="4167144" y="1895256"/>
                <a:ext cx="2520" cy="147240"/>
              </p14:xfrm>
            </p:contentPart>
          </mc:Choice>
          <mc:Fallback xmlns="">
            <p:pic>
              <p:nvPicPr>
                <p:cNvPr id="41" name="Ink 40">
                  <a:extLst>
                    <a:ext uri="{FF2B5EF4-FFF2-40B4-BE49-F238E27FC236}">
                      <a16:creationId xmlns:a16="http://schemas.microsoft.com/office/drawing/2014/main" id="{7D91DF0B-014D-D9D1-E4BD-2B46E25C6464}"/>
                    </a:ext>
                  </a:extLst>
                </p:cNvPr>
                <p:cNvPicPr/>
                <p:nvPr/>
              </p:nvPicPr>
              <p:blipFill>
                <a:blip r:embed="rId67"/>
                <a:stretch>
                  <a:fillRect/>
                </a:stretch>
              </p:blipFill>
              <p:spPr>
                <a:xfrm>
                  <a:off x="4162824" y="1890936"/>
                  <a:ext cx="111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A9E02CC7-1137-23F3-F483-2560437A63CA}"/>
                    </a:ext>
                  </a:extLst>
                </p14:cNvPr>
                <p14:cNvContentPartPr/>
                <p14:nvPr/>
              </p14:nvContentPartPr>
              <p14:xfrm>
                <a:off x="4102344" y="1957896"/>
                <a:ext cx="150480" cy="14040"/>
              </p14:xfrm>
            </p:contentPart>
          </mc:Choice>
          <mc:Fallback xmlns="">
            <p:pic>
              <p:nvPicPr>
                <p:cNvPr id="42" name="Ink 41">
                  <a:extLst>
                    <a:ext uri="{FF2B5EF4-FFF2-40B4-BE49-F238E27FC236}">
                      <a16:creationId xmlns:a16="http://schemas.microsoft.com/office/drawing/2014/main" id="{A9E02CC7-1137-23F3-F483-2560437A63CA}"/>
                    </a:ext>
                  </a:extLst>
                </p:cNvPr>
                <p:cNvPicPr/>
                <p:nvPr/>
              </p:nvPicPr>
              <p:blipFill>
                <a:blip r:embed="rId69"/>
                <a:stretch>
                  <a:fillRect/>
                </a:stretch>
              </p:blipFill>
              <p:spPr>
                <a:xfrm>
                  <a:off x="4098024" y="1953576"/>
                  <a:ext cx="159120" cy="22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AA37CA1D-4306-CBA6-4DAD-53E692610A1B}"/>
                  </a:ext>
                </a:extLst>
              </p14:cNvPr>
              <p14:cNvContentPartPr/>
              <p14:nvPr/>
            </p14:nvContentPartPr>
            <p14:xfrm>
              <a:off x="4541184" y="1794816"/>
              <a:ext cx="28080" cy="299160"/>
            </p14:xfrm>
          </p:contentPart>
        </mc:Choice>
        <mc:Fallback xmlns="">
          <p:pic>
            <p:nvPicPr>
              <p:cNvPr id="43" name="Ink 42">
                <a:extLst>
                  <a:ext uri="{FF2B5EF4-FFF2-40B4-BE49-F238E27FC236}">
                    <a16:creationId xmlns:a16="http://schemas.microsoft.com/office/drawing/2014/main" id="{AA37CA1D-4306-CBA6-4DAD-53E692610A1B}"/>
                  </a:ext>
                </a:extLst>
              </p:cNvPr>
              <p:cNvPicPr/>
              <p:nvPr/>
            </p:nvPicPr>
            <p:blipFill>
              <a:blip r:embed="rId71"/>
              <a:stretch>
                <a:fillRect/>
              </a:stretch>
            </p:blipFill>
            <p:spPr>
              <a:xfrm>
                <a:off x="4536864" y="1790496"/>
                <a:ext cx="36720" cy="307800"/>
              </a:xfrm>
              <a:prstGeom prst="rect">
                <a:avLst/>
              </a:prstGeom>
            </p:spPr>
          </p:pic>
        </mc:Fallback>
      </mc:AlternateContent>
      <p:grpSp>
        <p:nvGrpSpPr>
          <p:cNvPr id="89" name="Group 88">
            <a:extLst>
              <a:ext uri="{FF2B5EF4-FFF2-40B4-BE49-F238E27FC236}">
                <a16:creationId xmlns:a16="http://schemas.microsoft.com/office/drawing/2014/main" id="{C44143B5-246E-2E23-DB96-85CE813AA4A8}"/>
              </a:ext>
            </a:extLst>
          </p:cNvPr>
          <p:cNvGrpSpPr/>
          <p:nvPr/>
        </p:nvGrpSpPr>
        <p:grpSpPr>
          <a:xfrm>
            <a:off x="415944" y="2494656"/>
            <a:ext cx="947520" cy="363240"/>
            <a:chOff x="415944" y="2494656"/>
            <a:chExt cx="947520" cy="363240"/>
          </a:xfrm>
        </p:grpSpPr>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D994B0F4-D280-509D-A051-1CE3ED7C5198}"/>
                    </a:ext>
                  </a:extLst>
                </p14:cNvPr>
                <p14:cNvContentPartPr/>
                <p14:nvPr/>
              </p14:nvContentPartPr>
              <p14:xfrm>
                <a:off x="415944" y="2591496"/>
                <a:ext cx="465840" cy="266400"/>
              </p14:xfrm>
            </p:contentPart>
          </mc:Choice>
          <mc:Fallback xmlns="">
            <p:pic>
              <p:nvPicPr>
                <p:cNvPr id="50" name="Ink 49">
                  <a:extLst>
                    <a:ext uri="{FF2B5EF4-FFF2-40B4-BE49-F238E27FC236}">
                      <a16:creationId xmlns:a16="http://schemas.microsoft.com/office/drawing/2014/main" id="{D994B0F4-D280-509D-A051-1CE3ED7C5198}"/>
                    </a:ext>
                  </a:extLst>
                </p:cNvPr>
                <p:cNvPicPr/>
                <p:nvPr/>
              </p:nvPicPr>
              <p:blipFill>
                <a:blip r:embed="rId73"/>
                <a:stretch>
                  <a:fillRect/>
                </a:stretch>
              </p:blipFill>
              <p:spPr>
                <a:xfrm>
                  <a:off x="411624" y="2587176"/>
                  <a:ext cx="4744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1" name="Ink 50">
                  <a:extLst>
                    <a:ext uri="{FF2B5EF4-FFF2-40B4-BE49-F238E27FC236}">
                      <a16:creationId xmlns:a16="http://schemas.microsoft.com/office/drawing/2014/main" id="{6F430604-6E97-8089-490F-2D97A98649FF}"/>
                    </a:ext>
                  </a:extLst>
                </p14:cNvPr>
                <p14:cNvContentPartPr/>
                <p14:nvPr/>
              </p14:nvContentPartPr>
              <p14:xfrm>
                <a:off x="921744" y="2494656"/>
                <a:ext cx="110880" cy="312120"/>
              </p14:xfrm>
            </p:contentPart>
          </mc:Choice>
          <mc:Fallback xmlns="">
            <p:pic>
              <p:nvPicPr>
                <p:cNvPr id="51" name="Ink 50">
                  <a:extLst>
                    <a:ext uri="{FF2B5EF4-FFF2-40B4-BE49-F238E27FC236}">
                      <a16:creationId xmlns:a16="http://schemas.microsoft.com/office/drawing/2014/main" id="{6F430604-6E97-8089-490F-2D97A98649FF}"/>
                    </a:ext>
                  </a:extLst>
                </p:cNvPr>
                <p:cNvPicPr/>
                <p:nvPr/>
              </p:nvPicPr>
              <p:blipFill>
                <a:blip r:embed="rId75"/>
                <a:stretch>
                  <a:fillRect/>
                </a:stretch>
              </p:blipFill>
              <p:spPr>
                <a:xfrm>
                  <a:off x="917424" y="2490336"/>
                  <a:ext cx="11952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95ABA725-18DF-0491-023B-8F2E3A63ECAA}"/>
                    </a:ext>
                  </a:extLst>
                </p14:cNvPr>
                <p14:cNvContentPartPr/>
                <p14:nvPr/>
              </p14:nvContentPartPr>
              <p14:xfrm>
                <a:off x="1083384" y="2716416"/>
                <a:ext cx="92880" cy="85320"/>
              </p14:xfrm>
            </p:contentPart>
          </mc:Choice>
          <mc:Fallback xmlns="">
            <p:pic>
              <p:nvPicPr>
                <p:cNvPr id="52" name="Ink 51">
                  <a:extLst>
                    <a:ext uri="{FF2B5EF4-FFF2-40B4-BE49-F238E27FC236}">
                      <a16:creationId xmlns:a16="http://schemas.microsoft.com/office/drawing/2014/main" id="{95ABA725-18DF-0491-023B-8F2E3A63ECAA}"/>
                    </a:ext>
                  </a:extLst>
                </p:cNvPr>
                <p:cNvPicPr/>
                <p:nvPr/>
              </p:nvPicPr>
              <p:blipFill>
                <a:blip r:embed="rId77"/>
                <a:stretch>
                  <a:fillRect/>
                </a:stretch>
              </p:blipFill>
              <p:spPr>
                <a:xfrm>
                  <a:off x="1079064" y="2712096"/>
                  <a:ext cx="1015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635F218B-12FD-4657-68FE-90C3DB8879B0}"/>
                    </a:ext>
                  </a:extLst>
                </p14:cNvPr>
                <p14:cNvContentPartPr/>
                <p14:nvPr/>
              </p14:nvContentPartPr>
              <p14:xfrm>
                <a:off x="1219824" y="2739816"/>
                <a:ext cx="143640" cy="57960"/>
              </p14:xfrm>
            </p:contentPart>
          </mc:Choice>
          <mc:Fallback xmlns="">
            <p:pic>
              <p:nvPicPr>
                <p:cNvPr id="53" name="Ink 52">
                  <a:extLst>
                    <a:ext uri="{FF2B5EF4-FFF2-40B4-BE49-F238E27FC236}">
                      <a16:creationId xmlns:a16="http://schemas.microsoft.com/office/drawing/2014/main" id="{635F218B-12FD-4657-68FE-90C3DB8879B0}"/>
                    </a:ext>
                  </a:extLst>
                </p:cNvPr>
                <p:cNvPicPr/>
                <p:nvPr/>
              </p:nvPicPr>
              <p:blipFill>
                <a:blip r:embed="rId79"/>
                <a:stretch>
                  <a:fillRect/>
                </a:stretch>
              </p:blipFill>
              <p:spPr>
                <a:xfrm>
                  <a:off x="1215504" y="2735496"/>
                  <a:ext cx="152280" cy="66600"/>
                </a:xfrm>
                <a:prstGeom prst="rect">
                  <a:avLst/>
                </a:prstGeom>
              </p:spPr>
            </p:pic>
          </mc:Fallback>
        </mc:AlternateContent>
      </p:grpSp>
      <p:grpSp>
        <p:nvGrpSpPr>
          <p:cNvPr id="88" name="Group 87">
            <a:extLst>
              <a:ext uri="{FF2B5EF4-FFF2-40B4-BE49-F238E27FC236}">
                <a16:creationId xmlns:a16="http://schemas.microsoft.com/office/drawing/2014/main" id="{277629A7-C306-8AA1-440D-B27920B6DBC6}"/>
              </a:ext>
            </a:extLst>
          </p:cNvPr>
          <p:cNvGrpSpPr/>
          <p:nvPr/>
        </p:nvGrpSpPr>
        <p:grpSpPr>
          <a:xfrm>
            <a:off x="1806264" y="2654136"/>
            <a:ext cx="348120" cy="123840"/>
            <a:chOff x="1806264" y="2654136"/>
            <a:chExt cx="348120" cy="123840"/>
          </a:xfrm>
        </p:grpSpPr>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6DFB6D2E-213F-6ABF-9001-33993E777FEB}"/>
                    </a:ext>
                  </a:extLst>
                </p14:cNvPr>
                <p14:cNvContentPartPr/>
                <p14:nvPr/>
              </p14:nvContentPartPr>
              <p14:xfrm>
                <a:off x="1806264" y="2654136"/>
                <a:ext cx="215280" cy="101520"/>
              </p14:xfrm>
            </p:contentPart>
          </mc:Choice>
          <mc:Fallback xmlns="">
            <p:pic>
              <p:nvPicPr>
                <p:cNvPr id="54" name="Ink 53">
                  <a:extLst>
                    <a:ext uri="{FF2B5EF4-FFF2-40B4-BE49-F238E27FC236}">
                      <a16:creationId xmlns:a16="http://schemas.microsoft.com/office/drawing/2014/main" id="{6DFB6D2E-213F-6ABF-9001-33993E777FEB}"/>
                    </a:ext>
                  </a:extLst>
                </p:cNvPr>
                <p:cNvPicPr/>
                <p:nvPr/>
              </p:nvPicPr>
              <p:blipFill>
                <a:blip r:embed="rId81"/>
                <a:stretch>
                  <a:fillRect/>
                </a:stretch>
              </p:blipFill>
              <p:spPr>
                <a:xfrm>
                  <a:off x="1801944" y="2649816"/>
                  <a:ext cx="2239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345A7D80-C393-81B5-509B-0BD229CC6B4A}"/>
                    </a:ext>
                  </a:extLst>
                </p14:cNvPr>
                <p14:cNvContentPartPr/>
                <p14:nvPr/>
              </p14:nvContentPartPr>
              <p14:xfrm>
                <a:off x="2065104" y="2687256"/>
                <a:ext cx="89280" cy="90720"/>
              </p14:xfrm>
            </p:contentPart>
          </mc:Choice>
          <mc:Fallback xmlns="">
            <p:pic>
              <p:nvPicPr>
                <p:cNvPr id="55" name="Ink 54">
                  <a:extLst>
                    <a:ext uri="{FF2B5EF4-FFF2-40B4-BE49-F238E27FC236}">
                      <a16:creationId xmlns:a16="http://schemas.microsoft.com/office/drawing/2014/main" id="{345A7D80-C393-81B5-509B-0BD229CC6B4A}"/>
                    </a:ext>
                  </a:extLst>
                </p:cNvPr>
                <p:cNvPicPr/>
                <p:nvPr/>
              </p:nvPicPr>
              <p:blipFill>
                <a:blip r:embed="rId83"/>
                <a:stretch>
                  <a:fillRect/>
                </a:stretch>
              </p:blipFill>
              <p:spPr>
                <a:xfrm>
                  <a:off x="2060784" y="2682936"/>
                  <a:ext cx="97920" cy="99360"/>
                </a:xfrm>
                <a:prstGeom prst="rect">
                  <a:avLst/>
                </a:prstGeom>
              </p:spPr>
            </p:pic>
          </mc:Fallback>
        </mc:AlternateContent>
      </p:grpSp>
      <p:grpSp>
        <p:nvGrpSpPr>
          <p:cNvPr id="87" name="Group 86">
            <a:extLst>
              <a:ext uri="{FF2B5EF4-FFF2-40B4-BE49-F238E27FC236}">
                <a16:creationId xmlns:a16="http://schemas.microsoft.com/office/drawing/2014/main" id="{A66B554D-CAB0-A8B6-FB3B-92849522DA24}"/>
              </a:ext>
            </a:extLst>
          </p:cNvPr>
          <p:cNvGrpSpPr/>
          <p:nvPr/>
        </p:nvGrpSpPr>
        <p:grpSpPr>
          <a:xfrm>
            <a:off x="2446344" y="2482776"/>
            <a:ext cx="380160" cy="253080"/>
            <a:chOff x="2446344" y="2482776"/>
            <a:chExt cx="380160" cy="253080"/>
          </a:xfrm>
        </p:grpSpPr>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2E7BBBBC-B666-68EA-87FB-9B5C50F0F2D2}"/>
                    </a:ext>
                  </a:extLst>
                </p14:cNvPr>
                <p14:cNvContentPartPr/>
                <p14:nvPr/>
              </p14:nvContentPartPr>
              <p14:xfrm>
                <a:off x="2446344" y="2482776"/>
                <a:ext cx="300960" cy="253080"/>
              </p14:xfrm>
            </p:contentPart>
          </mc:Choice>
          <mc:Fallback xmlns="">
            <p:pic>
              <p:nvPicPr>
                <p:cNvPr id="56" name="Ink 55">
                  <a:extLst>
                    <a:ext uri="{FF2B5EF4-FFF2-40B4-BE49-F238E27FC236}">
                      <a16:creationId xmlns:a16="http://schemas.microsoft.com/office/drawing/2014/main" id="{2E7BBBBC-B666-68EA-87FB-9B5C50F0F2D2}"/>
                    </a:ext>
                  </a:extLst>
                </p:cNvPr>
                <p:cNvPicPr/>
                <p:nvPr/>
              </p:nvPicPr>
              <p:blipFill>
                <a:blip r:embed="rId85"/>
                <a:stretch>
                  <a:fillRect/>
                </a:stretch>
              </p:blipFill>
              <p:spPr>
                <a:xfrm>
                  <a:off x="2442024" y="2478456"/>
                  <a:ext cx="3096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2E6657B5-119B-277B-3ED3-58308259512E}"/>
                    </a:ext>
                  </a:extLst>
                </p14:cNvPr>
                <p14:cNvContentPartPr/>
                <p14:nvPr/>
              </p14:nvContentPartPr>
              <p14:xfrm>
                <a:off x="2731464" y="2622456"/>
                <a:ext cx="95040" cy="101880"/>
              </p14:xfrm>
            </p:contentPart>
          </mc:Choice>
          <mc:Fallback xmlns="">
            <p:pic>
              <p:nvPicPr>
                <p:cNvPr id="57" name="Ink 56">
                  <a:extLst>
                    <a:ext uri="{FF2B5EF4-FFF2-40B4-BE49-F238E27FC236}">
                      <a16:creationId xmlns:a16="http://schemas.microsoft.com/office/drawing/2014/main" id="{2E6657B5-119B-277B-3ED3-58308259512E}"/>
                    </a:ext>
                  </a:extLst>
                </p:cNvPr>
                <p:cNvPicPr/>
                <p:nvPr/>
              </p:nvPicPr>
              <p:blipFill>
                <a:blip r:embed="rId87"/>
                <a:stretch>
                  <a:fillRect/>
                </a:stretch>
              </p:blipFill>
              <p:spPr>
                <a:xfrm>
                  <a:off x="2727144" y="2618136"/>
                  <a:ext cx="103680" cy="110520"/>
                </a:xfrm>
                <a:prstGeom prst="rect">
                  <a:avLst/>
                </a:prstGeom>
              </p:spPr>
            </p:pic>
          </mc:Fallback>
        </mc:AlternateContent>
      </p:grpSp>
      <p:grpSp>
        <p:nvGrpSpPr>
          <p:cNvPr id="86" name="Group 85">
            <a:extLst>
              <a:ext uri="{FF2B5EF4-FFF2-40B4-BE49-F238E27FC236}">
                <a16:creationId xmlns:a16="http://schemas.microsoft.com/office/drawing/2014/main" id="{6A7C80B1-F878-DF21-625C-ADD5E17573FC}"/>
              </a:ext>
            </a:extLst>
          </p:cNvPr>
          <p:cNvGrpSpPr/>
          <p:nvPr/>
        </p:nvGrpSpPr>
        <p:grpSpPr>
          <a:xfrm>
            <a:off x="3148344" y="2386296"/>
            <a:ext cx="447840" cy="552240"/>
            <a:chOff x="3148344" y="2386296"/>
            <a:chExt cx="447840" cy="552240"/>
          </a:xfrm>
        </p:grpSpPr>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D9E24414-7507-926F-2238-887D3B892549}"/>
                    </a:ext>
                  </a:extLst>
                </p14:cNvPr>
                <p14:cNvContentPartPr/>
                <p14:nvPr/>
              </p14:nvContentPartPr>
              <p14:xfrm>
                <a:off x="3148344" y="2386296"/>
                <a:ext cx="173520" cy="322560"/>
              </p14:xfrm>
            </p:contentPart>
          </mc:Choice>
          <mc:Fallback xmlns="">
            <p:pic>
              <p:nvPicPr>
                <p:cNvPr id="58" name="Ink 57">
                  <a:extLst>
                    <a:ext uri="{FF2B5EF4-FFF2-40B4-BE49-F238E27FC236}">
                      <a16:creationId xmlns:a16="http://schemas.microsoft.com/office/drawing/2014/main" id="{D9E24414-7507-926F-2238-887D3B892549}"/>
                    </a:ext>
                  </a:extLst>
                </p:cNvPr>
                <p:cNvPicPr/>
                <p:nvPr/>
              </p:nvPicPr>
              <p:blipFill>
                <a:blip r:embed="rId89"/>
                <a:stretch>
                  <a:fillRect/>
                </a:stretch>
              </p:blipFill>
              <p:spPr>
                <a:xfrm>
                  <a:off x="3144024" y="2381976"/>
                  <a:ext cx="18216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FBB47F95-9D56-7C04-545F-7E32D0C289F7}"/>
                    </a:ext>
                  </a:extLst>
                </p14:cNvPr>
                <p14:cNvContentPartPr/>
                <p14:nvPr/>
              </p14:nvContentPartPr>
              <p14:xfrm>
                <a:off x="3384144" y="2613816"/>
                <a:ext cx="34920" cy="55800"/>
              </p14:xfrm>
            </p:contentPart>
          </mc:Choice>
          <mc:Fallback xmlns="">
            <p:pic>
              <p:nvPicPr>
                <p:cNvPr id="59" name="Ink 58">
                  <a:extLst>
                    <a:ext uri="{FF2B5EF4-FFF2-40B4-BE49-F238E27FC236}">
                      <a16:creationId xmlns:a16="http://schemas.microsoft.com/office/drawing/2014/main" id="{FBB47F95-9D56-7C04-545F-7E32D0C289F7}"/>
                    </a:ext>
                  </a:extLst>
                </p:cNvPr>
                <p:cNvPicPr/>
                <p:nvPr/>
              </p:nvPicPr>
              <p:blipFill>
                <a:blip r:embed="rId91"/>
                <a:stretch>
                  <a:fillRect/>
                </a:stretch>
              </p:blipFill>
              <p:spPr>
                <a:xfrm>
                  <a:off x="3379824" y="2609496"/>
                  <a:ext cx="435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B92FE9ED-9773-85D4-3D09-D666AE871180}"/>
                    </a:ext>
                  </a:extLst>
                </p14:cNvPr>
                <p14:cNvContentPartPr/>
                <p14:nvPr/>
              </p14:nvContentPartPr>
              <p14:xfrm>
                <a:off x="3490344" y="2475216"/>
                <a:ext cx="30240" cy="96120"/>
              </p14:xfrm>
            </p:contentPart>
          </mc:Choice>
          <mc:Fallback xmlns="">
            <p:pic>
              <p:nvPicPr>
                <p:cNvPr id="60" name="Ink 59">
                  <a:extLst>
                    <a:ext uri="{FF2B5EF4-FFF2-40B4-BE49-F238E27FC236}">
                      <a16:creationId xmlns:a16="http://schemas.microsoft.com/office/drawing/2014/main" id="{B92FE9ED-9773-85D4-3D09-D666AE871180}"/>
                    </a:ext>
                  </a:extLst>
                </p:cNvPr>
                <p:cNvPicPr/>
                <p:nvPr/>
              </p:nvPicPr>
              <p:blipFill>
                <a:blip r:embed="rId93"/>
                <a:stretch>
                  <a:fillRect/>
                </a:stretch>
              </p:blipFill>
              <p:spPr>
                <a:xfrm>
                  <a:off x="3486024" y="2470896"/>
                  <a:ext cx="388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15CC02E3-407D-9E74-1907-96270F4DC1BA}"/>
                    </a:ext>
                  </a:extLst>
                </p14:cNvPr>
                <p14:cNvContentPartPr/>
                <p14:nvPr/>
              </p14:nvContentPartPr>
              <p14:xfrm>
                <a:off x="3282624" y="2596536"/>
                <a:ext cx="313560" cy="342000"/>
              </p14:xfrm>
            </p:contentPart>
          </mc:Choice>
          <mc:Fallback xmlns="">
            <p:pic>
              <p:nvPicPr>
                <p:cNvPr id="61" name="Ink 60">
                  <a:extLst>
                    <a:ext uri="{FF2B5EF4-FFF2-40B4-BE49-F238E27FC236}">
                      <a16:creationId xmlns:a16="http://schemas.microsoft.com/office/drawing/2014/main" id="{15CC02E3-407D-9E74-1907-96270F4DC1BA}"/>
                    </a:ext>
                  </a:extLst>
                </p:cNvPr>
                <p:cNvPicPr/>
                <p:nvPr/>
              </p:nvPicPr>
              <p:blipFill>
                <a:blip r:embed="rId95"/>
                <a:stretch>
                  <a:fillRect/>
                </a:stretch>
              </p:blipFill>
              <p:spPr>
                <a:xfrm>
                  <a:off x="3278304" y="2592216"/>
                  <a:ext cx="322200" cy="35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58CFBC21-E588-296E-40B7-0B746B96353C}"/>
                  </a:ext>
                </a:extLst>
              </p14:cNvPr>
              <p14:cNvContentPartPr/>
              <p14:nvPr/>
            </p14:nvContentPartPr>
            <p14:xfrm>
              <a:off x="3815784" y="2420856"/>
              <a:ext cx="220320" cy="261720"/>
            </p14:xfrm>
          </p:contentPart>
        </mc:Choice>
        <mc:Fallback xmlns="">
          <p:pic>
            <p:nvPicPr>
              <p:cNvPr id="62" name="Ink 61">
                <a:extLst>
                  <a:ext uri="{FF2B5EF4-FFF2-40B4-BE49-F238E27FC236}">
                    <a16:creationId xmlns:a16="http://schemas.microsoft.com/office/drawing/2014/main" id="{58CFBC21-E588-296E-40B7-0B746B96353C}"/>
                  </a:ext>
                </a:extLst>
              </p:cNvPr>
              <p:cNvPicPr/>
              <p:nvPr/>
            </p:nvPicPr>
            <p:blipFill>
              <a:blip r:embed="rId97"/>
              <a:stretch>
                <a:fillRect/>
              </a:stretch>
            </p:blipFill>
            <p:spPr>
              <a:xfrm>
                <a:off x="3811464" y="2416536"/>
                <a:ext cx="228960" cy="270360"/>
              </a:xfrm>
              <a:prstGeom prst="rect">
                <a:avLst/>
              </a:prstGeom>
            </p:spPr>
          </p:pic>
        </mc:Fallback>
      </mc:AlternateContent>
      <p:grpSp>
        <p:nvGrpSpPr>
          <p:cNvPr id="85" name="Group 84">
            <a:extLst>
              <a:ext uri="{FF2B5EF4-FFF2-40B4-BE49-F238E27FC236}">
                <a16:creationId xmlns:a16="http://schemas.microsoft.com/office/drawing/2014/main" id="{A9250CDB-E9D9-0588-EEDC-E6D3EDA1D4D1}"/>
              </a:ext>
            </a:extLst>
          </p:cNvPr>
          <p:cNvGrpSpPr/>
          <p:nvPr/>
        </p:nvGrpSpPr>
        <p:grpSpPr>
          <a:xfrm>
            <a:off x="4284864" y="2363256"/>
            <a:ext cx="1439280" cy="272520"/>
            <a:chOff x="4284864" y="2363256"/>
            <a:chExt cx="1439280" cy="272520"/>
          </a:xfrm>
        </p:grpSpPr>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2EEEC8E8-9890-D1CA-D8C4-000D1F3499BF}"/>
                    </a:ext>
                  </a:extLst>
                </p14:cNvPr>
                <p14:cNvContentPartPr/>
                <p14:nvPr/>
              </p14:nvContentPartPr>
              <p14:xfrm>
                <a:off x="4284864" y="2519136"/>
                <a:ext cx="210600" cy="116640"/>
              </p14:xfrm>
            </p:contentPart>
          </mc:Choice>
          <mc:Fallback xmlns="">
            <p:pic>
              <p:nvPicPr>
                <p:cNvPr id="63" name="Ink 62">
                  <a:extLst>
                    <a:ext uri="{FF2B5EF4-FFF2-40B4-BE49-F238E27FC236}">
                      <a16:creationId xmlns:a16="http://schemas.microsoft.com/office/drawing/2014/main" id="{2EEEC8E8-9890-D1CA-D8C4-000D1F3499BF}"/>
                    </a:ext>
                  </a:extLst>
                </p:cNvPr>
                <p:cNvPicPr/>
                <p:nvPr/>
              </p:nvPicPr>
              <p:blipFill>
                <a:blip r:embed="rId99"/>
                <a:stretch>
                  <a:fillRect/>
                </a:stretch>
              </p:blipFill>
              <p:spPr>
                <a:xfrm>
                  <a:off x="4280544" y="2514816"/>
                  <a:ext cx="2192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Ink 63">
                  <a:extLst>
                    <a:ext uri="{FF2B5EF4-FFF2-40B4-BE49-F238E27FC236}">
                      <a16:creationId xmlns:a16="http://schemas.microsoft.com/office/drawing/2014/main" id="{26D15214-E411-6213-5992-172794155703}"/>
                    </a:ext>
                  </a:extLst>
                </p14:cNvPr>
                <p14:cNvContentPartPr/>
                <p14:nvPr/>
              </p14:nvContentPartPr>
              <p14:xfrm>
                <a:off x="4535424" y="2504736"/>
                <a:ext cx="89640" cy="90360"/>
              </p14:xfrm>
            </p:contentPart>
          </mc:Choice>
          <mc:Fallback xmlns="">
            <p:pic>
              <p:nvPicPr>
                <p:cNvPr id="64" name="Ink 63">
                  <a:extLst>
                    <a:ext uri="{FF2B5EF4-FFF2-40B4-BE49-F238E27FC236}">
                      <a16:creationId xmlns:a16="http://schemas.microsoft.com/office/drawing/2014/main" id="{26D15214-E411-6213-5992-172794155703}"/>
                    </a:ext>
                  </a:extLst>
                </p:cNvPr>
                <p:cNvPicPr/>
                <p:nvPr/>
              </p:nvPicPr>
              <p:blipFill>
                <a:blip r:embed="rId101"/>
                <a:stretch>
                  <a:fillRect/>
                </a:stretch>
              </p:blipFill>
              <p:spPr>
                <a:xfrm>
                  <a:off x="4531104" y="2500416"/>
                  <a:ext cx="982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5" name="Ink 64">
                  <a:extLst>
                    <a:ext uri="{FF2B5EF4-FFF2-40B4-BE49-F238E27FC236}">
                      <a16:creationId xmlns:a16="http://schemas.microsoft.com/office/drawing/2014/main" id="{914A7A6C-4EFE-F2C1-3427-CDE1A00D9965}"/>
                    </a:ext>
                  </a:extLst>
                </p14:cNvPr>
                <p14:cNvContentPartPr/>
                <p14:nvPr/>
              </p14:nvContentPartPr>
              <p14:xfrm>
                <a:off x="4756104" y="2380536"/>
                <a:ext cx="95040" cy="195480"/>
              </p14:xfrm>
            </p:contentPart>
          </mc:Choice>
          <mc:Fallback xmlns="">
            <p:pic>
              <p:nvPicPr>
                <p:cNvPr id="65" name="Ink 64">
                  <a:extLst>
                    <a:ext uri="{FF2B5EF4-FFF2-40B4-BE49-F238E27FC236}">
                      <a16:creationId xmlns:a16="http://schemas.microsoft.com/office/drawing/2014/main" id="{914A7A6C-4EFE-F2C1-3427-CDE1A00D9965}"/>
                    </a:ext>
                  </a:extLst>
                </p:cNvPr>
                <p:cNvPicPr/>
                <p:nvPr/>
              </p:nvPicPr>
              <p:blipFill>
                <a:blip r:embed="rId103"/>
                <a:stretch>
                  <a:fillRect/>
                </a:stretch>
              </p:blipFill>
              <p:spPr>
                <a:xfrm>
                  <a:off x="4751784" y="2376216"/>
                  <a:ext cx="10368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3EA78F07-0260-BFF7-91BA-2B72D7FCD390}"/>
                    </a:ext>
                  </a:extLst>
                </p14:cNvPr>
                <p14:cNvContentPartPr/>
                <p14:nvPr/>
              </p14:nvContentPartPr>
              <p14:xfrm>
                <a:off x="4770144" y="2466936"/>
                <a:ext cx="238320" cy="77760"/>
              </p14:xfrm>
            </p:contentPart>
          </mc:Choice>
          <mc:Fallback xmlns="">
            <p:pic>
              <p:nvPicPr>
                <p:cNvPr id="66" name="Ink 65">
                  <a:extLst>
                    <a:ext uri="{FF2B5EF4-FFF2-40B4-BE49-F238E27FC236}">
                      <a16:creationId xmlns:a16="http://schemas.microsoft.com/office/drawing/2014/main" id="{3EA78F07-0260-BFF7-91BA-2B72D7FCD390}"/>
                    </a:ext>
                  </a:extLst>
                </p:cNvPr>
                <p:cNvPicPr/>
                <p:nvPr/>
              </p:nvPicPr>
              <p:blipFill>
                <a:blip r:embed="rId105"/>
                <a:stretch>
                  <a:fillRect/>
                </a:stretch>
              </p:blipFill>
              <p:spPr>
                <a:xfrm>
                  <a:off x="4765824" y="2462616"/>
                  <a:ext cx="2469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4B4AA00B-8308-7362-A3A1-F30D0E88DD9C}"/>
                    </a:ext>
                  </a:extLst>
                </p14:cNvPr>
                <p14:cNvContentPartPr/>
                <p14:nvPr/>
              </p14:nvContentPartPr>
              <p14:xfrm>
                <a:off x="5093424" y="2363256"/>
                <a:ext cx="85680" cy="219960"/>
              </p14:xfrm>
            </p:contentPart>
          </mc:Choice>
          <mc:Fallback xmlns="">
            <p:pic>
              <p:nvPicPr>
                <p:cNvPr id="67" name="Ink 66">
                  <a:extLst>
                    <a:ext uri="{FF2B5EF4-FFF2-40B4-BE49-F238E27FC236}">
                      <a16:creationId xmlns:a16="http://schemas.microsoft.com/office/drawing/2014/main" id="{4B4AA00B-8308-7362-A3A1-F30D0E88DD9C}"/>
                    </a:ext>
                  </a:extLst>
                </p:cNvPr>
                <p:cNvPicPr/>
                <p:nvPr/>
              </p:nvPicPr>
              <p:blipFill>
                <a:blip r:embed="rId107"/>
                <a:stretch>
                  <a:fillRect/>
                </a:stretch>
              </p:blipFill>
              <p:spPr>
                <a:xfrm>
                  <a:off x="5089104" y="2358936"/>
                  <a:ext cx="943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A0A227B3-A39C-1BC1-3D69-AB486793979D}"/>
                    </a:ext>
                  </a:extLst>
                </p14:cNvPr>
                <p14:cNvContentPartPr/>
                <p14:nvPr/>
              </p14:nvContentPartPr>
              <p14:xfrm>
                <a:off x="5049504" y="2486736"/>
                <a:ext cx="198720" cy="74520"/>
              </p14:xfrm>
            </p:contentPart>
          </mc:Choice>
          <mc:Fallback xmlns="">
            <p:pic>
              <p:nvPicPr>
                <p:cNvPr id="68" name="Ink 67">
                  <a:extLst>
                    <a:ext uri="{FF2B5EF4-FFF2-40B4-BE49-F238E27FC236}">
                      <a16:creationId xmlns:a16="http://schemas.microsoft.com/office/drawing/2014/main" id="{A0A227B3-A39C-1BC1-3D69-AB486793979D}"/>
                    </a:ext>
                  </a:extLst>
                </p:cNvPr>
                <p:cNvPicPr/>
                <p:nvPr/>
              </p:nvPicPr>
              <p:blipFill>
                <a:blip r:embed="rId109"/>
                <a:stretch>
                  <a:fillRect/>
                </a:stretch>
              </p:blipFill>
              <p:spPr>
                <a:xfrm>
                  <a:off x="5045184" y="2482416"/>
                  <a:ext cx="2073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D9EB74A2-AF73-E8F2-B305-70C3F87027AA}"/>
                    </a:ext>
                  </a:extLst>
                </p14:cNvPr>
                <p14:cNvContentPartPr/>
                <p14:nvPr/>
              </p14:nvContentPartPr>
              <p14:xfrm>
                <a:off x="5303664" y="2393136"/>
                <a:ext cx="32760" cy="50040"/>
              </p14:xfrm>
            </p:contentPart>
          </mc:Choice>
          <mc:Fallback xmlns="">
            <p:pic>
              <p:nvPicPr>
                <p:cNvPr id="69" name="Ink 68">
                  <a:extLst>
                    <a:ext uri="{FF2B5EF4-FFF2-40B4-BE49-F238E27FC236}">
                      <a16:creationId xmlns:a16="http://schemas.microsoft.com/office/drawing/2014/main" id="{D9EB74A2-AF73-E8F2-B305-70C3F87027AA}"/>
                    </a:ext>
                  </a:extLst>
                </p:cNvPr>
                <p:cNvPicPr/>
                <p:nvPr/>
              </p:nvPicPr>
              <p:blipFill>
                <a:blip r:embed="rId111"/>
                <a:stretch>
                  <a:fillRect/>
                </a:stretch>
              </p:blipFill>
              <p:spPr>
                <a:xfrm>
                  <a:off x="5299344" y="2388816"/>
                  <a:ext cx="414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CF4900A9-791D-D2D2-1F1D-11E61B51E7D6}"/>
                    </a:ext>
                  </a:extLst>
                </p14:cNvPr>
                <p14:cNvContentPartPr/>
                <p14:nvPr/>
              </p14:nvContentPartPr>
              <p14:xfrm>
                <a:off x="5356584" y="2437056"/>
                <a:ext cx="282240" cy="103320"/>
              </p14:xfrm>
            </p:contentPart>
          </mc:Choice>
          <mc:Fallback xmlns="">
            <p:pic>
              <p:nvPicPr>
                <p:cNvPr id="70" name="Ink 69">
                  <a:extLst>
                    <a:ext uri="{FF2B5EF4-FFF2-40B4-BE49-F238E27FC236}">
                      <a16:creationId xmlns:a16="http://schemas.microsoft.com/office/drawing/2014/main" id="{CF4900A9-791D-D2D2-1F1D-11E61B51E7D6}"/>
                    </a:ext>
                  </a:extLst>
                </p:cNvPr>
                <p:cNvPicPr/>
                <p:nvPr/>
              </p:nvPicPr>
              <p:blipFill>
                <a:blip r:embed="rId113"/>
                <a:stretch>
                  <a:fillRect/>
                </a:stretch>
              </p:blipFill>
              <p:spPr>
                <a:xfrm>
                  <a:off x="5352264" y="2432736"/>
                  <a:ext cx="29088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B71F6CB8-A63B-7859-3614-F74F24CD98E6}"/>
                    </a:ext>
                  </a:extLst>
                </p14:cNvPr>
                <p14:cNvContentPartPr/>
                <p14:nvPr/>
              </p14:nvContentPartPr>
              <p14:xfrm>
                <a:off x="5673024" y="2529576"/>
                <a:ext cx="51120" cy="69480"/>
              </p14:xfrm>
            </p:contentPart>
          </mc:Choice>
          <mc:Fallback xmlns="">
            <p:pic>
              <p:nvPicPr>
                <p:cNvPr id="71" name="Ink 70">
                  <a:extLst>
                    <a:ext uri="{FF2B5EF4-FFF2-40B4-BE49-F238E27FC236}">
                      <a16:creationId xmlns:a16="http://schemas.microsoft.com/office/drawing/2014/main" id="{B71F6CB8-A63B-7859-3614-F74F24CD98E6}"/>
                    </a:ext>
                  </a:extLst>
                </p:cNvPr>
                <p:cNvPicPr/>
                <p:nvPr/>
              </p:nvPicPr>
              <p:blipFill>
                <a:blip r:embed="rId115"/>
                <a:stretch>
                  <a:fillRect/>
                </a:stretch>
              </p:blipFill>
              <p:spPr>
                <a:xfrm>
                  <a:off x="5668704" y="2525256"/>
                  <a:ext cx="59760" cy="78120"/>
                </a:xfrm>
                <a:prstGeom prst="rect">
                  <a:avLst/>
                </a:prstGeom>
              </p:spPr>
            </p:pic>
          </mc:Fallback>
        </mc:AlternateContent>
      </p:grpSp>
      <p:grpSp>
        <p:nvGrpSpPr>
          <p:cNvPr id="84" name="Group 83">
            <a:extLst>
              <a:ext uri="{FF2B5EF4-FFF2-40B4-BE49-F238E27FC236}">
                <a16:creationId xmlns:a16="http://schemas.microsoft.com/office/drawing/2014/main" id="{4F46476F-314A-7D36-8250-FF242730706A}"/>
              </a:ext>
            </a:extLst>
          </p:cNvPr>
          <p:cNvGrpSpPr/>
          <p:nvPr/>
        </p:nvGrpSpPr>
        <p:grpSpPr>
          <a:xfrm>
            <a:off x="5993784" y="2439216"/>
            <a:ext cx="365760" cy="128880"/>
            <a:chOff x="5993784" y="2439216"/>
            <a:chExt cx="365760" cy="128880"/>
          </a:xfrm>
        </p:grpSpPr>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C80990D8-3D76-A815-9852-586B5ED8365B}"/>
                    </a:ext>
                  </a:extLst>
                </p14:cNvPr>
                <p14:cNvContentPartPr/>
                <p14:nvPr/>
              </p14:nvContentPartPr>
              <p14:xfrm>
                <a:off x="5993784" y="2439216"/>
                <a:ext cx="212400" cy="128880"/>
              </p14:xfrm>
            </p:contentPart>
          </mc:Choice>
          <mc:Fallback xmlns="">
            <p:pic>
              <p:nvPicPr>
                <p:cNvPr id="72" name="Ink 71">
                  <a:extLst>
                    <a:ext uri="{FF2B5EF4-FFF2-40B4-BE49-F238E27FC236}">
                      <a16:creationId xmlns:a16="http://schemas.microsoft.com/office/drawing/2014/main" id="{C80990D8-3D76-A815-9852-586B5ED8365B}"/>
                    </a:ext>
                  </a:extLst>
                </p:cNvPr>
                <p:cNvPicPr/>
                <p:nvPr/>
              </p:nvPicPr>
              <p:blipFill>
                <a:blip r:embed="rId117"/>
                <a:stretch>
                  <a:fillRect/>
                </a:stretch>
              </p:blipFill>
              <p:spPr>
                <a:xfrm>
                  <a:off x="5989464" y="2434896"/>
                  <a:ext cx="22104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584F8EB1-A7E0-2674-8AF4-587964F658A1}"/>
                    </a:ext>
                  </a:extLst>
                </p14:cNvPr>
                <p14:cNvContentPartPr/>
                <p14:nvPr/>
              </p14:nvContentPartPr>
              <p14:xfrm>
                <a:off x="6280704" y="2468376"/>
                <a:ext cx="78840" cy="81360"/>
              </p14:xfrm>
            </p:contentPart>
          </mc:Choice>
          <mc:Fallback xmlns="">
            <p:pic>
              <p:nvPicPr>
                <p:cNvPr id="73" name="Ink 72">
                  <a:extLst>
                    <a:ext uri="{FF2B5EF4-FFF2-40B4-BE49-F238E27FC236}">
                      <a16:creationId xmlns:a16="http://schemas.microsoft.com/office/drawing/2014/main" id="{584F8EB1-A7E0-2674-8AF4-587964F658A1}"/>
                    </a:ext>
                  </a:extLst>
                </p:cNvPr>
                <p:cNvPicPr/>
                <p:nvPr/>
              </p:nvPicPr>
              <p:blipFill>
                <a:blip r:embed="rId119"/>
                <a:stretch>
                  <a:fillRect/>
                </a:stretch>
              </p:blipFill>
              <p:spPr>
                <a:xfrm>
                  <a:off x="6276384" y="2464056"/>
                  <a:ext cx="87480" cy="90000"/>
                </a:xfrm>
                <a:prstGeom prst="rect">
                  <a:avLst/>
                </a:prstGeom>
              </p:spPr>
            </p:pic>
          </mc:Fallback>
        </mc:AlternateContent>
      </p:grpSp>
      <p:grpSp>
        <p:nvGrpSpPr>
          <p:cNvPr id="83" name="Group 82">
            <a:extLst>
              <a:ext uri="{FF2B5EF4-FFF2-40B4-BE49-F238E27FC236}">
                <a16:creationId xmlns:a16="http://schemas.microsoft.com/office/drawing/2014/main" id="{63107226-1365-F88E-D4E3-FDFCFA5F5CED}"/>
              </a:ext>
            </a:extLst>
          </p:cNvPr>
          <p:cNvGrpSpPr/>
          <p:nvPr/>
        </p:nvGrpSpPr>
        <p:grpSpPr>
          <a:xfrm>
            <a:off x="6613344" y="2079936"/>
            <a:ext cx="670320" cy="535680"/>
            <a:chOff x="6613344" y="2079936"/>
            <a:chExt cx="670320" cy="535680"/>
          </a:xfrm>
        </p:grpSpPr>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C11A50E1-4015-A600-30D9-931EA14BD8F9}"/>
                    </a:ext>
                  </a:extLst>
                </p14:cNvPr>
                <p14:cNvContentPartPr/>
                <p14:nvPr/>
              </p14:nvContentPartPr>
              <p14:xfrm>
                <a:off x="6613344" y="2079936"/>
                <a:ext cx="335160" cy="535680"/>
              </p14:xfrm>
            </p:contentPart>
          </mc:Choice>
          <mc:Fallback xmlns="">
            <p:pic>
              <p:nvPicPr>
                <p:cNvPr id="74" name="Ink 73">
                  <a:extLst>
                    <a:ext uri="{FF2B5EF4-FFF2-40B4-BE49-F238E27FC236}">
                      <a16:creationId xmlns:a16="http://schemas.microsoft.com/office/drawing/2014/main" id="{C11A50E1-4015-A600-30D9-931EA14BD8F9}"/>
                    </a:ext>
                  </a:extLst>
                </p:cNvPr>
                <p:cNvPicPr/>
                <p:nvPr/>
              </p:nvPicPr>
              <p:blipFill>
                <a:blip r:embed="rId121"/>
                <a:stretch>
                  <a:fillRect/>
                </a:stretch>
              </p:blipFill>
              <p:spPr>
                <a:xfrm>
                  <a:off x="6609024" y="2075616"/>
                  <a:ext cx="34380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5" name="Ink 74">
                  <a:extLst>
                    <a:ext uri="{FF2B5EF4-FFF2-40B4-BE49-F238E27FC236}">
                      <a16:creationId xmlns:a16="http://schemas.microsoft.com/office/drawing/2014/main" id="{9BBE0A90-4EBA-1F60-FA8C-A81FF7688DA2}"/>
                    </a:ext>
                  </a:extLst>
                </p14:cNvPr>
                <p14:cNvContentPartPr/>
                <p14:nvPr/>
              </p14:nvContentPartPr>
              <p14:xfrm>
                <a:off x="6618024" y="2386656"/>
                <a:ext cx="217800" cy="90000"/>
              </p14:xfrm>
            </p:contentPart>
          </mc:Choice>
          <mc:Fallback xmlns="">
            <p:pic>
              <p:nvPicPr>
                <p:cNvPr id="75" name="Ink 74">
                  <a:extLst>
                    <a:ext uri="{FF2B5EF4-FFF2-40B4-BE49-F238E27FC236}">
                      <a16:creationId xmlns:a16="http://schemas.microsoft.com/office/drawing/2014/main" id="{9BBE0A90-4EBA-1F60-FA8C-A81FF7688DA2}"/>
                    </a:ext>
                  </a:extLst>
                </p:cNvPr>
                <p:cNvPicPr/>
                <p:nvPr/>
              </p:nvPicPr>
              <p:blipFill>
                <a:blip r:embed="rId123"/>
                <a:stretch>
                  <a:fillRect/>
                </a:stretch>
              </p:blipFill>
              <p:spPr>
                <a:xfrm>
                  <a:off x="6613704" y="2382336"/>
                  <a:ext cx="2264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6" name="Ink 75">
                  <a:extLst>
                    <a:ext uri="{FF2B5EF4-FFF2-40B4-BE49-F238E27FC236}">
                      <a16:creationId xmlns:a16="http://schemas.microsoft.com/office/drawing/2014/main" id="{A2C23CEA-EBF4-4DF0-C928-0819F3BA4DA7}"/>
                    </a:ext>
                  </a:extLst>
                </p14:cNvPr>
                <p14:cNvContentPartPr/>
                <p14:nvPr/>
              </p14:nvContentPartPr>
              <p14:xfrm>
                <a:off x="6881184" y="2403936"/>
                <a:ext cx="115920" cy="91440"/>
              </p14:xfrm>
            </p:contentPart>
          </mc:Choice>
          <mc:Fallback xmlns="">
            <p:pic>
              <p:nvPicPr>
                <p:cNvPr id="76" name="Ink 75">
                  <a:extLst>
                    <a:ext uri="{FF2B5EF4-FFF2-40B4-BE49-F238E27FC236}">
                      <a16:creationId xmlns:a16="http://schemas.microsoft.com/office/drawing/2014/main" id="{A2C23CEA-EBF4-4DF0-C928-0819F3BA4DA7}"/>
                    </a:ext>
                  </a:extLst>
                </p:cNvPr>
                <p:cNvPicPr/>
                <p:nvPr/>
              </p:nvPicPr>
              <p:blipFill>
                <a:blip r:embed="rId125"/>
                <a:stretch>
                  <a:fillRect/>
                </a:stretch>
              </p:blipFill>
              <p:spPr>
                <a:xfrm>
                  <a:off x="6876864" y="2399616"/>
                  <a:ext cx="1245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EC3B2AC3-5B1F-F9BE-00A3-6299DDEE9877}"/>
                    </a:ext>
                  </a:extLst>
                </p14:cNvPr>
                <p14:cNvContentPartPr/>
                <p14:nvPr/>
              </p14:nvContentPartPr>
              <p14:xfrm>
                <a:off x="7047144" y="2404656"/>
                <a:ext cx="129960" cy="66600"/>
              </p14:xfrm>
            </p:contentPart>
          </mc:Choice>
          <mc:Fallback xmlns="">
            <p:pic>
              <p:nvPicPr>
                <p:cNvPr id="77" name="Ink 76">
                  <a:extLst>
                    <a:ext uri="{FF2B5EF4-FFF2-40B4-BE49-F238E27FC236}">
                      <a16:creationId xmlns:a16="http://schemas.microsoft.com/office/drawing/2014/main" id="{EC3B2AC3-5B1F-F9BE-00A3-6299DDEE9877}"/>
                    </a:ext>
                  </a:extLst>
                </p:cNvPr>
                <p:cNvPicPr/>
                <p:nvPr/>
              </p:nvPicPr>
              <p:blipFill>
                <a:blip r:embed="rId127"/>
                <a:stretch>
                  <a:fillRect/>
                </a:stretch>
              </p:blipFill>
              <p:spPr>
                <a:xfrm>
                  <a:off x="7042824" y="2400336"/>
                  <a:ext cx="1386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C34D3AE8-46D3-B0B6-A2CA-C6F1DB60644A}"/>
                    </a:ext>
                  </a:extLst>
                </p14:cNvPr>
                <p14:cNvContentPartPr/>
                <p14:nvPr/>
              </p14:nvContentPartPr>
              <p14:xfrm>
                <a:off x="7223184" y="2363976"/>
                <a:ext cx="60480" cy="89640"/>
              </p14:xfrm>
            </p:contentPart>
          </mc:Choice>
          <mc:Fallback xmlns="">
            <p:pic>
              <p:nvPicPr>
                <p:cNvPr id="78" name="Ink 77">
                  <a:extLst>
                    <a:ext uri="{FF2B5EF4-FFF2-40B4-BE49-F238E27FC236}">
                      <a16:creationId xmlns:a16="http://schemas.microsoft.com/office/drawing/2014/main" id="{C34D3AE8-46D3-B0B6-A2CA-C6F1DB60644A}"/>
                    </a:ext>
                  </a:extLst>
                </p:cNvPr>
                <p:cNvPicPr/>
                <p:nvPr/>
              </p:nvPicPr>
              <p:blipFill>
                <a:blip r:embed="rId129"/>
                <a:stretch>
                  <a:fillRect/>
                </a:stretch>
              </p:blipFill>
              <p:spPr>
                <a:xfrm>
                  <a:off x="7218864" y="2359656"/>
                  <a:ext cx="69120" cy="98280"/>
                </a:xfrm>
                <a:prstGeom prst="rect">
                  <a:avLst/>
                </a:prstGeom>
              </p:spPr>
            </p:pic>
          </mc:Fallback>
        </mc:AlternateContent>
      </p:grpSp>
      <p:grpSp>
        <p:nvGrpSpPr>
          <p:cNvPr id="82" name="Group 81">
            <a:extLst>
              <a:ext uri="{FF2B5EF4-FFF2-40B4-BE49-F238E27FC236}">
                <a16:creationId xmlns:a16="http://schemas.microsoft.com/office/drawing/2014/main" id="{034784CC-3C3D-75F7-5F79-A52A4922E708}"/>
              </a:ext>
            </a:extLst>
          </p:cNvPr>
          <p:cNvGrpSpPr/>
          <p:nvPr/>
        </p:nvGrpSpPr>
        <p:grpSpPr>
          <a:xfrm>
            <a:off x="7534224" y="2307816"/>
            <a:ext cx="306000" cy="118080"/>
            <a:chOff x="7534224" y="2307816"/>
            <a:chExt cx="306000" cy="118080"/>
          </a:xfrm>
        </p:grpSpPr>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02BF1D42-1233-9783-9B50-0760F081D3AD}"/>
                    </a:ext>
                  </a:extLst>
                </p14:cNvPr>
                <p14:cNvContentPartPr/>
                <p14:nvPr/>
              </p14:nvContentPartPr>
              <p14:xfrm>
                <a:off x="7534224" y="2307816"/>
                <a:ext cx="97920" cy="107280"/>
              </p14:xfrm>
            </p:contentPart>
          </mc:Choice>
          <mc:Fallback xmlns="">
            <p:pic>
              <p:nvPicPr>
                <p:cNvPr id="79" name="Ink 78">
                  <a:extLst>
                    <a:ext uri="{FF2B5EF4-FFF2-40B4-BE49-F238E27FC236}">
                      <a16:creationId xmlns:a16="http://schemas.microsoft.com/office/drawing/2014/main" id="{02BF1D42-1233-9783-9B50-0760F081D3AD}"/>
                    </a:ext>
                  </a:extLst>
                </p:cNvPr>
                <p:cNvPicPr/>
                <p:nvPr/>
              </p:nvPicPr>
              <p:blipFill>
                <a:blip r:embed="rId131"/>
                <a:stretch>
                  <a:fillRect/>
                </a:stretch>
              </p:blipFill>
              <p:spPr>
                <a:xfrm>
                  <a:off x="7529904" y="2303496"/>
                  <a:ext cx="1065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0B632448-EC50-7DF6-ABDA-AFA136383B8B}"/>
                    </a:ext>
                  </a:extLst>
                </p14:cNvPr>
                <p14:cNvContentPartPr/>
                <p14:nvPr/>
              </p14:nvContentPartPr>
              <p14:xfrm>
                <a:off x="7611264" y="2307816"/>
                <a:ext cx="360" cy="360"/>
              </p14:xfrm>
            </p:contentPart>
          </mc:Choice>
          <mc:Fallback xmlns="">
            <p:pic>
              <p:nvPicPr>
                <p:cNvPr id="80" name="Ink 79">
                  <a:extLst>
                    <a:ext uri="{FF2B5EF4-FFF2-40B4-BE49-F238E27FC236}">
                      <a16:creationId xmlns:a16="http://schemas.microsoft.com/office/drawing/2014/main" id="{0B632448-EC50-7DF6-ABDA-AFA136383B8B}"/>
                    </a:ext>
                  </a:extLst>
                </p:cNvPr>
                <p:cNvPicPr/>
                <p:nvPr/>
              </p:nvPicPr>
              <p:blipFill>
                <a:blip r:embed="rId133"/>
                <a:stretch>
                  <a:fillRect/>
                </a:stretch>
              </p:blipFill>
              <p:spPr>
                <a:xfrm>
                  <a:off x="7606944" y="23034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Ink 80">
                  <a:extLst>
                    <a:ext uri="{FF2B5EF4-FFF2-40B4-BE49-F238E27FC236}">
                      <a16:creationId xmlns:a16="http://schemas.microsoft.com/office/drawing/2014/main" id="{074D5A0B-24AA-D7D3-6051-12028362317E}"/>
                    </a:ext>
                  </a:extLst>
                </p14:cNvPr>
                <p14:cNvContentPartPr/>
                <p14:nvPr/>
              </p14:nvContentPartPr>
              <p14:xfrm>
                <a:off x="7611264" y="2307816"/>
                <a:ext cx="228960" cy="118080"/>
              </p14:xfrm>
            </p:contentPart>
          </mc:Choice>
          <mc:Fallback xmlns="">
            <p:pic>
              <p:nvPicPr>
                <p:cNvPr id="81" name="Ink 80">
                  <a:extLst>
                    <a:ext uri="{FF2B5EF4-FFF2-40B4-BE49-F238E27FC236}">
                      <a16:creationId xmlns:a16="http://schemas.microsoft.com/office/drawing/2014/main" id="{074D5A0B-24AA-D7D3-6051-12028362317E}"/>
                    </a:ext>
                  </a:extLst>
                </p:cNvPr>
                <p:cNvPicPr/>
                <p:nvPr/>
              </p:nvPicPr>
              <p:blipFill>
                <a:blip r:embed="rId135"/>
                <a:stretch>
                  <a:fillRect/>
                </a:stretch>
              </p:blipFill>
              <p:spPr>
                <a:xfrm>
                  <a:off x="7606944" y="2303496"/>
                  <a:ext cx="237600" cy="126720"/>
                </a:xfrm>
                <a:prstGeom prst="rect">
                  <a:avLst/>
                </a:prstGeom>
              </p:spPr>
            </p:pic>
          </mc:Fallback>
        </mc:AlternateContent>
      </p:grpSp>
      <p:grpSp>
        <p:nvGrpSpPr>
          <p:cNvPr id="97" name="Group 96">
            <a:extLst>
              <a:ext uri="{FF2B5EF4-FFF2-40B4-BE49-F238E27FC236}">
                <a16:creationId xmlns:a16="http://schemas.microsoft.com/office/drawing/2014/main" id="{667C00E0-A810-7119-827D-9651D296652A}"/>
              </a:ext>
            </a:extLst>
          </p:cNvPr>
          <p:cNvGrpSpPr/>
          <p:nvPr/>
        </p:nvGrpSpPr>
        <p:grpSpPr>
          <a:xfrm>
            <a:off x="709344" y="3116016"/>
            <a:ext cx="344520" cy="319320"/>
            <a:chOff x="709344" y="3116016"/>
            <a:chExt cx="344520" cy="319320"/>
          </a:xfrm>
        </p:grpSpPr>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E15304F9-A985-8DAF-08C9-6B4CD87779EF}"/>
                    </a:ext>
                  </a:extLst>
                </p14:cNvPr>
                <p14:cNvContentPartPr/>
                <p14:nvPr/>
              </p14:nvContentPartPr>
              <p14:xfrm>
                <a:off x="709344" y="3296376"/>
                <a:ext cx="164520" cy="138960"/>
              </p14:xfrm>
            </p:contentPart>
          </mc:Choice>
          <mc:Fallback xmlns="">
            <p:pic>
              <p:nvPicPr>
                <p:cNvPr id="90" name="Ink 89">
                  <a:extLst>
                    <a:ext uri="{FF2B5EF4-FFF2-40B4-BE49-F238E27FC236}">
                      <a16:creationId xmlns:a16="http://schemas.microsoft.com/office/drawing/2014/main" id="{E15304F9-A985-8DAF-08C9-6B4CD87779EF}"/>
                    </a:ext>
                  </a:extLst>
                </p:cNvPr>
                <p:cNvPicPr/>
                <p:nvPr/>
              </p:nvPicPr>
              <p:blipFill>
                <a:blip r:embed="rId137"/>
                <a:stretch>
                  <a:fillRect/>
                </a:stretch>
              </p:blipFill>
              <p:spPr>
                <a:xfrm>
                  <a:off x="705024" y="3292056"/>
                  <a:ext cx="17316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1" name="Ink 90">
                  <a:extLst>
                    <a:ext uri="{FF2B5EF4-FFF2-40B4-BE49-F238E27FC236}">
                      <a16:creationId xmlns:a16="http://schemas.microsoft.com/office/drawing/2014/main" id="{2AFDDBF7-064A-9C0B-7D9A-7033452EF63E}"/>
                    </a:ext>
                  </a:extLst>
                </p14:cNvPr>
                <p14:cNvContentPartPr/>
                <p14:nvPr/>
              </p14:nvContentPartPr>
              <p14:xfrm>
                <a:off x="932904" y="3116016"/>
                <a:ext cx="120960" cy="126360"/>
              </p14:xfrm>
            </p:contentPart>
          </mc:Choice>
          <mc:Fallback xmlns="">
            <p:pic>
              <p:nvPicPr>
                <p:cNvPr id="91" name="Ink 90">
                  <a:extLst>
                    <a:ext uri="{FF2B5EF4-FFF2-40B4-BE49-F238E27FC236}">
                      <a16:creationId xmlns:a16="http://schemas.microsoft.com/office/drawing/2014/main" id="{2AFDDBF7-064A-9C0B-7D9A-7033452EF63E}"/>
                    </a:ext>
                  </a:extLst>
                </p:cNvPr>
                <p:cNvPicPr/>
                <p:nvPr/>
              </p:nvPicPr>
              <p:blipFill>
                <a:blip r:embed="rId139"/>
                <a:stretch>
                  <a:fillRect/>
                </a:stretch>
              </p:blipFill>
              <p:spPr>
                <a:xfrm>
                  <a:off x="928584" y="3111696"/>
                  <a:ext cx="129600" cy="135000"/>
                </a:xfrm>
                <a:prstGeom prst="rect">
                  <a:avLst/>
                </a:prstGeom>
              </p:spPr>
            </p:pic>
          </mc:Fallback>
        </mc:AlternateContent>
      </p:grpSp>
      <p:grpSp>
        <p:nvGrpSpPr>
          <p:cNvPr id="112" name="Group 111">
            <a:extLst>
              <a:ext uri="{FF2B5EF4-FFF2-40B4-BE49-F238E27FC236}">
                <a16:creationId xmlns:a16="http://schemas.microsoft.com/office/drawing/2014/main" id="{BB5F28A8-0863-EB25-08A6-ED44E553279A}"/>
              </a:ext>
            </a:extLst>
          </p:cNvPr>
          <p:cNvGrpSpPr/>
          <p:nvPr/>
        </p:nvGrpSpPr>
        <p:grpSpPr>
          <a:xfrm>
            <a:off x="1331784" y="3126456"/>
            <a:ext cx="708120" cy="491400"/>
            <a:chOff x="1331784" y="3126456"/>
            <a:chExt cx="708120" cy="491400"/>
          </a:xfrm>
        </p:grpSpPr>
        <mc:AlternateContent xmlns:mc="http://schemas.openxmlformats.org/markup-compatibility/2006" xmlns:p14="http://schemas.microsoft.com/office/powerpoint/2010/main">
          <mc:Choice Requires="p14">
            <p:contentPart p14:bwMode="auto" r:id="rId140">
              <p14:nvContentPartPr>
                <p14:cNvPr id="92" name="Ink 91">
                  <a:extLst>
                    <a:ext uri="{FF2B5EF4-FFF2-40B4-BE49-F238E27FC236}">
                      <a16:creationId xmlns:a16="http://schemas.microsoft.com/office/drawing/2014/main" id="{2CADD07F-0FD9-7814-8C38-6631745177DA}"/>
                    </a:ext>
                  </a:extLst>
                </p14:cNvPr>
                <p14:cNvContentPartPr/>
                <p14:nvPr/>
              </p14:nvContentPartPr>
              <p14:xfrm>
                <a:off x="1331784" y="3266856"/>
                <a:ext cx="292320" cy="111600"/>
              </p14:xfrm>
            </p:contentPart>
          </mc:Choice>
          <mc:Fallback xmlns="">
            <p:pic>
              <p:nvPicPr>
                <p:cNvPr id="92" name="Ink 91">
                  <a:extLst>
                    <a:ext uri="{FF2B5EF4-FFF2-40B4-BE49-F238E27FC236}">
                      <a16:creationId xmlns:a16="http://schemas.microsoft.com/office/drawing/2014/main" id="{2CADD07F-0FD9-7814-8C38-6631745177DA}"/>
                    </a:ext>
                  </a:extLst>
                </p:cNvPr>
                <p:cNvPicPr/>
                <p:nvPr/>
              </p:nvPicPr>
              <p:blipFill>
                <a:blip r:embed="rId141"/>
                <a:stretch>
                  <a:fillRect/>
                </a:stretch>
              </p:blipFill>
              <p:spPr>
                <a:xfrm>
                  <a:off x="1327464" y="3262536"/>
                  <a:ext cx="3009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3" name="Ink 92">
                  <a:extLst>
                    <a:ext uri="{FF2B5EF4-FFF2-40B4-BE49-F238E27FC236}">
                      <a16:creationId xmlns:a16="http://schemas.microsoft.com/office/drawing/2014/main" id="{8E5D2433-704E-9BAB-8819-7EF7E957EE68}"/>
                    </a:ext>
                  </a:extLst>
                </p14:cNvPr>
                <p14:cNvContentPartPr/>
                <p14:nvPr/>
              </p14:nvContentPartPr>
              <p14:xfrm>
                <a:off x="1738944" y="3126456"/>
                <a:ext cx="79560" cy="223920"/>
              </p14:xfrm>
            </p:contentPart>
          </mc:Choice>
          <mc:Fallback xmlns="">
            <p:pic>
              <p:nvPicPr>
                <p:cNvPr id="93" name="Ink 92">
                  <a:extLst>
                    <a:ext uri="{FF2B5EF4-FFF2-40B4-BE49-F238E27FC236}">
                      <a16:creationId xmlns:a16="http://schemas.microsoft.com/office/drawing/2014/main" id="{8E5D2433-704E-9BAB-8819-7EF7E957EE68}"/>
                    </a:ext>
                  </a:extLst>
                </p:cNvPr>
                <p:cNvPicPr/>
                <p:nvPr/>
              </p:nvPicPr>
              <p:blipFill>
                <a:blip r:embed="rId143"/>
                <a:stretch>
                  <a:fillRect/>
                </a:stretch>
              </p:blipFill>
              <p:spPr>
                <a:xfrm>
                  <a:off x="1734624" y="3122136"/>
                  <a:ext cx="8820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4" name="Ink 93">
                  <a:extLst>
                    <a:ext uri="{FF2B5EF4-FFF2-40B4-BE49-F238E27FC236}">
                      <a16:creationId xmlns:a16="http://schemas.microsoft.com/office/drawing/2014/main" id="{D2318E70-5356-17A2-C25F-6F6DBF6FC322}"/>
                    </a:ext>
                  </a:extLst>
                </p14:cNvPr>
                <p14:cNvContentPartPr/>
                <p14:nvPr/>
              </p14:nvContentPartPr>
              <p14:xfrm>
                <a:off x="1854864" y="3293856"/>
                <a:ext cx="74160" cy="32760"/>
              </p14:xfrm>
            </p:contentPart>
          </mc:Choice>
          <mc:Fallback xmlns="">
            <p:pic>
              <p:nvPicPr>
                <p:cNvPr id="94" name="Ink 93">
                  <a:extLst>
                    <a:ext uri="{FF2B5EF4-FFF2-40B4-BE49-F238E27FC236}">
                      <a16:creationId xmlns:a16="http://schemas.microsoft.com/office/drawing/2014/main" id="{D2318E70-5356-17A2-C25F-6F6DBF6FC322}"/>
                    </a:ext>
                  </a:extLst>
                </p:cNvPr>
                <p:cNvPicPr/>
                <p:nvPr/>
              </p:nvPicPr>
              <p:blipFill>
                <a:blip r:embed="rId145"/>
                <a:stretch>
                  <a:fillRect/>
                </a:stretch>
              </p:blipFill>
              <p:spPr>
                <a:xfrm>
                  <a:off x="1850544" y="3289536"/>
                  <a:ext cx="828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5" name="Ink 94">
                  <a:extLst>
                    <a:ext uri="{FF2B5EF4-FFF2-40B4-BE49-F238E27FC236}">
                      <a16:creationId xmlns:a16="http://schemas.microsoft.com/office/drawing/2014/main" id="{24D066E6-DD41-843A-3FC7-DDB89309DF96}"/>
                    </a:ext>
                  </a:extLst>
                </p14:cNvPr>
                <p14:cNvContentPartPr/>
                <p14:nvPr/>
              </p14:nvContentPartPr>
              <p14:xfrm>
                <a:off x="1616904" y="3295296"/>
                <a:ext cx="339840" cy="322560"/>
              </p14:xfrm>
            </p:contentPart>
          </mc:Choice>
          <mc:Fallback xmlns="">
            <p:pic>
              <p:nvPicPr>
                <p:cNvPr id="95" name="Ink 94">
                  <a:extLst>
                    <a:ext uri="{FF2B5EF4-FFF2-40B4-BE49-F238E27FC236}">
                      <a16:creationId xmlns:a16="http://schemas.microsoft.com/office/drawing/2014/main" id="{24D066E6-DD41-843A-3FC7-DDB89309DF96}"/>
                    </a:ext>
                  </a:extLst>
                </p:cNvPr>
                <p:cNvPicPr/>
                <p:nvPr/>
              </p:nvPicPr>
              <p:blipFill>
                <a:blip r:embed="rId147"/>
                <a:stretch>
                  <a:fillRect/>
                </a:stretch>
              </p:blipFill>
              <p:spPr>
                <a:xfrm>
                  <a:off x="1612584" y="3290976"/>
                  <a:ext cx="34848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8" name="Ink 97">
                  <a:extLst>
                    <a:ext uri="{FF2B5EF4-FFF2-40B4-BE49-F238E27FC236}">
                      <a16:creationId xmlns:a16="http://schemas.microsoft.com/office/drawing/2014/main" id="{20D3C75D-FABA-DB78-E65E-38541BAD8079}"/>
                    </a:ext>
                  </a:extLst>
                </p14:cNvPr>
                <p14:cNvContentPartPr/>
                <p14:nvPr/>
              </p14:nvContentPartPr>
              <p14:xfrm>
                <a:off x="1917144" y="3407256"/>
                <a:ext cx="122760" cy="89280"/>
              </p14:xfrm>
            </p:contentPart>
          </mc:Choice>
          <mc:Fallback xmlns="">
            <p:pic>
              <p:nvPicPr>
                <p:cNvPr id="98" name="Ink 97">
                  <a:extLst>
                    <a:ext uri="{FF2B5EF4-FFF2-40B4-BE49-F238E27FC236}">
                      <a16:creationId xmlns:a16="http://schemas.microsoft.com/office/drawing/2014/main" id="{20D3C75D-FABA-DB78-E65E-38541BAD8079}"/>
                    </a:ext>
                  </a:extLst>
                </p:cNvPr>
                <p:cNvPicPr/>
                <p:nvPr/>
              </p:nvPicPr>
              <p:blipFill>
                <a:blip r:embed="rId149"/>
                <a:stretch>
                  <a:fillRect/>
                </a:stretch>
              </p:blipFill>
              <p:spPr>
                <a:xfrm>
                  <a:off x="1912824" y="3402936"/>
                  <a:ext cx="131400" cy="97920"/>
                </a:xfrm>
                <a:prstGeom prst="rect">
                  <a:avLst/>
                </a:prstGeom>
              </p:spPr>
            </p:pic>
          </mc:Fallback>
        </mc:AlternateContent>
      </p:grpSp>
      <p:grpSp>
        <p:nvGrpSpPr>
          <p:cNvPr id="111" name="Group 110">
            <a:extLst>
              <a:ext uri="{FF2B5EF4-FFF2-40B4-BE49-F238E27FC236}">
                <a16:creationId xmlns:a16="http://schemas.microsoft.com/office/drawing/2014/main" id="{0FDFF5D4-C44E-0679-1C60-18792AAD5B17}"/>
              </a:ext>
            </a:extLst>
          </p:cNvPr>
          <p:cNvGrpSpPr/>
          <p:nvPr/>
        </p:nvGrpSpPr>
        <p:grpSpPr>
          <a:xfrm>
            <a:off x="2547864" y="3018096"/>
            <a:ext cx="1351800" cy="281160"/>
            <a:chOff x="2547864" y="3018096"/>
            <a:chExt cx="1351800" cy="281160"/>
          </a:xfrm>
        </p:grpSpPr>
        <mc:AlternateContent xmlns:mc="http://schemas.openxmlformats.org/markup-compatibility/2006" xmlns:p14="http://schemas.microsoft.com/office/powerpoint/2010/main">
          <mc:Choice Requires="p14">
            <p:contentPart p14:bwMode="auto" r:id="rId150">
              <p14:nvContentPartPr>
                <p14:cNvPr id="99" name="Ink 98">
                  <a:extLst>
                    <a:ext uri="{FF2B5EF4-FFF2-40B4-BE49-F238E27FC236}">
                      <a16:creationId xmlns:a16="http://schemas.microsoft.com/office/drawing/2014/main" id="{E0AA2407-C948-68AA-A55F-E2C18AE12C26}"/>
                    </a:ext>
                  </a:extLst>
                </p14:cNvPr>
                <p14:cNvContentPartPr/>
                <p14:nvPr/>
              </p14:nvContentPartPr>
              <p14:xfrm>
                <a:off x="2547864" y="3018096"/>
                <a:ext cx="333000" cy="281160"/>
              </p14:xfrm>
            </p:contentPart>
          </mc:Choice>
          <mc:Fallback xmlns="">
            <p:pic>
              <p:nvPicPr>
                <p:cNvPr id="99" name="Ink 98">
                  <a:extLst>
                    <a:ext uri="{FF2B5EF4-FFF2-40B4-BE49-F238E27FC236}">
                      <a16:creationId xmlns:a16="http://schemas.microsoft.com/office/drawing/2014/main" id="{E0AA2407-C948-68AA-A55F-E2C18AE12C26}"/>
                    </a:ext>
                  </a:extLst>
                </p:cNvPr>
                <p:cNvPicPr/>
                <p:nvPr/>
              </p:nvPicPr>
              <p:blipFill>
                <a:blip r:embed="rId151"/>
                <a:stretch>
                  <a:fillRect/>
                </a:stretch>
              </p:blipFill>
              <p:spPr>
                <a:xfrm>
                  <a:off x="2543544" y="3013776"/>
                  <a:ext cx="3416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0" name="Ink 99">
                  <a:extLst>
                    <a:ext uri="{FF2B5EF4-FFF2-40B4-BE49-F238E27FC236}">
                      <a16:creationId xmlns:a16="http://schemas.microsoft.com/office/drawing/2014/main" id="{A6066167-FF25-8844-E1F9-655B27CD88AB}"/>
                    </a:ext>
                  </a:extLst>
                </p14:cNvPr>
                <p14:cNvContentPartPr/>
                <p14:nvPr/>
              </p14:nvContentPartPr>
              <p14:xfrm>
                <a:off x="3002904" y="3181896"/>
                <a:ext cx="127440" cy="80640"/>
              </p14:xfrm>
            </p:contentPart>
          </mc:Choice>
          <mc:Fallback xmlns="">
            <p:pic>
              <p:nvPicPr>
                <p:cNvPr id="100" name="Ink 99">
                  <a:extLst>
                    <a:ext uri="{FF2B5EF4-FFF2-40B4-BE49-F238E27FC236}">
                      <a16:creationId xmlns:a16="http://schemas.microsoft.com/office/drawing/2014/main" id="{A6066167-FF25-8844-E1F9-655B27CD88AB}"/>
                    </a:ext>
                  </a:extLst>
                </p:cNvPr>
                <p:cNvPicPr/>
                <p:nvPr/>
              </p:nvPicPr>
              <p:blipFill>
                <a:blip r:embed="rId153"/>
                <a:stretch>
                  <a:fillRect/>
                </a:stretch>
              </p:blipFill>
              <p:spPr>
                <a:xfrm>
                  <a:off x="2998584" y="3177576"/>
                  <a:ext cx="13608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474AF17B-8780-3308-39A1-B3C214A3F491}"/>
                    </a:ext>
                  </a:extLst>
                </p14:cNvPr>
                <p14:cNvContentPartPr/>
                <p14:nvPr/>
              </p14:nvContentPartPr>
              <p14:xfrm>
                <a:off x="3158784" y="3132216"/>
                <a:ext cx="297000" cy="106200"/>
              </p14:xfrm>
            </p:contentPart>
          </mc:Choice>
          <mc:Fallback xmlns="">
            <p:pic>
              <p:nvPicPr>
                <p:cNvPr id="101" name="Ink 100">
                  <a:extLst>
                    <a:ext uri="{FF2B5EF4-FFF2-40B4-BE49-F238E27FC236}">
                      <a16:creationId xmlns:a16="http://schemas.microsoft.com/office/drawing/2014/main" id="{474AF17B-8780-3308-39A1-B3C214A3F491}"/>
                    </a:ext>
                  </a:extLst>
                </p:cNvPr>
                <p:cNvPicPr/>
                <p:nvPr/>
              </p:nvPicPr>
              <p:blipFill>
                <a:blip r:embed="rId155"/>
                <a:stretch>
                  <a:fillRect/>
                </a:stretch>
              </p:blipFill>
              <p:spPr>
                <a:xfrm>
                  <a:off x="3154464" y="3127896"/>
                  <a:ext cx="3056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2" name="Ink 101">
                  <a:extLst>
                    <a:ext uri="{FF2B5EF4-FFF2-40B4-BE49-F238E27FC236}">
                      <a16:creationId xmlns:a16="http://schemas.microsoft.com/office/drawing/2014/main" id="{6F263835-2EDA-1FBA-BFB0-8DDEC76AB043}"/>
                    </a:ext>
                  </a:extLst>
                </p14:cNvPr>
                <p14:cNvContentPartPr/>
                <p14:nvPr/>
              </p14:nvContentPartPr>
              <p14:xfrm>
                <a:off x="3515904" y="3157776"/>
                <a:ext cx="46440" cy="29160"/>
              </p14:xfrm>
            </p:contentPart>
          </mc:Choice>
          <mc:Fallback xmlns="">
            <p:pic>
              <p:nvPicPr>
                <p:cNvPr id="102" name="Ink 101">
                  <a:extLst>
                    <a:ext uri="{FF2B5EF4-FFF2-40B4-BE49-F238E27FC236}">
                      <a16:creationId xmlns:a16="http://schemas.microsoft.com/office/drawing/2014/main" id="{6F263835-2EDA-1FBA-BFB0-8DDEC76AB043}"/>
                    </a:ext>
                  </a:extLst>
                </p:cNvPr>
                <p:cNvPicPr/>
                <p:nvPr/>
              </p:nvPicPr>
              <p:blipFill>
                <a:blip r:embed="rId157"/>
                <a:stretch>
                  <a:fillRect/>
                </a:stretch>
              </p:blipFill>
              <p:spPr>
                <a:xfrm>
                  <a:off x="3511584" y="3153456"/>
                  <a:ext cx="550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3" name="Ink 102">
                  <a:extLst>
                    <a:ext uri="{FF2B5EF4-FFF2-40B4-BE49-F238E27FC236}">
                      <a16:creationId xmlns:a16="http://schemas.microsoft.com/office/drawing/2014/main" id="{B79C8A0B-79A0-513A-5585-746D0B2ACE54}"/>
                    </a:ext>
                  </a:extLst>
                </p14:cNvPr>
                <p14:cNvContentPartPr/>
                <p14:nvPr/>
              </p14:nvContentPartPr>
              <p14:xfrm>
                <a:off x="3395664" y="3154176"/>
                <a:ext cx="222120" cy="83880"/>
              </p14:xfrm>
            </p:contentPart>
          </mc:Choice>
          <mc:Fallback xmlns="">
            <p:pic>
              <p:nvPicPr>
                <p:cNvPr id="103" name="Ink 102">
                  <a:extLst>
                    <a:ext uri="{FF2B5EF4-FFF2-40B4-BE49-F238E27FC236}">
                      <a16:creationId xmlns:a16="http://schemas.microsoft.com/office/drawing/2014/main" id="{B79C8A0B-79A0-513A-5585-746D0B2ACE54}"/>
                    </a:ext>
                  </a:extLst>
                </p:cNvPr>
                <p:cNvPicPr/>
                <p:nvPr/>
              </p:nvPicPr>
              <p:blipFill>
                <a:blip r:embed="rId159"/>
                <a:stretch>
                  <a:fillRect/>
                </a:stretch>
              </p:blipFill>
              <p:spPr>
                <a:xfrm>
                  <a:off x="3391344" y="3149856"/>
                  <a:ext cx="2307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4" name="Ink 103">
                  <a:extLst>
                    <a:ext uri="{FF2B5EF4-FFF2-40B4-BE49-F238E27FC236}">
                      <a16:creationId xmlns:a16="http://schemas.microsoft.com/office/drawing/2014/main" id="{32A9242E-5377-A700-A916-032CB09DD88F}"/>
                    </a:ext>
                  </a:extLst>
                </p14:cNvPr>
                <p14:cNvContentPartPr/>
                <p14:nvPr/>
              </p14:nvContentPartPr>
              <p14:xfrm>
                <a:off x="3647664" y="3131856"/>
                <a:ext cx="62280" cy="86400"/>
              </p14:xfrm>
            </p:contentPart>
          </mc:Choice>
          <mc:Fallback xmlns="">
            <p:pic>
              <p:nvPicPr>
                <p:cNvPr id="104" name="Ink 103">
                  <a:extLst>
                    <a:ext uri="{FF2B5EF4-FFF2-40B4-BE49-F238E27FC236}">
                      <a16:creationId xmlns:a16="http://schemas.microsoft.com/office/drawing/2014/main" id="{32A9242E-5377-A700-A916-032CB09DD88F}"/>
                    </a:ext>
                  </a:extLst>
                </p:cNvPr>
                <p:cNvPicPr/>
                <p:nvPr/>
              </p:nvPicPr>
              <p:blipFill>
                <a:blip r:embed="rId161"/>
                <a:stretch>
                  <a:fillRect/>
                </a:stretch>
              </p:blipFill>
              <p:spPr>
                <a:xfrm>
                  <a:off x="3643344" y="3127536"/>
                  <a:ext cx="709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5" name="Ink 104">
                  <a:extLst>
                    <a:ext uri="{FF2B5EF4-FFF2-40B4-BE49-F238E27FC236}">
                      <a16:creationId xmlns:a16="http://schemas.microsoft.com/office/drawing/2014/main" id="{20DC7CB5-22BB-5017-DAE7-5A59CB9E0F9E}"/>
                    </a:ext>
                  </a:extLst>
                </p14:cNvPr>
                <p14:cNvContentPartPr/>
                <p14:nvPr/>
              </p14:nvContentPartPr>
              <p14:xfrm>
                <a:off x="3793824" y="3119976"/>
                <a:ext cx="105840" cy="116640"/>
              </p14:xfrm>
            </p:contentPart>
          </mc:Choice>
          <mc:Fallback xmlns="">
            <p:pic>
              <p:nvPicPr>
                <p:cNvPr id="105" name="Ink 104">
                  <a:extLst>
                    <a:ext uri="{FF2B5EF4-FFF2-40B4-BE49-F238E27FC236}">
                      <a16:creationId xmlns:a16="http://schemas.microsoft.com/office/drawing/2014/main" id="{20DC7CB5-22BB-5017-DAE7-5A59CB9E0F9E}"/>
                    </a:ext>
                  </a:extLst>
                </p:cNvPr>
                <p:cNvPicPr/>
                <p:nvPr/>
              </p:nvPicPr>
              <p:blipFill>
                <a:blip r:embed="rId163"/>
                <a:stretch>
                  <a:fillRect/>
                </a:stretch>
              </p:blipFill>
              <p:spPr>
                <a:xfrm>
                  <a:off x="3789504" y="3115656"/>
                  <a:ext cx="114480" cy="125280"/>
                </a:xfrm>
                <a:prstGeom prst="rect">
                  <a:avLst/>
                </a:prstGeom>
              </p:spPr>
            </p:pic>
          </mc:Fallback>
        </mc:AlternateContent>
      </p:grpSp>
      <p:grpSp>
        <p:nvGrpSpPr>
          <p:cNvPr id="110" name="Group 109">
            <a:extLst>
              <a:ext uri="{FF2B5EF4-FFF2-40B4-BE49-F238E27FC236}">
                <a16:creationId xmlns:a16="http://schemas.microsoft.com/office/drawing/2014/main" id="{B69A8527-A077-5A85-C485-036643F83CA3}"/>
              </a:ext>
            </a:extLst>
          </p:cNvPr>
          <p:cNvGrpSpPr/>
          <p:nvPr/>
        </p:nvGrpSpPr>
        <p:grpSpPr>
          <a:xfrm>
            <a:off x="4451184" y="2887416"/>
            <a:ext cx="1088280" cy="255240"/>
            <a:chOff x="4451184" y="2887416"/>
            <a:chExt cx="1088280" cy="255240"/>
          </a:xfrm>
        </p:grpSpPr>
        <mc:AlternateContent xmlns:mc="http://schemas.openxmlformats.org/markup-compatibility/2006" xmlns:p14="http://schemas.microsoft.com/office/powerpoint/2010/main">
          <mc:Choice Requires="p14">
            <p:contentPart p14:bwMode="auto" r:id="rId164">
              <p14:nvContentPartPr>
                <p14:cNvPr id="106" name="Ink 105">
                  <a:extLst>
                    <a:ext uri="{FF2B5EF4-FFF2-40B4-BE49-F238E27FC236}">
                      <a16:creationId xmlns:a16="http://schemas.microsoft.com/office/drawing/2014/main" id="{E322F875-E40D-8BF3-AD37-73C72AE59D8B}"/>
                    </a:ext>
                  </a:extLst>
                </p14:cNvPr>
                <p14:cNvContentPartPr/>
                <p14:nvPr/>
              </p14:nvContentPartPr>
              <p14:xfrm>
                <a:off x="4451184" y="3044736"/>
                <a:ext cx="261360" cy="97920"/>
              </p14:xfrm>
            </p:contentPart>
          </mc:Choice>
          <mc:Fallback xmlns="">
            <p:pic>
              <p:nvPicPr>
                <p:cNvPr id="106" name="Ink 105">
                  <a:extLst>
                    <a:ext uri="{FF2B5EF4-FFF2-40B4-BE49-F238E27FC236}">
                      <a16:creationId xmlns:a16="http://schemas.microsoft.com/office/drawing/2014/main" id="{E322F875-E40D-8BF3-AD37-73C72AE59D8B}"/>
                    </a:ext>
                  </a:extLst>
                </p:cNvPr>
                <p:cNvPicPr/>
                <p:nvPr/>
              </p:nvPicPr>
              <p:blipFill>
                <a:blip r:embed="rId165"/>
                <a:stretch>
                  <a:fillRect/>
                </a:stretch>
              </p:blipFill>
              <p:spPr>
                <a:xfrm>
                  <a:off x="4446864" y="3040416"/>
                  <a:ext cx="2700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7" name="Ink 106">
                  <a:extLst>
                    <a:ext uri="{FF2B5EF4-FFF2-40B4-BE49-F238E27FC236}">
                      <a16:creationId xmlns:a16="http://schemas.microsoft.com/office/drawing/2014/main" id="{EB36401C-3FE3-8940-1019-A806EE85451F}"/>
                    </a:ext>
                  </a:extLst>
                </p14:cNvPr>
                <p14:cNvContentPartPr/>
                <p14:nvPr/>
              </p14:nvContentPartPr>
              <p14:xfrm>
                <a:off x="4783824" y="2887416"/>
                <a:ext cx="132120" cy="110160"/>
              </p14:xfrm>
            </p:contentPart>
          </mc:Choice>
          <mc:Fallback xmlns="">
            <p:pic>
              <p:nvPicPr>
                <p:cNvPr id="107" name="Ink 106">
                  <a:extLst>
                    <a:ext uri="{FF2B5EF4-FFF2-40B4-BE49-F238E27FC236}">
                      <a16:creationId xmlns:a16="http://schemas.microsoft.com/office/drawing/2014/main" id="{EB36401C-3FE3-8940-1019-A806EE85451F}"/>
                    </a:ext>
                  </a:extLst>
                </p:cNvPr>
                <p:cNvPicPr/>
                <p:nvPr/>
              </p:nvPicPr>
              <p:blipFill>
                <a:blip r:embed="rId167"/>
                <a:stretch>
                  <a:fillRect/>
                </a:stretch>
              </p:blipFill>
              <p:spPr>
                <a:xfrm>
                  <a:off x="4779504" y="2883096"/>
                  <a:ext cx="1407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8" name="Ink 107">
                  <a:extLst>
                    <a:ext uri="{FF2B5EF4-FFF2-40B4-BE49-F238E27FC236}">
                      <a16:creationId xmlns:a16="http://schemas.microsoft.com/office/drawing/2014/main" id="{8654D339-2314-26F7-8B38-58F7DED6950F}"/>
                    </a:ext>
                  </a:extLst>
                </p14:cNvPr>
                <p14:cNvContentPartPr/>
                <p14:nvPr/>
              </p14:nvContentPartPr>
              <p14:xfrm>
                <a:off x="5034024" y="3014496"/>
                <a:ext cx="274320" cy="97200"/>
              </p14:xfrm>
            </p:contentPart>
          </mc:Choice>
          <mc:Fallback xmlns="">
            <p:pic>
              <p:nvPicPr>
                <p:cNvPr id="108" name="Ink 107">
                  <a:extLst>
                    <a:ext uri="{FF2B5EF4-FFF2-40B4-BE49-F238E27FC236}">
                      <a16:creationId xmlns:a16="http://schemas.microsoft.com/office/drawing/2014/main" id="{8654D339-2314-26F7-8B38-58F7DED6950F}"/>
                    </a:ext>
                  </a:extLst>
                </p:cNvPr>
                <p:cNvPicPr/>
                <p:nvPr/>
              </p:nvPicPr>
              <p:blipFill>
                <a:blip r:embed="rId169"/>
                <a:stretch>
                  <a:fillRect/>
                </a:stretch>
              </p:blipFill>
              <p:spPr>
                <a:xfrm>
                  <a:off x="5029704" y="3010176"/>
                  <a:ext cx="2829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9" name="Ink 108">
                  <a:extLst>
                    <a:ext uri="{FF2B5EF4-FFF2-40B4-BE49-F238E27FC236}">
                      <a16:creationId xmlns:a16="http://schemas.microsoft.com/office/drawing/2014/main" id="{CA445124-26BA-B329-AE12-57251EEFF8AE}"/>
                    </a:ext>
                  </a:extLst>
                </p14:cNvPr>
                <p14:cNvContentPartPr/>
                <p14:nvPr/>
              </p14:nvContentPartPr>
              <p14:xfrm>
                <a:off x="5264424" y="2957976"/>
                <a:ext cx="275040" cy="164520"/>
              </p14:xfrm>
            </p:contentPart>
          </mc:Choice>
          <mc:Fallback xmlns="">
            <p:pic>
              <p:nvPicPr>
                <p:cNvPr id="109" name="Ink 108">
                  <a:extLst>
                    <a:ext uri="{FF2B5EF4-FFF2-40B4-BE49-F238E27FC236}">
                      <a16:creationId xmlns:a16="http://schemas.microsoft.com/office/drawing/2014/main" id="{CA445124-26BA-B329-AE12-57251EEFF8AE}"/>
                    </a:ext>
                  </a:extLst>
                </p:cNvPr>
                <p:cNvPicPr/>
                <p:nvPr/>
              </p:nvPicPr>
              <p:blipFill>
                <a:blip r:embed="rId171"/>
                <a:stretch>
                  <a:fillRect/>
                </a:stretch>
              </p:blipFill>
              <p:spPr>
                <a:xfrm>
                  <a:off x="5260104" y="2953656"/>
                  <a:ext cx="283680" cy="173160"/>
                </a:xfrm>
                <a:prstGeom prst="rect">
                  <a:avLst/>
                </a:prstGeom>
              </p:spPr>
            </p:pic>
          </mc:Fallback>
        </mc:AlternateContent>
      </p:grpSp>
      <p:grpSp>
        <p:nvGrpSpPr>
          <p:cNvPr id="115" name="Group 114">
            <a:extLst>
              <a:ext uri="{FF2B5EF4-FFF2-40B4-BE49-F238E27FC236}">
                <a16:creationId xmlns:a16="http://schemas.microsoft.com/office/drawing/2014/main" id="{570443DA-F538-8F72-BD8E-698EE3A81C9D}"/>
              </a:ext>
            </a:extLst>
          </p:cNvPr>
          <p:cNvGrpSpPr/>
          <p:nvPr/>
        </p:nvGrpSpPr>
        <p:grpSpPr>
          <a:xfrm>
            <a:off x="5832504" y="2853936"/>
            <a:ext cx="480960" cy="198000"/>
            <a:chOff x="5832504" y="2853936"/>
            <a:chExt cx="480960" cy="198000"/>
          </a:xfrm>
        </p:grpSpPr>
        <mc:AlternateContent xmlns:mc="http://schemas.openxmlformats.org/markup-compatibility/2006" xmlns:p14="http://schemas.microsoft.com/office/powerpoint/2010/main">
          <mc:Choice Requires="p14">
            <p:contentPart p14:bwMode="auto" r:id="rId172">
              <p14:nvContentPartPr>
                <p14:cNvPr id="113" name="Ink 112">
                  <a:extLst>
                    <a:ext uri="{FF2B5EF4-FFF2-40B4-BE49-F238E27FC236}">
                      <a16:creationId xmlns:a16="http://schemas.microsoft.com/office/drawing/2014/main" id="{3897E840-7184-9274-39D2-998049792110}"/>
                    </a:ext>
                  </a:extLst>
                </p14:cNvPr>
                <p14:cNvContentPartPr/>
                <p14:nvPr/>
              </p14:nvContentPartPr>
              <p14:xfrm>
                <a:off x="5832504" y="2853936"/>
                <a:ext cx="200880" cy="198000"/>
              </p14:xfrm>
            </p:contentPart>
          </mc:Choice>
          <mc:Fallback xmlns="">
            <p:pic>
              <p:nvPicPr>
                <p:cNvPr id="113" name="Ink 112">
                  <a:extLst>
                    <a:ext uri="{FF2B5EF4-FFF2-40B4-BE49-F238E27FC236}">
                      <a16:creationId xmlns:a16="http://schemas.microsoft.com/office/drawing/2014/main" id="{3897E840-7184-9274-39D2-998049792110}"/>
                    </a:ext>
                  </a:extLst>
                </p:cNvPr>
                <p:cNvPicPr/>
                <p:nvPr/>
              </p:nvPicPr>
              <p:blipFill>
                <a:blip r:embed="rId173"/>
                <a:stretch>
                  <a:fillRect/>
                </a:stretch>
              </p:blipFill>
              <p:spPr>
                <a:xfrm>
                  <a:off x="5828184" y="2849616"/>
                  <a:ext cx="2095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4" name="Ink 113">
                  <a:extLst>
                    <a:ext uri="{FF2B5EF4-FFF2-40B4-BE49-F238E27FC236}">
                      <a16:creationId xmlns:a16="http://schemas.microsoft.com/office/drawing/2014/main" id="{1CFFC296-0C08-8EC1-D3E9-8E8EB2979ECE}"/>
                    </a:ext>
                  </a:extLst>
                </p14:cNvPr>
                <p14:cNvContentPartPr/>
                <p14:nvPr/>
              </p14:nvContentPartPr>
              <p14:xfrm>
                <a:off x="6123744" y="2953296"/>
                <a:ext cx="189720" cy="89280"/>
              </p14:xfrm>
            </p:contentPart>
          </mc:Choice>
          <mc:Fallback xmlns="">
            <p:pic>
              <p:nvPicPr>
                <p:cNvPr id="114" name="Ink 113">
                  <a:extLst>
                    <a:ext uri="{FF2B5EF4-FFF2-40B4-BE49-F238E27FC236}">
                      <a16:creationId xmlns:a16="http://schemas.microsoft.com/office/drawing/2014/main" id="{1CFFC296-0C08-8EC1-D3E9-8E8EB2979ECE}"/>
                    </a:ext>
                  </a:extLst>
                </p:cNvPr>
                <p:cNvPicPr/>
                <p:nvPr/>
              </p:nvPicPr>
              <p:blipFill>
                <a:blip r:embed="rId175"/>
                <a:stretch>
                  <a:fillRect/>
                </a:stretch>
              </p:blipFill>
              <p:spPr>
                <a:xfrm>
                  <a:off x="6119424" y="2948976"/>
                  <a:ext cx="198360" cy="97920"/>
                </a:xfrm>
                <a:prstGeom prst="rect">
                  <a:avLst/>
                </a:prstGeom>
              </p:spPr>
            </p:pic>
          </mc:Fallback>
        </mc:AlternateContent>
      </p:grpSp>
      <p:grpSp>
        <p:nvGrpSpPr>
          <p:cNvPr id="124" name="Group 123">
            <a:extLst>
              <a:ext uri="{FF2B5EF4-FFF2-40B4-BE49-F238E27FC236}">
                <a16:creationId xmlns:a16="http://schemas.microsoft.com/office/drawing/2014/main" id="{DA65BC2C-5285-1488-70DE-ACCEE9041A61}"/>
              </a:ext>
            </a:extLst>
          </p:cNvPr>
          <p:cNvGrpSpPr/>
          <p:nvPr/>
        </p:nvGrpSpPr>
        <p:grpSpPr>
          <a:xfrm>
            <a:off x="6811704" y="2702376"/>
            <a:ext cx="698400" cy="304560"/>
            <a:chOff x="6811704" y="2702376"/>
            <a:chExt cx="698400" cy="304560"/>
          </a:xfrm>
        </p:grpSpPr>
        <mc:AlternateContent xmlns:mc="http://schemas.openxmlformats.org/markup-compatibility/2006" xmlns:p14="http://schemas.microsoft.com/office/powerpoint/2010/main">
          <mc:Choice Requires="p14">
            <p:contentPart p14:bwMode="auto" r:id="rId176">
              <p14:nvContentPartPr>
                <p14:cNvPr id="116" name="Ink 115">
                  <a:extLst>
                    <a:ext uri="{FF2B5EF4-FFF2-40B4-BE49-F238E27FC236}">
                      <a16:creationId xmlns:a16="http://schemas.microsoft.com/office/drawing/2014/main" id="{4C93A52F-4D41-7C71-CC71-8587406FBED0}"/>
                    </a:ext>
                  </a:extLst>
                </p14:cNvPr>
                <p14:cNvContentPartPr/>
                <p14:nvPr/>
              </p14:nvContentPartPr>
              <p14:xfrm>
                <a:off x="6811704" y="2916576"/>
                <a:ext cx="390960" cy="90360"/>
              </p14:xfrm>
            </p:contentPart>
          </mc:Choice>
          <mc:Fallback xmlns="">
            <p:pic>
              <p:nvPicPr>
                <p:cNvPr id="116" name="Ink 115">
                  <a:extLst>
                    <a:ext uri="{FF2B5EF4-FFF2-40B4-BE49-F238E27FC236}">
                      <a16:creationId xmlns:a16="http://schemas.microsoft.com/office/drawing/2014/main" id="{4C93A52F-4D41-7C71-CC71-8587406FBED0}"/>
                    </a:ext>
                  </a:extLst>
                </p:cNvPr>
                <p:cNvPicPr/>
                <p:nvPr/>
              </p:nvPicPr>
              <p:blipFill>
                <a:blip r:embed="rId177"/>
                <a:stretch>
                  <a:fillRect/>
                </a:stretch>
              </p:blipFill>
              <p:spPr>
                <a:xfrm>
                  <a:off x="6807384" y="2912256"/>
                  <a:ext cx="3996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7" name="Ink 116">
                  <a:extLst>
                    <a:ext uri="{FF2B5EF4-FFF2-40B4-BE49-F238E27FC236}">
                      <a16:creationId xmlns:a16="http://schemas.microsoft.com/office/drawing/2014/main" id="{6C3F4EE6-FE7E-08E4-61CB-C357AD366B31}"/>
                    </a:ext>
                  </a:extLst>
                </p14:cNvPr>
                <p14:cNvContentPartPr/>
                <p14:nvPr/>
              </p14:nvContentPartPr>
              <p14:xfrm>
                <a:off x="7271424" y="2702376"/>
                <a:ext cx="238680" cy="284040"/>
              </p14:xfrm>
            </p:contentPart>
          </mc:Choice>
          <mc:Fallback xmlns="">
            <p:pic>
              <p:nvPicPr>
                <p:cNvPr id="117" name="Ink 116">
                  <a:extLst>
                    <a:ext uri="{FF2B5EF4-FFF2-40B4-BE49-F238E27FC236}">
                      <a16:creationId xmlns:a16="http://schemas.microsoft.com/office/drawing/2014/main" id="{6C3F4EE6-FE7E-08E4-61CB-C357AD366B31}"/>
                    </a:ext>
                  </a:extLst>
                </p:cNvPr>
                <p:cNvPicPr/>
                <p:nvPr/>
              </p:nvPicPr>
              <p:blipFill>
                <a:blip r:embed="rId179"/>
                <a:stretch>
                  <a:fillRect/>
                </a:stretch>
              </p:blipFill>
              <p:spPr>
                <a:xfrm>
                  <a:off x="7267104" y="2698056"/>
                  <a:ext cx="247320" cy="292680"/>
                </a:xfrm>
                <a:prstGeom prst="rect">
                  <a:avLst/>
                </a:prstGeom>
              </p:spPr>
            </p:pic>
          </mc:Fallback>
        </mc:AlternateContent>
      </p:grpSp>
      <p:grpSp>
        <p:nvGrpSpPr>
          <p:cNvPr id="123" name="Group 122">
            <a:extLst>
              <a:ext uri="{FF2B5EF4-FFF2-40B4-BE49-F238E27FC236}">
                <a16:creationId xmlns:a16="http://schemas.microsoft.com/office/drawing/2014/main" id="{502304A5-373F-6E3E-9886-2B33EED738CF}"/>
              </a:ext>
            </a:extLst>
          </p:cNvPr>
          <p:cNvGrpSpPr/>
          <p:nvPr/>
        </p:nvGrpSpPr>
        <p:grpSpPr>
          <a:xfrm>
            <a:off x="7793784" y="2657376"/>
            <a:ext cx="1108800" cy="311400"/>
            <a:chOff x="7793784" y="2657376"/>
            <a:chExt cx="1108800" cy="311400"/>
          </a:xfrm>
        </p:grpSpPr>
        <mc:AlternateContent xmlns:mc="http://schemas.openxmlformats.org/markup-compatibility/2006" xmlns:p14="http://schemas.microsoft.com/office/powerpoint/2010/main">
          <mc:Choice Requires="p14">
            <p:contentPart p14:bwMode="auto" r:id="rId180">
              <p14:nvContentPartPr>
                <p14:cNvPr id="118" name="Ink 117">
                  <a:extLst>
                    <a:ext uri="{FF2B5EF4-FFF2-40B4-BE49-F238E27FC236}">
                      <a16:creationId xmlns:a16="http://schemas.microsoft.com/office/drawing/2014/main" id="{B5B45582-7FCE-9A6C-4E3C-35651219B506}"/>
                    </a:ext>
                  </a:extLst>
                </p14:cNvPr>
                <p14:cNvContentPartPr/>
                <p14:nvPr/>
              </p14:nvContentPartPr>
              <p14:xfrm>
                <a:off x="7793784" y="2847096"/>
                <a:ext cx="157320" cy="95040"/>
              </p14:xfrm>
            </p:contentPart>
          </mc:Choice>
          <mc:Fallback xmlns="">
            <p:pic>
              <p:nvPicPr>
                <p:cNvPr id="118" name="Ink 117">
                  <a:extLst>
                    <a:ext uri="{FF2B5EF4-FFF2-40B4-BE49-F238E27FC236}">
                      <a16:creationId xmlns:a16="http://schemas.microsoft.com/office/drawing/2014/main" id="{B5B45582-7FCE-9A6C-4E3C-35651219B506}"/>
                    </a:ext>
                  </a:extLst>
                </p:cNvPr>
                <p:cNvPicPr/>
                <p:nvPr/>
              </p:nvPicPr>
              <p:blipFill>
                <a:blip r:embed="rId181"/>
                <a:stretch>
                  <a:fillRect/>
                </a:stretch>
              </p:blipFill>
              <p:spPr>
                <a:xfrm>
                  <a:off x="7789464" y="2842776"/>
                  <a:ext cx="1659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9" name="Ink 118">
                  <a:extLst>
                    <a:ext uri="{FF2B5EF4-FFF2-40B4-BE49-F238E27FC236}">
                      <a16:creationId xmlns:a16="http://schemas.microsoft.com/office/drawing/2014/main" id="{5040CEB3-4A5E-774A-79A0-D0725AAE106F}"/>
                    </a:ext>
                  </a:extLst>
                </p14:cNvPr>
                <p14:cNvContentPartPr/>
                <p14:nvPr/>
              </p14:nvContentPartPr>
              <p14:xfrm>
                <a:off x="7980624" y="2707416"/>
                <a:ext cx="97560" cy="93600"/>
              </p14:xfrm>
            </p:contentPart>
          </mc:Choice>
          <mc:Fallback xmlns="">
            <p:pic>
              <p:nvPicPr>
                <p:cNvPr id="119" name="Ink 118">
                  <a:extLst>
                    <a:ext uri="{FF2B5EF4-FFF2-40B4-BE49-F238E27FC236}">
                      <a16:creationId xmlns:a16="http://schemas.microsoft.com/office/drawing/2014/main" id="{5040CEB3-4A5E-774A-79A0-D0725AAE106F}"/>
                    </a:ext>
                  </a:extLst>
                </p:cNvPr>
                <p:cNvPicPr/>
                <p:nvPr/>
              </p:nvPicPr>
              <p:blipFill>
                <a:blip r:embed="rId183"/>
                <a:stretch>
                  <a:fillRect/>
                </a:stretch>
              </p:blipFill>
              <p:spPr>
                <a:xfrm>
                  <a:off x="7976304" y="2703096"/>
                  <a:ext cx="1062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0" name="Ink 119">
                  <a:extLst>
                    <a:ext uri="{FF2B5EF4-FFF2-40B4-BE49-F238E27FC236}">
                      <a16:creationId xmlns:a16="http://schemas.microsoft.com/office/drawing/2014/main" id="{D55F4ABC-530D-7565-0AB5-62CCADDD5EC9}"/>
                    </a:ext>
                  </a:extLst>
                </p14:cNvPr>
                <p14:cNvContentPartPr/>
                <p14:nvPr/>
              </p14:nvContentPartPr>
              <p14:xfrm>
                <a:off x="8262504" y="2811096"/>
                <a:ext cx="228600" cy="112320"/>
              </p14:xfrm>
            </p:contentPart>
          </mc:Choice>
          <mc:Fallback xmlns="">
            <p:pic>
              <p:nvPicPr>
                <p:cNvPr id="120" name="Ink 119">
                  <a:extLst>
                    <a:ext uri="{FF2B5EF4-FFF2-40B4-BE49-F238E27FC236}">
                      <a16:creationId xmlns:a16="http://schemas.microsoft.com/office/drawing/2014/main" id="{D55F4ABC-530D-7565-0AB5-62CCADDD5EC9}"/>
                    </a:ext>
                  </a:extLst>
                </p:cNvPr>
                <p:cNvPicPr/>
                <p:nvPr/>
              </p:nvPicPr>
              <p:blipFill>
                <a:blip r:embed="rId185"/>
                <a:stretch>
                  <a:fillRect/>
                </a:stretch>
              </p:blipFill>
              <p:spPr>
                <a:xfrm>
                  <a:off x="8258184" y="2806776"/>
                  <a:ext cx="2372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1" name="Ink 120">
                  <a:extLst>
                    <a:ext uri="{FF2B5EF4-FFF2-40B4-BE49-F238E27FC236}">
                      <a16:creationId xmlns:a16="http://schemas.microsoft.com/office/drawing/2014/main" id="{9D91979C-68D2-A88E-2D37-34E0E1F1FBB7}"/>
                    </a:ext>
                  </a:extLst>
                </p14:cNvPr>
                <p14:cNvContentPartPr/>
                <p14:nvPr/>
              </p14:nvContentPartPr>
              <p14:xfrm>
                <a:off x="8459064" y="2785896"/>
                <a:ext cx="180000" cy="141120"/>
              </p14:xfrm>
            </p:contentPart>
          </mc:Choice>
          <mc:Fallback xmlns="">
            <p:pic>
              <p:nvPicPr>
                <p:cNvPr id="121" name="Ink 120">
                  <a:extLst>
                    <a:ext uri="{FF2B5EF4-FFF2-40B4-BE49-F238E27FC236}">
                      <a16:creationId xmlns:a16="http://schemas.microsoft.com/office/drawing/2014/main" id="{9D91979C-68D2-A88E-2D37-34E0E1F1FBB7}"/>
                    </a:ext>
                  </a:extLst>
                </p:cNvPr>
                <p:cNvPicPr/>
                <p:nvPr/>
              </p:nvPicPr>
              <p:blipFill>
                <a:blip r:embed="rId187"/>
                <a:stretch>
                  <a:fillRect/>
                </a:stretch>
              </p:blipFill>
              <p:spPr>
                <a:xfrm>
                  <a:off x="8454744" y="2781576"/>
                  <a:ext cx="1886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2" name="Ink 121">
                  <a:extLst>
                    <a:ext uri="{FF2B5EF4-FFF2-40B4-BE49-F238E27FC236}">
                      <a16:creationId xmlns:a16="http://schemas.microsoft.com/office/drawing/2014/main" id="{03D41009-60CF-9B02-6931-6CE727C97325}"/>
                    </a:ext>
                  </a:extLst>
                </p14:cNvPr>
                <p14:cNvContentPartPr/>
                <p14:nvPr/>
              </p14:nvContentPartPr>
              <p14:xfrm>
                <a:off x="8814744" y="2657376"/>
                <a:ext cx="87840" cy="311400"/>
              </p14:xfrm>
            </p:contentPart>
          </mc:Choice>
          <mc:Fallback xmlns="">
            <p:pic>
              <p:nvPicPr>
                <p:cNvPr id="122" name="Ink 121">
                  <a:extLst>
                    <a:ext uri="{FF2B5EF4-FFF2-40B4-BE49-F238E27FC236}">
                      <a16:creationId xmlns:a16="http://schemas.microsoft.com/office/drawing/2014/main" id="{03D41009-60CF-9B02-6931-6CE727C97325}"/>
                    </a:ext>
                  </a:extLst>
                </p:cNvPr>
                <p:cNvPicPr/>
                <p:nvPr/>
              </p:nvPicPr>
              <p:blipFill>
                <a:blip r:embed="rId189"/>
                <a:stretch>
                  <a:fillRect/>
                </a:stretch>
              </p:blipFill>
              <p:spPr>
                <a:xfrm>
                  <a:off x="8810424" y="2653056"/>
                  <a:ext cx="96480" cy="320040"/>
                </a:xfrm>
                <a:prstGeom prst="rect">
                  <a:avLst/>
                </a:prstGeom>
              </p:spPr>
            </p:pic>
          </mc:Fallback>
        </mc:AlternateContent>
      </p:grpSp>
      <p:grpSp>
        <p:nvGrpSpPr>
          <p:cNvPr id="147" name="Group 146">
            <a:extLst>
              <a:ext uri="{FF2B5EF4-FFF2-40B4-BE49-F238E27FC236}">
                <a16:creationId xmlns:a16="http://schemas.microsoft.com/office/drawing/2014/main" id="{015DDCBF-F7AB-46E4-C3CA-F4F13CF54B43}"/>
              </a:ext>
            </a:extLst>
          </p:cNvPr>
          <p:cNvGrpSpPr/>
          <p:nvPr/>
        </p:nvGrpSpPr>
        <p:grpSpPr>
          <a:xfrm>
            <a:off x="491904" y="3755376"/>
            <a:ext cx="533880" cy="182520"/>
            <a:chOff x="491904" y="3755376"/>
            <a:chExt cx="533880" cy="182520"/>
          </a:xfrm>
        </p:grpSpPr>
        <mc:AlternateContent xmlns:mc="http://schemas.openxmlformats.org/markup-compatibility/2006" xmlns:p14="http://schemas.microsoft.com/office/powerpoint/2010/main">
          <mc:Choice Requires="p14">
            <p:contentPart p14:bwMode="auto" r:id="rId190">
              <p14:nvContentPartPr>
                <p14:cNvPr id="125" name="Ink 124">
                  <a:extLst>
                    <a:ext uri="{FF2B5EF4-FFF2-40B4-BE49-F238E27FC236}">
                      <a16:creationId xmlns:a16="http://schemas.microsoft.com/office/drawing/2014/main" id="{D2146069-0304-7C8D-1101-E4E913EE7CD7}"/>
                    </a:ext>
                  </a:extLst>
                </p14:cNvPr>
                <p14:cNvContentPartPr/>
                <p14:nvPr/>
              </p14:nvContentPartPr>
              <p14:xfrm>
                <a:off x="491904" y="3755376"/>
                <a:ext cx="333000" cy="182520"/>
              </p14:xfrm>
            </p:contentPart>
          </mc:Choice>
          <mc:Fallback xmlns="">
            <p:pic>
              <p:nvPicPr>
                <p:cNvPr id="125" name="Ink 124">
                  <a:extLst>
                    <a:ext uri="{FF2B5EF4-FFF2-40B4-BE49-F238E27FC236}">
                      <a16:creationId xmlns:a16="http://schemas.microsoft.com/office/drawing/2014/main" id="{D2146069-0304-7C8D-1101-E4E913EE7CD7}"/>
                    </a:ext>
                  </a:extLst>
                </p:cNvPr>
                <p:cNvPicPr/>
                <p:nvPr/>
              </p:nvPicPr>
              <p:blipFill>
                <a:blip r:embed="rId191"/>
                <a:stretch>
                  <a:fillRect/>
                </a:stretch>
              </p:blipFill>
              <p:spPr>
                <a:xfrm>
                  <a:off x="487584" y="3751056"/>
                  <a:ext cx="3416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6" name="Ink 125">
                  <a:extLst>
                    <a:ext uri="{FF2B5EF4-FFF2-40B4-BE49-F238E27FC236}">
                      <a16:creationId xmlns:a16="http://schemas.microsoft.com/office/drawing/2014/main" id="{F7D389F6-1D08-2338-17A3-69C5EC0FD55F}"/>
                    </a:ext>
                  </a:extLst>
                </p14:cNvPr>
                <p14:cNvContentPartPr/>
                <p14:nvPr/>
              </p14:nvContentPartPr>
              <p14:xfrm>
                <a:off x="879984" y="3834216"/>
                <a:ext cx="145800" cy="86040"/>
              </p14:xfrm>
            </p:contentPart>
          </mc:Choice>
          <mc:Fallback xmlns="">
            <p:pic>
              <p:nvPicPr>
                <p:cNvPr id="126" name="Ink 125">
                  <a:extLst>
                    <a:ext uri="{FF2B5EF4-FFF2-40B4-BE49-F238E27FC236}">
                      <a16:creationId xmlns:a16="http://schemas.microsoft.com/office/drawing/2014/main" id="{F7D389F6-1D08-2338-17A3-69C5EC0FD55F}"/>
                    </a:ext>
                  </a:extLst>
                </p:cNvPr>
                <p:cNvPicPr/>
                <p:nvPr/>
              </p:nvPicPr>
              <p:blipFill>
                <a:blip r:embed="rId193"/>
                <a:stretch>
                  <a:fillRect/>
                </a:stretch>
              </p:blipFill>
              <p:spPr>
                <a:xfrm>
                  <a:off x="875664" y="3829896"/>
                  <a:ext cx="154440" cy="94680"/>
                </a:xfrm>
                <a:prstGeom prst="rect">
                  <a:avLst/>
                </a:prstGeom>
              </p:spPr>
            </p:pic>
          </mc:Fallback>
        </mc:AlternateContent>
      </p:grpSp>
      <p:grpSp>
        <p:nvGrpSpPr>
          <p:cNvPr id="146" name="Group 145">
            <a:extLst>
              <a:ext uri="{FF2B5EF4-FFF2-40B4-BE49-F238E27FC236}">
                <a16:creationId xmlns:a16="http://schemas.microsoft.com/office/drawing/2014/main" id="{DEAD507F-073F-8BB0-B440-AE26714833ED}"/>
              </a:ext>
            </a:extLst>
          </p:cNvPr>
          <p:cNvGrpSpPr/>
          <p:nvPr/>
        </p:nvGrpSpPr>
        <p:grpSpPr>
          <a:xfrm>
            <a:off x="1333224" y="3761856"/>
            <a:ext cx="505800" cy="233640"/>
            <a:chOff x="1333224" y="3761856"/>
            <a:chExt cx="505800" cy="233640"/>
          </a:xfrm>
        </p:grpSpPr>
        <mc:AlternateContent xmlns:mc="http://schemas.openxmlformats.org/markup-compatibility/2006" xmlns:p14="http://schemas.microsoft.com/office/powerpoint/2010/main">
          <mc:Choice Requires="p14">
            <p:contentPart p14:bwMode="auto" r:id="rId194">
              <p14:nvContentPartPr>
                <p14:cNvPr id="127" name="Ink 126">
                  <a:extLst>
                    <a:ext uri="{FF2B5EF4-FFF2-40B4-BE49-F238E27FC236}">
                      <a16:creationId xmlns:a16="http://schemas.microsoft.com/office/drawing/2014/main" id="{155F3651-BED3-0A03-0AF6-1EAE6D5FC0A4}"/>
                    </a:ext>
                  </a:extLst>
                </p14:cNvPr>
                <p14:cNvContentPartPr/>
                <p14:nvPr/>
              </p14:nvContentPartPr>
              <p14:xfrm>
                <a:off x="1333224" y="3767616"/>
                <a:ext cx="92520" cy="111960"/>
              </p14:xfrm>
            </p:contentPart>
          </mc:Choice>
          <mc:Fallback xmlns="">
            <p:pic>
              <p:nvPicPr>
                <p:cNvPr id="127" name="Ink 126">
                  <a:extLst>
                    <a:ext uri="{FF2B5EF4-FFF2-40B4-BE49-F238E27FC236}">
                      <a16:creationId xmlns:a16="http://schemas.microsoft.com/office/drawing/2014/main" id="{155F3651-BED3-0A03-0AF6-1EAE6D5FC0A4}"/>
                    </a:ext>
                  </a:extLst>
                </p:cNvPr>
                <p:cNvPicPr/>
                <p:nvPr/>
              </p:nvPicPr>
              <p:blipFill>
                <a:blip r:embed="rId195"/>
                <a:stretch>
                  <a:fillRect/>
                </a:stretch>
              </p:blipFill>
              <p:spPr>
                <a:xfrm>
                  <a:off x="1328904" y="3763296"/>
                  <a:ext cx="1011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8" name="Ink 127">
                  <a:extLst>
                    <a:ext uri="{FF2B5EF4-FFF2-40B4-BE49-F238E27FC236}">
                      <a16:creationId xmlns:a16="http://schemas.microsoft.com/office/drawing/2014/main" id="{7191BC3F-33F2-2E22-493D-636D14F6C3DF}"/>
                    </a:ext>
                  </a:extLst>
                </p14:cNvPr>
                <p14:cNvContentPartPr/>
                <p14:nvPr/>
              </p14:nvContentPartPr>
              <p14:xfrm>
                <a:off x="1457424" y="3766536"/>
                <a:ext cx="187560" cy="83520"/>
              </p14:xfrm>
            </p:contentPart>
          </mc:Choice>
          <mc:Fallback xmlns="">
            <p:pic>
              <p:nvPicPr>
                <p:cNvPr id="128" name="Ink 127">
                  <a:extLst>
                    <a:ext uri="{FF2B5EF4-FFF2-40B4-BE49-F238E27FC236}">
                      <a16:creationId xmlns:a16="http://schemas.microsoft.com/office/drawing/2014/main" id="{7191BC3F-33F2-2E22-493D-636D14F6C3DF}"/>
                    </a:ext>
                  </a:extLst>
                </p:cNvPr>
                <p:cNvPicPr/>
                <p:nvPr/>
              </p:nvPicPr>
              <p:blipFill>
                <a:blip r:embed="rId197"/>
                <a:stretch>
                  <a:fillRect/>
                </a:stretch>
              </p:blipFill>
              <p:spPr>
                <a:xfrm>
                  <a:off x="1453104" y="3762216"/>
                  <a:ext cx="1962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9" name="Ink 128">
                  <a:extLst>
                    <a:ext uri="{FF2B5EF4-FFF2-40B4-BE49-F238E27FC236}">
                      <a16:creationId xmlns:a16="http://schemas.microsoft.com/office/drawing/2014/main" id="{EEA9486F-1039-DB00-7968-B520454A104B}"/>
                    </a:ext>
                  </a:extLst>
                </p14:cNvPr>
                <p14:cNvContentPartPr/>
                <p14:nvPr/>
              </p14:nvContentPartPr>
              <p14:xfrm>
                <a:off x="1670184" y="3784896"/>
                <a:ext cx="113400" cy="29160"/>
              </p14:xfrm>
            </p:contentPart>
          </mc:Choice>
          <mc:Fallback xmlns="">
            <p:pic>
              <p:nvPicPr>
                <p:cNvPr id="129" name="Ink 128">
                  <a:extLst>
                    <a:ext uri="{FF2B5EF4-FFF2-40B4-BE49-F238E27FC236}">
                      <a16:creationId xmlns:a16="http://schemas.microsoft.com/office/drawing/2014/main" id="{EEA9486F-1039-DB00-7968-B520454A104B}"/>
                    </a:ext>
                  </a:extLst>
                </p:cNvPr>
                <p:cNvPicPr/>
                <p:nvPr/>
              </p:nvPicPr>
              <p:blipFill>
                <a:blip r:embed="rId199"/>
                <a:stretch>
                  <a:fillRect/>
                </a:stretch>
              </p:blipFill>
              <p:spPr>
                <a:xfrm>
                  <a:off x="1665864" y="3780576"/>
                  <a:ext cx="1220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0" name="Ink 129">
                  <a:extLst>
                    <a:ext uri="{FF2B5EF4-FFF2-40B4-BE49-F238E27FC236}">
                      <a16:creationId xmlns:a16="http://schemas.microsoft.com/office/drawing/2014/main" id="{508652DF-8780-69D2-5299-9F986AE74CA0}"/>
                    </a:ext>
                  </a:extLst>
                </p14:cNvPr>
                <p14:cNvContentPartPr/>
                <p14:nvPr/>
              </p14:nvContentPartPr>
              <p14:xfrm>
                <a:off x="1628424" y="3761856"/>
                <a:ext cx="210600" cy="233640"/>
              </p14:xfrm>
            </p:contentPart>
          </mc:Choice>
          <mc:Fallback xmlns="">
            <p:pic>
              <p:nvPicPr>
                <p:cNvPr id="130" name="Ink 129">
                  <a:extLst>
                    <a:ext uri="{FF2B5EF4-FFF2-40B4-BE49-F238E27FC236}">
                      <a16:creationId xmlns:a16="http://schemas.microsoft.com/office/drawing/2014/main" id="{508652DF-8780-69D2-5299-9F986AE74CA0}"/>
                    </a:ext>
                  </a:extLst>
                </p:cNvPr>
                <p:cNvPicPr/>
                <p:nvPr/>
              </p:nvPicPr>
              <p:blipFill>
                <a:blip r:embed="rId201"/>
                <a:stretch>
                  <a:fillRect/>
                </a:stretch>
              </p:blipFill>
              <p:spPr>
                <a:xfrm>
                  <a:off x="1624104" y="3757536"/>
                  <a:ext cx="219240" cy="242280"/>
                </a:xfrm>
                <a:prstGeom prst="rect">
                  <a:avLst/>
                </a:prstGeom>
              </p:spPr>
            </p:pic>
          </mc:Fallback>
        </mc:AlternateContent>
      </p:grpSp>
      <p:grpSp>
        <p:nvGrpSpPr>
          <p:cNvPr id="145" name="Group 144">
            <a:extLst>
              <a:ext uri="{FF2B5EF4-FFF2-40B4-BE49-F238E27FC236}">
                <a16:creationId xmlns:a16="http://schemas.microsoft.com/office/drawing/2014/main" id="{78B49476-6ED9-AF49-29D0-3F4B08D6AF24}"/>
              </a:ext>
            </a:extLst>
          </p:cNvPr>
          <p:cNvGrpSpPr/>
          <p:nvPr/>
        </p:nvGrpSpPr>
        <p:grpSpPr>
          <a:xfrm>
            <a:off x="2118384" y="3600216"/>
            <a:ext cx="360360" cy="195120"/>
            <a:chOff x="2118384" y="3600216"/>
            <a:chExt cx="360360" cy="195120"/>
          </a:xfrm>
        </p:grpSpPr>
        <mc:AlternateContent xmlns:mc="http://schemas.openxmlformats.org/markup-compatibility/2006" xmlns:p14="http://schemas.microsoft.com/office/powerpoint/2010/main">
          <mc:Choice Requires="p14">
            <p:contentPart p14:bwMode="auto" r:id="rId202">
              <p14:nvContentPartPr>
                <p14:cNvPr id="131" name="Ink 130">
                  <a:extLst>
                    <a:ext uri="{FF2B5EF4-FFF2-40B4-BE49-F238E27FC236}">
                      <a16:creationId xmlns:a16="http://schemas.microsoft.com/office/drawing/2014/main" id="{B7105FAE-309E-408B-146E-684F26F50FA5}"/>
                    </a:ext>
                  </a:extLst>
                </p14:cNvPr>
                <p14:cNvContentPartPr/>
                <p14:nvPr/>
              </p14:nvContentPartPr>
              <p14:xfrm>
                <a:off x="2118384" y="3729816"/>
                <a:ext cx="168840" cy="65520"/>
              </p14:xfrm>
            </p:contentPart>
          </mc:Choice>
          <mc:Fallback xmlns="">
            <p:pic>
              <p:nvPicPr>
                <p:cNvPr id="131" name="Ink 130">
                  <a:extLst>
                    <a:ext uri="{FF2B5EF4-FFF2-40B4-BE49-F238E27FC236}">
                      <a16:creationId xmlns:a16="http://schemas.microsoft.com/office/drawing/2014/main" id="{B7105FAE-309E-408B-146E-684F26F50FA5}"/>
                    </a:ext>
                  </a:extLst>
                </p:cNvPr>
                <p:cNvPicPr/>
                <p:nvPr/>
              </p:nvPicPr>
              <p:blipFill>
                <a:blip r:embed="rId203"/>
                <a:stretch>
                  <a:fillRect/>
                </a:stretch>
              </p:blipFill>
              <p:spPr>
                <a:xfrm>
                  <a:off x="2114064" y="3725496"/>
                  <a:ext cx="1774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2" name="Ink 131">
                  <a:extLst>
                    <a:ext uri="{FF2B5EF4-FFF2-40B4-BE49-F238E27FC236}">
                      <a16:creationId xmlns:a16="http://schemas.microsoft.com/office/drawing/2014/main" id="{BD276247-CF0C-89D6-434E-9826CFD2A9A8}"/>
                    </a:ext>
                  </a:extLst>
                </p14:cNvPr>
                <p14:cNvContentPartPr/>
                <p14:nvPr/>
              </p14:nvContentPartPr>
              <p14:xfrm>
                <a:off x="2353824" y="3600216"/>
                <a:ext cx="124920" cy="68760"/>
              </p14:xfrm>
            </p:contentPart>
          </mc:Choice>
          <mc:Fallback xmlns="">
            <p:pic>
              <p:nvPicPr>
                <p:cNvPr id="132" name="Ink 131">
                  <a:extLst>
                    <a:ext uri="{FF2B5EF4-FFF2-40B4-BE49-F238E27FC236}">
                      <a16:creationId xmlns:a16="http://schemas.microsoft.com/office/drawing/2014/main" id="{BD276247-CF0C-89D6-434E-9826CFD2A9A8}"/>
                    </a:ext>
                  </a:extLst>
                </p:cNvPr>
                <p:cNvPicPr/>
                <p:nvPr/>
              </p:nvPicPr>
              <p:blipFill>
                <a:blip r:embed="rId205"/>
                <a:stretch>
                  <a:fillRect/>
                </a:stretch>
              </p:blipFill>
              <p:spPr>
                <a:xfrm>
                  <a:off x="2349504" y="3595896"/>
                  <a:ext cx="133560" cy="77400"/>
                </a:xfrm>
                <a:prstGeom prst="rect">
                  <a:avLst/>
                </a:prstGeom>
              </p:spPr>
            </p:pic>
          </mc:Fallback>
        </mc:AlternateContent>
      </p:grpSp>
      <p:grpSp>
        <p:nvGrpSpPr>
          <p:cNvPr id="144" name="Group 143">
            <a:extLst>
              <a:ext uri="{FF2B5EF4-FFF2-40B4-BE49-F238E27FC236}">
                <a16:creationId xmlns:a16="http://schemas.microsoft.com/office/drawing/2014/main" id="{8C091AB1-91D4-0E7A-5DCC-43DDBE5FEB39}"/>
              </a:ext>
            </a:extLst>
          </p:cNvPr>
          <p:cNvGrpSpPr/>
          <p:nvPr/>
        </p:nvGrpSpPr>
        <p:grpSpPr>
          <a:xfrm>
            <a:off x="2841624" y="3362256"/>
            <a:ext cx="1751040" cy="380160"/>
            <a:chOff x="2841624" y="3362256"/>
            <a:chExt cx="1751040" cy="380160"/>
          </a:xfrm>
        </p:grpSpPr>
        <mc:AlternateContent xmlns:mc="http://schemas.openxmlformats.org/markup-compatibility/2006" xmlns:p14="http://schemas.microsoft.com/office/powerpoint/2010/main">
          <mc:Choice Requires="p14">
            <p:contentPart p14:bwMode="auto" r:id="rId206">
              <p14:nvContentPartPr>
                <p14:cNvPr id="133" name="Ink 132">
                  <a:extLst>
                    <a:ext uri="{FF2B5EF4-FFF2-40B4-BE49-F238E27FC236}">
                      <a16:creationId xmlns:a16="http://schemas.microsoft.com/office/drawing/2014/main" id="{2610FA7E-2EA2-A7E9-804B-31A97F6EA9F6}"/>
                    </a:ext>
                  </a:extLst>
                </p14:cNvPr>
                <p14:cNvContentPartPr/>
                <p14:nvPr/>
              </p14:nvContentPartPr>
              <p14:xfrm>
                <a:off x="2841624" y="3494736"/>
                <a:ext cx="338760" cy="247680"/>
              </p14:xfrm>
            </p:contentPart>
          </mc:Choice>
          <mc:Fallback xmlns="">
            <p:pic>
              <p:nvPicPr>
                <p:cNvPr id="133" name="Ink 132">
                  <a:extLst>
                    <a:ext uri="{FF2B5EF4-FFF2-40B4-BE49-F238E27FC236}">
                      <a16:creationId xmlns:a16="http://schemas.microsoft.com/office/drawing/2014/main" id="{2610FA7E-2EA2-A7E9-804B-31A97F6EA9F6}"/>
                    </a:ext>
                  </a:extLst>
                </p:cNvPr>
                <p:cNvPicPr/>
                <p:nvPr/>
              </p:nvPicPr>
              <p:blipFill>
                <a:blip r:embed="rId207"/>
                <a:stretch>
                  <a:fillRect/>
                </a:stretch>
              </p:blipFill>
              <p:spPr>
                <a:xfrm>
                  <a:off x="2837304" y="3490416"/>
                  <a:ext cx="347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4" name="Ink 133">
                  <a:extLst>
                    <a:ext uri="{FF2B5EF4-FFF2-40B4-BE49-F238E27FC236}">
                      <a16:creationId xmlns:a16="http://schemas.microsoft.com/office/drawing/2014/main" id="{E3494594-5B3B-0D5F-BD65-948EB94C65E1}"/>
                    </a:ext>
                  </a:extLst>
                </p14:cNvPr>
                <p14:cNvContentPartPr/>
                <p14:nvPr/>
              </p14:nvContentPartPr>
              <p14:xfrm>
                <a:off x="3129264" y="3623256"/>
                <a:ext cx="119160" cy="102240"/>
              </p14:xfrm>
            </p:contentPart>
          </mc:Choice>
          <mc:Fallback xmlns="">
            <p:pic>
              <p:nvPicPr>
                <p:cNvPr id="134" name="Ink 133">
                  <a:extLst>
                    <a:ext uri="{FF2B5EF4-FFF2-40B4-BE49-F238E27FC236}">
                      <a16:creationId xmlns:a16="http://schemas.microsoft.com/office/drawing/2014/main" id="{E3494594-5B3B-0D5F-BD65-948EB94C65E1}"/>
                    </a:ext>
                  </a:extLst>
                </p:cNvPr>
                <p:cNvPicPr/>
                <p:nvPr/>
              </p:nvPicPr>
              <p:blipFill>
                <a:blip r:embed="rId209"/>
                <a:stretch>
                  <a:fillRect/>
                </a:stretch>
              </p:blipFill>
              <p:spPr>
                <a:xfrm>
                  <a:off x="3124944" y="3618936"/>
                  <a:ext cx="1278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5" name="Ink 134">
                  <a:extLst>
                    <a:ext uri="{FF2B5EF4-FFF2-40B4-BE49-F238E27FC236}">
                      <a16:creationId xmlns:a16="http://schemas.microsoft.com/office/drawing/2014/main" id="{65F103DD-EA85-97D6-2F98-B4B977EDD1E6}"/>
                    </a:ext>
                  </a:extLst>
                </p14:cNvPr>
                <p14:cNvContentPartPr/>
                <p14:nvPr/>
              </p14:nvContentPartPr>
              <p14:xfrm>
                <a:off x="3314664" y="3605976"/>
                <a:ext cx="298440" cy="101880"/>
              </p14:xfrm>
            </p:contentPart>
          </mc:Choice>
          <mc:Fallback xmlns="">
            <p:pic>
              <p:nvPicPr>
                <p:cNvPr id="135" name="Ink 134">
                  <a:extLst>
                    <a:ext uri="{FF2B5EF4-FFF2-40B4-BE49-F238E27FC236}">
                      <a16:creationId xmlns:a16="http://schemas.microsoft.com/office/drawing/2014/main" id="{65F103DD-EA85-97D6-2F98-B4B977EDD1E6}"/>
                    </a:ext>
                  </a:extLst>
                </p:cNvPr>
                <p:cNvPicPr/>
                <p:nvPr/>
              </p:nvPicPr>
              <p:blipFill>
                <a:blip r:embed="rId211"/>
                <a:stretch>
                  <a:fillRect/>
                </a:stretch>
              </p:blipFill>
              <p:spPr>
                <a:xfrm>
                  <a:off x="3310344" y="3601656"/>
                  <a:ext cx="3070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6" name="Ink 135">
                  <a:extLst>
                    <a:ext uri="{FF2B5EF4-FFF2-40B4-BE49-F238E27FC236}">
                      <a16:creationId xmlns:a16="http://schemas.microsoft.com/office/drawing/2014/main" id="{765DB11F-03EA-A977-B768-52AD9B8CC806}"/>
                    </a:ext>
                  </a:extLst>
                </p14:cNvPr>
                <p14:cNvContentPartPr/>
                <p14:nvPr/>
              </p14:nvContentPartPr>
              <p14:xfrm>
                <a:off x="3689064" y="3603456"/>
                <a:ext cx="25920" cy="41760"/>
              </p14:xfrm>
            </p:contentPart>
          </mc:Choice>
          <mc:Fallback xmlns="">
            <p:pic>
              <p:nvPicPr>
                <p:cNvPr id="136" name="Ink 135">
                  <a:extLst>
                    <a:ext uri="{FF2B5EF4-FFF2-40B4-BE49-F238E27FC236}">
                      <a16:creationId xmlns:a16="http://schemas.microsoft.com/office/drawing/2014/main" id="{765DB11F-03EA-A977-B768-52AD9B8CC806}"/>
                    </a:ext>
                  </a:extLst>
                </p:cNvPr>
                <p:cNvPicPr/>
                <p:nvPr/>
              </p:nvPicPr>
              <p:blipFill>
                <a:blip r:embed="rId213"/>
                <a:stretch>
                  <a:fillRect/>
                </a:stretch>
              </p:blipFill>
              <p:spPr>
                <a:xfrm>
                  <a:off x="3684744" y="3599136"/>
                  <a:ext cx="345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7" name="Ink 136">
                  <a:extLst>
                    <a:ext uri="{FF2B5EF4-FFF2-40B4-BE49-F238E27FC236}">
                      <a16:creationId xmlns:a16="http://schemas.microsoft.com/office/drawing/2014/main" id="{9F432CB4-C7BE-E61D-AAD4-420E013BE207}"/>
                    </a:ext>
                  </a:extLst>
                </p14:cNvPr>
                <p14:cNvContentPartPr/>
                <p14:nvPr/>
              </p14:nvContentPartPr>
              <p14:xfrm>
                <a:off x="3799944" y="3401496"/>
                <a:ext cx="37440" cy="156240"/>
              </p14:xfrm>
            </p:contentPart>
          </mc:Choice>
          <mc:Fallback xmlns="">
            <p:pic>
              <p:nvPicPr>
                <p:cNvPr id="137" name="Ink 136">
                  <a:extLst>
                    <a:ext uri="{FF2B5EF4-FFF2-40B4-BE49-F238E27FC236}">
                      <a16:creationId xmlns:a16="http://schemas.microsoft.com/office/drawing/2014/main" id="{9F432CB4-C7BE-E61D-AAD4-420E013BE207}"/>
                    </a:ext>
                  </a:extLst>
                </p:cNvPr>
                <p:cNvPicPr/>
                <p:nvPr/>
              </p:nvPicPr>
              <p:blipFill>
                <a:blip r:embed="rId215"/>
                <a:stretch>
                  <a:fillRect/>
                </a:stretch>
              </p:blipFill>
              <p:spPr>
                <a:xfrm>
                  <a:off x="3795624" y="3397176"/>
                  <a:ext cx="460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8" name="Ink 137">
                  <a:extLst>
                    <a:ext uri="{FF2B5EF4-FFF2-40B4-BE49-F238E27FC236}">
                      <a16:creationId xmlns:a16="http://schemas.microsoft.com/office/drawing/2014/main" id="{37FEEAA0-7B94-CEAA-E19B-D87F29E79115}"/>
                    </a:ext>
                  </a:extLst>
                </p14:cNvPr>
                <p14:cNvContentPartPr/>
                <p14:nvPr/>
              </p14:nvContentPartPr>
              <p14:xfrm>
                <a:off x="3781224" y="3589416"/>
                <a:ext cx="189720" cy="42120"/>
              </p14:xfrm>
            </p:contentPart>
          </mc:Choice>
          <mc:Fallback xmlns="">
            <p:pic>
              <p:nvPicPr>
                <p:cNvPr id="138" name="Ink 137">
                  <a:extLst>
                    <a:ext uri="{FF2B5EF4-FFF2-40B4-BE49-F238E27FC236}">
                      <a16:creationId xmlns:a16="http://schemas.microsoft.com/office/drawing/2014/main" id="{37FEEAA0-7B94-CEAA-E19B-D87F29E79115}"/>
                    </a:ext>
                  </a:extLst>
                </p:cNvPr>
                <p:cNvPicPr/>
                <p:nvPr/>
              </p:nvPicPr>
              <p:blipFill>
                <a:blip r:embed="rId217"/>
                <a:stretch>
                  <a:fillRect/>
                </a:stretch>
              </p:blipFill>
              <p:spPr>
                <a:xfrm>
                  <a:off x="3776904" y="3585096"/>
                  <a:ext cx="1983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9" name="Ink 138">
                  <a:extLst>
                    <a:ext uri="{FF2B5EF4-FFF2-40B4-BE49-F238E27FC236}">
                      <a16:creationId xmlns:a16="http://schemas.microsoft.com/office/drawing/2014/main" id="{795EBF20-E708-C829-806D-303990F695D6}"/>
                    </a:ext>
                  </a:extLst>
                </p14:cNvPr>
                <p14:cNvContentPartPr/>
                <p14:nvPr/>
              </p14:nvContentPartPr>
              <p14:xfrm>
                <a:off x="4009104" y="3562056"/>
                <a:ext cx="119160" cy="57240"/>
              </p14:xfrm>
            </p:contentPart>
          </mc:Choice>
          <mc:Fallback xmlns="">
            <p:pic>
              <p:nvPicPr>
                <p:cNvPr id="139" name="Ink 138">
                  <a:extLst>
                    <a:ext uri="{FF2B5EF4-FFF2-40B4-BE49-F238E27FC236}">
                      <a16:creationId xmlns:a16="http://schemas.microsoft.com/office/drawing/2014/main" id="{795EBF20-E708-C829-806D-303990F695D6}"/>
                    </a:ext>
                  </a:extLst>
                </p:cNvPr>
                <p:cNvPicPr/>
                <p:nvPr/>
              </p:nvPicPr>
              <p:blipFill>
                <a:blip r:embed="rId219"/>
                <a:stretch>
                  <a:fillRect/>
                </a:stretch>
              </p:blipFill>
              <p:spPr>
                <a:xfrm>
                  <a:off x="4004784" y="3557736"/>
                  <a:ext cx="1278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0" name="Ink 139">
                  <a:extLst>
                    <a:ext uri="{FF2B5EF4-FFF2-40B4-BE49-F238E27FC236}">
                      <a16:creationId xmlns:a16="http://schemas.microsoft.com/office/drawing/2014/main" id="{27490E0D-2C75-A10C-5249-BB6035A627CE}"/>
                    </a:ext>
                  </a:extLst>
                </p14:cNvPr>
                <p14:cNvContentPartPr/>
                <p14:nvPr/>
              </p14:nvContentPartPr>
              <p14:xfrm>
                <a:off x="4278024" y="3362256"/>
                <a:ext cx="81360" cy="227880"/>
              </p14:xfrm>
            </p:contentPart>
          </mc:Choice>
          <mc:Fallback xmlns="">
            <p:pic>
              <p:nvPicPr>
                <p:cNvPr id="140" name="Ink 139">
                  <a:extLst>
                    <a:ext uri="{FF2B5EF4-FFF2-40B4-BE49-F238E27FC236}">
                      <a16:creationId xmlns:a16="http://schemas.microsoft.com/office/drawing/2014/main" id="{27490E0D-2C75-A10C-5249-BB6035A627CE}"/>
                    </a:ext>
                  </a:extLst>
                </p:cNvPr>
                <p:cNvPicPr/>
                <p:nvPr/>
              </p:nvPicPr>
              <p:blipFill>
                <a:blip r:embed="rId221"/>
                <a:stretch>
                  <a:fillRect/>
                </a:stretch>
              </p:blipFill>
              <p:spPr>
                <a:xfrm>
                  <a:off x="4273704" y="3357936"/>
                  <a:ext cx="900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1" name="Ink 140">
                  <a:extLst>
                    <a:ext uri="{FF2B5EF4-FFF2-40B4-BE49-F238E27FC236}">
                      <a16:creationId xmlns:a16="http://schemas.microsoft.com/office/drawing/2014/main" id="{9C431380-15CB-DBC7-609F-DD2E9EE3757E}"/>
                    </a:ext>
                  </a:extLst>
                </p14:cNvPr>
                <p14:cNvContentPartPr/>
                <p14:nvPr/>
              </p14:nvContentPartPr>
              <p14:xfrm>
                <a:off x="4217904" y="3487896"/>
                <a:ext cx="132120" cy="8280"/>
              </p14:xfrm>
            </p:contentPart>
          </mc:Choice>
          <mc:Fallback xmlns="">
            <p:pic>
              <p:nvPicPr>
                <p:cNvPr id="141" name="Ink 140">
                  <a:extLst>
                    <a:ext uri="{FF2B5EF4-FFF2-40B4-BE49-F238E27FC236}">
                      <a16:creationId xmlns:a16="http://schemas.microsoft.com/office/drawing/2014/main" id="{9C431380-15CB-DBC7-609F-DD2E9EE3757E}"/>
                    </a:ext>
                  </a:extLst>
                </p:cNvPr>
                <p:cNvPicPr/>
                <p:nvPr/>
              </p:nvPicPr>
              <p:blipFill>
                <a:blip r:embed="rId223"/>
                <a:stretch>
                  <a:fillRect/>
                </a:stretch>
              </p:blipFill>
              <p:spPr>
                <a:xfrm>
                  <a:off x="4213584" y="3483576"/>
                  <a:ext cx="14076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2" name="Ink 141">
                  <a:extLst>
                    <a:ext uri="{FF2B5EF4-FFF2-40B4-BE49-F238E27FC236}">
                      <a16:creationId xmlns:a16="http://schemas.microsoft.com/office/drawing/2014/main" id="{009DF3DA-6916-DD60-75D6-EB3F0535BF9C}"/>
                    </a:ext>
                  </a:extLst>
                </p14:cNvPr>
                <p14:cNvContentPartPr/>
                <p14:nvPr/>
              </p14:nvContentPartPr>
              <p14:xfrm>
                <a:off x="4340304" y="3527136"/>
                <a:ext cx="95040" cy="96120"/>
              </p14:xfrm>
            </p:contentPart>
          </mc:Choice>
          <mc:Fallback xmlns="">
            <p:pic>
              <p:nvPicPr>
                <p:cNvPr id="142" name="Ink 141">
                  <a:extLst>
                    <a:ext uri="{FF2B5EF4-FFF2-40B4-BE49-F238E27FC236}">
                      <a16:creationId xmlns:a16="http://schemas.microsoft.com/office/drawing/2014/main" id="{009DF3DA-6916-DD60-75D6-EB3F0535BF9C}"/>
                    </a:ext>
                  </a:extLst>
                </p:cNvPr>
                <p:cNvPicPr/>
                <p:nvPr/>
              </p:nvPicPr>
              <p:blipFill>
                <a:blip r:embed="rId225"/>
                <a:stretch>
                  <a:fillRect/>
                </a:stretch>
              </p:blipFill>
              <p:spPr>
                <a:xfrm>
                  <a:off x="4335984" y="3522816"/>
                  <a:ext cx="1036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3" name="Ink 142">
                  <a:extLst>
                    <a:ext uri="{FF2B5EF4-FFF2-40B4-BE49-F238E27FC236}">
                      <a16:creationId xmlns:a16="http://schemas.microsoft.com/office/drawing/2014/main" id="{39970AE1-BDAF-916B-8F11-37F6C99A378F}"/>
                    </a:ext>
                  </a:extLst>
                </p14:cNvPr>
                <p14:cNvContentPartPr/>
                <p14:nvPr/>
              </p14:nvContentPartPr>
              <p14:xfrm>
                <a:off x="4481424" y="3514176"/>
                <a:ext cx="111240" cy="82800"/>
              </p14:xfrm>
            </p:contentPart>
          </mc:Choice>
          <mc:Fallback xmlns="">
            <p:pic>
              <p:nvPicPr>
                <p:cNvPr id="143" name="Ink 142">
                  <a:extLst>
                    <a:ext uri="{FF2B5EF4-FFF2-40B4-BE49-F238E27FC236}">
                      <a16:creationId xmlns:a16="http://schemas.microsoft.com/office/drawing/2014/main" id="{39970AE1-BDAF-916B-8F11-37F6C99A378F}"/>
                    </a:ext>
                  </a:extLst>
                </p:cNvPr>
                <p:cNvPicPr/>
                <p:nvPr/>
              </p:nvPicPr>
              <p:blipFill>
                <a:blip r:embed="rId227"/>
                <a:stretch>
                  <a:fillRect/>
                </a:stretch>
              </p:blipFill>
              <p:spPr>
                <a:xfrm>
                  <a:off x="4477104" y="3509856"/>
                  <a:ext cx="119880" cy="91440"/>
                </a:xfrm>
                <a:prstGeom prst="rect">
                  <a:avLst/>
                </a:prstGeom>
              </p:spPr>
            </p:pic>
          </mc:Fallback>
        </mc:AlternateContent>
      </p:grpSp>
      <p:grpSp>
        <p:nvGrpSpPr>
          <p:cNvPr id="163" name="Group 162">
            <a:extLst>
              <a:ext uri="{FF2B5EF4-FFF2-40B4-BE49-F238E27FC236}">
                <a16:creationId xmlns:a16="http://schemas.microsoft.com/office/drawing/2014/main" id="{E75F1FD1-3267-E4E6-5CA4-3FB3D3FC838F}"/>
              </a:ext>
            </a:extLst>
          </p:cNvPr>
          <p:cNvGrpSpPr/>
          <p:nvPr/>
        </p:nvGrpSpPr>
        <p:grpSpPr>
          <a:xfrm>
            <a:off x="4954824" y="3308976"/>
            <a:ext cx="489960" cy="268200"/>
            <a:chOff x="4954824" y="3308976"/>
            <a:chExt cx="489960" cy="268200"/>
          </a:xfrm>
        </p:grpSpPr>
        <mc:AlternateContent xmlns:mc="http://schemas.openxmlformats.org/markup-compatibility/2006" xmlns:p14="http://schemas.microsoft.com/office/powerpoint/2010/main">
          <mc:Choice Requires="p14">
            <p:contentPart p14:bwMode="auto" r:id="rId228">
              <p14:nvContentPartPr>
                <p14:cNvPr id="148" name="Ink 147">
                  <a:extLst>
                    <a:ext uri="{FF2B5EF4-FFF2-40B4-BE49-F238E27FC236}">
                      <a16:creationId xmlns:a16="http://schemas.microsoft.com/office/drawing/2014/main" id="{D824CE0A-A896-4892-A4C4-21AC420C070A}"/>
                    </a:ext>
                  </a:extLst>
                </p14:cNvPr>
                <p14:cNvContentPartPr/>
                <p14:nvPr/>
              </p14:nvContentPartPr>
              <p14:xfrm>
                <a:off x="4954824" y="3371256"/>
                <a:ext cx="136800" cy="205920"/>
              </p14:xfrm>
            </p:contentPart>
          </mc:Choice>
          <mc:Fallback xmlns="">
            <p:pic>
              <p:nvPicPr>
                <p:cNvPr id="148" name="Ink 147">
                  <a:extLst>
                    <a:ext uri="{FF2B5EF4-FFF2-40B4-BE49-F238E27FC236}">
                      <a16:creationId xmlns:a16="http://schemas.microsoft.com/office/drawing/2014/main" id="{D824CE0A-A896-4892-A4C4-21AC420C070A}"/>
                    </a:ext>
                  </a:extLst>
                </p:cNvPr>
                <p:cNvPicPr/>
                <p:nvPr/>
              </p:nvPicPr>
              <p:blipFill>
                <a:blip r:embed="rId229"/>
                <a:stretch>
                  <a:fillRect/>
                </a:stretch>
              </p:blipFill>
              <p:spPr>
                <a:xfrm>
                  <a:off x="4950504" y="3366936"/>
                  <a:ext cx="14544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9" name="Ink 148">
                  <a:extLst>
                    <a:ext uri="{FF2B5EF4-FFF2-40B4-BE49-F238E27FC236}">
                      <a16:creationId xmlns:a16="http://schemas.microsoft.com/office/drawing/2014/main" id="{E98A9CCD-2BFB-58A5-B40B-C2CFE9E54BC0}"/>
                    </a:ext>
                  </a:extLst>
                </p14:cNvPr>
                <p14:cNvContentPartPr/>
                <p14:nvPr/>
              </p14:nvContentPartPr>
              <p14:xfrm>
                <a:off x="5014944" y="3308976"/>
                <a:ext cx="342360" cy="177120"/>
              </p14:xfrm>
            </p:contentPart>
          </mc:Choice>
          <mc:Fallback xmlns="">
            <p:pic>
              <p:nvPicPr>
                <p:cNvPr id="149" name="Ink 148">
                  <a:extLst>
                    <a:ext uri="{FF2B5EF4-FFF2-40B4-BE49-F238E27FC236}">
                      <a16:creationId xmlns:a16="http://schemas.microsoft.com/office/drawing/2014/main" id="{E98A9CCD-2BFB-58A5-B40B-C2CFE9E54BC0}"/>
                    </a:ext>
                  </a:extLst>
                </p:cNvPr>
                <p:cNvPicPr/>
                <p:nvPr/>
              </p:nvPicPr>
              <p:blipFill>
                <a:blip r:embed="rId231"/>
                <a:stretch>
                  <a:fillRect/>
                </a:stretch>
              </p:blipFill>
              <p:spPr>
                <a:xfrm>
                  <a:off x="5010624" y="3304656"/>
                  <a:ext cx="3510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50" name="Ink 149">
                  <a:extLst>
                    <a:ext uri="{FF2B5EF4-FFF2-40B4-BE49-F238E27FC236}">
                      <a16:creationId xmlns:a16="http://schemas.microsoft.com/office/drawing/2014/main" id="{77BF93F3-478A-7971-3F4E-19C380E8F2DC}"/>
                    </a:ext>
                  </a:extLst>
                </p14:cNvPr>
                <p14:cNvContentPartPr/>
                <p14:nvPr/>
              </p14:nvContentPartPr>
              <p14:xfrm>
                <a:off x="5328864" y="3421656"/>
                <a:ext cx="115920" cy="101520"/>
              </p14:xfrm>
            </p:contentPart>
          </mc:Choice>
          <mc:Fallback xmlns="">
            <p:pic>
              <p:nvPicPr>
                <p:cNvPr id="150" name="Ink 149">
                  <a:extLst>
                    <a:ext uri="{FF2B5EF4-FFF2-40B4-BE49-F238E27FC236}">
                      <a16:creationId xmlns:a16="http://schemas.microsoft.com/office/drawing/2014/main" id="{77BF93F3-478A-7971-3F4E-19C380E8F2DC}"/>
                    </a:ext>
                  </a:extLst>
                </p:cNvPr>
                <p:cNvPicPr/>
                <p:nvPr/>
              </p:nvPicPr>
              <p:blipFill>
                <a:blip r:embed="rId233"/>
                <a:stretch>
                  <a:fillRect/>
                </a:stretch>
              </p:blipFill>
              <p:spPr>
                <a:xfrm>
                  <a:off x="5324544" y="3417336"/>
                  <a:ext cx="124560" cy="110160"/>
                </a:xfrm>
                <a:prstGeom prst="rect">
                  <a:avLst/>
                </a:prstGeom>
              </p:spPr>
            </p:pic>
          </mc:Fallback>
        </mc:AlternateContent>
      </p:grpSp>
      <p:grpSp>
        <p:nvGrpSpPr>
          <p:cNvPr id="170" name="Group 169">
            <a:extLst>
              <a:ext uri="{FF2B5EF4-FFF2-40B4-BE49-F238E27FC236}">
                <a16:creationId xmlns:a16="http://schemas.microsoft.com/office/drawing/2014/main" id="{83FCE4A7-FFD5-58E9-FD53-69568233018F}"/>
              </a:ext>
            </a:extLst>
          </p:cNvPr>
          <p:cNvGrpSpPr/>
          <p:nvPr/>
        </p:nvGrpSpPr>
        <p:grpSpPr>
          <a:xfrm>
            <a:off x="1956024" y="4377456"/>
            <a:ext cx="1333800" cy="467280"/>
            <a:chOff x="1956024" y="4377456"/>
            <a:chExt cx="1333800" cy="467280"/>
          </a:xfrm>
        </p:grpSpPr>
        <mc:AlternateContent xmlns:mc="http://schemas.openxmlformats.org/markup-compatibility/2006" xmlns:p14="http://schemas.microsoft.com/office/powerpoint/2010/main">
          <mc:Choice Requires="p14">
            <p:contentPart p14:bwMode="auto" r:id="rId234">
              <p14:nvContentPartPr>
                <p14:cNvPr id="164" name="Ink 163">
                  <a:extLst>
                    <a:ext uri="{FF2B5EF4-FFF2-40B4-BE49-F238E27FC236}">
                      <a16:creationId xmlns:a16="http://schemas.microsoft.com/office/drawing/2014/main" id="{1715676D-38DD-3E10-EE1B-D2CE2D0F130E}"/>
                    </a:ext>
                  </a:extLst>
                </p14:cNvPr>
                <p14:cNvContentPartPr/>
                <p14:nvPr/>
              </p14:nvContentPartPr>
              <p14:xfrm>
                <a:off x="1956024" y="4469256"/>
                <a:ext cx="439920" cy="375480"/>
              </p14:xfrm>
            </p:contentPart>
          </mc:Choice>
          <mc:Fallback xmlns="">
            <p:pic>
              <p:nvPicPr>
                <p:cNvPr id="164" name="Ink 163">
                  <a:extLst>
                    <a:ext uri="{FF2B5EF4-FFF2-40B4-BE49-F238E27FC236}">
                      <a16:creationId xmlns:a16="http://schemas.microsoft.com/office/drawing/2014/main" id="{1715676D-38DD-3E10-EE1B-D2CE2D0F130E}"/>
                    </a:ext>
                  </a:extLst>
                </p:cNvPr>
                <p:cNvPicPr/>
                <p:nvPr/>
              </p:nvPicPr>
              <p:blipFill>
                <a:blip r:embed="rId235"/>
                <a:stretch>
                  <a:fillRect/>
                </a:stretch>
              </p:blipFill>
              <p:spPr>
                <a:xfrm>
                  <a:off x="1951704" y="4464936"/>
                  <a:ext cx="4485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5" name="Ink 164">
                  <a:extLst>
                    <a:ext uri="{FF2B5EF4-FFF2-40B4-BE49-F238E27FC236}">
                      <a16:creationId xmlns:a16="http://schemas.microsoft.com/office/drawing/2014/main" id="{F002ECFD-E32B-AD4B-BDD9-E993A57C9C3D}"/>
                    </a:ext>
                  </a:extLst>
                </p14:cNvPr>
                <p14:cNvContentPartPr/>
                <p14:nvPr/>
              </p14:nvContentPartPr>
              <p14:xfrm>
                <a:off x="2452464" y="4433976"/>
                <a:ext cx="280440" cy="393480"/>
              </p14:xfrm>
            </p:contentPart>
          </mc:Choice>
          <mc:Fallback xmlns="">
            <p:pic>
              <p:nvPicPr>
                <p:cNvPr id="165" name="Ink 164">
                  <a:extLst>
                    <a:ext uri="{FF2B5EF4-FFF2-40B4-BE49-F238E27FC236}">
                      <a16:creationId xmlns:a16="http://schemas.microsoft.com/office/drawing/2014/main" id="{F002ECFD-E32B-AD4B-BDD9-E993A57C9C3D}"/>
                    </a:ext>
                  </a:extLst>
                </p:cNvPr>
                <p:cNvPicPr/>
                <p:nvPr/>
              </p:nvPicPr>
              <p:blipFill>
                <a:blip r:embed="rId237"/>
                <a:stretch>
                  <a:fillRect/>
                </a:stretch>
              </p:blipFill>
              <p:spPr>
                <a:xfrm>
                  <a:off x="2448144" y="4429656"/>
                  <a:ext cx="28908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7" name="Ink 166">
                  <a:extLst>
                    <a:ext uri="{FF2B5EF4-FFF2-40B4-BE49-F238E27FC236}">
                      <a16:creationId xmlns:a16="http://schemas.microsoft.com/office/drawing/2014/main" id="{E099039D-8EBA-5535-178B-9956FB554587}"/>
                    </a:ext>
                  </a:extLst>
                </p14:cNvPr>
                <p14:cNvContentPartPr/>
                <p14:nvPr/>
              </p14:nvContentPartPr>
              <p14:xfrm>
                <a:off x="2751264" y="4555656"/>
                <a:ext cx="208080" cy="140760"/>
              </p14:xfrm>
            </p:contentPart>
          </mc:Choice>
          <mc:Fallback xmlns="">
            <p:pic>
              <p:nvPicPr>
                <p:cNvPr id="167" name="Ink 166">
                  <a:extLst>
                    <a:ext uri="{FF2B5EF4-FFF2-40B4-BE49-F238E27FC236}">
                      <a16:creationId xmlns:a16="http://schemas.microsoft.com/office/drawing/2014/main" id="{E099039D-8EBA-5535-178B-9956FB554587}"/>
                    </a:ext>
                  </a:extLst>
                </p:cNvPr>
                <p:cNvPicPr/>
                <p:nvPr/>
              </p:nvPicPr>
              <p:blipFill>
                <a:blip r:embed="rId239"/>
                <a:stretch>
                  <a:fillRect/>
                </a:stretch>
              </p:blipFill>
              <p:spPr>
                <a:xfrm>
                  <a:off x="2746944" y="4551336"/>
                  <a:ext cx="2167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8" name="Ink 167">
                  <a:extLst>
                    <a:ext uri="{FF2B5EF4-FFF2-40B4-BE49-F238E27FC236}">
                      <a16:creationId xmlns:a16="http://schemas.microsoft.com/office/drawing/2014/main" id="{2D08FD40-CE34-6C9C-4B2F-0A288183F786}"/>
                    </a:ext>
                  </a:extLst>
                </p14:cNvPr>
                <p14:cNvContentPartPr/>
                <p14:nvPr/>
              </p14:nvContentPartPr>
              <p14:xfrm>
                <a:off x="2978424" y="4432896"/>
                <a:ext cx="87480" cy="91800"/>
              </p14:xfrm>
            </p:contentPart>
          </mc:Choice>
          <mc:Fallback xmlns="">
            <p:pic>
              <p:nvPicPr>
                <p:cNvPr id="168" name="Ink 167">
                  <a:extLst>
                    <a:ext uri="{FF2B5EF4-FFF2-40B4-BE49-F238E27FC236}">
                      <a16:creationId xmlns:a16="http://schemas.microsoft.com/office/drawing/2014/main" id="{2D08FD40-CE34-6C9C-4B2F-0A288183F786}"/>
                    </a:ext>
                  </a:extLst>
                </p:cNvPr>
                <p:cNvPicPr/>
                <p:nvPr/>
              </p:nvPicPr>
              <p:blipFill>
                <a:blip r:embed="rId241"/>
                <a:stretch>
                  <a:fillRect/>
                </a:stretch>
              </p:blipFill>
              <p:spPr>
                <a:xfrm>
                  <a:off x="2974104" y="4428576"/>
                  <a:ext cx="961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9" name="Ink 168">
                  <a:extLst>
                    <a:ext uri="{FF2B5EF4-FFF2-40B4-BE49-F238E27FC236}">
                      <a16:creationId xmlns:a16="http://schemas.microsoft.com/office/drawing/2014/main" id="{CD89D25A-77CA-2D0D-284E-9512ED7B56A8}"/>
                    </a:ext>
                  </a:extLst>
                </p14:cNvPr>
                <p14:cNvContentPartPr/>
                <p14:nvPr/>
              </p14:nvContentPartPr>
              <p14:xfrm>
                <a:off x="3178944" y="4377456"/>
                <a:ext cx="110880" cy="352080"/>
              </p14:xfrm>
            </p:contentPart>
          </mc:Choice>
          <mc:Fallback xmlns="">
            <p:pic>
              <p:nvPicPr>
                <p:cNvPr id="169" name="Ink 168">
                  <a:extLst>
                    <a:ext uri="{FF2B5EF4-FFF2-40B4-BE49-F238E27FC236}">
                      <a16:creationId xmlns:a16="http://schemas.microsoft.com/office/drawing/2014/main" id="{CD89D25A-77CA-2D0D-284E-9512ED7B56A8}"/>
                    </a:ext>
                  </a:extLst>
                </p:cNvPr>
                <p:cNvPicPr/>
                <p:nvPr/>
              </p:nvPicPr>
              <p:blipFill>
                <a:blip r:embed="rId243"/>
                <a:stretch>
                  <a:fillRect/>
                </a:stretch>
              </p:blipFill>
              <p:spPr>
                <a:xfrm>
                  <a:off x="3174624" y="4373136"/>
                  <a:ext cx="119520" cy="360720"/>
                </a:xfrm>
                <a:prstGeom prst="rect">
                  <a:avLst/>
                </a:prstGeom>
              </p:spPr>
            </p:pic>
          </mc:Fallback>
        </mc:AlternateContent>
      </p:grpSp>
      <p:grpSp>
        <p:nvGrpSpPr>
          <p:cNvPr id="172" name="Group 171">
            <a:extLst>
              <a:ext uri="{FF2B5EF4-FFF2-40B4-BE49-F238E27FC236}">
                <a16:creationId xmlns:a16="http://schemas.microsoft.com/office/drawing/2014/main" id="{F4F16BBB-FD20-0CB5-1BC4-4F815DF3FC50}"/>
              </a:ext>
            </a:extLst>
          </p:cNvPr>
          <p:cNvGrpSpPr/>
          <p:nvPr/>
        </p:nvGrpSpPr>
        <p:grpSpPr>
          <a:xfrm>
            <a:off x="5709744" y="3188736"/>
            <a:ext cx="1613160" cy="445680"/>
            <a:chOff x="5709744" y="3188736"/>
            <a:chExt cx="1613160" cy="445680"/>
          </a:xfrm>
        </p:grpSpPr>
        <mc:AlternateContent xmlns:mc="http://schemas.openxmlformats.org/markup-compatibility/2006" xmlns:p14="http://schemas.microsoft.com/office/powerpoint/2010/main">
          <mc:Choice Requires="p14">
            <p:contentPart p14:bwMode="auto" r:id="rId244">
              <p14:nvContentPartPr>
                <p14:cNvPr id="151" name="Ink 150">
                  <a:extLst>
                    <a:ext uri="{FF2B5EF4-FFF2-40B4-BE49-F238E27FC236}">
                      <a16:creationId xmlns:a16="http://schemas.microsoft.com/office/drawing/2014/main" id="{87F59A15-D1E7-6F37-B1DC-522084B28051}"/>
                    </a:ext>
                  </a:extLst>
                </p14:cNvPr>
                <p14:cNvContentPartPr/>
                <p14:nvPr/>
              </p14:nvContentPartPr>
              <p14:xfrm>
                <a:off x="5709744" y="3363696"/>
                <a:ext cx="271080" cy="114120"/>
              </p14:xfrm>
            </p:contentPart>
          </mc:Choice>
          <mc:Fallback xmlns="">
            <p:pic>
              <p:nvPicPr>
                <p:cNvPr id="151" name="Ink 150">
                  <a:extLst>
                    <a:ext uri="{FF2B5EF4-FFF2-40B4-BE49-F238E27FC236}">
                      <a16:creationId xmlns:a16="http://schemas.microsoft.com/office/drawing/2014/main" id="{87F59A15-D1E7-6F37-B1DC-522084B28051}"/>
                    </a:ext>
                  </a:extLst>
                </p:cNvPr>
                <p:cNvPicPr/>
                <p:nvPr/>
              </p:nvPicPr>
              <p:blipFill>
                <a:blip r:embed="rId245"/>
                <a:stretch>
                  <a:fillRect/>
                </a:stretch>
              </p:blipFill>
              <p:spPr>
                <a:xfrm>
                  <a:off x="5705424" y="3359376"/>
                  <a:ext cx="279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2" name="Ink 151">
                  <a:extLst>
                    <a:ext uri="{FF2B5EF4-FFF2-40B4-BE49-F238E27FC236}">
                      <a16:creationId xmlns:a16="http://schemas.microsoft.com/office/drawing/2014/main" id="{DCB0DFA7-4ED2-822B-DACC-01D6AE982BED}"/>
                    </a:ext>
                  </a:extLst>
                </p14:cNvPr>
                <p14:cNvContentPartPr/>
                <p14:nvPr/>
              </p14:nvContentPartPr>
              <p14:xfrm>
                <a:off x="5885784" y="3355056"/>
                <a:ext cx="88200" cy="78840"/>
              </p14:xfrm>
            </p:contentPart>
          </mc:Choice>
          <mc:Fallback xmlns="">
            <p:pic>
              <p:nvPicPr>
                <p:cNvPr id="152" name="Ink 151">
                  <a:extLst>
                    <a:ext uri="{FF2B5EF4-FFF2-40B4-BE49-F238E27FC236}">
                      <a16:creationId xmlns:a16="http://schemas.microsoft.com/office/drawing/2014/main" id="{DCB0DFA7-4ED2-822B-DACC-01D6AE982BED}"/>
                    </a:ext>
                  </a:extLst>
                </p:cNvPr>
                <p:cNvPicPr/>
                <p:nvPr/>
              </p:nvPicPr>
              <p:blipFill>
                <a:blip r:embed="rId247"/>
                <a:stretch>
                  <a:fillRect/>
                </a:stretch>
              </p:blipFill>
              <p:spPr>
                <a:xfrm>
                  <a:off x="5881464" y="3350736"/>
                  <a:ext cx="968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3" name="Ink 152">
                  <a:extLst>
                    <a:ext uri="{FF2B5EF4-FFF2-40B4-BE49-F238E27FC236}">
                      <a16:creationId xmlns:a16="http://schemas.microsoft.com/office/drawing/2014/main" id="{3C5A1E08-FC9F-B2B9-CAF2-0EEC344634FF}"/>
                    </a:ext>
                  </a:extLst>
                </p14:cNvPr>
                <p14:cNvContentPartPr/>
                <p14:nvPr/>
              </p14:nvContentPartPr>
              <p14:xfrm>
                <a:off x="5940864" y="3350376"/>
                <a:ext cx="230040" cy="284040"/>
              </p14:xfrm>
            </p:contentPart>
          </mc:Choice>
          <mc:Fallback xmlns="">
            <p:pic>
              <p:nvPicPr>
                <p:cNvPr id="153" name="Ink 152">
                  <a:extLst>
                    <a:ext uri="{FF2B5EF4-FFF2-40B4-BE49-F238E27FC236}">
                      <a16:creationId xmlns:a16="http://schemas.microsoft.com/office/drawing/2014/main" id="{3C5A1E08-FC9F-B2B9-CAF2-0EEC344634FF}"/>
                    </a:ext>
                  </a:extLst>
                </p:cNvPr>
                <p:cNvPicPr/>
                <p:nvPr/>
              </p:nvPicPr>
              <p:blipFill>
                <a:blip r:embed="rId249"/>
                <a:stretch>
                  <a:fillRect/>
                </a:stretch>
              </p:blipFill>
              <p:spPr>
                <a:xfrm>
                  <a:off x="5936544" y="3346056"/>
                  <a:ext cx="2386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4" name="Ink 153">
                  <a:extLst>
                    <a:ext uri="{FF2B5EF4-FFF2-40B4-BE49-F238E27FC236}">
                      <a16:creationId xmlns:a16="http://schemas.microsoft.com/office/drawing/2014/main" id="{BE8FDE26-0077-A0FC-656A-C559E565D074}"/>
                    </a:ext>
                  </a:extLst>
                </p14:cNvPr>
                <p14:cNvContentPartPr/>
                <p14:nvPr/>
              </p14:nvContentPartPr>
              <p14:xfrm>
                <a:off x="6262344" y="3301416"/>
                <a:ext cx="192240" cy="98280"/>
              </p14:xfrm>
            </p:contentPart>
          </mc:Choice>
          <mc:Fallback xmlns="">
            <p:pic>
              <p:nvPicPr>
                <p:cNvPr id="154" name="Ink 153">
                  <a:extLst>
                    <a:ext uri="{FF2B5EF4-FFF2-40B4-BE49-F238E27FC236}">
                      <a16:creationId xmlns:a16="http://schemas.microsoft.com/office/drawing/2014/main" id="{BE8FDE26-0077-A0FC-656A-C559E565D074}"/>
                    </a:ext>
                  </a:extLst>
                </p:cNvPr>
                <p:cNvPicPr/>
                <p:nvPr/>
              </p:nvPicPr>
              <p:blipFill>
                <a:blip r:embed="rId251"/>
                <a:stretch>
                  <a:fillRect/>
                </a:stretch>
              </p:blipFill>
              <p:spPr>
                <a:xfrm>
                  <a:off x="6258024" y="3297096"/>
                  <a:ext cx="2008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5" name="Ink 154">
                  <a:extLst>
                    <a:ext uri="{FF2B5EF4-FFF2-40B4-BE49-F238E27FC236}">
                      <a16:creationId xmlns:a16="http://schemas.microsoft.com/office/drawing/2014/main" id="{C75ACD96-BEB4-6F75-B1AD-78BF78B2E61B}"/>
                    </a:ext>
                  </a:extLst>
                </p14:cNvPr>
                <p14:cNvContentPartPr/>
                <p14:nvPr/>
              </p14:nvContentPartPr>
              <p14:xfrm>
                <a:off x="6486264" y="3297456"/>
                <a:ext cx="115920" cy="66240"/>
              </p14:xfrm>
            </p:contentPart>
          </mc:Choice>
          <mc:Fallback xmlns="">
            <p:pic>
              <p:nvPicPr>
                <p:cNvPr id="155" name="Ink 154">
                  <a:extLst>
                    <a:ext uri="{FF2B5EF4-FFF2-40B4-BE49-F238E27FC236}">
                      <a16:creationId xmlns:a16="http://schemas.microsoft.com/office/drawing/2014/main" id="{C75ACD96-BEB4-6F75-B1AD-78BF78B2E61B}"/>
                    </a:ext>
                  </a:extLst>
                </p:cNvPr>
                <p:cNvPicPr/>
                <p:nvPr/>
              </p:nvPicPr>
              <p:blipFill>
                <a:blip r:embed="rId253"/>
                <a:stretch>
                  <a:fillRect/>
                </a:stretch>
              </p:blipFill>
              <p:spPr>
                <a:xfrm>
                  <a:off x="6481944" y="3293136"/>
                  <a:ext cx="1245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858C2908-B61D-215E-E93A-1C4FF364CC93}"/>
                    </a:ext>
                  </a:extLst>
                </p14:cNvPr>
                <p14:cNvContentPartPr/>
                <p14:nvPr/>
              </p14:nvContentPartPr>
              <p14:xfrm>
                <a:off x="6601824" y="3297456"/>
                <a:ext cx="360" cy="360"/>
              </p14:xfrm>
            </p:contentPart>
          </mc:Choice>
          <mc:Fallback xmlns="">
            <p:pic>
              <p:nvPicPr>
                <p:cNvPr id="156" name="Ink 155">
                  <a:extLst>
                    <a:ext uri="{FF2B5EF4-FFF2-40B4-BE49-F238E27FC236}">
                      <a16:creationId xmlns:a16="http://schemas.microsoft.com/office/drawing/2014/main" id="{858C2908-B61D-215E-E93A-1C4FF364CC93}"/>
                    </a:ext>
                  </a:extLst>
                </p:cNvPr>
                <p:cNvPicPr/>
                <p:nvPr/>
              </p:nvPicPr>
              <p:blipFill>
                <a:blip r:embed="rId133"/>
                <a:stretch>
                  <a:fillRect/>
                </a:stretch>
              </p:blipFill>
              <p:spPr>
                <a:xfrm>
                  <a:off x="6597504" y="329313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7" name="Ink 156">
                  <a:extLst>
                    <a:ext uri="{FF2B5EF4-FFF2-40B4-BE49-F238E27FC236}">
                      <a16:creationId xmlns:a16="http://schemas.microsoft.com/office/drawing/2014/main" id="{C1C27277-DB02-0EE8-BE3E-68416FE0B4DF}"/>
                    </a:ext>
                  </a:extLst>
                </p14:cNvPr>
                <p14:cNvContentPartPr/>
                <p14:nvPr/>
              </p14:nvContentPartPr>
              <p14:xfrm>
                <a:off x="6584184" y="3277656"/>
                <a:ext cx="94320" cy="122760"/>
              </p14:xfrm>
            </p:contentPart>
          </mc:Choice>
          <mc:Fallback xmlns="">
            <p:pic>
              <p:nvPicPr>
                <p:cNvPr id="157" name="Ink 156">
                  <a:extLst>
                    <a:ext uri="{FF2B5EF4-FFF2-40B4-BE49-F238E27FC236}">
                      <a16:creationId xmlns:a16="http://schemas.microsoft.com/office/drawing/2014/main" id="{C1C27277-DB02-0EE8-BE3E-68416FE0B4DF}"/>
                    </a:ext>
                  </a:extLst>
                </p:cNvPr>
                <p:cNvPicPr/>
                <p:nvPr/>
              </p:nvPicPr>
              <p:blipFill>
                <a:blip r:embed="rId256"/>
                <a:stretch>
                  <a:fillRect/>
                </a:stretch>
              </p:blipFill>
              <p:spPr>
                <a:xfrm>
                  <a:off x="6579864" y="3273336"/>
                  <a:ext cx="102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8" name="Ink 157">
                  <a:extLst>
                    <a:ext uri="{FF2B5EF4-FFF2-40B4-BE49-F238E27FC236}">
                      <a16:creationId xmlns:a16="http://schemas.microsoft.com/office/drawing/2014/main" id="{B2FF41C5-F6EA-38BF-01B8-5160BE79D77F}"/>
                    </a:ext>
                  </a:extLst>
                </p14:cNvPr>
                <p14:cNvContentPartPr/>
                <p14:nvPr/>
              </p14:nvContentPartPr>
              <p14:xfrm>
                <a:off x="6740424" y="3293856"/>
                <a:ext cx="48960" cy="88200"/>
              </p14:xfrm>
            </p:contentPart>
          </mc:Choice>
          <mc:Fallback xmlns="">
            <p:pic>
              <p:nvPicPr>
                <p:cNvPr id="158" name="Ink 157">
                  <a:extLst>
                    <a:ext uri="{FF2B5EF4-FFF2-40B4-BE49-F238E27FC236}">
                      <a16:creationId xmlns:a16="http://schemas.microsoft.com/office/drawing/2014/main" id="{B2FF41C5-F6EA-38BF-01B8-5160BE79D77F}"/>
                    </a:ext>
                  </a:extLst>
                </p:cNvPr>
                <p:cNvPicPr/>
                <p:nvPr/>
              </p:nvPicPr>
              <p:blipFill>
                <a:blip r:embed="rId258"/>
                <a:stretch>
                  <a:fillRect/>
                </a:stretch>
              </p:blipFill>
              <p:spPr>
                <a:xfrm>
                  <a:off x="6736104" y="3289536"/>
                  <a:ext cx="576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9" name="Ink 158">
                  <a:extLst>
                    <a:ext uri="{FF2B5EF4-FFF2-40B4-BE49-F238E27FC236}">
                      <a16:creationId xmlns:a16="http://schemas.microsoft.com/office/drawing/2014/main" id="{14398446-297D-34CB-3329-4981F7BEBB39}"/>
                    </a:ext>
                  </a:extLst>
                </p14:cNvPr>
                <p14:cNvContentPartPr/>
                <p14:nvPr/>
              </p14:nvContentPartPr>
              <p14:xfrm>
                <a:off x="6853464" y="3188736"/>
                <a:ext cx="46440" cy="75600"/>
              </p14:xfrm>
            </p:contentPart>
          </mc:Choice>
          <mc:Fallback xmlns="">
            <p:pic>
              <p:nvPicPr>
                <p:cNvPr id="159" name="Ink 158">
                  <a:extLst>
                    <a:ext uri="{FF2B5EF4-FFF2-40B4-BE49-F238E27FC236}">
                      <a16:creationId xmlns:a16="http://schemas.microsoft.com/office/drawing/2014/main" id="{14398446-297D-34CB-3329-4981F7BEBB39}"/>
                    </a:ext>
                  </a:extLst>
                </p:cNvPr>
                <p:cNvPicPr/>
                <p:nvPr/>
              </p:nvPicPr>
              <p:blipFill>
                <a:blip r:embed="rId260"/>
                <a:stretch>
                  <a:fillRect/>
                </a:stretch>
              </p:blipFill>
              <p:spPr>
                <a:xfrm>
                  <a:off x="6849144" y="3184416"/>
                  <a:ext cx="5508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60" name="Ink 159">
                  <a:extLst>
                    <a:ext uri="{FF2B5EF4-FFF2-40B4-BE49-F238E27FC236}">
                      <a16:creationId xmlns:a16="http://schemas.microsoft.com/office/drawing/2014/main" id="{4E24274C-50B9-F016-FFFB-2CAC9EA4511A}"/>
                    </a:ext>
                  </a:extLst>
                </p14:cNvPr>
                <p14:cNvContentPartPr/>
                <p14:nvPr/>
              </p14:nvContentPartPr>
              <p14:xfrm>
                <a:off x="6818544" y="3272616"/>
                <a:ext cx="381960" cy="137160"/>
              </p14:xfrm>
            </p:contentPart>
          </mc:Choice>
          <mc:Fallback xmlns="">
            <p:pic>
              <p:nvPicPr>
                <p:cNvPr id="160" name="Ink 159">
                  <a:extLst>
                    <a:ext uri="{FF2B5EF4-FFF2-40B4-BE49-F238E27FC236}">
                      <a16:creationId xmlns:a16="http://schemas.microsoft.com/office/drawing/2014/main" id="{4E24274C-50B9-F016-FFFB-2CAC9EA4511A}"/>
                    </a:ext>
                  </a:extLst>
                </p:cNvPr>
                <p:cNvPicPr/>
                <p:nvPr/>
              </p:nvPicPr>
              <p:blipFill>
                <a:blip r:embed="rId262"/>
                <a:stretch>
                  <a:fillRect/>
                </a:stretch>
              </p:blipFill>
              <p:spPr>
                <a:xfrm>
                  <a:off x="6814224" y="3268296"/>
                  <a:ext cx="3906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61" name="Ink 160">
                  <a:extLst>
                    <a:ext uri="{FF2B5EF4-FFF2-40B4-BE49-F238E27FC236}">
                      <a16:creationId xmlns:a16="http://schemas.microsoft.com/office/drawing/2014/main" id="{062D0AC7-FFEF-7359-DBAE-0CCC324D0327}"/>
                    </a:ext>
                  </a:extLst>
                </p14:cNvPr>
                <p14:cNvContentPartPr/>
                <p14:nvPr/>
              </p14:nvContentPartPr>
              <p14:xfrm>
                <a:off x="7322544" y="3400416"/>
                <a:ext cx="360" cy="360"/>
              </p14:xfrm>
            </p:contentPart>
          </mc:Choice>
          <mc:Fallback xmlns="">
            <p:pic>
              <p:nvPicPr>
                <p:cNvPr id="161" name="Ink 160">
                  <a:extLst>
                    <a:ext uri="{FF2B5EF4-FFF2-40B4-BE49-F238E27FC236}">
                      <a16:creationId xmlns:a16="http://schemas.microsoft.com/office/drawing/2014/main" id="{062D0AC7-FFEF-7359-DBAE-0CCC324D0327}"/>
                    </a:ext>
                  </a:extLst>
                </p:cNvPr>
                <p:cNvPicPr/>
                <p:nvPr/>
              </p:nvPicPr>
              <p:blipFill>
                <a:blip r:embed="rId133"/>
                <a:stretch>
                  <a:fillRect/>
                </a:stretch>
              </p:blipFill>
              <p:spPr>
                <a:xfrm>
                  <a:off x="7318224" y="33960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1" name="Ink 170">
                  <a:extLst>
                    <a:ext uri="{FF2B5EF4-FFF2-40B4-BE49-F238E27FC236}">
                      <a16:creationId xmlns:a16="http://schemas.microsoft.com/office/drawing/2014/main" id="{78BEDA83-2882-341E-6A00-F70F83CA5C32}"/>
                    </a:ext>
                  </a:extLst>
                </p14:cNvPr>
                <p14:cNvContentPartPr/>
                <p14:nvPr/>
              </p14:nvContentPartPr>
              <p14:xfrm>
                <a:off x="7218504" y="3400416"/>
                <a:ext cx="104400" cy="101880"/>
              </p14:xfrm>
            </p:contentPart>
          </mc:Choice>
          <mc:Fallback xmlns="">
            <p:pic>
              <p:nvPicPr>
                <p:cNvPr id="171" name="Ink 170">
                  <a:extLst>
                    <a:ext uri="{FF2B5EF4-FFF2-40B4-BE49-F238E27FC236}">
                      <a16:creationId xmlns:a16="http://schemas.microsoft.com/office/drawing/2014/main" id="{78BEDA83-2882-341E-6A00-F70F83CA5C32}"/>
                    </a:ext>
                  </a:extLst>
                </p:cNvPr>
                <p:cNvPicPr/>
                <p:nvPr/>
              </p:nvPicPr>
              <p:blipFill>
                <a:blip r:embed="rId265"/>
                <a:stretch>
                  <a:fillRect/>
                </a:stretch>
              </p:blipFill>
              <p:spPr>
                <a:xfrm>
                  <a:off x="7214184" y="3396096"/>
                  <a:ext cx="113040" cy="110520"/>
                </a:xfrm>
                <a:prstGeom prst="rect">
                  <a:avLst/>
                </a:prstGeom>
              </p:spPr>
            </p:pic>
          </mc:Fallback>
        </mc:AlternateContent>
      </p:grpSp>
      <p:grpSp>
        <p:nvGrpSpPr>
          <p:cNvPr id="183" name="Group 182">
            <a:extLst>
              <a:ext uri="{FF2B5EF4-FFF2-40B4-BE49-F238E27FC236}">
                <a16:creationId xmlns:a16="http://schemas.microsoft.com/office/drawing/2014/main" id="{D08BA5E5-4281-1904-4324-CFF8040B9CAF}"/>
              </a:ext>
            </a:extLst>
          </p:cNvPr>
          <p:cNvGrpSpPr/>
          <p:nvPr/>
        </p:nvGrpSpPr>
        <p:grpSpPr>
          <a:xfrm>
            <a:off x="7539624" y="3147696"/>
            <a:ext cx="1397880" cy="352440"/>
            <a:chOff x="7539624" y="3147696"/>
            <a:chExt cx="1397880" cy="352440"/>
          </a:xfrm>
        </p:grpSpPr>
        <mc:AlternateContent xmlns:mc="http://schemas.openxmlformats.org/markup-compatibility/2006" xmlns:p14="http://schemas.microsoft.com/office/powerpoint/2010/main">
          <mc:Choice Requires="p14">
            <p:contentPart p14:bwMode="auto" r:id="rId266">
              <p14:nvContentPartPr>
                <p14:cNvPr id="173" name="Ink 172">
                  <a:extLst>
                    <a:ext uri="{FF2B5EF4-FFF2-40B4-BE49-F238E27FC236}">
                      <a16:creationId xmlns:a16="http://schemas.microsoft.com/office/drawing/2014/main" id="{FF5E480F-7FD5-88D3-90E1-2173652F815F}"/>
                    </a:ext>
                  </a:extLst>
                </p14:cNvPr>
                <p14:cNvContentPartPr/>
                <p14:nvPr/>
              </p14:nvContentPartPr>
              <p14:xfrm>
                <a:off x="7539624" y="3288456"/>
                <a:ext cx="56520" cy="83520"/>
              </p14:xfrm>
            </p:contentPart>
          </mc:Choice>
          <mc:Fallback xmlns="">
            <p:pic>
              <p:nvPicPr>
                <p:cNvPr id="173" name="Ink 172">
                  <a:extLst>
                    <a:ext uri="{FF2B5EF4-FFF2-40B4-BE49-F238E27FC236}">
                      <a16:creationId xmlns:a16="http://schemas.microsoft.com/office/drawing/2014/main" id="{FF5E480F-7FD5-88D3-90E1-2173652F815F}"/>
                    </a:ext>
                  </a:extLst>
                </p:cNvPr>
                <p:cNvPicPr/>
                <p:nvPr/>
              </p:nvPicPr>
              <p:blipFill>
                <a:blip r:embed="rId267"/>
                <a:stretch>
                  <a:fillRect/>
                </a:stretch>
              </p:blipFill>
              <p:spPr>
                <a:xfrm>
                  <a:off x="7535304" y="3284136"/>
                  <a:ext cx="651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4" name="Ink 173">
                  <a:extLst>
                    <a:ext uri="{FF2B5EF4-FFF2-40B4-BE49-F238E27FC236}">
                      <a16:creationId xmlns:a16="http://schemas.microsoft.com/office/drawing/2014/main" id="{294398CC-E3F9-0655-B322-B5A42B606FEF}"/>
                    </a:ext>
                  </a:extLst>
                </p14:cNvPr>
                <p14:cNvContentPartPr/>
                <p14:nvPr/>
              </p14:nvContentPartPr>
              <p14:xfrm>
                <a:off x="7630704" y="3280176"/>
                <a:ext cx="110160" cy="101880"/>
              </p14:xfrm>
            </p:contentPart>
          </mc:Choice>
          <mc:Fallback xmlns="">
            <p:pic>
              <p:nvPicPr>
                <p:cNvPr id="174" name="Ink 173">
                  <a:extLst>
                    <a:ext uri="{FF2B5EF4-FFF2-40B4-BE49-F238E27FC236}">
                      <a16:creationId xmlns:a16="http://schemas.microsoft.com/office/drawing/2014/main" id="{294398CC-E3F9-0655-B322-B5A42B606FEF}"/>
                    </a:ext>
                  </a:extLst>
                </p:cNvPr>
                <p:cNvPicPr/>
                <p:nvPr/>
              </p:nvPicPr>
              <p:blipFill>
                <a:blip r:embed="rId269"/>
                <a:stretch>
                  <a:fillRect/>
                </a:stretch>
              </p:blipFill>
              <p:spPr>
                <a:xfrm>
                  <a:off x="7626384" y="3275856"/>
                  <a:ext cx="1188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5" name="Ink 174">
                  <a:extLst>
                    <a:ext uri="{FF2B5EF4-FFF2-40B4-BE49-F238E27FC236}">
                      <a16:creationId xmlns:a16="http://schemas.microsoft.com/office/drawing/2014/main" id="{AE572DC2-E0DF-B125-8A58-2BADD6BA0637}"/>
                    </a:ext>
                  </a:extLst>
                </p14:cNvPr>
                <p14:cNvContentPartPr/>
                <p14:nvPr/>
              </p14:nvContentPartPr>
              <p14:xfrm>
                <a:off x="7715304" y="3328776"/>
                <a:ext cx="60480" cy="171360"/>
              </p14:xfrm>
            </p:contentPart>
          </mc:Choice>
          <mc:Fallback xmlns="">
            <p:pic>
              <p:nvPicPr>
                <p:cNvPr id="175" name="Ink 174">
                  <a:extLst>
                    <a:ext uri="{FF2B5EF4-FFF2-40B4-BE49-F238E27FC236}">
                      <a16:creationId xmlns:a16="http://schemas.microsoft.com/office/drawing/2014/main" id="{AE572DC2-E0DF-B125-8A58-2BADD6BA0637}"/>
                    </a:ext>
                  </a:extLst>
                </p:cNvPr>
                <p:cNvPicPr/>
                <p:nvPr/>
              </p:nvPicPr>
              <p:blipFill>
                <a:blip r:embed="rId271"/>
                <a:stretch>
                  <a:fillRect/>
                </a:stretch>
              </p:blipFill>
              <p:spPr>
                <a:xfrm>
                  <a:off x="7710984" y="3324456"/>
                  <a:ext cx="691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6" name="Ink 175">
                  <a:extLst>
                    <a:ext uri="{FF2B5EF4-FFF2-40B4-BE49-F238E27FC236}">
                      <a16:creationId xmlns:a16="http://schemas.microsoft.com/office/drawing/2014/main" id="{E0592DAC-A881-38CB-63D9-E9248D7524C6}"/>
                    </a:ext>
                  </a:extLst>
                </p14:cNvPr>
                <p14:cNvContentPartPr/>
                <p14:nvPr/>
              </p14:nvContentPartPr>
              <p14:xfrm>
                <a:off x="7786584" y="3268656"/>
                <a:ext cx="47520" cy="60480"/>
              </p14:xfrm>
            </p:contentPart>
          </mc:Choice>
          <mc:Fallback xmlns="">
            <p:pic>
              <p:nvPicPr>
                <p:cNvPr id="176" name="Ink 175">
                  <a:extLst>
                    <a:ext uri="{FF2B5EF4-FFF2-40B4-BE49-F238E27FC236}">
                      <a16:creationId xmlns:a16="http://schemas.microsoft.com/office/drawing/2014/main" id="{E0592DAC-A881-38CB-63D9-E9248D7524C6}"/>
                    </a:ext>
                  </a:extLst>
                </p:cNvPr>
                <p:cNvPicPr/>
                <p:nvPr/>
              </p:nvPicPr>
              <p:blipFill>
                <a:blip r:embed="rId273"/>
                <a:stretch>
                  <a:fillRect/>
                </a:stretch>
              </p:blipFill>
              <p:spPr>
                <a:xfrm>
                  <a:off x="7782264" y="3264336"/>
                  <a:ext cx="561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7" name="Ink 176">
                  <a:extLst>
                    <a:ext uri="{FF2B5EF4-FFF2-40B4-BE49-F238E27FC236}">
                      <a16:creationId xmlns:a16="http://schemas.microsoft.com/office/drawing/2014/main" id="{63BF1F56-3575-94D4-826F-564037B8A490}"/>
                    </a:ext>
                  </a:extLst>
                </p14:cNvPr>
                <p14:cNvContentPartPr/>
                <p14:nvPr/>
              </p14:nvContentPartPr>
              <p14:xfrm>
                <a:off x="7908984" y="3250296"/>
                <a:ext cx="344520" cy="104760"/>
              </p14:xfrm>
            </p:contentPart>
          </mc:Choice>
          <mc:Fallback xmlns="">
            <p:pic>
              <p:nvPicPr>
                <p:cNvPr id="177" name="Ink 176">
                  <a:extLst>
                    <a:ext uri="{FF2B5EF4-FFF2-40B4-BE49-F238E27FC236}">
                      <a16:creationId xmlns:a16="http://schemas.microsoft.com/office/drawing/2014/main" id="{63BF1F56-3575-94D4-826F-564037B8A490}"/>
                    </a:ext>
                  </a:extLst>
                </p:cNvPr>
                <p:cNvPicPr/>
                <p:nvPr/>
              </p:nvPicPr>
              <p:blipFill>
                <a:blip r:embed="rId275"/>
                <a:stretch>
                  <a:fillRect/>
                </a:stretch>
              </p:blipFill>
              <p:spPr>
                <a:xfrm>
                  <a:off x="7904664" y="3245976"/>
                  <a:ext cx="3531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8" name="Ink 177">
                  <a:extLst>
                    <a:ext uri="{FF2B5EF4-FFF2-40B4-BE49-F238E27FC236}">
                      <a16:creationId xmlns:a16="http://schemas.microsoft.com/office/drawing/2014/main" id="{8847DBFF-4480-85E2-C492-CB1ABDD87031}"/>
                    </a:ext>
                  </a:extLst>
                </p14:cNvPr>
                <p14:cNvContentPartPr/>
                <p14:nvPr/>
              </p14:nvContentPartPr>
              <p14:xfrm>
                <a:off x="8265024" y="3238416"/>
                <a:ext cx="23400" cy="60480"/>
              </p14:xfrm>
            </p:contentPart>
          </mc:Choice>
          <mc:Fallback xmlns="">
            <p:pic>
              <p:nvPicPr>
                <p:cNvPr id="178" name="Ink 177">
                  <a:extLst>
                    <a:ext uri="{FF2B5EF4-FFF2-40B4-BE49-F238E27FC236}">
                      <a16:creationId xmlns:a16="http://schemas.microsoft.com/office/drawing/2014/main" id="{8847DBFF-4480-85E2-C492-CB1ABDD87031}"/>
                    </a:ext>
                  </a:extLst>
                </p:cNvPr>
                <p:cNvPicPr/>
                <p:nvPr/>
              </p:nvPicPr>
              <p:blipFill>
                <a:blip r:embed="rId277"/>
                <a:stretch>
                  <a:fillRect/>
                </a:stretch>
              </p:blipFill>
              <p:spPr>
                <a:xfrm>
                  <a:off x="8260704" y="3234096"/>
                  <a:ext cx="320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9" name="Ink 178">
                  <a:extLst>
                    <a:ext uri="{FF2B5EF4-FFF2-40B4-BE49-F238E27FC236}">
                      <a16:creationId xmlns:a16="http://schemas.microsoft.com/office/drawing/2014/main" id="{80971FD1-E823-FAB1-FF2E-09A324D86667}"/>
                    </a:ext>
                  </a:extLst>
                </p14:cNvPr>
                <p14:cNvContentPartPr/>
                <p14:nvPr/>
              </p14:nvContentPartPr>
              <p14:xfrm>
                <a:off x="8288064" y="3163536"/>
                <a:ext cx="106560" cy="77760"/>
              </p14:xfrm>
            </p:contentPart>
          </mc:Choice>
          <mc:Fallback xmlns="">
            <p:pic>
              <p:nvPicPr>
                <p:cNvPr id="179" name="Ink 178">
                  <a:extLst>
                    <a:ext uri="{FF2B5EF4-FFF2-40B4-BE49-F238E27FC236}">
                      <a16:creationId xmlns:a16="http://schemas.microsoft.com/office/drawing/2014/main" id="{80971FD1-E823-FAB1-FF2E-09A324D86667}"/>
                    </a:ext>
                  </a:extLst>
                </p:cNvPr>
                <p:cNvPicPr/>
                <p:nvPr/>
              </p:nvPicPr>
              <p:blipFill>
                <a:blip r:embed="rId279"/>
                <a:stretch>
                  <a:fillRect/>
                </a:stretch>
              </p:blipFill>
              <p:spPr>
                <a:xfrm>
                  <a:off x="8283744" y="3159216"/>
                  <a:ext cx="1152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0" name="Ink 179">
                  <a:extLst>
                    <a:ext uri="{FF2B5EF4-FFF2-40B4-BE49-F238E27FC236}">
                      <a16:creationId xmlns:a16="http://schemas.microsoft.com/office/drawing/2014/main" id="{E276D9C9-2CFE-A6EE-5D58-7BD11032E250}"/>
                    </a:ext>
                  </a:extLst>
                </p14:cNvPr>
                <p14:cNvContentPartPr/>
                <p14:nvPr/>
              </p14:nvContentPartPr>
              <p14:xfrm>
                <a:off x="8337384" y="3147696"/>
                <a:ext cx="415080" cy="163800"/>
              </p14:xfrm>
            </p:contentPart>
          </mc:Choice>
          <mc:Fallback xmlns="">
            <p:pic>
              <p:nvPicPr>
                <p:cNvPr id="180" name="Ink 179">
                  <a:extLst>
                    <a:ext uri="{FF2B5EF4-FFF2-40B4-BE49-F238E27FC236}">
                      <a16:creationId xmlns:a16="http://schemas.microsoft.com/office/drawing/2014/main" id="{E276D9C9-2CFE-A6EE-5D58-7BD11032E250}"/>
                    </a:ext>
                  </a:extLst>
                </p:cNvPr>
                <p:cNvPicPr/>
                <p:nvPr/>
              </p:nvPicPr>
              <p:blipFill>
                <a:blip r:embed="rId281"/>
                <a:stretch>
                  <a:fillRect/>
                </a:stretch>
              </p:blipFill>
              <p:spPr>
                <a:xfrm>
                  <a:off x="8333064" y="3143376"/>
                  <a:ext cx="4237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1" name="Ink 180">
                  <a:extLst>
                    <a:ext uri="{FF2B5EF4-FFF2-40B4-BE49-F238E27FC236}">
                      <a16:creationId xmlns:a16="http://schemas.microsoft.com/office/drawing/2014/main" id="{5027EAA2-36A2-3B6C-D045-2FBEA16A0B37}"/>
                    </a:ext>
                  </a:extLst>
                </p14:cNvPr>
                <p14:cNvContentPartPr/>
                <p14:nvPr/>
              </p14:nvContentPartPr>
              <p14:xfrm>
                <a:off x="8800704" y="3265056"/>
                <a:ext cx="104400" cy="32040"/>
              </p14:xfrm>
            </p:contentPart>
          </mc:Choice>
          <mc:Fallback xmlns="">
            <p:pic>
              <p:nvPicPr>
                <p:cNvPr id="181" name="Ink 180">
                  <a:extLst>
                    <a:ext uri="{FF2B5EF4-FFF2-40B4-BE49-F238E27FC236}">
                      <a16:creationId xmlns:a16="http://schemas.microsoft.com/office/drawing/2014/main" id="{5027EAA2-36A2-3B6C-D045-2FBEA16A0B37}"/>
                    </a:ext>
                  </a:extLst>
                </p:cNvPr>
                <p:cNvPicPr/>
                <p:nvPr/>
              </p:nvPicPr>
              <p:blipFill>
                <a:blip r:embed="rId283"/>
                <a:stretch>
                  <a:fillRect/>
                </a:stretch>
              </p:blipFill>
              <p:spPr>
                <a:xfrm>
                  <a:off x="8796384" y="3260736"/>
                  <a:ext cx="1130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2" name="Ink 181">
                  <a:extLst>
                    <a:ext uri="{FF2B5EF4-FFF2-40B4-BE49-F238E27FC236}">
                      <a16:creationId xmlns:a16="http://schemas.microsoft.com/office/drawing/2014/main" id="{C1715C6C-364A-F850-38C9-70951C1E8F1A}"/>
                    </a:ext>
                  </a:extLst>
                </p14:cNvPr>
                <p14:cNvContentPartPr/>
                <p14:nvPr/>
              </p14:nvContentPartPr>
              <p14:xfrm>
                <a:off x="8606664" y="3268656"/>
                <a:ext cx="330840" cy="207000"/>
              </p14:xfrm>
            </p:contentPart>
          </mc:Choice>
          <mc:Fallback xmlns="">
            <p:pic>
              <p:nvPicPr>
                <p:cNvPr id="182" name="Ink 181">
                  <a:extLst>
                    <a:ext uri="{FF2B5EF4-FFF2-40B4-BE49-F238E27FC236}">
                      <a16:creationId xmlns:a16="http://schemas.microsoft.com/office/drawing/2014/main" id="{C1715C6C-364A-F850-38C9-70951C1E8F1A}"/>
                    </a:ext>
                  </a:extLst>
                </p:cNvPr>
                <p:cNvPicPr/>
                <p:nvPr/>
              </p:nvPicPr>
              <p:blipFill>
                <a:blip r:embed="rId285"/>
                <a:stretch>
                  <a:fillRect/>
                </a:stretch>
              </p:blipFill>
              <p:spPr>
                <a:xfrm>
                  <a:off x="8602344" y="3264336"/>
                  <a:ext cx="339480" cy="215640"/>
                </a:xfrm>
                <a:prstGeom prst="rect">
                  <a:avLst/>
                </a:prstGeom>
              </p:spPr>
            </p:pic>
          </mc:Fallback>
        </mc:AlternateContent>
      </p:grpSp>
      <p:grpSp>
        <p:nvGrpSpPr>
          <p:cNvPr id="204" name="Group 203">
            <a:extLst>
              <a:ext uri="{FF2B5EF4-FFF2-40B4-BE49-F238E27FC236}">
                <a16:creationId xmlns:a16="http://schemas.microsoft.com/office/drawing/2014/main" id="{FA6B043B-4393-64CC-7A98-33731F6076CE}"/>
              </a:ext>
            </a:extLst>
          </p:cNvPr>
          <p:cNvGrpSpPr/>
          <p:nvPr/>
        </p:nvGrpSpPr>
        <p:grpSpPr>
          <a:xfrm>
            <a:off x="609984" y="4012416"/>
            <a:ext cx="603360" cy="280440"/>
            <a:chOff x="609984" y="4012416"/>
            <a:chExt cx="603360" cy="280440"/>
          </a:xfrm>
        </p:grpSpPr>
        <mc:AlternateContent xmlns:mc="http://schemas.openxmlformats.org/markup-compatibility/2006" xmlns:p14="http://schemas.microsoft.com/office/powerpoint/2010/main">
          <mc:Choice Requires="p14">
            <p:contentPart p14:bwMode="auto" r:id="rId286">
              <p14:nvContentPartPr>
                <p14:cNvPr id="184" name="Ink 183">
                  <a:extLst>
                    <a:ext uri="{FF2B5EF4-FFF2-40B4-BE49-F238E27FC236}">
                      <a16:creationId xmlns:a16="http://schemas.microsoft.com/office/drawing/2014/main" id="{78977AC8-FAD7-CD35-1DE3-D34AF248A91F}"/>
                    </a:ext>
                  </a:extLst>
                </p14:cNvPr>
                <p14:cNvContentPartPr/>
                <p14:nvPr/>
              </p14:nvContentPartPr>
              <p14:xfrm>
                <a:off x="609984" y="4168296"/>
                <a:ext cx="18720" cy="98280"/>
              </p14:xfrm>
            </p:contentPart>
          </mc:Choice>
          <mc:Fallback xmlns="">
            <p:pic>
              <p:nvPicPr>
                <p:cNvPr id="184" name="Ink 183">
                  <a:extLst>
                    <a:ext uri="{FF2B5EF4-FFF2-40B4-BE49-F238E27FC236}">
                      <a16:creationId xmlns:a16="http://schemas.microsoft.com/office/drawing/2014/main" id="{78977AC8-FAD7-CD35-1DE3-D34AF248A91F}"/>
                    </a:ext>
                  </a:extLst>
                </p:cNvPr>
                <p:cNvPicPr/>
                <p:nvPr/>
              </p:nvPicPr>
              <p:blipFill>
                <a:blip r:embed="rId287"/>
                <a:stretch>
                  <a:fillRect/>
                </a:stretch>
              </p:blipFill>
              <p:spPr>
                <a:xfrm>
                  <a:off x="605664" y="4163976"/>
                  <a:ext cx="27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5" name="Ink 184">
                  <a:extLst>
                    <a:ext uri="{FF2B5EF4-FFF2-40B4-BE49-F238E27FC236}">
                      <a16:creationId xmlns:a16="http://schemas.microsoft.com/office/drawing/2014/main" id="{31A0A7CD-0962-9A00-86C7-09EAC649C8E6}"/>
                    </a:ext>
                  </a:extLst>
                </p14:cNvPr>
                <p14:cNvContentPartPr/>
                <p14:nvPr/>
              </p14:nvContentPartPr>
              <p14:xfrm>
                <a:off x="660744" y="4012416"/>
                <a:ext cx="51120" cy="41760"/>
              </p14:xfrm>
            </p:contentPart>
          </mc:Choice>
          <mc:Fallback xmlns="">
            <p:pic>
              <p:nvPicPr>
                <p:cNvPr id="185" name="Ink 184">
                  <a:extLst>
                    <a:ext uri="{FF2B5EF4-FFF2-40B4-BE49-F238E27FC236}">
                      <a16:creationId xmlns:a16="http://schemas.microsoft.com/office/drawing/2014/main" id="{31A0A7CD-0962-9A00-86C7-09EAC649C8E6}"/>
                    </a:ext>
                  </a:extLst>
                </p:cNvPr>
                <p:cNvPicPr/>
                <p:nvPr/>
              </p:nvPicPr>
              <p:blipFill>
                <a:blip r:embed="rId289"/>
                <a:stretch>
                  <a:fillRect/>
                </a:stretch>
              </p:blipFill>
              <p:spPr>
                <a:xfrm>
                  <a:off x="656424" y="4008096"/>
                  <a:ext cx="597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6" name="Ink 185">
                  <a:extLst>
                    <a:ext uri="{FF2B5EF4-FFF2-40B4-BE49-F238E27FC236}">
                      <a16:creationId xmlns:a16="http://schemas.microsoft.com/office/drawing/2014/main" id="{FB3C31F9-C663-5647-07BF-9D8F72359FC1}"/>
                    </a:ext>
                  </a:extLst>
                </p14:cNvPr>
                <p14:cNvContentPartPr/>
                <p14:nvPr/>
              </p14:nvContentPartPr>
              <p14:xfrm>
                <a:off x="704664" y="4022856"/>
                <a:ext cx="157320" cy="270000"/>
              </p14:xfrm>
            </p:contentPart>
          </mc:Choice>
          <mc:Fallback xmlns="">
            <p:pic>
              <p:nvPicPr>
                <p:cNvPr id="186" name="Ink 185">
                  <a:extLst>
                    <a:ext uri="{FF2B5EF4-FFF2-40B4-BE49-F238E27FC236}">
                      <a16:creationId xmlns:a16="http://schemas.microsoft.com/office/drawing/2014/main" id="{FB3C31F9-C663-5647-07BF-9D8F72359FC1}"/>
                    </a:ext>
                  </a:extLst>
                </p:cNvPr>
                <p:cNvPicPr/>
                <p:nvPr/>
              </p:nvPicPr>
              <p:blipFill>
                <a:blip r:embed="rId291"/>
                <a:stretch>
                  <a:fillRect/>
                </a:stretch>
              </p:blipFill>
              <p:spPr>
                <a:xfrm>
                  <a:off x="700344" y="4018536"/>
                  <a:ext cx="16596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7" name="Ink 186">
                  <a:extLst>
                    <a:ext uri="{FF2B5EF4-FFF2-40B4-BE49-F238E27FC236}">
                      <a16:creationId xmlns:a16="http://schemas.microsoft.com/office/drawing/2014/main" id="{7C09F9FA-1CA4-B84F-8DBF-C1972AE54BBE}"/>
                    </a:ext>
                  </a:extLst>
                </p14:cNvPr>
                <p14:cNvContentPartPr/>
                <p14:nvPr/>
              </p14:nvContentPartPr>
              <p14:xfrm>
                <a:off x="699984" y="4158936"/>
                <a:ext cx="118080" cy="15480"/>
              </p14:xfrm>
            </p:contentPart>
          </mc:Choice>
          <mc:Fallback xmlns="">
            <p:pic>
              <p:nvPicPr>
                <p:cNvPr id="187" name="Ink 186">
                  <a:extLst>
                    <a:ext uri="{FF2B5EF4-FFF2-40B4-BE49-F238E27FC236}">
                      <a16:creationId xmlns:a16="http://schemas.microsoft.com/office/drawing/2014/main" id="{7C09F9FA-1CA4-B84F-8DBF-C1972AE54BBE}"/>
                    </a:ext>
                  </a:extLst>
                </p:cNvPr>
                <p:cNvPicPr/>
                <p:nvPr/>
              </p:nvPicPr>
              <p:blipFill>
                <a:blip r:embed="rId293"/>
                <a:stretch>
                  <a:fillRect/>
                </a:stretch>
              </p:blipFill>
              <p:spPr>
                <a:xfrm>
                  <a:off x="695664" y="4154616"/>
                  <a:ext cx="1267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8" name="Ink 187">
                  <a:extLst>
                    <a:ext uri="{FF2B5EF4-FFF2-40B4-BE49-F238E27FC236}">
                      <a16:creationId xmlns:a16="http://schemas.microsoft.com/office/drawing/2014/main" id="{06A0F7F3-9E9E-2872-256F-427B095FDE6D}"/>
                    </a:ext>
                  </a:extLst>
                </p14:cNvPr>
                <p14:cNvContentPartPr/>
                <p14:nvPr/>
              </p14:nvContentPartPr>
              <p14:xfrm>
                <a:off x="1048824" y="4152096"/>
                <a:ext cx="164520" cy="61560"/>
              </p14:xfrm>
            </p:contentPart>
          </mc:Choice>
          <mc:Fallback xmlns="">
            <p:pic>
              <p:nvPicPr>
                <p:cNvPr id="188" name="Ink 187">
                  <a:extLst>
                    <a:ext uri="{FF2B5EF4-FFF2-40B4-BE49-F238E27FC236}">
                      <a16:creationId xmlns:a16="http://schemas.microsoft.com/office/drawing/2014/main" id="{06A0F7F3-9E9E-2872-256F-427B095FDE6D}"/>
                    </a:ext>
                  </a:extLst>
                </p:cNvPr>
                <p:cNvPicPr/>
                <p:nvPr/>
              </p:nvPicPr>
              <p:blipFill>
                <a:blip r:embed="rId295"/>
                <a:stretch>
                  <a:fillRect/>
                </a:stretch>
              </p:blipFill>
              <p:spPr>
                <a:xfrm>
                  <a:off x="1044504" y="4147776"/>
                  <a:ext cx="173160" cy="70200"/>
                </a:xfrm>
                <a:prstGeom prst="rect">
                  <a:avLst/>
                </a:prstGeom>
              </p:spPr>
            </p:pic>
          </mc:Fallback>
        </mc:AlternateContent>
      </p:grpSp>
      <p:grpSp>
        <p:nvGrpSpPr>
          <p:cNvPr id="203" name="Group 202">
            <a:extLst>
              <a:ext uri="{FF2B5EF4-FFF2-40B4-BE49-F238E27FC236}">
                <a16:creationId xmlns:a16="http://schemas.microsoft.com/office/drawing/2014/main" id="{EDE51FDA-C1A6-716D-2272-1396DE3F125D}"/>
              </a:ext>
            </a:extLst>
          </p:cNvPr>
          <p:cNvGrpSpPr/>
          <p:nvPr/>
        </p:nvGrpSpPr>
        <p:grpSpPr>
          <a:xfrm>
            <a:off x="1450584" y="4063176"/>
            <a:ext cx="155160" cy="143280"/>
            <a:chOff x="1450584" y="4063176"/>
            <a:chExt cx="155160" cy="143280"/>
          </a:xfrm>
        </p:grpSpPr>
        <mc:AlternateContent xmlns:mc="http://schemas.openxmlformats.org/markup-compatibility/2006" xmlns:p14="http://schemas.microsoft.com/office/powerpoint/2010/main">
          <mc:Choice Requires="p14">
            <p:contentPart p14:bwMode="auto" r:id="rId296">
              <p14:nvContentPartPr>
                <p14:cNvPr id="189" name="Ink 188">
                  <a:extLst>
                    <a:ext uri="{FF2B5EF4-FFF2-40B4-BE49-F238E27FC236}">
                      <a16:creationId xmlns:a16="http://schemas.microsoft.com/office/drawing/2014/main" id="{DEBBBC11-D07C-69FC-86C3-6ACB2E2CEE3E}"/>
                    </a:ext>
                  </a:extLst>
                </p14:cNvPr>
                <p14:cNvContentPartPr/>
                <p14:nvPr/>
              </p14:nvContentPartPr>
              <p14:xfrm>
                <a:off x="1450584" y="4146336"/>
                <a:ext cx="17280" cy="60120"/>
              </p14:xfrm>
            </p:contentPart>
          </mc:Choice>
          <mc:Fallback xmlns="">
            <p:pic>
              <p:nvPicPr>
                <p:cNvPr id="189" name="Ink 188">
                  <a:extLst>
                    <a:ext uri="{FF2B5EF4-FFF2-40B4-BE49-F238E27FC236}">
                      <a16:creationId xmlns:a16="http://schemas.microsoft.com/office/drawing/2014/main" id="{DEBBBC11-D07C-69FC-86C3-6ACB2E2CEE3E}"/>
                    </a:ext>
                  </a:extLst>
                </p:cNvPr>
                <p:cNvPicPr/>
                <p:nvPr/>
              </p:nvPicPr>
              <p:blipFill>
                <a:blip r:embed="rId297"/>
                <a:stretch>
                  <a:fillRect/>
                </a:stretch>
              </p:blipFill>
              <p:spPr>
                <a:xfrm>
                  <a:off x="1446264" y="4142016"/>
                  <a:ext cx="259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0" name="Ink 189">
                  <a:extLst>
                    <a:ext uri="{FF2B5EF4-FFF2-40B4-BE49-F238E27FC236}">
                      <a16:creationId xmlns:a16="http://schemas.microsoft.com/office/drawing/2014/main" id="{BD541548-8DE9-522C-C218-362AD43C1F63}"/>
                    </a:ext>
                  </a:extLst>
                </p14:cNvPr>
                <p14:cNvContentPartPr/>
                <p14:nvPr/>
              </p14:nvContentPartPr>
              <p14:xfrm>
                <a:off x="1487664" y="4063176"/>
                <a:ext cx="46440" cy="36000"/>
              </p14:xfrm>
            </p:contentPart>
          </mc:Choice>
          <mc:Fallback xmlns="">
            <p:pic>
              <p:nvPicPr>
                <p:cNvPr id="190" name="Ink 189">
                  <a:extLst>
                    <a:ext uri="{FF2B5EF4-FFF2-40B4-BE49-F238E27FC236}">
                      <a16:creationId xmlns:a16="http://schemas.microsoft.com/office/drawing/2014/main" id="{BD541548-8DE9-522C-C218-362AD43C1F63}"/>
                    </a:ext>
                  </a:extLst>
                </p:cNvPr>
                <p:cNvPicPr/>
                <p:nvPr/>
              </p:nvPicPr>
              <p:blipFill>
                <a:blip r:embed="rId299"/>
                <a:stretch>
                  <a:fillRect/>
                </a:stretch>
              </p:blipFill>
              <p:spPr>
                <a:xfrm>
                  <a:off x="1483344" y="4058856"/>
                  <a:ext cx="55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1" name="Ink 190">
                  <a:extLst>
                    <a:ext uri="{FF2B5EF4-FFF2-40B4-BE49-F238E27FC236}">
                      <a16:creationId xmlns:a16="http://schemas.microsoft.com/office/drawing/2014/main" id="{9BB8254F-5F6A-11E8-7EB8-18B1A447D4AF}"/>
                    </a:ext>
                  </a:extLst>
                </p14:cNvPr>
                <p14:cNvContentPartPr/>
                <p14:nvPr/>
              </p14:nvContentPartPr>
              <p14:xfrm>
                <a:off x="1519344" y="4112856"/>
                <a:ext cx="86400" cy="87120"/>
              </p14:xfrm>
            </p:contentPart>
          </mc:Choice>
          <mc:Fallback xmlns="">
            <p:pic>
              <p:nvPicPr>
                <p:cNvPr id="191" name="Ink 190">
                  <a:extLst>
                    <a:ext uri="{FF2B5EF4-FFF2-40B4-BE49-F238E27FC236}">
                      <a16:creationId xmlns:a16="http://schemas.microsoft.com/office/drawing/2014/main" id="{9BB8254F-5F6A-11E8-7EB8-18B1A447D4AF}"/>
                    </a:ext>
                  </a:extLst>
                </p:cNvPr>
                <p:cNvPicPr/>
                <p:nvPr/>
              </p:nvPicPr>
              <p:blipFill>
                <a:blip r:embed="rId301"/>
                <a:stretch>
                  <a:fillRect/>
                </a:stretch>
              </p:blipFill>
              <p:spPr>
                <a:xfrm>
                  <a:off x="1515024" y="4108536"/>
                  <a:ext cx="95040" cy="95760"/>
                </a:xfrm>
                <a:prstGeom prst="rect">
                  <a:avLst/>
                </a:prstGeom>
              </p:spPr>
            </p:pic>
          </mc:Fallback>
        </mc:AlternateContent>
      </p:grpSp>
      <p:grpSp>
        <p:nvGrpSpPr>
          <p:cNvPr id="202" name="Group 201">
            <a:extLst>
              <a:ext uri="{FF2B5EF4-FFF2-40B4-BE49-F238E27FC236}">
                <a16:creationId xmlns:a16="http://schemas.microsoft.com/office/drawing/2014/main" id="{0BE193DA-2562-58B5-9A31-C1EE3171D7BF}"/>
              </a:ext>
            </a:extLst>
          </p:cNvPr>
          <p:cNvGrpSpPr/>
          <p:nvPr/>
        </p:nvGrpSpPr>
        <p:grpSpPr>
          <a:xfrm>
            <a:off x="1986624" y="3991176"/>
            <a:ext cx="559440" cy="181080"/>
            <a:chOff x="1986624" y="3991176"/>
            <a:chExt cx="559440" cy="181080"/>
          </a:xfrm>
        </p:grpSpPr>
        <mc:AlternateContent xmlns:mc="http://schemas.openxmlformats.org/markup-compatibility/2006" xmlns:p14="http://schemas.microsoft.com/office/powerpoint/2010/main">
          <mc:Choice Requires="p14">
            <p:contentPart p14:bwMode="auto" r:id="rId302">
              <p14:nvContentPartPr>
                <p14:cNvPr id="192" name="Ink 191">
                  <a:extLst>
                    <a:ext uri="{FF2B5EF4-FFF2-40B4-BE49-F238E27FC236}">
                      <a16:creationId xmlns:a16="http://schemas.microsoft.com/office/drawing/2014/main" id="{0035AC2B-6924-4FAF-4B6F-F75C6E9EE267}"/>
                    </a:ext>
                  </a:extLst>
                </p14:cNvPr>
                <p14:cNvContentPartPr/>
                <p14:nvPr/>
              </p14:nvContentPartPr>
              <p14:xfrm>
                <a:off x="1986624" y="4014576"/>
                <a:ext cx="305280" cy="130320"/>
              </p14:xfrm>
            </p:contentPart>
          </mc:Choice>
          <mc:Fallback xmlns="">
            <p:pic>
              <p:nvPicPr>
                <p:cNvPr id="192" name="Ink 191">
                  <a:extLst>
                    <a:ext uri="{FF2B5EF4-FFF2-40B4-BE49-F238E27FC236}">
                      <a16:creationId xmlns:a16="http://schemas.microsoft.com/office/drawing/2014/main" id="{0035AC2B-6924-4FAF-4B6F-F75C6E9EE267}"/>
                    </a:ext>
                  </a:extLst>
                </p:cNvPr>
                <p:cNvPicPr/>
                <p:nvPr/>
              </p:nvPicPr>
              <p:blipFill>
                <a:blip r:embed="rId303"/>
                <a:stretch>
                  <a:fillRect/>
                </a:stretch>
              </p:blipFill>
              <p:spPr>
                <a:xfrm>
                  <a:off x="1982304" y="4010256"/>
                  <a:ext cx="3139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3" name="Ink 192">
                  <a:extLst>
                    <a:ext uri="{FF2B5EF4-FFF2-40B4-BE49-F238E27FC236}">
                      <a16:creationId xmlns:a16="http://schemas.microsoft.com/office/drawing/2014/main" id="{6E6ECB5E-F237-CE9C-E9F5-0E6E38146D22}"/>
                    </a:ext>
                  </a:extLst>
                </p14:cNvPr>
                <p14:cNvContentPartPr/>
                <p14:nvPr/>
              </p14:nvContentPartPr>
              <p14:xfrm>
                <a:off x="2332944" y="3991176"/>
                <a:ext cx="69480" cy="128160"/>
              </p14:xfrm>
            </p:contentPart>
          </mc:Choice>
          <mc:Fallback xmlns="">
            <p:pic>
              <p:nvPicPr>
                <p:cNvPr id="193" name="Ink 192">
                  <a:extLst>
                    <a:ext uri="{FF2B5EF4-FFF2-40B4-BE49-F238E27FC236}">
                      <a16:creationId xmlns:a16="http://schemas.microsoft.com/office/drawing/2014/main" id="{6E6ECB5E-F237-CE9C-E9F5-0E6E38146D22}"/>
                    </a:ext>
                  </a:extLst>
                </p:cNvPr>
                <p:cNvPicPr/>
                <p:nvPr/>
              </p:nvPicPr>
              <p:blipFill>
                <a:blip r:embed="rId305"/>
                <a:stretch>
                  <a:fillRect/>
                </a:stretch>
              </p:blipFill>
              <p:spPr>
                <a:xfrm>
                  <a:off x="2328624" y="3986856"/>
                  <a:ext cx="781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4" name="Ink 193">
                  <a:extLst>
                    <a:ext uri="{FF2B5EF4-FFF2-40B4-BE49-F238E27FC236}">
                      <a16:creationId xmlns:a16="http://schemas.microsoft.com/office/drawing/2014/main" id="{432210AD-86E1-5B65-3094-31E7ECA1A792}"/>
                    </a:ext>
                  </a:extLst>
                </p14:cNvPr>
                <p14:cNvContentPartPr/>
                <p14:nvPr/>
              </p14:nvContentPartPr>
              <p14:xfrm>
                <a:off x="2446344" y="4018176"/>
                <a:ext cx="55800" cy="39600"/>
              </p14:xfrm>
            </p:contentPart>
          </mc:Choice>
          <mc:Fallback xmlns="">
            <p:pic>
              <p:nvPicPr>
                <p:cNvPr id="194" name="Ink 193">
                  <a:extLst>
                    <a:ext uri="{FF2B5EF4-FFF2-40B4-BE49-F238E27FC236}">
                      <a16:creationId xmlns:a16="http://schemas.microsoft.com/office/drawing/2014/main" id="{432210AD-86E1-5B65-3094-31E7ECA1A792}"/>
                    </a:ext>
                  </a:extLst>
                </p:cNvPr>
                <p:cNvPicPr/>
                <p:nvPr/>
              </p:nvPicPr>
              <p:blipFill>
                <a:blip r:embed="rId307"/>
                <a:stretch>
                  <a:fillRect/>
                </a:stretch>
              </p:blipFill>
              <p:spPr>
                <a:xfrm>
                  <a:off x="2442024" y="4013856"/>
                  <a:ext cx="644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5" name="Ink 194">
                  <a:extLst>
                    <a:ext uri="{FF2B5EF4-FFF2-40B4-BE49-F238E27FC236}">
                      <a16:creationId xmlns:a16="http://schemas.microsoft.com/office/drawing/2014/main" id="{7E687DC1-5A8C-9CD3-CB7F-73AC432C3D36}"/>
                    </a:ext>
                  </a:extLst>
                </p14:cNvPr>
                <p14:cNvContentPartPr/>
                <p14:nvPr/>
              </p14:nvContentPartPr>
              <p14:xfrm>
                <a:off x="2418624" y="4018176"/>
                <a:ext cx="127440" cy="154080"/>
              </p14:xfrm>
            </p:contentPart>
          </mc:Choice>
          <mc:Fallback xmlns="">
            <p:pic>
              <p:nvPicPr>
                <p:cNvPr id="195" name="Ink 194">
                  <a:extLst>
                    <a:ext uri="{FF2B5EF4-FFF2-40B4-BE49-F238E27FC236}">
                      <a16:creationId xmlns:a16="http://schemas.microsoft.com/office/drawing/2014/main" id="{7E687DC1-5A8C-9CD3-CB7F-73AC432C3D36}"/>
                    </a:ext>
                  </a:extLst>
                </p:cNvPr>
                <p:cNvPicPr/>
                <p:nvPr/>
              </p:nvPicPr>
              <p:blipFill>
                <a:blip r:embed="rId309"/>
                <a:stretch>
                  <a:fillRect/>
                </a:stretch>
              </p:blipFill>
              <p:spPr>
                <a:xfrm>
                  <a:off x="2414304" y="4013856"/>
                  <a:ext cx="136080" cy="162720"/>
                </a:xfrm>
                <a:prstGeom prst="rect">
                  <a:avLst/>
                </a:prstGeom>
              </p:spPr>
            </p:pic>
          </mc:Fallback>
        </mc:AlternateContent>
      </p:grpSp>
      <p:grpSp>
        <p:nvGrpSpPr>
          <p:cNvPr id="201" name="Group 200">
            <a:extLst>
              <a:ext uri="{FF2B5EF4-FFF2-40B4-BE49-F238E27FC236}">
                <a16:creationId xmlns:a16="http://schemas.microsoft.com/office/drawing/2014/main" id="{50701BF4-6EC9-2786-962D-BAD88D61641C}"/>
              </a:ext>
            </a:extLst>
          </p:cNvPr>
          <p:cNvGrpSpPr/>
          <p:nvPr/>
        </p:nvGrpSpPr>
        <p:grpSpPr>
          <a:xfrm>
            <a:off x="2826144" y="3842496"/>
            <a:ext cx="826200" cy="248040"/>
            <a:chOff x="2826144" y="3842496"/>
            <a:chExt cx="826200" cy="248040"/>
          </a:xfrm>
        </p:grpSpPr>
        <mc:AlternateContent xmlns:mc="http://schemas.openxmlformats.org/markup-compatibility/2006" xmlns:p14="http://schemas.microsoft.com/office/powerpoint/2010/main">
          <mc:Choice Requires="p14">
            <p:contentPart p14:bwMode="auto" r:id="rId310">
              <p14:nvContentPartPr>
                <p14:cNvPr id="196" name="Ink 195">
                  <a:extLst>
                    <a:ext uri="{FF2B5EF4-FFF2-40B4-BE49-F238E27FC236}">
                      <a16:creationId xmlns:a16="http://schemas.microsoft.com/office/drawing/2014/main" id="{AF36A7A4-BB60-3C86-BF1D-5BE29BD8682D}"/>
                    </a:ext>
                  </a:extLst>
                </p14:cNvPr>
                <p14:cNvContentPartPr/>
                <p14:nvPr/>
              </p14:nvContentPartPr>
              <p14:xfrm>
                <a:off x="2826144" y="3842496"/>
                <a:ext cx="121680" cy="173520"/>
              </p14:xfrm>
            </p:contentPart>
          </mc:Choice>
          <mc:Fallback xmlns="">
            <p:pic>
              <p:nvPicPr>
                <p:cNvPr id="196" name="Ink 195">
                  <a:extLst>
                    <a:ext uri="{FF2B5EF4-FFF2-40B4-BE49-F238E27FC236}">
                      <a16:creationId xmlns:a16="http://schemas.microsoft.com/office/drawing/2014/main" id="{AF36A7A4-BB60-3C86-BF1D-5BE29BD8682D}"/>
                    </a:ext>
                  </a:extLst>
                </p:cNvPr>
                <p:cNvPicPr/>
                <p:nvPr/>
              </p:nvPicPr>
              <p:blipFill>
                <a:blip r:embed="rId311"/>
                <a:stretch>
                  <a:fillRect/>
                </a:stretch>
              </p:blipFill>
              <p:spPr>
                <a:xfrm>
                  <a:off x="2821824" y="3838176"/>
                  <a:ext cx="1303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7" name="Ink 196">
                  <a:extLst>
                    <a:ext uri="{FF2B5EF4-FFF2-40B4-BE49-F238E27FC236}">
                      <a16:creationId xmlns:a16="http://schemas.microsoft.com/office/drawing/2014/main" id="{028A1899-F250-7679-C1EE-57380B72867D}"/>
                    </a:ext>
                  </a:extLst>
                </p14:cNvPr>
                <p14:cNvContentPartPr/>
                <p14:nvPr/>
              </p14:nvContentPartPr>
              <p14:xfrm>
                <a:off x="2929104" y="3955896"/>
                <a:ext cx="166680" cy="74160"/>
              </p14:xfrm>
            </p:contentPart>
          </mc:Choice>
          <mc:Fallback xmlns="">
            <p:pic>
              <p:nvPicPr>
                <p:cNvPr id="197" name="Ink 196">
                  <a:extLst>
                    <a:ext uri="{FF2B5EF4-FFF2-40B4-BE49-F238E27FC236}">
                      <a16:creationId xmlns:a16="http://schemas.microsoft.com/office/drawing/2014/main" id="{028A1899-F250-7679-C1EE-57380B72867D}"/>
                    </a:ext>
                  </a:extLst>
                </p:cNvPr>
                <p:cNvPicPr/>
                <p:nvPr/>
              </p:nvPicPr>
              <p:blipFill>
                <a:blip r:embed="rId313"/>
                <a:stretch>
                  <a:fillRect/>
                </a:stretch>
              </p:blipFill>
              <p:spPr>
                <a:xfrm>
                  <a:off x="2924784" y="3951576"/>
                  <a:ext cx="1753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8" name="Ink 197">
                  <a:extLst>
                    <a:ext uri="{FF2B5EF4-FFF2-40B4-BE49-F238E27FC236}">
                      <a16:creationId xmlns:a16="http://schemas.microsoft.com/office/drawing/2014/main" id="{C3E7001C-8475-82D9-1C77-85A6F9905BA8}"/>
                    </a:ext>
                  </a:extLst>
                </p14:cNvPr>
                <p14:cNvContentPartPr/>
                <p14:nvPr/>
              </p14:nvContentPartPr>
              <p14:xfrm>
                <a:off x="3144024" y="3901536"/>
                <a:ext cx="113400" cy="114120"/>
              </p14:xfrm>
            </p:contentPart>
          </mc:Choice>
          <mc:Fallback xmlns="">
            <p:pic>
              <p:nvPicPr>
                <p:cNvPr id="198" name="Ink 197">
                  <a:extLst>
                    <a:ext uri="{FF2B5EF4-FFF2-40B4-BE49-F238E27FC236}">
                      <a16:creationId xmlns:a16="http://schemas.microsoft.com/office/drawing/2014/main" id="{C3E7001C-8475-82D9-1C77-85A6F9905BA8}"/>
                    </a:ext>
                  </a:extLst>
                </p:cNvPr>
                <p:cNvPicPr/>
                <p:nvPr/>
              </p:nvPicPr>
              <p:blipFill>
                <a:blip r:embed="rId315"/>
                <a:stretch>
                  <a:fillRect/>
                </a:stretch>
              </p:blipFill>
              <p:spPr>
                <a:xfrm>
                  <a:off x="3139704" y="3897216"/>
                  <a:ext cx="1220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9" name="Ink 198">
                  <a:extLst>
                    <a:ext uri="{FF2B5EF4-FFF2-40B4-BE49-F238E27FC236}">
                      <a16:creationId xmlns:a16="http://schemas.microsoft.com/office/drawing/2014/main" id="{66223058-1352-B30D-2D17-1FBCC2F62940}"/>
                    </a:ext>
                  </a:extLst>
                </p14:cNvPr>
                <p14:cNvContentPartPr/>
                <p14:nvPr/>
              </p14:nvContentPartPr>
              <p14:xfrm>
                <a:off x="3254904" y="3886416"/>
                <a:ext cx="295920" cy="204120"/>
              </p14:xfrm>
            </p:contentPart>
          </mc:Choice>
          <mc:Fallback xmlns="">
            <p:pic>
              <p:nvPicPr>
                <p:cNvPr id="199" name="Ink 198">
                  <a:extLst>
                    <a:ext uri="{FF2B5EF4-FFF2-40B4-BE49-F238E27FC236}">
                      <a16:creationId xmlns:a16="http://schemas.microsoft.com/office/drawing/2014/main" id="{66223058-1352-B30D-2D17-1FBCC2F62940}"/>
                    </a:ext>
                  </a:extLst>
                </p:cNvPr>
                <p:cNvPicPr/>
                <p:nvPr/>
              </p:nvPicPr>
              <p:blipFill>
                <a:blip r:embed="rId317"/>
                <a:stretch>
                  <a:fillRect/>
                </a:stretch>
              </p:blipFill>
              <p:spPr>
                <a:xfrm>
                  <a:off x="3250584" y="3882096"/>
                  <a:ext cx="3045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0" name="Ink 199">
                  <a:extLst>
                    <a:ext uri="{FF2B5EF4-FFF2-40B4-BE49-F238E27FC236}">
                      <a16:creationId xmlns:a16="http://schemas.microsoft.com/office/drawing/2014/main" id="{86197C1F-802F-2BBD-29D1-7D49885E3000}"/>
                    </a:ext>
                  </a:extLst>
                </p14:cNvPr>
                <p14:cNvContentPartPr/>
                <p14:nvPr/>
              </p14:nvContentPartPr>
              <p14:xfrm>
                <a:off x="3647304" y="3983616"/>
                <a:ext cx="5040" cy="23400"/>
              </p14:xfrm>
            </p:contentPart>
          </mc:Choice>
          <mc:Fallback xmlns="">
            <p:pic>
              <p:nvPicPr>
                <p:cNvPr id="200" name="Ink 199">
                  <a:extLst>
                    <a:ext uri="{FF2B5EF4-FFF2-40B4-BE49-F238E27FC236}">
                      <a16:creationId xmlns:a16="http://schemas.microsoft.com/office/drawing/2014/main" id="{86197C1F-802F-2BBD-29D1-7D49885E3000}"/>
                    </a:ext>
                  </a:extLst>
                </p:cNvPr>
                <p:cNvPicPr/>
                <p:nvPr/>
              </p:nvPicPr>
              <p:blipFill>
                <a:blip r:embed="rId319"/>
                <a:stretch>
                  <a:fillRect/>
                </a:stretch>
              </p:blipFill>
              <p:spPr>
                <a:xfrm>
                  <a:off x="3642984" y="3979296"/>
                  <a:ext cx="13680" cy="32040"/>
                </a:xfrm>
                <a:prstGeom prst="rect">
                  <a:avLst/>
                </a:prstGeom>
              </p:spPr>
            </p:pic>
          </mc:Fallback>
        </mc:AlternateContent>
      </p:grpSp>
    </p:spTree>
    <p:extLst>
      <p:ext uri="{BB962C8B-B14F-4D97-AF65-F5344CB8AC3E}">
        <p14:creationId xmlns:p14="http://schemas.microsoft.com/office/powerpoint/2010/main" val="1518829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9B88E8-0946-872F-3485-3D0B14918AB9}"/>
              </a:ext>
            </a:extLst>
          </p:cNvPr>
          <p:cNvSpPr>
            <a:spLocks noGrp="1"/>
          </p:cNvSpPr>
          <p:nvPr>
            <p:ph type="sldNum" sz="quarter" idx="12"/>
          </p:nvPr>
        </p:nvSpPr>
        <p:spPr/>
        <p:txBody>
          <a:bodyPr/>
          <a:lstStyle/>
          <a:p>
            <a:fld id="{AD2B2EE5-B8BC-4D24-A25E-F2DF61737E68}" type="slidenum">
              <a:rPr lang="en-US" smtClean="0"/>
              <a:pPr/>
              <a:t>8</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7B43194-8923-BB52-E4B3-E01AF6F4346A}"/>
                  </a:ext>
                </a:extLst>
              </p14:cNvPr>
              <p14:cNvContentPartPr/>
              <p14:nvPr/>
            </p14:nvContentPartPr>
            <p14:xfrm>
              <a:off x="2714039" y="1579926"/>
              <a:ext cx="2130" cy="9207"/>
            </p14:xfrm>
          </p:contentPart>
        </mc:Choice>
        <mc:Fallback xmlns="">
          <p:pic>
            <p:nvPicPr>
              <p:cNvPr id="3" name="Ink 2">
                <a:extLst>
                  <a:ext uri="{FF2B5EF4-FFF2-40B4-BE49-F238E27FC236}">
                    <a16:creationId xmlns:a16="http://schemas.microsoft.com/office/drawing/2014/main" id="{37B43194-8923-BB52-E4B3-E01AF6F4346A}"/>
                  </a:ext>
                </a:extLst>
              </p:cNvPr>
              <p:cNvPicPr/>
              <p:nvPr/>
            </p:nvPicPr>
            <p:blipFill>
              <a:blip r:embed="rId3"/>
              <a:stretch>
                <a:fillRect/>
              </a:stretch>
            </p:blipFill>
            <p:spPr>
              <a:xfrm>
                <a:off x="2708927" y="1575677"/>
                <a:ext cx="12354" cy="1770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CF6039F-1D32-F6C7-8A51-A6DCE5AB838F}"/>
                  </a:ext>
                </a:extLst>
              </p14:cNvPr>
              <p14:cNvContentPartPr/>
              <p14:nvPr/>
            </p14:nvContentPartPr>
            <p14:xfrm>
              <a:off x="1391002" y="1440645"/>
              <a:ext cx="211633" cy="377003"/>
            </p14:xfrm>
          </p:contentPart>
        </mc:Choice>
        <mc:Fallback xmlns="">
          <p:pic>
            <p:nvPicPr>
              <p:cNvPr id="4" name="Ink 3">
                <a:extLst>
                  <a:ext uri="{FF2B5EF4-FFF2-40B4-BE49-F238E27FC236}">
                    <a16:creationId xmlns:a16="http://schemas.microsoft.com/office/drawing/2014/main" id="{BCF6039F-1D32-F6C7-8A51-A6DCE5AB838F}"/>
                  </a:ext>
                </a:extLst>
              </p:cNvPr>
              <p:cNvPicPr/>
              <p:nvPr/>
            </p:nvPicPr>
            <p:blipFill>
              <a:blip r:embed="rId5"/>
              <a:stretch>
                <a:fillRect/>
              </a:stretch>
            </p:blipFill>
            <p:spPr>
              <a:xfrm>
                <a:off x="1386683" y="1436328"/>
                <a:ext cx="220271" cy="38563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3BED3D32-F961-DEFF-161B-877663711D6C}"/>
                  </a:ext>
                </a:extLst>
              </p14:cNvPr>
              <p14:cNvContentPartPr/>
              <p14:nvPr/>
            </p14:nvContentPartPr>
            <p14:xfrm>
              <a:off x="1368374" y="1626668"/>
              <a:ext cx="183947" cy="14400"/>
            </p14:xfrm>
          </p:contentPart>
        </mc:Choice>
        <mc:Fallback xmlns="">
          <p:pic>
            <p:nvPicPr>
              <p:cNvPr id="5" name="Ink 4">
                <a:extLst>
                  <a:ext uri="{FF2B5EF4-FFF2-40B4-BE49-F238E27FC236}">
                    <a16:creationId xmlns:a16="http://schemas.microsoft.com/office/drawing/2014/main" id="{3BED3D32-F961-DEFF-161B-877663711D6C}"/>
                  </a:ext>
                </a:extLst>
              </p:cNvPr>
              <p:cNvPicPr/>
              <p:nvPr/>
            </p:nvPicPr>
            <p:blipFill>
              <a:blip r:embed="rId7"/>
              <a:stretch>
                <a:fillRect/>
              </a:stretch>
            </p:blipFill>
            <p:spPr>
              <a:xfrm>
                <a:off x="1364046" y="1622348"/>
                <a:ext cx="192603"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ABDA4ED9-80BE-2810-B39C-0F8D25A33A2C}"/>
                  </a:ext>
                </a:extLst>
              </p14:cNvPr>
              <p14:cNvContentPartPr/>
              <p14:nvPr/>
            </p14:nvContentPartPr>
            <p14:xfrm>
              <a:off x="1517981" y="1635638"/>
              <a:ext cx="97431" cy="57601"/>
            </p14:xfrm>
          </p:contentPart>
        </mc:Choice>
        <mc:Fallback xmlns="">
          <p:pic>
            <p:nvPicPr>
              <p:cNvPr id="6" name="Ink 5">
                <a:extLst>
                  <a:ext uri="{FF2B5EF4-FFF2-40B4-BE49-F238E27FC236}">
                    <a16:creationId xmlns:a16="http://schemas.microsoft.com/office/drawing/2014/main" id="{ABDA4ED9-80BE-2810-B39C-0F8D25A33A2C}"/>
                  </a:ext>
                </a:extLst>
              </p:cNvPr>
              <p:cNvPicPr/>
              <p:nvPr/>
            </p:nvPicPr>
            <p:blipFill>
              <a:blip r:embed="rId9"/>
              <a:stretch>
                <a:fillRect/>
              </a:stretch>
            </p:blipFill>
            <p:spPr>
              <a:xfrm>
                <a:off x="1513667" y="1631318"/>
                <a:ext cx="106060" cy="6624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C031D1DC-D6A1-6B91-96F0-28C57F36DE9C}"/>
                  </a:ext>
                </a:extLst>
              </p14:cNvPr>
              <p14:cNvContentPartPr/>
              <p14:nvPr/>
            </p14:nvContentPartPr>
            <p14:xfrm>
              <a:off x="1655609" y="1604949"/>
              <a:ext cx="57766" cy="82152"/>
            </p14:xfrm>
          </p:contentPart>
        </mc:Choice>
        <mc:Fallback xmlns="">
          <p:pic>
            <p:nvPicPr>
              <p:cNvPr id="7" name="Ink 6">
                <a:extLst>
                  <a:ext uri="{FF2B5EF4-FFF2-40B4-BE49-F238E27FC236}">
                    <a16:creationId xmlns:a16="http://schemas.microsoft.com/office/drawing/2014/main" id="{C031D1DC-D6A1-6B91-96F0-28C57F36DE9C}"/>
                  </a:ext>
                </a:extLst>
              </p:cNvPr>
              <p:cNvPicPr/>
              <p:nvPr/>
            </p:nvPicPr>
            <p:blipFill>
              <a:blip r:embed="rId11"/>
              <a:stretch>
                <a:fillRect/>
              </a:stretch>
            </p:blipFill>
            <p:spPr>
              <a:xfrm>
                <a:off x="1651303" y="1600644"/>
                <a:ext cx="66377" cy="90762"/>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0084C1D4-F9AC-528C-CEBA-4B2FBC4AEECC}"/>
                  </a:ext>
                </a:extLst>
              </p14:cNvPr>
              <p14:cNvContentPartPr/>
              <p14:nvPr/>
            </p14:nvContentPartPr>
            <p14:xfrm>
              <a:off x="1787380" y="1519256"/>
              <a:ext cx="148276" cy="223794"/>
            </p14:xfrm>
          </p:contentPart>
        </mc:Choice>
        <mc:Fallback xmlns="">
          <p:pic>
            <p:nvPicPr>
              <p:cNvPr id="8" name="Ink 7">
                <a:extLst>
                  <a:ext uri="{FF2B5EF4-FFF2-40B4-BE49-F238E27FC236}">
                    <a16:creationId xmlns:a16="http://schemas.microsoft.com/office/drawing/2014/main" id="{0084C1D4-F9AC-528C-CEBA-4B2FBC4AEECC}"/>
                  </a:ext>
                </a:extLst>
              </p:cNvPr>
              <p:cNvPicPr/>
              <p:nvPr/>
            </p:nvPicPr>
            <p:blipFill>
              <a:blip r:embed="rId13"/>
              <a:stretch>
                <a:fillRect/>
              </a:stretch>
            </p:blipFill>
            <p:spPr>
              <a:xfrm>
                <a:off x="1783072" y="1514938"/>
                <a:ext cx="156893" cy="23242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316D1920-590C-A5A0-F562-AF51382DDE66}"/>
                  </a:ext>
                </a:extLst>
              </p14:cNvPr>
              <p14:cNvContentPartPr/>
              <p14:nvPr/>
            </p14:nvContentPartPr>
            <p14:xfrm>
              <a:off x="1948168" y="1652163"/>
              <a:ext cx="40197" cy="54532"/>
            </p14:xfrm>
          </p:contentPart>
        </mc:Choice>
        <mc:Fallback xmlns="">
          <p:pic>
            <p:nvPicPr>
              <p:cNvPr id="9" name="Ink 8">
                <a:extLst>
                  <a:ext uri="{FF2B5EF4-FFF2-40B4-BE49-F238E27FC236}">
                    <a16:creationId xmlns:a16="http://schemas.microsoft.com/office/drawing/2014/main" id="{316D1920-590C-A5A0-F562-AF51382DDE66}"/>
                  </a:ext>
                </a:extLst>
              </p:cNvPr>
              <p:cNvPicPr/>
              <p:nvPr/>
            </p:nvPicPr>
            <p:blipFill>
              <a:blip r:embed="rId15"/>
              <a:stretch>
                <a:fillRect/>
              </a:stretch>
            </p:blipFill>
            <p:spPr>
              <a:xfrm>
                <a:off x="1943899" y="1647858"/>
                <a:ext cx="48734" cy="63142"/>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2D8D45E9-34C0-089B-EC06-DD37B9A63C7A}"/>
                  </a:ext>
                </a:extLst>
              </p14:cNvPr>
              <p14:cNvContentPartPr/>
              <p14:nvPr/>
            </p14:nvContentPartPr>
            <p14:xfrm>
              <a:off x="2020842" y="1552306"/>
              <a:ext cx="12245" cy="35883"/>
            </p14:xfrm>
          </p:contentPart>
        </mc:Choice>
        <mc:Fallback xmlns="">
          <p:pic>
            <p:nvPicPr>
              <p:cNvPr id="10" name="Ink 9">
                <a:extLst>
                  <a:ext uri="{FF2B5EF4-FFF2-40B4-BE49-F238E27FC236}">
                    <a16:creationId xmlns:a16="http://schemas.microsoft.com/office/drawing/2014/main" id="{2D8D45E9-34C0-089B-EC06-DD37B9A63C7A}"/>
                  </a:ext>
                </a:extLst>
              </p:cNvPr>
              <p:cNvPicPr/>
              <p:nvPr/>
            </p:nvPicPr>
            <p:blipFill>
              <a:blip r:embed="rId17"/>
              <a:stretch>
                <a:fillRect/>
              </a:stretch>
            </p:blipFill>
            <p:spPr>
              <a:xfrm>
                <a:off x="2016520" y="1548000"/>
                <a:ext cx="20889" cy="4449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A8B7945-B514-2711-90C1-407B8A9E8773}"/>
                  </a:ext>
                </a:extLst>
              </p14:cNvPr>
              <p14:cNvContentPartPr/>
              <p14:nvPr/>
            </p14:nvContentPartPr>
            <p14:xfrm>
              <a:off x="2014719" y="1633042"/>
              <a:ext cx="80660" cy="66572"/>
            </p14:xfrm>
          </p:contentPart>
        </mc:Choice>
        <mc:Fallback xmlns="">
          <p:pic>
            <p:nvPicPr>
              <p:cNvPr id="11" name="Ink 10">
                <a:extLst>
                  <a:ext uri="{FF2B5EF4-FFF2-40B4-BE49-F238E27FC236}">
                    <a16:creationId xmlns:a16="http://schemas.microsoft.com/office/drawing/2014/main" id="{FA8B7945-B514-2711-90C1-407B8A9E8773}"/>
                  </a:ext>
                </a:extLst>
              </p:cNvPr>
              <p:cNvPicPr/>
              <p:nvPr/>
            </p:nvPicPr>
            <p:blipFill>
              <a:blip r:embed="rId19"/>
              <a:stretch>
                <a:fillRect/>
              </a:stretch>
            </p:blipFill>
            <p:spPr>
              <a:xfrm>
                <a:off x="2010398" y="1628724"/>
                <a:ext cx="89302" cy="7520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CB2E9618-9254-2CDA-1CCE-1E7E550CC0A4}"/>
                  </a:ext>
                </a:extLst>
              </p14:cNvPr>
              <p14:cNvContentPartPr/>
              <p14:nvPr/>
            </p14:nvContentPartPr>
            <p14:xfrm>
              <a:off x="2165125" y="1514063"/>
              <a:ext cx="77199" cy="146599"/>
            </p14:xfrm>
          </p:contentPart>
        </mc:Choice>
        <mc:Fallback xmlns="">
          <p:pic>
            <p:nvPicPr>
              <p:cNvPr id="12" name="Ink 11">
                <a:extLst>
                  <a:ext uri="{FF2B5EF4-FFF2-40B4-BE49-F238E27FC236}">
                    <a16:creationId xmlns:a16="http://schemas.microsoft.com/office/drawing/2014/main" id="{CB2E9618-9254-2CDA-1CCE-1E7E550CC0A4}"/>
                  </a:ext>
                </a:extLst>
              </p:cNvPr>
              <p:cNvPicPr/>
              <p:nvPr/>
            </p:nvPicPr>
            <p:blipFill>
              <a:blip r:embed="rId21"/>
              <a:stretch>
                <a:fillRect/>
              </a:stretch>
            </p:blipFill>
            <p:spPr>
              <a:xfrm>
                <a:off x="2160816" y="1509751"/>
                <a:ext cx="85817" cy="155222"/>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3664D9E0-881D-07DF-85A1-EDC71C9B76BE}"/>
                  </a:ext>
                </a:extLst>
              </p14:cNvPr>
              <p14:cNvContentPartPr/>
              <p14:nvPr/>
            </p14:nvContentPartPr>
            <p14:xfrm>
              <a:off x="2153944" y="1579454"/>
              <a:ext cx="94503" cy="8971"/>
            </p14:xfrm>
          </p:contentPart>
        </mc:Choice>
        <mc:Fallback xmlns="">
          <p:pic>
            <p:nvPicPr>
              <p:cNvPr id="13" name="Ink 12">
                <a:extLst>
                  <a:ext uri="{FF2B5EF4-FFF2-40B4-BE49-F238E27FC236}">
                    <a16:creationId xmlns:a16="http://schemas.microsoft.com/office/drawing/2014/main" id="{3664D9E0-881D-07DF-85A1-EDC71C9B76BE}"/>
                  </a:ext>
                </a:extLst>
              </p:cNvPr>
              <p:cNvPicPr/>
              <p:nvPr/>
            </p:nvPicPr>
            <p:blipFill>
              <a:blip r:embed="rId23"/>
              <a:stretch>
                <a:fillRect/>
              </a:stretch>
            </p:blipFill>
            <p:spPr>
              <a:xfrm>
                <a:off x="2149632" y="1575148"/>
                <a:ext cx="103127" cy="17583"/>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BDE0386A-6A8F-F200-9A9C-9E76B2204992}"/>
                  </a:ext>
                </a:extLst>
              </p14:cNvPr>
              <p14:cNvContentPartPr/>
              <p14:nvPr/>
            </p14:nvContentPartPr>
            <p14:xfrm>
              <a:off x="2505867" y="1608490"/>
              <a:ext cx="92107" cy="78139"/>
            </p14:xfrm>
          </p:contentPart>
        </mc:Choice>
        <mc:Fallback xmlns="">
          <p:pic>
            <p:nvPicPr>
              <p:cNvPr id="14" name="Ink 13">
                <a:extLst>
                  <a:ext uri="{FF2B5EF4-FFF2-40B4-BE49-F238E27FC236}">
                    <a16:creationId xmlns:a16="http://schemas.microsoft.com/office/drawing/2014/main" id="{BDE0386A-6A8F-F200-9A9C-9E76B2204992}"/>
                  </a:ext>
                </a:extLst>
              </p:cNvPr>
              <p:cNvPicPr/>
              <p:nvPr/>
            </p:nvPicPr>
            <p:blipFill>
              <a:blip r:embed="rId25"/>
              <a:stretch>
                <a:fillRect/>
              </a:stretch>
            </p:blipFill>
            <p:spPr>
              <a:xfrm>
                <a:off x="2501549" y="1604169"/>
                <a:ext cx="100742" cy="86781"/>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37001911-03E9-C922-69F8-7C2FD447A98D}"/>
                  </a:ext>
                </a:extLst>
              </p14:cNvPr>
              <p14:cNvContentPartPr/>
              <p14:nvPr/>
            </p14:nvContentPartPr>
            <p14:xfrm>
              <a:off x="2554582" y="1516423"/>
              <a:ext cx="40197" cy="46270"/>
            </p14:xfrm>
          </p:contentPart>
        </mc:Choice>
        <mc:Fallback xmlns="">
          <p:pic>
            <p:nvPicPr>
              <p:cNvPr id="15" name="Ink 14">
                <a:extLst>
                  <a:ext uri="{FF2B5EF4-FFF2-40B4-BE49-F238E27FC236}">
                    <a16:creationId xmlns:a16="http://schemas.microsoft.com/office/drawing/2014/main" id="{37001911-03E9-C922-69F8-7C2FD447A98D}"/>
                  </a:ext>
                </a:extLst>
              </p:cNvPr>
              <p:cNvPicPr/>
              <p:nvPr/>
            </p:nvPicPr>
            <p:blipFill>
              <a:blip r:embed="rId27"/>
              <a:stretch>
                <a:fillRect/>
              </a:stretch>
            </p:blipFill>
            <p:spPr>
              <a:xfrm>
                <a:off x="2550236" y="1512119"/>
                <a:ext cx="48888" cy="54878"/>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E25B8199-294D-B907-3F61-0E6FD1DCBCB7}"/>
                  </a:ext>
                </a:extLst>
              </p14:cNvPr>
              <p14:cNvContentPartPr/>
              <p14:nvPr/>
            </p14:nvContentPartPr>
            <p14:xfrm>
              <a:off x="2685289" y="1583939"/>
              <a:ext cx="144017" cy="12748"/>
            </p14:xfrm>
          </p:contentPart>
        </mc:Choice>
        <mc:Fallback xmlns="">
          <p:pic>
            <p:nvPicPr>
              <p:cNvPr id="16" name="Ink 15">
                <a:extLst>
                  <a:ext uri="{FF2B5EF4-FFF2-40B4-BE49-F238E27FC236}">
                    <a16:creationId xmlns:a16="http://schemas.microsoft.com/office/drawing/2014/main" id="{E25B8199-294D-B907-3F61-0E6FD1DCBCB7}"/>
                  </a:ext>
                </a:extLst>
              </p:cNvPr>
              <p:cNvPicPr/>
              <p:nvPr/>
            </p:nvPicPr>
            <p:blipFill>
              <a:blip r:embed="rId29"/>
              <a:stretch>
                <a:fillRect/>
              </a:stretch>
            </p:blipFill>
            <p:spPr>
              <a:xfrm>
                <a:off x="2680968" y="1579690"/>
                <a:ext cx="152658" cy="2124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E8C39F3A-CC3E-EF0E-7EA9-CB402BF90050}"/>
                  </a:ext>
                </a:extLst>
              </p14:cNvPr>
              <p14:cNvContentPartPr/>
              <p14:nvPr/>
            </p14:nvContentPartPr>
            <p14:xfrm>
              <a:off x="2673309" y="1627612"/>
              <a:ext cx="163982" cy="12748"/>
            </p14:xfrm>
          </p:contentPart>
        </mc:Choice>
        <mc:Fallback xmlns="">
          <p:pic>
            <p:nvPicPr>
              <p:cNvPr id="17" name="Ink 16">
                <a:extLst>
                  <a:ext uri="{FF2B5EF4-FFF2-40B4-BE49-F238E27FC236}">
                    <a16:creationId xmlns:a16="http://schemas.microsoft.com/office/drawing/2014/main" id="{E8C39F3A-CC3E-EF0E-7EA9-CB402BF90050}"/>
                  </a:ext>
                </a:extLst>
              </p:cNvPr>
              <p:cNvPicPr/>
              <p:nvPr/>
            </p:nvPicPr>
            <p:blipFill>
              <a:blip r:embed="rId31"/>
              <a:stretch>
                <a:fillRect/>
              </a:stretch>
            </p:blipFill>
            <p:spPr>
              <a:xfrm>
                <a:off x="2668994" y="1623241"/>
                <a:ext cx="172613" cy="2148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01D32B65-3F11-8E0A-EBF9-84485B2CBA76}"/>
                  </a:ext>
                </a:extLst>
              </p14:cNvPr>
              <p14:cNvContentPartPr/>
              <p14:nvPr/>
            </p14:nvContentPartPr>
            <p14:xfrm>
              <a:off x="2980776" y="1510994"/>
              <a:ext cx="131505" cy="139281"/>
            </p14:xfrm>
          </p:contentPart>
        </mc:Choice>
        <mc:Fallback xmlns="">
          <p:pic>
            <p:nvPicPr>
              <p:cNvPr id="18" name="Ink 17">
                <a:extLst>
                  <a:ext uri="{FF2B5EF4-FFF2-40B4-BE49-F238E27FC236}">
                    <a16:creationId xmlns:a16="http://schemas.microsoft.com/office/drawing/2014/main" id="{01D32B65-3F11-8E0A-EBF9-84485B2CBA76}"/>
                  </a:ext>
                </a:extLst>
              </p:cNvPr>
              <p:cNvPicPr/>
              <p:nvPr/>
            </p:nvPicPr>
            <p:blipFill>
              <a:blip r:embed="rId33"/>
              <a:stretch>
                <a:fillRect/>
              </a:stretch>
            </p:blipFill>
            <p:spPr>
              <a:xfrm>
                <a:off x="2976464" y="1506686"/>
                <a:ext cx="140128" cy="147896"/>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CD03B883-522F-EA68-039F-1CA6BF8F162C}"/>
                  </a:ext>
                </a:extLst>
              </p14:cNvPr>
              <p14:cNvContentPartPr/>
              <p14:nvPr/>
            </p14:nvContentPartPr>
            <p14:xfrm>
              <a:off x="3156205" y="1576385"/>
              <a:ext cx="28484" cy="29981"/>
            </p14:xfrm>
          </p:contentPart>
        </mc:Choice>
        <mc:Fallback xmlns="">
          <p:pic>
            <p:nvPicPr>
              <p:cNvPr id="19" name="Ink 18">
                <a:extLst>
                  <a:ext uri="{FF2B5EF4-FFF2-40B4-BE49-F238E27FC236}">
                    <a16:creationId xmlns:a16="http://schemas.microsoft.com/office/drawing/2014/main" id="{CD03B883-522F-EA68-039F-1CA6BF8F162C}"/>
                  </a:ext>
                </a:extLst>
              </p:cNvPr>
              <p:cNvPicPr/>
              <p:nvPr/>
            </p:nvPicPr>
            <p:blipFill>
              <a:blip r:embed="rId35"/>
              <a:stretch>
                <a:fillRect/>
              </a:stretch>
            </p:blipFill>
            <p:spPr>
              <a:xfrm>
                <a:off x="3151878" y="1572102"/>
                <a:ext cx="37137" cy="38547"/>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E750CA30-F2ED-87E1-05DF-619AB233A92C}"/>
                  </a:ext>
                </a:extLst>
              </p14:cNvPr>
              <p14:cNvContentPartPr/>
              <p14:nvPr/>
            </p14:nvContentPartPr>
            <p14:xfrm>
              <a:off x="3061170" y="1654996"/>
              <a:ext cx="126713" cy="120631"/>
            </p14:xfrm>
          </p:contentPart>
        </mc:Choice>
        <mc:Fallback xmlns="">
          <p:pic>
            <p:nvPicPr>
              <p:cNvPr id="20" name="Ink 19">
                <a:extLst>
                  <a:ext uri="{FF2B5EF4-FFF2-40B4-BE49-F238E27FC236}">
                    <a16:creationId xmlns:a16="http://schemas.microsoft.com/office/drawing/2014/main" id="{E750CA30-F2ED-87E1-05DF-619AB233A92C}"/>
                  </a:ext>
                </a:extLst>
              </p:cNvPr>
              <p:cNvPicPr/>
              <p:nvPr/>
            </p:nvPicPr>
            <p:blipFill>
              <a:blip r:embed="rId37"/>
              <a:stretch>
                <a:fillRect/>
              </a:stretch>
            </p:blipFill>
            <p:spPr>
              <a:xfrm>
                <a:off x="3056850" y="1650675"/>
                <a:ext cx="135353" cy="129273"/>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4B92516D-0561-8C4B-E784-0337A61B84F3}"/>
                  </a:ext>
                </a:extLst>
              </p14:cNvPr>
              <p14:cNvContentPartPr/>
              <p14:nvPr/>
            </p14:nvContentPartPr>
            <p14:xfrm>
              <a:off x="4948827" y="1504384"/>
              <a:ext cx="118195" cy="77195"/>
            </p14:xfrm>
          </p:contentPart>
        </mc:Choice>
        <mc:Fallback xmlns="">
          <p:pic>
            <p:nvPicPr>
              <p:cNvPr id="21" name="Ink 20">
                <a:extLst>
                  <a:ext uri="{FF2B5EF4-FFF2-40B4-BE49-F238E27FC236}">
                    <a16:creationId xmlns:a16="http://schemas.microsoft.com/office/drawing/2014/main" id="{4B92516D-0561-8C4B-E784-0337A61B84F3}"/>
                  </a:ext>
                </a:extLst>
              </p:cNvPr>
              <p:cNvPicPr/>
              <p:nvPr/>
            </p:nvPicPr>
            <p:blipFill>
              <a:blip r:embed="rId39"/>
              <a:stretch>
                <a:fillRect/>
              </a:stretch>
            </p:blipFill>
            <p:spPr>
              <a:xfrm>
                <a:off x="4944516" y="1500075"/>
                <a:ext cx="126817" cy="85812"/>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5DA38771-1168-8191-7608-5B75B9B93A01}"/>
                  </a:ext>
                </a:extLst>
              </p14:cNvPr>
              <p14:cNvContentPartPr/>
              <p14:nvPr/>
            </p14:nvContentPartPr>
            <p14:xfrm>
              <a:off x="5026559" y="1435924"/>
              <a:ext cx="34074" cy="14636"/>
            </p14:xfrm>
          </p:contentPart>
        </mc:Choice>
        <mc:Fallback xmlns="">
          <p:pic>
            <p:nvPicPr>
              <p:cNvPr id="22" name="Ink 21">
                <a:extLst>
                  <a:ext uri="{FF2B5EF4-FFF2-40B4-BE49-F238E27FC236}">
                    <a16:creationId xmlns:a16="http://schemas.microsoft.com/office/drawing/2014/main" id="{5DA38771-1168-8191-7608-5B75B9B93A01}"/>
                  </a:ext>
                </a:extLst>
              </p:cNvPr>
              <p:cNvPicPr/>
              <p:nvPr/>
            </p:nvPicPr>
            <p:blipFill>
              <a:blip r:embed="rId41"/>
              <a:stretch>
                <a:fillRect/>
              </a:stretch>
            </p:blipFill>
            <p:spPr>
              <a:xfrm>
                <a:off x="5022255" y="1431640"/>
                <a:ext cx="42682" cy="23203"/>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CDB998A7-7503-4F29-1C8C-94DA618123B4}"/>
                  </a:ext>
                </a:extLst>
              </p14:cNvPr>
              <p14:cNvContentPartPr/>
              <p14:nvPr/>
            </p14:nvContentPartPr>
            <p14:xfrm>
              <a:off x="5186015" y="1487623"/>
              <a:ext cx="28218" cy="74362"/>
            </p14:xfrm>
          </p:contentPart>
        </mc:Choice>
        <mc:Fallback xmlns="">
          <p:pic>
            <p:nvPicPr>
              <p:cNvPr id="23" name="Ink 22">
                <a:extLst>
                  <a:ext uri="{FF2B5EF4-FFF2-40B4-BE49-F238E27FC236}">
                    <a16:creationId xmlns:a16="http://schemas.microsoft.com/office/drawing/2014/main" id="{CDB998A7-7503-4F29-1C8C-94DA618123B4}"/>
                  </a:ext>
                </a:extLst>
              </p:cNvPr>
              <p:cNvPicPr/>
              <p:nvPr/>
            </p:nvPicPr>
            <p:blipFill>
              <a:blip r:embed="rId43"/>
              <a:stretch>
                <a:fillRect/>
              </a:stretch>
            </p:blipFill>
            <p:spPr>
              <a:xfrm>
                <a:off x="5181674" y="1483312"/>
                <a:ext cx="36900" cy="82984"/>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FB31A58F-AD43-2621-2C4B-7BF82A0ED599}"/>
                  </a:ext>
                </a:extLst>
              </p14:cNvPr>
              <p14:cNvContentPartPr/>
              <p14:nvPr/>
            </p14:nvContentPartPr>
            <p14:xfrm>
              <a:off x="5167115" y="1519728"/>
              <a:ext cx="76135" cy="13456"/>
            </p14:xfrm>
          </p:contentPart>
        </mc:Choice>
        <mc:Fallback xmlns="">
          <p:pic>
            <p:nvPicPr>
              <p:cNvPr id="24" name="Ink 23">
                <a:extLst>
                  <a:ext uri="{FF2B5EF4-FFF2-40B4-BE49-F238E27FC236}">
                    <a16:creationId xmlns:a16="http://schemas.microsoft.com/office/drawing/2014/main" id="{FB31A58F-AD43-2621-2C4B-7BF82A0ED599}"/>
                  </a:ext>
                </a:extLst>
              </p:cNvPr>
              <p:cNvPicPr/>
              <p:nvPr/>
            </p:nvPicPr>
            <p:blipFill>
              <a:blip r:embed="rId45"/>
              <a:stretch>
                <a:fillRect/>
              </a:stretch>
            </p:blipFill>
            <p:spPr>
              <a:xfrm>
                <a:off x="5162805" y="1515479"/>
                <a:ext cx="84754" cy="21955"/>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BD0A8C47-557E-7259-858B-107B7418E9CE}"/>
                  </a:ext>
                </a:extLst>
              </p14:cNvPr>
              <p14:cNvContentPartPr/>
              <p14:nvPr/>
            </p14:nvContentPartPr>
            <p14:xfrm>
              <a:off x="5316189" y="1489747"/>
              <a:ext cx="28750" cy="67988"/>
            </p14:xfrm>
          </p:contentPart>
        </mc:Choice>
        <mc:Fallback xmlns="">
          <p:pic>
            <p:nvPicPr>
              <p:cNvPr id="25" name="Ink 24">
                <a:extLst>
                  <a:ext uri="{FF2B5EF4-FFF2-40B4-BE49-F238E27FC236}">
                    <a16:creationId xmlns:a16="http://schemas.microsoft.com/office/drawing/2014/main" id="{BD0A8C47-557E-7259-858B-107B7418E9CE}"/>
                  </a:ext>
                </a:extLst>
              </p:cNvPr>
              <p:cNvPicPr/>
              <p:nvPr/>
            </p:nvPicPr>
            <p:blipFill>
              <a:blip r:embed="rId47"/>
              <a:stretch>
                <a:fillRect/>
              </a:stretch>
            </p:blipFill>
            <p:spPr>
              <a:xfrm>
                <a:off x="5311876" y="1485430"/>
                <a:ext cx="37375" cy="76621"/>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717DD6B9-B1EE-ECAE-9244-6FC82616BF8A}"/>
                  </a:ext>
                </a:extLst>
              </p14:cNvPr>
              <p14:cNvContentPartPr/>
              <p14:nvPr/>
            </p14:nvContentPartPr>
            <p14:xfrm>
              <a:off x="5295958" y="1507217"/>
              <a:ext cx="81192" cy="8262"/>
            </p14:xfrm>
          </p:contentPart>
        </mc:Choice>
        <mc:Fallback xmlns="">
          <p:pic>
            <p:nvPicPr>
              <p:cNvPr id="26" name="Ink 25">
                <a:extLst>
                  <a:ext uri="{FF2B5EF4-FFF2-40B4-BE49-F238E27FC236}">
                    <a16:creationId xmlns:a16="http://schemas.microsoft.com/office/drawing/2014/main" id="{717DD6B9-B1EE-ECAE-9244-6FC82616BF8A}"/>
                  </a:ext>
                </a:extLst>
              </p:cNvPr>
              <p:cNvPicPr/>
              <p:nvPr/>
            </p:nvPicPr>
            <p:blipFill>
              <a:blip r:embed="rId49"/>
              <a:stretch>
                <a:fillRect/>
              </a:stretch>
            </p:blipFill>
            <p:spPr>
              <a:xfrm>
                <a:off x="5291647" y="1502906"/>
                <a:ext cx="89814" cy="16883"/>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089138CC-7471-2C03-44B7-358C7DF1B745}"/>
                  </a:ext>
                </a:extLst>
              </p14:cNvPr>
              <p14:cNvContentPartPr/>
              <p14:nvPr/>
            </p14:nvContentPartPr>
            <p14:xfrm>
              <a:off x="5374754" y="1396264"/>
              <a:ext cx="181019" cy="268883"/>
            </p14:xfrm>
          </p:contentPart>
        </mc:Choice>
        <mc:Fallback xmlns="">
          <p:pic>
            <p:nvPicPr>
              <p:cNvPr id="27" name="Ink 26">
                <a:extLst>
                  <a:ext uri="{FF2B5EF4-FFF2-40B4-BE49-F238E27FC236}">
                    <a16:creationId xmlns:a16="http://schemas.microsoft.com/office/drawing/2014/main" id="{089138CC-7471-2C03-44B7-358C7DF1B745}"/>
                  </a:ext>
                </a:extLst>
              </p:cNvPr>
              <p:cNvPicPr/>
              <p:nvPr/>
            </p:nvPicPr>
            <p:blipFill>
              <a:blip r:embed="rId51"/>
              <a:stretch>
                <a:fillRect/>
              </a:stretch>
            </p:blipFill>
            <p:spPr>
              <a:xfrm>
                <a:off x="5370435" y="1391950"/>
                <a:ext cx="189656" cy="27751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C89F753A-A06E-1331-20C8-743C5BCD493A}"/>
                  </a:ext>
                </a:extLst>
              </p14:cNvPr>
              <p14:cNvContentPartPr/>
              <p14:nvPr/>
            </p14:nvContentPartPr>
            <p14:xfrm>
              <a:off x="3452490" y="1558916"/>
              <a:ext cx="133102" cy="76723"/>
            </p14:xfrm>
          </p:contentPart>
        </mc:Choice>
        <mc:Fallback xmlns="">
          <p:pic>
            <p:nvPicPr>
              <p:cNvPr id="28" name="Ink 27">
                <a:extLst>
                  <a:ext uri="{FF2B5EF4-FFF2-40B4-BE49-F238E27FC236}">
                    <a16:creationId xmlns:a16="http://schemas.microsoft.com/office/drawing/2014/main" id="{C89F753A-A06E-1331-20C8-743C5BCD493A}"/>
                  </a:ext>
                </a:extLst>
              </p:cNvPr>
              <p:cNvPicPr/>
              <p:nvPr/>
            </p:nvPicPr>
            <p:blipFill>
              <a:blip r:embed="rId53"/>
              <a:stretch>
                <a:fillRect/>
              </a:stretch>
            </p:blipFill>
            <p:spPr>
              <a:xfrm>
                <a:off x="3448173" y="1554594"/>
                <a:ext cx="141736" cy="85368"/>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E716D13B-8E04-DCC8-1750-85B7FDD1B292}"/>
                  </a:ext>
                </a:extLst>
              </p14:cNvPr>
              <p14:cNvContentPartPr/>
              <p14:nvPr/>
            </p14:nvContentPartPr>
            <p14:xfrm>
              <a:off x="3536877" y="1464488"/>
              <a:ext cx="44722" cy="27148"/>
            </p14:xfrm>
          </p:contentPart>
        </mc:Choice>
        <mc:Fallback xmlns="">
          <p:pic>
            <p:nvPicPr>
              <p:cNvPr id="29" name="Ink 28">
                <a:extLst>
                  <a:ext uri="{FF2B5EF4-FFF2-40B4-BE49-F238E27FC236}">
                    <a16:creationId xmlns:a16="http://schemas.microsoft.com/office/drawing/2014/main" id="{E716D13B-8E04-DCC8-1750-85B7FDD1B292}"/>
                  </a:ext>
                </a:extLst>
              </p:cNvPr>
              <p:cNvPicPr/>
              <p:nvPr/>
            </p:nvPicPr>
            <p:blipFill>
              <a:blip r:embed="rId55"/>
              <a:stretch>
                <a:fillRect/>
              </a:stretch>
            </p:blipFill>
            <p:spPr>
              <a:xfrm>
                <a:off x="3532549" y="1460201"/>
                <a:ext cx="53378" cy="35721"/>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883A824C-4FC6-8AB7-3AE6-5FEAFFF8C573}"/>
                  </a:ext>
                </a:extLst>
              </p14:cNvPr>
              <p14:cNvContentPartPr/>
              <p14:nvPr/>
            </p14:nvContentPartPr>
            <p14:xfrm>
              <a:off x="3695003" y="1518784"/>
              <a:ext cx="191401" cy="101274"/>
            </p14:xfrm>
          </p:contentPart>
        </mc:Choice>
        <mc:Fallback xmlns="">
          <p:pic>
            <p:nvPicPr>
              <p:cNvPr id="30" name="Ink 29">
                <a:extLst>
                  <a:ext uri="{FF2B5EF4-FFF2-40B4-BE49-F238E27FC236}">
                    <a16:creationId xmlns:a16="http://schemas.microsoft.com/office/drawing/2014/main" id="{883A824C-4FC6-8AB7-3AE6-5FEAFFF8C573}"/>
                  </a:ext>
                </a:extLst>
              </p:cNvPr>
              <p:cNvPicPr/>
              <p:nvPr/>
            </p:nvPicPr>
            <p:blipFill>
              <a:blip r:embed="rId57"/>
              <a:stretch>
                <a:fillRect/>
              </a:stretch>
            </p:blipFill>
            <p:spPr>
              <a:xfrm>
                <a:off x="3690686" y="1514474"/>
                <a:ext cx="200036" cy="109893"/>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D3C7D37F-68BA-950F-4D86-60590DC5FCE1}"/>
                  </a:ext>
                </a:extLst>
              </p14:cNvPr>
              <p14:cNvContentPartPr/>
              <p14:nvPr/>
            </p14:nvContentPartPr>
            <p14:xfrm>
              <a:off x="3954286" y="1546640"/>
              <a:ext cx="5058" cy="3305"/>
            </p14:xfrm>
          </p:contentPart>
        </mc:Choice>
        <mc:Fallback xmlns="">
          <p:pic>
            <p:nvPicPr>
              <p:cNvPr id="31" name="Ink 30">
                <a:extLst>
                  <a:ext uri="{FF2B5EF4-FFF2-40B4-BE49-F238E27FC236}">
                    <a16:creationId xmlns:a16="http://schemas.microsoft.com/office/drawing/2014/main" id="{D3C7D37F-68BA-950F-4D86-60590DC5FCE1}"/>
                  </a:ext>
                </a:extLst>
              </p:cNvPr>
              <p:cNvPicPr/>
              <p:nvPr/>
            </p:nvPicPr>
            <p:blipFill>
              <a:blip r:embed="rId59"/>
              <a:stretch>
                <a:fillRect/>
              </a:stretch>
            </p:blipFill>
            <p:spPr>
              <a:xfrm>
                <a:off x="3949951" y="1542674"/>
                <a:ext cx="13729" cy="11237"/>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16394E26-7A4D-4C8E-695B-5F62EF0D21A1}"/>
                  </a:ext>
                </a:extLst>
              </p14:cNvPr>
              <p14:cNvContentPartPr/>
              <p14:nvPr/>
            </p14:nvContentPartPr>
            <p14:xfrm>
              <a:off x="4724150" y="1538142"/>
              <a:ext cx="26354" cy="21718"/>
            </p14:xfrm>
          </p:contentPart>
        </mc:Choice>
        <mc:Fallback xmlns="">
          <p:pic>
            <p:nvPicPr>
              <p:cNvPr id="32" name="Ink 31">
                <a:extLst>
                  <a:ext uri="{FF2B5EF4-FFF2-40B4-BE49-F238E27FC236}">
                    <a16:creationId xmlns:a16="http://schemas.microsoft.com/office/drawing/2014/main" id="{16394E26-7A4D-4C8E-695B-5F62EF0D21A1}"/>
                  </a:ext>
                </a:extLst>
              </p:cNvPr>
              <p:cNvPicPr/>
              <p:nvPr/>
            </p:nvPicPr>
            <p:blipFill>
              <a:blip r:embed="rId61"/>
              <a:stretch>
                <a:fillRect/>
              </a:stretch>
            </p:blipFill>
            <p:spPr>
              <a:xfrm>
                <a:off x="4719818" y="1533870"/>
                <a:ext cx="35018" cy="30263"/>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91B677B5-883E-F436-89E3-50A128162738}"/>
                  </a:ext>
                </a:extLst>
              </p14:cNvPr>
              <p14:cNvContentPartPr/>
              <p14:nvPr/>
            </p14:nvContentPartPr>
            <p14:xfrm>
              <a:off x="4566823" y="1644609"/>
              <a:ext cx="171170" cy="130074"/>
            </p14:xfrm>
          </p:contentPart>
        </mc:Choice>
        <mc:Fallback xmlns="">
          <p:pic>
            <p:nvPicPr>
              <p:cNvPr id="33" name="Ink 32">
                <a:extLst>
                  <a:ext uri="{FF2B5EF4-FFF2-40B4-BE49-F238E27FC236}">
                    <a16:creationId xmlns:a16="http://schemas.microsoft.com/office/drawing/2014/main" id="{91B677B5-883E-F436-89E3-50A128162738}"/>
                  </a:ext>
                </a:extLst>
              </p:cNvPr>
              <p:cNvPicPr/>
              <p:nvPr/>
            </p:nvPicPr>
            <p:blipFill>
              <a:blip r:embed="rId63"/>
              <a:stretch>
                <a:fillRect/>
              </a:stretch>
            </p:blipFill>
            <p:spPr>
              <a:xfrm>
                <a:off x="4562508" y="1640297"/>
                <a:ext cx="179800" cy="138698"/>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25F4D24A-7193-653B-F941-C6C86180712F}"/>
                  </a:ext>
                </a:extLst>
              </p14:cNvPr>
              <p14:cNvContentPartPr/>
              <p14:nvPr/>
            </p14:nvContentPartPr>
            <p14:xfrm>
              <a:off x="4145155" y="1492108"/>
              <a:ext cx="93438" cy="107648"/>
            </p14:xfrm>
          </p:contentPart>
        </mc:Choice>
        <mc:Fallback xmlns="">
          <p:pic>
            <p:nvPicPr>
              <p:cNvPr id="34" name="Ink 33">
                <a:extLst>
                  <a:ext uri="{FF2B5EF4-FFF2-40B4-BE49-F238E27FC236}">
                    <a16:creationId xmlns:a16="http://schemas.microsoft.com/office/drawing/2014/main" id="{25F4D24A-7193-653B-F941-C6C86180712F}"/>
                  </a:ext>
                </a:extLst>
              </p:cNvPr>
              <p:cNvPicPr/>
              <p:nvPr/>
            </p:nvPicPr>
            <p:blipFill>
              <a:blip r:embed="rId65"/>
              <a:stretch>
                <a:fillRect/>
              </a:stretch>
            </p:blipFill>
            <p:spPr>
              <a:xfrm>
                <a:off x="4140826" y="1487788"/>
                <a:ext cx="102096" cy="116289"/>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2B34B1BF-287E-4520-ACC1-24617FE37601}"/>
                  </a:ext>
                </a:extLst>
              </p14:cNvPr>
              <p14:cNvContentPartPr/>
              <p14:nvPr/>
            </p14:nvContentPartPr>
            <p14:xfrm>
              <a:off x="4316058" y="1544516"/>
              <a:ext cx="115799" cy="9443"/>
            </p14:xfrm>
          </p:contentPart>
        </mc:Choice>
        <mc:Fallback xmlns="">
          <p:pic>
            <p:nvPicPr>
              <p:cNvPr id="35" name="Ink 34">
                <a:extLst>
                  <a:ext uri="{FF2B5EF4-FFF2-40B4-BE49-F238E27FC236}">
                    <a16:creationId xmlns:a16="http://schemas.microsoft.com/office/drawing/2014/main" id="{2B34B1BF-287E-4520-ACC1-24617FE37601}"/>
                  </a:ext>
                </a:extLst>
              </p:cNvPr>
              <p:cNvPicPr/>
              <p:nvPr/>
            </p:nvPicPr>
            <p:blipFill>
              <a:blip r:embed="rId67"/>
              <a:stretch>
                <a:fillRect/>
              </a:stretch>
            </p:blipFill>
            <p:spPr>
              <a:xfrm>
                <a:off x="4311756" y="1540158"/>
                <a:ext cx="124403" cy="18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4A5DB4A8-5457-01EE-CA8C-4AD4271C47BD}"/>
                  </a:ext>
                </a:extLst>
              </p14:cNvPr>
              <p14:cNvContentPartPr/>
              <p14:nvPr/>
            </p14:nvContentPartPr>
            <p14:xfrm>
              <a:off x="775490" y="271513"/>
              <a:ext cx="144720" cy="155520"/>
            </p14:xfrm>
          </p:contentPart>
        </mc:Choice>
        <mc:Fallback xmlns="">
          <p:pic>
            <p:nvPicPr>
              <p:cNvPr id="36" name="Ink 35">
                <a:extLst>
                  <a:ext uri="{FF2B5EF4-FFF2-40B4-BE49-F238E27FC236}">
                    <a16:creationId xmlns:a16="http://schemas.microsoft.com/office/drawing/2014/main" id="{4A5DB4A8-5457-01EE-CA8C-4AD4271C47BD}"/>
                  </a:ext>
                </a:extLst>
              </p:cNvPr>
              <p:cNvPicPr/>
              <p:nvPr/>
            </p:nvPicPr>
            <p:blipFill>
              <a:blip r:embed="rId69"/>
              <a:stretch>
                <a:fillRect/>
              </a:stretch>
            </p:blipFill>
            <p:spPr>
              <a:xfrm>
                <a:off x="771170" y="267193"/>
                <a:ext cx="1533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93EE9CA7-7C92-D434-2EA2-B80D2D2B0ABD}"/>
                  </a:ext>
                </a:extLst>
              </p14:cNvPr>
              <p14:cNvContentPartPr/>
              <p14:nvPr/>
            </p14:nvContentPartPr>
            <p14:xfrm>
              <a:off x="1126850" y="319393"/>
              <a:ext cx="137520" cy="12240"/>
            </p14:xfrm>
          </p:contentPart>
        </mc:Choice>
        <mc:Fallback xmlns="">
          <p:pic>
            <p:nvPicPr>
              <p:cNvPr id="37" name="Ink 36">
                <a:extLst>
                  <a:ext uri="{FF2B5EF4-FFF2-40B4-BE49-F238E27FC236}">
                    <a16:creationId xmlns:a16="http://schemas.microsoft.com/office/drawing/2014/main" id="{93EE9CA7-7C92-D434-2EA2-B80D2D2B0ABD}"/>
                  </a:ext>
                </a:extLst>
              </p:cNvPr>
              <p:cNvPicPr/>
              <p:nvPr/>
            </p:nvPicPr>
            <p:blipFill>
              <a:blip r:embed="rId71"/>
              <a:stretch>
                <a:fillRect/>
              </a:stretch>
            </p:blipFill>
            <p:spPr>
              <a:xfrm>
                <a:off x="1122541" y="315073"/>
                <a:ext cx="146137"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69C1661A-6CE4-32E8-D1E8-FCA1D4E05272}"/>
                  </a:ext>
                </a:extLst>
              </p14:cNvPr>
              <p14:cNvContentPartPr/>
              <p14:nvPr/>
            </p14:nvContentPartPr>
            <p14:xfrm>
              <a:off x="1129370" y="409033"/>
              <a:ext cx="108360" cy="14760"/>
            </p14:xfrm>
          </p:contentPart>
        </mc:Choice>
        <mc:Fallback xmlns="">
          <p:pic>
            <p:nvPicPr>
              <p:cNvPr id="38" name="Ink 37">
                <a:extLst>
                  <a:ext uri="{FF2B5EF4-FFF2-40B4-BE49-F238E27FC236}">
                    <a16:creationId xmlns:a16="http://schemas.microsoft.com/office/drawing/2014/main" id="{69C1661A-6CE4-32E8-D1E8-FCA1D4E05272}"/>
                  </a:ext>
                </a:extLst>
              </p:cNvPr>
              <p:cNvPicPr/>
              <p:nvPr/>
            </p:nvPicPr>
            <p:blipFill>
              <a:blip r:embed="rId73"/>
              <a:stretch>
                <a:fillRect/>
              </a:stretch>
            </p:blipFill>
            <p:spPr>
              <a:xfrm>
                <a:off x="1125050" y="404605"/>
                <a:ext cx="117000" cy="23616"/>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908FCD05-030F-E463-6CDE-90BB67079483}"/>
                  </a:ext>
                </a:extLst>
              </p14:cNvPr>
              <p14:cNvContentPartPr/>
              <p14:nvPr/>
            </p14:nvContentPartPr>
            <p14:xfrm>
              <a:off x="1721930" y="286633"/>
              <a:ext cx="18720" cy="7560"/>
            </p14:xfrm>
          </p:contentPart>
        </mc:Choice>
        <mc:Fallback xmlns="">
          <p:pic>
            <p:nvPicPr>
              <p:cNvPr id="39" name="Ink 38">
                <a:extLst>
                  <a:ext uri="{FF2B5EF4-FFF2-40B4-BE49-F238E27FC236}">
                    <a16:creationId xmlns:a16="http://schemas.microsoft.com/office/drawing/2014/main" id="{908FCD05-030F-E463-6CDE-90BB67079483}"/>
                  </a:ext>
                </a:extLst>
              </p:cNvPr>
              <p:cNvPicPr/>
              <p:nvPr/>
            </p:nvPicPr>
            <p:blipFill>
              <a:blip r:embed="rId75"/>
              <a:stretch>
                <a:fillRect/>
              </a:stretch>
            </p:blipFill>
            <p:spPr>
              <a:xfrm>
                <a:off x="1717692" y="282313"/>
                <a:ext cx="27197"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20B3CA5A-7D55-9E46-48EA-729210DEAF59}"/>
                  </a:ext>
                </a:extLst>
              </p14:cNvPr>
              <p14:cNvContentPartPr/>
              <p14:nvPr/>
            </p14:nvContentPartPr>
            <p14:xfrm>
              <a:off x="1657850" y="369793"/>
              <a:ext cx="86040" cy="99720"/>
            </p14:xfrm>
          </p:contentPart>
        </mc:Choice>
        <mc:Fallback xmlns="">
          <p:pic>
            <p:nvPicPr>
              <p:cNvPr id="40" name="Ink 39">
                <a:extLst>
                  <a:ext uri="{FF2B5EF4-FFF2-40B4-BE49-F238E27FC236}">
                    <a16:creationId xmlns:a16="http://schemas.microsoft.com/office/drawing/2014/main" id="{20B3CA5A-7D55-9E46-48EA-729210DEAF59}"/>
                  </a:ext>
                </a:extLst>
              </p:cNvPr>
              <p:cNvPicPr/>
              <p:nvPr/>
            </p:nvPicPr>
            <p:blipFill>
              <a:blip r:embed="rId77"/>
              <a:stretch>
                <a:fillRect/>
              </a:stretch>
            </p:blipFill>
            <p:spPr>
              <a:xfrm>
                <a:off x="1653548" y="365489"/>
                <a:ext cx="94644" cy="108329"/>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4E8EDE7F-76E8-2C6D-7941-C7EF90145905}"/>
                  </a:ext>
                </a:extLst>
              </p14:cNvPr>
              <p14:cNvContentPartPr/>
              <p14:nvPr/>
            </p14:nvContentPartPr>
            <p14:xfrm>
              <a:off x="4546325" y="1453393"/>
              <a:ext cx="10648" cy="201839"/>
            </p14:xfrm>
          </p:contentPart>
        </mc:Choice>
        <mc:Fallback xmlns="">
          <p:pic>
            <p:nvPicPr>
              <p:cNvPr id="41" name="Ink 40">
                <a:extLst>
                  <a:ext uri="{FF2B5EF4-FFF2-40B4-BE49-F238E27FC236}">
                    <a16:creationId xmlns:a16="http://schemas.microsoft.com/office/drawing/2014/main" id="{4E8EDE7F-76E8-2C6D-7941-C7EF90145905}"/>
                  </a:ext>
                </a:extLst>
              </p:cNvPr>
              <p:cNvPicPr/>
              <p:nvPr/>
            </p:nvPicPr>
            <p:blipFill>
              <a:blip r:embed="rId79"/>
              <a:stretch>
                <a:fillRect/>
              </a:stretch>
            </p:blipFill>
            <p:spPr>
              <a:xfrm>
                <a:off x="4542203" y="1449076"/>
                <a:ext cx="18892" cy="210474"/>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2A87BC36-AC66-99B8-ED2B-D06D44FD678A}"/>
                  </a:ext>
                </a:extLst>
              </p14:cNvPr>
              <p14:cNvContentPartPr/>
              <p14:nvPr/>
            </p14:nvContentPartPr>
            <p14:xfrm>
              <a:off x="5669709" y="1399333"/>
              <a:ext cx="159989" cy="312084"/>
            </p14:xfrm>
          </p:contentPart>
        </mc:Choice>
        <mc:Fallback xmlns="">
          <p:pic>
            <p:nvPicPr>
              <p:cNvPr id="42" name="Ink 41">
                <a:extLst>
                  <a:ext uri="{FF2B5EF4-FFF2-40B4-BE49-F238E27FC236}">
                    <a16:creationId xmlns:a16="http://schemas.microsoft.com/office/drawing/2014/main" id="{2A87BC36-AC66-99B8-ED2B-D06D44FD678A}"/>
                  </a:ext>
                </a:extLst>
              </p:cNvPr>
              <p:cNvPicPr/>
              <p:nvPr/>
            </p:nvPicPr>
            <p:blipFill>
              <a:blip r:embed="rId81"/>
              <a:stretch>
                <a:fillRect/>
              </a:stretch>
            </p:blipFill>
            <p:spPr>
              <a:xfrm>
                <a:off x="5665395" y="1395013"/>
                <a:ext cx="168618" cy="320723"/>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C9200A89-5C70-37BB-C2E7-4A22C84F9824}"/>
                  </a:ext>
                </a:extLst>
              </p14:cNvPr>
              <p14:cNvContentPartPr/>
              <p14:nvPr/>
            </p14:nvContentPartPr>
            <p14:xfrm>
              <a:off x="4190676" y="1926240"/>
              <a:ext cx="141088" cy="195702"/>
            </p14:xfrm>
          </p:contentPart>
        </mc:Choice>
        <mc:Fallback xmlns="">
          <p:pic>
            <p:nvPicPr>
              <p:cNvPr id="43" name="Ink 42">
                <a:extLst>
                  <a:ext uri="{FF2B5EF4-FFF2-40B4-BE49-F238E27FC236}">
                    <a16:creationId xmlns:a16="http://schemas.microsoft.com/office/drawing/2014/main" id="{C9200A89-5C70-37BB-C2E7-4A22C84F9824}"/>
                  </a:ext>
                </a:extLst>
              </p:cNvPr>
              <p:cNvPicPr/>
              <p:nvPr/>
            </p:nvPicPr>
            <p:blipFill>
              <a:blip r:embed="rId83"/>
              <a:stretch>
                <a:fillRect/>
              </a:stretch>
            </p:blipFill>
            <p:spPr>
              <a:xfrm>
                <a:off x="4186357" y="1921923"/>
                <a:ext cx="149726" cy="204336"/>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4A4DA4FC-6C4F-F58A-2407-B253BAEC8B4D}"/>
                  </a:ext>
                </a:extLst>
              </p14:cNvPr>
              <p14:cNvContentPartPr/>
              <p14:nvPr/>
            </p14:nvContentPartPr>
            <p14:xfrm>
              <a:off x="4375954" y="1991631"/>
              <a:ext cx="70810" cy="62794"/>
            </p14:xfrm>
          </p:contentPart>
        </mc:Choice>
        <mc:Fallback xmlns="">
          <p:pic>
            <p:nvPicPr>
              <p:cNvPr id="44" name="Ink 43">
                <a:extLst>
                  <a:ext uri="{FF2B5EF4-FFF2-40B4-BE49-F238E27FC236}">
                    <a16:creationId xmlns:a16="http://schemas.microsoft.com/office/drawing/2014/main" id="{4A4DA4FC-6C4F-F58A-2407-B253BAEC8B4D}"/>
                  </a:ext>
                </a:extLst>
              </p:cNvPr>
              <p:cNvPicPr/>
              <p:nvPr/>
            </p:nvPicPr>
            <p:blipFill>
              <a:blip r:embed="rId85"/>
              <a:stretch>
                <a:fillRect/>
              </a:stretch>
            </p:blipFill>
            <p:spPr>
              <a:xfrm>
                <a:off x="4371641" y="1987300"/>
                <a:ext cx="79437" cy="71455"/>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90932D48-50CE-020E-0B1B-14BD544515B8}"/>
                  </a:ext>
                </a:extLst>
              </p14:cNvPr>
              <p14:cNvContentPartPr/>
              <p14:nvPr/>
            </p14:nvContentPartPr>
            <p14:xfrm>
              <a:off x="4446499" y="1957401"/>
              <a:ext cx="8519" cy="4957"/>
            </p14:xfrm>
          </p:contentPart>
        </mc:Choice>
        <mc:Fallback xmlns="">
          <p:pic>
            <p:nvPicPr>
              <p:cNvPr id="45" name="Ink 44">
                <a:extLst>
                  <a:ext uri="{FF2B5EF4-FFF2-40B4-BE49-F238E27FC236}">
                    <a16:creationId xmlns:a16="http://schemas.microsoft.com/office/drawing/2014/main" id="{90932D48-50CE-020E-0B1B-14BD544515B8}"/>
                  </a:ext>
                </a:extLst>
              </p:cNvPr>
              <p:cNvPicPr/>
              <p:nvPr/>
            </p:nvPicPr>
            <p:blipFill>
              <a:blip r:embed="rId87"/>
              <a:stretch>
                <a:fillRect/>
              </a:stretch>
            </p:blipFill>
            <p:spPr>
              <a:xfrm>
                <a:off x="4442410" y="1953152"/>
                <a:ext cx="16697" cy="13455"/>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15285517-1C3B-26C1-6A0F-D658242DB3D5}"/>
                  </a:ext>
                </a:extLst>
              </p14:cNvPr>
              <p14:cNvContentPartPr/>
              <p14:nvPr/>
            </p14:nvContentPartPr>
            <p14:xfrm>
              <a:off x="4567356" y="1959526"/>
              <a:ext cx="6123" cy="97969"/>
            </p14:xfrm>
          </p:contentPart>
        </mc:Choice>
        <mc:Fallback xmlns="">
          <p:pic>
            <p:nvPicPr>
              <p:cNvPr id="46" name="Ink 45">
                <a:extLst>
                  <a:ext uri="{FF2B5EF4-FFF2-40B4-BE49-F238E27FC236}">
                    <a16:creationId xmlns:a16="http://schemas.microsoft.com/office/drawing/2014/main" id="{15285517-1C3B-26C1-6A0F-D658242DB3D5}"/>
                  </a:ext>
                </a:extLst>
              </p:cNvPr>
              <p:cNvPicPr/>
              <p:nvPr/>
            </p:nvPicPr>
            <p:blipFill>
              <a:blip r:embed="rId89"/>
              <a:stretch>
                <a:fillRect/>
              </a:stretch>
            </p:blipFill>
            <p:spPr>
              <a:xfrm>
                <a:off x="4563034" y="1955204"/>
                <a:ext cx="14767" cy="106613"/>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1DF09B9F-9264-382A-C221-704FABBACED2}"/>
                  </a:ext>
                </a:extLst>
              </p14:cNvPr>
              <p14:cNvContentPartPr/>
              <p14:nvPr/>
            </p14:nvContentPartPr>
            <p14:xfrm>
              <a:off x="4541267" y="2005795"/>
              <a:ext cx="68415" cy="9207"/>
            </p14:xfrm>
          </p:contentPart>
        </mc:Choice>
        <mc:Fallback xmlns="">
          <p:pic>
            <p:nvPicPr>
              <p:cNvPr id="47" name="Ink 46">
                <a:extLst>
                  <a:ext uri="{FF2B5EF4-FFF2-40B4-BE49-F238E27FC236}">
                    <a16:creationId xmlns:a16="http://schemas.microsoft.com/office/drawing/2014/main" id="{1DF09B9F-9264-382A-C221-704FABBACED2}"/>
                  </a:ext>
                </a:extLst>
              </p:cNvPr>
              <p:cNvPicPr/>
              <p:nvPr/>
            </p:nvPicPr>
            <p:blipFill>
              <a:blip r:embed="rId91"/>
              <a:stretch>
                <a:fillRect/>
              </a:stretch>
            </p:blipFill>
            <p:spPr>
              <a:xfrm>
                <a:off x="4536946" y="2001546"/>
                <a:ext cx="77057" cy="17706"/>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8BEB14AA-3914-BA19-31D6-82F483289946}"/>
                  </a:ext>
                </a:extLst>
              </p14:cNvPr>
              <p14:cNvContentPartPr/>
              <p14:nvPr/>
            </p14:nvContentPartPr>
            <p14:xfrm>
              <a:off x="4714034" y="1954096"/>
              <a:ext cx="15174" cy="84513"/>
            </p14:xfrm>
          </p:contentPart>
        </mc:Choice>
        <mc:Fallback xmlns="">
          <p:pic>
            <p:nvPicPr>
              <p:cNvPr id="48" name="Ink 47">
                <a:extLst>
                  <a:ext uri="{FF2B5EF4-FFF2-40B4-BE49-F238E27FC236}">
                    <a16:creationId xmlns:a16="http://schemas.microsoft.com/office/drawing/2014/main" id="{8BEB14AA-3914-BA19-31D6-82F483289946}"/>
                  </a:ext>
                </a:extLst>
              </p:cNvPr>
              <p:cNvPicPr/>
              <p:nvPr/>
            </p:nvPicPr>
            <p:blipFill>
              <a:blip r:embed="rId93"/>
              <a:stretch>
                <a:fillRect/>
              </a:stretch>
            </p:blipFill>
            <p:spPr>
              <a:xfrm>
                <a:off x="4709699" y="1949799"/>
                <a:ext cx="23845" cy="93108"/>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B33CB6DE-28E6-70A7-99D9-473AA18E3447}"/>
                  </a:ext>
                </a:extLst>
              </p14:cNvPr>
              <p14:cNvContentPartPr/>
              <p14:nvPr/>
            </p14:nvContentPartPr>
            <p14:xfrm>
              <a:off x="4780053" y="1898384"/>
              <a:ext cx="109676" cy="183662"/>
            </p14:xfrm>
          </p:contentPart>
        </mc:Choice>
        <mc:Fallback xmlns="">
          <p:pic>
            <p:nvPicPr>
              <p:cNvPr id="49" name="Ink 48">
                <a:extLst>
                  <a:ext uri="{FF2B5EF4-FFF2-40B4-BE49-F238E27FC236}">
                    <a16:creationId xmlns:a16="http://schemas.microsoft.com/office/drawing/2014/main" id="{B33CB6DE-28E6-70A7-99D9-473AA18E3447}"/>
                  </a:ext>
                </a:extLst>
              </p:cNvPr>
              <p:cNvPicPr/>
              <p:nvPr/>
            </p:nvPicPr>
            <p:blipFill>
              <a:blip r:embed="rId95"/>
              <a:stretch>
                <a:fillRect/>
              </a:stretch>
            </p:blipFill>
            <p:spPr>
              <a:xfrm>
                <a:off x="4775752" y="1894071"/>
                <a:ext cx="118278" cy="192288"/>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7AB3F38A-D399-D2E5-5A7A-B37526D1D8C5}"/>
                  </a:ext>
                </a:extLst>
              </p14:cNvPr>
              <p14:cNvContentPartPr/>
              <p14:nvPr/>
            </p14:nvContentPartPr>
            <p14:xfrm>
              <a:off x="4966929" y="1835589"/>
              <a:ext cx="115533" cy="323887"/>
            </p14:xfrm>
          </p:contentPart>
        </mc:Choice>
        <mc:Fallback xmlns="">
          <p:pic>
            <p:nvPicPr>
              <p:cNvPr id="50" name="Ink 49">
                <a:extLst>
                  <a:ext uri="{FF2B5EF4-FFF2-40B4-BE49-F238E27FC236}">
                    <a16:creationId xmlns:a16="http://schemas.microsoft.com/office/drawing/2014/main" id="{7AB3F38A-D399-D2E5-5A7A-B37526D1D8C5}"/>
                  </a:ext>
                </a:extLst>
              </p:cNvPr>
              <p:cNvPicPr/>
              <p:nvPr/>
            </p:nvPicPr>
            <p:blipFill>
              <a:blip r:embed="rId97"/>
              <a:stretch>
                <a:fillRect/>
              </a:stretch>
            </p:blipFill>
            <p:spPr>
              <a:xfrm>
                <a:off x="4962610" y="1831271"/>
                <a:ext cx="124171" cy="332524"/>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BDC76FD8-368D-2830-6F2F-D56483E6A35F}"/>
                  </a:ext>
                </a:extLst>
              </p14:cNvPr>
              <p14:cNvContentPartPr/>
              <p14:nvPr/>
            </p14:nvContentPartPr>
            <p14:xfrm>
              <a:off x="5371560" y="1898856"/>
              <a:ext cx="151737" cy="271716"/>
            </p14:xfrm>
          </p:contentPart>
        </mc:Choice>
        <mc:Fallback xmlns="">
          <p:pic>
            <p:nvPicPr>
              <p:cNvPr id="51" name="Ink 50">
                <a:extLst>
                  <a:ext uri="{FF2B5EF4-FFF2-40B4-BE49-F238E27FC236}">
                    <a16:creationId xmlns:a16="http://schemas.microsoft.com/office/drawing/2014/main" id="{BDC76FD8-368D-2830-6F2F-D56483E6A35F}"/>
                  </a:ext>
                </a:extLst>
              </p:cNvPr>
              <p:cNvPicPr/>
              <p:nvPr/>
            </p:nvPicPr>
            <p:blipFill>
              <a:blip r:embed="rId99"/>
              <a:stretch>
                <a:fillRect/>
              </a:stretch>
            </p:blipFill>
            <p:spPr>
              <a:xfrm>
                <a:off x="5367245" y="1894543"/>
                <a:ext cx="160367" cy="280342"/>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62242601-6A26-13A3-5F36-EA087AC2873D}"/>
                  </a:ext>
                </a:extLst>
              </p14:cNvPr>
              <p14:cNvContentPartPr/>
              <p14:nvPr/>
            </p14:nvContentPartPr>
            <p14:xfrm>
              <a:off x="3288775" y="1746591"/>
              <a:ext cx="93438" cy="47686"/>
            </p14:xfrm>
          </p:contentPart>
        </mc:Choice>
        <mc:Fallback xmlns="">
          <p:pic>
            <p:nvPicPr>
              <p:cNvPr id="52" name="Ink 51">
                <a:extLst>
                  <a:ext uri="{FF2B5EF4-FFF2-40B4-BE49-F238E27FC236}">
                    <a16:creationId xmlns:a16="http://schemas.microsoft.com/office/drawing/2014/main" id="{62242601-6A26-13A3-5F36-EA087AC2873D}"/>
                  </a:ext>
                </a:extLst>
              </p:cNvPr>
              <p:cNvPicPr/>
              <p:nvPr/>
            </p:nvPicPr>
            <p:blipFill>
              <a:blip r:embed="rId101"/>
              <a:stretch>
                <a:fillRect/>
              </a:stretch>
            </p:blipFill>
            <p:spPr>
              <a:xfrm>
                <a:off x="3284446" y="1742289"/>
                <a:ext cx="102096" cy="56291"/>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Ink 52">
                <a:extLst>
                  <a:ext uri="{FF2B5EF4-FFF2-40B4-BE49-F238E27FC236}">
                    <a16:creationId xmlns:a16="http://schemas.microsoft.com/office/drawing/2014/main" id="{568C8969-365C-0EBB-D1CA-B7D8475997B0}"/>
                  </a:ext>
                </a:extLst>
              </p14:cNvPr>
              <p14:cNvContentPartPr/>
              <p14:nvPr/>
            </p14:nvContentPartPr>
            <p14:xfrm>
              <a:off x="3461009" y="1923643"/>
              <a:ext cx="318115" cy="157694"/>
            </p14:xfrm>
          </p:contentPart>
        </mc:Choice>
        <mc:Fallback xmlns="">
          <p:pic>
            <p:nvPicPr>
              <p:cNvPr id="53" name="Ink 52">
                <a:extLst>
                  <a:ext uri="{FF2B5EF4-FFF2-40B4-BE49-F238E27FC236}">
                    <a16:creationId xmlns:a16="http://schemas.microsoft.com/office/drawing/2014/main" id="{568C8969-365C-0EBB-D1CA-B7D8475997B0}"/>
                  </a:ext>
                </a:extLst>
              </p:cNvPr>
              <p:cNvPicPr/>
              <p:nvPr/>
            </p:nvPicPr>
            <p:blipFill>
              <a:blip r:embed="rId103"/>
              <a:stretch>
                <a:fillRect/>
              </a:stretch>
            </p:blipFill>
            <p:spPr>
              <a:xfrm>
                <a:off x="3456691" y="1919323"/>
                <a:ext cx="326752" cy="166335"/>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5BAB0CF7-7747-A64C-B746-7552A999EB11}"/>
                  </a:ext>
                </a:extLst>
              </p14:cNvPr>
              <p14:cNvContentPartPr/>
              <p14:nvPr/>
            </p14:nvContentPartPr>
            <p14:xfrm>
              <a:off x="2411098" y="2327086"/>
              <a:ext cx="2130" cy="1889"/>
            </p14:xfrm>
          </p:contentPart>
        </mc:Choice>
        <mc:Fallback xmlns="">
          <p:pic>
            <p:nvPicPr>
              <p:cNvPr id="54" name="Ink 53">
                <a:extLst>
                  <a:ext uri="{FF2B5EF4-FFF2-40B4-BE49-F238E27FC236}">
                    <a16:creationId xmlns:a16="http://schemas.microsoft.com/office/drawing/2014/main" id="{5BAB0CF7-7747-A64C-B746-7552A999EB11}"/>
                  </a:ext>
                </a:extLst>
              </p:cNvPr>
              <p:cNvPicPr/>
              <p:nvPr/>
            </p:nvPicPr>
            <p:blipFill>
              <a:blip r:embed="rId87"/>
              <a:stretch>
                <a:fillRect/>
              </a:stretch>
            </p:blipFill>
            <p:spPr>
              <a:xfrm>
                <a:off x="2406838" y="2322552"/>
                <a:ext cx="10650" cy="10956"/>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5" name="Ink 54">
                <a:extLst>
                  <a:ext uri="{FF2B5EF4-FFF2-40B4-BE49-F238E27FC236}">
                    <a16:creationId xmlns:a16="http://schemas.microsoft.com/office/drawing/2014/main" id="{C4A6D7DB-D884-BD2D-A62E-1A85961298CD}"/>
                  </a:ext>
                </a:extLst>
              </p14:cNvPr>
              <p14:cNvContentPartPr/>
              <p14:nvPr/>
            </p14:nvContentPartPr>
            <p14:xfrm>
              <a:off x="2415889" y="2324017"/>
              <a:ext cx="5590" cy="3305"/>
            </p14:xfrm>
          </p:contentPart>
        </mc:Choice>
        <mc:Fallback xmlns="">
          <p:pic>
            <p:nvPicPr>
              <p:cNvPr id="55" name="Ink 54">
                <a:extLst>
                  <a:ext uri="{FF2B5EF4-FFF2-40B4-BE49-F238E27FC236}">
                    <a16:creationId xmlns:a16="http://schemas.microsoft.com/office/drawing/2014/main" id="{C4A6D7DB-D884-BD2D-A62E-1A85961298CD}"/>
                  </a:ext>
                </a:extLst>
              </p:cNvPr>
              <p:cNvPicPr/>
              <p:nvPr/>
            </p:nvPicPr>
            <p:blipFill>
              <a:blip r:embed="rId106"/>
              <a:stretch>
                <a:fillRect/>
              </a:stretch>
            </p:blipFill>
            <p:spPr>
              <a:xfrm>
                <a:off x="2411696" y="2320051"/>
                <a:ext cx="13975" cy="11237"/>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6" name="Ink 55">
                <a:extLst>
                  <a:ext uri="{FF2B5EF4-FFF2-40B4-BE49-F238E27FC236}">
                    <a16:creationId xmlns:a16="http://schemas.microsoft.com/office/drawing/2014/main" id="{E48E1E37-DF40-0EC9-5F8D-E9208BC741AD}"/>
                  </a:ext>
                </a:extLst>
              </p14:cNvPr>
              <p14:cNvContentPartPr/>
              <p14:nvPr/>
            </p14:nvContentPartPr>
            <p14:xfrm>
              <a:off x="2314310" y="2226967"/>
              <a:ext cx="109676" cy="183898"/>
            </p14:xfrm>
          </p:contentPart>
        </mc:Choice>
        <mc:Fallback xmlns="">
          <p:pic>
            <p:nvPicPr>
              <p:cNvPr id="56" name="Ink 55">
                <a:extLst>
                  <a:ext uri="{FF2B5EF4-FFF2-40B4-BE49-F238E27FC236}">
                    <a16:creationId xmlns:a16="http://schemas.microsoft.com/office/drawing/2014/main" id="{E48E1E37-DF40-0EC9-5F8D-E9208BC741AD}"/>
                  </a:ext>
                </a:extLst>
              </p:cNvPr>
              <p:cNvPicPr/>
              <p:nvPr/>
            </p:nvPicPr>
            <p:blipFill>
              <a:blip r:embed="rId108"/>
              <a:stretch>
                <a:fillRect/>
              </a:stretch>
            </p:blipFill>
            <p:spPr>
              <a:xfrm>
                <a:off x="2309995" y="2222648"/>
                <a:ext cx="118306" cy="192535"/>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7" name="Ink 56">
                <a:extLst>
                  <a:ext uri="{FF2B5EF4-FFF2-40B4-BE49-F238E27FC236}">
                    <a16:creationId xmlns:a16="http://schemas.microsoft.com/office/drawing/2014/main" id="{D76FD200-53CA-578C-B90C-D55C82571B4B}"/>
                  </a:ext>
                </a:extLst>
              </p14:cNvPr>
              <p14:cNvContentPartPr/>
              <p14:nvPr/>
            </p14:nvContentPartPr>
            <p14:xfrm>
              <a:off x="2288488" y="2301329"/>
              <a:ext cx="134966" cy="15817"/>
            </p14:xfrm>
          </p:contentPart>
        </mc:Choice>
        <mc:Fallback xmlns="">
          <p:pic>
            <p:nvPicPr>
              <p:cNvPr id="57" name="Ink 56">
                <a:extLst>
                  <a:ext uri="{FF2B5EF4-FFF2-40B4-BE49-F238E27FC236}">
                    <a16:creationId xmlns:a16="http://schemas.microsoft.com/office/drawing/2014/main" id="{D76FD200-53CA-578C-B90C-D55C82571B4B}"/>
                  </a:ext>
                </a:extLst>
              </p:cNvPr>
              <p:cNvPicPr/>
              <p:nvPr/>
            </p:nvPicPr>
            <p:blipFill>
              <a:blip r:embed="rId110"/>
              <a:stretch>
                <a:fillRect/>
              </a:stretch>
            </p:blipFill>
            <p:spPr>
              <a:xfrm>
                <a:off x="2284169" y="2297015"/>
                <a:ext cx="143604" cy="24444"/>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8" name="Ink 57">
                <a:extLst>
                  <a:ext uri="{FF2B5EF4-FFF2-40B4-BE49-F238E27FC236}">
                    <a16:creationId xmlns:a16="http://schemas.microsoft.com/office/drawing/2014/main" id="{450AEC02-2617-49DB-67E6-C1E45AC0AE7E}"/>
                  </a:ext>
                </a:extLst>
              </p14:cNvPr>
              <p14:cNvContentPartPr/>
              <p14:nvPr/>
            </p14:nvContentPartPr>
            <p14:xfrm>
              <a:off x="2408547" y="2333434"/>
              <a:ext cx="59097" cy="49339"/>
            </p14:xfrm>
          </p:contentPart>
        </mc:Choice>
        <mc:Fallback xmlns="">
          <p:pic>
            <p:nvPicPr>
              <p:cNvPr id="58" name="Ink 57">
                <a:extLst>
                  <a:ext uri="{FF2B5EF4-FFF2-40B4-BE49-F238E27FC236}">
                    <a16:creationId xmlns:a16="http://schemas.microsoft.com/office/drawing/2014/main" id="{450AEC02-2617-49DB-67E6-C1E45AC0AE7E}"/>
                  </a:ext>
                </a:extLst>
              </p:cNvPr>
              <p:cNvPicPr/>
              <p:nvPr/>
            </p:nvPicPr>
            <p:blipFill>
              <a:blip r:embed="rId112"/>
              <a:stretch>
                <a:fillRect/>
              </a:stretch>
            </p:blipFill>
            <p:spPr>
              <a:xfrm>
                <a:off x="2404223" y="2329112"/>
                <a:ext cx="67745" cy="57982"/>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9" name="Ink 58">
                <a:extLst>
                  <a:ext uri="{FF2B5EF4-FFF2-40B4-BE49-F238E27FC236}">
                    <a16:creationId xmlns:a16="http://schemas.microsoft.com/office/drawing/2014/main" id="{012FF6C0-2EC7-D636-A9C1-F1558B970F99}"/>
                  </a:ext>
                </a:extLst>
              </p14:cNvPr>
              <p14:cNvContentPartPr/>
              <p14:nvPr/>
            </p14:nvContentPartPr>
            <p14:xfrm>
              <a:off x="2495329" y="2345237"/>
              <a:ext cx="158126" cy="54296"/>
            </p14:xfrm>
          </p:contentPart>
        </mc:Choice>
        <mc:Fallback xmlns="">
          <p:pic>
            <p:nvPicPr>
              <p:cNvPr id="59" name="Ink 58">
                <a:extLst>
                  <a:ext uri="{FF2B5EF4-FFF2-40B4-BE49-F238E27FC236}">
                    <a16:creationId xmlns:a16="http://schemas.microsoft.com/office/drawing/2014/main" id="{012FF6C0-2EC7-D636-A9C1-F1558B970F99}"/>
                  </a:ext>
                </a:extLst>
              </p:cNvPr>
              <p:cNvPicPr/>
              <p:nvPr/>
            </p:nvPicPr>
            <p:blipFill>
              <a:blip r:embed="rId114"/>
              <a:stretch>
                <a:fillRect/>
              </a:stretch>
            </p:blipFill>
            <p:spPr>
              <a:xfrm>
                <a:off x="2491007" y="2340922"/>
                <a:ext cx="166771" cy="62926"/>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0" name="Ink 59">
                <a:extLst>
                  <a:ext uri="{FF2B5EF4-FFF2-40B4-BE49-F238E27FC236}">
                    <a16:creationId xmlns:a16="http://schemas.microsoft.com/office/drawing/2014/main" id="{C53BE4F4-C6E6-8326-9541-F6FDCCDC1889}"/>
                  </a:ext>
                </a:extLst>
              </p14:cNvPr>
              <p14:cNvContentPartPr/>
              <p14:nvPr/>
            </p14:nvContentPartPr>
            <p14:xfrm>
              <a:off x="2642541" y="2328949"/>
              <a:ext cx="26887" cy="155098"/>
            </p14:xfrm>
          </p:contentPart>
        </mc:Choice>
        <mc:Fallback xmlns="">
          <p:pic>
            <p:nvPicPr>
              <p:cNvPr id="60" name="Ink 59">
                <a:extLst>
                  <a:ext uri="{FF2B5EF4-FFF2-40B4-BE49-F238E27FC236}">
                    <a16:creationId xmlns:a16="http://schemas.microsoft.com/office/drawing/2014/main" id="{C53BE4F4-C6E6-8326-9541-F6FDCCDC1889}"/>
                  </a:ext>
                </a:extLst>
              </p:cNvPr>
              <p:cNvPicPr/>
              <p:nvPr/>
            </p:nvPicPr>
            <p:blipFill>
              <a:blip r:embed="rId116"/>
              <a:stretch>
                <a:fillRect/>
              </a:stretch>
            </p:blipFill>
            <p:spPr>
              <a:xfrm>
                <a:off x="2638296" y="2324641"/>
                <a:ext cx="35378" cy="163715"/>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1" name="Ink 60">
                <a:extLst>
                  <a:ext uri="{FF2B5EF4-FFF2-40B4-BE49-F238E27FC236}">
                    <a16:creationId xmlns:a16="http://schemas.microsoft.com/office/drawing/2014/main" id="{5E5CDB63-94FC-9E61-56D6-01C85A6021B9}"/>
                  </a:ext>
                </a:extLst>
              </p14:cNvPr>
              <p14:cNvContentPartPr/>
              <p14:nvPr/>
            </p14:nvContentPartPr>
            <p14:xfrm>
              <a:off x="2677413" y="2340752"/>
              <a:ext cx="72141" cy="27856"/>
            </p14:xfrm>
          </p:contentPart>
        </mc:Choice>
        <mc:Fallback xmlns="">
          <p:pic>
            <p:nvPicPr>
              <p:cNvPr id="61" name="Ink 60">
                <a:extLst>
                  <a:ext uri="{FF2B5EF4-FFF2-40B4-BE49-F238E27FC236}">
                    <a16:creationId xmlns:a16="http://schemas.microsoft.com/office/drawing/2014/main" id="{5E5CDB63-94FC-9E61-56D6-01C85A6021B9}"/>
                  </a:ext>
                </a:extLst>
              </p:cNvPr>
              <p:cNvPicPr/>
              <p:nvPr/>
            </p:nvPicPr>
            <p:blipFill>
              <a:blip r:embed="rId118"/>
              <a:stretch>
                <a:fillRect/>
              </a:stretch>
            </p:blipFill>
            <p:spPr>
              <a:xfrm>
                <a:off x="2673106" y="2336411"/>
                <a:ext cx="80755" cy="36538"/>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9C3132FA-F868-12D8-E239-EEBF69C339A4}"/>
                  </a:ext>
                </a:extLst>
              </p14:cNvPr>
              <p14:cNvContentPartPr/>
              <p14:nvPr/>
            </p14:nvContentPartPr>
            <p14:xfrm>
              <a:off x="2840064" y="2323047"/>
              <a:ext cx="68148" cy="12276"/>
            </p14:xfrm>
          </p:contentPart>
        </mc:Choice>
        <mc:Fallback xmlns="">
          <p:pic>
            <p:nvPicPr>
              <p:cNvPr id="62" name="Ink 61">
                <a:extLst>
                  <a:ext uri="{FF2B5EF4-FFF2-40B4-BE49-F238E27FC236}">
                    <a16:creationId xmlns:a16="http://schemas.microsoft.com/office/drawing/2014/main" id="{9C3132FA-F868-12D8-E239-EEBF69C339A4}"/>
                  </a:ext>
                </a:extLst>
              </p:cNvPr>
              <p:cNvPicPr/>
              <p:nvPr/>
            </p:nvPicPr>
            <p:blipFill>
              <a:blip r:embed="rId120"/>
              <a:stretch>
                <a:fillRect/>
              </a:stretch>
            </p:blipFill>
            <p:spPr>
              <a:xfrm>
                <a:off x="2835760" y="2318714"/>
                <a:ext cx="76756" cy="20941"/>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E36715E0-8A35-FCF2-D063-13D36BE0AD66}"/>
                  </a:ext>
                </a:extLst>
              </p14:cNvPr>
              <p14:cNvContentPartPr/>
              <p14:nvPr/>
            </p14:nvContentPartPr>
            <p14:xfrm>
              <a:off x="2829949" y="2380884"/>
              <a:ext cx="86783" cy="11803"/>
            </p14:xfrm>
          </p:contentPart>
        </mc:Choice>
        <mc:Fallback xmlns="">
          <p:pic>
            <p:nvPicPr>
              <p:cNvPr id="63" name="Ink 62">
                <a:extLst>
                  <a:ext uri="{FF2B5EF4-FFF2-40B4-BE49-F238E27FC236}">
                    <a16:creationId xmlns:a16="http://schemas.microsoft.com/office/drawing/2014/main" id="{E36715E0-8A35-FCF2-D063-13D36BE0AD66}"/>
                  </a:ext>
                </a:extLst>
              </p:cNvPr>
              <p:cNvPicPr/>
              <p:nvPr/>
            </p:nvPicPr>
            <p:blipFill>
              <a:blip r:embed="rId122"/>
              <a:stretch>
                <a:fillRect/>
              </a:stretch>
            </p:blipFill>
            <p:spPr>
              <a:xfrm>
                <a:off x="2825628" y="2376592"/>
                <a:ext cx="95425" cy="20387"/>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4" name="Ink 63">
                <a:extLst>
                  <a:ext uri="{FF2B5EF4-FFF2-40B4-BE49-F238E27FC236}">
                    <a16:creationId xmlns:a16="http://schemas.microsoft.com/office/drawing/2014/main" id="{287C6B67-32A5-F497-CAC6-DC95B978EACF}"/>
                  </a:ext>
                </a:extLst>
              </p14:cNvPr>
              <p14:cNvContentPartPr/>
              <p14:nvPr/>
            </p14:nvContentPartPr>
            <p14:xfrm>
              <a:off x="3064741" y="2304870"/>
              <a:ext cx="109410" cy="55476"/>
            </p14:xfrm>
          </p:contentPart>
        </mc:Choice>
        <mc:Fallback xmlns="">
          <p:pic>
            <p:nvPicPr>
              <p:cNvPr id="64" name="Ink 63">
                <a:extLst>
                  <a:ext uri="{FF2B5EF4-FFF2-40B4-BE49-F238E27FC236}">
                    <a16:creationId xmlns:a16="http://schemas.microsoft.com/office/drawing/2014/main" id="{287C6B67-32A5-F497-CAC6-DC95B978EACF}"/>
                  </a:ext>
                </a:extLst>
              </p:cNvPr>
              <p:cNvPicPr/>
              <p:nvPr/>
            </p:nvPicPr>
            <p:blipFill>
              <a:blip r:embed="rId124"/>
              <a:stretch>
                <a:fillRect/>
              </a:stretch>
            </p:blipFill>
            <p:spPr>
              <a:xfrm>
                <a:off x="3060436" y="2300547"/>
                <a:ext cx="118019" cy="64122"/>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5" name="Ink 64">
                <a:extLst>
                  <a:ext uri="{FF2B5EF4-FFF2-40B4-BE49-F238E27FC236}">
                    <a16:creationId xmlns:a16="http://schemas.microsoft.com/office/drawing/2014/main" id="{8A3E067F-A9ED-5F8A-65BB-6AA92553A083}"/>
                  </a:ext>
                </a:extLst>
              </p14:cNvPr>
              <p14:cNvContentPartPr/>
              <p14:nvPr/>
            </p14:nvContentPartPr>
            <p14:xfrm>
              <a:off x="3200772" y="2231688"/>
              <a:ext cx="175695" cy="182010"/>
            </p14:xfrm>
          </p:contentPart>
        </mc:Choice>
        <mc:Fallback xmlns="">
          <p:pic>
            <p:nvPicPr>
              <p:cNvPr id="65" name="Ink 64">
                <a:extLst>
                  <a:ext uri="{FF2B5EF4-FFF2-40B4-BE49-F238E27FC236}">
                    <a16:creationId xmlns:a16="http://schemas.microsoft.com/office/drawing/2014/main" id="{8A3E067F-A9ED-5F8A-65BB-6AA92553A083}"/>
                  </a:ext>
                </a:extLst>
              </p:cNvPr>
              <p:cNvPicPr/>
              <p:nvPr/>
            </p:nvPicPr>
            <p:blipFill>
              <a:blip r:embed="rId126"/>
              <a:stretch>
                <a:fillRect/>
              </a:stretch>
            </p:blipFill>
            <p:spPr>
              <a:xfrm>
                <a:off x="3196452" y="2227372"/>
                <a:ext cx="184336" cy="190643"/>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6" name="Ink 65">
                <a:extLst>
                  <a:ext uri="{FF2B5EF4-FFF2-40B4-BE49-F238E27FC236}">
                    <a16:creationId xmlns:a16="http://schemas.microsoft.com/office/drawing/2014/main" id="{9970F7EF-703E-3DC7-C4CA-5D8EC5D0306B}"/>
                  </a:ext>
                </a:extLst>
              </p14:cNvPr>
              <p14:cNvContentPartPr/>
              <p14:nvPr/>
            </p14:nvContentPartPr>
            <p14:xfrm>
              <a:off x="3373272" y="2326352"/>
              <a:ext cx="60162" cy="48394"/>
            </p14:xfrm>
          </p:contentPart>
        </mc:Choice>
        <mc:Fallback xmlns="">
          <p:pic>
            <p:nvPicPr>
              <p:cNvPr id="66" name="Ink 65">
                <a:extLst>
                  <a:ext uri="{FF2B5EF4-FFF2-40B4-BE49-F238E27FC236}">
                    <a16:creationId xmlns:a16="http://schemas.microsoft.com/office/drawing/2014/main" id="{9970F7EF-703E-3DC7-C4CA-5D8EC5D0306B}"/>
                  </a:ext>
                </a:extLst>
              </p:cNvPr>
              <p:cNvPicPr/>
              <p:nvPr/>
            </p:nvPicPr>
            <p:blipFill>
              <a:blip r:embed="rId128"/>
              <a:stretch>
                <a:fillRect/>
              </a:stretch>
            </p:blipFill>
            <p:spPr>
              <a:xfrm>
                <a:off x="3368949" y="2322050"/>
                <a:ext cx="68808" cy="56997"/>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7" name="Ink 66">
                <a:extLst>
                  <a:ext uri="{FF2B5EF4-FFF2-40B4-BE49-F238E27FC236}">
                    <a16:creationId xmlns:a16="http://schemas.microsoft.com/office/drawing/2014/main" id="{09F400C8-9B77-11BB-9D28-E1542E07B8E2}"/>
                  </a:ext>
                </a:extLst>
              </p14:cNvPr>
              <p14:cNvContentPartPr/>
              <p14:nvPr/>
            </p14:nvContentPartPr>
            <p14:xfrm>
              <a:off x="3442486" y="2276777"/>
              <a:ext cx="1331" cy="6610"/>
            </p14:xfrm>
          </p:contentPart>
        </mc:Choice>
        <mc:Fallback xmlns="">
          <p:pic>
            <p:nvPicPr>
              <p:cNvPr id="67" name="Ink 66">
                <a:extLst>
                  <a:ext uri="{FF2B5EF4-FFF2-40B4-BE49-F238E27FC236}">
                    <a16:creationId xmlns:a16="http://schemas.microsoft.com/office/drawing/2014/main" id="{09F400C8-9B77-11BB-9D28-E1542E07B8E2}"/>
                  </a:ext>
                </a:extLst>
              </p:cNvPr>
              <p:cNvPicPr/>
              <p:nvPr/>
            </p:nvPicPr>
            <p:blipFill>
              <a:blip r:embed="rId87"/>
              <a:stretch>
                <a:fillRect/>
              </a:stretch>
            </p:blipFill>
            <p:spPr>
              <a:xfrm>
                <a:off x="3438493" y="2272370"/>
                <a:ext cx="9317" cy="15423"/>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8" name="Ink 67">
                <a:extLst>
                  <a:ext uri="{FF2B5EF4-FFF2-40B4-BE49-F238E27FC236}">
                    <a16:creationId xmlns:a16="http://schemas.microsoft.com/office/drawing/2014/main" id="{5208AB2C-A473-5ACB-1F73-280B262F40C3}"/>
                  </a:ext>
                </a:extLst>
              </p14:cNvPr>
              <p14:cNvContentPartPr/>
              <p14:nvPr/>
            </p14:nvContentPartPr>
            <p14:xfrm>
              <a:off x="3497590" y="2236409"/>
              <a:ext cx="105151" cy="133143"/>
            </p14:xfrm>
          </p:contentPart>
        </mc:Choice>
        <mc:Fallback xmlns="">
          <p:pic>
            <p:nvPicPr>
              <p:cNvPr id="68" name="Ink 67">
                <a:extLst>
                  <a:ext uri="{FF2B5EF4-FFF2-40B4-BE49-F238E27FC236}">
                    <a16:creationId xmlns:a16="http://schemas.microsoft.com/office/drawing/2014/main" id="{5208AB2C-A473-5ACB-1F73-280B262F40C3}"/>
                  </a:ext>
                </a:extLst>
              </p:cNvPr>
              <p:cNvPicPr/>
              <p:nvPr/>
            </p:nvPicPr>
            <p:blipFill>
              <a:blip r:embed="rId131"/>
              <a:stretch>
                <a:fillRect/>
              </a:stretch>
            </p:blipFill>
            <p:spPr>
              <a:xfrm>
                <a:off x="3493283" y="2232091"/>
                <a:ext cx="113764" cy="141779"/>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9" name="Ink 68">
                <a:extLst>
                  <a:ext uri="{FF2B5EF4-FFF2-40B4-BE49-F238E27FC236}">
                    <a16:creationId xmlns:a16="http://schemas.microsoft.com/office/drawing/2014/main" id="{4127615C-1B4A-E0B5-6F7A-6F7458BCA002}"/>
                  </a:ext>
                </a:extLst>
              </p14:cNvPr>
              <p14:cNvContentPartPr/>
              <p14:nvPr/>
            </p14:nvContentPartPr>
            <p14:xfrm>
              <a:off x="3678077" y="2299912"/>
              <a:ext cx="12245" cy="23843"/>
            </p14:xfrm>
          </p:contentPart>
        </mc:Choice>
        <mc:Fallback xmlns="">
          <p:pic>
            <p:nvPicPr>
              <p:cNvPr id="69" name="Ink 68">
                <a:extLst>
                  <a:ext uri="{FF2B5EF4-FFF2-40B4-BE49-F238E27FC236}">
                    <a16:creationId xmlns:a16="http://schemas.microsoft.com/office/drawing/2014/main" id="{4127615C-1B4A-E0B5-6F7A-6F7458BCA002}"/>
                  </a:ext>
                </a:extLst>
              </p:cNvPr>
              <p:cNvPicPr/>
              <p:nvPr/>
            </p:nvPicPr>
            <p:blipFill>
              <a:blip r:embed="rId133"/>
              <a:stretch>
                <a:fillRect/>
              </a:stretch>
            </p:blipFill>
            <p:spPr>
              <a:xfrm>
                <a:off x="3673755" y="2295642"/>
                <a:ext cx="20889" cy="32384"/>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0" name="Ink 69">
                <a:extLst>
                  <a:ext uri="{FF2B5EF4-FFF2-40B4-BE49-F238E27FC236}">
                    <a16:creationId xmlns:a16="http://schemas.microsoft.com/office/drawing/2014/main" id="{EA1F0A89-35CE-9115-9D40-761E5EEF11E0}"/>
                  </a:ext>
                </a:extLst>
              </p14:cNvPr>
              <p14:cNvContentPartPr/>
              <p14:nvPr/>
            </p14:nvContentPartPr>
            <p14:xfrm>
              <a:off x="3606201" y="2397173"/>
              <a:ext cx="52442" cy="82388"/>
            </p14:xfrm>
          </p:contentPart>
        </mc:Choice>
        <mc:Fallback xmlns="">
          <p:pic>
            <p:nvPicPr>
              <p:cNvPr id="70" name="Ink 69">
                <a:extLst>
                  <a:ext uri="{FF2B5EF4-FFF2-40B4-BE49-F238E27FC236}">
                    <a16:creationId xmlns:a16="http://schemas.microsoft.com/office/drawing/2014/main" id="{EA1F0A89-35CE-9115-9D40-761E5EEF11E0}"/>
                  </a:ext>
                </a:extLst>
              </p:cNvPr>
              <p:cNvPicPr/>
              <p:nvPr/>
            </p:nvPicPr>
            <p:blipFill>
              <a:blip r:embed="rId135"/>
              <a:stretch>
                <a:fillRect/>
              </a:stretch>
            </p:blipFill>
            <p:spPr>
              <a:xfrm>
                <a:off x="3601891" y="2392856"/>
                <a:ext cx="61063" cy="91023"/>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1" name="Ink 70">
                <a:extLst>
                  <a:ext uri="{FF2B5EF4-FFF2-40B4-BE49-F238E27FC236}">
                    <a16:creationId xmlns:a16="http://schemas.microsoft.com/office/drawing/2014/main" id="{7017FEC6-5583-093D-0274-D1C38B81A225}"/>
                  </a:ext>
                </a:extLst>
              </p14:cNvPr>
              <p14:cNvContentPartPr/>
              <p14:nvPr/>
            </p14:nvContentPartPr>
            <p14:xfrm>
              <a:off x="2296741" y="2595471"/>
              <a:ext cx="108878" cy="63031"/>
            </p14:xfrm>
          </p:contentPart>
        </mc:Choice>
        <mc:Fallback xmlns="">
          <p:pic>
            <p:nvPicPr>
              <p:cNvPr id="71" name="Ink 70">
                <a:extLst>
                  <a:ext uri="{FF2B5EF4-FFF2-40B4-BE49-F238E27FC236}">
                    <a16:creationId xmlns:a16="http://schemas.microsoft.com/office/drawing/2014/main" id="{7017FEC6-5583-093D-0274-D1C38B81A225}"/>
                  </a:ext>
                </a:extLst>
              </p:cNvPr>
              <p:cNvPicPr/>
              <p:nvPr/>
            </p:nvPicPr>
            <p:blipFill>
              <a:blip r:embed="rId137"/>
              <a:stretch>
                <a:fillRect/>
              </a:stretch>
            </p:blipFill>
            <p:spPr>
              <a:xfrm>
                <a:off x="2292429" y="2591149"/>
                <a:ext cx="117502" cy="71675"/>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2" name="Ink 71">
                <a:extLst>
                  <a:ext uri="{FF2B5EF4-FFF2-40B4-BE49-F238E27FC236}">
                    <a16:creationId xmlns:a16="http://schemas.microsoft.com/office/drawing/2014/main" id="{20562181-7463-BE1B-39A4-672C755C57F6}"/>
                  </a:ext>
                </a:extLst>
              </p14:cNvPr>
              <p14:cNvContentPartPr/>
              <p14:nvPr/>
            </p14:nvContentPartPr>
            <p14:xfrm>
              <a:off x="2435700" y="2553923"/>
              <a:ext cx="119526" cy="173039"/>
            </p14:xfrm>
          </p:contentPart>
        </mc:Choice>
        <mc:Fallback xmlns="">
          <p:pic>
            <p:nvPicPr>
              <p:cNvPr id="72" name="Ink 71">
                <a:extLst>
                  <a:ext uri="{FF2B5EF4-FFF2-40B4-BE49-F238E27FC236}">
                    <a16:creationId xmlns:a16="http://schemas.microsoft.com/office/drawing/2014/main" id="{20562181-7463-BE1B-39A4-672C755C57F6}"/>
                  </a:ext>
                </a:extLst>
              </p:cNvPr>
              <p:cNvPicPr/>
              <p:nvPr/>
            </p:nvPicPr>
            <p:blipFill>
              <a:blip r:embed="rId139"/>
              <a:stretch>
                <a:fillRect/>
              </a:stretch>
            </p:blipFill>
            <p:spPr>
              <a:xfrm>
                <a:off x="2431380" y="2549597"/>
                <a:ext cx="128166" cy="181691"/>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3" name="Ink 72">
                <a:extLst>
                  <a:ext uri="{FF2B5EF4-FFF2-40B4-BE49-F238E27FC236}">
                    <a16:creationId xmlns:a16="http://schemas.microsoft.com/office/drawing/2014/main" id="{F8D81248-98D3-5E5C-DE73-DE8B57D2C81A}"/>
                  </a:ext>
                </a:extLst>
              </p14:cNvPr>
              <p14:cNvContentPartPr/>
              <p14:nvPr/>
            </p14:nvContentPartPr>
            <p14:xfrm>
              <a:off x="2597552" y="2617425"/>
              <a:ext cx="73206" cy="51935"/>
            </p14:xfrm>
          </p:contentPart>
        </mc:Choice>
        <mc:Fallback xmlns="">
          <p:pic>
            <p:nvPicPr>
              <p:cNvPr id="73" name="Ink 72">
                <a:extLst>
                  <a:ext uri="{FF2B5EF4-FFF2-40B4-BE49-F238E27FC236}">
                    <a16:creationId xmlns:a16="http://schemas.microsoft.com/office/drawing/2014/main" id="{F8D81248-98D3-5E5C-DE73-DE8B57D2C81A}"/>
                  </a:ext>
                </a:extLst>
              </p:cNvPr>
              <p:cNvPicPr/>
              <p:nvPr/>
            </p:nvPicPr>
            <p:blipFill>
              <a:blip r:embed="rId141"/>
              <a:stretch>
                <a:fillRect/>
              </a:stretch>
            </p:blipFill>
            <p:spPr>
              <a:xfrm>
                <a:off x="2593246" y="2613127"/>
                <a:ext cx="81818" cy="60531"/>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4" name="Ink 73">
                <a:extLst>
                  <a:ext uri="{FF2B5EF4-FFF2-40B4-BE49-F238E27FC236}">
                    <a16:creationId xmlns:a16="http://schemas.microsoft.com/office/drawing/2014/main" id="{58AAC667-3573-E0A8-7ACC-2E51E5D82322}"/>
                  </a:ext>
                </a:extLst>
              </p14:cNvPr>
              <p14:cNvContentPartPr/>
              <p14:nvPr/>
            </p14:nvContentPartPr>
            <p14:xfrm>
              <a:off x="2652656" y="2551798"/>
              <a:ext cx="18634" cy="6610"/>
            </p14:xfrm>
          </p:contentPart>
        </mc:Choice>
        <mc:Fallback xmlns="">
          <p:pic>
            <p:nvPicPr>
              <p:cNvPr id="74" name="Ink 73">
                <a:extLst>
                  <a:ext uri="{FF2B5EF4-FFF2-40B4-BE49-F238E27FC236}">
                    <a16:creationId xmlns:a16="http://schemas.microsoft.com/office/drawing/2014/main" id="{58AAC667-3573-E0A8-7ACC-2E51E5D82322}"/>
                  </a:ext>
                </a:extLst>
              </p:cNvPr>
              <p:cNvPicPr/>
              <p:nvPr/>
            </p:nvPicPr>
            <p:blipFill>
              <a:blip r:embed="rId75"/>
              <a:stretch>
                <a:fillRect/>
              </a:stretch>
            </p:blipFill>
            <p:spPr>
              <a:xfrm>
                <a:off x="2648356" y="2547623"/>
                <a:ext cx="27234" cy="14959"/>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5" name="Ink 74">
                <a:extLst>
                  <a:ext uri="{FF2B5EF4-FFF2-40B4-BE49-F238E27FC236}">
                    <a16:creationId xmlns:a16="http://schemas.microsoft.com/office/drawing/2014/main" id="{1FE4FBA8-CC5F-44E0-1938-DBE7C864875D}"/>
                  </a:ext>
                </a:extLst>
              </p14:cNvPr>
              <p14:cNvContentPartPr/>
              <p14:nvPr/>
            </p14:nvContentPartPr>
            <p14:xfrm>
              <a:off x="2727726" y="2542355"/>
              <a:ext cx="73472" cy="127241"/>
            </p14:xfrm>
          </p:contentPart>
        </mc:Choice>
        <mc:Fallback xmlns="">
          <p:pic>
            <p:nvPicPr>
              <p:cNvPr id="75" name="Ink 74">
                <a:extLst>
                  <a:ext uri="{FF2B5EF4-FFF2-40B4-BE49-F238E27FC236}">
                    <a16:creationId xmlns:a16="http://schemas.microsoft.com/office/drawing/2014/main" id="{1FE4FBA8-CC5F-44E0-1938-DBE7C864875D}"/>
                  </a:ext>
                </a:extLst>
              </p:cNvPr>
              <p:cNvPicPr/>
              <p:nvPr/>
            </p:nvPicPr>
            <p:blipFill>
              <a:blip r:embed="rId144"/>
              <a:stretch>
                <a:fillRect/>
              </a:stretch>
            </p:blipFill>
            <p:spPr>
              <a:xfrm>
                <a:off x="2723404" y="2538042"/>
                <a:ext cx="82116" cy="135868"/>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6" name="Ink 75">
                <a:extLst>
                  <a:ext uri="{FF2B5EF4-FFF2-40B4-BE49-F238E27FC236}">
                    <a16:creationId xmlns:a16="http://schemas.microsoft.com/office/drawing/2014/main" id="{84AA7136-93FF-8750-FB17-EF8735130F35}"/>
                  </a:ext>
                </a:extLst>
              </p14:cNvPr>
              <p14:cNvContentPartPr/>
              <p14:nvPr/>
            </p14:nvContentPartPr>
            <p14:xfrm>
              <a:off x="2921257" y="2602789"/>
              <a:ext cx="65486" cy="22899"/>
            </p14:xfrm>
          </p:contentPart>
        </mc:Choice>
        <mc:Fallback xmlns="">
          <p:pic>
            <p:nvPicPr>
              <p:cNvPr id="76" name="Ink 75">
                <a:extLst>
                  <a:ext uri="{FF2B5EF4-FFF2-40B4-BE49-F238E27FC236}">
                    <a16:creationId xmlns:a16="http://schemas.microsoft.com/office/drawing/2014/main" id="{84AA7136-93FF-8750-FB17-EF8735130F35}"/>
                  </a:ext>
                </a:extLst>
              </p:cNvPr>
              <p:cNvPicPr/>
              <p:nvPr/>
            </p:nvPicPr>
            <p:blipFill>
              <a:blip r:embed="rId146"/>
              <a:stretch>
                <a:fillRect/>
              </a:stretch>
            </p:blipFill>
            <p:spPr>
              <a:xfrm>
                <a:off x="2916939" y="2598495"/>
                <a:ext cx="74122" cy="31486"/>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7" name="Ink 76">
                <a:extLst>
                  <a:ext uri="{FF2B5EF4-FFF2-40B4-BE49-F238E27FC236}">
                    <a16:creationId xmlns:a16="http://schemas.microsoft.com/office/drawing/2014/main" id="{DF1929A6-7D35-A7CD-22FD-8E31C0379911}"/>
                  </a:ext>
                </a:extLst>
              </p14:cNvPr>
              <p14:cNvContentPartPr/>
              <p14:nvPr/>
            </p14:nvContentPartPr>
            <p14:xfrm>
              <a:off x="2918329" y="2635603"/>
              <a:ext cx="104086" cy="14400"/>
            </p14:xfrm>
          </p:contentPart>
        </mc:Choice>
        <mc:Fallback xmlns="">
          <p:pic>
            <p:nvPicPr>
              <p:cNvPr id="77" name="Ink 76">
                <a:extLst>
                  <a:ext uri="{FF2B5EF4-FFF2-40B4-BE49-F238E27FC236}">
                    <a16:creationId xmlns:a16="http://schemas.microsoft.com/office/drawing/2014/main" id="{DF1929A6-7D35-A7CD-22FD-8E31C0379911}"/>
                  </a:ext>
                </a:extLst>
              </p:cNvPr>
              <p:cNvPicPr/>
              <p:nvPr/>
            </p:nvPicPr>
            <p:blipFill>
              <a:blip r:embed="rId148"/>
              <a:stretch>
                <a:fillRect/>
              </a:stretch>
            </p:blipFill>
            <p:spPr>
              <a:xfrm>
                <a:off x="2914007" y="2631283"/>
                <a:ext cx="11273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8" name="Ink 77">
                <a:extLst>
                  <a:ext uri="{FF2B5EF4-FFF2-40B4-BE49-F238E27FC236}">
                    <a16:creationId xmlns:a16="http://schemas.microsoft.com/office/drawing/2014/main" id="{E95D6EEE-68FE-02DB-6058-39548C789136}"/>
                  </a:ext>
                </a:extLst>
              </p14:cNvPr>
              <p14:cNvContentPartPr/>
              <p14:nvPr/>
            </p14:nvContentPartPr>
            <p14:xfrm>
              <a:off x="3140077" y="2570684"/>
              <a:ext cx="146945" cy="58073"/>
            </p14:xfrm>
          </p:contentPart>
        </mc:Choice>
        <mc:Fallback xmlns="">
          <p:pic>
            <p:nvPicPr>
              <p:cNvPr id="78" name="Ink 77">
                <a:extLst>
                  <a:ext uri="{FF2B5EF4-FFF2-40B4-BE49-F238E27FC236}">
                    <a16:creationId xmlns:a16="http://schemas.microsoft.com/office/drawing/2014/main" id="{E95D6EEE-68FE-02DB-6058-39548C789136}"/>
                  </a:ext>
                </a:extLst>
              </p:cNvPr>
              <p:cNvPicPr/>
              <p:nvPr/>
            </p:nvPicPr>
            <p:blipFill>
              <a:blip r:embed="rId150"/>
              <a:stretch>
                <a:fillRect/>
              </a:stretch>
            </p:blipFill>
            <p:spPr>
              <a:xfrm>
                <a:off x="3135755" y="2566382"/>
                <a:ext cx="155589" cy="66676"/>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9" name="Ink 78">
                <a:extLst>
                  <a:ext uri="{FF2B5EF4-FFF2-40B4-BE49-F238E27FC236}">
                    <a16:creationId xmlns:a16="http://schemas.microsoft.com/office/drawing/2014/main" id="{369520CD-F3FB-EF43-F879-A67D1091C24C}"/>
                  </a:ext>
                </a:extLst>
              </p14:cNvPr>
              <p14:cNvContentPartPr/>
              <p14:nvPr/>
            </p14:nvContentPartPr>
            <p14:xfrm>
              <a:off x="3331478" y="2517804"/>
              <a:ext cx="148808" cy="172095"/>
            </p14:xfrm>
          </p:contentPart>
        </mc:Choice>
        <mc:Fallback xmlns="">
          <p:pic>
            <p:nvPicPr>
              <p:cNvPr id="79" name="Ink 78">
                <a:extLst>
                  <a:ext uri="{FF2B5EF4-FFF2-40B4-BE49-F238E27FC236}">
                    <a16:creationId xmlns:a16="http://schemas.microsoft.com/office/drawing/2014/main" id="{369520CD-F3FB-EF43-F879-A67D1091C24C}"/>
                  </a:ext>
                </a:extLst>
              </p:cNvPr>
              <p:cNvPicPr/>
              <p:nvPr/>
            </p:nvPicPr>
            <p:blipFill>
              <a:blip r:embed="rId152"/>
              <a:stretch>
                <a:fillRect/>
              </a:stretch>
            </p:blipFill>
            <p:spPr>
              <a:xfrm>
                <a:off x="3327154" y="2513484"/>
                <a:ext cx="157455" cy="180736"/>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0" name="Ink 79">
                <a:extLst>
                  <a:ext uri="{FF2B5EF4-FFF2-40B4-BE49-F238E27FC236}">
                    <a16:creationId xmlns:a16="http://schemas.microsoft.com/office/drawing/2014/main" id="{AB729DE1-8E9A-3F8C-D8BB-70819916F291}"/>
                  </a:ext>
                </a:extLst>
              </p14:cNvPr>
              <p14:cNvContentPartPr/>
              <p14:nvPr/>
            </p14:nvContentPartPr>
            <p14:xfrm>
              <a:off x="3474164" y="2597123"/>
              <a:ext cx="81991" cy="54532"/>
            </p14:xfrm>
          </p:contentPart>
        </mc:Choice>
        <mc:Fallback xmlns="">
          <p:pic>
            <p:nvPicPr>
              <p:cNvPr id="80" name="Ink 79">
                <a:extLst>
                  <a:ext uri="{FF2B5EF4-FFF2-40B4-BE49-F238E27FC236}">
                    <a16:creationId xmlns:a16="http://schemas.microsoft.com/office/drawing/2014/main" id="{AB729DE1-8E9A-3F8C-D8BB-70819916F291}"/>
                  </a:ext>
                </a:extLst>
              </p:cNvPr>
              <p:cNvPicPr/>
              <p:nvPr/>
            </p:nvPicPr>
            <p:blipFill>
              <a:blip r:embed="rId154"/>
              <a:stretch>
                <a:fillRect/>
              </a:stretch>
            </p:blipFill>
            <p:spPr>
              <a:xfrm>
                <a:off x="3469868" y="2592818"/>
                <a:ext cx="90584" cy="63142"/>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1" name="Ink 80">
                <a:extLst>
                  <a:ext uri="{FF2B5EF4-FFF2-40B4-BE49-F238E27FC236}">
                    <a16:creationId xmlns:a16="http://schemas.microsoft.com/office/drawing/2014/main" id="{4AD356FA-0DF9-3F42-889C-CE73FF1843C7}"/>
                  </a:ext>
                </a:extLst>
              </p14:cNvPr>
              <p14:cNvContentPartPr/>
              <p14:nvPr/>
            </p14:nvContentPartPr>
            <p14:xfrm>
              <a:off x="3566004" y="2551326"/>
              <a:ext cx="10914" cy="10859"/>
            </p14:xfrm>
          </p:contentPart>
        </mc:Choice>
        <mc:Fallback xmlns="">
          <p:pic>
            <p:nvPicPr>
              <p:cNvPr id="81" name="Ink 80">
                <a:extLst>
                  <a:ext uri="{FF2B5EF4-FFF2-40B4-BE49-F238E27FC236}">
                    <a16:creationId xmlns:a16="http://schemas.microsoft.com/office/drawing/2014/main" id="{4AD356FA-0DF9-3F42-889C-CE73FF1843C7}"/>
                  </a:ext>
                </a:extLst>
              </p:cNvPr>
              <p:cNvPicPr/>
              <p:nvPr/>
            </p:nvPicPr>
            <p:blipFill>
              <a:blip r:embed="rId156"/>
              <a:stretch>
                <a:fillRect/>
              </a:stretch>
            </p:blipFill>
            <p:spPr>
              <a:xfrm>
                <a:off x="3561779" y="2546982"/>
                <a:ext cx="19364" cy="19546"/>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2" name="Ink 81">
                <a:extLst>
                  <a:ext uri="{FF2B5EF4-FFF2-40B4-BE49-F238E27FC236}">
                    <a16:creationId xmlns:a16="http://schemas.microsoft.com/office/drawing/2014/main" id="{61E4791A-8434-AF2C-67F0-9C65D6D3B171}"/>
                  </a:ext>
                </a:extLst>
              </p14:cNvPr>
              <p14:cNvContentPartPr/>
              <p14:nvPr/>
            </p14:nvContentPartPr>
            <p14:xfrm>
              <a:off x="3670091" y="2551798"/>
              <a:ext cx="14641" cy="75306"/>
            </p14:xfrm>
          </p:contentPart>
        </mc:Choice>
        <mc:Fallback xmlns="">
          <p:pic>
            <p:nvPicPr>
              <p:cNvPr id="82" name="Ink 81">
                <a:extLst>
                  <a:ext uri="{FF2B5EF4-FFF2-40B4-BE49-F238E27FC236}">
                    <a16:creationId xmlns:a16="http://schemas.microsoft.com/office/drawing/2014/main" id="{61E4791A-8434-AF2C-67F0-9C65D6D3B171}"/>
                  </a:ext>
                </a:extLst>
              </p:cNvPr>
              <p:cNvPicPr/>
              <p:nvPr/>
            </p:nvPicPr>
            <p:blipFill>
              <a:blip r:embed="rId158"/>
              <a:stretch>
                <a:fillRect/>
              </a:stretch>
            </p:blipFill>
            <p:spPr>
              <a:xfrm>
                <a:off x="3665806" y="2547495"/>
                <a:ext cx="23211" cy="83912"/>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3" name="Ink 82">
                <a:extLst>
                  <a:ext uri="{FF2B5EF4-FFF2-40B4-BE49-F238E27FC236}">
                    <a16:creationId xmlns:a16="http://schemas.microsoft.com/office/drawing/2014/main" id="{32E6261E-6F77-D9D4-9D55-5CED44008BFD}"/>
                  </a:ext>
                </a:extLst>
              </p14:cNvPr>
              <p14:cNvContentPartPr/>
              <p14:nvPr/>
            </p14:nvContentPartPr>
            <p14:xfrm>
              <a:off x="3654384" y="2583431"/>
              <a:ext cx="72141" cy="5430"/>
            </p14:xfrm>
          </p:contentPart>
        </mc:Choice>
        <mc:Fallback xmlns="">
          <p:pic>
            <p:nvPicPr>
              <p:cNvPr id="83" name="Ink 82">
                <a:extLst>
                  <a:ext uri="{FF2B5EF4-FFF2-40B4-BE49-F238E27FC236}">
                    <a16:creationId xmlns:a16="http://schemas.microsoft.com/office/drawing/2014/main" id="{32E6261E-6F77-D9D4-9D55-5CED44008BFD}"/>
                  </a:ext>
                </a:extLst>
              </p:cNvPr>
              <p:cNvPicPr/>
              <p:nvPr/>
            </p:nvPicPr>
            <p:blipFill>
              <a:blip r:embed="rId160"/>
              <a:stretch>
                <a:fillRect/>
              </a:stretch>
            </p:blipFill>
            <p:spPr>
              <a:xfrm>
                <a:off x="3650077" y="2579087"/>
                <a:ext cx="80755" cy="14118"/>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84" name="Ink 83">
                <a:extLst>
                  <a:ext uri="{FF2B5EF4-FFF2-40B4-BE49-F238E27FC236}">
                    <a16:creationId xmlns:a16="http://schemas.microsoft.com/office/drawing/2014/main" id="{3E45CD23-BAF2-FF83-49F6-96968CCF9B1C}"/>
                  </a:ext>
                </a:extLst>
              </p14:cNvPr>
              <p14:cNvContentPartPr/>
              <p14:nvPr/>
            </p14:nvContentPartPr>
            <p14:xfrm>
              <a:off x="3797336" y="2543536"/>
              <a:ext cx="10382" cy="65391"/>
            </p14:xfrm>
          </p:contentPart>
        </mc:Choice>
        <mc:Fallback xmlns="">
          <p:pic>
            <p:nvPicPr>
              <p:cNvPr id="84" name="Ink 83">
                <a:extLst>
                  <a:ext uri="{FF2B5EF4-FFF2-40B4-BE49-F238E27FC236}">
                    <a16:creationId xmlns:a16="http://schemas.microsoft.com/office/drawing/2014/main" id="{3E45CD23-BAF2-FF83-49F6-96968CCF9B1C}"/>
                  </a:ext>
                </a:extLst>
              </p:cNvPr>
              <p:cNvPicPr/>
              <p:nvPr/>
            </p:nvPicPr>
            <p:blipFill>
              <a:blip r:embed="rId162"/>
              <a:stretch>
                <a:fillRect/>
              </a:stretch>
            </p:blipFill>
            <p:spPr>
              <a:xfrm>
                <a:off x="3793040" y="2539225"/>
                <a:ext cx="18974" cy="74014"/>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85" name="Ink 84">
                <a:extLst>
                  <a:ext uri="{FF2B5EF4-FFF2-40B4-BE49-F238E27FC236}">
                    <a16:creationId xmlns:a16="http://schemas.microsoft.com/office/drawing/2014/main" id="{CF5E2A2E-FF4B-3722-ABF9-84F8E6F7EDEF}"/>
                  </a:ext>
                </a:extLst>
              </p14:cNvPr>
              <p14:cNvContentPartPr/>
              <p14:nvPr/>
            </p14:nvContentPartPr>
            <p14:xfrm>
              <a:off x="3903286" y="2498683"/>
              <a:ext cx="119526" cy="166901"/>
            </p14:xfrm>
          </p:contentPart>
        </mc:Choice>
        <mc:Fallback xmlns="">
          <p:pic>
            <p:nvPicPr>
              <p:cNvPr id="85" name="Ink 84">
                <a:extLst>
                  <a:ext uri="{FF2B5EF4-FFF2-40B4-BE49-F238E27FC236}">
                    <a16:creationId xmlns:a16="http://schemas.microsoft.com/office/drawing/2014/main" id="{CF5E2A2E-FF4B-3722-ABF9-84F8E6F7EDEF}"/>
                  </a:ext>
                </a:extLst>
              </p:cNvPr>
              <p:cNvPicPr/>
              <p:nvPr/>
            </p:nvPicPr>
            <p:blipFill>
              <a:blip r:embed="rId164"/>
              <a:stretch>
                <a:fillRect/>
              </a:stretch>
            </p:blipFill>
            <p:spPr>
              <a:xfrm>
                <a:off x="3898966" y="2494367"/>
                <a:ext cx="128166" cy="175534"/>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86" name="Ink 85">
                <a:extLst>
                  <a:ext uri="{FF2B5EF4-FFF2-40B4-BE49-F238E27FC236}">
                    <a16:creationId xmlns:a16="http://schemas.microsoft.com/office/drawing/2014/main" id="{B113F4B0-CEE5-EF03-AC1A-F3FBD8B579E9}"/>
                  </a:ext>
                </a:extLst>
              </p14:cNvPr>
              <p14:cNvContentPartPr/>
              <p14:nvPr/>
            </p14:nvContentPartPr>
            <p14:xfrm>
              <a:off x="4127696" y="2592874"/>
              <a:ext cx="9051" cy="22899"/>
            </p14:xfrm>
          </p:contentPart>
        </mc:Choice>
        <mc:Fallback xmlns="">
          <p:pic>
            <p:nvPicPr>
              <p:cNvPr id="86" name="Ink 85">
                <a:extLst>
                  <a:ext uri="{FF2B5EF4-FFF2-40B4-BE49-F238E27FC236}">
                    <a16:creationId xmlns:a16="http://schemas.microsoft.com/office/drawing/2014/main" id="{B113F4B0-CEE5-EF03-AC1A-F3FBD8B579E9}"/>
                  </a:ext>
                </a:extLst>
              </p:cNvPr>
              <p:cNvPicPr/>
              <p:nvPr/>
            </p:nvPicPr>
            <p:blipFill>
              <a:blip r:embed="rId166"/>
              <a:stretch>
                <a:fillRect/>
              </a:stretch>
            </p:blipFill>
            <p:spPr>
              <a:xfrm>
                <a:off x="4123519" y="2588512"/>
                <a:ext cx="17406" cy="31622"/>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87" name="Ink 86">
                <a:extLst>
                  <a:ext uri="{FF2B5EF4-FFF2-40B4-BE49-F238E27FC236}">
                    <a16:creationId xmlns:a16="http://schemas.microsoft.com/office/drawing/2014/main" id="{CC90844E-01D0-630B-7AFE-2517701470CA}"/>
                  </a:ext>
                </a:extLst>
              </p14:cNvPr>
              <p14:cNvContentPartPr/>
              <p14:nvPr/>
            </p14:nvContentPartPr>
            <p14:xfrm>
              <a:off x="4051029" y="2669597"/>
              <a:ext cx="64422" cy="67516"/>
            </p14:xfrm>
          </p:contentPart>
        </mc:Choice>
        <mc:Fallback xmlns="">
          <p:pic>
            <p:nvPicPr>
              <p:cNvPr id="87" name="Ink 86">
                <a:extLst>
                  <a:ext uri="{FF2B5EF4-FFF2-40B4-BE49-F238E27FC236}">
                    <a16:creationId xmlns:a16="http://schemas.microsoft.com/office/drawing/2014/main" id="{CC90844E-01D0-630B-7AFE-2517701470CA}"/>
                  </a:ext>
                </a:extLst>
              </p:cNvPr>
              <p:cNvPicPr/>
              <p:nvPr/>
            </p:nvPicPr>
            <p:blipFill>
              <a:blip r:embed="rId168"/>
              <a:stretch>
                <a:fillRect/>
              </a:stretch>
            </p:blipFill>
            <p:spPr>
              <a:xfrm>
                <a:off x="4046686" y="2665287"/>
                <a:ext cx="73108" cy="76135"/>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88" name="Ink 87">
                <a:extLst>
                  <a:ext uri="{FF2B5EF4-FFF2-40B4-BE49-F238E27FC236}">
                    <a16:creationId xmlns:a16="http://schemas.microsoft.com/office/drawing/2014/main" id="{30E45535-0904-A9EA-547E-1B40692B6D7E}"/>
                  </a:ext>
                </a:extLst>
              </p14:cNvPr>
              <p14:cNvContentPartPr/>
              <p14:nvPr/>
            </p14:nvContentPartPr>
            <p14:xfrm>
              <a:off x="2334009" y="2860577"/>
              <a:ext cx="106482" cy="69640"/>
            </p14:xfrm>
          </p:contentPart>
        </mc:Choice>
        <mc:Fallback xmlns="">
          <p:pic>
            <p:nvPicPr>
              <p:cNvPr id="88" name="Ink 87">
                <a:extLst>
                  <a:ext uri="{FF2B5EF4-FFF2-40B4-BE49-F238E27FC236}">
                    <a16:creationId xmlns:a16="http://schemas.microsoft.com/office/drawing/2014/main" id="{30E45535-0904-A9EA-547E-1B40692B6D7E}"/>
                  </a:ext>
                </a:extLst>
              </p:cNvPr>
              <p:cNvPicPr/>
              <p:nvPr/>
            </p:nvPicPr>
            <p:blipFill>
              <a:blip r:embed="rId170"/>
              <a:stretch>
                <a:fillRect/>
              </a:stretch>
            </p:blipFill>
            <p:spPr>
              <a:xfrm>
                <a:off x="2329692" y="2856269"/>
                <a:ext cx="115116" cy="78255"/>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89" name="Ink 88">
                <a:extLst>
                  <a:ext uri="{FF2B5EF4-FFF2-40B4-BE49-F238E27FC236}">
                    <a16:creationId xmlns:a16="http://schemas.microsoft.com/office/drawing/2014/main" id="{CAF4D0EA-CC90-145C-E7EB-444FBB7915FE}"/>
                  </a:ext>
                </a:extLst>
              </p14:cNvPr>
              <p14:cNvContentPartPr/>
              <p14:nvPr/>
            </p14:nvContentPartPr>
            <p14:xfrm>
              <a:off x="2472436" y="2815252"/>
              <a:ext cx="159457" cy="177996"/>
            </p14:xfrm>
          </p:contentPart>
        </mc:Choice>
        <mc:Fallback xmlns="">
          <p:pic>
            <p:nvPicPr>
              <p:cNvPr id="89" name="Ink 88">
                <a:extLst>
                  <a:ext uri="{FF2B5EF4-FFF2-40B4-BE49-F238E27FC236}">
                    <a16:creationId xmlns:a16="http://schemas.microsoft.com/office/drawing/2014/main" id="{CAF4D0EA-CC90-145C-E7EB-444FBB7915FE}"/>
                  </a:ext>
                </a:extLst>
              </p:cNvPr>
              <p:cNvPicPr/>
              <p:nvPr/>
            </p:nvPicPr>
            <p:blipFill>
              <a:blip r:embed="rId172"/>
              <a:stretch>
                <a:fillRect/>
              </a:stretch>
            </p:blipFill>
            <p:spPr>
              <a:xfrm>
                <a:off x="2468117" y="2810937"/>
                <a:ext cx="168096" cy="186626"/>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0" name="Ink 89">
                <a:extLst>
                  <a:ext uri="{FF2B5EF4-FFF2-40B4-BE49-F238E27FC236}">
                    <a16:creationId xmlns:a16="http://schemas.microsoft.com/office/drawing/2014/main" id="{E86BC6F0-8384-3249-0A84-8232F5D06383}"/>
                  </a:ext>
                </a:extLst>
              </p14:cNvPr>
              <p14:cNvContentPartPr/>
              <p14:nvPr/>
            </p14:nvContentPartPr>
            <p14:xfrm>
              <a:off x="2643073" y="2877574"/>
              <a:ext cx="42060" cy="62558"/>
            </p14:xfrm>
          </p:contentPart>
        </mc:Choice>
        <mc:Fallback xmlns="">
          <p:pic>
            <p:nvPicPr>
              <p:cNvPr id="90" name="Ink 89">
                <a:extLst>
                  <a:ext uri="{FF2B5EF4-FFF2-40B4-BE49-F238E27FC236}">
                    <a16:creationId xmlns:a16="http://schemas.microsoft.com/office/drawing/2014/main" id="{E86BC6F0-8384-3249-0A84-8232F5D06383}"/>
                  </a:ext>
                </a:extLst>
              </p:cNvPr>
              <p:cNvPicPr/>
              <p:nvPr/>
            </p:nvPicPr>
            <p:blipFill>
              <a:blip r:embed="rId174"/>
              <a:stretch>
                <a:fillRect/>
              </a:stretch>
            </p:blipFill>
            <p:spPr>
              <a:xfrm>
                <a:off x="2638759" y="2873260"/>
                <a:ext cx="50688" cy="71187"/>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1" name="Ink 90">
                <a:extLst>
                  <a:ext uri="{FF2B5EF4-FFF2-40B4-BE49-F238E27FC236}">
                    <a16:creationId xmlns:a16="http://schemas.microsoft.com/office/drawing/2014/main" id="{06C57190-EA1A-2631-18C7-EE4F38A379C5}"/>
                  </a:ext>
                </a:extLst>
              </p14:cNvPr>
              <p14:cNvContentPartPr/>
              <p14:nvPr/>
            </p14:nvContentPartPr>
            <p14:xfrm>
              <a:off x="2666765" y="2851134"/>
              <a:ext cx="9051" cy="7554"/>
            </p14:xfrm>
          </p:contentPart>
        </mc:Choice>
        <mc:Fallback xmlns="">
          <p:pic>
            <p:nvPicPr>
              <p:cNvPr id="91" name="Ink 90">
                <a:extLst>
                  <a:ext uri="{FF2B5EF4-FFF2-40B4-BE49-F238E27FC236}">
                    <a16:creationId xmlns:a16="http://schemas.microsoft.com/office/drawing/2014/main" id="{06C57190-EA1A-2631-18C7-EE4F38A379C5}"/>
                  </a:ext>
                </a:extLst>
              </p:cNvPr>
              <p:cNvPicPr/>
              <p:nvPr/>
            </p:nvPicPr>
            <p:blipFill>
              <a:blip r:embed="rId176"/>
              <a:stretch>
                <a:fillRect/>
              </a:stretch>
            </p:blipFill>
            <p:spPr>
              <a:xfrm>
                <a:off x="2662421" y="2846817"/>
                <a:ext cx="17740" cy="16187"/>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2" name="Ink 91">
                <a:extLst>
                  <a:ext uri="{FF2B5EF4-FFF2-40B4-BE49-F238E27FC236}">
                    <a16:creationId xmlns:a16="http://schemas.microsoft.com/office/drawing/2014/main" id="{7FC777A9-0ACC-520C-B458-854E0D39FA9E}"/>
                  </a:ext>
                </a:extLst>
              </p14:cNvPr>
              <p14:cNvContentPartPr/>
              <p14:nvPr/>
            </p14:nvContentPartPr>
            <p14:xfrm>
              <a:off x="2759404" y="2853259"/>
              <a:ext cx="17570" cy="72709"/>
            </p14:xfrm>
          </p:contentPart>
        </mc:Choice>
        <mc:Fallback xmlns="">
          <p:pic>
            <p:nvPicPr>
              <p:cNvPr id="92" name="Ink 91">
                <a:extLst>
                  <a:ext uri="{FF2B5EF4-FFF2-40B4-BE49-F238E27FC236}">
                    <a16:creationId xmlns:a16="http://schemas.microsoft.com/office/drawing/2014/main" id="{7FC777A9-0ACC-520C-B458-854E0D39FA9E}"/>
                  </a:ext>
                </a:extLst>
              </p:cNvPr>
              <p:cNvPicPr/>
              <p:nvPr/>
            </p:nvPicPr>
            <p:blipFill>
              <a:blip r:embed="rId178"/>
              <a:stretch>
                <a:fillRect/>
              </a:stretch>
            </p:blipFill>
            <p:spPr>
              <a:xfrm>
                <a:off x="2755101" y="2848961"/>
                <a:ext cx="26176" cy="81305"/>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93" name="Ink 92">
                <a:extLst>
                  <a:ext uri="{FF2B5EF4-FFF2-40B4-BE49-F238E27FC236}">
                    <a16:creationId xmlns:a16="http://schemas.microsoft.com/office/drawing/2014/main" id="{E50AB991-8AD0-F8B8-ACE1-B12B8A8824C3}"/>
                  </a:ext>
                </a:extLst>
              </p14:cNvPr>
              <p14:cNvContentPartPr/>
              <p14:nvPr/>
            </p14:nvContentPartPr>
            <p14:xfrm>
              <a:off x="2738108" y="2884892"/>
              <a:ext cx="85185" cy="7554"/>
            </p14:xfrm>
          </p:contentPart>
        </mc:Choice>
        <mc:Fallback xmlns="">
          <p:pic>
            <p:nvPicPr>
              <p:cNvPr id="93" name="Ink 92">
                <a:extLst>
                  <a:ext uri="{FF2B5EF4-FFF2-40B4-BE49-F238E27FC236}">
                    <a16:creationId xmlns:a16="http://schemas.microsoft.com/office/drawing/2014/main" id="{E50AB991-8AD0-F8B8-ACE1-B12B8A8824C3}"/>
                  </a:ext>
                </a:extLst>
              </p:cNvPr>
              <p:cNvPicPr/>
              <p:nvPr/>
            </p:nvPicPr>
            <p:blipFill>
              <a:blip r:embed="rId180"/>
              <a:stretch>
                <a:fillRect/>
              </a:stretch>
            </p:blipFill>
            <p:spPr>
              <a:xfrm>
                <a:off x="2733795" y="2880575"/>
                <a:ext cx="93811" cy="16187"/>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4" name="Ink 93">
                <a:extLst>
                  <a:ext uri="{FF2B5EF4-FFF2-40B4-BE49-F238E27FC236}">
                    <a16:creationId xmlns:a16="http://schemas.microsoft.com/office/drawing/2014/main" id="{E40A4C33-3E5D-9136-E1A5-F2BBDFD5D143}"/>
                  </a:ext>
                </a:extLst>
              </p14:cNvPr>
              <p14:cNvContentPartPr/>
              <p14:nvPr/>
            </p14:nvContentPartPr>
            <p14:xfrm>
              <a:off x="2857368" y="2832249"/>
              <a:ext cx="26354" cy="76486"/>
            </p14:xfrm>
          </p:contentPart>
        </mc:Choice>
        <mc:Fallback xmlns="">
          <p:pic>
            <p:nvPicPr>
              <p:cNvPr id="94" name="Ink 93">
                <a:extLst>
                  <a:ext uri="{FF2B5EF4-FFF2-40B4-BE49-F238E27FC236}">
                    <a16:creationId xmlns:a16="http://schemas.microsoft.com/office/drawing/2014/main" id="{E40A4C33-3E5D-9136-E1A5-F2BBDFD5D143}"/>
                  </a:ext>
                </a:extLst>
              </p:cNvPr>
              <p:cNvPicPr/>
              <p:nvPr/>
            </p:nvPicPr>
            <p:blipFill>
              <a:blip r:embed="rId182"/>
              <a:stretch>
                <a:fillRect/>
              </a:stretch>
            </p:blipFill>
            <p:spPr>
              <a:xfrm>
                <a:off x="2853036" y="2827940"/>
                <a:ext cx="35018" cy="85104"/>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5" name="Ink 94">
                <a:extLst>
                  <a:ext uri="{FF2B5EF4-FFF2-40B4-BE49-F238E27FC236}">
                    <a16:creationId xmlns:a16="http://schemas.microsoft.com/office/drawing/2014/main" id="{594648F9-2E50-8551-1814-85CDBAB805A1}"/>
                  </a:ext>
                </a:extLst>
              </p14:cNvPr>
              <p14:cNvContentPartPr/>
              <p14:nvPr/>
            </p14:nvContentPartPr>
            <p14:xfrm>
              <a:off x="2972901" y="2796130"/>
              <a:ext cx="107547" cy="165249"/>
            </p14:xfrm>
          </p:contentPart>
        </mc:Choice>
        <mc:Fallback xmlns="">
          <p:pic>
            <p:nvPicPr>
              <p:cNvPr id="95" name="Ink 94">
                <a:extLst>
                  <a:ext uri="{FF2B5EF4-FFF2-40B4-BE49-F238E27FC236}">
                    <a16:creationId xmlns:a16="http://schemas.microsoft.com/office/drawing/2014/main" id="{594648F9-2E50-8551-1814-85CDBAB805A1}"/>
                  </a:ext>
                </a:extLst>
              </p:cNvPr>
              <p:cNvPicPr/>
              <p:nvPr/>
            </p:nvPicPr>
            <p:blipFill>
              <a:blip r:embed="rId184"/>
              <a:stretch>
                <a:fillRect/>
              </a:stretch>
            </p:blipFill>
            <p:spPr>
              <a:xfrm>
                <a:off x="2968585" y="2791810"/>
                <a:ext cx="116180" cy="173889"/>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6" name="Ink 95">
                <a:extLst>
                  <a:ext uri="{FF2B5EF4-FFF2-40B4-BE49-F238E27FC236}">
                    <a16:creationId xmlns:a16="http://schemas.microsoft.com/office/drawing/2014/main" id="{EC108ABE-5DFD-B1D9-20C8-2F6510877B18}"/>
                  </a:ext>
                </a:extLst>
              </p14:cNvPr>
              <p14:cNvContentPartPr/>
              <p14:nvPr/>
            </p14:nvContentPartPr>
            <p14:xfrm>
              <a:off x="3201304" y="2883240"/>
              <a:ext cx="93704" cy="4957"/>
            </p14:xfrm>
          </p:contentPart>
        </mc:Choice>
        <mc:Fallback xmlns="">
          <p:pic>
            <p:nvPicPr>
              <p:cNvPr id="96" name="Ink 95">
                <a:extLst>
                  <a:ext uri="{FF2B5EF4-FFF2-40B4-BE49-F238E27FC236}">
                    <a16:creationId xmlns:a16="http://schemas.microsoft.com/office/drawing/2014/main" id="{EC108ABE-5DFD-B1D9-20C8-2F6510877B18}"/>
                  </a:ext>
                </a:extLst>
              </p:cNvPr>
              <p:cNvPicPr/>
              <p:nvPr/>
            </p:nvPicPr>
            <p:blipFill>
              <a:blip r:embed="rId186"/>
              <a:stretch>
                <a:fillRect/>
              </a:stretch>
            </p:blipFill>
            <p:spPr>
              <a:xfrm>
                <a:off x="3196996" y="2878664"/>
                <a:ext cx="102320" cy="14108"/>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97" name="Ink 96">
                <a:extLst>
                  <a:ext uri="{FF2B5EF4-FFF2-40B4-BE49-F238E27FC236}">
                    <a16:creationId xmlns:a16="http://schemas.microsoft.com/office/drawing/2014/main" id="{23603782-C21C-0DA2-CF00-4ED01FDA65FA}"/>
                  </a:ext>
                </a:extLst>
              </p14:cNvPr>
              <p14:cNvContentPartPr/>
              <p14:nvPr/>
            </p14:nvContentPartPr>
            <p14:xfrm>
              <a:off x="3232716" y="2908971"/>
              <a:ext cx="99294" cy="14400"/>
            </p14:xfrm>
          </p:contentPart>
        </mc:Choice>
        <mc:Fallback xmlns="">
          <p:pic>
            <p:nvPicPr>
              <p:cNvPr id="97" name="Ink 96">
                <a:extLst>
                  <a:ext uri="{FF2B5EF4-FFF2-40B4-BE49-F238E27FC236}">
                    <a16:creationId xmlns:a16="http://schemas.microsoft.com/office/drawing/2014/main" id="{23603782-C21C-0DA2-CF00-4ED01FDA65FA}"/>
                  </a:ext>
                </a:extLst>
              </p:cNvPr>
              <p:cNvPicPr/>
              <p:nvPr/>
            </p:nvPicPr>
            <p:blipFill>
              <a:blip r:embed="rId188"/>
              <a:stretch>
                <a:fillRect/>
              </a:stretch>
            </p:blipFill>
            <p:spPr>
              <a:xfrm>
                <a:off x="3228399" y="2904651"/>
                <a:ext cx="107928"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8" name="Ink 97">
                <a:extLst>
                  <a:ext uri="{FF2B5EF4-FFF2-40B4-BE49-F238E27FC236}">
                    <a16:creationId xmlns:a16="http://schemas.microsoft.com/office/drawing/2014/main" id="{0B4302BB-AE36-5ED2-CFE6-00C41737CECE}"/>
                  </a:ext>
                </a:extLst>
              </p14:cNvPr>
              <p14:cNvContentPartPr/>
              <p14:nvPr/>
            </p14:nvContentPartPr>
            <p14:xfrm>
              <a:off x="3487740" y="2780313"/>
              <a:ext cx="67350" cy="147071"/>
            </p14:xfrm>
          </p:contentPart>
        </mc:Choice>
        <mc:Fallback xmlns="">
          <p:pic>
            <p:nvPicPr>
              <p:cNvPr id="98" name="Ink 97">
                <a:extLst>
                  <a:ext uri="{FF2B5EF4-FFF2-40B4-BE49-F238E27FC236}">
                    <a16:creationId xmlns:a16="http://schemas.microsoft.com/office/drawing/2014/main" id="{0B4302BB-AE36-5ED2-CFE6-00C41737CECE}"/>
                  </a:ext>
                </a:extLst>
              </p:cNvPr>
              <p:cNvPicPr/>
              <p:nvPr/>
            </p:nvPicPr>
            <p:blipFill>
              <a:blip r:embed="rId190"/>
              <a:stretch>
                <a:fillRect/>
              </a:stretch>
            </p:blipFill>
            <p:spPr>
              <a:xfrm>
                <a:off x="3483441" y="2775998"/>
                <a:ext cx="75948" cy="155701"/>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9" name="Ink 98">
                <a:extLst>
                  <a:ext uri="{FF2B5EF4-FFF2-40B4-BE49-F238E27FC236}">
                    <a16:creationId xmlns:a16="http://schemas.microsoft.com/office/drawing/2014/main" id="{49B33E1C-FCDB-338E-2631-61777940AE8A}"/>
                  </a:ext>
                </a:extLst>
              </p14:cNvPr>
              <p14:cNvContentPartPr/>
              <p14:nvPr/>
            </p14:nvContentPartPr>
            <p14:xfrm>
              <a:off x="3437161" y="2845941"/>
              <a:ext cx="172234" cy="12276"/>
            </p14:xfrm>
          </p:contentPart>
        </mc:Choice>
        <mc:Fallback xmlns="">
          <p:pic>
            <p:nvPicPr>
              <p:cNvPr id="99" name="Ink 98">
                <a:extLst>
                  <a:ext uri="{FF2B5EF4-FFF2-40B4-BE49-F238E27FC236}">
                    <a16:creationId xmlns:a16="http://schemas.microsoft.com/office/drawing/2014/main" id="{49B33E1C-FCDB-338E-2631-61777940AE8A}"/>
                  </a:ext>
                </a:extLst>
              </p:cNvPr>
              <p:cNvPicPr/>
              <p:nvPr/>
            </p:nvPicPr>
            <p:blipFill>
              <a:blip r:embed="rId192"/>
              <a:stretch>
                <a:fillRect/>
              </a:stretch>
            </p:blipFill>
            <p:spPr>
              <a:xfrm>
                <a:off x="3432846" y="2841608"/>
                <a:ext cx="180864" cy="20941"/>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00" name="Ink 99">
                <a:extLst>
                  <a:ext uri="{FF2B5EF4-FFF2-40B4-BE49-F238E27FC236}">
                    <a16:creationId xmlns:a16="http://schemas.microsoft.com/office/drawing/2014/main" id="{17F21AB5-EBAD-7AC1-D21F-D3A1949FFD46}"/>
                  </a:ext>
                </a:extLst>
              </p14:cNvPr>
              <p14:cNvContentPartPr/>
              <p14:nvPr/>
            </p14:nvContentPartPr>
            <p14:xfrm>
              <a:off x="3610993" y="2839567"/>
              <a:ext cx="89179" cy="64683"/>
            </p14:xfrm>
          </p:contentPart>
        </mc:Choice>
        <mc:Fallback xmlns="">
          <p:pic>
            <p:nvPicPr>
              <p:cNvPr id="100" name="Ink 99">
                <a:extLst>
                  <a:ext uri="{FF2B5EF4-FFF2-40B4-BE49-F238E27FC236}">
                    <a16:creationId xmlns:a16="http://schemas.microsoft.com/office/drawing/2014/main" id="{17F21AB5-EBAD-7AC1-D21F-D3A1949FFD46}"/>
                  </a:ext>
                </a:extLst>
              </p:cNvPr>
              <p:cNvPicPr/>
              <p:nvPr/>
            </p:nvPicPr>
            <p:blipFill>
              <a:blip r:embed="rId194"/>
              <a:stretch>
                <a:fillRect/>
              </a:stretch>
            </p:blipFill>
            <p:spPr>
              <a:xfrm>
                <a:off x="3606678" y="2835255"/>
                <a:ext cx="97809" cy="73307"/>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01" name="Ink 100">
                <a:extLst>
                  <a:ext uri="{FF2B5EF4-FFF2-40B4-BE49-F238E27FC236}">
                    <a16:creationId xmlns:a16="http://schemas.microsoft.com/office/drawing/2014/main" id="{05A49DF1-E95C-2E45-025D-504E62BE72DD}"/>
                  </a:ext>
                </a:extLst>
              </p14:cNvPr>
              <p14:cNvContentPartPr/>
              <p14:nvPr/>
            </p14:nvContentPartPr>
            <p14:xfrm>
              <a:off x="3736109" y="2861049"/>
              <a:ext cx="184214" cy="40840"/>
            </p14:xfrm>
          </p:contentPart>
        </mc:Choice>
        <mc:Fallback xmlns="">
          <p:pic>
            <p:nvPicPr>
              <p:cNvPr id="101" name="Ink 100">
                <a:extLst>
                  <a:ext uri="{FF2B5EF4-FFF2-40B4-BE49-F238E27FC236}">
                    <a16:creationId xmlns:a16="http://schemas.microsoft.com/office/drawing/2014/main" id="{05A49DF1-E95C-2E45-025D-504E62BE72DD}"/>
                  </a:ext>
                </a:extLst>
              </p:cNvPr>
              <p:cNvPicPr/>
              <p:nvPr/>
            </p:nvPicPr>
            <p:blipFill>
              <a:blip r:embed="rId196"/>
              <a:stretch>
                <a:fillRect/>
              </a:stretch>
            </p:blipFill>
            <p:spPr>
              <a:xfrm>
                <a:off x="3731783" y="2856750"/>
                <a:ext cx="192866" cy="49438"/>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2" name="Ink 101">
                <a:extLst>
                  <a:ext uri="{FF2B5EF4-FFF2-40B4-BE49-F238E27FC236}">
                    <a16:creationId xmlns:a16="http://schemas.microsoft.com/office/drawing/2014/main" id="{2368C4BF-2B95-710E-5EFC-877917F75287}"/>
                  </a:ext>
                </a:extLst>
              </p14:cNvPr>
              <p14:cNvContentPartPr/>
              <p14:nvPr/>
            </p14:nvContentPartPr>
            <p14:xfrm>
              <a:off x="3938957" y="2855856"/>
              <a:ext cx="46586" cy="159583"/>
            </p14:xfrm>
          </p:contentPart>
        </mc:Choice>
        <mc:Fallback xmlns="">
          <p:pic>
            <p:nvPicPr>
              <p:cNvPr id="102" name="Ink 101">
                <a:extLst>
                  <a:ext uri="{FF2B5EF4-FFF2-40B4-BE49-F238E27FC236}">
                    <a16:creationId xmlns:a16="http://schemas.microsoft.com/office/drawing/2014/main" id="{2368C4BF-2B95-710E-5EFC-877917F75287}"/>
                  </a:ext>
                </a:extLst>
              </p:cNvPr>
              <p:cNvPicPr/>
              <p:nvPr/>
            </p:nvPicPr>
            <p:blipFill>
              <a:blip r:embed="rId198"/>
              <a:stretch>
                <a:fillRect/>
              </a:stretch>
            </p:blipFill>
            <p:spPr>
              <a:xfrm>
                <a:off x="3934657" y="2851543"/>
                <a:ext cx="55186" cy="168209"/>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3" name="Ink 102">
                <a:extLst>
                  <a:ext uri="{FF2B5EF4-FFF2-40B4-BE49-F238E27FC236}">
                    <a16:creationId xmlns:a16="http://schemas.microsoft.com/office/drawing/2014/main" id="{358B9899-D0CF-38C2-7D85-3C879213842A}"/>
                  </a:ext>
                </a:extLst>
              </p14:cNvPr>
              <p14:cNvContentPartPr/>
              <p14:nvPr/>
            </p14:nvContentPartPr>
            <p14:xfrm>
              <a:off x="3963980" y="2858924"/>
              <a:ext cx="77466" cy="50519"/>
            </p14:xfrm>
          </p:contentPart>
        </mc:Choice>
        <mc:Fallback xmlns="">
          <p:pic>
            <p:nvPicPr>
              <p:cNvPr id="103" name="Ink 102">
                <a:extLst>
                  <a:ext uri="{FF2B5EF4-FFF2-40B4-BE49-F238E27FC236}">
                    <a16:creationId xmlns:a16="http://schemas.microsoft.com/office/drawing/2014/main" id="{358B9899-D0CF-38C2-7D85-3C879213842A}"/>
                  </a:ext>
                </a:extLst>
              </p:cNvPr>
              <p:cNvPicPr/>
              <p:nvPr/>
            </p:nvPicPr>
            <p:blipFill>
              <a:blip r:embed="rId200"/>
              <a:stretch>
                <a:fillRect/>
              </a:stretch>
            </p:blipFill>
            <p:spPr>
              <a:xfrm>
                <a:off x="3959656" y="2854625"/>
                <a:ext cx="86113" cy="59118"/>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04" name="Ink 103">
                <a:extLst>
                  <a:ext uri="{FF2B5EF4-FFF2-40B4-BE49-F238E27FC236}">
                    <a16:creationId xmlns:a16="http://schemas.microsoft.com/office/drawing/2014/main" id="{323F9078-3A6E-A9B9-F9FF-B14B5458E5F3}"/>
                  </a:ext>
                </a:extLst>
              </p14:cNvPr>
              <p14:cNvContentPartPr/>
              <p14:nvPr/>
            </p14:nvContentPartPr>
            <p14:xfrm>
              <a:off x="4142338" y="2848065"/>
              <a:ext cx="3727" cy="28092"/>
            </p14:xfrm>
          </p:contentPart>
        </mc:Choice>
        <mc:Fallback xmlns="">
          <p:pic>
            <p:nvPicPr>
              <p:cNvPr id="104" name="Ink 103">
                <a:extLst>
                  <a:ext uri="{FF2B5EF4-FFF2-40B4-BE49-F238E27FC236}">
                    <a16:creationId xmlns:a16="http://schemas.microsoft.com/office/drawing/2014/main" id="{323F9078-3A6E-A9B9-F9FF-B14B5458E5F3}"/>
                  </a:ext>
                </a:extLst>
              </p:cNvPr>
              <p:cNvPicPr/>
              <p:nvPr/>
            </p:nvPicPr>
            <p:blipFill>
              <a:blip r:embed="rId202"/>
              <a:stretch>
                <a:fillRect/>
              </a:stretch>
            </p:blipFill>
            <p:spPr>
              <a:xfrm>
                <a:off x="4138272" y="2843743"/>
                <a:ext cx="11859" cy="36736"/>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5" name="Ink 104">
                <a:extLst>
                  <a:ext uri="{FF2B5EF4-FFF2-40B4-BE49-F238E27FC236}">
                    <a16:creationId xmlns:a16="http://schemas.microsoft.com/office/drawing/2014/main" id="{7A3B668D-1494-7B27-E4B8-80AA61A2DE3D}"/>
                  </a:ext>
                </a:extLst>
              </p14:cNvPr>
              <p14:cNvContentPartPr/>
              <p14:nvPr/>
            </p14:nvContentPartPr>
            <p14:xfrm>
              <a:off x="4066469" y="2933286"/>
              <a:ext cx="68415" cy="95372"/>
            </p14:xfrm>
          </p:contentPart>
        </mc:Choice>
        <mc:Fallback xmlns="">
          <p:pic>
            <p:nvPicPr>
              <p:cNvPr id="105" name="Ink 104">
                <a:extLst>
                  <a:ext uri="{FF2B5EF4-FFF2-40B4-BE49-F238E27FC236}">
                    <a16:creationId xmlns:a16="http://schemas.microsoft.com/office/drawing/2014/main" id="{7A3B668D-1494-7B27-E4B8-80AA61A2DE3D}"/>
                  </a:ext>
                </a:extLst>
              </p:cNvPr>
              <p:cNvPicPr/>
              <p:nvPr/>
            </p:nvPicPr>
            <p:blipFill>
              <a:blip r:embed="rId204"/>
              <a:stretch>
                <a:fillRect/>
              </a:stretch>
            </p:blipFill>
            <p:spPr>
              <a:xfrm>
                <a:off x="4062148" y="2928967"/>
                <a:ext cx="77057" cy="104009"/>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07" name="Ink 106">
                <a:extLst>
                  <a:ext uri="{FF2B5EF4-FFF2-40B4-BE49-F238E27FC236}">
                    <a16:creationId xmlns:a16="http://schemas.microsoft.com/office/drawing/2014/main" id="{BFF65B3B-1344-814C-CA09-24440EBC66AA}"/>
                  </a:ext>
                </a:extLst>
              </p14:cNvPr>
              <p14:cNvContentPartPr/>
              <p14:nvPr/>
            </p14:nvContentPartPr>
            <p14:xfrm>
              <a:off x="2049592" y="1944181"/>
              <a:ext cx="25289" cy="87582"/>
            </p14:xfrm>
          </p:contentPart>
        </mc:Choice>
        <mc:Fallback xmlns="">
          <p:pic>
            <p:nvPicPr>
              <p:cNvPr id="107" name="Ink 106">
                <a:extLst>
                  <a:ext uri="{FF2B5EF4-FFF2-40B4-BE49-F238E27FC236}">
                    <a16:creationId xmlns:a16="http://schemas.microsoft.com/office/drawing/2014/main" id="{BFF65B3B-1344-814C-CA09-24440EBC66AA}"/>
                  </a:ext>
                </a:extLst>
              </p:cNvPr>
              <p:cNvPicPr/>
              <p:nvPr/>
            </p:nvPicPr>
            <p:blipFill>
              <a:blip r:embed="rId206"/>
              <a:stretch>
                <a:fillRect/>
              </a:stretch>
            </p:blipFill>
            <p:spPr>
              <a:xfrm>
                <a:off x="2045318" y="1939856"/>
                <a:ext cx="33837" cy="96232"/>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08" name="Ink 107">
                <a:extLst>
                  <a:ext uri="{FF2B5EF4-FFF2-40B4-BE49-F238E27FC236}">
                    <a16:creationId xmlns:a16="http://schemas.microsoft.com/office/drawing/2014/main" id="{BF143C85-CB81-7FCE-8705-7B6227621DBA}"/>
                  </a:ext>
                </a:extLst>
              </p14:cNvPr>
              <p14:cNvContentPartPr/>
              <p14:nvPr/>
            </p14:nvContentPartPr>
            <p14:xfrm>
              <a:off x="2082335" y="1867931"/>
              <a:ext cx="12245" cy="7554"/>
            </p14:xfrm>
          </p:contentPart>
        </mc:Choice>
        <mc:Fallback xmlns="">
          <p:pic>
            <p:nvPicPr>
              <p:cNvPr id="108" name="Ink 107">
                <a:extLst>
                  <a:ext uri="{FF2B5EF4-FFF2-40B4-BE49-F238E27FC236}">
                    <a16:creationId xmlns:a16="http://schemas.microsoft.com/office/drawing/2014/main" id="{BF143C85-CB81-7FCE-8705-7B6227621DBA}"/>
                  </a:ext>
                </a:extLst>
              </p:cNvPr>
              <p:cNvPicPr/>
              <p:nvPr/>
            </p:nvPicPr>
            <p:blipFill>
              <a:blip r:embed="rId208"/>
              <a:stretch>
                <a:fillRect/>
              </a:stretch>
            </p:blipFill>
            <p:spPr>
              <a:xfrm>
                <a:off x="2078013" y="1863614"/>
                <a:ext cx="20889" cy="16187"/>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09" name="Ink 108">
                <a:extLst>
                  <a:ext uri="{FF2B5EF4-FFF2-40B4-BE49-F238E27FC236}">
                    <a16:creationId xmlns:a16="http://schemas.microsoft.com/office/drawing/2014/main" id="{29F3D029-2269-07BA-8BD3-C5C69004A1B1}"/>
                  </a:ext>
                </a:extLst>
              </p14:cNvPr>
              <p14:cNvContentPartPr/>
              <p14:nvPr/>
            </p14:nvContentPartPr>
            <p14:xfrm>
              <a:off x="2131050" y="1853766"/>
              <a:ext cx="130706" cy="270299"/>
            </p14:xfrm>
          </p:contentPart>
        </mc:Choice>
        <mc:Fallback xmlns="">
          <p:pic>
            <p:nvPicPr>
              <p:cNvPr id="109" name="Ink 108">
                <a:extLst>
                  <a:ext uri="{FF2B5EF4-FFF2-40B4-BE49-F238E27FC236}">
                    <a16:creationId xmlns:a16="http://schemas.microsoft.com/office/drawing/2014/main" id="{29F3D029-2269-07BA-8BD3-C5C69004A1B1}"/>
                  </a:ext>
                </a:extLst>
              </p:cNvPr>
              <p:cNvPicPr/>
              <p:nvPr/>
            </p:nvPicPr>
            <p:blipFill>
              <a:blip r:embed="rId210"/>
              <a:stretch>
                <a:fillRect/>
              </a:stretch>
            </p:blipFill>
            <p:spPr>
              <a:xfrm>
                <a:off x="2126729" y="1849447"/>
                <a:ext cx="139348" cy="278937"/>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0" name="Ink 109">
                <a:extLst>
                  <a:ext uri="{FF2B5EF4-FFF2-40B4-BE49-F238E27FC236}">
                    <a16:creationId xmlns:a16="http://schemas.microsoft.com/office/drawing/2014/main" id="{F62415A5-CEE1-16F2-E9C8-527328C16496}"/>
                  </a:ext>
                </a:extLst>
              </p14:cNvPr>
              <p14:cNvContentPartPr/>
              <p14:nvPr/>
            </p14:nvContentPartPr>
            <p14:xfrm>
              <a:off x="2113215" y="2001546"/>
              <a:ext cx="81459" cy="17705"/>
            </p14:xfrm>
          </p:contentPart>
        </mc:Choice>
        <mc:Fallback xmlns="">
          <p:pic>
            <p:nvPicPr>
              <p:cNvPr id="110" name="Ink 109">
                <a:extLst>
                  <a:ext uri="{FF2B5EF4-FFF2-40B4-BE49-F238E27FC236}">
                    <a16:creationId xmlns:a16="http://schemas.microsoft.com/office/drawing/2014/main" id="{F62415A5-CEE1-16F2-E9C8-527328C16496}"/>
                  </a:ext>
                </a:extLst>
              </p:cNvPr>
              <p:cNvPicPr/>
              <p:nvPr/>
            </p:nvPicPr>
            <p:blipFill>
              <a:blip r:embed="rId212"/>
              <a:stretch>
                <a:fillRect/>
              </a:stretch>
            </p:blipFill>
            <p:spPr>
              <a:xfrm>
                <a:off x="2108909" y="1997210"/>
                <a:ext cx="90071" cy="26377"/>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11" name="Ink 110">
                <a:extLst>
                  <a:ext uri="{FF2B5EF4-FFF2-40B4-BE49-F238E27FC236}">
                    <a16:creationId xmlns:a16="http://schemas.microsoft.com/office/drawing/2014/main" id="{B07712F5-AF24-4D1B-8A7E-A2F8928B053C}"/>
                  </a:ext>
                </a:extLst>
              </p14:cNvPr>
              <p14:cNvContentPartPr/>
              <p14:nvPr/>
            </p14:nvContentPartPr>
            <p14:xfrm>
              <a:off x="2379153" y="1899092"/>
              <a:ext cx="92639" cy="190036"/>
            </p14:xfrm>
          </p:contentPart>
        </mc:Choice>
        <mc:Fallback xmlns="">
          <p:pic>
            <p:nvPicPr>
              <p:cNvPr id="111" name="Ink 110">
                <a:extLst>
                  <a:ext uri="{FF2B5EF4-FFF2-40B4-BE49-F238E27FC236}">
                    <a16:creationId xmlns:a16="http://schemas.microsoft.com/office/drawing/2014/main" id="{B07712F5-AF24-4D1B-8A7E-A2F8928B053C}"/>
                  </a:ext>
                </a:extLst>
              </p:cNvPr>
              <p:cNvPicPr/>
              <p:nvPr/>
            </p:nvPicPr>
            <p:blipFill>
              <a:blip r:embed="rId214"/>
              <a:stretch>
                <a:fillRect/>
              </a:stretch>
            </p:blipFill>
            <p:spPr>
              <a:xfrm>
                <a:off x="2374844" y="1894781"/>
                <a:ext cx="101257" cy="198658"/>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12" name="Ink 111">
                <a:extLst>
                  <a:ext uri="{FF2B5EF4-FFF2-40B4-BE49-F238E27FC236}">
                    <a16:creationId xmlns:a16="http://schemas.microsoft.com/office/drawing/2014/main" id="{4AE58E69-3D26-3C8C-F937-0D5E357CFF43}"/>
                  </a:ext>
                </a:extLst>
              </p14:cNvPr>
              <p14:cNvContentPartPr/>
              <p14:nvPr/>
            </p14:nvContentPartPr>
            <p14:xfrm>
              <a:off x="2756898" y="1912076"/>
              <a:ext cx="162651" cy="186023"/>
            </p14:xfrm>
          </p:contentPart>
        </mc:Choice>
        <mc:Fallback xmlns="">
          <p:pic>
            <p:nvPicPr>
              <p:cNvPr id="112" name="Ink 111">
                <a:extLst>
                  <a:ext uri="{FF2B5EF4-FFF2-40B4-BE49-F238E27FC236}">
                    <a16:creationId xmlns:a16="http://schemas.microsoft.com/office/drawing/2014/main" id="{4AE58E69-3D26-3C8C-F937-0D5E357CFF43}"/>
                  </a:ext>
                </a:extLst>
              </p:cNvPr>
              <p:cNvPicPr/>
              <p:nvPr/>
            </p:nvPicPr>
            <p:blipFill>
              <a:blip r:embed="rId216"/>
              <a:stretch>
                <a:fillRect/>
              </a:stretch>
            </p:blipFill>
            <p:spPr>
              <a:xfrm>
                <a:off x="2752589" y="1907758"/>
                <a:ext cx="171268" cy="194658"/>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13" name="Ink 112">
                <a:extLst>
                  <a:ext uri="{FF2B5EF4-FFF2-40B4-BE49-F238E27FC236}">
                    <a16:creationId xmlns:a16="http://schemas.microsoft.com/office/drawing/2014/main" id="{215AE450-60C4-2880-833B-6538FCD8F630}"/>
                  </a:ext>
                </a:extLst>
              </p14:cNvPr>
              <p14:cNvContentPartPr/>
              <p14:nvPr/>
            </p14:nvContentPartPr>
            <p14:xfrm>
              <a:off x="2966134" y="2003434"/>
              <a:ext cx="58299" cy="41784"/>
            </p14:xfrm>
          </p:contentPart>
        </mc:Choice>
        <mc:Fallback xmlns="">
          <p:pic>
            <p:nvPicPr>
              <p:cNvPr id="113" name="Ink 112">
                <a:extLst>
                  <a:ext uri="{FF2B5EF4-FFF2-40B4-BE49-F238E27FC236}">
                    <a16:creationId xmlns:a16="http://schemas.microsoft.com/office/drawing/2014/main" id="{215AE450-60C4-2880-833B-6538FCD8F630}"/>
                  </a:ext>
                </a:extLst>
              </p:cNvPr>
              <p:cNvPicPr/>
              <p:nvPr/>
            </p:nvPicPr>
            <p:blipFill>
              <a:blip r:embed="rId218"/>
              <a:stretch>
                <a:fillRect/>
              </a:stretch>
            </p:blipFill>
            <p:spPr>
              <a:xfrm>
                <a:off x="2961816" y="1999148"/>
                <a:ext cx="66936" cy="50355"/>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14" name="Ink 113">
                <a:extLst>
                  <a:ext uri="{FF2B5EF4-FFF2-40B4-BE49-F238E27FC236}">
                    <a16:creationId xmlns:a16="http://schemas.microsoft.com/office/drawing/2014/main" id="{C4FE4F36-FC1F-DED7-6928-72985F93EFAB}"/>
                  </a:ext>
                </a:extLst>
              </p14:cNvPr>
              <p14:cNvContentPartPr/>
              <p14:nvPr/>
            </p14:nvContentPartPr>
            <p14:xfrm>
              <a:off x="3017246" y="1940640"/>
              <a:ext cx="9051" cy="13928"/>
            </p14:xfrm>
          </p:contentPart>
        </mc:Choice>
        <mc:Fallback xmlns="">
          <p:pic>
            <p:nvPicPr>
              <p:cNvPr id="114" name="Ink 113">
                <a:extLst>
                  <a:ext uri="{FF2B5EF4-FFF2-40B4-BE49-F238E27FC236}">
                    <a16:creationId xmlns:a16="http://schemas.microsoft.com/office/drawing/2014/main" id="{C4FE4F36-FC1F-DED7-6928-72985F93EFAB}"/>
                  </a:ext>
                </a:extLst>
              </p:cNvPr>
              <p:cNvPicPr/>
              <p:nvPr/>
            </p:nvPicPr>
            <p:blipFill>
              <a:blip r:embed="rId220"/>
              <a:stretch>
                <a:fillRect/>
              </a:stretch>
            </p:blipFill>
            <p:spPr>
              <a:xfrm>
                <a:off x="3013069" y="1936354"/>
                <a:ext cx="17406" cy="22499"/>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15" name="Ink 114">
                <a:extLst>
                  <a:ext uri="{FF2B5EF4-FFF2-40B4-BE49-F238E27FC236}">
                    <a16:creationId xmlns:a16="http://schemas.microsoft.com/office/drawing/2014/main" id="{C31151C4-C1C3-405D-1E06-9A10826630BE}"/>
                  </a:ext>
                </a:extLst>
              </p14:cNvPr>
              <p14:cNvContentPartPr/>
              <p14:nvPr/>
            </p14:nvContentPartPr>
            <p14:xfrm>
              <a:off x="3078739" y="1920574"/>
              <a:ext cx="179954" cy="169498"/>
            </p14:xfrm>
          </p:contentPart>
        </mc:Choice>
        <mc:Fallback xmlns="">
          <p:pic>
            <p:nvPicPr>
              <p:cNvPr id="115" name="Ink 114">
                <a:extLst>
                  <a:ext uri="{FF2B5EF4-FFF2-40B4-BE49-F238E27FC236}">
                    <a16:creationId xmlns:a16="http://schemas.microsoft.com/office/drawing/2014/main" id="{C31151C4-C1C3-405D-1E06-9A10826630BE}"/>
                  </a:ext>
                </a:extLst>
              </p:cNvPr>
              <p:cNvPicPr/>
              <p:nvPr/>
            </p:nvPicPr>
            <p:blipFill>
              <a:blip r:embed="rId222"/>
              <a:stretch>
                <a:fillRect/>
              </a:stretch>
            </p:blipFill>
            <p:spPr>
              <a:xfrm>
                <a:off x="3074420" y="1916265"/>
                <a:ext cx="188592" cy="178117"/>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16" name="Ink 115">
                <a:extLst>
                  <a:ext uri="{FF2B5EF4-FFF2-40B4-BE49-F238E27FC236}">
                    <a16:creationId xmlns:a16="http://schemas.microsoft.com/office/drawing/2014/main" id="{031EE208-55AB-D057-466A-36CEB3F97064}"/>
                  </a:ext>
                </a:extLst>
              </p14:cNvPr>
              <p14:cNvContentPartPr/>
              <p14:nvPr/>
            </p14:nvContentPartPr>
            <p14:xfrm>
              <a:off x="2582001" y="1977467"/>
              <a:ext cx="191135" cy="110953"/>
            </p14:xfrm>
          </p:contentPart>
        </mc:Choice>
        <mc:Fallback xmlns="">
          <p:pic>
            <p:nvPicPr>
              <p:cNvPr id="116" name="Ink 115">
                <a:extLst>
                  <a:ext uri="{FF2B5EF4-FFF2-40B4-BE49-F238E27FC236}">
                    <a16:creationId xmlns:a16="http://schemas.microsoft.com/office/drawing/2014/main" id="{031EE208-55AB-D057-466A-36CEB3F97064}"/>
                  </a:ext>
                </a:extLst>
              </p:cNvPr>
              <p:cNvPicPr/>
              <p:nvPr/>
            </p:nvPicPr>
            <p:blipFill>
              <a:blip r:embed="rId224"/>
              <a:stretch>
                <a:fillRect/>
              </a:stretch>
            </p:blipFill>
            <p:spPr>
              <a:xfrm>
                <a:off x="2577682" y="1973158"/>
                <a:ext cx="199774" cy="119571"/>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17" name="Ink 116">
                <a:extLst>
                  <a:ext uri="{FF2B5EF4-FFF2-40B4-BE49-F238E27FC236}">
                    <a16:creationId xmlns:a16="http://schemas.microsoft.com/office/drawing/2014/main" id="{8AA29D96-77F3-D44F-2B39-ACA1A906A4CD}"/>
                  </a:ext>
                </a:extLst>
              </p14:cNvPr>
              <p14:cNvContentPartPr/>
              <p14:nvPr/>
            </p14:nvContentPartPr>
            <p14:xfrm>
              <a:off x="4012319" y="1993047"/>
              <a:ext cx="118461" cy="106703"/>
            </p14:xfrm>
          </p:contentPart>
        </mc:Choice>
        <mc:Fallback xmlns="">
          <p:pic>
            <p:nvPicPr>
              <p:cNvPr id="117" name="Ink 116">
                <a:extLst>
                  <a:ext uri="{FF2B5EF4-FFF2-40B4-BE49-F238E27FC236}">
                    <a16:creationId xmlns:a16="http://schemas.microsoft.com/office/drawing/2014/main" id="{8AA29D96-77F3-D44F-2B39-ACA1A906A4CD}"/>
                  </a:ext>
                </a:extLst>
              </p:cNvPr>
              <p:cNvPicPr/>
              <p:nvPr/>
            </p:nvPicPr>
            <p:blipFill>
              <a:blip r:embed="rId226"/>
              <a:stretch>
                <a:fillRect/>
              </a:stretch>
            </p:blipFill>
            <p:spPr>
              <a:xfrm>
                <a:off x="4007998" y="1988721"/>
                <a:ext cx="127103" cy="115355"/>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18" name="Ink 117">
                <a:extLst>
                  <a:ext uri="{FF2B5EF4-FFF2-40B4-BE49-F238E27FC236}">
                    <a16:creationId xmlns:a16="http://schemas.microsoft.com/office/drawing/2014/main" id="{5D90DB1B-DCF9-7B54-C3BB-4B6AEA9F29D5}"/>
                  </a:ext>
                </a:extLst>
              </p14:cNvPr>
              <p14:cNvContentPartPr/>
              <p14:nvPr/>
            </p14:nvContentPartPr>
            <p14:xfrm>
              <a:off x="2003538" y="2974624"/>
              <a:ext cx="147211" cy="223558"/>
            </p14:xfrm>
          </p:contentPart>
        </mc:Choice>
        <mc:Fallback xmlns="">
          <p:pic>
            <p:nvPicPr>
              <p:cNvPr id="118" name="Ink 117">
                <a:extLst>
                  <a:ext uri="{FF2B5EF4-FFF2-40B4-BE49-F238E27FC236}">
                    <a16:creationId xmlns:a16="http://schemas.microsoft.com/office/drawing/2014/main" id="{5D90DB1B-DCF9-7B54-C3BB-4B6AEA9F29D5}"/>
                  </a:ext>
                </a:extLst>
              </p:cNvPr>
              <p:cNvPicPr/>
              <p:nvPr/>
            </p:nvPicPr>
            <p:blipFill>
              <a:blip r:embed="rId228"/>
              <a:stretch>
                <a:fillRect/>
              </a:stretch>
            </p:blipFill>
            <p:spPr>
              <a:xfrm>
                <a:off x="1999219" y="2970304"/>
                <a:ext cx="155849" cy="232198"/>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19" name="Ink 118">
                <a:extLst>
                  <a:ext uri="{FF2B5EF4-FFF2-40B4-BE49-F238E27FC236}">
                    <a16:creationId xmlns:a16="http://schemas.microsoft.com/office/drawing/2014/main" id="{A5CC938D-1257-3E88-4B2A-EAED6B91B2F5}"/>
                  </a:ext>
                </a:extLst>
              </p14:cNvPr>
              <p14:cNvContentPartPr/>
              <p14:nvPr/>
            </p14:nvContentPartPr>
            <p14:xfrm>
              <a:off x="1201730" y="3122876"/>
              <a:ext cx="134966" cy="185078"/>
            </p14:xfrm>
          </p:contentPart>
        </mc:Choice>
        <mc:Fallback xmlns="">
          <p:pic>
            <p:nvPicPr>
              <p:cNvPr id="119" name="Ink 118">
                <a:extLst>
                  <a:ext uri="{FF2B5EF4-FFF2-40B4-BE49-F238E27FC236}">
                    <a16:creationId xmlns:a16="http://schemas.microsoft.com/office/drawing/2014/main" id="{A5CC938D-1257-3E88-4B2A-EAED6B91B2F5}"/>
                  </a:ext>
                </a:extLst>
              </p:cNvPr>
              <p:cNvPicPr/>
              <p:nvPr/>
            </p:nvPicPr>
            <p:blipFill>
              <a:blip r:embed="rId230"/>
              <a:stretch>
                <a:fillRect/>
              </a:stretch>
            </p:blipFill>
            <p:spPr>
              <a:xfrm>
                <a:off x="1197423" y="3118555"/>
                <a:ext cx="143581" cy="1937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20" name="Ink 119">
                <a:extLst>
                  <a:ext uri="{FF2B5EF4-FFF2-40B4-BE49-F238E27FC236}">
                    <a16:creationId xmlns:a16="http://schemas.microsoft.com/office/drawing/2014/main" id="{2F6F3EA1-9CC8-896F-A54A-FCDD45309045}"/>
                  </a:ext>
                </a:extLst>
              </p14:cNvPr>
              <p14:cNvContentPartPr/>
              <p14:nvPr/>
            </p14:nvContentPartPr>
            <p14:xfrm>
              <a:off x="859328" y="740783"/>
              <a:ext cx="21960" cy="4320"/>
            </p14:xfrm>
          </p:contentPart>
        </mc:Choice>
        <mc:Fallback xmlns="">
          <p:pic>
            <p:nvPicPr>
              <p:cNvPr id="120" name="Ink 119">
                <a:extLst>
                  <a:ext uri="{FF2B5EF4-FFF2-40B4-BE49-F238E27FC236}">
                    <a16:creationId xmlns:a16="http://schemas.microsoft.com/office/drawing/2014/main" id="{2F6F3EA1-9CC8-896F-A54A-FCDD45309045}"/>
                  </a:ext>
                </a:extLst>
              </p:cNvPr>
              <p:cNvPicPr/>
              <p:nvPr/>
            </p:nvPicPr>
            <p:blipFill>
              <a:blip r:embed="rId232"/>
              <a:stretch>
                <a:fillRect/>
              </a:stretch>
            </p:blipFill>
            <p:spPr>
              <a:xfrm>
                <a:off x="855008" y="736463"/>
                <a:ext cx="306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21" name="Ink 120">
                <a:extLst>
                  <a:ext uri="{FF2B5EF4-FFF2-40B4-BE49-F238E27FC236}">
                    <a16:creationId xmlns:a16="http://schemas.microsoft.com/office/drawing/2014/main" id="{6FA18ED7-79D7-8637-9A19-208127673FD9}"/>
                  </a:ext>
                </a:extLst>
              </p14:cNvPr>
              <p14:cNvContentPartPr/>
              <p14:nvPr/>
            </p14:nvContentPartPr>
            <p14:xfrm>
              <a:off x="776168" y="648263"/>
              <a:ext cx="140400" cy="460800"/>
            </p14:xfrm>
          </p:contentPart>
        </mc:Choice>
        <mc:Fallback xmlns="">
          <p:pic>
            <p:nvPicPr>
              <p:cNvPr id="121" name="Ink 120">
                <a:extLst>
                  <a:ext uri="{FF2B5EF4-FFF2-40B4-BE49-F238E27FC236}">
                    <a16:creationId xmlns:a16="http://schemas.microsoft.com/office/drawing/2014/main" id="{6FA18ED7-79D7-8637-9A19-208127673FD9}"/>
                  </a:ext>
                </a:extLst>
              </p:cNvPr>
              <p:cNvPicPr/>
              <p:nvPr/>
            </p:nvPicPr>
            <p:blipFill>
              <a:blip r:embed="rId234"/>
              <a:stretch>
                <a:fillRect/>
              </a:stretch>
            </p:blipFill>
            <p:spPr>
              <a:xfrm>
                <a:off x="771859" y="643943"/>
                <a:ext cx="149018"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22" name="Ink 121">
                <a:extLst>
                  <a:ext uri="{FF2B5EF4-FFF2-40B4-BE49-F238E27FC236}">
                    <a16:creationId xmlns:a16="http://schemas.microsoft.com/office/drawing/2014/main" id="{155CABD3-B04C-D484-EFFA-91C9ED2F2319}"/>
                  </a:ext>
                </a:extLst>
              </p14:cNvPr>
              <p14:cNvContentPartPr/>
              <p14:nvPr/>
            </p14:nvContentPartPr>
            <p14:xfrm>
              <a:off x="734408" y="817463"/>
              <a:ext cx="240840" cy="62640"/>
            </p14:xfrm>
          </p:contentPart>
        </mc:Choice>
        <mc:Fallback xmlns="">
          <p:pic>
            <p:nvPicPr>
              <p:cNvPr id="122" name="Ink 121">
                <a:extLst>
                  <a:ext uri="{FF2B5EF4-FFF2-40B4-BE49-F238E27FC236}">
                    <a16:creationId xmlns:a16="http://schemas.microsoft.com/office/drawing/2014/main" id="{155CABD3-B04C-D484-EFFA-91C9ED2F2319}"/>
                  </a:ext>
                </a:extLst>
              </p:cNvPr>
              <p:cNvPicPr/>
              <p:nvPr/>
            </p:nvPicPr>
            <p:blipFill>
              <a:blip r:embed="rId236"/>
              <a:stretch>
                <a:fillRect/>
              </a:stretch>
            </p:blipFill>
            <p:spPr>
              <a:xfrm>
                <a:off x="730088" y="813143"/>
                <a:ext cx="2494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23" name="Ink 122">
                <a:extLst>
                  <a:ext uri="{FF2B5EF4-FFF2-40B4-BE49-F238E27FC236}">
                    <a16:creationId xmlns:a16="http://schemas.microsoft.com/office/drawing/2014/main" id="{9294B4FB-4D9D-B34A-231A-BCE76E257691}"/>
                  </a:ext>
                </a:extLst>
              </p14:cNvPr>
              <p14:cNvContentPartPr/>
              <p14:nvPr/>
            </p14:nvContentPartPr>
            <p14:xfrm>
              <a:off x="974168" y="777863"/>
              <a:ext cx="127800" cy="152280"/>
            </p14:xfrm>
          </p:contentPart>
        </mc:Choice>
        <mc:Fallback xmlns="">
          <p:pic>
            <p:nvPicPr>
              <p:cNvPr id="123" name="Ink 122">
                <a:extLst>
                  <a:ext uri="{FF2B5EF4-FFF2-40B4-BE49-F238E27FC236}">
                    <a16:creationId xmlns:a16="http://schemas.microsoft.com/office/drawing/2014/main" id="{9294B4FB-4D9D-B34A-231A-BCE76E257691}"/>
                  </a:ext>
                </a:extLst>
              </p:cNvPr>
              <p:cNvPicPr/>
              <p:nvPr/>
            </p:nvPicPr>
            <p:blipFill>
              <a:blip r:embed="rId238"/>
              <a:stretch>
                <a:fillRect/>
              </a:stretch>
            </p:blipFill>
            <p:spPr>
              <a:xfrm>
                <a:off x="969848" y="773533"/>
                <a:ext cx="136440" cy="1609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24" name="Ink 123">
                <a:extLst>
                  <a:ext uri="{FF2B5EF4-FFF2-40B4-BE49-F238E27FC236}">
                    <a16:creationId xmlns:a16="http://schemas.microsoft.com/office/drawing/2014/main" id="{C4780AE1-83DA-940D-2C7E-A7EA4748B62E}"/>
                  </a:ext>
                </a:extLst>
              </p14:cNvPr>
              <p14:cNvContentPartPr/>
              <p14:nvPr/>
            </p14:nvContentPartPr>
            <p14:xfrm>
              <a:off x="1158128" y="749063"/>
              <a:ext cx="114120" cy="165960"/>
            </p14:xfrm>
          </p:contentPart>
        </mc:Choice>
        <mc:Fallback xmlns="">
          <p:pic>
            <p:nvPicPr>
              <p:cNvPr id="124" name="Ink 123">
                <a:extLst>
                  <a:ext uri="{FF2B5EF4-FFF2-40B4-BE49-F238E27FC236}">
                    <a16:creationId xmlns:a16="http://schemas.microsoft.com/office/drawing/2014/main" id="{C4780AE1-83DA-940D-2C7E-A7EA4748B62E}"/>
                  </a:ext>
                </a:extLst>
              </p:cNvPr>
              <p:cNvPicPr/>
              <p:nvPr/>
            </p:nvPicPr>
            <p:blipFill>
              <a:blip r:embed="rId240"/>
              <a:stretch>
                <a:fillRect/>
              </a:stretch>
            </p:blipFill>
            <p:spPr>
              <a:xfrm>
                <a:off x="1153808" y="744734"/>
                <a:ext cx="122760" cy="174619"/>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25" name="Ink 124">
                <a:extLst>
                  <a:ext uri="{FF2B5EF4-FFF2-40B4-BE49-F238E27FC236}">
                    <a16:creationId xmlns:a16="http://schemas.microsoft.com/office/drawing/2014/main" id="{9CADEC6D-86DD-7DBE-AEBE-BE556DF3E7CA}"/>
                  </a:ext>
                </a:extLst>
              </p14:cNvPr>
              <p14:cNvContentPartPr/>
              <p14:nvPr/>
            </p14:nvContentPartPr>
            <p14:xfrm>
              <a:off x="1384568" y="592463"/>
              <a:ext cx="280440" cy="413280"/>
            </p14:xfrm>
          </p:contentPart>
        </mc:Choice>
        <mc:Fallback xmlns="">
          <p:pic>
            <p:nvPicPr>
              <p:cNvPr id="125" name="Ink 124">
                <a:extLst>
                  <a:ext uri="{FF2B5EF4-FFF2-40B4-BE49-F238E27FC236}">
                    <a16:creationId xmlns:a16="http://schemas.microsoft.com/office/drawing/2014/main" id="{9CADEC6D-86DD-7DBE-AEBE-BE556DF3E7CA}"/>
                  </a:ext>
                </a:extLst>
              </p:cNvPr>
              <p:cNvPicPr/>
              <p:nvPr/>
            </p:nvPicPr>
            <p:blipFill>
              <a:blip r:embed="rId242"/>
              <a:stretch>
                <a:fillRect/>
              </a:stretch>
            </p:blipFill>
            <p:spPr>
              <a:xfrm>
                <a:off x="1380248" y="588143"/>
                <a:ext cx="28908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26" name="Ink 125">
                <a:extLst>
                  <a:ext uri="{FF2B5EF4-FFF2-40B4-BE49-F238E27FC236}">
                    <a16:creationId xmlns:a16="http://schemas.microsoft.com/office/drawing/2014/main" id="{F8A987C6-20C6-2948-0B98-AE9E29E19A84}"/>
                  </a:ext>
                </a:extLst>
              </p14:cNvPr>
              <p14:cNvContentPartPr/>
              <p14:nvPr/>
            </p14:nvContentPartPr>
            <p14:xfrm>
              <a:off x="1677608" y="825743"/>
              <a:ext cx="24480" cy="102960"/>
            </p14:xfrm>
          </p:contentPart>
        </mc:Choice>
        <mc:Fallback xmlns="">
          <p:pic>
            <p:nvPicPr>
              <p:cNvPr id="126" name="Ink 125">
                <a:extLst>
                  <a:ext uri="{FF2B5EF4-FFF2-40B4-BE49-F238E27FC236}">
                    <a16:creationId xmlns:a16="http://schemas.microsoft.com/office/drawing/2014/main" id="{F8A987C6-20C6-2948-0B98-AE9E29E19A84}"/>
                  </a:ext>
                </a:extLst>
              </p:cNvPr>
              <p:cNvPicPr/>
              <p:nvPr/>
            </p:nvPicPr>
            <p:blipFill>
              <a:blip r:embed="rId244"/>
              <a:stretch>
                <a:fillRect/>
              </a:stretch>
            </p:blipFill>
            <p:spPr>
              <a:xfrm>
                <a:off x="1673288" y="821438"/>
                <a:ext cx="33120" cy="11157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27" name="Ink 126">
                <a:extLst>
                  <a:ext uri="{FF2B5EF4-FFF2-40B4-BE49-F238E27FC236}">
                    <a16:creationId xmlns:a16="http://schemas.microsoft.com/office/drawing/2014/main" id="{E81A973A-19F5-725B-4B59-898D16E7EE75}"/>
                  </a:ext>
                </a:extLst>
              </p14:cNvPr>
              <p14:cNvContentPartPr/>
              <p14:nvPr/>
            </p14:nvContentPartPr>
            <p14:xfrm>
              <a:off x="1743128" y="661223"/>
              <a:ext cx="29880" cy="88560"/>
            </p14:xfrm>
          </p:contentPart>
        </mc:Choice>
        <mc:Fallback xmlns="">
          <p:pic>
            <p:nvPicPr>
              <p:cNvPr id="127" name="Ink 126">
                <a:extLst>
                  <a:ext uri="{FF2B5EF4-FFF2-40B4-BE49-F238E27FC236}">
                    <a16:creationId xmlns:a16="http://schemas.microsoft.com/office/drawing/2014/main" id="{E81A973A-19F5-725B-4B59-898D16E7EE75}"/>
                  </a:ext>
                </a:extLst>
              </p:cNvPr>
              <p:cNvPicPr/>
              <p:nvPr/>
            </p:nvPicPr>
            <p:blipFill>
              <a:blip r:embed="rId246"/>
              <a:stretch>
                <a:fillRect/>
              </a:stretch>
            </p:blipFill>
            <p:spPr>
              <a:xfrm>
                <a:off x="1738808" y="656903"/>
                <a:ext cx="385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28" name="Ink 127">
                <a:extLst>
                  <a:ext uri="{FF2B5EF4-FFF2-40B4-BE49-F238E27FC236}">
                    <a16:creationId xmlns:a16="http://schemas.microsoft.com/office/drawing/2014/main" id="{0853F8C8-3F85-94F6-91CC-835659FA2C15}"/>
                  </a:ext>
                </a:extLst>
              </p14:cNvPr>
              <p14:cNvContentPartPr/>
              <p14:nvPr/>
            </p14:nvContentPartPr>
            <p14:xfrm>
              <a:off x="1783088" y="813143"/>
              <a:ext cx="153000" cy="70560"/>
            </p14:xfrm>
          </p:contentPart>
        </mc:Choice>
        <mc:Fallback xmlns="">
          <p:pic>
            <p:nvPicPr>
              <p:cNvPr id="128" name="Ink 127">
                <a:extLst>
                  <a:ext uri="{FF2B5EF4-FFF2-40B4-BE49-F238E27FC236}">
                    <a16:creationId xmlns:a16="http://schemas.microsoft.com/office/drawing/2014/main" id="{0853F8C8-3F85-94F6-91CC-835659FA2C15}"/>
                  </a:ext>
                </a:extLst>
              </p:cNvPr>
              <p:cNvPicPr/>
              <p:nvPr/>
            </p:nvPicPr>
            <p:blipFill>
              <a:blip r:embed="rId248"/>
              <a:stretch>
                <a:fillRect/>
              </a:stretch>
            </p:blipFill>
            <p:spPr>
              <a:xfrm>
                <a:off x="1778768" y="808823"/>
                <a:ext cx="1616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29" name="Ink 128">
                <a:extLst>
                  <a:ext uri="{FF2B5EF4-FFF2-40B4-BE49-F238E27FC236}">
                    <a16:creationId xmlns:a16="http://schemas.microsoft.com/office/drawing/2014/main" id="{43B154B5-D55E-AFCF-AAAD-74B4F6F019E8}"/>
                  </a:ext>
                </a:extLst>
              </p14:cNvPr>
              <p14:cNvContentPartPr/>
              <p14:nvPr/>
            </p14:nvContentPartPr>
            <p14:xfrm>
              <a:off x="2036168" y="643583"/>
              <a:ext cx="90360" cy="219240"/>
            </p14:xfrm>
          </p:contentPart>
        </mc:Choice>
        <mc:Fallback xmlns="">
          <p:pic>
            <p:nvPicPr>
              <p:cNvPr id="129" name="Ink 128">
                <a:extLst>
                  <a:ext uri="{FF2B5EF4-FFF2-40B4-BE49-F238E27FC236}">
                    <a16:creationId xmlns:a16="http://schemas.microsoft.com/office/drawing/2014/main" id="{43B154B5-D55E-AFCF-AAAD-74B4F6F019E8}"/>
                  </a:ext>
                </a:extLst>
              </p:cNvPr>
              <p:cNvPicPr/>
              <p:nvPr/>
            </p:nvPicPr>
            <p:blipFill>
              <a:blip r:embed="rId250"/>
              <a:stretch>
                <a:fillRect/>
              </a:stretch>
            </p:blipFill>
            <p:spPr>
              <a:xfrm>
                <a:off x="2031848" y="639263"/>
                <a:ext cx="990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30" name="Ink 129">
                <a:extLst>
                  <a:ext uri="{FF2B5EF4-FFF2-40B4-BE49-F238E27FC236}">
                    <a16:creationId xmlns:a16="http://schemas.microsoft.com/office/drawing/2014/main" id="{CB66F4B8-97EA-15F1-A196-45491C7E1422}"/>
                  </a:ext>
                </a:extLst>
              </p14:cNvPr>
              <p14:cNvContentPartPr/>
              <p14:nvPr/>
            </p14:nvContentPartPr>
            <p14:xfrm>
              <a:off x="1985408" y="737543"/>
              <a:ext cx="185760" cy="27720"/>
            </p14:xfrm>
          </p:contentPart>
        </mc:Choice>
        <mc:Fallback xmlns="">
          <p:pic>
            <p:nvPicPr>
              <p:cNvPr id="130" name="Ink 129">
                <a:extLst>
                  <a:ext uri="{FF2B5EF4-FFF2-40B4-BE49-F238E27FC236}">
                    <a16:creationId xmlns:a16="http://schemas.microsoft.com/office/drawing/2014/main" id="{CB66F4B8-97EA-15F1-A196-45491C7E1422}"/>
                  </a:ext>
                </a:extLst>
              </p:cNvPr>
              <p:cNvPicPr/>
              <p:nvPr/>
            </p:nvPicPr>
            <p:blipFill>
              <a:blip r:embed="rId252"/>
              <a:stretch>
                <a:fillRect/>
              </a:stretch>
            </p:blipFill>
            <p:spPr>
              <a:xfrm>
                <a:off x="1981080" y="733223"/>
                <a:ext cx="194417"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31" name="Ink 130">
                <a:extLst>
                  <a:ext uri="{FF2B5EF4-FFF2-40B4-BE49-F238E27FC236}">
                    <a16:creationId xmlns:a16="http://schemas.microsoft.com/office/drawing/2014/main" id="{EEB50E6C-74AF-0B31-32E0-851959C0BEC0}"/>
                  </a:ext>
                </a:extLst>
              </p14:cNvPr>
              <p14:cNvContentPartPr/>
              <p14:nvPr/>
            </p14:nvContentPartPr>
            <p14:xfrm>
              <a:off x="2300048" y="716303"/>
              <a:ext cx="128880" cy="249480"/>
            </p14:xfrm>
          </p:contentPart>
        </mc:Choice>
        <mc:Fallback xmlns="">
          <p:pic>
            <p:nvPicPr>
              <p:cNvPr id="131" name="Ink 130">
                <a:extLst>
                  <a:ext uri="{FF2B5EF4-FFF2-40B4-BE49-F238E27FC236}">
                    <a16:creationId xmlns:a16="http://schemas.microsoft.com/office/drawing/2014/main" id="{EEB50E6C-74AF-0B31-32E0-851959C0BEC0}"/>
                  </a:ext>
                </a:extLst>
              </p:cNvPr>
              <p:cNvPicPr/>
              <p:nvPr/>
            </p:nvPicPr>
            <p:blipFill>
              <a:blip r:embed="rId254"/>
              <a:stretch>
                <a:fillRect/>
              </a:stretch>
            </p:blipFill>
            <p:spPr>
              <a:xfrm>
                <a:off x="2295728" y="711983"/>
                <a:ext cx="1375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32" name="Ink 131">
                <a:extLst>
                  <a:ext uri="{FF2B5EF4-FFF2-40B4-BE49-F238E27FC236}">
                    <a16:creationId xmlns:a16="http://schemas.microsoft.com/office/drawing/2014/main" id="{12817A26-95A3-B48A-1266-90ED1A522313}"/>
                  </a:ext>
                </a:extLst>
              </p14:cNvPr>
              <p14:cNvContentPartPr/>
              <p14:nvPr/>
            </p14:nvContentPartPr>
            <p14:xfrm>
              <a:off x="2425688" y="569783"/>
              <a:ext cx="87840" cy="41400"/>
            </p14:xfrm>
          </p:contentPart>
        </mc:Choice>
        <mc:Fallback xmlns="">
          <p:pic>
            <p:nvPicPr>
              <p:cNvPr id="132" name="Ink 131">
                <a:extLst>
                  <a:ext uri="{FF2B5EF4-FFF2-40B4-BE49-F238E27FC236}">
                    <a16:creationId xmlns:a16="http://schemas.microsoft.com/office/drawing/2014/main" id="{12817A26-95A3-B48A-1266-90ED1A522313}"/>
                  </a:ext>
                </a:extLst>
              </p:cNvPr>
              <p:cNvPicPr/>
              <p:nvPr/>
            </p:nvPicPr>
            <p:blipFill>
              <a:blip r:embed="rId256"/>
              <a:stretch>
                <a:fillRect/>
              </a:stretch>
            </p:blipFill>
            <p:spPr>
              <a:xfrm>
                <a:off x="2421368" y="565463"/>
                <a:ext cx="964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33" name="Ink 132">
                <a:extLst>
                  <a:ext uri="{FF2B5EF4-FFF2-40B4-BE49-F238E27FC236}">
                    <a16:creationId xmlns:a16="http://schemas.microsoft.com/office/drawing/2014/main" id="{CAACC97B-57BA-D51A-4701-224AC2A89745}"/>
                  </a:ext>
                </a:extLst>
              </p14:cNvPr>
              <p14:cNvContentPartPr/>
              <p14:nvPr/>
            </p14:nvContentPartPr>
            <p14:xfrm>
              <a:off x="2786048" y="691103"/>
              <a:ext cx="115920" cy="37800"/>
            </p14:xfrm>
          </p:contentPart>
        </mc:Choice>
        <mc:Fallback xmlns="">
          <p:pic>
            <p:nvPicPr>
              <p:cNvPr id="133" name="Ink 132">
                <a:extLst>
                  <a:ext uri="{FF2B5EF4-FFF2-40B4-BE49-F238E27FC236}">
                    <a16:creationId xmlns:a16="http://schemas.microsoft.com/office/drawing/2014/main" id="{CAACC97B-57BA-D51A-4701-224AC2A89745}"/>
                  </a:ext>
                </a:extLst>
              </p:cNvPr>
              <p:cNvPicPr/>
              <p:nvPr/>
            </p:nvPicPr>
            <p:blipFill>
              <a:blip r:embed="rId258"/>
              <a:stretch>
                <a:fillRect/>
              </a:stretch>
            </p:blipFill>
            <p:spPr>
              <a:xfrm>
                <a:off x="2781728" y="686783"/>
                <a:ext cx="1245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34" name="Ink 133">
                <a:extLst>
                  <a:ext uri="{FF2B5EF4-FFF2-40B4-BE49-F238E27FC236}">
                    <a16:creationId xmlns:a16="http://schemas.microsoft.com/office/drawing/2014/main" id="{EF487240-A91E-9E75-0919-A5C460AA4788}"/>
                  </a:ext>
                </a:extLst>
              </p14:cNvPr>
              <p14:cNvContentPartPr/>
              <p14:nvPr/>
            </p14:nvContentPartPr>
            <p14:xfrm>
              <a:off x="2770568" y="766343"/>
              <a:ext cx="110880" cy="9360"/>
            </p14:xfrm>
          </p:contentPart>
        </mc:Choice>
        <mc:Fallback xmlns="">
          <p:pic>
            <p:nvPicPr>
              <p:cNvPr id="134" name="Ink 133">
                <a:extLst>
                  <a:ext uri="{FF2B5EF4-FFF2-40B4-BE49-F238E27FC236}">
                    <a16:creationId xmlns:a16="http://schemas.microsoft.com/office/drawing/2014/main" id="{EF487240-A91E-9E75-0919-A5C460AA4788}"/>
                  </a:ext>
                </a:extLst>
              </p:cNvPr>
              <p:cNvPicPr/>
              <p:nvPr/>
            </p:nvPicPr>
            <p:blipFill>
              <a:blip r:embed="rId260"/>
              <a:stretch>
                <a:fillRect/>
              </a:stretch>
            </p:blipFill>
            <p:spPr>
              <a:xfrm>
                <a:off x="2766248" y="761850"/>
                <a:ext cx="119520" cy="18346"/>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35" name="Ink 134">
                <a:extLst>
                  <a:ext uri="{FF2B5EF4-FFF2-40B4-BE49-F238E27FC236}">
                    <a16:creationId xmlns:a16="http://schemas.microsoft.com/office/drawing/2014/main" id="{94AD291A-08E5-E386-6F1A-2FAA36B84C00}"/>
                  </a:ext>
                </a:extLst>
              </p14:cNvPr>
              <p14:cNvContentPartPr/>
              <p14:nvPr/>
            </p14:nvContentPartPr>
            <p14:xfrm>
              <a:off x="3097448" y="587783"/>
              <a:ext cx="154800" cy="176760"/>
            </p14:xfrm>
          </p:contentPart>
        </mc:Choice>
        <mc:Fallback xmlns="">
          <p:pic>
            <p:nvPicPr>
              <p:cNvPr id="135" name="Ink 134">
                <a:extLst>
                  <a:ext uri="{FF2B5EF4-FFF2-40B4-BE49-F238E27FC236}">
                    <a16:creationId xmlns:a16="http://schemas.microsoft.com/office/drawing/2014/main" id="{94AD291A-08E5-E386-6F1A-2FAA36B84C00}"/>
                  </a:ext>
                </a:extLst>
              </p:cNvPr>
              <p:cNvPicPr/>
              <p:nvPr/>
            </p:nvPicPr>
            <p:blipFill>
              <a:blip r:embed="rId262"/>
              <a:stretch>
                <a:fillRect/>
              </a:stretch>
            </p:blipFill>
            <p:spPr>
              <a:xfrm>
                <a:off x="3093128" y="583463"/>
                <a:ext cx="1634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36" name="Ink 135">
                <a:extLst>
                  <a:ext uri="{FF2B5EF4-FFF2-40B4-BE49-F238E27FC236}">
                    <a16:creationId xmlns:a16="http://schemas.microsoft.com/office/drawing/2014/main" id="{687141A9-0054-6836-53B6-42CE7F4797B3}"/>
                  </a:ext>
                </a:extLst>
              </p14:cNvPr>
              <p14:cNvContentPartPr/>
              <p14:nvPr/>
            </p14:nvContentPartPr>
            <p14:xfrm>
              <a:off x="3388688" y="686423"/>
              <a:ext cx="18360" cy="34560"/>
            </p14:xfrm>
          </p:contentPart>
        </mc:Choice>
        <mc:Fallback xmlns="">
          <p:pic>
            <p:nvPicPr>
              <p:cNvPr id="136" name="Ink 135">
                <a:extLst>
                  <a:ext uri="{FF2B5EF4-FFF2-40B4-BE49-F238E27FC236}">
                    <a16:creationId xmlns:a16="http://schemas.microsoft.com/office/drawing/2014/main" id="{687141A9-0054-6836-53B6-42CE7F4797B3}"/>
                  </a:ext>
                </a:extLst>
              </p:cNvPr>
              <p:cNvPicPr/>
              <p:nvPr/>
            </p:nvPicPr>
            <p:blipFill>
              <a:blip r:embed="rId264"/>
              <a:stretch>
                <a:fillRect/>
              </a:stretch>
            </p:blipFill>
            <p:spPr>
              <a:xfrm>
                <a:off x="3384368" y="682103"/>
                <a:ext cx="270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37" name="Ink 136">
                <a:extLst>
                  <a:ext uri="{FF2B5EF4-FFF2-40B4-BE49-F238E27FC236}">
                    <a16:creationId xmlns:a16="http://schemas.microsoft.com/office/drawing/2014/main" id="{42E0E7C6-8D95-B1D4-7AF2-C37F3D935582}"/>
                  </a:ext>
                </a:extLst>
              </p14:cNvPr>
              <p14:cNvContentPartPr/>
              <p14:nvPr/>
            </p14:nvContentPartPr>
            <p14:xfrm>
              <a:off x="3286448" y="854543"/>
              <a:ext cx="121320" cy="112680"/>
            </p14:xfrm>
          </p:contentPart>
        </mc:Choice>
        <mc:Fallback xmlns="">
          <p:pic>
            <p:nvPicPr>
              <p:cNvPr id="137" name="Ink 136">
                <a:extLst>
                  <a:ext uri="{FF2B5EF4-FFF2-40B4-BE49-F238E27FC236}">
                    <a16:creationId xmlns:a16="http://schemas.microsoft.com/office/drawing/2014/main" id="{42E0E7C6-8D95-B1D4-7AF2-C37F3D935582}"/>
                  </a:ext>
                </a:extLst>
              </p:cNvPr>
              <p:cNvPicPr/>
              <p:nvPr/>
            </p:nvPicPr>
            <p:blipFill>
              <a:blip r:embed="rId266"/>
              <a:stretch>
                <a:fillRect/>
              </a:stretch>
            </p:blipFill>
            <p:spPr>
              <a:xfrm>
                <a:off x="3282141" y="850223"/>
                <a:ext cx="129934"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38" name="Ink 137">
                <a:extLst>
                  <a:ext uri="{FF2B5EF4-FFF2-40B4-BE49-F238E27FC236}">
                    <a16:creationId xmlns:a16="http://schemas.microsoft.com/office/drawing/2014/main" id="{328EBC75-1201-777F-E072-FE0C8890E17C}"/>
                  </a:ext>
                </a:extLst>
              </p14:cNvPr>
              <p14:cNvContentPartPr/>
              <p14:nvPr/>
            </p14:nvContentPartPr>
            <p14:xfrm>
              <a:off x="3769208" y="669503"/>
              <a:ext cx="106560" cy="250560"/>
            </p14:xfrm>
          </p:contentPart>
        </mc:Choice>
        <mc:Fallback xmlns="">
          <p:pic>
            <p:nvPicPr>
              <p:cNvPr id="138" name="Ink 137">
                <a:extLst>
                  <a:ext uri="{FF2B5EF4-FFF2-40B4-BE49-F238E27FC236}">
                    <a16:creationId xmlns:a16="http://schemas.microsoft.com/office/drawing/2014/main" id="{328EBC75-1201-777F-E072-FE0C8890E17C}"/>
                  </a:ext>
                </a:extLst>
              </p:cNvPr>
              <p:cNvPicPr/>
              <p:nvPr/>
            </p:nvPicPr>
            <p:blipFill>
              <a:blip r:embed="rId268"/>
              <a:stretch>
                <a:fillRect/>
              </a:stretch>
            </p:blipFill>
            <p:spPr>
              <a:xfrm>
                <a:off x="3764873" y="665183"/>
                <a:ext cx="115229"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39" name="Ink 138">
                <a:extLst>
                  <a:ext uri="{FF2B5EF4-FFF2-40B4-BE49-F238E27FC236}">
                    <a16:creationId xmlns:a16="http://schemas.microsoft.com/office/drawing/2014/main" id="{2F0B9A07-6F4F-7F44-5FBF-473D56D95EB1}"/>
                  </a:ext>
                </a:extLst>
              </p14:cNvPr>
              <p14:cNvContentPartPr/>
              <p14:nvPr/>
            </p14:nvContentPartPr>
            <p14:xfrm>
              <a:off x="3906728" y="548543"/>
              <a:ext cx="26640" cy="33480"/>
            </p14:xfrm>
          </p:contentPart>
        </mc:Choice>
        <mc:Fallback xmlns="">
          <p:pic>
            <p:nvPicPr>
              <p:cNvPr id="139" name="Ink 138">
                <a:extLst>
                  <a:ext uri="{FF2B5EF4-FFF2-40B4-BE49-F238E27FC236}">
                    <a16:creationId xmlns:a16="http://schemas.microsoft.com/office/drawing/2014/main" id="{2F0B9A07-6F4F-7F44-5FBF-473D56D95EB1}"/>
                  </a:ext>
                </a:extLst>
              </p:cNvPr>
              <p:cNvPicPr/>
              <p:nvPr/>
            </p:nvPicPr>
            <p:blipFill>
              <a:blip r:embed="rId270"/>
              <a:stretch>
                <a:fillRect/>
              </a:stretch>
            </p:blipFill>
            <p:spPr>
              <a:xfrm>
                <a:off x="3902408" y="544223"/>
                <a:ext cx="35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40" name="Ink 139">
                <a:extLst>
                  <a:ext uri="{FF2B5EF4-FFF2-40B4-BE49-F238E27FC236}">
                    <a16:creationId xmlns:a16="http://schemas.microsoft.com/office/drawing/2014/main" id="{B9867419-F4A9-7993-6A2A-910431B5025B}"/>
                  </a:ext>
                </a:extLst>
              </p14:cNvPr>
              <p14:cNvContentPartPr/>
              <p14:nvPr/>
            </p14:nvContentPartPr>
            <p14:xfrm>
              <a:off x="4121288" y="565823"/>
              <a:ext cx="320760" cy="140040"/>
            </p14:xfrm>
          </p:contentPart>
        </mc:Choice>
        <mc:Fallback xmlns="">
          <p:pic>
            <p:nvPicPr>
              <p:cNvPr id="140" name="Ink 139">
                <a:extLst>
                  <a:ext uri="{FF2B5EF4-FFF2-40B4-BE49-F238E27FC236}">
                    <a16:creationId xmlns:a16="http://schemas.microsoft.com/office/drawing/2014/main" id="{B9867419-F4A9-7993-6A2A-910431B5025B}"/>
                  </a:ext>
                </a:extLst>
              </p:cNvPr>
              <p:cNvPicPr/>
              <p:nvPr/>
            </p:nvPicPr>
            <p:blipFill>
              <a:blip r:embed="rId272"/>
              <a:stretch>
                <a:fillRect/>
              </a:stretch>
            </p:blipFill>
            <p:spPr>
              <a:xfrm>
                <a:off x="4116968" y="561492"/>
                <a:ext cx="329400" cy="148702"/>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41" name="Ink 140">
                <a:extLst>
                  <a:ext uri="{FF2B5EF4-FFF2-40B4-BE49-F238E27FC236}">
                    <a16:creationId xmlns:a16="http://schemas.microsoft.com/office/drawing/2014/main" id="{24592096-273D-7EC1-312D-555123E0EB2C}"/>
                  </a:ext>
                </a:extLst>
              </p14:cNvPr>
              <p14:cNvContentPartPr/>
              <p14:nvPr/>
            </p14:nvContentPartPr>
            <p14:xfrm>
              <a:off x="4623848" y="528023"/>
              <a:ext cx="139680" cy="125640"/>
            </p14:xfrm>
          </p:contentPart>
        </mc:Choice>
        <mc:Fallback xmlns="">
          <p:pic>
            <p:nvPicPr>
              <p:cNvPr id="141" name="Ink 140">
                <a:extLst>
                  <a:ext uri="{FF2B5EF4-FFF2-40B4-BE49-F238E27FC236}">
                    <a16:creationId xmlns:a16="http://schemas.microsoft.com/office/drawing/2014/main" id="{24592096-273D-7EC1-312D-555123E0EB2C}"/>
                  </a:ext>
                </a:extLst>
              </p:cNvPr>
              <p:cNvPicPr/>
              <p:nvPr/>
            </p:nvPicPr>
            <p:blipFill>
              <a:blip r:embed="rId274"/>
              <a:stretch>
                <a:fillRect/>
              </a:stretch>
            </p:blipFill>
            <p:spPr>
              <a:xfrm>
                <a:off x="4619528" y="523703"/>
                <a:ext cx="1483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42" name="Ink 141">
                <a:extLst>
                  <a:ext uri="{FF2B5EF4-FFF2-40B4-BE49-F238E27FC236}">
                    <a16:creationId xmlns:a16="http://schemas.microsoft.com/office/drawing/2014/main" id="{95E16425-80AF-4F03-B835-5DE1F55379CE}"/>
                  </a:ext>
                </a:extLst>
              </p14:cNvPr>
              <p14:cNvContentPartPr/>
              <p14:nvPr/>
            </p14:nvContentPartPr>
            <p14:xfrm>
              <a:off x="4916168" y="548543"/>
              <a:ext cx="201600" cy="16200"/>
            </p14:xfrm>
          </p:contentPart>
        </mc:Choice>
        <mc:Fallback xmlns="">
          <p:pic>
            <p:nvPicPr>
              <p:cNvPr id="142" name="Ink 141">
                <a:extLst>
                  <a:ext uri="{FF2B5EF4-FFF2-40B4-BE49-F238E27FC236}">
                    <a16:creationId xmlns:a16="http://schemas.microsoft.com/office/drawing/2014/main" id="{95E16425-80AF-4F03-B835-5DE1F55379CE}"/>
                  </a:ext>
                </a:extLst>
              </p:cNvPr>
              <p:cNvPicPr/>
              <p:nvPr/>
            </p:nvPicPr>
            <p:blipFill>
              <a:blip r:embed="rId276"/>
              <a:stretch>
                <a:fillRect/>
              </a:stretch>
            </p:blipFill>
            <p:spPr>
              <a:xfrm>
                <a:off x="4911848" y="544125"/>
                <a:ext cx="210240" cy="25036"/>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43" name="Ink 142">
                <a:extLst>
                  <a:ext uri="{FF2B5EF4-FFF2-40B4-BE49-F238E27FC236}">
                    <a16:creationId xmlns:a16="http://schemas.microsoft.com/office/drawing/2014/main" id="{2FB3D9BF-7572-04C2-BB9E-3A8D88451325}"/>
                  </a:ext>
                </a:extLst>
              </p14:cNvPr>
              <p14:cNvContentPartPr/>
              <p14:nvPr/>
            </p14:nvContentPartPr>
            <p14:xfrm>
              <a:off x="5317928" y="434423"/>
              <a:ext cx="62280" cy="230400"/>
            </p14:xfrm>
          </p:contentPart>
        </mc:Choice>
        <mc:Fallback xmlns="">
          <p:pic>
            <p:nvPicPr>
              <p:cNvPr id="143" name="Ink 142">
                <a:extLst>
                  <a:ext uri="{FF2B5EF4-FFF2-40B4-BE49-F238E27FC236}">
                    <a16:creationId xmlns:a16="http://schemas.microsoft.com/office/drawing/2014/main" id="{2FB3D9BF-7572-04C2-BB9E-3A8D88451325}"/>
                  </a:ext>
                </a:extLst>
              </p:cNvPr>
              <p:cNvPicPr/>
              <p:nvPr/>
            </p:nvPicPr>
            <p:blipFill>
              <a:blip r:embed="rId278"/>
              <a:stretch>
                <a:fillRect/>
              </a:stretch>
            </p:blipFill>
            <p:spPr>
              <a:xfrm>
                <a:off x="5313583" y="430096"/>
                <a:ext cx="70970" cy="239054"/>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54" name="Ink 153">
                <a:extLst>
                  <a:ext uri="{FF2B5EF4-FFF2-40B4-BE49-F238E27FC236}">
                    <a16:creationId xmlns:a16="http://schemas.microsoft.com/office/drawing/2014/main" id="{C6B5D184-D926-40C5-7C0F-EBFB8747E4ED}"/>
                  </a:ext>
                </a:extLst>
              </p14:cNvPr>
              <p14:cNvContentPartPr/>
              <p14:nvPr/>
            </p14:nvContentPartPr>
            <p14:xfrm>
              <a:off x="728020" y="6056886"/>
              <a:ext cx="263520" cy="326880"/>
            </p14:xfrm>
          </p:contentPart>
        </mc:Choice>
        <mc:Fallback xmlns="">
          <p:pic>
            <p:nvPicPr>
              <p:cNvPr id="154" name="Ink 153">
                <a:extLst>
                  <a:ext uri="{FF2B5EF4-FFF2-40B4-BE49-F238E27FC236}">
                    <a16:creationId xmlns:a16="http://schemas.microsoft.com/office/drawing/2014/main" id="{C6B5D184-D926-40C5-7C0F-EBFB8747E4ED}"/>
                  </a:ext>
                </a:extLst>
              </p:cNvPr>
              <p:cNvPicPr/>
              <p:nvPr/>
            </p:nvPicPr>
            <p:blipFill>
              <a:blip r:embed="rId280"/>
              <a:stretch>
                <a:fillRect/>
              </a:stretch>
            </p:blipFill>
            <p:spPr>
              <a:xfrm>
                <a:off x="723694" y="6052566"/>
                <a:ext cx="272172"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55" name="Ink 154">
                <a:extLst>
                  <a:ext uri="{FF2B5EF4-FFF2-40B4-BE49-F238E27FC236}">
                    <a16:creationId xmlns:a16="http://schemas.microsoft.com/office/drawing/2014/main" id="{4D6449BD-CB38-BBC0-3EC9-F56483175C9F}"/>
                  </a:ext>
                </a:extLst>
              </p14:cNvPr>
              <p14:cNvContentPartPr/>
              <p14:nvPr/>
            </p14:nvContentPartPr>
            <p14:xfrm>
              <a:off x="3962876" y="5150941"/>
              <a:ext cx="2520" cy="5040"/>
            </p14:xfrm>
          </p:contentPart>
        </mc:Choice>
        <mc:Fallback xmlns="">
          <p:pic>
            <p:nvPicPr>
              <p:cNvPr id="155" name="Ink 154">
                <a:extLst>
                  <a:ext uri="{FF2B5EF4-FFF2-40B4-BE49-F238E27FC236}">
                    <a16:creationId xmlns:a16="http://schemas.microsoft.com/office/drawing/2014/main" id="{4D6449BD-CB38-BBC0-3EC9-F56483175C9F}"/>
                  </a:ext>
                </a:extLst>
              </p:cNvPr>
              <p:cNvPicPr/>
              <p:nvPr/>
            </p:nvPicPr>
            <p:blipFill>
              <a:blip r:embed="rId282"/>
              <a:stretch>
                <a:fillRect/>
              </a:stretch>
            </p:blipFill>
            <p:spPr>
              <a:xfrm>
                <a:off x="3958556" y="5146621"/>
                <a:ext cx="111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56" name="Ink 155">
                <a:extLst>
                  <a:ext uri="{FF2B5EF4-FFF2-40B4-BE49-F238E27FC236}">
                    <a16:creationId xmlns:a16="http://schemas.microsoft.com/office/drawing/2014/main" id="{61662A8D-6FF7-7FF7-5E5F-39FB7A4E7F23}"/>
                  </a:ext>
                </a:extLst>
              </p14:cNvPr>
              <p14:cNvContentPartPr/>
              <p14:nvPr/>
            </p14:nvContentPartPr>
            <p14:xfrm>
              <a:off x="1368144" y="183816"/>
              <a:ext cx="150120" cy="241920"/>
            </p14:xfrm>
          </p:contentPart>
        </mc:Choice>
        <mc:Fallback xmlns="">
          <p:pic>
            <p:nvPicPr>
              <p:cNvPr id="156" name="Ink 155">
                <a:extLst>
                  <a:ext uri="{FF2B5EF4-FFF2-40B4-BE49-F238E27FC236}">
                    <a16:creationId xmlns:a16="http://schemas.microsoft.com/office/drawing/2014/main" id="{61662A8D-6FF7-7FF7-5E5F-39FB7A4E7F23}"/>
                  </a:ext>
                </a:extLst>
              </p:cNvPr>
              <p:cNvPicPr/>
              <p:nvPr/>
            </p:nvPicPr>
            <p:blipFill>
              <a:blip r:embed="rId284"/>
              <a:stretch>
                <a:fillRect/>
              </a:stretch>
            </p:blipFill>
            <p:spPr>
              <a:xfrm>
                <a:off x="1363824" y="179496"/>
                <a:ext cx="15876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57" name="Ink 156">
                <a:extLst>
                  <a:ext uri="{FF2B5EF4-FFF2-40B4-BE49-F238E27FC236}">
                    <a16:creationId xmlns:a16="http://schemas.microsoft.com/office/drawing/2014/main" id="{DF32F589-2620-0825-21DD-08B40F319A37}"/>
                  </a:ext>
                </a:extLst>
              </p14:cNvPr>
              <p14:cNvContentPartPr/>
              <p14:nvPr/>
            </p14:nvContentPartPr>
            <p14:xfrm>
              <a:off x="2511346" y="4129902"/>
              <a:ext cx="2130" cy="9207"/>
            </p14:xfrm>
          </p:contentPart>
        </mc:Choice>
        <mc:Fallback xmlns="">
          <p:pic>
            <p:nvPicPr>
              <p:cNvPr id="157" name="Ink 156">
                <a:extLst>
                  <a:ext uri="{FF2B5EF4-FFF2-40B4-BE49-F238E27FC236}">
                    <a16:creationId xmlns:a16="http://schemas.microsoft.com/office/drawing/2014/main" id="{DF32F589-2620-0825-21DD-08B40F319A37}"/>
                  </a:ext>
                </a:extLst>
              </p:cNvPr>
              <p:cNvPicPr/>
              <p:nvPr/>
            </p:nvPicPr>
            <p:blipFill>
              <a:blip r:embed="rId3"/>
              <a:stretch>
                <a:fillRect/>
              </a:stretch>
            </p:blipFill>
            <p:spPr>
              <a:xfrm>
                <a:off x="2506234" y="4125653"/>
                <a:ext cx="12354" cy="17706"/>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58" name="Ink 157">
                <a:extLst>
                  <a:ext uri="{FF2B5EF4-FFF2-40B4-BE49-F238E27FC236}">
                    <a16:creationId xmlns:a16="http://schemas.microsoft.com/office/drawing/2014/main" id="{5FD52E5C-D644-4679-3A0A-EC4713B82EFE}"/>
                  </a:ext>
                </a:extLst>
              </p14:cNvPr>
              <p14:cNvContentPartPr/>
              <p14:nvPr/>
            </p14:nvContentPartPr>
            <p14:xfrm>
              <a:off x="1188309" y="3990621"/>
              <a:ext cx="211633" cy="377003"/>
            </p14:xfrm>
          </p:contentPart>
        </mc:Choice>
        <mc:Fallback xmlns="">
          <p:pic>
            <p:nvPicPr>
              <p:cNvPr id="158" name="Ink 157">
                <a:extLst>
                  <a:ext uri="{FF2B5EF4-FFF2-40B4-BE49-F238E27FC236}">
                    <a16:creationId xmlns:a16="http://schemas.microsoft.com/office/drawing/2014/main" id="{5FD52E5C-D644-4679-3A0A-EC4713B82EFE}"/>
                  </a:ext>
                </a:extLst>
              </p:cNvPr>
              <p:cNvPicPr/>
              <p:nvPr/>
            </p:nvPicPr>
            <p:blipFill>
              <a:blip r:embed="rId5"/>
              <a:stretch>
                <a:fillRect/>
              </a:stretch>
            </p:blipFill>
            <p:spPr>
              <a:xfrm>
                <a:off x="1183990" y="3986304"/>
                <a:ext cx="220271" cy="385637"/>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59" name="Ink 158">
                <a:extLst>
                  <a:ext uri="{FF2B5EF4-FFF2-40B4-BE49-F238E27FC236}">
                    <a16:creationId xmlns:a16="http://schemas.microsoft.com/office/drawing/2014/main" id="{19B45FDE-613D-B1D4-86DB-1B68567D487E}"/>
                  </a:ext>
                </a:extLst>
              </p14:cNvPr>
              <p14:cNvContentPartPr/>
              <p14:nvPr/>
            </p14:nvContentPartPr>
            <p14:xfrm>
              <a:off x="1165681" y="4176644"/>
              <a:ext cx="183947" cy="14400"/>
            </p14:xfrm>
          </p:contentPart>
        </mc:Choice>
        <mc:Fallback xmlns="">
          <p:pic>
            <p:nvPicPr>
              <p:cNvPr id="159" name="Ink 158">
                <a:extLst>
                  <a:ext uri="{FF2B5EF4-FFF2-40B4-BE49-F238E27FC236}">
                    <a16:creationId xmlns:a16="http://schemas.microsoft.com/office/drawing/2014/main" id="{19B45FDE-613D-B1D4-86DB-1B68567D487E}"/>
                  </a:ext>
                </a:extLst>
              </p:cNvPr>
              <p:cNvPicPr/>
              <p:nvPr/>
            </p:nvPicPr>
            <p:blipFill>
              <a:blip r:embed="rId7"/>
              <a:stretch>
                <a:fillRect/>
              </a:stretch>
            </p:blipFill>
            <p:spPr>
              <a:xfrm>
                <a:off x="1161353" y="4172324"/>
                <a:ext cx="192603"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0" name="Ink 159">
                <a:extLst>
                  <a:ext uri="{FF2B5EF4-FFF2-40B4-BE49-F238E27FC236}">
                    <a16:creationId xmlns:a16="http://schemas.microsoft.com/office/drawing/2014/main" id="{7D7531DF-6869-8D43-D336-59F474619B3E}"/>
                  </a:ext>
                </a:extLst>
              </p14:cNvPr>
              <p14:cNvContentPartPr/>
              <p14:nvPr/>
            </p14:nvContentPartPr>
            <p14:xfrm>
              <a:off x="1315288" y="4185614"/>
              <a:ext cx="97431" cy="57601"/>
            </p14:xfrm>
          </p:contentPart>
        </mc:Choice>
        <mc:Fallback xmlns="">
          <p:pic>
            <p:nvPicPr>
              <p:cNvPr id="160" name="Ink 159">
                <a:extLst>
                  <a:ext uri="{FF2B5EF4-FFF2-40B4-BE49-F238E27FC236}">
                    <a16:creationId xmlns:a16="http://schemas.microsoft.com/office/drawing/2014/main" id="{7D7531DF-6869-8D43-D336-59F474619B3E}"/>
                  </a:ext>
                </a:extLst>
              </p:cNvPr>
              <p:cNvPicPr/>
              <p:nvPr/>
            </p:nvPicPr>
            <p:blipFill>
              <a:blip r:embed="rId9"/>
              <a:stretch>
                <a:fillRect/>
              </a:stretch>
            </p:blipFill>
            <p:spPr>
              <a:xfrm>
                <a:off x="1310974" y="4181294"/>
                <a:ext cx="106060" cy="66241"/>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61" name="Ink 160">
                <a:extLst>
                  <a:ext uri="{FF2B5EF4-FFF2-40B4-BE49-F238E27FC236}">
                    <a16:creationId xmlns:a16="http://schemas.microsoft.com/office/drawing/2014/main" id="{1C32EB21-F789-2A58-6351-BAA4C996D9B4}"/>
                  </a:ext>
                </a:extLst>
              </p14:cNvPr>
              <p14:cNvContentPartPr/>
              <p14:nvPr/>
            </p14:nvContentPartPr>
            <p14:xfrm>
              <a:off x="1452916" y="4154925"/>
              <a:ext cx="57766" cy="82152"/>
            </p14:xfrm>
          </p:contentPart>
        </mc:Choice>
        <mc:Fallback xmlns="">
          <p:pic>
            <p:nvPicPr>
              <p:cNvPr id="161" name="Ink 160">
                <a:extLst>
                  <a:ext uri="{FF2B5EF4-FFF2-40B4-BE49-F238E27FC236}">
                    <a16:creationId xmlns:a16="http://schemas.microsoft.com/office/drawing/2014/main" id="{1C32EB21-F789-2A58-6351-BAA4C996D9B4}"/>
                  </a:ext>
                </a:extLst>
              </p:cNvPr>
              <p:cNvPicPr/>
              <p:nvPr/>
            </p:nvPicPr>
            <p:blipFill>
              <a:blip r:embed="rId11"/>
              <a:stretch>
                <a:fillRect/>
              </a:stretch>
            </p:blipFill>
            <p:spPr>
              <a:xfrm>
                <a:off x="1448610" y="4150620"/>
                <a:ext cx="66377" cy="90762"/>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2" name="Ink 161">
                <a:extLst>
                  <a:ext uri="{FF2B5EF4-FFF2-40B4-BE49-F238E27FC236}">
                    <a16:creationId xmlns:a16="http://schemas.microsoft.com/office/drawing/2014/main" id="{25EA522B-6745-5790-8219-2053D877E332}"/>
                  </a:ext>
                </a:extLst>
              </p14:cNvPr>
              <p14:cNvContentPartPr/>
              <p14:nvPr/>
            </p14:nvContentPartPr>
            <p14:xfrm>
              <a:off x="1584687" y="4069232"/>
              <a:ext cx="148276" cy="223794"/>
            </p14:xfrm>
          </p:contentPart>
        </mc:Choice>
        <mc:Fallback xmlns="">
          <p:pic>
            <p:nvPicPr>
              <p:cNvPr id="162" name="Ink 161">
                <a:extLst>
                  <a:ext uri="{FF2B5EF4-FFF2-40B4-BE49-F238E27FC236}">
                    <a16:creationId xmlns:a16="http://schemas.microsoft.com/office/drawing/2014/main" id="{25EA522B-6745-5790-8219-2053D877E332}"/>
                  </a:ext>
                </a:extLst>
              </p:cNvPr>
              <p:cNvPicPr/>
              <p:nvPr/>
            </p:nvPicPr>
            <p:blipFill>
              <a:blip r:embed="rId13"/>
              <a:stretch>
                <a:fillRect/>
              </a:stretch>
            </p:blipFill>
            <p:spPr>
              <a:xfrm>
                <a:off x="1580379" y="4064914"/>
                <a:ext cx="156893" cy="232429"/>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63" name="Ink 162">
                <a:extLst>
                  <a:ext uri="{FF2B5EF4-FFF2-40B4-BE49-F238E27FC236}">
                    <a16:creationId xmlns:a16="http://schemas.microsoft.com/office/drawing/2014/main" id="{8C13C05F-9909-BC5B-AE27-02539E0E8D39}"/>
                  </a:ext>
                </a:extLst>
              </p14:cNvPr>
              <p14:cNvContentPartPr/>
              <p14:nvPr/>
            </p14:nvContentPartPr>
            <p14:xfrm>
              <a:off x="1745475" y="4202139"/>
              <a:ext cx="40197" cy="54532"/>
            </p14:xfrm>
          </p:contentPart>
        </mc:Choice>
        <mc:Fallback xmlns="">
          <p:pic>
            <p:nvPicPr>
              <p:cNvPr id="163" name="Ink 162">
                <a:extLst>
                  <a:ext uri="{FF2B5EF4-FFF2-40B4-BE49-F238E27FC236}">
                    <a16:creationId xmlns:a16="http://schemas.microsoft.com/office/drawing/2014/main" id="{8C13C05F-9909-BC5B-AE27-02539E0E8D39}"/>
                  </a:ext>
                </a:extLst>
              </p:cNvPr>
              <p:cNvPicPr/>
              <p:nvPr/>
            </p:nvPicPr>
            <p:blipFill>
              <a:blip r:embed="rId15"/>
              <a:stretch>
                <a:fillRect/>
              </a:stretch>
            </p:blipFill>
            <p:spPr>
              <a:xfrm>
                <a:off x="1741206" y="4197834"/>
                <a:ext cx="48734" cy="63142"/>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64" name="Ink 163">
                <a:extLst>
                  <a:ext uri="{FF2B5EF4-FFF2-40B4-BE49-F238E27FC236}">
                    <a16:creationId xmlns:a16="http://schemas.microsoft.com/office/drawing/2014/main" id="{23130A9A-A9D5-4699-7713-69DB76CF9508}"/>
                  </a:ext>
                </a:extLst>
              </p14:cNvPr>
              <p14:cNvContentPartPr/>
              <p14:nvPr/>
            </p14:nvContentPartPr>
            <p14:xfrm>
              <a:off x="1818149" y="4102282"/>
              <a:ext cx="12245" cy="35883"/>
            </p14:xfrm>
          </p:contentPart>
        </mc:Choice>
        <mc:Fallback xmlns="">
          <p:pic>
            <p:nvPicPr>
              <p:cNvPr id="164" name="Ink 163">
                <a:extLst>
                  <a:ext uri="{FF2B5EF4-FFF2-40B4-BE49-F238E27FC236}">
                    <a16:creationId xmlns:a16="http://schemas.microsoft.com/office/drawing/2014/main" id="{23130A9A-A9D5-4699-7713-69DB76CF9508}"/>
                  </a:ext>
                </a:extLst>
              </p:cNvPr>
              <p:cNvPicPr/>
              <p:nvPr/>
            </p:nvPicPr>
            <p:blipFill>
              <a:blip r:embed="rId17"/>
              <a:stretch>
                <a:fillRect/>
              </a:stretch>
            </p:blipFill>
            <p:spPr>
              <a:xfrm>
                <a:off x="1813827" y="4097976"/>
                <a:ext cx="20889" cy="44495"/>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65" name="Ink 164">
                <a:extLst>
                  <a:ext uri="{FF2B5EF4-FFF2-40B4-BE49-F238E27FC236}">
                    <a16:creationId xmlns:a16="http://schemas.microsoft.com/office/drawing/2014/main" id="{2A1C410C-FE73-BA85-DB44-6099422DF14B}"/>
                  </a:ext>
                </a:extLst>
              </p14:cNvPr>
              <p14:cNvContentPartPr/>
              <p14:nvPr/>
            </p14:nvContentPartPr>
            <p14:xfrm>
              <a:off x="1812026" y="4183018"/>
              <a:ext cx="80660" cy="66572"/>
            </p14:xfrm>
          </p:contentPart>
        </mc:Choice>
        <mc:Fallback xmlns="">
          <p:pic>
            <p:nvPicPr>
              <p:cNvPr id="165" name="Ink 164">
                <a:extLst>
                  <a:ext uri="{FF2B5EF4-FFF2-40B4-BE49-F238E27FC236}">
                    <a16:creationId xmlns:a16="http://schemas.microsoft.com/office/drawing/2014/main" id="{2A1C410C-FE73-BA85-DB44-6099422DF14B}"/>
                  </a:ext>
                </a:extLst>
              </p:cNvPr>
              <p:cNvPicPr/>
              <p:nvPr/>
            </p:nvPicPr>
            <p:blipFill>
              <a:blip r:embed="rId19"/>
              <a:stretch>
                <a:fillRect/>
              </a:stretch>
            </p:blipFill>
            <p:spPr>
              <a:xfrm>
                <a:off x="1807705" y="4178700"/>
                <a:ext cx="89302" cy="75208"/>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66" name="Ink 165">
                <a:extLst>
                  <a:ext uri="{FF2B5EF4-FFF2-40B4-BE49-F238E27FC236}">
                    <a16:creationId xmlns:a16="http://schemas.microsoft.com/office/drawing/2014/main" id="{AF3BC108-10CC-7713-4A52-5721EF61B4B3}"/>
                  </a:ext>
                </a:extLst>
              </p14:cNvPr>
              <p14:cNvContentPartPr/>
              <p14:nvPr/>
            </p14:nvContentPartPr>
            <p14:xfrm>
              <a:off x="1962432" y="4064039"/>
              <a:ext cx="77199" cy="146599"/>
            </p14:xfrm>
          </p:contentPart>
        </mc:Choice>
        <mc:Fallback xmlns="">
          <p:pic>
            <p:nvPicPr>
              <p:cNvPr id="166" name="Ink 165">
                <a:extLst>
                  <a:ext uri="{FF2B5EF4-FFF2-40B4-BE49-F238E27FC236}">
                    <a16:creationId xmlns:a16="http://schemas.microsoft.com/office/drawing/2014/main" id="{AF3BC108-10CC-7713-4A52-5721EF61B4B3}"/>
                  </a:ext>
                </a:extLst>
              </p:cNvPr>
              <p:cNvPicPr/>
              <p:nvPr/>
            </p:nvPicPr>
            <p:blipFill>
              <a:blip r:embed="rId21"/>
              <a:stretch>
                <a:fillRect/>
              </a:stretch>
            </p:blipFill>
            <p:spPr>
              <a:xfrm>
                <a:off x="1958123" y="4059727"/>
                <a:ext cx="85817" cy="155222"/>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67" name="Ink 166">
                <a:extLst>
                  <a:ext uri="{FF2B5EF4-FFF2-40B4-BE49-F238E27FC236}">
                    <a16:creationId xmlns:a16="http://schemas.microsoft.com/office/drawing/2014/main" id="{5DBF92AF-EAD3-F7B7-0F68-7D18EEAE304A}"/>
                  </a:ext>
                </a:extLst>
              </p14:cNvPr>
              <p14:cNvContentPartPr/>
              <p14:nvPr/>
            </p14:nvContentPartPr>
            <p14:xfrm>
              <a:off x="1951251" y="4129430"/>
              <a:ext cx="94503" cy="8971"/>
            </p14:xfrm>
          </p:contentPart>
        </mc:Choice>
        <mc:Fallback xmlns="">
          <p:pic>
            <p:nvPicPr>
              <p:cNvPr id="167" name="Ink 166">
                <a:extLst>
                  <a:ext uri="{FF2B5EF4-FFF2-40B4-BE49-F238E27FC236}">
                    <a16:creationId xmlns:a16="http://schemas.microsoft.com/office/drawing/2014/main" id="{5DBF92AF-EAD3-F7B7-0F68-7D18EEAE304A}"/>
                  </a:ext>
                </a:extLst>
              </p:cNvPr>
              <p:cNvPicPr/>
              <p:nvPr/>
            </p:nvPicPr>
            <p:blipFill>
              <a:blip r:embed="rId23"/>
              <a:stretch>
                <a:fillRect/>
              </a:stretch>
            </p:blipFill>
            <p:spPr>
              <a:xfrm>
                <a:off x="1946939" y="4125124"/>
                <a:ext cx="103127" cy="17583"/>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68" name="Ink 167">
                <a:extLst>
                  <a:ext uri="{FF2B5EF4-FFF2-40B4-BE49-F238E27FC236}">
                    <a16:creationId xmlns:a16="http://schemas.microsoft.com/office/drawing/2014/main" id="{1F0BC242-0BA1-CA39-8757-540F5B347362}"/>
                  </a:ext>
                </a:extLst>
              </p14:cNvPr>
              <p14:cNvContentPartPr/>
              <p14:nvPr/>
            </p14:nvContentPartPr>
            <p14:xfrm>
              <a:off x="2303174" y="4158466"/>
              <a:ext cx="92107" cy="78139"/>
            </p14:xfrm>
          </p:contentPart>
        </mc:Choice>
        <mc:Fallback xmlns="">
          <p:pic>
            <p:nvPicPr>
              <p:cNvPr id="168" name="Ink 167">
                <a:extLst>
                  <a:ext uri="{FF2B5EF4-FFF2-40B4-BE49-F238E27FC236}">
                    <a16:creationId xmlns:a16="http://schemas.microsoft.com/office/drawing/2014/main" id="{1F0BC242-0BA1-CA39-8757-540F5B347362}"/>
                  </a:ext>
                </a:extLst>
              </p:cNvPr>
              <p:cNvPicPr/>
              <p:nvPr/>
            </p:nvPicPr>
            <p:blipFill>
              <a:blip r:embed="rId25"/>
              <a:stretch>
                <a:fillRect/>
              </a:stretch>
            </p:blipFill>
            <p:spPr>
              <a:xfrm>
                <a:off x="2298856" y="4154145"/>
                <a:ext cx="100742" cy="86781"/>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69" name="Ink 168">
                <a:extLst>
                  <a:ext uri="{FF2B5EF4-FFF2-40B4-BE49-F238E27FC236}">
                    <a16:creationId xmlns:a16="http://schemas.microsoft.com/office/drawing/2014/main" id="{33FA6DF6-B2E7-1E09-2706-695FBD5D44C0}"/>
                  </a:ext>
                </a:extLst>
              </p14:cNvPr>
              <p14:cNvContentPartPr/>
              <p14:nvPr/>
            </p14:nvContentPartPr>
            <p14:xfrm>
              <a:off x="2351889" y="4066399"/>
              <a:ext cx="40197" cy="46270"/>
            </p14:xfrm>
          </p:contentPart>
        </mc:Choice>
        <mc:Fallback xmlns="">
          <p:pic>
            <p:nvPicPr>
              <p:cNvPr id="169" name="Ink 168">
                <a:extLst>
                  <a:ext uri="{FF2B5EF4-FFF2-40B4-BE49-F238E27FC236}">
                    <a16:creationId xmlns:a16="http://schemas.microsoft.com/office/drawing/2014/main" id="{33FA6DF6-B2E7-1E09-2706-695FBD5D44C0}"/>
                  </a:ext>
                </a:extLst>
              </p:cNvPr>
              <p:cNvPicPr/>
              <p:nvPr/>
            </p:nvPicPr>
            <p:blipFill>
              <a:blip r:embed="rId27"/>
              <a:stretch>
                <a:fillRect/>
              </a:stretch>
            </p:blipFill>
            <p:spPr>
              <a:xfrm>
                <a:off x="2347543" y="4062095"/>
                <a:ext cx="48888" cy="54878"/>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0" name="Ink 169">
                <a:extLst>
                  <a:ext uri="{FF2B5EF4-FFF2-40B4-BE49-F238E27FC236}">
                    <a16:creationId xmlns:a16="http://schemas.microsoft.com/office/drawing/2014/main" id="{F581AEEB-70F2-D9FC-DBD7-77391A8C9702}"/>
                  </a:ext>
                </a:extLst>
              </p14:cNvPr>
              <p14:cNvContentPartPr/>
              <p14:nvPr/>
            </p14:nvContentPartPr>
            <p14:xfrm>
              <a:off x="2482596" y="4133915"/>
              <a:ext cx="144017" cy="12748"/>
            </p14:xfrm>
          </p:contentPart>
        </mc:Choice>
        <mc:Fallback xmlns="">
          <p:pic>
            <p:nvPicPr>
              <p:cNvPr id="170" name="Ink 169">
                <a:extLst>
                  <a:ext uri="{FF2B5EF4-FFF2-40B4-BE49-F238E27FC236}">
                    <a16:creationId xmlns:a16="http://schemas.microsoft.com/office/drawing/2014/main" id="{F581AEEB-70F2-D9FC-DBD7-77391A8C9702}"/>
                  </a:ext>
                </a:extLst>
              </p:cNvPr>
              <p:cNvPicPr/>
              <p:nvPr/>
            </p:nvPicPr>
            <p:blipFill>
              <a:blip r:embed="rId29"/>
              <a:stretch>
                <a:fillRect/>
              </a:stretch>
            </p:blipFill>
            <p:spPr>
              <a:xfrm>
                <a:off x="2478275" y="4129666"/>
                <a:ext cx="152658" cy="21247"/>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71" name="Ink 170">
                <a:extLst>
                  <a:ext uri="{FF2B5EF4-FFF2-40B4-BE49-F238E27FC236}">
                    <a16:creationId xmlns:a16="http://schemas.microsoft.com/office/drawing/2014/main" id="{1A5EB570-4612-3B26-A755-7AACEEF43632}"/>
                  </a:ext>
                </a:extLst>
              </p14:cNvPr>
              <p14:cNvContentPartPr/>
              <p14:nvPr/>
            </p14:nvContentPartPr>
            <p14:xfrm>
              <a:off x="2470616" y="4177588"/>
              <a:ext cx="163982" cy="12748"/>
            </p14:xfrm>
          </p:contentPart>
        </mc:Choice>
        <mc:Fallback xmlns="">
          <p:pic>
            <p:nvPicPr>
              <p:cNvPr id="171" name="Ink 170">
                <a:extLst>
                  <a:ext uri="{FF2B5EF4-FFF2-40B4-BE49-F238E27FC236}">
                    <a16:creationId xmlns:a16="http://schemas.microsoft.com/office/drawing/2014/main" id="{1A5EB570-4612-3B26-A755-7AACEEF43632}"/>
                  </a:ext>
                </a:extLst>
              </p:cNvPr>
              <p:cNvPicPr/>
              <p:nvPr/>
            </p:nvPicPr>
            <p:blipFill>
              <a:blip r:embed="rId31"/>
              <a:stretch>
                <a:fillRect/>
              </a:stretch>
            </p:blipFill>
            <p:spPr>
              <a:xfrm>
                <a:off x="2466301" y="4173217"/>
                <a:ext cx="172613" cy="21489"/>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2" name="Ink 191">
                <a:extLst>
                  <a:ext uri="{FF2B5EF4-FFF2-40B4-BE49-F238E27FC236}">
                    <a16:creationId xmlns:a16="http://schemas.microsoft.com/office/drawing/2014/main" id="{E8D5FA47-79AC-3F92-CE4D-3E96B2919114}"/>
                  </a:ext>
                </a:extLst>
              </p14:cNvPr>
              <p14:cNvContentPartPr/>
              <p14:nvPr/>
            </p14:nvContentPartPr>
            <p14:xfrm>
              <a:off x="3987983" y="4476216"/>
              <a:ext cx="141088" cy="195702"/>
            </p14:xfrm>
          </p:contentPart>
        </mc:Choice>
        <mc:Fallback xmlns="">
          <p:pic>
            <p:nvPicPr>
              <p:cNvPr id="192" name="Ink 191">
                <a:extLst>
                  <a:ext uri="{FF2B5EF4-FFF2-40B4-BE49-F238E27FC236}">
                    <a16:creationId xmlns:a16="http://schemas.microsoft.com/office/drawing/2014/main" id="{E8D5FA47-79AC-3F92-CE4D-3E96B2919114}"/>
                  </a:ext>
                </a:extLst>
              </p:cNvPr>
              <p:cNvPicPr/>
              <p:nvPr/>
            </p:nvPicPr>
            <p:blipFill>
              <a:blip r:embed="rId83"/>
              <a:stretch>
                <a:fillRect/>
              </a:stretch>
            </p:blipFill>
            <p:spPr>
              <a:xfrm>
                <a:off x="3983664" y="4471899"/>
                <a:ext cx="149726" cy="204336"/>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93" name="Ink 192">
                <a:extLst>
                  <a:ext uri="{FF2B5EF4-FFF2-40B4-BE49-F238E27FC236}">
                    <a16:creationId xmlns:a16="http://schemas.microsoft.com/office/drawing/2014/main" id="{03686206-8D73-0D37-E634-F3D2FC1032CE}"/>
                  </a:ext>
                </a:extLst>
              </p14:cNvPr>
              <p14:cNvContentPartPr/>
              <p14:nvPr/>
            </p14:nvContentPartPr>
            <p14:xfrm>
              <a:off x="4173261" y="4541607"/>
              <a:ext cx="70810" cy="62794"/>
            </p14:xfrm>
          </p:contentPart>
        </mc:Choice>
        <mc:Fallback xmlns="">
          <p:pic>
            <p:nvPicPr>
              <p:cNvPr id="193" name="Ink 192">
                <a:extLst>
                  <a:ext uri="{FF2B5EF4-FFF2-40B4-BE49-F238E27FC236}">
                    <a16:creationId xmlns:a16="http://schemas.microsoft.com/office/drawing/2014/main" id="{03686206-8D73-0D37-E634-F3D2FC1032CE}"/>
                  </a:ext>
                </a:extLst>
              </p:cNvPr>
              <p:cNvPicPr/>
              <p:nvPr/>
            </p:nvPicPr>
            <p:blipFill>
              <a:blip r:embed="rId85"/>
              <a:stretch>
                <a:fillRect/>
              </a:stretch>
            </p:blipFill>
            <p:spPr>
              <a:xfrm>
                <a:off x="4168948" y="4537276"/>
                <a:ext cx="79437" cy="71455"/>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4" name="Ink 193">
                <a:extLst>
                  <a:ext uri="{FF2B5EF4-FFF2-40B4-BE49-F238E27FC236}">
                    <a16:creationId xmlns:a16="http://schemas.microsoft.com/office/drawing/2014/main" id="{02A025A2-3E66-F092-9EA8-E8CA0D89855E}"/>
                  </a:ext>
                </a:extLst>
              </p14:cNvPr>
              <p14:cNvContentPartPr/>
              <p14:nvPr/>
            </p14:nvContentPartPr>
            <p14:xfrm>
              <a:off x="4243806" y="4507377"/>
              <a:ext cx="8519" cy="4957"/>
            </p14:xfrm>
          </p:contentPart>
        </mc:Choice>
        <mc:Fallback xmlns="">
          <p:pic>
            <p:nvPicPr>
              <p:cNvPr id="194" name="Ink 193">
                <a:extLst>
                  <a:ext uri="{FF2B5EF4-FFF2-40B4-BE49-F238E27FC236}">
                    <a16:creationId xmlns:a16="http://schemas.microsoft.com/office/drawing/2014/main" id="{02A025A2-3E66-F092-9EA8-E8CA0D89855E}"/>
                  </a:ext>
                </a:extLst>
              </p:cNvPr>
              <p:cNvPicPr/>
              <p:nvPr/>
            </p:nvPicPr>
            <p:blipFill>
              <a:blip r:embed="rId87"/>
              <a:stretch>
                <a:fillRect/>
              </a:stretch>
            </p:blipFill>
            <p:spPr>
              <a:xfrm>
                <a:off x="4239717" y="4503128"/>
                <a:ext cx="16697" cy="13455"/>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95" name="Ink 194">
                <a:extLst>
                  <a:ext uri="{FF2B5EF4-FFF2-40B4-BE49-F238E27FC236}">
                    <a16:creationId xmlns:a16="http://schemas.microsoft.com/office/drawing/2014/main" id="{5C77C4B5-9820-B987-D4C7-20EF8129FC74}"/>
                  </a:ext>
                </a:extLst>
              </p14:cNvPr>
              <p14:cNvContentPartPr/>
              <p14:nvPr/>
            </p14:nvContentPartPr>
            <p14:xfrm>
              <a:off x="4364663" y="4509502"/>
              <a:ext cx="6123" cy="97969"/>
            </p14:xfrm>
          </p:contentPart>
        </mc:Choice>
        <mc:Fallback xmlns="">
          <p:pic>
            <p:nvPicPr>
              <p:cNvPr id="195" name="Ink 194">
                <a:extLst>
                  <a:ext uri="{FF2B5EF4-FFF2-40B4-BE49-F238E27FC236}">
                    <a16:creationId xmlns:a16="http://schemas.microsoft.com/office/drawing/2014/main" id="{5C77C4B5-9820-B987-D4C7-20EF8129FC74}"/>
                  </a:ext>
                </a:extLst>
              </p:cNvPr>
              <p:cNvPicPr/>
              <p:nvPr/>
            </p:nvPicPr>
            <p:blipFill>
              <a:blip r:embed="rId89"/>
              <a:stretch>
                <a:fillRect/>
              </a:stretch>
            </p:blipFill>
            <p:spPr>
              <a:xfrm>
                <a:off x="4360341" y="4505180"/>
                <a:ext cx="14767" cy="106613"/>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6" name="Ink 195">
                <a:extLst>
                  <a:ext uri="{FF2B5EF4-FFF2-40B4-BE49-F238E27FC236}">
                    <a16:creationId xmlns:a16="http://schemas.microsoft.com/office/drawing/2014/main" id="{B6381DAE-E79B-C663-A52E-6CFDD34C58F6}"/>
                  </a:ext>
                </a:extLst>
              </p14:cNvPr>
              <p14:cNvContentPartPr/>
              <p14:nvPr/>
            </p14:nvContentPartPr>
            <p14:xfrm>
              <a:off x="4338574" y="4555771"/>
              <a:ext cx="68415" cy="9207"/>
            </p14:xfrm>
          </p:contentPart>
        </mc:Choice>
        <mc:Fallback xmlns="">
          <p:pic>
            <p:nvPicPr>
              <p:cNvPr id="196" name="Ink 195">
                <a:extLst>
                  <a:ext uri="{FF2B5EF4-FFF2-40B4-BE49-F238E27FC236}">
                    <a16:creationId xmlns:a16="http://schemas.microsoft.com/office/drawing/2014/main" id="{B6381DAE-E79B-C663-A52E-6CFDD34C58F6}"/>
                  </a:ext>
                </a:extLst>
              </p:cNvPr>
              <p:cNvPicPr/>
              <p:nvPr/>
            </p:nvPicPr>
            <p:blipFill>
              <a:blip r:embed="rId91"/>
              <a:stretch>
                <a:fillRect/>
              </a:stretch>
            </p:blipFill>
            <p:spPr>
              <a:xfrm>
                <a:off x="4334253" y="4551522"/>
                <a:ext cx="77057" cy="17706"/>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97" name="Ink 196">
                <a:extLst>
                  <a:ext uri="{FF2B5EF4-FFF2-40B4-BE49-F238E27FC236}">
                    <a16:creationId xmlns:a16="http://schemas.microsoft.com/office/drawing/2014/main" id="{20AC8BA6-4128-2042-5521-697F7755A643}"/>
                  </a:ext>
                </a:extLst>
              </p14:cNvPr>
              <p14:cNvContentPartPr/>
              <p14:nvPr/>
            </p14:nvContentPartPr>
            <p14:xfrm>
              <a:off x="4511341" y="4504072"/>
              <a:ext cx="15174" cy="84513"/>
            </p14:xfrm>
          </p:contentPart>
        </mc:Choice>
        <mc:Fallback xmlns="">
          <p:pic>
            <p:nvPicPr>
              <p:cNvPr id="197" name="Ink 196">
                <a:extLst>
                  <a:ext uri="{FF2B5EF4-FFF2-40B4-BE49-F238E27FC236}">
                    <a16:creationId xmlns:a16="http://schemas.microsoft.com/office/drawing/2014/main" id="{20AC8BA6-4128-2042-5521-697F7755A643}"/>
                  </a:ext>
                </a:extLst>
              </p:cNvPr>
              <p:cNvPicPr/>
              <p:nvPr/>
            </p:nvPicPr>
            <p:blipFill>
              <a:blip r:embed="rId93"/>
              <a:stretch>
                <a:fillRect/>
              </a:stretch>
            </p:blipFill>
            <p:spPr>
              <a:xfrm>
                <a:off x="4507006" y="4499775"/>
                <a:ext cx="23845" cy="93108"/>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8" name="Ink 197">
                <a:extLst>
                  <a:ext uri="{FF2B5EF4-FFF2-40B4-BE49-F238E27FC236}">
                    <a16:creationId xmlns:a16="http://schemas.microsoft.com/office/drawing/2014/main" id="{C837555A-4936-D38F-7B42-C24DBE51170A}"/>
                  </a:ext>
                </a:extLst>
              </p14:cNvPr>
              <p14:cNvContentPartPr/>
              <p14:nvPr/>
            </p14:nvContentPartPr>
            <p14:xfrm>
              <a:off x="4577360" y="4448360"/>
              <a:ext cx="109676" cy="183662"/>
            </p14:xfrm>
          </p:contentPart>
        </mc:Choice>
        <mc:Fallback xmlns="">
          <p:pic>
            <p:nvPicPr>
              <p:cNvPr id="198" name="Ink 197">
                <a:extLst>
                  <a:ext uri="{FF2B5EF4-FFF2-40B4-BE49-F238E27FC236}">
                    <a16:creationId xmlns:a16="http://schemas.microsoft.com/office/drawing/2014/main" id="{C837555A-4936-D38F-7B42-C24DBE51170A}"/>
                  </a:ext>
                </a:extLst>
              </p:cNvPr>
              <p:cNvPicPr/>
              <p:nvPr/>
            </p:nvPicPr>
            <p:blipFill>
              <a:blip r:embed="rId95"/>
              <a:stretch>
                <a:fillRect/>
              </a:stretch>
            </p:blipFill>
            <p:spPr>
              <a:xfrm>
                <a:off x="4573059" y="4444047"/>
                <a:ext cx="118278" cy="192288"/>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99" name="Ink 198">
                <a:extLst>
                  <a:ext uri="{FF2B5EF4-FFF2-40B4-BE49-F238E27FC236}">
                    <a16:creationId xmlns:a16="http://schemas.microsoft.com/office/drawing/2014/main" id="{7F07183F-05C1-512C-E165-3FB49A6A692B}"/>
                  </a:ext>
                </a:extLst>
              </p14:cNvPr>
              <p14:cNvContentPartPr/>
              <p14:nvPr/>
            </p14:nvContentPartPr>
            <p14:xfrm>
              <a:off x="4764236" y="4385565"/>
              <a:ext cx="115533" cy="323887"/>
            </p14:xfrm>
          </p:contentPart>
        </mc:Choice>
        <mc:Fallback xmlns="">
          <p:pic>
            <p:nvPicPr>
              <p:cNvPr id="199" name="Ink 198">
                <a:extLst>
                  <a:ext uri="{FF2B5EF4-FFF2-40B4-BE49-F238E27FC236}">
                    <a16:creationId xmlns:a16="http://schemas.microsoft.com/office/drawing/2014/main" id="{7F07183F-05C1-512C-E165-3FB49A6A692B}"/>
                  </a:ext>
                </a:extLst>
              </p:cNvPr>
              <p:cNvPicPr/>
              <p:nvPr/>
            </p:nvPicPr>
            <p:blipFill>
              <a:blip r:embed="rId97"/>
              <a:stretch>
                <a:fillRect/>
              </a:stretch>
            </p:blipFill>
            <p:spPr>
              <a:xfrm>
                <a:off x="4759917" y="4381247"/>
                <a:ext cx="124171" cy="332524"/>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00" name="Ink 199">
                <a:extLst>
                  <a:ext uri="{FF2B5EF4-FFF2-40B4-BE49-F238E27FC236}">
                    <a16:creationId xmlns:a16="http://schemas.microsoft.com/office/drawing/2014/main" id="{AB541878-4144-B429-A6F5-FB00ACFB84DC}"/>
                  </a:ext>
                </a:extLst>
              </p14:cNvPr>
              <p14:cNvContentPartPr/>
              <p14:nvPr/>
            </p14:nvContentPartPr>
            <p14:xfrm>
              <a:off x="5168867" y="4448832"/>
              <a:ext cx="151737" cy="271716"/>
            </p14:xfrm>
          </p:contentPart>
        </mc:Choice>
        <mc:Fallback xmlns="">
          <p:pic>
            <p:nvPicPr>
              <p:cNvPr id="200" name="Ink 199">
                <a:extLst>
                  <a:ext uri="{FF2B5EF4-FFF2-40B4-BE49-F238E27FC236}">
                    <a16:creationId xmlns:a16="http://schemas.microsoft.com/office/drawing/2014/main" id="{AB541878-4144-B429-A6F5-FB00ACFB84DC}"/>
                  </a:ext>
                </a:extLst>
              </p:cNvPr>
              <p:cNvPicPr/>
              <p:nvPr/>
            </p:nvPicPr>
            <p:blipFill>
              <a:blip r:embed="rId99"/>
              <a:stretch>
                <a:fillRect/>
              </a:stretch>
            </p:blipFill>
            <p:spPr>
              <a:xfrm>
                <a:off x="5164552" y="4444519"/>
                <a:ext cx="160367" cy="280342"/>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02" name="Ink 201">
                <a:extLst>
                  <a:ext uri="{FF2B5EF4-FFF2-40B4-BE49-F238E27FC236}">
                    <a16:creationId xmlns:a16="http://schemas.microsoft.com/office/drawing/2014/main" id="{1B455885-C812-23E6-5436-333118A26342}"/>
                  </a:ext>
                </a:extLst>
              </p14:cNvPr>
              <p14:cNvContentPartPr/>
              <p14:nvPr/>
            </p14:nvContentPartPr>
            <p14:xfrm>
              <a:off x="3258316" y="4473619"/>
              <a:ext cx="318115" cy="157694"/>
            </p14:xfrm>
          </p:contentPart>
        </mc:Choice>
        <mc:Fallback xmlns="">
          <p:pic>
            <p:nvPicPr>
              <p:cNvPr id="202" name="Ink 201">
                <a:extLst>
                  <a:ext uri="{FF2B5EF4-FFF2-40B4-BE49-F238E27FC236}">
                    <a16:creationId xmlns:a16="http://schemas.microsoft.com/office/drawing/2014/main" id="{1B455885-C812-23E6-5436-333118A26342}"/>
                  </a:ext>
                </a:extLst>
              </p:cNvPr>
              <p:cNvPicPr/>
              <p:nvPr/>
            </p:nvPicPr>
            <p:blipFill>
              <a:blip r:embed="rId103"/>
              <a:stretch>
                <a:fillRect/>
              </a:stretch>
            </p:blipFill>
            <p:spPr>
              <a:xfrm>
                <a:off x="3253998" y="4469299"/>
                <a:ext cx="326752" cy="166335"/>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03" name="Ink 202">
                <a:extLst>
                  <a:ext uri="{FF2B5EF4-FFF2-40B4-BE49-F238E27FC236}">
                    <a16:creationId xmlns:a16="http://schemas.microsoft.com/office/drawing/2014/main" id="{F37E7090-2035-5ADF-15DC-91DDFFC2B001}"/>
                  </a:ext>
                </a:extLst>
              </p14:cNvPr>
              <p14:cNvContentPartPr/>
              <p14:nvPr/>
            </p14:nvContentPartPr>
            <p14:xfrm>
              <a:off x="2208405" y="4877062"/>
              <a:ext cx="2130" cy="1889"/>
            </p14:xfrm>
          </p:contentPart>
        </mc:Choice>
        <mc:Fallback xmlns="">
          <p:pic>
            <p:nvPicPr>
              <p:cNvPr id="203" name="Ink 202">
                <a:extLst>
                  <a:ext uri="{FF2B5EF4-FFF2-40B4-BE49-F238E27FC236}">
                    <a16:creationId xmlns:a16="http://schemas.microsoft.com/office/drawing/2014/main" id="{F37E7090-2035-5ADF-15DC-91DDFFC2B001}"/>
                  </a:ext>
                </a:extLst>
              </p:cNvPr>
              <p:cNvPicPr/>
              <p:nvPr/>
            </p:nvPicPr>
            <p:blipFill>
              <a:blip r:embed="rId87"/>
              <a:stretch>
                <a:fillRect/>
              </a:stretch>
            </p:blipFill>
            <p:spPr>
              <a:xfrm>
                <a:off x="2204145" y="4872528"/>
                <a:ext cx="10650" cy="10956"/>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04" name="Ink 203">
                <a:extLst>
                  <a:ext uri="{FF2B5EF4-FFF2-40B4-BE49-F238E27FC236}">
                    <a16:creationId xmlns:a16="http://schemas.microsoft.com/office/drawing/2014/main" id="{13076DA5-4B69-82F7-6C7A-20308AA8178E}"/>
                  </a:ext>
                </a:extLst>
              </p14:cNvPr>
              <p14:cNvContentPartPr/>
              <p14:nvPr/>
            </p14:nvContentPartPr>
            <p14:xfrm>
              <a:off x="2213196" y="4873993"/>
              <a:ext cx="5590" cy="3305"/>
            </p14:xfrm>
          </p:contentPart>
        </mc:Choice>
        <mc:Fallback xmlns="">
          <p:pic>
            <p:nvPicPr>
              <p:cNvPr id="204" name="Ink 203">
                <a:extLst>
                  <a:ext uri="{FF2B5EF4-FFF2-40B4-BE49-F238E27FC236}">
                    <a16:creationId xmlns:a16="http://schemas.microsoft.com/office/drawing/2014/main" id="{13076DA5-4B69-82F7-6C7A-20308AA8178E}"/>
                  </a:ext>
                </a:extLst>
              </p:cNvPr>
              <p:cNvPicPr/>
              <p:nvPr/>
            </p:nvPicPr>
            <p:blipFill>
              <a:blip r:embed="rId106"/>
              <a:stretch>
                <a:fillRect/>
              </a:stretch>
            </p:blipFill>
            <p:spPr>
              <a:xfrm>
                <a:off x="2209003" y="4870027"/>
                <a:ext cx="13975" cy="11237"/>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05" name="Ink 204">
                <a:extLst>
                  <a:ext uri="{FF2B5EF4-FFF2-40B4-BE49-F238E27FC236}">
                    <a16:creationId xmlns:a16="http://schemas.microsoft.com/office/drawing/2014/main" id="{92ABE478-DFC3-420F-D351-3EA07135D9ED}"/>
                  </a:ext>
                </a:extLst>
              </p14:cNvPr>
              <p14:cNvContentPartPr/>
              <p14:nvPr/>
            </p14:nvContentPartPr>
            <p14:xfrm>
              <a:off x="2111617" y="4776943"/>
              <a:ext cx="109676" cy="183898"/>
            </p14:xfrm>
          </p:contentPart>
        </mc:Choice>
        <mc:Fallback xmlns="">
          <p:pic>
            <p:nvPicPr>
              <p:cNvPr id="205" name="Ink 204">
                <a:extLst>
                  <a:ext uri="{FF2B5EF4-FFF2-40B4-BE49-F238E27FC236}">
                    <a16:creationId xmlns:a16="http://schemas.microsoft.com/office/drawing/2014/main" id="{92ABE478-DFC3-420F-D351-3EA07135D9ED}"/>
                  </a:ext>
                </a:extLst>
              </p:cNvPr>
              <p:cNvPicPr/>
              <p:nvPr/>
            </p:nvPicPr>
            <p:blipFill>
              <a:blip r:embed="rId108"/>
              <a:stretch>
                <a:fillRect/>
              </a:stretch>
            </p:blipFill>
            <p:spPr>
              <a:xfrm>
                <a:off x="2107302" y="4772624"/>
                <a:ext cx="118306" cy="192535"/>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06" name="Ink 205">
                <a:extLst>
                  <a:ext uri="{FF2B5EF4-FFF2-40B4-BE49-F238E27FC236}">
                    <a16:creationId xmlns:a16="http://schemas.microsoft.com/office/drawing/2014/main" id="{3B715B4E-5581-DA44-C761-DEC8BE44CAB9}"/>
                  </a:ext>
                </a:extLst>
              </p14:cNvPr>
              <p14:cNvContentPartPr/>
              <p14:nvPr/>
            </p14:nvContentPartPr>
            <p14:xfrm>
              <a:off x="2085795" y="4851305"/>
              <a:ext cx="134966" cy="15817"/>
            </p14:xfrm>
          </p:contentPart>
        </mc:Choice>
        <mc:Fallback xmlns="">
          <p:pic>
            <p:nvPicPr>
              <p:cNvPr id="206" name="Ink 205">
                <a:extLst>
                  <a:ext uri="{FF2B5EF4-FFF2-40B4-BE49-F238E27FC236}">
                    <a16:creationId xmlns:a16="http://schemas.microsoft.com/office/drawing/2014/main" id="{3B715B4E-5581-DA44-C761-DEC8BE44CAB9}"/>
                  </a:ext>
                </a:extLst>
              </p:cNvPr>
              <p:cNvPicPr/>
              <p:nvPr/>
            </p:nvPicPr>
            <p:blipFill>
              <a:blip r:embed="rId110"/>
              <a:stretch>
                <a:fillRect/>
              </a:stretch>
            </p:blipFill>
            <p:spPr>
              <a:xfrm>
                <a:off x="2081476" y="4846991"/>
                <a:ext cx="143604" cy="24444"/>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07" name="Ink 206">
                <a:extLst>
                  <a:ext uri="{FF2B5EF4-FFF2-40B4-BE49-F238E27FC236}">
                    <a16:creationId xmlns:a16="http://schemas.microsoft.com/office/drawing/2014/main" id="{BA848E01-CDCA-4439-7375-1E6BE5880D04}"/>
                  </a:ext>
                </a:extLst>
              </p14:cNvPr>
              <p14:cNvContentPartPr/>
              <p14:nvPr/>
            </p14:nvContentPartPr>
            <p14:xfrm>
              <a:off x="2205854" y="4883410"/>
              <a:ext cx="59097" cy="49339"/>
            </p14:xfrm>
          </p:contentPart>
        </mc:Choice>
        <mc:Fallback xmlns="">
          <p:pic>
            <p:nvPicPr>
              <p:cNvPr id="207" name="Ink 206">
                <a:extLst>
                  <a:ext uri="{FF2B5EF4-FFF2-40B4-BE49-F238E27FC236}">
                    <a16:creationId xmlns:a16="http://schemas.microsoft.com/office/drawing/2014/main" id="{BA848E01-CDCA-4439-7375-1E6BE5880D04}"/>
                  </a:ext>
                </a:extLst>
              </p:cNvPr>
              <p:cNvPicPr/>
              <p:nvPr/>
            </p:nvPicPr>
            <p:blipFill>
              <a:blip r:embed="rId112"/>
              <a:stretch>
                <a:fillRect/>
              </a:stretch>
            </p:blipFill>
            <p:spPr>
              <a:xfrm>
                <a:off x="2201530" y="4879088"/>
                <a:ext cx="67745" cy="57982"/>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08" name="Ink 207">
                <a:extLst>
                  <a:ext uri="{FF2B5EF4-FFF2-40B4-BE49-F238E27FC236}">
                    <a16:creationId xmlns:a16="http://schemas.microsoft.com/office/drawing/2014/main" id="{967C42CB-54C5-1F98-5F1F-7F7676FC43C7}"/>
                  </a:ext>
                </a:extLst>
              </p14:cNvPr>
              <p14:cNvContentPartPr/>
              <p14:nvPr/>
            </p14:nvContentPartPr>
            <p14:xfrm>
              <a:off x="2292636" y="4895213"/>
              <a:ext cx="158126" cy="54296"/>
            </p14:xfrm>
          </p:contentPart>
        </mc:Choice>
        <mc:Fallback xmlns="">
          <p:pic>
            <p:nvPicPr>
              <p:cNvPr id="208" name="Ink 207">
                <a:extLst>
                  <a:ext uri="{FF2B5EF4-FFF2-40B4-BE49-F238E27FC236}">
                    <a16:creationId xmlns:a16="http://schemas.microsoft.com/office/drawing/2014/main" id="{967C42CB-54C5-1F98-5F1F-7F7676FC43C7}"/>
                  </a:ext>
                </a:extLst>
              </p:cNvPr>
              <p:cNvPicPr/>
              <p:nvPr/>
            </p:nvPicPr>
            <p:blipFill>
              <a:blip r:embed="rId114"/>
              <a:stretch>
                <a:fillRect/>
              </a:stretch>
            </p:blipFill>
            <p:spPr>
              <a:xfrm>
                <a:off x="2288314" y="4890898"/>
                <a:ext cx="166771" cy="62926"/>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9" name="Ink 208">
                <a:extLst>
                  <a:ext uri="{FF2B5EF4-FFF2-40B4-BE49-F238E27FC236}">
                    <a16:creationId xmlns:a16="http://schemas.microsoft.com/office/drawing/2014/main" id="{609CB689-4ECD-4E1A-E349-C1BECE93EBBB}"/>
                  </a:ext>
                </a:extLst>
              </p14:cNvPr>
              <p14:cNvContentPartPr/>
              <p14:nvPr/>
            </p14:nvContentPartPr>
            <p14:xfrm>
              <a:off x="2439848" y="4878925"/>
              <a:ext cx="26887" cy="155098"/>
            </p14:xfrm>
          </p:contentPart>
        </mc:Choice>
        <mc:Fallback xmlns="">
          <p:pic>
            <p:nvPicPr>
              <p:cNvPr id="209" name="Ink 208">
                <a:extLst>
                  <a:ext uri="{FF2B5EF4-FFF2-40B4-BE49-F238E27FC236}">
                    <a16:creationId xmlns:a16="http://schemas.microsoft.com/office/drawing/2014/main" id="{609CB689-4ECD-4E1A-E349-C1BECE93EBBB}"/>
                  </a:ext>
                </a:extLst>
              </p:cNvPr>
              <p:cNvPicPr/>
              <p:nvPr/>
            </p:nvPicPr>
            <p:blipFill>
              <a:blip r:embed="rId116"/>
              <a:stretch>
                <a:fillRect/>
              </a:stretch>
            </p:blipFill>
            <p:spPr>
              <a:xfrm>
                <a:off x="2435603" y="4874617"/>
                <a:ext cx="35378" cy="163715"/>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10" name="Ink 209">
                <a:extLst>
                  <a:ext uri="{FF2B5EF4-FFF2-40B4-BE49-F238E27FC236}">
                    <a16:creationId xmlns:a16="http://schemas.microsoft.com/office/drawing/2014/main" id="{DFEC05CD-6B88-5BEC-E4B4-61835C05ADDB}"/>
                  </a:ext>
                </a:extLst>
              </p14:cNvPr>
              <p14:cNvContentPartPr/>
              <p14:nvPr/>
            </p14:nvContentPartPr>
            <p14:xfrm>
              <a:off x="2474720" y="4890728"/>
              <a:ext cx="72141" cy="27856"/>
            </p14:xfrm>
          </p:contentPart>
        </mc:Choice>
        <mc:Fallback xmlns="">
          <p:pic>
            <p:nvPicPr>
              <p:cNvPr id="210" name="Ink 209">
                <a:extLst>
                  <a:ext uri="{FF2B5EF4-FFF2-40B4-BE49-F238E27FC236}">
                    <a16:creationId xmlns:a16="http://schemas.microsoft.com/office/drawing/2014/main" id="{DFEC05CD-6B88-5BEC-E4B4-61835C05ADDB}"/>
                  </a:ext>
                </a:extLst>
              </p:cNvPr>
              <p:cNvPicPr/>
              <p:nvPr/>
            </p:nvPicPr>
            <p:blipFill>
              <a:blip r:embed="rId118"/>
              <a:stretch>
                <a:fillRect/>
              </a:stretch>
            </p:blipFill>
            <p:spPr>
              <a:xfrm>
                <a:off x="2470413" y="4886387"/>
                <a:ext cx="80755" cy="36538"/>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11" name="Ink 210">
                <a:extLst>
                  <a:ext uri="{FF2B5EF4-FFF2-40B4-BE49-F238E27FC236}">
                    <a16:creationId xmlns:a16="http://schemas.microsoft.com/office/drawing/2014/main" id="{198CF21B-78BD-8FA6-BE7C-9ECF3DD5F3F9}"/>
                  </a:ext>
                </a:extLst>
              </p14:cNvPr>
              <p14:cNvContentPartPr/>
              <p14:nvPr/>
            </p14:nvContentPartPr>
            <p14:xfrm>
              <a:off x="2637371" y="4873023"/>
              <a:ext cx="68148" cy="12276"/>
            </p14:xfrm>
          </p:contentPart>
        </mc:Choice>
        <mc:Fallback xmlns="">
          <p:pic>
            <p:nvPicPr>
              <p:cNvPr id="211" name="Ink 210">
                <a:extLst>
                  <a:ext uri="{FF2B5EF4-FFF2-40B4-BE49-F238E27FC236}">
                    <a16:creationId xmlns:a16="http://schemas.microsoft.com/office/drawing/2014/main" id="{198CF21B-78BD-8FA6-BE7C-9ECF3DD5F3F9}"/>
                  </a:ext>
                </a:extLst>
              </p:cNvPr>
              <p:cNvPicPr/>
              <p:nvPr/>
            </p:nvPicPr>
            <p:blipFill>
              <a:blip r:embed="rId120"/>
              <a:stretch>
                <a:fillRect/>
              </a:stretch>
            </p:blipFill>
            <p:spPr>
              <a:xfrm>
                <a:off x="2633067" y="4868690"/>
                <a:ext cx="76756" cy="20941"/>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12" name="Ink 211">
                <a:extLst>
                  <a:ext uri="{FF2B5EF4-FFF2-40B4-BE49-F238E27FC236}">
                    <a16:creationId xmlns:a16="http://schemas.microsoft.com/office/drawing/2014/main" id="{00329463-AC8C-945D-6306-6BEC0D511F32}"/>
                  </a:ext>
                </a:extLst>
              </p14:cNvPr>
              <p14:cNvContentPartPr/>
              <p14:nvPr/>
            </p14:nvContentPartPr>
            <p14:xfrm>
              <a:off x="2627256" y="4930860"/>
              <a:ext cx="86783" cy="11803"/>
            </p14:xfrm>
          </p:contentPart>
        </mc:Choice>
        <mc:Fallback xmlns="">
          <p:pic>
            <p:nvPicPr>
              <p:cNvPr id="212" name="Ink 211">
                <a:extLst>
                  <a:ext uri="{FF2B5EF4-FFF2-40B4-BE49-F238E27FC236}">
                    <a16:creationId xmlns:a16="http://schemas.microsoft.com/office/drawing/2014/main" id="{00329463-AC8C-945D-6306-6BEC0D511F32}"/>
                  </a:ext>
                </a:extLst>
              </p:cNvPr>
              <p:cNvPicPr/>
              <p:nvPr/>
            </p:nvPicPr>
            <p:blipFill>
              <a:blip r:embed="rId122"/>
              <a:stretch>
                <a:fillRect/>
              </a:stretch>
            </p:blipFill>
            <p:spPr>
              <a:xfrm>
                <a:off x="2622935" y="4926568"/>
                <a:ext cx="95425" cy="20387"/>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13" name="Ink 212">
                <a:extLst>
                  <a:ext uri="{FF2B5EF4-FFF2-40B4-BE49-F238E27FC236}">
                    <a16:creationId xmlns:a16="http://schemas.microsoft.com/office/drawing/2014/main" id="{06AF5233-318F-D3E7-B2B1-A67A6C783C2C}"/>
                  </a:ext>
                </a:extLst>
              </p14:cNvPr>
              <p14:cNvContentPartPr/>
              <p14:nvPr/>
            </p14:nvContentPartPr>
            <p14:xfrm>
              <a:off x="2862048" y="4854846"/>
              <a:ext cx="109410" cy="55476"/>
            </p14:xfrm>
          </p:contentPart>
        </mc:Choice>
        <mc:Fallback xmlns="">
          <p:pic>
            <p:nvPicPr>
              <p:cNvPr id="213" name="Ink 212">
                <a:extLst>
                  <a:ext uri="{FF2B5EF4-FFF2-40B4-BE49-F238E27FC236}">
                    <a16:creationId xmlns:a16="http://schemas.microsoft.com/office/drawing/2014/main" id="{06AF5233-318F-D3E7-B2B1-A67A6C783C2C}"/>
                  </a:ext>
                </a:extLst>
              </p:cNvPr>
              <p:cNvPicPr/>
              <p:nvPr/>
            </p:nvPicPr>
            <p:blipFill>
              <a:blip r:embed="rId124"/>
              <a:stretch>
                <a:fillRect/>
              </a:stretch>
            </p:blipFill>
            <p:spPr>
              <a:xfrm>
                <a:off x="2857743" y="4850523"/>
                <a:ext cx="118019" cy="64122"/>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14" name="Ink 213">
                <a:extLst>
                  <a:ext uri="{FF2B5EF4-FFF2-40B4-BE49-F238E27FC236}">
                    <a16:creationId xmlns:a16="http://schemas.microsoft.com/office/drawing/2014/main" id="{B1393EBC-3180-5B5F-D4C9-C9EB74FB0AEF}"/>
                  </a:ext>
                </a:extLst>
              </p14:cNvPr>
              <p14:cNvContentPartPr/>
              <p14:nvPr/>
            </p14:nvContentPartPr>
            <p14:xfrm>
              <a:off x="2998079" y="4781664"/>
              <a:ext cx="175695" cy="182010"/>
            </p14:xfrm>
          </p:contentPart>
        </mc:Choice>
        <mc:Fallback xmlns="">
          <p:pic>
            <p:nvPicPr>
              <p:cNvPr id="214" name="Ink 213">
                <a:extLst>
                  <a:ext uri="{FF2B5EF4-FFF2-40B4-BE49-F238E27FC236}">
                    <a16:creationId xmlns:a16="http://schemas.microsoft.com/office/drawing/2014/main" id="{B1393EBC-3180-5B5F-D4C9-C9EB74FB0AEF}"/>
                  </a:ext>
                </a:extLst>
              </p:cNvPr>
              <p:cNvPicPr/>
              <p:nvPr/>
            </p:nvPicPr>
            <p:blipFill>
              <a:blip r:embed="rId126"/>
              <a:stretch>
                <a:fillRect/>
              </a:stretch>
            </p:blipFill>
            <p:spPr>
              <a:xfrm>
                <a:off x="2993759" y="4777348"/>
                <a:ext cx="184336" cy="190643"/>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15" name="Ink 214">
                <a:extLst>
                  <a:ext uri="{FF2B5EF4-FFF2-40B4-BE49-F238E27FC236}">
                    <a16:creationId xmlns:a16="http://schemas.microsoft.com/office/drawing/2014/main" id="{53D9C64C-B03A-121D-617B-5ACDF70A0676}"/>
                  </a:ext>
                </a:extLst>
              </p14:cNvPr>
              <p14:cNvContentPartPr/>
              <p14:nvPr/>
            </p14:nvContentPartPr>
            <p14:xfrm>
              <a:off x="3170579" y="4876328"/>
              <a:ext cx="60162" cy="48394"/>
            </p14:xfrm>
          </p:contentPart>
        </mc:Choice>
        <mc:Fallback xmlns="">
          <p:pic>
            <p:nvPicPr>
              <p:cNvPr id="215" name="Ink 214">
                <a:extLst>
                  <a:ext uri="{FF2B5EF4-FFF2-40B4-BE49-F238E27FC236}">
                    <a16:creationId xmlns:a16="http://schemas.microsoft.com/office/drawing/2014/main" id="{53D9C64C-B03A-121D-617B-5ACDF70A0676}"/>
                  </a:ext>
                </a:extLst>
              </p:cNvPr>
              <p:cNvPicPr/>
              <p:nvPr/>
            </p:nvPicPr>
            <p:blipFill>
              <a:blip r:embed="rId128"/>
              <a:stretch>
                <a:fillRect/>
              </a:stretch>
            </p:blipFill>
            <p:spPr>
              <a:xfrm>
                <a:off x="3166256" y="4872026"/>
                <a:ext cx="68808" cy="56997"/>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16" name="Ink 215">
                <a:extLst>
                  <a:ext uri="{FF2B5EF4-FFF2-40B4-BE49-F238E27FC236}">
                    <a16:creationId xmlns:a16="http://schemas.microsoft.com/office/drawing/2014/main" id="{A022FED0-07EE-3881-A1E5-A99C69C23ACC}"/>
                  </a:ext>
                </a:extLst>
              </p14:cNvPr>
              <p14:cNvContentPartPr/>
              <p14:nvPr/>
            </p14:nvContentPartPr>
            <p14:xfrm>
              <a:off x="3239793" y="4826753"/>
              <a:ext cx="1331" cy="6610"/>
            </p14:xfrm>
          </p:contentPart>
        </mc:Choice>
        <mc:Fallback xmlns="">
          <p:pic>
            <p:nvPicPr>
              <p:cNvPr id="216" name="Ink 215">
                <a:extLst>
                  <a:ext uri="{FF2B5EF4-FFF2-40B4-BE49-F238E27FC236}">
                    <a16:creationId xmlns:a16="http://schemas.microsoft.com/office/drawing/2014/main" id="{A022FED0-07EE-3881-A1E5-A99C69C23ACC}"/>
                  </a:ext>
                </a:extLst>
              </p:cNvPr>
              <p:cNvPicPr/>
              <p:nvPr/>
            </p:nvPicPr>
            <p:blipFill>
              <a:blip r:embed="rId87"/>
              <a:stretch>
                <a:fillRect/>
              </a:stretch>
            </p:blipFill>
            <p:spPr>
              <a:xfrm>
                <a:off x="3235800" y="4822346"/>
                <a:ext cx="9317" cy="15423"/>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17" name="Ink 216">
                <a:extLst>
                  <a:ext uri="{FF2B5EF4-FFF2-40B4-BE49-F238E27FC236}">
                    <a16:creationId xmlns:a16="http://schemas.microsoft.com/office/drawing/2014/main" id="{F399E964-313E-9172-D2A3-BC10C083CE26}"/>
                  </a:ext>
                </a:extLst>
              </p14:cNvPr>
              <p14:cNvContentPartPr/>
              <p14:nvPr/>
            </p14:nvContentPartPr>
            <p14:xfrm>
              <a:off x="3294897" y="4786385"/>
              <a:ext cx="105151" cy="133143"/>
            </p14:xfrm>
          </p:contentPart>
        </mc:Choice>
        <mc:Fallback xmlns="">
          <p:pic>
            <p:nvPicPr>
              <p:cNvPr id="217" name="Ink 216">
                <a:extLst>
                  <a:ext uri="{FF2B5EF4-FFF2-40B4-BE49-F238E27FC236}">
                    <a16:creationId xmlns:a16="http://schemas.microsoft.com/office/drawing/2014/main" id="{F399E964-313E-9172-D2A3-BC10C083CE26}"/>
                  </a:ext>
                </a:extLst>
              </p:cNvPr>
              <p:cNvPicPr/>
              <p:nvPr/>
            </p:nvPicPr>
            <p:blipFill>
              <a:blip r:embed="rId131"/>
              <a:stretch>
                <a:fillRect/>
              </a:stretch>
            </p:blipFill>
            <p:spPr>
              <a:xfrm>
                <a:off x="3290590" y="4782067"/>
                <a:ext cx="113764" cy="141779"/>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18" name="Ink 217">
                <a:extLst>
                  <a:ext uri="{FF2B5EF4-FFF2-40B4-BE49-F238E27FC236}">
                    <a16:creationId xmlns:a16="http://schemas.microsoft.com/office/drawing/2014/main" id="{FA119DAC-CC85-981A-A2EC-F55A940472FC}"/>
                  </a:ext>
                </a:extLst>
              </p14:cNvPr>
              <p14:cNvContentPartPr/>
              <p14:nvPr/>
            </p14:nvContentPartPr>
            <p14:xfrm>
              <a:off x="3475384" y="4849888"/>
              <a:ext cx="12245" cy="23843"/>
            </p14:xfrm>
          </p:contentPart>
        </mc:Choice>
        <mc:Fallback xmlns="">
          <p:pic>
            <p:nvPicPr>
              <p:cNvPr id="218" name="Ink 217">
                <a:extLst>
                  <a:ext uri="{FF2B5EF4-FFF2-40B4-BE49-F238E27FC236}">
                    <a16:creationId xmlns:a16="http://schemas.microsoft.com/office/drawing/2014/main" id="{FA119DAC-CC85-981A-A2EC-F55A940472FC}"/>
                  </a:ext>
                </a:extLst>
              </p:cNvPr>
              <p:cNvPicPr/>
              <p:nvPr/>
            </p:nvPicPr>
            <p:blipFill>
              <a:blip r:embed="rId133"/>
              <a:stretch>
                <a:fillRect/>
              </a:stretch>
            </p:blipFill>
            <p:spPr>
              <a:xfrm>
                <a:off x="3471062" y="4845618"/>
                <a:ext cx="20889" cy="32384"/>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19" name="Ink 218">
                <a:extLst>
                  <a:ext uri="{FF2B5EF4-FFF2-40B4-BE49-F238E27FC236}">
                    <a16:creationId xmlns:a16="http://schemas.microsoft.com/office/drawing/2014/main" id="{33085391-8F3D-3407-9D34-3D91176B5AA4}"/>
                  </a:ext>
                </a:extLst>
              </p14:cNvPr>
              <p14:cNvContentPartPr/>
              <p14:nvPr/>
            </p14:nvContentPartPr>
            <p14:xfrm>
              <a:off x="3403508" y="4947149"/>
              <a:ext cx="52442" cy="82388"/>
            </p14:xfrm>
          </p:contentPart>
        </mc:Choice>
        <mc:Fallback xmlns="">
          <p:pic>
            <p:nvPicPr>
              <p:cNvPr id="219" name="Ink 218">
                <a:extLst>
                  <a:ext uri="{FF2B5EF4-FFF2-40B4-BE49-F238E27FC236}">
                    <a16:creationId xmlns:a16="http://schemas.microsoft.com/office/drawing/2014/main" id="{33085391-8F3D-3407-9D34-3D91176B5AA4}"/>
                  </a:ext>
                </a:extLst>
              </p:cNvPr>
              <p:cNvPicPr/>
              <p:nvPr/>
            </p:nvPicPr>
            <p:blipFill>
              <a:blip r:embed="rId135"/>
              <a:stretch>
                <a:fillRect/>
              </a:stretch>
            </p:blipFill>
            <p:spPr>
              <a:xfrm>
                <a:off x="3399198" y="4942832"/>
                <a:ext cx="61063" cy="91023"/>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0" name="Ink 219">
                <a:extLst>
                  <a:ext uri="{FF2B5EF4-FFF2-40B4-BE49-F238E27FC236}">
                    <a16:creationId xmlns:a16="http://schemas.microsoft.com/office/drawing/2014/main" id="{CD6EBBEA-1D0B-8B68-921E-80B6CAC9AEB3}"/>
                  </a:ext>
                </a:extLst>
              </p14:cNvPr>
              <p14:cNvContentPartPr/>
              <p14:nvPr/>
            </p14:nvContentPartPr>
            <p14:xfrm>
              <a:off x="2094048" y="5145447"/>
              <a:ext cx="108878" cy="63031"/>
            </p14:xfrm>
          </p:contentPart>
        </mc:Choice>
        <mc:Fallback xmlns="">
          <p:pic>
            <p:nvPicPr>
              <p:cNvPr id="220" name="Ink 219">
                <a:extLst>
                  <a:ext uri="{FF2B5EF4-FFF2-40B4-BE49-F238E27FC236}">
                    <a16:creationId xmlns:a16="http://schemas.microsoft.com/office/drawing/2014/main" id="{CD6EBBEA-1D0B-8B68-921E-80B6CAC9AEB3}"/>
                  </a:ext>
                </a:extLst>
              </p:cNvPr>
              <p:cNvPicPr/>
              <p:nvPr/>
            </p:nvPicPr>
            <p:blipFill>
              <a:blip r:embed="rId137"/>
              <a:stretch>
                <a:fillRect/>
              </a:stretch>
            </p:blipFill>
            <p:spPr>
              <a:xfrm>
                <a:off x="2089736" y="5141125"/>
                <a:ext cx="117502" cy="71675"/>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21" name="Ink 220">
                <a:extLst>
                  <a:ext uri="{FF2B5EF4-FFF2-40B4-BE49-F238E27FC236}">
                    <a16:creationId xmlns:a16="http://schemas.microsoft.com/office/drawing/2014/main" id="{0EA31252-E108-AB0E-5B71-32968088DADC}"/>
                  </a:ext>
                </a:extLst>
              </p14:cNvPr>
              <p14:cNvContentPartPr/>
              <p14:nvPr/>
            </p14:nvContentPartPr>
            <p14:xfrm>
              <a:off x="2233007" y="5103899"/>
              <a:ext cx="119526" cy="173039"/>
            </p14:xfrm>
          </p:contentPart>
        </mc:Choice>
        <mc:Fallback xmlns="">
          <p:pic>
            <p:nvPicPr>
              <p:cNvPr id="221" name="Ink 220">
                <a:extLst>
                  <a:ext uri="{FF2B5EF4-FFF2-40B4-BE49-F238E27FC236}">
                    <a16:creationId xmlns:a16="http://schemas.microsoft.com/office/drawing/2014/main" id="{0EA31252-E108-AB0E-5B71-32968088DADC}"/>
                  </a:ext>
                </a:extLst>
              </p:cNvPr>
              <p:cNvPicPr/>
              <p:nvPr/>
            </p:nvPicPr>
            <p:blipFill>
              <a:blip r:embed="rId139"/>
              <a:stretch>
                <a:fillRect/>
              </a:stretch>
            </p:blipFill>
            <p:spPr>
              <a:xfrm>
                <a:off x="2228687" y="5099573"/>
                <a:ext cx="128166" cy="181691"/>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2" name="Ink 221">
                <a:extLst>
                  <a:ext uri="{FF2B5EF4-FFF2-40B4-BE49-F238E27FC236}">
                    <a16:creationId xmlns:a16="http://schemas.microsoft.com/office/drawing/2014/main" id="{4FB44806-2647-070D-94EF-3EC8060DBECD}"/>
                  </a:ext>
                </a:extLst>
              </p14:cNvPr>
              <p14:cNvContentPartPr/>
              <p14:nvPr/>
            </p14:nvContentPartPr>
            <p14:xfrm>
              <a:off x="2394859" y="5167401"/>
              <a:ext cx="73206" cy="51935"/>
            </p14:xfrm>
          </p:contentPart>
        </mc:Choice>
        <mc:Fallback xmlns="">
          <p:pic>
            <p:nvPicPr>
              <p:cNvPr id="222" name="Ink 221">
                <a:extLst>
                  <a:ext uri="{FF2B5EF4-FFF2-40B4-BE49-F238E27FC236}">
                    <a16:creationId xmlns:a16="http://schemas.microsoft.com/office/drawing/2014/main" id="{4FB44806-2647-070D-94EF-3EC8060DBECD}"/>
                  </a:ext>
                </a:extLst>
              </p:cNvPr>
              <p:cNvPicPr/>
              <p:nvPr/>
            </p:nvPicPr>
            <p:blipFill>
              <a:blip r:embed="rId141"/>
              <a:stretch>
                <a:fillRect/>
              </a:stretch>
            </p:blipFill>
            <p:spPr>
              <a:xfrm>
                <a:off x="2390553" y="5163103"/>
                <a:ext cx="81818" cy="60531"/>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23" name="Ink 222">
                <a:extLst>
                  <a:ext uri="{FF2B5EF4-FFF2-40B4-BE49-F238E27FC236}">
                    <a16:creationId xmlns:a16="http://schemas.microsoft.com/office/drawing/2014/main" id="{C7E8B08B-99ED-E089-E482-E21B4AC2BE80}"/>
                  </a:ext>
                </a:extLst>
              </p14:cNvPr>
              <p14:cNvContentPartPr/>
              <p14:nvPr/>
            </p14:nvContentPartPr>
            <p14:xfrm>
              <a:off x="2449963" y="5101774"/>
              <a:ext cx="18634" cy="6610"/>
            </p14:xfrm>
          </p:contentPart>
        </mc:Choice>
        <mc:Fallback xmlns="">
          <p:pic>
            <p:nvPicPr>
              <p:cNvPr id="223" name="Ink 222">
                <a:extLst>
                  <a:ext uri="{FF2B5EF4-FFF2-40B4-BE49-F238E27FC236}">
                    <a16:creationId xmlns:a16="http://schemas.microsoft.com/office/drawing/2014/main" id="{C7E8B08B-99ED-E089-E482-E21B4AC2BE80}"/>
                  </a:ext>
                </a:extLst>
              </p:cNvPr>
              <p:cNvPicPr/>
              <p:nvPr/>
            </p:nvPicPr>
            <p:blipFill>
              <a:blip r:embed="rId75"/>
              <a:stretch>
                <a:fillRect/>
              </a:stretch>
            </p:blipFill>
            <p:spPr>
              <a:xfrm>
                <a:off x="2445663" y="5097599"/>
                <a:ext cx="27234" cy="14959"/>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24" name="Ink 223">
                <a:extLst>
                  <a:ext uri="{FF2B5EF4-FFF2-40B4-BE49-F238E27FC236}">
                    <a16:creationId xmlns:a16="http://schemas.microsoft.com/office/drawing/2014/main" id="{0F5AA82F-CC51-5EA8-42D9-72A9058B58E8}"/>
                  </a:ext>
                </a:extLst>
              </p14:cNvPr>
              <p14:cNvContentPartPr/>
              <p14:nvPr/>
            </p14:nvContentPartPr>
            <p14:xfrm>
              <a:off x="2525033" y="5092331"/>
              <a:ext cx="73472" cy="127241"/>
            </p14:xfrm>
          </p:contentPart>
        </mc:Choice>
        <mc:Fallback xmlns="">
          <p:pic>
            <p:nvPicPr>
              <p:cNvPr id="224" name="Ink 223">
                <a:extLst>
                  <a:ext uri="{FF2B5EF4-FFF2-40B4-BE49-F238E27FC236}">
                    <a16:creationId xmlns:a16="http://schemas.microsoft.com/office/drawing/2014/main" id="{0F5AA82F-CC51-5EA8-42D9-72A9058B58E8}"/>
                  </a:ext>
                </a:extLst>
              </p:cNvPr>
              <p:cNvPicPr/>
              <p:nvPr/>
            </p:nvPicPr>
            <p:blipFill>
              <a:blip r:embed="rId144"/>
              <a:stretch>
                <a:fillRect/>
              </a:stretch>
            </p:blipFill>
            <p:spPr>
              <a:xfrm>
                <a:off x="2520711" y="5088018"/>
                <a:ext cx="82116" cy="135868"/>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25" name="Ink 224">
                <a:extLst>
                  <a:ext uri="{FF2B5EF4-FFF2-40B4-BE49-F238E27FC236}">
                    <a16:creationId xmlns:a16="http://schemas.microsoft.com/office/drawing/2014/main" id="{3546D336-2A29-8DF0-6CEC-524B71B30232}"/>
                  </a:ext>
                </a:extLst>
              </p14:cNvPr>
              <p14:cNvContentPartPr/>
              <p14:nvPr/>
            </p14:nvContentPartPr>
            <p14:xfrm>
              <a:off x="2718564" y="5152765"/>
              <a:ext cx="65486" cy="22899"/>
            </p14:xfrm>
          </p:contentPart>
        </mc:Choice>
        <mc:Fallback xmlns="">
          <p:pic>
            <p:nvPicPr>
              <p:cNvPr id="225" name="Ink 224">
                <a:extLst>
                  <a:ext uri="{FF2B5EF4-FFF2-40B4-BE49-F238E27FC236}">
                    <a16:creationId xmlns:a16="http://schemas.microsoft.com/office/drawing/2014/main" id="{3546D336-2A29-8DF0-6CEC-524B71B30232}"/>
                  </a:ext>
                </a:extLst>
              </p:cNvPr>
              <p:cNvPicPr/>
              <p:nvPr/>
            </p:nvPicPr>
            <p:blipFill>
              <a:blip r:embed="rId146"/>
              <a:stretch>
                <a:fillRect/>
              </a:stretch>
            </p:blipFill>
            <p:spPr>
              <a:xfrm>
                <a:off x="2714246" y="5148471"/>
                <a:ext cx="74122" cy="31486"/>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26" name="Ink 225">
                <a:extLst>
                  <a:ext uri="{FF2B5EF4-FFF2-40B4-BE49-F238E27FC236}">
                    <a16:creationId xmlns:a16="http://schemas.microsoft.com/office/drawing/2014/main" id="{701D8802-6109-3C82-58C0-CB2479280082}"/>
                  </a:ext>
                </a:extLst>
              </p14:cNvPr>
              <p14:cNvContentPartPr/>
              <p14:nvPr/>
            </p14:nvContentPartPr>
            <p14:xfrm>
              <a:off x="2715636" y="5185579"/>
              <a:ext cx="104086" cy="14400"/>
            </p14:xfrm>
          </p:contentPart>
        </mc:Choice>
        <mc:Fallback xmlns="">
          <p:pic>
            <p:nvPicPr>
              <p:cNvPr id="226" name="Ink 225">
                <a:extLst>
                  <a:ext uri="{FF2B5EF4-FFF2-40B4-BE49-F238E27FC236}">
                    <a16:creationId xmlns:a16="http://schemas.microsoft.com/office/drawing/2014/main" id="{701D8802-6109-3C82-58C0-CB2479280082}"/>
                  </a:ext>
                </a:extLst>
              </p:cNvPr>
              <p:cNvPicPr/>
              <p:nvPr/>
            </p:nvPicPr>
            <p:blipFill>
              <a:blip r:embed="rId148"/>
              <a:stretch>
                <a:fillRect/>
              </a:stretch>
            </p:blipFill>
            <p:spPr>
              <a:xfrm>
                <a:off x="2711314" y="5181259"/>
                <a:ext cx="11273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27" name="Ink 226">
                <a:extLst>
                  <a:ext uri="{FF2B5EF4-FFF2-40B4-BE49-F238E27FC236}">
                    <a16:creationId xmlns:a16="http://schemas.microsoft.com/office/drawing/2014/main" id="{BEF61ED3-808F-E3C1-B5A6-1F8ABC19BAB4}"/>
                  </a:ext>
                </a:extLst>
              </p14:cNvPr>
              <p14:cNvContentPartPr/>
              <p14:nvPr/>
            </p14:nvContentPartPr>
            <p14:xfrm>
              <a:off x="2937384" y="5120660"/>
              <a:ext cx="146945" cy="58073"/>
            </p14:xfrm>
          </p:contentPart>
        </mc:Choice>
        <mc:Fallback xmlns="">
          <p:pic>
            <p:nvPicPr>
              <p:cNvPr id="227" name="Ink 226">
                <a:extLst>
                  <a:ext uri="{FF2B5EF4-FFF2-40B4-BE49-F238E27FC236}">
                    <a16:creationId xmlns:a16="http://schemas.microsoft.com/office/drawing/2014/main" id="{BEF61ED3-808F-E3C1-B5A6-1F8ABC19BAB4}"/>
                  </a:ext>
                </a:extLst>
              </p:cNvPr>
              <p:cNvPicPr/>
              <p:nvPr/>
            </p:nvPicPr>
            <p:blipFill>
              <a:blip r:embed="rId150"/>
              <a:stretch>
                <a:fillRect/>
              </a:stretch>
            </p:blipFill>
            <p:spPr>
              <a:xfrm>
                <a:off x="2933062" y="5116358"/>
                <a:ext cx="155589" cy="66676"/>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28" name="Ink 227">
                <a:extLst>
                  <a:ext uri="{FF2B5EF4-FFF2-40B4-BE49-F238E27FC236}">
                    <a16:creationId xmlns:a16="http://schemas.microsoft.com/office/drawing/2014/main" id="{3E84B10A-9D12-FFF8-6747-229AF61EDEF1}"/>
                  </a:ext>
                </a:extLst>
              </p14:cNvPr>
              <p14:cNvContentPartPr/>
              <p14:nvPr/>
            </p14:nvContentPartPr>
            <p14:xfrm>
              <a:off x="3128785" y="5067780"/>
              <a:ext cx="148808" cy="172095"/>
            </p14:xfrm>
          </p:contentPart>
        </mc:Choice>
        <mc:Fallback xmlns="">
          <p:pic>
            <p:nvPicPr>
              <p:cNvPr id="228" name="Ink 227">
                <a:extLst>
                  <a:ext uri="{FF2B5EF4-FFF2-40B4-BE49-F238E27FC236}">
                    <a16:creationId xmlns:a16="http://schemas.microsoft.com/office/drawing/2014/main" id="{3E84B10A-9D12-FFF8-6747-229AF61EDEF1}"/>
                  </a:ext>
                </a:extLst>
              </p:cNvPr>
              <p:cNvPicPr/>
              <p:nvPr/>
            </p:nvPicPr>
            <p:blipFill>
              <a:blip r:embed="rId152"/>
              <a:stretch>
                <a:fillRect/>
              </a:stretch>
            </p:blipFill>
            <p:spPr>
              <a:xfrm>
                <a:off x="3124461" y="5063460"/>
                <a:ext cx="157455" cy="180736"/>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29" name="Ink 228">
                <a:extLst>
                  <a:ext uri="{FF2B5EF4-FFF2-40B4-BE49-F238E27FC236}">
                    <a16:creationId xmlns:a16="http://schemas.microsoft.com/office/drawing/2014/main" id="{75DF5AE0-BA21-EBF3-9813-BACE95D03E9A}"/>
                  </a:ext>
                </a:extLst>
              </p14:cNvPr>
              <p14:cNvContentPartPr/>
              <p14:nvPr/>
            </p14:nvContentPartPr>
            <p14:xfrm>
              <a:off x="3271471" y="5147099"/>
              <a:ext cx="81991" cy="54532"/>
            </p14:xfrm>
          </p:contentPart>
        </mc:Choice>
        <mc:Fallback xmlns="">
          <p:pic>
            <p:nvPicPr>
              <p:cNvPr id="229" name="Ink 228">
                <a:extLst>
                  <a:ext uri="{FF2B5EF4-FFF2-40B4-BE49-F238E27FC236}">
                    <a16:creationId xmlns:a16="http://schemas.microsoft.com/office/drawing/2014/main" id="{75DF5AE0-BA21-EBF3-9813-BACE95D03E9A}"/>
                  </a:ext>
                </a:extLst>
              </p:cNvPr>
              <p:cNvPicPr/>
              <p:nvPr/>
            </p:nvPicPr>
            <p:blipFill>
              <a:blip r:embed="rId154"/>
              <a:stretch>
                <a:fillRect/>
              </a:stretch>
            </p:blipFill>
            <p:spPr>
              <a:xfrm>
                <a:off x="3267175" y="5142794"/>
                <a:ext cx="90584" cy="63142"/>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30" name="Ink 229">
                <a:extLst>
                  <a:ext uri="{FF2B5EF4-FFF2-40B4-BE49-F238E27FC236}">
                    <a16:creationId xmlns:a16="http://schemas.microsoft.com/office/drawing/2014/main" id="{BC7F987D-9971-EB1B-B4A7-3165D52BEA0F}"/>
                  </a:ext>
                </a:extLst>
              </p14:cNvPr>
              <p14:cNvContentPartPr/>
              <p14:nvPr/>
            </p14:nvContentPartPr>
            <p14:xfrm>
              <a:off x="3363311" y="5101302"/>
              <a:ext cx="10914" cy="10859"/>
            </p14:xfrm>
          </p:contentPart>
        </mc:Choice>
        <mc:Fallback xmlns="">
          <p:pic>
            <p:nvPicPr>
              <p:cNvPr id="230" name="Ink 229">
                <a:extLst>
                  <a:ext uri="{FF2B5EF4-FFF2-40B4-BE49-F238E27FC236}">
                    <a16:creationId xmlns:a16="http://schemas.microsoft.com/office/drawing/2014/main" id="{BC7F987D-9971-EB1B-B4A7-3165D52BEA0F}"/>
                  </a:ext>
                </a:extLst>
              </p:cNvPr>
              <p:cNvPicPr/>
              <p:nvPr/>
            </p:nvPicPr>
            <p:blipFill>
              <a:blip r:embed="rId156"/>
              <a:stretch>
                <a:fillRect/>
              </a:stretch>
            </p:blipFill>
            <p:spPr>
              <a:xfrm>
                <a:off x="3359086" y="5096958"/>
                <a:ext cx="19364" cy="19546"/>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31" name="Ink 230">
                <a:extLst>
                  <a:ext uri="{FF2B5EF4-FFF2-40B4-BE49-F238E27FC236}">
                    <a16:creationId xmlns:a16="http://schemas.microsoft.com/office/drawing/2014/main" id="{9D2086F5-C63F-2EB1-D358-BFB5EC4F0E7C}"/>
                  </a:ext>
                </a:extLst>
              </p14:cNvPr>
              <p14:cNvContentPartPr/>
              <p14:nvPr/>
            </p14:nvContentPartPr>
            <p14:xfrm>
              <a:off x="3467398" y="5101774"/>
              <a:ext cx="14641" cy="75306"/>
            </p14:xfrm>
          </p:contentPart>
        </mc:Choice>
        <mc:Fallback xmlns="">
          <p:pic>
            <p:nvPicPr>
              <p:cNvPr id="231" name="Ink 230">
                <a:extLst>
                  <a:ext uri="{FF2B5EF4-FFF2-40B4-BE49-F238E27FC236}">
                    <a16:creationId xmlns:a16="http://schemas.microsoft.com/office/drawing/2014/main" id="{9D2086F5-C63F-2EB1-D358-BFB5EC4F0E7C}"/>
                  </a:ext>
                </a:extLst>
              </p:cNvPr>
              <p:cNvPicPr/>
              <p:nvPr/>
            </p:nvPicPr>
            <p:blipFill>
              <a:blip r:embed="rId158"/>
              <a:stretch>
                <a:fillRect/>
              </a:stretch>
            </p:blipFill>
            <p:spPr>
              <a:xfrm>
                <a:off x="3463113" y="5097471"/>
                <a:ext cx="23211" cy="83912"/>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32" name="Ink 231">
                <a:extLst>
                  <a:ext uri="{FF2B5EF4-FFF2-40B4-BE49-F238E27FC236}">
                    <a16:creationId xmlns:a16="http://schemas.microsoft.com/office/drawing/2014/main" id="{4009502F-E637-BDCF-7105-4410B1F2F0D5}"/>
                  </a:ext>
                </a:extLst>
              </p14:cNvPr>
              <p14:cNvContentPartPr/>
              <p14:nvPr/>
            </p14:nvContentPartPr>
            <p14:xfrm>
              <a:off x="3451691" y="5133407"/>
              <a:ext cx="72141" cy="5430"/>
            </p14:xfrm>
          </p:contentPart>
        </mc:Choice>
        <mc:Fallback xmlns="">
          <p:pic>
            <p:nvPicPr>
              <p:cNvPr id="232" name="Ink 231">
                <a:extLst>
                  <a:ext uri="{FF2B5EF4-FFF2-40B4-BE49-F238E27FC236}">
                    <a16:creationId xmlns:a16="http://schemas.microsoft.com/office/drawing/2014/main" id="{4009502F-E637-BDCF-7105-4410B1F2F0D5}"/>
                  </a:ext>
                </a:extLst>
              </p:cNvPr>
              <p:cNvPicPr/>
              <p:nvPr/>
            </p:nvPicPr>
            <p:blipFill>
              <a:blip r:embed="rId160"/>
              <a:stretch>
                <a:fillRect/>
              </a:stretch>
            </p:blipFill>
            <p:spPr>
              <a:xfrm>
                <a:off x="3447384" y="5129063"/>
                <a:ext cx="80755" cy="14118"/>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33" name="Ink 232">
                <a:extLst>
                  <a:ext uri="{FF2B5EF4-FFF2-40B4-BE49-F238E27FC236}">
                    <a16:creationId xmlns:a16="http://schemas.microsoft.com/office/drawing/2014/main" id="{FE5C51E9-5C70-902F-0D44-3803B969F9F6}"/>
                  </a:ext>
                </a:extLst>
              </p14:cNvPr>
              <p14:cNvContentPartPr/>
              <p14:nvPr/>
            </p14:nvContentPartPr>
            <p14:xfrm>
              <a:off x="3594643" y="5093512"/>
              <a:ext cx="10382" cy="65391"/>
            </p14:xfrm>
          </p:contentPart>
        </mc:Choice>
        <mc:Fallback xmlns="">
          <p:pic>
            <p:nvPicPr>
              <p:cNvPr id="233" name="Ink 232">
                <a:extLst>
                  <a:ext uri="{FF2B5EF4-FFF2-40B4-BE49-F238E27FC236}">
                    <a16:creationId xmlns:a16="http://schemas.microsoft.com/office/drawing/2014/main" id="{FE5C51E9-5C70-902F-0D44-3803B969F9F6}"/>
                  </a:ext>
                </a:extLst>
              </p:cNvPr>
              <p:cNvPicPr/>
              <p:nvPr/>
            </p:nvPicPr>
            <p:blipFill>
              <a:blip r:embed="rId162"/>
              <a:stretch>
                <a:fillRect/>
              </a:stretch>
            </p:blipFill>
            <p:spPr>
              <a:xfrm>
                <a:off x="3590347" y="5089201"/>
                <a:ext cx="18974" cy="74014"/>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34" name="Ink 233">
                <a:extLst>
                  <a:ext uri="{FF2B5EF4-FFF2-40B4-BE49-F238E27FC236}">
                    <a16:creationId xmlns:a16="http://schemas.microsoft.com/office/drawing/2014/main" id="{3DCA5125-3F31-3D6B-6C37-0D198FF3FF81}"/>
                  </a:ext>
                </a:extLst>
              </p14:cNvPr>
              <p14:cNvContentPartPr/>
              <p14:nvPr/>
            </p14:nvContentPartPr>
            <p14:xfrm>
              <a:off x="3700593" y="5048659"/>
              <a:ext cx="119526" cy="166901"/>
            </p14:xfrm>
          </p:contentPart>
        </mc:Choice>
        <mc:Fallback xmlns="">
          <p:pic>
            <p:nvPicPr>
              <p:cNvPr id="234" name="Ink 233">
                <a:extLst>
                  <a:ext uri="{FF2B5EF4-FFF2-40B4-BE49-F238E27FC236}">
                    <a16:creationId xmlns:a16="http://schemas.microsoft.com/office/drawing/2014/main" id="{3DCA5125-3F31-3D6B-6C37-0D198FF3FF81}"/>
                  </a:ext>
                </a:extLst>
              </p:cNvPr>
              <p:cNvPicPr/>
              <p:nvPr/>
            </p:nvPicPr>
            <p:blipFill>
              <a:blip r:embed="rId164"/>
              <a:stretch>
                <a:fillRect/>
              </a:stretch>
            </p:blipFill>
            <p:spPr>
              <a:xfrm>
                <a:off x="3696273" y="5044343"/>
                <a:ext cx="128166" cy="175534"/>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35" name="Ink 234">
                <a:extLst>
                  <a:ext uri="{FF2B5EF4-FFF2-40B4-BE49-F238E27FC236}">
                    <a16:creationId xmlns:a16="http://schemas.microsoft.com/office/drawing/2014/main" id="{1C750271-E169-F148-18F7-2EEF1D5731AC}"/>
                  </a:ext>
                </a:extLst>
              </p14:cNvPr>
              <p14:cNvContentPartPr/>
              <p14:nvPr/>
            </p14:nvContentPartPr>
            <p14:xfrm>
              <a:off x="3925003" y="5142850"/>
              <a:ext cx="9051" cy="22899"/>
            </p14:xfrm>
          </p:contentPart>
        </mc:Choice>
        <mc:Fallback xmlns="">
          <p:pic>
            <p:nvPicPr>
              <p:cNvPr id="235" name="Ink 234">
                <a:extLst>
                  <a:ext uri="{FF2B5EF4-FFF2-40B4-BE49-F238E27FC236}">
                    <a16:creationId xmlns:a16="http://schemas.microsoft.com/office/drawing/2014/main" id="{1C750271-E169-F148-18F7-2EEF1D5731AC}"/>
                  </a:ext>
                </a:extLst>
              </p:cNvPr>
              <p:cNvPicPr/>
              <p:nvPr/>
            </p:nvPicPr>
            <p:blipFill>
              <a:blip r:embed="rId166"/>
              <a:stretch>
                <a:fillRect/>
              </a:stretch>
            </p:blipFill>
            <p:spPr>
              <a:xfrm>
                <a:off x="3920826" y="5138488"/>
                <a:ext cx="17406" cy="31622"/>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36" name="Ink 235">
                <a:extLst>
                  <a:ext uri="{FF2B5EF4-FFF2-40B4-BE49-F238E27FC236}">
                    <a16:creationId xmlns:a16="http://schemas.microsoft.com/office/drawing/2014/main" id="{3E3D9426-4392-6B52-20B1-55B5D1E184BC}"/>
                  </a:ext>
                </a:extLst>
              </p14:cNvPr>
              <p14:cNvContentPartPr/>
              <p14:nvPr/>
            </p14:nvContentPartPr>
            <p14:xfrm>
              <a:off x="3848336" y="5219573"/>
              <a:ext cx="64422" cy="67516"/>
            </p14:xfrm>
          </p:contentPart>
        </mc:Choice>
        <mc:Fallback xmlns="">
          <p:pic>
            <p:nvPicPr>
              <p:cNvPr id="236" name="Ink 235">
                <a:extLst>
                  <a:ext uri="{FF2B5EF4-FFF2-40B4-BE49-F238E27FC236}">
                    <a16:creationId xmlns:a16="http://schemas.microsoft.com/office/drawing/2014/main" id="{3E3D9426-4392-6B52-20B1-55B5D1E184BC}"/>
                  </a:ext>
                </a:extLst>
              </p:cNvPr>
              <p:cNvPicPr/>
              <p:nvPr/>
            </p:nvPicPr>
            <p:blipFill>
              <a:blip r:embed="rId168"/>
              <a:stretch>
                <a:fillRect/>
              </a:stretch>
            </p:blipFill>
            <p:spPr>
              <a:xfrm>
                <a:off x="3843993" y="5215263"/>
                <a:ext cx="73108" cy="76135"/>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37" name="Ink 236">
                <a:extLst>
                  <a:ext uri="{FF2B5EF4-FFF2-40B4-BE49-F238E27FC236}">
                    <a16:creationId xmlns:a16="http://schemas.microsoft.com/office/drawing/2014/main" id="{19827DA2-9267-6D60-4760-D8171264513F}"/>
                  </a:ext>
                </a:extLst>
              </p14:cNvPr>
              <p14:cNvContentPartPr/>
              <p14:nvPr/>
            </p14:nvContentPartPr>
            <p14:xfrm>
              <a:off x="2131316" y="5410553"/>
              <a:ext cx="106482" cy="69640"/>
            </p14:xfrm>
          </p:contentPart>
        </mc:Choice>
        <mc:Fallback xmlns="">
          <p:pic>
            <p:nvPicPr>
              <p:cNvPr id="237" name="Ink 236">
                <a:extLst>
                  <a:ext uri="{FF2B5EF4-FFF2-40B4-BE49-F238E27FC236}">
                    <a16:creationId xmlns:a16="http://schemas.microsoft.com/office/drawing/2014/main" id="{19827DA2-9267-6D60-4760-D8171264513F}"/>
                  </a:ext>
                </a:extLst>
              </p:cNvPr>
              <p:cNvPicPr/>
              <p:nvPr/>
            </p:nvPicPr>
            <p:blipFill>
              <a:blip r:embed="rId170"/>
              <a:stretch>
                <a:fillRect/>
              </a:stretch>
            </p:blipFill>
            <p:spPr>
              <a:xfrm>
                <a:off x="2126999" y="5406245"/>
                <a:ext cx="115116" cy="78255"/>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38" name="Ink 237">
                <a:extLst>
                  <a:ext uri="{FF2B5EF4-FFF2-40B4-BE49-F238E27FC236}">
                    <a16:creationId xmlns:a16="http://schemas.microsoft.com/office/drawing/2014/main" id="{AFA076CC-68DD-80C5-41AD-1B3F29702D31}"/>
                  </a:ext>
                </a:extLst>
              </p14:cNvPr>
              <p14:cNvContentPartPr/>
              <p14:nvPr/>
            </p14:nvContentPartPr>
            <p14:xfrm>
              <a:off x="2269743" y="5365228"/>
              <a:ext cx="159457" cy="177996"/>
            </p14:xfrm>
          </p:contentPart>
        </mc:Choice>
        <mc:Fallback xmlns="">
          <p:pic>
            <p:nvPicPr>
              <p:cNvPr id="238" name="Ink 237">
                <a:extLst>
                  <a:ext uri="{FF2B5EF4-FFF2-40B4-BE49-F238E27FC236}">
                    <a16:creationId xmlns:a16="http://schemas.microsoft.com/office/drawing/2014/main" id="{AFA076CC-68DD-80C5-41AD-1B3F29702D31}"/>
                  </a:ext>
                </a:extLst>
              </p:cNvPr>
              <p:cNvPicPr/>
              <p:nvPr/>
            </p:nvPicPr>
            <p:blipFill>
              <a:blip r:embed="rId172"/>
              <a:stretch>
                <a:fillRect/>
              </a:stretch>
            </p:blipFill>
            <p:spPr>
              <a:xfrm>
                <a:off x="2265424" y="5360913"/>
                <a:ext cx="168096" cy="186626"/>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39" name="Ink 238">
                <a:extLst>
                  <a:ext uri="{FF2B5EF4-FFF2-40B4-BE49-F238E27FC236}">
                    <a16:creationId xmlns:a16="http://schemas.microsoft.com/office/drawing/2014/main" id="{8E18EFF9-9F19-AAB0-E183-10B84DC01583}"/>
                  </a:ext>
                </a:extLst>
              </p14:cNvPr>
              <p14:cNvContentPartPr/>
              <p14:nvPr/>
            </p14:nvContentPartPr>
            <p14:xfrm>
              <a:off x="2440380" y="5427550"/>
              <a:ext cx="42060" cy="62558"/>
            </p14:xfrm>
          </p:contentPart>
        </mc:Choice>
        <mc:Fallback xmlns="">
          <p:pic>
            <p:nvPicPr>
              <p:cNvPr id="239" name="Ink 238">
                <a:extLst>
                  <a:ext uri="{FF2B5EF4-FFF2-40B4-BE49-F238E27FC236}">
                    <a16:creationId xmlns:a16="http://schemas.microsoft.com/office/drawing/2014/main" id="{8E18EFF9-9F19-AAB0-E183-10B84DC01583}"/>
                  </a:ext>
                </a:extLst>
              </p:cNvPr>
              <p:cNvPicPr/>
              <p:nvPr/>
            </p:nvPicPr>
            <p:blipFill>
              <a:blip r:embed="rId174"/>
              <a:stretch>
                <a:fillRect/>
              </a:stretch>
            </p:blipFill>
            <p:spPr>
              <a:xfrm>
                <a:off x="2436066" y="5423236"/>
                <a:ext cx="50688" cy="71187"/>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40" name="Ink 239">
                <a:extLst>
                  <a:ext uri="{FF2B5EF4-FFF2-40B4-BE49-F238E27FC236}">
                    <a16:creationId xmlns:a16="http://schemas.microsoft.com/office/drawing/2014/main" id="{A22A9279-EAAC-10BB-A9F6-4811A533578D}"/>
                  </a:ext>
                </a:extLst>
              </p14:cNvPr>
              <p14:cNvContentPartPr/>
              <p14:nvPr/>
            </p14:nvContentPartPr>
            <p14:xfrm>
              <a:off x="2464072" y="5401110"/>
              <a:ext cx="9051" cy="7554"/>
            </p14:xfrm>
          </p:contentPart>
        </mc:Choice>
        <mc:Fallback xmlns="">
          <p:pic>
            <p:nvPicPr>
              <p:cNvPr id="240" name="Ink 239">
                <a:extLst>
                  <a:ext uri="{FF2B5EF4-FFF2-40B4-BE49-F238E27FC236}">
                    <a16:creationId xmlns:a16="http://schemas.microsoft.com/office/drawing/2014/main" id="{A22A9279-EAAC-10BB-A9F6-4811A533578D}"/>
                  </a:ext>
                </a:extLst>
              </p:cNvPr>
              <p:cNvPicPr/>
              <p:nvPr/>
            </p:nvPicPr>
            <p:blipFill>
              <a:blip r:embed="rId176"/>
              <a:stretch>
                <a:fillRect/>
              </a:stretch>
            </p:blipFill>
            <p:spPr>
              <a:xfrm>
                <a:off x="2459728" y="5396793"/>
                <a:ext cx="17740" cy="16187"/>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41" name="Ink 240">
                <a:extLst>
                  <a:ext uri="{FF2B5EF4-FFF2-40B4-BE49-F238E27FC236}">
                    <a16:creationId xmlns:a16="http://schemas.microsoft.com/office/drawing/2014/main" id="{4024A719-431C-E83D-9CA5-EF26BE150B41}"/>
                  </a:ext>
                </a:extLst>
              </p14:cNvPr>
              <p14:cNvContentPartPr/>
              <p14:nvPr/>
            </p14:nvContentPartPr>
            <p14:xfrm>
              <a:off x="2556711" y="5403235"/>
              <a:ext cx="17570" cy="72709"/>
            </p14:xfrm>
          </p:contentPart>
        </mc:Choice>
        <mc:Fallback xmlns="">
          <p:pic>
            <p:nvPicPr>
              <p:cNvPr id="241" name="Ink 240">
                <a:extLst>
                  <a:ext uri="{FF2B5EF4-FFF2-40B4-BE49-F238E27FC236}">
                    <a16:creationId xmlns:a16="http://schemas.microsoft.com/office/drawing/2014/main" id="{4024A719-431C-E83D-9CA5-EF26BE150B41}"/>
                  </a:ext>
                </a:extLst>
              </p:cNvPr>
              <p:cNvPicPr/>
              <p:nvPr/>
            </p:nvPicPr>
            <p:blipFill>
              <a:blip r:embed="rId178"/>
              <a:stretch>
                <a:fillRect/>
              </a:stretch>
            </p:blipFill>
            <p:spPr>
              <a:xfrm>
                <a:off x="2552408" y="5398937"/>
                <a:ext cx="26176" cy="81305"/>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42" name="Ink 241">
                <a:extLst>
                  <a:ext uri="{FF2B5EF4-FFF2-40B4-BE49-F238E27FC236}">
                    <a16:creationId xmlns:a16="http://schemas.microsoft.com/office/drawing/2014/main" id="{F82C8F8D-716A-AFEF-025D-CDAD4CD19EEC}"/>
                  </a:ext>
                </a:extLst>
              </p14:cNvPr>
              <p14:cNvContentPartPr/>
              <p14:nvPr/>
            </p14:nvContentPartPr>
            <p14:xfrm>
              <a:off x="2535415" y="5434868"/>
              <a:ext cx="85185" cy="7554"/>
            </p14:xfrm>
          </p:contentPart>
        </mc:Choice>
        <mc:Fallback xmlns="">
          <p:pic>
            <p:nvPicPr>
              <p:cNvPr id="242" name="Ink 241">
                <a:extLst>
                  <a:ext uri="{FF2B5EF4-FFF2-40B4-BE49-F238E27FC236}">
                    <a16:creationId xmlns:a16="http://schemas.microsoft.com/office/drawing/2014/main" id="{F82C8F8D-716A-AFEF-025D-CDAD4CD19EEC}"/>
                  </a:ext>
                </a:extLst>
              </p:cNvPr>
              <p:cNvPicPr/>
              <p:nvPr/>
            </p:nvPicPr>
            <p:blipFill>
              <a:blip r:embed="rId180"/>
              <a:stretch>
                <a:fillRect/>
              </a:stretch>
            </p:blipFill>
            <p:spPr>
              <a:xfrm>
                <a:off x="2531102" y="5430551"/>
                <a:ext cx="93811" cy="16187"/>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43" name="Ink 242">
                <a:extLst>
                  <a:ext uri="{FF2B5EF4-FFF2-40B4-BE49-F238E27FC236}">
                    <a16:creationId xmlns:a16="http://schemas.microsoft.com/office/drawing/2014/main" id="{69F271A4-B6F8-C533-DD31-E832452E6A35}"/>
                  </a:ext>
                </a:extLst>
              </p14:cNvPr>
              <p14:cNvContentPartPr/>
              <p14:nvPr/>
            </p14:nvContentPartPr>
            <p14:xfrm>
              <a:off x="2654675" y="5382225"/>
              <a:ext cx="26354" cy="76486"/>
            </p14:xfrm>
          </p:contentPart>
        </mc:Choice>
        <mc:Fallback xmlns="">
          <p:pic>
            <p:nvPicPr>
              <p:cNvPr id="243" name="Ink 242">
                <a:extLst>
                  <a:ext uri="{FF2B5EF4-FFF2-40B4-BE49-F238E27FC236}">
                    <a16:creationId xmlns:a16="http://schemas.microsoft.com/office/drawing/2014/main" id="{69F271A4-B6F8-C533-DD31-E832452E6A35}"/>
                  </a:ext>
                </a:extLst>
              </p:cNvPr>
              <p:cNvPicPr/>
              <p:nvPr/>
            </p:nvPicPr>
            <p:blipFill>
              <a:blip r:embed="rId182"/>
              <a:stretch>
                <a:fillRect/>
              </a:stretch>
            </p:blipFill>
            <p:spPr>
              <a:xfrm>
                <a:off x="2650343" y="5377916"/>
                <a:ext cx="35018" cy="85104"/>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44" name="Ink 243">
                <a:extLst>
                  <a:ext uri="{FF2B5EF4-FFF2-40B4-BE49-F238E27FC236}">
                    <a16:creationId xmlns:a16="http://schemas.microsoft.com/office/drawing/2014/main" id="{384E5E3B-A44F-9E5B-EC83-4447BB1890A9}"/>
                  </a:ext>
                </a:extLst>
              </p14:cNvPr>
              <p14:cNvContentPartPr/>
              <p14:nvPr/>
            </p14:nvContentPartPr>
            <p14:xfrm>
              <a:off x="2770208" y="5346106"/>
              <a:ext cx="107547" cy="165249"/>
            </p14:xfrm>
          </p:contentPart>
        </mc:Choice>
        <mc:Fallback xmlns="">
          <p:pic>
            <p:nvPicPr>
              <p:cNvPr id="244" name="Ink 243">
                <a:extLst>
                  <a:ext uri="{FF2B5EF4-FFF2-40B4-BE49-F238E27FC236}">
                    <a16:creationId xmlns:a16="http://schemas.microsoft.com/office/drawing/2014/main" id="{384E5E3B-A44F-9E5B-EC83-4447BB1890A9}"/>
                  </a:ext>
                </a:extLst>
              </p:cNvPr>
              <p:cNvPicPr/>
              <p:nvPr/>
            </p:nvPicPr>
            <p:blipFill>
              <a:blip r:embed="rId184"/>
              <a:stretch>
                <a:fillRect/>
              </a:stretch>
            </p:blipFill>
            <p:spPr>
              <a:xfrm>
                <a:off x="2765892" y="5341786"/>
                <a:ext cx="116180" cy="173889"/>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45" name="Ink 244">
                <a:extLst>
                  <a:ext uri="{FF2B5EF4-FFF2-40B4-BE49-F238E27FC236}">
                    <a16:creationId xmlns:a16="http://schemas.microsoft.com/office/drawing/2014/main" id="{2C13CA2C-6216-BE61-C111-0870FD483AC2}"/>
                  </a:ext>
                </a:extLst>
              </p14:cNvPr>
              <p14:cNvContentPartPr/>
              <p14:nvPr/>
            </p14:nvContentPartPr>
            <p14:xfrm>
              <a:off x="2998611" y="5433216"/>
              <a:ext cx="93704" cy="4957"/>
            </p14:xfrm>
          </p:contentPart>
        </mc:Choice>
        <mc:Fallback xmlns="">
          <p:pic>
            <p:nvPicPr>
              <p:cNvPr id="245" name="Ink 244">
                <a:extLst>
                  <a:ext uri="{FF2B5EF4-FFF2-40B4-BE49-F238E27FC236}">
                    <a16:creationId xmlns:a16="http://schemas.microsoft.com/office/drawing/2014/main" id="{2C13CA2C-6216-BE61-C111-0870FD483AC2}"/>
                  </a:ext>
                </a:extLst>
              </p:cNvPr>
              <p:cNvPicPr/>
              <p:nvPr/>
            </p:nvPicPr>
            <p:blipFill>
              <a:blip r:embed="rId186"/>
              <a:stretch>
                <a:fillRect/>
              </a:stretch>
            </p:blipFill>
            <p:spPr>
              <a:xfrm>
                <a:off x="2994303" y="5428640"/>
                <a:ext cx="102320" cy="14108"/>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46" name="Ink 245">
                <a:extLst>
                  <a:ext uri="{FF2B5EF4-FFF2-40B4-BE49-F238E27FC236}">
                    <a16:creationId xmlns:a16="http://schemas.microsoft.com/office/drawing/2014/main" id="{B8F89C32-AB15-466E-4863-0FE645ACECB2}"/>
                  </a:ext>
                </a:extLst>
              </p14:cNvPr>
              <p14:cNvContentPartPr/>
              <p14:nvPr/>
            </p14:nvContentPartPr>
            <p14:xfrm>
              <a:off x="3030023" y="5458947"/>
              <a:ext cx="99294" cy="14400"/>
            </p14:xfrm>
          </p:contentPart>
        </mc:Choice>
        <mc:Fallback xmlns="">
          <p:pic>
            <p:nvPicPr>
              <p:cNvPr id="246" name="Ink 245">
                <a:extLst>
                  <a:ext uri="{FF2B5EF4-FFF2-40B4-BE49-F238E27FC236}">
                    <a16:creationId xmlns:a16="http://schemas.microsoft.com/office/drawing/2014/main" id="{B8F89C32-AB15-466E-4863-0FE645ACECB2}"/>
                  </a:ext>
                </a:extLst>
              </p:cNvPr>
              <p:cNvPicPr/>
              <p:nvPr/>
            </p:nvPicPr>
            <p:blipFill>
              <a:blip r:embed="rId188"/>
              <a:stretch>
                <a:fillRect/>
              </a:stretch>
            </p:blipFill>
            <p:spPr>
              <a:xfrm>
                <a:off x="3025706" y="5454627"/>
                <a:ext cx="107928"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47" name="Ink 246">
                <a:extLst>
                  <a:ext uri="{FF2B5EF4-FFF2-40B4-BE49-F238E27FC236}">
                    <a16:creationId xmlns:a16="http://schemas.microsoft.com/office/drawing/2014/main" id="{78AF5367-A4AE-B9BA-D54D-300B7C36E20F}"/>
                  </a:ext>
                </a:extLst>
              </p14:cNvPr>
              <p14:cNvContentPartPr/>
              <p14:nvPr/>
            </p14:nvContentPartPr>
            <p14:xfrm>
              <a:off x="3285047" y="5330289"/>
              <a:ext cx="67350" cy="147071"/>
            </p14:xfrm>
          </p:contentPart>
        </mc:Choice>
        <mc:Fallback xmlns="">
          <p:pic>
            <p:nvPicPr>
              <p:cNvPr id="247" name="Ink 246">
                <a:extLst>
                  <a:ext uri="{FF2B5EF4-FFF2-40B4-BE49-F238E27FC236}">
                    <a16:creationId xmlns:a16="http://schemas.microsoft.com/office/drawing/2014/main" id="{78AF5367-A4AE-B9BA-D54D-300B7C36E20F}"/>
                  </a:ext>
                </a:extLst>
              </p:cNvPr>
              <p:cNvPicPr/>
              <p:nvPr/>
            </p:nvPicPr>
            <p:blipFill>
              <a:blip r:embed="rId190"/>
              <a:stretch>
                <a:fillRect/>
              </a:stretch>
            </p:blipFill>
            <p:spPr>
              <a:xfrm>
                <a:off x="3280748" y="5325974"/>
                <a:ext cx="75948" cy="155701"/>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48" name="Ink 247">
                <a:extLst>
                  <a:ext uri="{FF2B5EF4-FFF2-40B4-BE49-F238E27FC236}">
                    <a16:creationId xmlns:a16="http://schemas.microsoft.com/office/drawing/2014/main" id="{167D7A76-80DE-0B2D-2EC8-D42BE5077816}"/>
                  </a:ext>
                </a:extLst>
              </p14:cNvPr>
              <p14:cNvContentPartPr/>
              <p14:nvPr/>
            </p14:nvContentPartPr>
            <p14:xfrm>
              <a:off x="3234468" y="5395917"/>
              <a:ext cx="172234" cy="12276"/>
            </p14:xfrm>
          </p:contentPart>
        </mc:Choice>
        <mc:Fallback xmlns="">
          <p:pic>
            <p:nvPicPr>
              <p:cNvPr id="248" name="Ink 247">
                <a:extLst>
                  <a:ext uri="{FF2B5EF4-FFF2-40B4-BE49-F238E27FC236}">
                    <a16:creationId xmlns:a16="http://schemas.microsoft.com/office/drawing/2014/main" id="{167D7A76-80DE-0B2D-2EC8-D42BE5077816}"/>
                  </a:ext>
                </a:extLst>
              </p:cNvPr>
              <p:cNvPicPr/>
              <p:nvPr/>
            </p:nvPicPr>
            <p:blipFill>
              <a:blip r:embed="rId192"/>
              <a:stretch>
                <a:fillRect/>
              </a:stretch>
            </p:blipFill>
            <p:spPr>
              <a:xfrm>
                <a:off x="3230153" y="5391584"/>
                <a:ext cx="180864" cy="20941"/>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49" name="Ink 248">
                <a:extLst>
                  <a:ext uri="{FF2B5EF4-FFF2-40B4-BE49-F238E27FC236}">
                    <a16:creationId xmlns:a16="http://schemas.microsoft.com/office/drawing/2014/main" id="{5402D4D9-D7FB-8371-C407-76BDB696B1F5}"/>
                  </a:ext>
                </a:extLst>
              </p14:cNvPr>
              <p14:cNvContentPartPr/>
              <p14:nvPr/>
            </p14:nvContentPartPr>
            <p14:xfrm>
              <a:off x="3408300" y="5389543"/>
              <a:ext cx="89179" cy="64683"/>
            </p14:xfrm>
          </p:contentPart>
        </mc:Choice>
        <mc:Fallback xmlns="">
          <p:pic>
            <p:nvPicPr>
              <p:cNvPr id="249" name="Ink 248">
                <a:extLst>
                  <a:ext uri="{FF2B5EF4-FFF2-40B4-BE49-F238E27FC236}">
                    <a16:creationId xmlns:a16="http://schemas.microsoft.com/office/drawing/2014/main" id="{5402D4D9-D7FB-8371-C407-76BDB696B1F5}"/>
                  </a:ext>
                </a:extLst>
              </p:cNvPr>
              <p:cNvPicPr/>
              <p:nvPr/>
            </p:nvPicPr>
            <p:blipFill>
              <a:blip r:embed="rId194"/>
              <a:stretch>
                <a:fillRect/>
              </a:stretch>
            </p:blipFill>
            <p:spPr>
              <a:xfrm>
                <a:off x="3403985" y="5385231"/>
                <a:ext cx="97809" cy="73307"/>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50" name="Ink 249">
                <a:extLst>
                  <a:ext uri="{FF2B5EF4-FFF2-40B4-BE49-F238E27FC236}">
                    <a16:creationId xmlns:a16="http://schemas.microsoft.com/office/drawing/2014/main" id="{064BE431-7200-4A94-542D-5AB4D20FC1DE}"/>
                  </a:ext>
                </a:extLst>
              </p14:cNvPr>
              <p14:cNvContentPartPr/>
              <p14:nvPr/>
            </p14:nvContentPartPr>
            <p14:xfrm>
              <a:off x="3533416" y="5411025"/>
              <a:ext cx="184214" cy="40840"/>
            </p14:xfrm>
          </p:contentPart>
        </mc:Choice>
        <mc:Fallback xmlns="">
          <p:pic>
            <p:nvPicPr>
              <p:cNvPr id="250" name="Ink 249">
                <a:extLst>
                  <a:ext uri="{FF2B5EF4-FFF2-40B4-BE49-F238E27FC236}">
                    <a16:creationId xmlns:a16="http://schemas.microsoft.com/office/drawing/2014/main" id="{064BE431-7200-4A94-542D-5AB4D20FC1DE}"/>
                  </a:ext>
                </a:extLst>
              </p:cNvPr>
              <p:cNvPicPr/>
              <p:nvPr/>
            </p:nvPicPr>
            <p:blipFill>
              <a:blip r:embed="rId196"/>
              <a:stretch>
                <a:fillRect/>
              </a:stretch>
            </p:blipFill>
            <p:spPr>
              <a:xfrm>
                <a:off x="3529090" y="5406726"/>
                <a:ext cx="192866" cy="49438"/>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51" name="Ink 250">
                <a:extLst>
                  <a:ext uri="{FF2B5EF4-FFF2-40B4-BE49-F238E27FC236}">
                    <a16:creationId xmlns:a16="http://schemas.microsoft.com/office/drawing/2014/main" id="{7A22D6F2-A403-1477-5256-6B6C3DA046A7}"/>
                  </a:ext>
                </a:extLst>
              </p14:cNvPr>
              <p14:cNvContentPartPr/>
              <p14:nvPr/>
            </p14:nvContentPartPr>
            <p14:xfrm>
              <a:off x="3736264" y="5405832"/>
              <a:ext cx="46586" cy="159583"/>
            </p14:xfrm>
          </p:contentPart>
        </mc:Choice>
        <mc:Fallback xmlns="">
          <p:pic>
            <p:nvPicPr>
              <p:cNvPr id="251" name="Ink 250">
                <a:extLst>
                  <a:ext uri="{FF2B5EF4-FFF2-40B4-BE49-F238E27FC236}">
                    <a16:creationId xmlns:a16="http://schemas.microsoft.com/office/drawing/2014/main" id="{7A22D6F2-A403-1477-5256-6B6C3DA046A7}"/>
                  </a:ext>
                </a:extLst>
              </p:cNvPr>
              <p:cNvPicPr/>
              <p:nvPr/>
            </p:nvPicPr>
            <p:blipFill>
              <a:blip r:embed="rId198"/>
              <a:stretch>
                <a:fillRect/>
              </a:stretch>
            </p:blipFill>
            <p:spPr>
              <a:xfrm>
                <a:off x="3731964" y="5401519"/>
                <a:ext cx="55186" cy="168209"/>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52" name="Ink 251">
                <a:extLst>
                  <a:ext uri="{FF2B5EF4-FFF2-40B4-BE49-F238E27FC236}">
                    <a16:creationId xmlns:a16="http://schemas.microsoft.com/office/drawing/2014/main" id="{808419DD-EFF6-3946-2B19-1ED8A189598F}"/>
                  </a:ext>
                </a:extLst>
              </p14:cNvPr>
              <p14:cNvContentPartPr/>
              <p14:nvPr/>
            </p14:nvContentPartPr>
            <p14:xfrm>
              <a:off x="3761287" y="5408900"/>
              <a:ext cx="77466" cy="50519"/>
            </p14:xfrm>
          </p:contentPart>
        </mc:Choice>
        <mc:Fallback xmlns="">
          <p:pic>
            <p:nvPicPr>
              <p:cNvPr id="252" name="Ink 251">
                <a:extLst>
                  <a:ext uri="{FF2B5EF4-FFF2-40B4-BE49-F238E27FC236}">
                    <a16:creationId xmlns:a16="http://schemas.microsoft.com/office/drawing/2014/main" id="{808419DD-EFF6-3946-2B19-1ED8A189598F}"/>
                  </a:ext>
                </a:extLst>
              </p:cNvPr>
              <p:cNvPicPr/>
              <p:nvPr/>
            </p:nvPicPr>
            <p:blipFill>
              <a:blip r:embed="rId200"/>
              <a:stretch>
                <a:fillRect/>
              </a:stretch>
            </p:blipFill>
            <p:spPr>
              <a:xfrm>
                <a:off x="3756963" y="5404601"/>
                <a:ext cx="86113" cy="59118"/>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53" name="Ink 252">
                <a:extLst>
                  <a:ext uri="{FF2B5EF4-FFF2-40B4-BE49-F238E27FC236}">
                    <a16:creationId xmlns:a16="http://schemas.microsoft.com/office/drawing/2014/main" id="{38CEBBFD-E80A-CB9C-E721-603A0E7197B5}"/>
                  </a:ext>
                </a:extLst>
              </p14:cNvPr>
              <p14:cNvContentPartPr/>
              <p14:nvPr/>
            </p14:nvContentPartPr>
            <p14:xfrm>
              <a:off x="3939645" y="5398041"/>
              <a:ext cx="3727" cy="28092"/>
            </p14:xfrm>
          </p:contentPart>
        </mc:Choice>
        <mc:Fallback xmlns="">
          <p:pic>
            <p:nvPicPr>
              <p:cNvPr id="253" name="Ink 252">
                <a:extLst>
                  <a:ext uri="{FF2B5EF4-FFF2-40B4-BE49-F238E27FC236}">
                    <a16:creationId xmlns:a16="http://schemas.microsoft.com/office/drawing/2014/main" id="{38CEBBFD-E80A-CB9C-E721-603A0E7197B5}"/>
                  </a:ext>
                </a:extLst>
              </p:cNvPr>
              <p:cNvPicPr/>
              <p:nvPr/>
            </p:nvPicPr>
            <p:blipFill>
              <a:blip r:embed="rId202"/>
              <a:stretch>
                <a:fillRect/>
              </a:stretch>
            </p:blipFill>
            <p:spPr>
              <a:xfrm>
                <a:off x="3935579" y="5393719"/>
                <a:ext cx="11859" cy="36736"/>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54" name="Ink 253">
                <a:extLst>
                  <a:ext uri="{FF2B5EF4-FFF2-40B4-BE49-F238E27FC236}">
                    <a16:creationId xmlns:a16="http://schemas.microsoft.com/office/drawing/2014/main" id="{C2B1EF18-43BE-EFB5-71D1-714A93715442}"/>
                  </a:ext>
                </a:extLst>
              </p14:cNvPr>
              <p14:cNvContentPartPr/>
              <p14:nvPr/>
            </p14:nvContentPartPr>
            <p14:xfrm>
              <a:off x="3863776" y="5483262"/>
              <a:ext cx="68415" cy="95372"/>
            </p14:xfrm>
          </p:contentPart>
        </mc:Choice>
        <mc:Fallback xmlns="">
          <p:pic>
            <p:nvPicPr>
              <p:cNvPr id="254" name="Ink 253">
                <a:extLst>
                  <a:ext uri="{FF2B5EF4-FFF2-40B4-BE49-F238E27FC236}">
                    <a16:creationId xmlns:a16="http://schemas.microsoft.com/office/drawing/2014/main" id="{C2B1EF18-43BE-EFB5-71D1-714A93715442}"/>
                  </a:ext>
                </a:extLst>
              </p:cNvPr>
              <p:cNvPicPr/>
              <p:nvPr/>
            </p:nvPicPr>
            <p:blipFill>
              <a:blip r:embed="rId204"/>
              <a:stretch>
                <a:fillRect/>
              </a:stretch>
            </p:blipFill>
            <p:spPr>
              <a:xfrm>
                <a:off x="3859455" y="5478943"/>
                <a:ext cx="77057" cy="104009"/>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56" name="Ink 255">
                <a:extLst>
                  <a:ext uri="{FF2B5EF4-FFF2-40B4-BE49-F238E27FC236}">
                    <a16:creationId xmlns:a16="http://schemas.microsoft.com/office/drawing/2014/main" id="{504B4276-CD16-DB91-9EB3-014E11F6DDD1}"/>
                  </a:ext>
                </a:extLst>
              </p14:cNvPr>
              <p14:cNvContentPartPr/>
              <p14:nvPr/>
            </p14:nvContentPartPr>
            <p14:xfrm>
              <a:off x="1846899" y="4494157"/>
              <a:ext cx="25289" cy="87582"/>
            </p14:xfrm>
          </p:contentPart>
        </mc:Choice>
        <mc:Fallback xmlns="">
          <p:pic>
            <p:nvPicPr>
              <p:cNvPr id="256" name="Ink 255">
                <a:extLst>
                  <a:ext uri="{FF2B5EF4-FFF2-40B4-BE49-F238E27FC236}">
                    <a16:creationId xmlns:a16="http://schemas.microsoft.com/office/drawing/2014/main" id="{504B4276-CD16-DB91-9EB3-014E11F6DDD1}"/>
                  </a:ext>
                </a:extLst>
              </p:cNvPr>
              <p:cNvPicPr/>
              <p:nvPr/>
            </p:nvPicPr>
            <p:blipFill>
              <a:blip r:embed="rId206"/>
              <a:stretch>
                <a:fillRect/>
              </a:stretch>
            </p:blipFill>
            <p:spPr>
              <a:xfrm>
                <a:off x="1842625" y="4489832"/>
                <a:ext cx="33837" cy="96232"/>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57" name="Ink 256">
                <a:extLst>
                  <a:ext uri="{FF2B5EF4-FFF2-40B4-BE49-F238E27FC236}">
                    <a16:creationId xmlns:a16="http://schemas.microsoft.com/office/drawing/2014/main" id="{83883DC3-F1A1-BC2C-2B46-85AF84EEBBF4}"/>
                  </a:ext>
                </a:extLst>
              </p14:cNvPr>
              <p14:cNvContentPartPr/>
              <p14:nvPr/>
            </p14:nvContentPartPr>
            <p14:xfrm>
              <a:off x="1879642" y="4417907"/>
              <a:ext cx="12245" cy="7554"/>
            </p14:xfrm>
          </p:contentPart>
        </mc:Choice>
        <mc:Fallback xmlns="">
          <p:pic>
            <p:nvPicPr>
              <p:cNvPr id="257" name="Ink 256">
                <a:extLst>
                  <a:ext uri="{FF2B5EF4-FFF2-40B4-BE49-F238E27FC236}">
                    <a16:creationId xmlns:a16="http://schemas.microsoft.com/office/drawing/2014/main" id="{83883DC3-F1A1-BC2C-2B46-85AF84EEBBF4}"/>
                  </a:ext>
                </a:extLst>
              </p:cNvPr>
              <p:cNvPicPr/>
              <p:nvPr/>
            </p:nvPicPr>
            <p:blipFill>
              <a:blip r:embed="rId208"/>
              <a:stretch>
                <a:fillRect/>
              </a:stretch>
            </p:blipFill>
            <p:spPr>
              <a:xfrm>
                <a:off x="1875320" y="4413590"/>
                <a:ext cx="20889" cy="16187"/>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58" name="Ink 257">
                <a:extLst>
                  <a:ext uri="{FF2B5EF4-FFF2-40B4-BE49-F238E27FC236}">
                    <a16:creationId xmlns:a16="http://schemas.microsoft.com/office/drawing/2014/main" id="{EEA39F54-F23B-1800-CFD0-9B57152DD36D}"/>
                  </a:ext>
                </a:extLst>
              </p14:cNvPr>
              <p14:cNvContentPartPr/>
              <p14:nvPr/>
            </p14:nvContentPartPr>
            <p14:xfrm>
              <a:off x="1928357" y="4403742"/>
              <a:ext cx="130706" cy="270299"/>
            </p14:xfrm>
          </p:contentPart>
        </mc:Choice>
        <mc:Fallback xmlns="">
          <p:pic>
            <p:nvPicPr>
              <p:cNvPr id="258" name="Ink 257">
                <a:extLst>
                  <a:ext uri="{FF2B5EF4-FFF2-40B4-BE49-F238E27FC236}">
                    <a16:creationId xmlns:a16="http://schemas.microsoft.com/office/drawing/2014/main" id="{EEA39F54-F23B-1800-CFD0-9B57152DD36D}"/>
                  </a:ext>
                </a:extLst>
              </p:cNvPr>
              <p:cNvPicPr/>
              <p:nvPr/>
            </p:nvPicPr>
            <p:blipFill>
              <a:blip r:embed="rId210"/>
              <a:stretch>
                <a:fillRect/>
              </a:stretch>
            </p:blipFill>
            <p:spPr>
              <a:xfrm>
                <a:off x="1924036" y="4399423"/>
                <a:ext cx="139348" cy="278937"/>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59" name="Ink 258">
                <a:extLst>
                  <a:ext uri="{FF2B5EF4-FFF2-40B4-BE49-F238E27FC236}">
                    <a16:creationId xmlns:a16="http://schemas.microsoft.com/office/drawing/2014/main" id="{E778430B-5A13-2C81-7990-1F04ECFDC96E}"/>
                  </a:ext>
                </a:extLst>
              </p14:cNvPr>
              <p14:cNvContentPartPr/>
              <p14:nvPr/>
            </p14:nvContentPartPr>
            <p14:xfrm>
              <a:off x="1910522" y="4551522"/>
              <a:ext cx="81459" cy="17705"/>
            </p14:xfrm>
          </p:contentPart>
        </mc:Choice>
        <mc:Fallback xmlns="">
          <p:pic>
            <p:nvPicPr>
              <p:cNvPr id="259" name="Ink 258">
                <a:extLst>
                  <a:ext uri="{FF2B5EF4-FFF2-40B4-BE49-F238E27FC236}">
                    <a16:creationId xmlns:a16="http://schemas.microsoft.com/office/drawing/2014/main" id="{E778430B-5A13-2C81-7990-1F04ECFDC96E}"/>
                  </a:ext>
                </a:extLst>
              </p:cNvPr>
              <p:cNvPicPr/>
              <p:nvPr/>
            </p:nvPicPr>
            <p:blipFill>
              <a:blip r:embed="rId212"/>
              <a:stretch>
                <a:fillRect/>
              </a:stretch>
            </p:blipFill>
            <p:spPr>
              <a:xfrm>
                <a:off x="1906216" y="4547186"/>
                <a:ext cx="90071" cy="26377"/>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60" name="Ink 259">
                <a:extLst>
                  <a:ext uri="{FF2B5EF4-FFF2-40B4-BE49-F238E27FC236}">
                    <a16:creationId xmlns:a16="http://schemas.microsoft.com/office/drawing/2014/main" id="{F12B06F0-1C7B-AF18-7E35-6324E7EB9FF0}"/>
                  </a:ext>
                </a:extLst>
              </p14:cNvPr>
              <p14:cNvContentPartPr/>
              <p14:nvPr/>
            </p14:nvContentPartPr>
            <p14:xfrm>
              <a:off x="2176460" y="4449068"/>
              <a:ext cx="92639" cy="190036"/>
            </p14:xfrm>
          </p:contentPart>
        </mc:Choice>
        <mc:Fallback xmlns="">
          <p:pic>
            <p:nvPicPr>
              <p:cNvPr id="260" name="Ink 259">
                <a:extLst>
                  <a:ext uri="{FF2B5EF4-FFF2-40B4-BE49-F238E27FC236}">
                    <a16:creationId xmlns:a16="http://schemas.microsoft.com/office/drawing/2014/main" id="{F12B06F0-1C7B-AF18-7E35-6324E7EB9FF0}"/>
                  </a:ext>
                </a:extLst>
              </p:cNvPr>
              <p:cNvPicPr/>
              <p:nvPr/>
            </p:nvPicPr>
            <p:blipFill>
              <a:blip r:embed="rId214"/>
              <a:stretch>
                <a:fillRect/>
              </a:stretch>
            </p:blipFill>
            <p:spPr>
              <a:xfrm>
                <a:off x="2172151" y="4444757"/>
                <a:ext cx="101257" cy="198658"/>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61" name="Ink 260">
                <a:extLst>
                  <a:ext uri="{FF2B5EF4-FFF2-40B4-BE49-F238E27FC236}">
                    <a16:creationId xmlns:a16="http://schemas.microsoft.com/office/drawing/2014/main" id="{5FF162F9-700D-8E64-DEC0-06E9C3E4A96E}"/>
                  </a:ext>
                </a:extLst>
              </p14:cNvPr>
              <p14:cNvContentPartPr/>
              <p14:nvPr/>
            </p14:nvContentPartPr>
            <p14:xfrm>
              <a:off x="2554205" y="4462052"/>
              <a:ext cx="162651" cy="186023"/>
            </p14:xfrm>
          </p:contentPart>
        </mc:Choice>
        <mc:Fallback xmlns="">
          <p:pic>
            <p:nvPicPr>
              <p:cNvPr id="261" name="Ink 260">
                <a:extLst>
                  <a:ext uri="{FF2B5EF4-FFF2-40B4-BE49-F238E27FC236}">
                    <a16:creationId xmlns:a16="http://schemas.microsoft.com/office/drawing/2014/main" id="{5FF162F9-700D-8E64-DEC0-06E9C3E4A96E}"/>
                  </a:ext>
                </a:extLst>
              </p:cNvPr>
              <p:cNvPicPr/>
              <p:nvPr/>
            </p:nvPicPr>
            <p:blipFill>
              <a:blip r:embed="rId216"/>
              <a:stretch>
                <a:fillRect/>
              </a:stretch>
            </p:blipFill>
            <p:spPr>
              <a:xfrm>
                <a:off x="2549896" y="4457734"/>
                <a:ext cx="171268" cy="194658"/>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62" name="Ink 261">
                <a:extLst>
                  <a:ext uri="{FF2B5EF4-FFF2-40B4-BE49-F238E27FC236}">
                    <a16:creationId xmlns:a16="http://schemas.microsoft.com/office/drawing/2014/main" id="{B7F96337-D978-23C0-06F9-78F3607B7DA3}"/>
                  </a:ext>
                </a:extLst>
              </p14:cNvPr>
              <p14:cNvContentPartPr/>
              <p14:nvPr/>
            </p14:nvContentPartPr>
            <p14:xfrm>
              <a:off x="2763441" y="4553410"/>
              <a:ext cx="58299" cy="41784"/>
            </p14:xfrm>
          </p:contentPart>
        </mc:Choice>
        <mc:Fallback xmlns="">
          <p:pic>
            <p:nvPicPr>
              <p:cNvPr id="262" name="Ink 261">
                <a:extLst>
                  <a:ext uri="{FF2B5EF4-FFF2-40B4-BE49-F238E27FC236}">
                    <a16:creationId xmlns:a16="http://schemas.microsoft.com/office/drawing/2014/main" id="{B7F96337-D978-23C0-06F9-78F3607B7DA3}"/>
                  </a:ext>
                </a:extLst>
              </p:cNvPr>
              <p:cNvPicPr/>
              <p:nvPr/>
            </p:nvPicPr>
            <p:blipFill>
              <a:blip r:embed="rId218"/>
              <a:stretch>
                <a:fillRect/>
              </a:stretch>
            </p:blipFill>
            <p:spPr>
              <a:xfrm>
                <a:off x="2759123" y="4549124"/>
                <a:ext cx="66936" cy="50355"/>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63" name="Ink 262">
                <a:extLst>
                  <a:ext uri="{FF2B5EF4-FFF2-40B4-BE49-F238E27FC236}">
                    <a16:creationId xmlns:a16="http://schemas.microsoft.com/office/drawing/2014/main" id="{268A3ED0-FDEB-EE0D-E208-74CD022734E5}"/>
                  </a:ext>
                </a:extLst>
              </p14:cNvPr>
              <p14:cNvContentPartPr/>
              <p14:nvPr/>
            </p14:nvContentPartPr>
            <p14:xfrm>
              <a:off x="2814553" y="4490616"/>
              <a:ext cx="9051" cy="13928"/>
            </p14:xfrm>
          </p:contentPart>
        </mc:Choice>
        <mc:Fallback xmlns="">
          <p:pic>
            <p:nvPicPr>
              <p:cNvPr id="263" name="Ink 262">
                <a:extLst>
                  <a:ext uri="{FF2B5EF4-FFF2-40B4-BE49-F238E27FC236}">
                    <a16:creationId xmlns:a16="http://schemas.microsoft.com/office/drawing/2014/main" id="{268A3ED0-FDEB-EE0D-E208-74CD022734E5}"/>
                  </a:ext>
                </a:extLst>
              </p:cNvPr>
              <p:cNvPicPr/>
              <p:nvPr/>
            </p:nvPicPr>
            <p:blipFill>
              <a:blip r:embed="rId220"/>
              <a:stretch>
                <a:fillRect/>
              </a:stretch>
            </p:blipFill>
            <p:spPr>
              <a:xfrm>
                <a:off x="2810376" y="4486330"/>
                <a:ext cx="17406" cy="22499"/>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64" name="Ink 263">
                <a:extLst>
                  <a:ext uri="{FF2B5EF4-FFF2-40B4-BE49-F238E27FC236}">
                    <a16:creationId xmlns:a16="http://schemas.microsoft.com/office/drawing/2014/main" id="{7E1723C5-D1BD-4AEF-E207-90ED7114B9E9}"/>
                  </a:ext>
                </a:extLst>
              </p14:cNvPr>
              <p14:cNvContentPartPr/>
              <p14:nvPr/>
            </p14:nvContentPartPr>
            <p14:xfrm>
              <a:off x="2876046" y="4470550"/>
              <a:ext cx="179954" cy="169498"/>
            </p14:xfrm>
          </p:contentPart>
        </mc:Choice>
        <mc:Fallback xmlns="">
          <p:pic>
            <p:nvPicPr>
              <p:cNvPr id="264" name="Ink 263">
                <a:extLst>
                  <a:ext uri="{FF2B5EF4-FFF2-40B4-BE49-F238E27FC236}">
                    <a16:creationId xmlns:a16="http://schemas.microsoft.com/office/drawing/2014/main" id="{7E1723C5-D1BD-4AEF-E207-90ED7114B9E9}"/>
                  </a:ext>
                </a:extLst>
              </p:cNvPr>
              <p:cNvPicPr/>
              <p:nvPr/>
            </p:nvPicPr>
            <p:blipFill>
              <a:blip r:embed="rId222"/>
              <a:stretch>
                <a:fillRect/>
              </a:stretch>
            </p:blipFill>
            <p:spPr>
              <a:xfrm>
                <a:off x="2871727" y="4466241"/>
                <a:ext cx="188592" cy="178117"/>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65" name="Ink 264">
                <a:extLst>
                  <a:ext uri="{FF2B5EF4-FFF2-40B4-BE49-F238E27FC236}">
                    <a16:creationId xmlns:a16="http://schemas.microsoft.com/office/drawing/2014/main" id="{0FE2A29B-4200-CC66-4E54-E345FF1401F0}"/>
                  </a:ext>
                </a:extLst>
              </p14:cNvPr>
              <p14:cNvContentPartPr/>
              <p14:nvPr/>
            </p14:nvContentPartPr>
            <p14:xfrm>
              <a:off x="2379308" y="4527443"/>
              <a:ext cx="191135" cy="110953"/>
            </p14:xfrm>
          </p:contentPart>
        </mc:Choice>
        <mc:Fallback xmlns="">
          <p:pic>
            <p:nvPicPr>
              <p:cNvPr id="265" name="Ink 264">
                <a:extLst>
                  <a:ext uri="{FF2B5EF4-FFF2-40B4-BE49-F238E27FC236}">
                    <a16:creationId xmlns:a16="http://schemas.microsoft.com/office/drawing/2014/main" id="{0FE2A29B-4200-CC66-4E54-E345FF1401F0}"/>
                  </a:ext>
                </a:extLst>
              </p:cNvPr>
              <p:cNvPicPr/>
              <p:nvPr/>
            </p:nvPicPr>
            <p:blipFill>
              <a:blip r:embed="rId224"/>
              <a:stretch>
                <a:fillRect/>
              </a:stretch>
            </p:blipFill>
            <p:spPr>
              <a:xfrm>
                <a:off x="2374989" y="4523134"/>
                <a:ext cx="199774" cy="119571"/>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66" name="Ink 265">
                <a:extLst>
                  <a:ext uri="{FF2B5EF4-FFF2-40B4-BE49-F238E27FC236}">
                    <a16:creationId xmlns:a16="http://schemas.microsoft.com/office/drawing/2014/main" id="{F0F91521-E5EC-9D57-4428-C0C631EF91FC}"/>
                  </a:ext>
                </a:extLst>
              </p14:cNvPr>
              <p14:cNvContentPartPr/>
              <p14:nvPr/>
            </p14:nvContentPartPr>
            <p14:xfrm>
              <a:off x="3809626" y="4543023"/>
              <a:ext cx="118461" cy="106703"/>
            </p14:xfrm>
          </p:contentPart>
        </mc:Choice>
        <mc:Fallback xmlns="">
          <p:pic>
            <p:nvPicPr>
              <p:cNvPr id="266" name="Ink 265">
                <a:extLst>
                  <a:ext uri="{FF2B5EF4-FFF2-40B4-BE49-F238E27FC236}">
                    <a16:creationId xmlns:a16="http://schemas.microsoft.com/office/drawing/2014/main" id="{F0F91521-E5EC-9D57-4428-C0C631EF91FC}"/>
                  </a:ext>
                </a:extLst>
              </p:cNvPr>
              <p:cNvPicPr/>
              <p:nvPr/>
            </p:nvPicPr>
            <p:blipFill>
              <a:blip r:embed="rId226"/>
              <a:stretch>
                <a:fillRect/>
              </a:stretch>
            </p:blipFill>
            <p:spPr>
              <a:xfrm>
                <a:off x="3805305" y="4538697"/>
                <a:ext cx="127103" cy="115355"/>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67" name="Ink 266">
                <a:extLst>
                  <a:ext uri="{FF2B5EF4-FFF2-40B4-BE49-F238E27FC236}">
                    <a16:creationId xmlns:a16="http://schemas.microsoft.com/office/drawing/2014/main" id="{109C4C7B-A616-0FFF-3355-35B8C092CBFC}"/>
                  </a:ext>
                </a:extLst>
              </p14:cNvPr>
              <p14:cNvContentPartPr/>
              <p14:nvPr/>
            </p14:nvContentPartPr>
            <p14:xfrm>
              <a:off x="1800845" y="5524600"/>
              <a:ext cx="147211" cy="223558"/>
            </p14:xfrm>
          </p:contentPart>
        </mc:Choice>
        <mc:Fallback xmlns="">
          <p:pic>
            <p:nvPicPr>
              <p:cNvPr id="267" name="Ink 266">
                <a:extLst>
                  <a:ext uri="{FF2B5EF4-FFF2-40B4-BE49-F238E27FC236}">
                    <a16:creationId xmlns:a16="http://schemas.microsoft.com/office/drawing/2014/main" id="{109C4C7B-A616-0FFF-3355-35B8C092CBFC}"/>
                  </a:ext>
                </a:extLst>
              </p:cNvPr>
              <p:cNvPicPr/>
              <p:nvPr/>
            </p:nvPicPr>
            <p:blipFill>
              <a:blip r:embed="rId228"/>
              <a:stretch>
                <a:fillRect/>
              </a:stretch>
            </p:blipFill>
            <p:spPr>
              <a:xfrm>
                <a:off x="1796526" y="5520280"/>
                <a:ext cx="155849" cy="232198"/>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68" name="Ink 267">
                <a:extLst>
                  <a:ext uri="{FF2B5EF4-FFF2-40B4-BE49-F238E27FC236}">
                    <a16:creationId xmlns:a16="http://schemas.microsoft.com/office/drawing/2014/main" id="{DD187907-465A-A160-294C-167452794FBA}"/>
                  </a:ext>
                </a:extLst>
              </p14:cNvPr>
              <p14:cNvContentPartPr/>
              <p14:nvPr/>
            </p14:nvContentPartPr>
            <p14:xfrm>
              <a:off x="999037" y="5672852"/>
              <a:ext cx="134966" cy="185078"/>
            </p14:xfrm>
          </p:contentPart>
        </mc:Choice>
        <mc:Fallback xmlns="">
          <p:pic>
            <p:nvPicPr>
              <p:cNvPr id="268" name="Ink 267">
                <a:extLst>
                  <a:ext uri="{FF2B5EF4-FFF2-40B4-BE49-F238E27FC236}">
                    <a16:creationId xmlns:a16="http://schemas.microsoft.com/office/drawing/2014/main" id="{DD187907-465A-A160-294C-167452794FBA}"/>
                  </a:ext>
                </a:extLst>
              </p:cNvPr>
              <p:cNvPicPr/>
              <p:nvPr/>
            </p:nvPicPr>
            <p:blipFill>
              <a:blip r:embed="rId230"/>
              <a:stretch>
                <a:fillRect/>
              </a:stretch>
            </p:blipFill>
            <p:spPr>
              <a:xfrm>
                <a:off x="994730" y="5668531"/>
                <a:ext cx="143581" cy="1937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69" name="Ink 268">
                <a:extLst>
                  <a:ext uri="{FF2B5EF4-FFF2-40B4-BE49-F238E27FC236}">
                    <a16:creationId xmlns:a16="http://schemas.microsoft.com/office/drawing/2014/main" id="{B8D34BEB-6EA3-E4CB-3590-54A4FE2100E5}"/>
                  </a:ext>
                </a:extLst>
              </p14:cNvPr>
              <p14:cNvContentPartPr/>
              <p14:nvPr/>
            </p14:nvContentPartPr>
            <p14:xfrm>
              <a:off x="4534344" y="465696"/>
              <a:ext cx="71280" cy="307440"/>
            </p14:xfrm>
          </p:contentPart>
        </mc:Choice>
        <mc:Fallback xmlns="">
          <p:pic>
            <p:nvPicPr>
              <p:cNvPr id="269" name="Ink 268">
                <a:extLst>
                  <a:ext uri="{FF2B5EF4-FFF2-40B4-BE49-F238E27FC236}">
                    <a16:creationId xmlns:a16="http://schemas.microsoft.com/office/drawing/2014/main" id="{B8D34BEB-6EA3-E4CB-3590-54A4FE2100E5}"/>
                  </a:ext>
                </a:extLst>
              </p:cNvPr>
              <p:cNvPicPr/>
              <p:nvPr/>
            </p:nvPicPr>
            <p:blipFill>
              <a:blip r:embed="rId376"/>
              <a:stretch>
                <a:fillRect/>
              </a:stretch>
            </p:blipFill>
            <p:spPr>
              <a:xfrm>
                <a:off x="4530024" y="461376"/>
                <a:ext cx="799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70" name="Ink 269">
                <a:extLst>
                  <a:ext uri="{FF2B5EF4-FFF2-40B4-BE49-F238E27FC236}">
                    <a16:creationId xmlns:a16="http://schemas.microsoft.com/office/drawing/2014/main" id="{64D07828-F1FB-6A8C-DD3D-46D73A2A3043}"/>
                  </a:ext>
                </a:extLst>
              </p14:cNvPr>
              <p14:cNvContentPartPr/>
              <p14:nvPr/>
            </p14:nvContentPartPr>
            <p14:xfrm>
              <a:off x="5296824" y="371736"/>
              <a:ext cx="155160" cy="379440"/>
            </p14:xfrm>
          </p:contentPart>
        </mc:Choice>
        <mc:Fallback xmlns="">
          <p:pic>
            <p:nvPicPr>
              <p:cNvPr id="270" name="Ink 269">
                <a:extLst>
                  <a:ext uri="{FF2B5EF4-FFF2-40B4-BE49-F238E27FC236}">
                    <a16:creationId xmlns:a16="http://schemas.microsoft.com/office/drawing/2014/main" id="{64D07828-F1FB-6A8C-DD3D-46D73A2A3043}"/>
                  </a:ext>
                </a:extLst>
              </p:cNvPr>
              <p:cNvPicPr/>
              <p:nvPr/>
            </p:nvPicPr>
            <p:blipFill>
              <a:blip r:embed="rId378"/>
              <a:stretch>
                <a:fillRect/>
              </a:stretch>
            </p:blipFill>
            <p:spPr>
              <a:xfrm>
                <a:off x="5292504" y="367416"/>
                <a:ext cx="16380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71" name="Ink 270">
                <a:extLst>
                  <a:ext uri="{FF2B5EF4-FFF2-40B4-BE49-F238E27FC236}">
                    <a16:creationId xmlns:a16="http://schemas.microsoft.com/office/drawing/2014/main" id="{1B8D59F3-2B0D-BFCF-910F-D5799F0FC051}"/>
                  </a:ext>
                </a:extLst>
              </p14:cNvPr>
              <p14:cNvContentPartPr/>
              <p14:nvPr/>
            </p14:nvContentPartPr>
            <p14:xfrm>
              <a:off x="5490144" y="391536"/>
              <a:ext cx="114120" cy="343800"/>
            </p14:xfrm>
          </p:contentPart>
        </mc:Choice>
        <mc:Fallback xmlns="">
          <p:pic>
            <p:nvPicPr>
              <p:cNvPr id="271" name="Ink 270">
                <a:extLst>
                  <a:ext uri="{FF2B5EF4-FFF2-40B4-BE49-F238E27FC236}">
                    <a16:creationId xmlns:a16="http://schemas.microsoft.com/office/drawing/2014/main" id="{1B8D59F3-2B0D-BFCF-910F-D5799F0FC051}"/>
                  </a:ext>
                </a:extLst>
              </p:cNvPr>
              <p:cNvPicPr/>
              <p:nvPr/>
            </p:nvPicPr>
            <p:blipFill>
              <a:blip r:embed="rId380"/>
              <a:stretch>
                <a:fillRect/>
              </a:stretch>
            </p:blipFill>
            <p:spPr>
              <a:xfrm>
                <a:off x="5485824" y="387216"/>
                <a:ext cx="122760" cy="352440"/>
              </a:xfrm>
              <a:prstGeom prst="rect">
                <a:avLst/>
              </a:prstGeom>
            </p:spPr>
          </p:pic>
        </mc:Fallback>
      </mc:AlternateContent>
      <p:grpSp>
        <p:nvGrpSpPr>
          <p:cNvPr id="279" name="Group 278">
            <a:extLst>
              <a:ext uri="{FF2B5EF4-FFF2-40B4-BE49-F238E27FC236}">
                <a16:creationId xmlns:a16="http://schemas.microsoft.com/office/drawing/2014/main" id="{38DC8BEE-9047-CF7A-67C3-7C3A34DE5FE2}"/>
              </a:ext>
            </a:extLst>
          </p:cNvPr>
          <p:cNvGrpSpPr/>
          <p:nvPr/>
        </p:nvGrpSpPr>
        <p:grpSpPr>
          <a:xfrm>
            <a:off x="5586984" y="495936"/>
            <a:ext cx="414360" cy="347760"/>
            <a:chOff x="5586984" y="495936"/>
            <a:chExt cx="414360" cy="347760"/>
          </a:xfrm>
        </p:grpSpPr>
        <mc:AlternateContent xmlns:mc="http://schemas.openxmlformats.org/markup-compatibility/2006" xmlns:p14="http://schemas.microsoft.com/office/powerpoint/2010/main">
          <mc:Choice Requires="p14">
            <p:contentPart p14:bwMode="auto" r:id="rId381">
              <p14:nvContentPartPr>
                <p14:cNvPr id="276" name="Ink 275">
                  <a:extLst>
                    <a:ext uri="{FF2B5EF4-FFF2-40B4-BE49-F238E27FC236}">
                      <a16:creationId xmlns:a16="http://schemas.microsoft.com/office/drawing/2014/main" id="{D3A388DB-25FC-10DB-4575-248F26AB51B1}"/>
                    </a:ext>
                  </a:extLst>
                </p14:cNvPr>
                <p14:cNvContentPartPr/>
                <p14:nvPr/>
              </p14:nvContentPartPr>
              <p14:xfrm>
                <a:off x="5586984" y="495936"/>
                <a:ext cx="176760" cy="188640"/>
              </p14:xfrm>
            </p:contentPart>
          </mc:Choice>
          <mc:Fallback xmlns="">
            <p:pic>
              <p:nvPicPr>
                <p:cNvPr id="276" name="Ink 275">
                  <a:extLst>
                    <a:ext uri="{FF2B5EF4-FFF2-40B4-BE49-F238E27FC236}">
                      <a16:creationId xmlns:a16="http://schemas.microsoft.com/office/drawing/2014/main" id="{D3A388DB-25FC-10DB-4575-248F26AB51B1}"/>
                    </a:ext>
                  </a:extLst>
                </p:cNvPr>
                <p:cNvPicPr/>
                <p:nvPr/>
              </p:nvPicPr>
              <p:blipFill>
                <a:blip r:embed="rId382"/>
                <a:stretch>
                  <a:fillRect/>
                </a:stretch>
              </p:blipFill>
              <p:spPr>
                <a:xfrm>
                  <a:off x="5582664" y="491616"/>
                  <a:ext cx="1854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77" name="Ink 276">
                  <a:extLst>
                    <a:ext uri="{FF2B5EF4-FFF2-40B4-BE49-F238E27FC236}">
                      <a16:creationId xmlns:a16="http://schemas.microsoft.com/office/drawing/2014/main" id="{F36A9FF1-4D09-C0DA-40E2-94934309620A}"/>
                    </a:ext>
                  </a:extLst>
                </p14:cNvPr>
                <p14:cNvContentPartPr/>
                <p14:nvPr/>
              </p14:nvContentPartPr>
              <p14:xfrm>
                <a:off x="5952384" y="527976"/>
                <a:ext cx="23760" cy="36000"/>
              </p14:xfrm>
            </p:contentPart>
          </mc:Choice>
          <mc:Fallback xmlns="">
            <p:pic>
              <p:nvPicPr>
                <p:cNvPr id="277" name="Ink 276">
                  <a:extLst>
                    <a:ext uri="{FF2B5EF4-FFF2-40B4-BE49-F238E27FC236}">
                      <a16:creationId xmlns:a16="http://schemas.microsoft.com/office/drawing/2014/main" id="{F36A9FF1-4D09-C0DA-40E2-94934309620A}"/>
                    </a:ext>
                  </a:extLst>
                </p:cNvPr>
                <p:cNvPicPr/>
                <p:nvPr/>
              </p:nvPicPr>
              <p:blipFill>
                <a:blip r:embed="rId384"/>
                <a:stretch>
                  <a:fillRect/>
                </a:stretch>
              </p:blipFill>
              <p:spPr>
                <a:xfrm>
                  <a:off x="5948064" y="523656"/>
                  <a:ext cx="324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78" name="Ink 277">
                  <a:extLst>
                    <a:ext uri="{FF2B5EF4-FFF2-40B4-BE49-F238E27FC236}">
                      <a16:creationId xmlns:a16="http://schemas.microsoft.com/office/drawing/2014/main" id="{8F1E18CC-E131-FD56-88B0-928EDE965FB5}"/>
                    </a:ext>
                  </a:extLst>
                </p14:cNvPr>
                <p14:cNvContentPartPr/>
                <p14:nvPr/>
              </p14:nvContentPartPr>
              <p14:xfrm>
                <a:off x="5871024" y="666576"/>
                <a:ext cx="130320" cy="177120"/>
              </p14:xfrm>
            </p:contentPart>
          </mc:Choice>
          <mc:Fallback xmlns="">
            <p:pic>
              <p:nvPicPr>
                <p:cNvPr id="278" name="Ink 277">
                  <a:extLst>
                    <a:ext uri="{FF2B5EF4-FFF2-40B4-BE49-F238E27FC236}">
                      <a16:creationId xmlns:a16="http://schemas.microsoft.com/office/drawing/2014/main" id="{8F1E18CC-E131-FD56-88B0-928EDE965FB5}"/>
                    </a:ext>
                  </a:extLst>
                </p:cNvPr>
                <p:cNvPicPr/>
                <p:nvPr/>
              </p:nvPicPr>
              <p:blipFill>
                <a:blip r:embed="rId386"/>
                <a:stretch>
                  <a:fillRect/>
                </a:stretch>
              </p:blipFill>
              <p:spPr>
                <a:xfrm>
                  <a:off x="5866704" y="662256"/>
                  <a:ext cx="138960" cy="185760"/>
                </a:xfrm>
                <a:prstGeom prst="rect">
                  <a:avLst/>
                </a:prstGeom>
              </p:spPr>
            </p:pic>
          </mc:Fallback>
        </mc:AlternateContent>
      </p:grpSp>
      <p:grpSp>
        <p:nvGrpSpPr>
          <p:cNvPr id="288" name="Group 287">
            <a:extLst>
              <a:ext uri="{FF2B5EF4-FFF2-40B4-BE49-F238E27FC236}">
                <a16:creationId xmlns:a16="http://schemas.microsoft.com/office/drawing/2014/main" id="{4F4AEB4F-51E5-7678-7C4B-8C2FF40A80D9}"/>
              </a:ext>
            </a:extLst>
          </p:cNvPr>
          <p:cNvGrpSpPr/>
          <p:nvPr/>
        </p:nvGrpSpPr>
        <p:grpSpPr>
          <a:xfrm>
            <a:off x="6218424" y="342216"/>
            <a:ext cx="866880" cy="649080"/>
            <a:chOff x="6218424" y="342216"/>
            <a:chExt cx="866880" cy="649080"/>
          </a:xfrm>
        </p:grpSpPr>
        <mc:AlternateContent xmlns:mc="http://schemas.openxmlformats.org/markup-compatibility/2006" xmlns:p14="http://schemas.microsoft.com/office/powerpoint/2010/main">
          <mc:Choice Requires="p14">
            <p:contentPart p14:bwMode="auto" r:id="rId387">
              <p14:nvContentPartPr>
                <p14:cNvPr id="280" name="Ink 279">
                  <a:extLst>
                    <a:ext uri="{FF2B5EF4-FFF2-40B4-BE49-F238E27FC236}">
                      <a16:creationId xmlns:a16="http://schemas.microsoft.com/office/drawing/2014/main" id="{B309495E-167C-52FD-2670-766125BC4429}"/>
                    </a:ext>
                  </a:extLst>
                </p14:cNvPr>
                <p14:cNvContentPartPr/>
                <p14:nvPr/>
              </p14:nvContentPartPr>
              <p14:xfrm>
                <a:off x="6218424" y="554976"/>
                <a:ext cx="226800" cy="436320"/>
              </p14:xfrm>
            </p:contentPart>
          </mc:Choice>
          <mc:Fallback xmlns="">
            <p:pic>
              <p:nvPicPr>
                <p:cNvPr id="280" name="Ink 279">
                  <a:extLst>
                    <a:ext uri="{FF2B5EF4-FFF2-40B4-BE49-F238E27FC236}">
                      <a16:creationId xmlns:a16="http://schemas.microsoft.com/office/drawing/2014/main" id="{B309495E-167C-52FD-2670-766125BC4429}"/>
                    </a:ext>
                  </a:extLst>
                </p:cNvPr>
                <p:cNvPicPr/>
                <p:nvPr/>
              </p:nvPicPr>
              <p:blipFill>
                <a:blip r:embed="rId388"/>
                <a:stretch>
                  <a:fillRect/>
                </a:stretch>
              </p:blipFill>
              <p:spPr>
                <a:xfrm>
                  <a:off x="6214104" y="550656"/>
                  <a:ext cx="235440" cy="4449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81" name="Ink 280">
                  <a:extLst>
                    <a:ext uri="{FF2B5EF4-FFF2-40B4-BE49-F238E27FC236}">
                      <a16:creationId xmlns:a16="http://schemas.microsoft.com/office/drawing/2014/main" id="{FA8C6427-E131-2D8D-4811-8B8C1DE2BCAE}"/>
                    </a:ext>
                  </a:extLst>
                </p14:cNvPr>
                <p14:cNvContentPartPr/>
                <p14:nvPr/>
              </p14:nvContentPartPr>
              <p14:xfrm>
                <a:off x="6391584" y="457416"/>
                <a:ext cx="11880" cy="12960"/>
              </p14:xfrm>
            </p:contentPart>
          </mc:Choice>
          <mc:Fallback xmlns="">
            <p:pic>
              <p:nvPicPr>
                <p:cNvPr id="281" name="Ink 280">
                  <a:extLst>
                    <a:ext uri="{FF2B5EF4-FFF2-40B4-BE49-F238E27FC236}">
                      <a16:creationId xmlns:a16="http://schemas.microsoft.com/office/drawing/2014/main" id="{FA8C6427-E131-2D8D-4811-8B8C1DE2BCAE}"/>
                    </a:ext>
                  </a:extLst>
                </p:cNvPr>
                <p:cNvPicPr/>
                <p:nvPr/>
              </p:nvPicPr>
              <p:blipFill>
                <a:blip r:embed="rId390"/>
                <a:stretch>
                  <a:fillRect/>
                </a:stretch>
              </p:blipFill>
              <p:spPr>
                <a:xfrm>
                  <a:off x="6387264" y="453096"/>
                  <a:ext cx="205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82" name="Ink 281">
                  <a:extLst>
                    <a:ext uri="{FF2B5EF4-FFF2-40B4-BE49-F238E27FC236}">
                      <a16:creationId xmlns:a16="http://schemas.microsoft.com/office/drawing/2014/main" id="{D9F7BF08-339D-440D-68D2-B5FA2A92FCB8}"/>
                    </a:ext>
                  </a:extLst>
                </p14:cNvPr>
                <p14:cNvContentPartPr/>
                <p14:nvPr/>
              </p14:nvContentPartPr>
              <p14:xfrm>
                <a:off x="6520824" y="511776"/>
                <a:ext cx="28080" cy="163800"/>
              </p14:xfrm>
            </p:contentPart>
          </mc:Choice>
          <mc:Fallback xmlns="">
            <p:pic>
              <p:nvPicPr>
                <p:cNvPr id="282" name="Ink 281">
                  <a:extLst>
                    <a:ext uri="{FF2B5EF4-FFF2-40B4-BE49-F238E27FC236}">
                      <a16:creationId xmlns:a16="http://schemas.microsoft.com/office/drawing/2014/main" id="{D9F7BF08-339D-440D-68D2-B5FA2A92FCB8}"/>
                    </a:ext>
                  </a:extLst>
                </p:cNvPr>
                <p:cNvPicPr/>
                <p:nvPr/>
              </p:nvPicPr>
              <p:blipFill>
                <a:blip r:embed="rId392"/>
                <a:stretch>
                  <a:fillRect/>
                </a:stretch>
              </p:blipFill>
              <p:spPr>
                <a:xfrm>
                  <a:off x="6516504" y="507456"/>
                  <a:ext cx="367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83" name="Ink 282">
                  <a:extLst>
                    <a:ext uri="{FF2B5EF4-FFF2-40B4-BE49-F238E27FC236}">
                      <a16:creationId xmlns:a16="http://schemas.microsoft.com/office/drawing/2014/main" id="{2CEA1303-0CD6-CD36-2C0D-755F771DB1EB}"/>
                    </a:ext>
                  </a:extLst>
                </p14:cNvPr>
                <p14:cNvContentPartPr/>
                <p14:nvPr/>
              </p14:nvContentPartPr>
              <p14:xfrm>
                <a:off x="6472584" y="577656"/>
                <a:ext cx="180360" cy="27000"/>
              </p14:xfrm>
            </p:contentPart>
          </mc:Choice>
          <mc:Fallback xmlns="">
            <p:pic>
              <p:nvPicPr>
                <p:cNvPr id="283" name="Ink 282">
                  <a:extLst>
                    <a:ext uri="{FF2B5EF4-FFF2-40B4-BE49-F238E27FC236}">
                      <a16:creationId xmlns:a16="http://schemas.microsoft.com/office/drawing/2014/main" id="{2CEA1303-0CD6-CD36-2C0D-755F771DB1EB}"/>
                    </a:ext>
                  </a:extLst>
                </p:cNvPr>
                <p:cNvPicPr/>
                <p:nvPr/>
              </p:nvPicPr>
              <p:blipFill>
                <a:blip r:embed="rId394"/>
                <a:stretch>
                  <a:fillRect/>
                </a:stretch>
              </p:blipFill>
              <p:spPr>
                <a:xfrm>
                  <a:off x="6468264" y="573336"/>
                  <a:ext cx="1890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84" name="Ink 283">
                  <a:extLst>
                    <a:ext uri="{FF2B5EF4-FFF2-40B4-BE49-F238E27FC236}">
                      <a16:creationId xmlns:a16="http://schemas.microsoft.com/office/drawing/2014/main" id="{72CA6E04-07D3-B914-0441-DE8D6F06152D}"/>
                    </a:ext>
                  </a:extLst>
                </p14:cNvPr>
                <p14:cNvContentPartPr/>
                <p14:nvPr/>
              </p14:nvContentPartPr>
              <p14:xfrm>
                <a:off x="6756624" y="517536"/>
                <a:ext cx="11880" cy="131040"/>
              </p14:xfrm>
            </p:contentPart>
          </mc:Choice>
          <mc:Fallback xmlns="">
            <p:pic>
              <p:nvPicPr>
                <p:cNvPr id="284" name="Ink 283">
                  <a:extLst>
                    <a:ext uri="{FF2B5EF4-FFF2-40B4-BE49-F238E27FC236}">
                      <a16:creationId xmlns:a16="http://schemas.microsoft.com/office/drawing/2014/main" id="{72CA6E04-07D3-B914-0441-DE8D6F06152D}"/>
                    </a:ext>
                  </a:extLst>
                </p:cNvPr>
                <p:cNvPicPr/>
                <p:nvPr/>
              </p:nvPicPr>
              <p:blipFill>
                <a:blip r:embed="rId396"/>
                <a:stretch>
                  <a:fillRect/>
                </a:stretch>
              </p:blipFill>
              <p:spPr>
                <a:xfrm>
                  <a:off x="6752304" y="513216"/>
                  <a:ext cx="205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85" name="Ink 284">
                  <a:extLst>
                    <a:ext uri="{FF2B5EF4-FFF2-40B4-BE49-F238E27FC236}">
                      <a16:creationId xmlns:a16="http://schemas.microsoft.com/office/drawing/2014/main" id="{54084B1E-EE52-3869-6FCB-6BB0146B4804}"/>
                    </a:ext>
                  </a:extLst>
                </p14:cNvPr>
                <p14:cNvContentPartPr/>
                <p14:nvPr/>
              </p14:nvContentPartPr>
              <p14:xfrm>
                <a:off x="6710184" y="570816"/>
                <a:ext cx="182880" cy="33840"/>
              </p14:xfrm>
            </p:contentPart>
          </mc:Choice>
          <mc:Fallback xmlns="">
            <p:pic>
              <p:nvPicPr>
                <p:cNvPr id="285" name="Ink 284">
                  <a:extLst>
                    <a:ext uri="{FF2B5EF4-FFF2-40B4-BE49-F238E27FC236}">
                      <a16:creationId xmlns:a16="http://schemas.microsoft.com/office/drawing/2014/main" id="{54084B1E-EE52-3869-6FCB-6BB0146B4804}"/>
                    </a:ext>
                  </a:extLst>
                </p:cNvPr>
                <p:cNvPicPr/>
                <p:nvPr/>
              </p:nvPicPr>
              <p:blipFill>
                <a:blip r:embed="rId398"/>
                <a:stretch>
                  <a:fillRect/>
                </a:stretch>
              </p:blipFill>
              <p:spPr>
                <a:xfrm>
                  <a:off x="6705864" y="566496"/>
                  <a:ext cx="1915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86" name="Ink 285">
                  <a:extLst>
                    <a:ext uri="{FF2B5EF4-FFF2-40B4-BE49-F238E27FC236}">
                      <a16:creationId xmlns:a16="http://schemas.microsoft.com/office/drawing/2014/main" id="{C84E70BC-BBEF-343E-2537-55B2FEFBF16F}"/>
                    </a:ext>
                  </a:extLst>
                </p14:cNvPr>
                <p14:cNvContentPartPr/>
                <p14:nvPr/>
              </p14:nvContentPartPr>
              <p14:xfrm>
                <a:off x="6922944" y="342216"/>
                <a:ext cx="162360" cy="389520"/>
              </p14:xfrm>
            </p:contentPart>
          </mc:Choice>
          <mc:Fallback xmlns="">
            <p:pic>
              <p:nvPicPr>
                <p:cNvPr id="286" name="Ink 285">
                  <a:extLst>
                    <a:ext uri="{FF2B5EF4-FFF2-40B4-BE49-F238E27FC236}">
                      <a16:creationId xmlns:a16="http://schemas.microsoft.com/office/drawing/2014/main" id="{C84E70BC-BBEF-343E-2537-55B2FEFBF16F}"/>
                    </a:ext>
                  </a:extLst>
                </p:cNvPr>
                <p:cNvPicPr/>
                <p:nvPr/>
              </p:nvPicPr>
              <p:blipFill>
                <a:blip r:embed="rId400"/>
                <a:stretch>
                  <a:fillRect/>
                </a:stretch>
              </p:blipFill>
              <p:spPr>
                <a:xfrm>
                  <a:off x="6918624" y="337896"/>
                  <a:ext cx="171000" cy="39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1">
            <p14:nvContentPartPr>
              <p14:cNvPr id="287" name="Ink 286">
                <a:extLst>
                  <a:ext uri="{FF2B5EF4-FFF2-40B4-BE49-F238E27FC236}">
                    <a16:creationId xmlns:a16="http://schemas.microsoft.com/office/drawing/2014/main" id="{4367779D-AA2A-3078-6D55-41A0A0E64D11}"/>
                  </a:ext>
                </a:extLst>
              </p14:cNvPr>
              <p14:cNvContentPartPr/>
              <p14:nvPr/>
            </p14:nvContentPartPr>
            <p14:xfrm>
              <a:off x="7350264" y="290736"/>
              <a:ext cx="235800" cy="471240"/>
            </p14:xfrm>
          </p:contentPart>
        </mc:Choice>
        <mc:Fallback xmlns="">
          <p:pic>
            <p:nvPicPr>
              <p:cNvPr id="287" name="Ink 286">
                <a:extLst>
                  <a:ext uri="{FF2B5EF4-FFF2-40B4-BE49-F238E27FC236}">
                    <a16:creationId xmlns:a16="http://schemas.microsoft.com/office/drawing/2014/main" id="{4367779D-AA2A-3078-6D55-41A0A0E64D11}"/>
                  </a:ext>
                </a:extLst>
              </p:cNvPr>
              <p:cNvPicPr/>
              <p:nvPr/>
            </p:nvPicPr>
            <p:blipFill>
              <a:blip r:embed="rId402"/>
              <a:stretch>
                <a:fillRect/>
              </a:stretch>
            </p:blipFill>
            <p:spPr>
              <a:xfrm>
                <a:off x="7345944" y="286416"/>
                <a:ext cx="244440" cy="479880"/>
              </a:xfrm>
              <a:prstGeom prst="rect">
                <a:avLst/>
              </a:prstGeom>
            </p:spPr>
          </p:pic>
        </mc:Fallback>
      </mc:AlternateContent>
      <p:grpSp>
        <p:nvGrpSpPr>
          <p:cNvPr id="294" name="Group 293">
            <a:extLst>
              <a:ext uri="{FF2B5EF4-FFF2-40B4-BE49-F238E27FC236}">
                <a16:creationId xmlns:a16="http://schemas.microsoft.com/office/drawing/2014/main" id="{D3D65BCF-98A2-A8A4-CB9B-68E4A3DC1D6E}"/>
              </a:ext>
            </a:extLst>
          </p:cNvPr>
          <p:cNvGrpSpPr/>
          <p:nvPr/>
        </p:nvGrpSpPr>
        <p:grpSpPr>
          <a:xfrm>
            <a:off x="2747876" y="4010533"/>
            <a:ext cx="621720" cy="326160"/>
            <a:chOff x="2747876" y="4010533"/>
            <a:chExt cx="621720" cy="326160"/>
          </a:xfrm>
        </p:grpSpPr>
        <mc:AlternateContent xmlns:mc="http://schemas.openxmlformats.org/markup-compatibility/2006" xmlns:p14="http://schemas.microsoft.com/office/powerpoint/2010/main">
          <mc:Choice Requires="p14">
            <p:contentPart p14:bwMode="auto" r:id="rId403">
              <p14:nvContentPartPr>
                <p14:cNvPr id="289" name="Ink 288">
                  <a:extLst>
                    <a:ext uri="{FF2B5EF4-FFF2-40B4-BE49-F238E27FC236}">
                      <a16:creationId xmlns:a16="http://schemas.microsoft.com/office/drawing/2014/main" id="{3362C6F5-56A4-69E3-4F7E-06B079E5563F}"/>
                    </a:ext>
                  </a:extLst>
                </p14:cNvPr>
                <p14:cNvContentPartPr/>
                <p14:nvPr/>
              </p14:nvContentPartPr>
              <p14:xfrm>
                <a:off x="2747876" y="4083613"/>
                <a:ext cx="111600" cy="104040"/>
              </p14:xfrm>
            </p:contentPart>
          </mc:Choice>
          <mc:Fallback xmlns="">
            <p:pic>
              <p:nvPicPr>
                <p:cNvPr id="289" name="Ink 288">
                  <a:extLst>
                    <a:ext uri="{FF2B5EF4-FFF2-40B4-BE49-F238E27FC236}">
                      <a16:creationId xmlns:a16="http://schemas.microsoft.com/office/drawing/2014/main" id="{3362C6F5-56A4-69E3-4F7E-06B079E5563F}"/>
                    </a:ext>
                  </a:extLst>
                </p:cNvPr>
                <p:cNvPicPr/>
                <p:nvPr/>
              </p:nvPicPr>
              <p:blipFill>
                <a:blip r:embed="rId404"/>
                <a:stretch>
                  <a:fillRect/>
                </a:stretch>
              </p:blipFill>
              <p:spPr>
                <a:xfrm>
                  <a:off x="2743556" y="4079293"/>
                  <a:ext cx="12024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90" name="Ink 289">
                  <a:extLst>
                    <a:ext uri="{FF2B5EF4-FFF2-40B4-BE49-F238E27FC236}">
                      <a16:creationId xmlns:a16="http://schemas.microsoft.com/office/drawing/2014/main" id="{1E06587D-337D-2068-B810-6C02BD055070}"/>
                    </a:ext>
                  </a:extLst>
                </p14:cNvPr>
                <p14:cNvContentPartPr/>
                <p14:nvPr/>
              </p14:nvContentPartPr>
              <p14:xfrm>
                <a:off x="2951636" y="4108813"/>
                <a:ext cx="104040" cy="1440"/>
              </p14:xfrm>
            </p:contentPart>
          </mc:Choice>
          <mc:Fallback xmlns="">
            <p:pic>
              <p:nvPicPr>
                <p:cNvPr id="290" name="Ink 289">
                  <a:extLst>
                    <a:ext uri="{FF2B5EF4-FFF2-40B4-BE49-F238E27FC236}">
                      <a16:creationId xmlns:a16="http://schemas.microsoft.com/office/drawing/2014/main" id="{1E06587D-337D-2068-B810-6C02BD055070}"/>
                    </a:ext>
                  </a:extLst>
                </p:cNvPr>
                <p:cNvPicPr/>
                <p:nvPr/>
              </p:nvPicPr>
              <p:blipFill>
                <a:blip r:embed="rId406"/>
                <a:stretch>
                  <a:fillRect/>
                </a:stretch>
              </p:blipFill>
              <p:spPr>
                <a:xfrm>
                  <a:off x="2947316" y="4104493"/>
                  <a:ext cx="112680" cy="1008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91" name="Ink 290">
                  <a:extLst>
                    <a:ext uri="{FF2B5EF4-FFF2-40B4-BE49-F238E27FC236}">
                      <a16:creationId xmlns:a16="http://schemas.microsoft.com/office/drawing/2014/main" id="{2EEB01D3-2FB4-7976-7089-74816CD1F9C5}"/>
                    </a:ext>
                  </a:extLst>
                </p14:cNvPr>
                <p14:cNvContentPartPr/>
                <p14:nvPr/>
              </p14:nvContentPartPr>
              <p14:xfrm>
                <a:off x="3119036" y="4010533"/>
                <a:ext cx="143280" cy="151560"/>
              </p14:xfrm>
            </p:contentPart>
          </mc:Choice>
          <mc:Fallback xmlns="">
            <p:pic>
              <p:nvPicPr>
                <p:cNvPr id="291" name="Ink 290">
                  <a:extLst>
                    <a:ext uri="{FF2B5EF4-FFF2-40B4-BE49-F238E27FC236}">
                      <a16:creationId xmlns:a16="http://schemas.microsoft.com/office/drawing/2014/main" id="{2EEB01D3-2FB4-7976-7089-74816CD1F9C5}"/>
                    </a:ext>
                  </a:extLst>
                </p:cNvPr>
                <p:cNvPicPr/>
                <p:nvPr/>
              </p:nvPicPr>
              <p:blipFill>
                <a:blip r:embed="rId408"/>
                <a:stretch>
                  <a:fillRect/>
                </a:stretch>
              </p:blipFill>
              <p:spPr>
                <a:xfrm>
                  <a:off x="3114716" y="4006213"/>
                  <a:ext cx="1519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92" name="Ink 291">
                  <a:extLst>
                    <a:ext uri="{FF2B5EF4-FFF2-40B4-BE49-F238E27FC236}">
                      <a16:creationId xmlns:a16="http://schemas.microsoft.com/office/drawing/2014/main" id="{9A66FDC9-EC41-80F4-4A0C-A924F18EBD1D}"/>
                    </a:ext>
                  </a:extLst>
                </p14:cNvPr>
                <p14:cNvContentPartPr/>
                <p14:nvPr/>
              </p14:nvContentPartPr>
              <p14:xfrm>
                <a:off x="3358436" y="4105213"/>
                <a:ext cx="11160" cy="10080"/>
              </p14:xfrm>
            </p:contentPart>
          </mc:Choice>
          <mc:Fallback xmlns="">
            <p:pic>
              <p:nvPicPr>
                <p:cNvPr id="292" name="Ink 291">
                  <a:extLst>
                    <a:ext uri="{FF2B5EF4-FFF2-40B4-BE49-F238E27FC236}">
                      <a16:creationId xmlns:a16="http://schemas.microsoft.com/office/drawing/2014/main" id="{9A66FDC9-EC41-80F4-4A0C-A924F18EBD1D}"/>
                    </a:ext>
                  </a:extLst>
                </p:cNvPr>
                <p:cNvPicPr/>
                <p:nvPr/>
              </p:nvPicPr>
              <p:blipFill>
                <a:blip r:embed="rId410"/>
                <a:stretch>
                  <a:fillRect/>
                </a:stretch>
              </p:blipFill>
              <p:spPr>
                <a:xfrm>
                  <a:off x="3354116" y="4100893"/>
                  <a:ext cx="1980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93" name="Ink 292">
                  <a:extLst>
                    <a:ext uri="{FF2B5EF4-FFF2-40B4-BE49-F238E27FC236}">
                      <a16:creationId xmlns:a16="http://schemas.microsoft.com/office/drawing/2014/main" id="{3F2CBAB4-16BA-7C3E-64C2-CEB099B2B1D3}"/>
                    </a:ext>
                  </a:extLst>
                </p14:cNvPr>
                <p14:cNvContentPartPr/>
                <p14:nvPr/>
              </p14:nvContentPartPr>
              <p14:xfrm>
                <a:off x="3283916" y="4198813"/>
                <a:ext cx="83520" cy="137880"/>
              </p14:xfrm>
            </p:contentPart>
          </mc:Choice>
          <mc:Fallback xmlns="">
            <p:pic>
              <p:nvPicPr>
                <p:cNvPr id="293" name="Ink 292">
                  <a:extLst>
                    <a:ext uri="{FF2B5EF4-FFF2-40B4-BE49-F238E27FC236}">
                      <a16:creationId xmlns:a16="http://schemas.microsoft.com/office/drawing/2014/main" id="{3F2CBAB4-16BA-7C3E-64C2-CEB099B2B1D3}"/>
                    </a:ext>
                  </a:extLst>
                </p:cNvPr>
                <p:cNvPicPr/>
                <p:nvPr/>
              </p:nvPicPr>
              <p:blipFill>
                <a:blip r:embed="rId412"/>
                <a:stretch>
                  <a:fillRect/>
                </a:stretch>
              </p:blipFill>
              <p:spPr>
                <a:xfrm>
                  <a:off x="3279596" y="4194493"/>
                  <a:ext cx="92160" cy="146520"/>
                </a:xfrm>
                <a:prstGeom prst="rect">
                  <a:avLst/>
                </a:prstGeom>
              </p:spPr>
            </p:pic>
          </mc:Fallback>
        </mc:AlternateContent>
      </p:grpSp>
      <p:grpSp>
        <p:nvGrpSpPr>
          <p:cNvPr id="311" name="Group 310">
            <a:extLst>
              <a:ext uri="{FF2B5EF4-FFF2-40B4-BE49-F238E27FC236}">
                <a16:creationId xmlns:a16="http://schemas.microsoft.com/office/drawing/2014/main" id="{C6DEE335-EB38-D7B5-7E5D-3829B697D3B3}"/>
              </a:ext>
            </a:extLst>
          </p:cNvPr>
          <p:cNvGrpSpPr/>
          <p:nvPr/>
        </p:nvGrpSpPr>
        <p:grpSpPr>
          <a:xfrm>
            <a:off x="3595676" y="3975973"/>
            <a:ext cx="1069920" cy="294840"/>
            <a:chOff x="3595676" y="3975973"/>
            <a:chExt cx="1069920" cy="294840"/>
          </a:xfrm>
        </p:grpSpPr>
        <mc:AlternateContent xmlns:mc="http://schemas.openxmlformats.org/markup-compatibility/2006" xmlns:p14="http://schemas.microsoft.com/office/powerpoint/2010/main">
          <mc:Choice Requires="p14">
            <p:contentPart p14:bwMode="auto" r:id="rId413">
              <p14:nvContentPartPr>
                <p14:cNvPr id="295" name="Ink 294">
                  <a:extLst>
                    <a:ext uri="{FF2B5EF4-FFF2-40B4-BE49-F238E27FC236}">
                      <a16:creationId xmlns:a16="http://schemas.microsoft.com/office/drawing/2014/main" id="{85AC2443-E885-9356-2A79-076AEF192B90}"/>
                    </a:ext>
                  </a:extLst>
                </p14:cNvPr>
                <p14:cNvContentPartPr/>
                <p14:nvPr/>
              </p14:nvContentPartPr>
              <p14:xfrm>
                <a:off x="3595676" y="4069933"/>
                <a:ext cx="157320" cy="79560"/>
              </p14:xfrm>
            </p:contentPart>
          </mc:Choice>
          <mc:Fallback xmlns="">
            <p:pic>
              <p:nvPicPr>
                <p:cNvPr id="295" name="Ink 294">
                  <a:extLst>
                    <a:ext uri="{FF2B5EF4-FFF2-40B4-BE49-F238E27FC236}">
                      <a16:creationId xmlns:a16="http://schemas.microsoft.com/office/drawing/2014/main" id="{85AC2443-E885-9356-2A79-076AEF192B90}"/>
                    </a:ext>
                  </a:extLst>
                </p:cNvPr>
                <p:cNvPicPr/>
                <p:nvPr/>
              </p:nvPicPr>
              <p:blipFill>
                <a:blip r:embed="rId414"/>
                <a:stretch>
                  <a:fillRect/>
                </a:stretch>
              </p:blipFill>
              <p:spPr>
                <a:xfrm>
                  <a:off x="3591356" y="4065613"/>
                  <a:ext cx="1659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96" name="Ink 295">
                  <a:extLst>
                    <a:ext uri="{FF2B5EF4-FFF2-40B4-BE49-F238E27FC236}">
                      <a16:creationId xmlns:a16="http://schemas.microsoft.com/office/drawing/2014/main" id="{3F1E9D9F-C37A-1D17-BCB9-18378785EABA}"/>
                    </a:ext>
                  </a:extLst>
                </p14:cNvPr>
                <p14:cNvContentPartPr/>
                <p14:nvPr/>
              </p14:nvContentPartPr>
              <p14:xfrm>
                <a:off x="3734276" y="3975973"/>
                <a:ext cx="37440" cy="37440"/>
              </p14:xfrm>
            </p:contentPart>
          </mc:Choice>
          <mc:Fallback xmlns="">
            <p:pic>
              <p:nvPicPr>
                <p:cNvPr id="296" name="Ink 295">
                  <a:extLst>
                    <a:ext uri="{FF2B5EF4-FFF2-40B4-BE49-F238E27FC236}">
                      <a16:creationId xmlns:a16="http://schemas.microsoft.com/office/drawing/2014/main" id="{3F1E9D9F-C37A-1D17-BCB9-18378785EABA}"/>
                    </a:ext>
                  </a:extLst>
                </p:cNvPr>
                <p:cNvPicPr/>
                <p:nvPr/>
              </p:nvPicPr>
              <p:blipFill>
                <a:blip r:embed="rId416"/>
                <a:stretch>
                  <a:fillRect/>
                </a:stretch>
              </p:blipFill>
              <p:spPr>
                <a:xfrm>
                  <a:off x="3729956" y="3971653"/>
                  <a:ext cx="460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97" name="Ink 296">
                  <a:extLst>
                    <a:ext uri="{FF2B5EF4-FFF2-40B4-BE49-F238E27FC236}">
                      <a16:creationId xmlns:a16="http://schemas.microsoft.com/office/drawing/2014/main" id="{3F50D7F7-0E5F-5A6F-F2D4-8E488A2A4819}"/>
                    </a:ext>
                  </a:extLst>
                </p14:cNvPr>
                <p14:cNvContentPartPr/>
                <p14:nvPr/>
              </p14:nvContentPartPr>
              <p14:xfrm>
                <a:off x="3870356" y="4040773"/>
                <a:ext cx="222120" cy="104400"/>
              </p14:xfrm>
            </p:contentPart>
          </mc:Choice>
          <mc:Fallback xmlns="">
            <p:pic>
              <p:nvPicPr>
                <p:cNvPr id="297" name="Ink 296">
                  <a:extLst>
                    <a:ext uri="{FF2B5EF4-FFF2-40B4-BE49-F238E27FC236}">
                      <a16:creationId xmlns:a16="http://schemas.microsoft.com/office/drawing/2014/main" id="{3F50D7F7-0E5F-5A6F-F2D4-8E488A2A4819}"/>
                    </a:ext>
                  </a:extLst>
                </p:cNvPr>
                <p:cNvPicPr/>
                <p:nvPr/>
              </p:nvPicPr>
              <p:blipFill>
                <a:blip r:embed="rId418"/>
                <a:stretch>
                  <a:fillRect/>
                </a:stretch>
              </p:blipFill>
              <p:spPr>
                <a:xfrm>
                  <a:off x="3866036" y="4036453"/>
                  <a:ext cx="23076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98" name="Ink 297">
                  <a:extLst>
                    <a:ext uri="{FF2B5EF4-FFF2-40B4-BE49-F238E27FC236}">
                      <a16:creationId xmlns:a16="http://schemas.microsoft.com/office/drawing/2014/main" id="{BF64B4E2-0438-AB42-7B2C-BB59F6E83F4A}"/>
                    </a:ext>
                  </a:extLst>
                </p14:cNvPr>
                <p14:cNvContentPartPr/>
                <p14:nvPr/>
              </p14:nvContentPartPr>
              <p14:xfrm>
                <a:off x="4156916" y="4048693"/>
                <a:ext cx="140760" cy="12960"/>
              </p14:xfrm>
            </p:contentPart>
          </mc:Choice>
          <mc:Fallback xmlns="">
            <p:pic>
              <p:nvPicPr>
                <p:cNvPr id="298" name="Ink 297">
                  <a:extLst>
                    <a:ext uri="{FF2B5EF4-FFF2-40B4-BE49-F238E27FC236}">
                      <a16:creationId xmlns:a16="http://schemas.microsoft.com/office/drawing/2014/main" id="{BF64B4E2-0438-AB42-7B2C-BB59F6E83F4A}"/>
                    </a:ext>
                  </a:extLst>
                </p:cNvPr>
                <p:cNvPicPr/>
                <p:nvPr/>
              </p:nvPicPr>
              <p:blipFill>
                <a:blip r:embed="rId420"/>
                <a:stretch>
                  <a:fillRect/>
                </a:stretch>
              </p:blipFill>
              <p:spPr>
                <a:xfrm>
                  <a:off x="4152596" y="4044373"/>
                  <a:ext cx="1494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99" name="Ink 298">
                  <a:extLst>
                    <a:ext uri="{FF2B5EF4-FFF2-40B4-BE49-F238E27FC236}">
                      <a16:creationId xmlns:a16="http://schemas.microsoft.com/office/drawing/2014/main" id="{BB4F9397-1DAA-8533-4D2D-2BBF40891440}"/>
                    </a:ext>
                  </a:extLst>
                </p14:cNvPr>
                <p14:cNvContentPartPr/>
                <p14:nvPr/>
              </p14:nvContentPartPr>
              <p14:xfrm>
                <a:off x="4169516" y="4084333"/>
                <a:ext cx="131040" cy="15480"/>
              </p14:xfrm>
            </p:contentPart>
          </mc:Choice>
          <mc:Fallback xmlns="">
            <p:pic>
              <p:nvPicPr>
                <p:cNvPr id="299" name="Ink 298">
                  <a:extLst>
                    <a:ext uri="{FF2B5EF4-FFF2-40B4-BE49-F238E27FC236}">
                      <a16:creationId xmlns:a16="http://schemas.microsoft.com/office/drawing/2014/main" id="{BB4F9397-1DAA-8533-4D2D-2BBF40891440}"/>
                    </a:ext>
                  </a:extLst>
                </p:cNvPr>
                <p:cNvPicPr/>
                <p:nvPr/>
              </p:nvPicPr>
              <p:blipFill>
                <a:blip r:embed="rId422"/>
                <a:stretch>
                  <a:fillRect/>
                </a:stretch>
              </p:blipFill>
              <p:spPr>
                <a:xfrm>
                  <a:off x="4165196" y="4080013"/>
                  <a:ext cx="1396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00" name="Ink 299">
                  <a:extLst>
                    <a:ext uri="{FF2B5EF4-FFF2-40B4-BE49-F238E27FC236}">
                      <a16:creationId xmlns:a16="http://schemas.microsoft.com/office/drawing/2014/main" id="{7DF5C316-0804-6E05-825C-DB6E190AC17E}"/>
                    </a:ext>
                  </a:extLst>
                </p14:cNvPr>
                <p14:cNvContentPartPr/>
                <p14:nvPr/>
              </p14:nvContentPartPr>
              <p14:xfrm>
                <a:off x="4408556" y="4011613"/>
                <a:ext cx="109800" cy="97560"/>
              </p14:xfrm>
            </p:contentPart>
          </mc:Choice>
          <mc:Fallback xmlns="">
            <p:pic>
              <p:nvPicPr>
                <p:cNvPr id="300" name="Ink 299">
                  <a:extLst>
                    <a:ext uri="{FF2B5EF4-FFF2-40B4-BE49-F238E27FC236}">
                      <a16:creationId xmlns:a16="http://schemas.microsoft.com/office/drawing/2014/main" id="{7DF5C316-0804-6E05-825C-DB6E190AC17E}"/>
                    </a:ext>
                  </a:extLst>
                </p:cNvPr>
                <p:cNvPicPr/>
                <p:nvPr/>
              </p:nvPicPr>
              <p:blipFill>
                <a:blip r:embed="rId424"/>
                <a:stretch>
                  <a:fillRect/>
                </a:stretch>
              </p:blipFill>
              <p:spPr>
                <a:xfrm>
                  <a:off x="4404236" y="4007293"/>
                  <a:ext cx="1184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302" name="Ink 301">
                  <a:extLst>
                    <a:ext uri="{FF2B5EF4-FFF2-40B4-BE49-F238E27FC236}">
                      <a16:creationId xmlns:a16="http://schemas.microsoft.com/office/drawing/2014/main" id="{F07AB37C-84E0-06D6-C0B4-F76C3949C9CA}"/>
                    </a:ext>
                  </a:extLst>
                </p14:cNvPr>
                <p14:cNvContentPartPr/>
                <p14:nvPr/>
              </p14:nvContentPartPr>
              <p14:xfrm>
                <a:off x="4627796" y="4060213"/>
                <a:ext cx="7560" cy="18000"/>
              </p14:xfrm>
            </p:contentPart>
          </mc:Choice>
          <mc:Fallback xmlns="">
            <p:pic>
              <p:nvPicPr>
                <p:cNvPr id="302" name="Ink 301">
                  <a:extLst>
                    <a:ext uri="{FF2B5EF4-FFF2-40B4-BE49-F238E27FC236}">
                      <a16:creationId xmlns:a16="http://schemas.microsoft.com/office/drawing/2014/main" id="{F07AB37C-84E0-06D6-C0B4-F76C3949C9CA}"/>
                    </a:ext>
                  </a:extLst>
                </p:cNvPr>
                <p:cNvPicPr/>
                <p:nvPr/>
              </p:nvPicPr>
              <p:blipFill>
                <a:blip r:embed="rId426"/>
                <a:stretch>
                  <a:fillRect/>
                </a:stretch>
              </p:blipFill>
              <p:spPr>
                <a:xfrm>
                  <a:off x="4623476" y="4055893"/>
                  <a:ext cx="162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303" name="Ink 302">
                  <a:extLst>
                    <a:ext uri="{FF2B5EF4-FFF2-40B4-BE49-F238E27FC236}">
                      <a16:creationId xmlns:a16="http://schemas.microsoft.com/office/drawing/2014/main" id="{BB1B8DFB-D869-A3C6-1A7E-51894533CA61}"/>
                    </a:ext>
                  </a:extLst>
                </p14:cNvPr>
                <p14:cNvContentPartPr/>
                <p14:nvPr/>
              </p14:nvContentPartPr>
              <p14:xfrm>
                <a:off x="4461836" y="4152733"/>
                <a:ext cx="203760" cy="118080"/>
              </p14:xfrm>
            </p:contentPart>
          </mc:Choice>
          <mc:Fallback xmlns="">
            <p:pic>
              <p:nvPicPr>
                <p:cNvPr id="303" name="Ink 302">
                  <a:extLst>
                    <a:ext uri="{FF2B5EF4-FFF2-40B4-BE49-F238E27FC236}">
                      <a16:creationId xmlns:a16="http://schemas.microsoft.com/office/drawing/2014/main" id="{BB1B8DFB-D869-A3C6-1A7E-51894533CA61}"/>
                    </a:ext>
                  </a:extLst>
                </p:cNvPr>
                <p:cNvPicPr/>
                <p:nvPr/>
              </p:nvPicPr>
              <p:blipFill>
                <a:blip r:embed="rId428"/>
                <a:stretch>
                  <a:fillRect/>
                </a:stretch>
              </p:blipFill>
              <p:spPr>
                <a:xfrm>
                  <a:off x="4457516" y="4148413"/>
                  <a:ext cx="212400" cy="126720"/>
                </a:xfrm>
                <a:prstGeom prst="rect">
                  <a:avLst/>
                </a:prstGeom>
              </p:spPr>
            </p:pic>
          </mc:Fallback>
        </mc:AlternateContent>
      </p:grpSp>
      <p:grpSp>
        <p:nvGrpSpPr>
          <p:cNvPr id="310" name="Group 309">
            <a:extLst>
              <a:ext uri="{FF2B5EF4-FFF2-40B4-BE49-F238E27FC236}">
                <a16:creationId xmlns:a16="http://schemas.microsoft.com/office/drawing/2014/main" id="{5DEECC7C-6F61-28FB-2CED-9BD5FC0B7C5C}"/>
              </a:ext>
            </a:extLst>
          </p:cNvPr>
          <p:cNvGrpSpPr/>
          <p:nvPr/>
        </p:nvGrpSpPr>
        <p:grpSpPr>
          <a:xfrm>
            <a:off x="4944596" y="3824773"/>
            <a:ext cx="726120" cy="327600"/>
            <a:chOff x="4944596" y="3824773"/>
            <a:chExt cx="726120" cy="327600"/>
          </a:xfrm>
        </p:grpSpPr>
        <mc:AlternateContent xmlns:mc="http://schemas.openxmlformats.org/markup-compatibility/2006" xmlns:p14="http://schemas.microsoft.com/office/powerpoint/2010/main">
          <mc:Choice Requires="p14">
            <p:contentPart p14:bwMode="auto" r:id="rId429">
              <p14:nvContentPartPr>
                <p14:cNvPr id="304" name="Ink 303">
                  <a:extLst>
                    <a:ext uri="{FF2B5EF4-FFF2-40B4-BE49-F238E27FC236}">
                      <a16:creationId xmlns:a16="http://schemas.microsoft.com/office/drawing/2014/main" id="{0F836B50-52B4-2E53-32DA-7841A3562156}"/>
                    </a:ext>
                  </a:extLst>
                </p14:cNvPr>
                <p14:cNvContentPartPr/>
                <p14:nvPr/>
              </p14:nvContentPartPr>
              <p14:xfrm>
                <a:off x="4944596" y="3991093"/>
                <a:ext cx="111240" cy="81000"/>
              </p14:xfrm>
            </p:contentPart>
          </mc:Choice>
          <mc:Fallback xmlns="">
            <p:pic>
              <p:nvPicPr>
                <p:cNvPr id="304" name="Ink 303">
                  <a:extLst>
                    <a:ext uri="{FF2B5EF4-FFF2-40B4-BE49-F238E27FC236}">
                      <a16:creationId xmlns:a16="http://schemas.microsoft.com/office/drawing/2014/main" id="{0F836B50-52B4-2E53-32DA-7841A3562156}"/>
                    </a:ext>
                  </a:extLst>
                </p:cNvPr>
                <p:cNvPicPr/>
                <p:nvPr/>
              </p:nvPicPr>
              <p:blipFill>
                <a:blip r:embed="rId430"/>
                <a:stretch>
                  <a:fillRect/>
                </a:stretch>
              </p:blipFill>
              <p:spPr>
                <a:xfrm>
                  <a:off x="4940276" y="3986773"/>
                  <a:ext cx="11988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305" name="Ink 304">
                  <a:extLst>
                    <a:ext uri="{FF2B5EF4-FFF2-40B4-BE49-F238E27FC236}">
                      <a16:creationId xmlns:a16="http://schemas.microsoft.com/office/drawing/2014/main" id="{C92F28BE-5ACB-470A-344D-7E5F76C51460}"/>
                    </a:ext>
                  </a:extLst>
                </p14:cNvPr>
                <p14:cNvContentPartPr/>
                <p14:nvPr/>
              </p14:nvContentPartPr>
              <p14:xfrm>
                <a:off x="5002196" y="3860413"/>
                <a:ext cx="34920" cy="40680"/>
              </p14:xfrm>
            </p:contentPart>
          </mc:Choice>
          <mc:Fallback xmlns="">
            <p:pic>
              <p:nvPicPr>
                <p:cNvPr id="305" name="Ink 304">
                  <a:extLst>
                    <a:ext uri="{FF2B5EF4-FFF2-40B4-BE49-F238E27FC236}">
                      <a16:creationId xmlns:a16="http://schemas.microsoft.com/office/drawing/2014/main" id="{C92F28BE-5ACB-470A-344D-7E5F76C51460}"/>
                    </a:ext>
                  </a:extLst>
                </p:cNvPr>
                <p:cNvPicPr/>
                <p:nvPr/>
              </p:nvPicPr>
              <p:blipFill>
                <a:blip r:embed="rId432"/>
                <a:stretch>
                  <a:fillRect/>
                </a:stretch>
              </p:blipFill>
              <p:spPr>
                <a:xfrm>
                  <a:off x="4997876" y="3856093"/>
                  <a:ext cx="435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306" name="Ink 305">
                  <a:extLst>
                    <a:ext uri="{FF2B5EF4-FFF2-40B4-BE49-F238E27FC236}">
                      <a16:creationId xmlns:a16="http://schemas.microsoft.com/office/drawing/2014/main" id="{F9CD02AC-45B1-3978-2610-5303F2521022}"/>
                    </a:ext>
                  </a:extLst>
                </p14:cNvPr>
                <p14:cNvContentPartPr/>
                <p14:nvPr/>
              </p14:nvContentPartPr>
              <p14:xfrm>
                <a:off x="5124956" y="4005853"/>
                <a:ext cx="132840" cy="17640"/>
              </p14:xfrm>
            </p:contentPart>
          </mc:Choice>
          <mc:Fallback xmlns="">
            <p:pic>
              <p:nvPicPr>
                <p:cNvPr id="306" name="Ink 305">
                  <a:extLst>
                    <a:ext uri="{FF2B5EF4-FFF2-40B4-BE49-F238E27FC236}">
                      <a16:creationId xmlns:a16="http://schemas.microsoft.com/office/drawing/2014/main" id="{F9CD02AC-45B1-3978-2610-5303F2521022}"/>
                    </a:ext>
                  </a:extLst>
                </p:cNvPr>
                <p:cNvPicPr/>
                <p:nvPr/>
              </p:nvPicPr>
              <p:blipFill>
                <a:blip r:embed="rId434"/>
                <a:stretch>
                  <a:fillRect/>
                </a:stretch>
              </p:blipFill>
              <p:spPr>
                <a:xfrm>
                  <a:off x="5120636" y="4001533"/>
                  <a:ext cx="1414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307" name="Ink 306">
                  <a:extLst>
                    <a:ext uri="{FF2B5EF4-FFF2-40B4-BE49-F238E27FC236}">
                      <a16:creationId xmlns:a16="http://schemas.microsoft.com/office/drawing/2014/main" id="{B38CBAF2-BD29-9B14-6761-2AAFCD260E53}"/>
                    </a:ext>
                  </a:extLst>
                </p14:cNvPr>
                <p14:cNvContentPartPr/>
                <p14:nvPr/>
              </p14:nvContentPartPr>
              <p14:xfrm>
                <a:off x="5380916" y="4000093"/>
                <a:ext cx="148680" cy="7560"/>
              </p14:xfrm>
            </p:contentPart>
          </mc:Choice>
          <mc:Fallback xmlns="">
            <p:pic>
              <p:nvPicPr>
                <p:cNvPr id="307" name="Ink 306">
                  <a:extLst>
                    <a:ext uri="{FF2B5EF4-FFF2-40B4-BE49-F238E27FC236}">
                      <a16:creationId xmlns:a16="http://schemas.microsoft.com/office/drawing/2014/main" id="{B38CBAF2-BD29-9B14-6761-2AAFCD260E53}"/>
                    </a:ext>
                  </a:extLst>
                </p:cNvPr>
                <p:cNvPicPr/>
                <p:nvPr/>
              </p:nvPicPr>
              <p:blipFill>
                <a:blip r:embed="rId436"/>
                <a:stretch>
                  <a:fillRect/>
                </a:stretch>
              </p:blipFill>
              <p:spPr>
                <a:xfrm>
                  <a:off x="5376596" y="3995773"/>
                  <a:ext cx="15732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308" name="Ink 307">
                  <a:extLst>
                    <a:ext uri="{FF2B5EF4-FFF2-40B4-BE49-F238E27FC236}">
                      <a16:creationId xmlns:a16="http://schemas.microsoft.com/office/drawing/2014/main" id="{05BC0BC0-ABBB-5A64-F5E2-70DBF22E33BF}"/>
                    </a:ext>
                  </a:extLst>
                </p14:cNvPr>
                <p14:cNvContentPartPr/>
                <p14:nvPr/>
              </p14:nvContentPartPr>
              <p14:xfrm>
                <a:off x="5552636" y="3824773"/>
                <a:ext cx="118080" cy="327600"/>
              </p14:xfrm>
            </p:contentPart>
          </mc:Choice>
          <mc:Fallback xmlns="">
            <p:pic>
              <p:nvPicPr>
                <p:cNvPr id="308" name="Ink 307">
                  <a:extLst>
                    <a:ext uri="{FF2B5EF4-FFF2-40B4-BE49-F238E27FC236}">
                      <a16:creationId xmlns:a16="http://schemas.microsoft.com/office/drawing/2014/main" id="{05BC0BC0-ABBB-5A64-F5E2-70DBF22E33BF}"/>
                    </a:ext>
                  </a:extLst>
                </p:cNvPr>
                <p:cNvPicPr/>
                <p:nvPr/>
              </p:nvPicPr>
              <p:blipFill>
                <a:blip r:embed="rId438"/>
                <a:stretch>
                  <a:fillRect/>
                </a:stretch>
              </p:blipFill>
              <p:spPr>
                <a:xfrm>
                  <a:off x="5548316" y="3820453"/>
                  <a:ext cx="126720" cy="336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9">
            <p14:nvContentPartPr>
              <p14:cNvPr id="309" name="Ink 308">
                <a:extLst>
                  <a:ext uri="{FF2B5EF4-FFF2-40B4-BE49-F238E27FC236}">
                    <a16:creationId xmlns:a16="http://schemas.microsoft.com/office/drawing/2014/main" id="{5CD8FB1D-1289-DA4B-A0E0-9BFFE8D605A6}"/>
                  </a:ext>
                </a:extLst>
              </p14:cNvPr>
              <p14:cNvContentPartPr/>
              <p14:nvPr/>
            </p14:nvContentPartPr>
            <p14:xfrm>
              <a:off x="5870156" y="3696613"/>
              <a:ext cx="227880" cy="497880"/>
            </p14:xfrm>
          </p:contentPart>
        </mc:Choice>
        <mc:Fallback xmlns="">
          <p:pic>
            <p:nvPicPr>
              <p:cNvPr id="309" name="Ink 308">
                <a:extLst>
                  <a:ext uri="{FF2B5EF4-FFF2-40B4-BE49-F238E27FC236}">
                    <a16:creationId xmlns:a16="http://schemas.microsoft.com/office/drawing/2014/main" id="{5CD8FB1D-1289-DA4B-A0E0-9BFFE8D605A6}"/>
                  </a:ext>
                </a:extLst>
              </p:cNvPr>
              <p:cNvPicPr/>
              <p:nvPr/>
            </p:nvPicPr>
            <p:blipFill>
              <a:blip r:embed="rId440"/>
              <a:stretch>
                <a:fillRect/>
              </a:stretch>
            </p:blipFill>
            <p:spPr>
              <a:xfrm>
                <a:off x="5865836" y="3692293"/>
                <a:ext cx="236520" cy="506520"/>
              </a:xfrm>
              <a:prstGeom prst="rect">
                <a:avLst/>
              </a:prstGeom>
            </p:spPr>
          </p:pic>
        </mc:Fallback>
      </mc:AlternateContent>
      <p:grpSp>
        <p:nvGrpSpPr>
          <p:cNvPr id="346" name="Group 345">
            <a:extLst>
              <a:ext uri="{FF2B5EF4-FFF2-40B4-BE49-F238E27FC236}">
                <a16:creationId xmlns:a16="http://schemas.microsoft.com/office/drawing/2014/main" id="{5D26125F-49B5-6A4B-CC6C-EE5E567A721D}"/>
              </a:ext>
            </a:extLst>
          </p:cNvPr>
          <p:cNvGrpSpPr/>
          <p:nvPr/>
        </p:nvGrpSpPr>
        <p:grpSpPr>
          <a:xfrm>
            <a:off x="1400184" y="1064016"/>
            <a:ext cx="284040" cy="277560"/>
            <a:chOff x="1400184" y="1064016"/>
            <a:chExt cx="284040" cy="277560"/>
          </a:xfrm>
        </p:grpSpPr>
        <mc:AlternateContent xmlns:mc="http://schemas.openxmlformats.org/markup-compatibility/2006" xmlns:p14="http://schemas.microsoft.com/office/powerpoint/2010/main">
          <mc:Choice Requires="p14">
            <p:contentPart p14:bwMode="auto" r:id="rId441">
              <p14:nvContentPartPr>
                <p14:cNvPr id="312" name="Ink 311">
                  <a:extLst>
                    <a:ext uri="{FF2B5EF4-FFF2-40B4-BE49-F238E27FC236}">
                      <a16:creationId xmlns:a16="http://schemas.microsoft.com/office/drawing/2014/main" id="{72BE6B2E-5A03-2060-8EDE-3D315A142D74}"/>
                    </a:ext>
                  </a:extLst>
                </p14:cNvPr>
                <p14:cNvContentPartPr/>
                <p14:nvPr/>
              </p14:nvContentPartPr>
              <p14:xfrm>
                <a:off x="1400184" y="1083096"/>
                <a:ext cx="137160" cy="258480"/>
              </p14:xfrm>
            </p:contentPart>
          </mc:Choice>
          <mc:Fallback xmlns="">
            <p:pic>
              <p:nvPicPr>
                <p:cNvPr id="312" name="Ink 311">
                  <a:extLst>
                    <a:ext uri="{FF2B5EF4-FFF2-40B4-BE49-F238E27FC236}">
                      <a16:creationId xmlns:a16="http://schemas.microsoft.com/office/drawing/2014/main" id="{72BE6B2E-5A03-2060-8EDE-3D315A142D74}"/>
                    </a:ext>
                  </a:extLst>
                </p:cNvPr>
                <p:cNvPicPr/>
                <p:nvPr/>
              </p:nvPicPr>
              <p:blipFill>
                <a:blip r:embed="rId442"/>
                <a:stretch>
                  <a:fillRect/>
                </a:stretch>
              </p:blipFill>
              <p:spPr>
                <a:xfrm>
                  <a:off x="1395864" y="1078776"/>
                  <a:ext cx="1458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313" name="Ink 312">
                  <a:extLst>
                    <a:ext uri="{FF2B5EF4-FFF2-40B4-BE49-F238E27FC236}">
                      <a16:creationId xmlns:a16="http://schemas.microsoft.com/office/drawing/2014/main" id="{492401FC-2954-5135-16B4-5B3E57ADAC85}"/>
                    </a:ext>
                  </a:extLst>
                </p14:cNvPr>
                <p14:cNvContentPartPr/>
                <p14:nvPr/>
              </p14:nvContentPartPr>
              <p14:xfrm>
                <a:off x="1551744" y="1064016"/>
                <a:ext cx="132480" cy="242640"/>
              </p14:xfrm>
            </p:contentPart>
          </mc:Choice>
          <mc:Fallback xmlns="">
            <p:pic>
              <p:nvPicPr>
                <p:cNvPr id="313" name="Ink 312">
                  <a:extLst>
                    <a:ext uri="{FF2B5EF4-FFF2-40B4-BE49-F238E27FC236}">
                      <a16:creationId xmlns:a16="http://schemas.microsoft.com/office/drawing/2014/main" id="{492401FC-2954-5135-16B4-5B3E57ADAC85}"/>
                    </a:ext>
                  </a:extLst>
                </p:cNvPr>
                <p:cNvPicPr/>
                <p:nvPr/>
              </p:nvPicPr>
              <p:blipFill>
                <a:blip r:embed="rId444"/>
                <a:stretch>
                  <a:fillRect/>
                </a:stretch>
              </p:blipFill>
              <p:spPr>
                <a:xfrm>
                  <a:off x="1547424" y="1059696"/>
                  <a:ext cx="141120" cy="251280"/>
                </a:xfrm>
                <a:prstGeom prst="rect">
                  <a:avLst/>
                </a:prstGeom>
              </p:spPr>
            </p:pic>
          </mc:Fallback>
        </mc:AlternateContent>
      </p:grpSp>
      <p:grpSp>
        <p:nvGrpSpPr>
          <p:cNvPr id="345" name="Group 344">
            <a:extLst>
              <a:ext uri="{FF2B5EF4-FFF2-40B4-BE49-F238E27FC236}">
                <a16:creationId xmlns:a16="http://schemas.microsoft.com/office/drawing/2014/main" id="{4A610FF6-0CB8-3960-2EBF-0AFD382D06B8}"/>
              </a:ext>
            </a:extLst>
          </p:cNvPr>
          <p:cNvGrpSpPr/>
          <p:nvPr/>
        </p:nvGrpSpPr>
        <p:grpSpPr>
          <a:xfrm>
            <a:off x="1864224" y="984456"/>
            <a:ext cx="1335240" cy="469080"/>
            <a:chOff x="1864224" y="984456"/>
            <a:chExt cx="1335240" cy="469080"/>
          </a:xfrm>
        </p:grpSpPr>
        <mc:AlternateContent xmlns:mc="http://schemas.openxmlformats.org/markup-compatibility/2006" xmlns:p14="http://schemas.microsoft.com/office/powerpoint/2010/main">
          <mc:Choice Requires="p14">
            <p:contentPart p14:bwMode="auto" r:id="rId445">
              <p14:nvContentPartPr>
                <p14:cNvPr id="314" name="Ink 313">
                  <a:extLst>
                    <a:ext uri="{FF2B5EF4-FFF2-40B4-BE49-F238E27FC236}">
                      <a16:creationId xmlns:a16="http://schemas.microsoft.com/office/drawing/2014/main" id="{E088D715-0668-AFA6-5A7B-1D33C8EB8DFA}"/>
                    </a:ext>
                  </a:extLst>
                </p14:cNvPr>
                <p14:cNvContentPartPr/>
                <p14:nvPr/>
              </p14:nvContentPartPr>
              <p14:xfrm>
                <a:off x="1898784" y="1063296"/>
                <a:ext cx="333000" cy="390240"/>
              </p14:xfrm>
            </p:contentPart>
          </mc:Choice>
          <mc:Fallback xmlns="">
            <p:pic>
              <p:nvPicPr>
                <p:cNvPr id="314" name="Ink 313">
                  <a:extLst>
                    <a:ext uri="{FF2B5EF4-FFF2-40B4-BE49-F238E27FC236}">
                      <a16:creationId xmlns:a16="http://schemas.microsoft.com/office/drawing/2014/main" id="{E088D715-0668-AFA6-5A7B-1D33C8EB8DFA}"/>
                    </a:ext>
                  </a:extLst>
                </p:cNvPr>
                <p:cNvPicPr/>
                <p:nvPr/>
              </p:nvPicPr>
              <p:blipFill>
                <a:blip r:embed="rId446"/>
                <a:stretch>
                  <a:fillRect/>
                </a:stretch>
              </p:blipFill>
              <p:spPr>
                <a:xfrm>
                  <a:off x="1894464" y="1058976"/>
                  <a:ext cx="34164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315" name="Ink 314">
                  <a:extLst>
                    <a:ext uri="{FF2B5EF4-FFF2-40B4-BE49-F238E27FC236}">
                      <a16:creationId xmlns:a16="http://schemas.microsoft.com/office/drawing/2014/main" id="{72B43BAA-4A5C-AD02-D917-49CA1B962312}"/>
                    </a:ext>
                  </a:extLst>
                </p14:cNvPr>
                <p14:cNvContentPartPr/>
                <p14:nvPr/>
              </p14:nvContentPartPr>
              <p14:xfrm>
                <a:off x="1864224" y="1188576"/>
                <a:ext cx="335520" cy="110520"/>
              </p14:xfrm>
            </p:contentPart>
          </mc:Choice>
          <mc:Fallback xmlns="">
            <p:pic>
              <p:nvPicPr>
                <p:cNvPr id="315" name="Ink 314">
                  <a:extLst>
                    <a:ext uri="{FF2B5EF4-FFF2-40B4-BE49-F238E27FC236}">
                      <a16:creationId xmlns:a16="http://schemas.microsoft.com/office/drawing/2014/main" id="{72B43BAA-4A5C-AD02-D917-49CA1B962312}"/>
                    </a:ext>
                  </a:extLst>
                </p:cNvPr>
                <p:cNvPicPr/>
                <p:nvPr/>
              </p:nvPicPr>
              <p:blipFill>
                <a:blip r:embed="rId448"/>
                <a:stretch>
                  <a:fillRect/>
                </a:stretch>
              </p:blipFill>
              <p:spPr>
                <a:xfrm>
                  <a:off x="1859904" y="1184256"/>
                  <a:ext cx="34416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316" name="Ink 315">
                  <a:extLst>
                    <a:ext uri="{FF2B5EF4-FFF2-40B4-BE49-F238E27FC236}">
                      <a16:creationId xmlns:a16="http://schemas.microsoft.com/office/drawing/2014/main" id="{7057A97D-B692-0D4D-7581-D51CE9A45018}"/>
                    </a:ext>
                  </a:extLst>
                </p14:cNvPr>
                <p14:cNvContentPartPr/>
                <p14:nvPr/>
              </p14:nvContentPartPr>
              <p14:xfrm>
                <a:off x="2238264" y="1159416"/>
                <a:ext cx="78840" cy="83880"/>
              </p14:xfrm>
            </p:contentPart>
          </mc:Choice>
          <mc:Fallback xmlns="">
            <p:pic>
              <p:nvPicPr>
                <p:cNvPr id="316" name="Ink 315">
                  <a:extLst>
                    <a:ext uri="{FF2B5EF4-FFF2-40B4-BE49-F238E27FC236}">
                      <a16:creationId xmlns:a16="http://schemas.microsoft.com/office/drawing/2014/main" id="{7057A97D-B692-0D4D-7581-D51CE9A45018}"/>
                    </a:ext>
                  </a:extLst>
                </p:cNvPr>
                <p:cNvPicPr/>
                <p:nvPr/>
              </p:nvPicPr>
              <p:blipFill>
                <a:blip r:embed="rId450"/>
                <a:stretch>
                  <a:fillRect/>
                </a:stretch>
              </p:blipFill>
              <p:spPr>
                <a:xfrm>
                  <a:off x="2233944" y="1155096"/>
                  <a:ext cx="874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317" name="Ink 316">
                  <a:extLst>
                    <a:ext uri="{FF2B5EF4-FFF2-40B4-BE49-F238E27FC236}">
                      <a16:creationId xmlns:a16="http://schemas.microsoft.com/office/drawing/2014/main" id="{CD24AA3B-5771-2E99-F5D0-4445BB83978C}"/>
                    </a:ext>
                  </a:extLst>
                </p14:cNvPr>
                <p14:cNvContentPartPr/>
                <p14:nvPr/>
              </p14:nvContentPartPr>
              <p14:xfrm>
                <a:off x="2353824" y="1106496"/>
                <a:ext cx="228960" cy="124200"/>
              </p14:xfrm>
            </p:contentPart>
          </mc:Choice>
          <mc:Fallback xmlns="">
            <p:pic>
              <p:nvPicPr>
                <p:cNvPr id="317" name="Ink 316">
                  <a:extLst>
                    <a:ext uri="{FF2B5EF4-FFF2-40B4-BE49-F238E27FC236}">
                      <a16:creationId xmlns:a16="http://schemas.microsoft.com/office/drawing/2014/main" id="{CD24AA3B-5771-2E99-F5D0-4445BB83978C}"/>
                    </a:ext>
                  </a:extLst>
                </p:cNvPr>
                <p:cNvPicPr/>
                <p:nvPr/>
              </p:nvPicPr>
              <p:blipFill>
                <a:blip r:embed="rId452"/>
                <a:stretch>
                  <a:fillRect/>
                </a:stretch>
              </p:blipFill>
              <p:spPr>
                <a:xfrm>
                  <a:off x="2349504" y="1102176"/>
                  <a:ext cx="2376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318" name="Ink 317">
                  <a:extLst>
                    <a:ext uri="{FF2B5EF4-FFF2-40B4-BE49-F238E27FC236}">
                      <a16:creationId xmlns:a16="http://schemas.microsoft.com/office/drawing/2014/main" id="{797B10BE-65BC-5988-5307-EE07590B4C8B}"/>
                    </a:ext>
                  </a:extLst>
                </p14:cNvPr>
                <p14:cNvContentPartPr/>
                <p14:nvPr/>
              </p14:nvContentPartPr>
              <p14:xfrm>
                <a:off x="2640384" y="1130976"/>
                <a:ext cx="134280" cy="89280"/>
              </p14:xfrm>
            </p:contentPart>
          </mc:Choice>
          <mc:Fallback xmlns="">
            <p:pic>
              <p:nvPicPr>
                <p:cNvPr id="318" name="Ink 317">
                  <a:extLst>
                    <a:ext uri="{FF2B5EF4-FFF2-40B4-BE49-F238E27FC236}">
                      <a16:creationId xmlns:a16="http://schemas.microsoft.com/office/drawing/2014/main" id="{797B10BE-65BC-5988-5307-EE07590B4C8B}"/>
                    </a:ext>
                  </a:extLst>
                </p:cNvPr>
                <p:cNvPicPr/>
                <p:nvPr/>
              </p:nvPicPr>
              <p:blipFill>
                <a:blip r:embed="rId454"/>
                <a:stretch>
                  <a:fillRect/>
                </a:stretch>
              </p:blipFill>
              <p:spPr>
                <a:xfrm>
                  <a:off x="2636064" y="1126656"/>
                  <a:ext cx="142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319" name="Ink 318">
                  <a:extLst>
                    <a:ext uri="{FF2B5EF4-FFF2-40B4-BE49-F238E27FC236}">
                      <a16:creationId xmlns:a16="http://schemas.microsoft.com/office/drawing/2014/main" id="{0691FBF3-382F-D49F-525B-CD7B1753F721}"/>
                    </a:ext>
                  </a:extLst>
                </p14:cNvPr>
                <p14:cNvContentPartPr/>
                <p14:nvPr/>
              </p14:nvContentPartPr>
              <p14:xfrm>
                <a:off x="2851704" y="1105056"/>
                <a:ext cx="63720" cy="105480"/>
              </p14:xfrm>
            </p:contentPart>
          </mc:Choice>
          <mc:Fallback xmlns="">
            <p:pic>
              <p:nvPicPr>
                <p:cNvPr id="319" name="Ink 318">
                  <a:extLst>
                    <a:ext uri="{FF2B5EF4-FFF2-40B4-BE49-F238E27FC236}">
                      <a16:creationId xmlns:a16="http://schemas.microsoft.com/office/drawing/2014/main" id="{0691FBF3-382F-D49F-525B-CD7B1753F721}"/>
                    </a:ext>
                  </a:extLst>
                </p:cNvPr>
                <p:cNvPicPr/>
                <p:nvPr/>
              </p:nvPicPr>
              <p:blipFill>
                <a:blip r:embed="rId456"/>
                <a:stretch>
                  <a:fillRect/>
                </a:stretch>
              </p:blipFill>
              <p:spPr>
                <a:xfrm>
                  <a:off x="2847384" y="1100736"/>
                  <a:ext cx="723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320" name="Ink 319">
                  <a:extLst>
                    <a:ext uri="{FF2B5EF4-FFF2-40B4-BE49-F238E27FC236}">
                      <a16:creationId xmlns:a16="http://schemas.microsoft.com/office/drawing/2014/main" id="{E2276CD4-1A36-70EE-A2AC-ED6974F87AD1}"/>
                    </a:ext>
                  </a:extLst>
                </p14:cNvPr>
                <p14:cNvContentPartPr/>
                <p14:nvPr/>
              </p14:nvContentPartPr>
              <p14:xfrm>
                <a:off x="2976264" y="984456"/>
                <a:ext cx="223200" cy="244080"/>
              </p14:xfrm>
            </p:contentPart>
          </mc:Choice>
          <mc:Fallback xmlns="">
            <p:pic>
              <p:nvPicPr>
                <p:cNvPr id="320" name="Ink 319">
                  <a:extLst>
                    <a:ext uri="{FF2B5EF4-FFF2-40B4-BE49-F238E27FC236}">
                      <a16:creationId xmlns:a16="http://schemas.microsoft.com/office/drawing/2014/main" id="{E2276CD4-1A36-70EE-A2AC-ED6974F87AD1}"/>
                    </a:ext>
                  </a:extLst>
                </p:cNvPr>
                <p:cNvPicPr/>
                <p:nvPr/>
              </p:nvPicPr>
              <p:blipFill>
                <a:blip r:embed="rId458"/>
                <a:stretch>
                  <a:fillRect/>
                </a:stretch>
              </p:blipFill>
              <p:spPr>
                <a:xfrm>
                  <a:off x="2971944" y="980136"/>
                  <a:ext cx="231840" cy="252720"/>
                </a:xfrm>
                <a:prstGeom prst="rect">
                  <a:avLst/>
                </a:prstGeom>
              </p:spPr>
            </p:pic>
          </mc:Fallback>
        </mc:AlternateContent>
      </p:grpSp>
      <p:grpSp>
        <p:nvGrpSpPr>
          <p:cNvPr id="344" name="Group 343">
            <a:extLst>
              <a:ext uri="{FF2B5EF4-FFF2-40B4-BE49-F238E27FC236}">
                <a16:creationId xmlns:a16="http://schemas.microsoft.com/office/drawing/2014/main" id="{19AE83C5-6D52-08DF-6D7A-AD9191926215}"/>
              </a:ext>
            </a:extLst>
          </p:cNvPr>
          <p:cNvGrpSpPr/>
          <p:nvPr/>
        </p:nvGrpSpPr>
        <p:grpSpPr>
          <a:xfrm>
            <a:off x="3534264" y="1077696"/>
            <a:ext cx="688680" cy="281880"/>
            <a:chOff x="3534264" y="1077696"/>
            <a:chExt cx="688680" cy="281880"/>
          </a:xfrm>
        </p:grpSpPr>
        <mc:AlternateContent xmlns:mc="http://schemas.openxmlformats.org/markup-compatibility/2006" xmlns:p14="http://schemas.microsoft.com/office/powerpoint/2010/main">
          <mc:Choice Requires="p14">
            <p:contentPart p14:bwMode="auto" r:id="rId459">
              <p14:nvContentPartPr>
                <p14:cNvPr id="321" name="Ink 320">
                  <a:extLst>
                    <a:ext uri="{FF2B5EF4-FFF2-40B4-BE49-F238E27FC236}">
                      <a16:creationId xmlns:a16="http://schemas.microsoft.com/office/drawing/2014/main" id="{BF411E7C-92A0-0BFA-19B9-E203C54D89B1}"/>
                    </a:ext>
                  </a:extLst>
                </p14:cNvPr>
                <p14:cNvContentPartPr/>
                <p14:nvPr/>
              </p14:nvContentPartPr>
              <p14:xfrm>
                <a:off x="3534264" y="1123776"/>
                <a:ext cx="65160" cy="235800"/>
              </p14:xfrm>
            </p:contentPart>
          </mc:Choice>
          <mc:Fallback xmlns="">
            <p:pic>
              <p:nvPicPr>
                <p:cNvPr id="321" name="Ink 320">
                  <a:extLst>
                    <a:ext uri="{FF2B5EF4-FFF2-40B4-BE49-F238E27FC236}">
                      <a16:creationId xmlns:a16="http://schemas.microsoft.com/office/drawing/2014/main" id="{BF411E7C-92A0-0BFA-19B9-E203C54D89B1}"/>
                    </a:ext>
                  </a:extLst>
                </p:cNvPr>
                <p:cNvPicPr/>
                <p:nvPr/>
              </p:nvPicPr>
              <p:blipFill>
                <a:blip r:embed="rId460"/>
                <a:stretch>
                  <a:fillRect/>
                </a:stretch>
              </p:blipFill>
              <p:spPr>
                <a:xfrm>
                  <a:off x="3529944" y="1119456"/>
                  <a:ext cx="738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322" name="Ink 321">
                  <a:extLst>
                    <a:ext uri="{FF2B5EF4-FFF2-40B4-BE49-F238E27FC236}">
                      <a16:creationId xmlns:a16="http://schemas.microsoft.com/office/drawing/2014/main" id="{E527303A-41BB-C2E3-E71B-9094BE55DC96}"/>
                    </a:ext>
                  </a:extLst>
                </p14:cNvPr>
                <p14:cNvContentPartPr/>
                <p14:nvPr/>
              </p14:nvContentPartPr>
              <p14:xfrm>
                <a:off x="3628224" y="1116576"/>
                <a:ext cx="108720" cy="82800"/>
              </p14:xfrm>
            </p:contentPart>
          </mc:Choice>
          <mc:Fallback xmlns="">
            <p:pic>
              <p:nvPicPr>
                <p:cNvPr id="322" name="Ink 321">
                  <a:extLst>
                    <a:ext uri="{FF2B5EF4-FFF2-40B4-BE49-F238E27FC236}">
                      <a16:creationId xmlns:a16="http://schemas.microsoft.com/office/drawing/2014/main" id="{E527303A-41BB-C2E3-E71B-9094BE55DC96}"/>
                    </a:ext>
                  </a:extLst>
                </p:cNvPr>
                <p:cNvPicPr/>
                <p:nvPr/>
              </p:nvPicPr>
              <p:blipFill>
                <a:blip r:embed="rId462"/>
                <a:stretch>
                  <a:fillRect/>
                </a:stretch>
              </p:blipFill>
              <p:spPr>
                <a:xfrm>
                  <a:off x="3623904" y="1112256"/>
                  <a:ext cx="1173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323" name="Ink 322">
                  <a:extLst>
                    <a:ext uri="{FF2B5EF4-FFF2-40B4-BE49-F238E27FC236}">
                      <a16:creationId xmlns:a16="http://schemas.microsoft.com/office/drawing/2014/main" id="{F9538EF5-7B63-4CB5-913B-580FF0B01717}"/>
                    </a:ext>
                  </a:extLst>
                </p14:cNvPr>
                <p14:cNvContentPartPr/>
                <p14:nvPr/>
              </p14:nvContentPartPr>
              <p14:xfrm>
                <a:off x="3758184" y="1088136"/>
                <a:ext cx="155160" cy="124920"/>
              </p14:xfrm>
            </p:contentPart>
          </mc:Choice>
          <mc:Fallback xmlns="">
            <p:pic>
              <p:nvPicPr>
                <p:cNvPr id="323" name="Ink 322">
                  <a:extLst>
                    <a:ext uri="{FF2B5EF4-FFF2-40B4-BE49-F238E27FC236}">
                      <a16:creationId xmlns:a16="http://schemas.microsoft.com/office/drawing/2014/main" id="{F9538EF5-7B63-4CB5-913B-580FF0B01717}"/>
                    </a:ext>
                  </a:extLst>
                </p:cNvPr>
                <p:cNvPicPr/>
                <p:nvPr/>
              </p:nvPicPr>
              <p:blipFill>
                <a:blip r:embed="rId464"/>
                <a:stretch>
                  <a:fillRect/>
                </a:stretch>
              </p:blipFill>
              <p:spPr>
                <a:xfrm>
                  <a:off x="3753864" y="1083816"/>
                  <a:ext cx="1638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24" name="Ink 323">
                  <a:extLst>
                    <a:ext uri="{FF2B5EF4-FFF2-40B4-BE49-F238E27FC236}">
                      <a16:creationId xmlns:a16="http://schemas.microsoft.com/office/drawing/2014/main" id="{D9255BCF-280C-0F08-D4A3-12B5784811CE}"/>
                    </a:ext>
                  </a:extLst>
                </p14:cNvPr>
                <p14:cNvContentPartPr/>
                <p14:nvPr/>
              </p14:nvContentPartPr>
              <p14:xfrm>
                <a:off x="3966624" y="1105416"/>
                <a:ext cx="103680" cy="88920"/>
              </p14:xfrm>
            </p:contentPart>
          </mc:Choice>
          <mc:Fallback xmlns="">
            <p:pic>
              <p:nvPicPr>
                <p:cNvPr id="324" name="Ink 323">
                  <a:extLst>
                    <a:ext uri="{FF2B5EF4-FFF2-40B4-BE49-F238E27FC236}">
                      <a16:creationId xmlns:a16="http://schemas.microsoft.com/office/drawing/2014/main" id="{D9255BCF-280C-0F08-D4A3-12B5784811CE}"/>
                    </a:ext>
                  </a:extLst>
                </p:cNvPr>
                <p:cNvPicPr/>
                <p:nvPr/>
              </p:nvPicPr>
              <p:blipFill>
                <a:blip r:embed="rId466"/>
                <a:stretch>
                  <a:fillRect/>
                </a:stretch>
              </p:blipFill>
              <p:spPr>
                <a:xfrm>
                  <a:off x="3962304" y="1101096"/>
                  <a:ext cx="1123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25" name="Ink 324">
                  <a:extLst>
                    <a:ext uri="{FF2B5EF4-FFF2-40B4-BE49-F238E27FC236}">
                      <a16:creationId xmlns:a16="http://schemas.microsoft.com/office/drawing/2014/main" id="{08E2DD74-8800-4F05-8261-AE5879FBF54C}"/>
                    </a:ext>
                  </a:extLst>
                </p14:cNvPr>
                <p14:cNvContentPartPr/>
                <p14:nvPr/>
              </p14:nvContentPartPr>
              <p14:xfrm>
                <a:off x="4127904" y="1077696"/>
                <a:ext cx="95040" cy="128880"/>
              </p14:xfrm>
            </p:contentPart>
          </mc:Choice>
          <mc:Fallback xmlns="">
            <p:pic>
              <p:nvPicPr>
                <p:cNvPr id="325" name="Ink 324">
                  <a:extLst>
                    <a:ext uri="{FF2B5EF4-FFF2-40B4-BE49-F238E27FC236}">
                      <a16:creationId xmlns:a16="http://schemas.microsoft.com/office/drawing/2014/main" id="{08E2DD74-8800-4F05-8261-AE5879FBF54C}"/>
                    </a:ext>
                  </a:extLst>
                </p:cNvPr>
                <p:cNvPicPr/>
                <p:nvPr/>
              </p:nvPicPr>
              <p:blipFill>
                <a:blip r:embed="rId468"/>
                <a:stretch>
                  <a:fillRect/>
                </a:stretch>
              </p:blipFill>
              <p:spPr>
                <a:xfrm>
                  <a:off x="4123584" y="1073376"/>
                  <a:ext cx="103680" cy="137520"/>
                </a:xfrm>
                <a:prstGeom prst="rect">
                  <a:avLst/>
                </a:prstGeom>
              </p:spPr>
            </p:pic>
          </mc:Fallback>
        </mc:AlternateContent>
      </p:grpSp>
      <p:grpSp>
        <p:nvGrpSpPr>
          <p:cNvPr id="343" name="Group 342">
            <a:extLst>
              <a:ext uri="{FF2B5EF4-FFF2-40B4-BE49-F238E27FC236}">
                <a16:creationId xmlns:a16="http://schemas.microsoft.com/office/drawing/2014/main" id="{D2BE8339-869B-C09D-CD99-AA76BDC9EE8F}"/>
              </a:ext>
            </a:extLst>
          </p:cNvPr>
          <p:cNvGrpSpPr/>
          <p:nvPr/>
        </p:nvGrpSpPr>
        <p:grpSpPr>
          <a:xfrm>
            <a:off x="1155024" y="3591936"/>
            <a:ext cx="279360" cy="319320"/>
            <a:chOff x="1155024" y="3591936"/>
            <a:chExt cx="279360" cy="319320"/>
          </a:xfrm>
        </p:grpSpPr>
        <mc:AlternateContent xmlns:mc="http://schemas.openxmlformats.org/markup-compatibility/2006" xmlns:p14="http://schemas.microsoft.com/office/powerpoint/2010/main">
          <mc:Choice Requires="p14">
            <p:contentPart p14:bwMode="auto" r:id="rId469">
              <p14:nvContentPartPr>
                <p14:cNvPr id="326" name="Ink 325">
                  <a:extLst>
                    <a:ext uri="{FF2B5EF4-FFF2-40B4-BE49-F238E27FC236}">
                      <a16:creationId xmlns:a16="http://schemas.microsoft.com/office/drawing/2014/main" id="{2B52ED0B-2061-99F8-54F5-DA02CEA0446D}"/>
                    </a:ext>
                  </a:extLst>
                </p14:cNvPr>
                <p14:cNvContentPartPr/>
                <p14:nvPr/>
              </p14:nvContentPartPr>
              <p14:xfrm>
                <a:off x="1155024" y="3591936"/>
                <a:ext cx="178200" cy="285480"/>
              </p14:xfrm>
            </p:contentPart>
          </mc:Choice>
          <mc:Fallback xmlns="">
            <p:pic>
              <p:nvPicPr>
                <p:cNvPr id="326" name="Ink 325">
                  <a:extLst>
                    <a:ext uri="{FF2B5EF4-FFF2-40B4-BE49-F238E27FC236}">
                      <a16:creationId xmlns:a16="http://schemas.microsoft.com/office/drawing/2014/main" id="{2B52ED0B-2061-99F8-54F5-DA02CEA0446D}"/>
                    </a:ext>
                  </a:extLst>
                </p:cNvPr>
                <p:cNvPicPr/>
                <p:nvPr/>
              </p:nvPicPr>
              <p:blipFill>
                <a:blip r:embed="rId470"/>
                <a:stretch>
                  <a:fillRect/>
                </a:stretch>
              </p:blipFill>
              <p:spPr>
                <a:xfrm>
                  <a:off x="1150704" y="3587616"/>
                  <a:ext cx="1868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327" name="Ink 326">
                  <a:extLst>
                    <a:ext uri="{FF2B5EF4-FFF2-40B4-BE49-F238E27FC236}">
                      <a16:creationId xmlns:a16="http://schemas.microsoft.com/office/drawing/2014/main" id="{EEC65A6E-3322-EA24-41EB-59291E99F95F}"/>
                    </a:ext>
                  </a:extLst>
                </p14:cNvPr>
                <p14:cNvContentPartPr/>
                <p14:nvPr/>
              </p14:nvContentPartPr>
              <p14:xfrm>
                <a:off x="1247544" y="3618936"/>
                <a:ext cx="186840" cy="292320"/>
              </p14:xfrm>
            </p:contentPart>
          </mc:Choice>
          <mc:Fallback xmlns="">
            <p:pic>
              <p:nvPicPr>
                <p:cNvPr id="327" name="Ink 326">
                  <a:extLst>
                    <a:ext uri="{FF2B5EF4-FFF2-40B4-BE49-F238E27FC236}">
                      <a16:creationId xmlns:a16="http://schemas.microsoft.com/office/drawing/2014/main" id="{EEC65A6E-3322-EA24-41EB-59291E99F95F}"/>
                    </a:ext>
                  </a:extLst>
                </p:cNvPr>
                <p:cNvPicPr/>
                <p:nvPr/>
              </p:nvPicPr>
              <p:blipFill>
                <a:blip r:embed="rId472"/>
                <a:stretch>
                  <a:fillRect/>
                </a:stretch>
              </p:blipFill>
              <p:spPr>
                <a:xfrm>
                  <a:off x="1243224" y="3614616"/>
                  <a:ext cx="195480" cy="300960"/>
                </a:xfrm>
                <a:prstGeom prst="rect">
                  <a:avLst/>
                </a:prstGeom>
              </p:spPr>
            </p:pic>
          </mc:Fallback>
        </mc:AlternateContent>
      </p:grpSp>
      <p:grpSp>
        <p:nvGrpSpPr>
          <p:cNvPr id="342" name="Group 341">
            <a:extLst>
              <a:ext uri="{FF2B5EF4-FFF2-40B4-BE49-F238E27FC236}">
                <a16:creationId xmlns:a16="http://schemas.microsoft.com/office/drawing/2014/main" id="{A2E94806-59D2-D1F9-783B-CA4E35A56E89}"/>
              </a:ext>
            </a:extLst>
          </p:cNvPr>
          <p:cNvGrpSpPr/>
          <p:nvPr/>
        </p:nvGrpSpPr>
        <p:grpSpPr>
          <a:xfrm>
            <a:off x="1681704" y="3452616"/>
            <a:ext cx="1651680" cy="396000"/>
            <a:chOff x="1681704" y="3452616"/>
            <a:chExt cx="1651680" cy="396000"/>
          </a:xfrm>
        </p:grpSpPr>
        <mc:AlternateContent xmlns:mc="http://schemas.openxmlformats.org/markup-compatibility/2006" xmlns:p14="http://schemas.microsoft.com/office/powerpoint/2010/main">
          <mc:Choice Requires="p14">
            <p:contentPart p14:bwMode="auto" r:id="rId473">
              <p14:nvContentPartPr>
                <p14:cNvPr id="328" name="Ink 327">
                  <a:extLst>
                    <a:ext uri="{FF2B5EF4-FFF2-40B4-BE49-F238E27FC236}">
                      <a16:creationId xmlns:a16="http://schemas.microsoft.com/office/drawing/2014/main" id="{F0FA7F2D-E0DA-372E-6FB6-2644E118B3B6}"/>
                    </a:ext>
                  </a:extLst>
                </p14:cNvPr>
                <p14:cNvContentPartPr/>
                <p14:nvPr/>
              </p14:nvContentPartPr>
              <p14:xfrm>
                <a:off x="1681704" y="3557376"/>
                <a:ext cx="134280" cy="291240"/>
              </p14:xfrm>
            </p:contentPart>
          </mc:Choice>
          <mc:Fallback xmlns="">
            <p:pic>
              <p:nvPicPr>
                <p:cNvPr id="328" name="Ink 327">
                  <a:extLst>
                    <a:ext uri="{FF2B5EF4-FFF2-40B4-BE49-F238E27FC236}">
                      <a16:creationId xmlns:a16="http://schemas.microsoft.com/office/drawing/2014/main" id="{F0FA7F2D-E0DA-372E-6FB6-2644E118B3B6}"/>
                    </a:ext>
                  </a:extLst>
                </p:cNvPr>
                <p:cNvPicPr/>
                <p:nvPr/>
              </p:nvPicPr>
              <p:blipFill>
                <a:blip r:embed="rId474"/>
                <a:stretch>
                  <a:fillRect/>
                </a:stretch>
              </p:blipFill>
              <p:spPr>
                <a:xfrm>
                  <a:off x="1677384" y="3553056"/>
                  <a:ext cx="14292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329" name="Ink 328">
                  <a:extLst>
                    <a:ext uri="{FF2B5EF4-FFF2-40B4-BE49-F238E27FC236}">
                      <a16:creationId xmlns:a16="http://schemas.microsoft.com/office/drawing/2014/main" id="{4989EDE4-B07E-DAB5-97B4-99BAEE806EA2}"/>
                    </a:ext>
                  </a:extLst>
                </p14:cNvPr>
                <p14:cNvContentPartPr/>
                <p14:nvPr/>
              </p14:nvContentPartPr>
              <p14:xfrm>
                <a:off x="1923984" y="3707496"/>
                <a:ext cx="169200" cy="90360"/>
              </p14:xfrm>
            </p:contentPart>
          </mc:Choice>
          <mc:Fallback xmlns="">
            <p:pic>
              <p:nvPicPr>
                <p:cNvPr id="329" name="Ink 328">
                  <a:extLst>
                    <a:ext uri="{FF2B5EF4-FFF2-40B4-BE49-F238E27FC236}">
                      <a16:creationId xmlns:a16="http://schemas.microsoft.com/office/drawing/2014/main" id="{4989EDE4-B07E-DAB5-97B4-99BAEE806EA2}"/>
                    </a:ext>
                  </a:extLst>
                </p:cNvPr>
                <p:cNvPicPr/>
                <p:nvPr/>
              </p:nvPicPr>
              <p:blipFill>
                <a:blip r:embed="rId476"/>
                <a:stretch>
                  <a:fillRect/>
                </a:stretch>
              </p:blipFill>
              <p:spPr>
                <a:xfrm>
                  <a:off x="1919664" y="3703176"/>
                  <a:ext cx="1778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30" name="Ink 329">
                  <a:extLst>
                    <a:ext uri="{FF2B5EF4-FFF2-40B4-BE49-F238E27FC236}">
                      <a16:creationId xmlns:a16="http://schemas.microsoft.com/office/drawing/2014/main" id="{68058A21-D575-728A-AE08-83AA285FFFC8}"/>
                    </a:ext>
                  </a:extLst>
                </p14:cNvPr>
                <p14:cNvContentPartPr/>
                <p14:nvPr/>
              </p14:nvContentPartPr>
              <p14:xfrm>
                <a:off x="2097504" y="3707136"/>
                <a:ext cx="141120" cy="81360"/>
              </p14:xfrm>
            </p:contentPart>
          </mc:Choice>
          <mc:Fallback xmlns="">
            <p:pic>
              <p:nvPicPr>
                <p:cNvPr id="330" name="Ink 329">
                  <a:extLst>
                    <a:ext uri="{FF2B5EF4-FFF2-40B4-BE49-F238E27FC236}">
                      <a16:creationId xmlns:a16="http://schemas.microsoft.com/office/drawing/2014/main" id="{68058A21-D575-728A-AE08-83AA285FFFC8}"/>
                    </a:ext>
                  </a:extLst>
                </p:cNvPr>
                <p:cNvPicPr/>
                <p:nvPr/>
              </p:nvPicPr>
              <p:blipFill>
                <a:blip r:embed="rId478"/>
                <a:stretch>
                  <a:fillRect/>
                </a:stretch>
              </p:blipFill>
              <p:spPr>
                <a:xfrm>
                  <a:off x="2093184" y="3702816"/>
                  <a:ext cx="1497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31" name="Ink 330">
                  <a:extLst>
                    <a:ext uri="{FF2B5EF4-FFF2-40B4-BE49-F238E27FC236}">
                      <a16:creationId xmlns:a16="http://schemas.microsoft.com/office/drawing/2014/main" id="{D14D342A-E095-9573-73EC-8997C7F98E82}"/>
                    </a:ext>
                  </a:extLst>
                </p14:cNvPr>
                <p14:cNvContentPartPr/>
                <p14:nvPr/>
              </p14:nvContentPartPr>
              <p14:xfrm>
                <a:off x="2268504" y="3468456"/>
                <a:ext cx="143640" cy="334080"/>
              </p14:xfrm>
            </p:contentPart>
          </mc:Choice>
          <mc:Fallback xmlns="">
            <p:pic>
              <p:nvPicPr>
                <p:cNvPr id="331" name="Ink 330">
                  <a:extLst>
                    <a:ext uri="{FF2B5EF4-FFF2-40B4-BE49-F238E27FC236}">
                      <a16:creationId xmlns:a16="http://schemas.microsoft.com/office/drawing/2014/main" id="{D14D342A-E095-9573-73EC-8997C7F98E82}"/>
                    </a:ext>
                  </a:extLst>
                </p:cNvPr>
                <p:cNvPicPr/>
                <p:nvPr/>
              </p:nvPicPr>
              <p:blipFill>
                <a:blip r:embed="rId480"/>
                <a:stretch>
                  <a:fillRect/>
                </a:stretch>
              </p:blipFill>
              <p:spPr>
                <a:xfrm>
                  <a:off x="2264184" y="3464136"/>
                  <a:ext cx="15228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32" name="Ink 331">
                  <a:extLst>
                    <a:ext uri="{FF2B5EF4-FFF2-40B4-BE49-F238E27FC236}">
                      <a16:creationId xmlns:a16="http://schemas.microsoft.com/office/drawing/2014/main" id="{FF05FF0A-5F62-858A-71B4-281DBE3C3DCA}"/>
                    </a:ext>
                  </a:extLst>
                </p14:cNvPr>
                <p14:cNvContentPartPr/>
                <p14:nvPr/>
              </p14:nvContentPartPr>
              <p14:xfrm>
                <a:off x="2471544" y="3641616"/>
                <a:ext cx="227520" cy="130320"/>
              </p14:xfrm>
            </p:contentPart>
          </mc:Choice>
          <mc:Fallback xmlns="">
            <p:pic>
              <p:nvPicPr>
                <p:cNvPr id="332" name="Ink 331">
                  <a:extLst>
                    <a:ext uri="{FF2B5EF4-FFF2-40B4-BE49-F238E27FC236}">
                      <a16:creationId xmlns:a16="http://schemas.microsoft.com/office/drawing/2014/main" id="{FF05FF0A-5F62-858A-71B4-281DBE3C3DCA}"/>
                    </a:ext>
                  </a:extLst>
                </p:cNvPr>
                <p:cNvPicPr/>
                <p:nvPr/>
              </p:nvPicPr>
              <p:blipFill>
                <a:blip r:embed="rId482"/>
                <a:stretch>
                  <a:fillRect/>
                </a:stretch>
              </p:blipFill>
              <p:spPr>
                <a:xfrm>
                  <a:off x="2467224" y="3637296"/>
                  <a:ext cx="2361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333" name="Ink 332">
                  <a:extLst>
                    <a:ext uri="{FF2B5EF4-FFF2-40B4-BE49-F238E27FC236}">
                      <a16:creationId xmlns:a16="http://schemas.microsoft.com/office/drawing/2014/main" id="{E867CE88-C574-E373-02E0-CD315A3FFC47}"/>
                    </a:ext>
                  </a:extLst>
                </p14:cNvPr>
                <p14:cNvContentPartPr/>
                <p14:nvPr/>
              </p14:nvContentPartPr>
              <p14:xfrm>
                <a:off x="2766024" y="3648456"/>
                <a:ext cx="142560" cy="76680"/>
              </p14:xfrm>
            </p:contentPart>
          </mc:Choice>
          <mc:Fallback xmlns="">
            <p:pic>
              <p:nvPicPr>
                <p:cNvPr id="333" name="Ink 332">
                  <a:extLst>
                    <a:ext uri="{FF2B5EF4-FFF2-40B4-BE49-F238E27FC236}">
                      <a16:creationId xmlns:a16="http://schemas.microsoft.com/office/drawing/2014/main" id="{E867CE88-C574-E373-02E0-CD315A3FFC47}"/>
                    </a:ext>
                  </a:extLst>
                </p:cNvPr>
                <p:cNvPicPr/>
                <p:nvPr/>
              </p:nvPicPr>
              <p:blipFill>
                <a:blip r:embed="rId484"/>
                <a:stretch>
                  <a:fillRect/>
                </a:stretch>
              </p:blipFill>
              <p:spPr>
                <a:xfrm>
                  <a:off x="2761704" y="3644136"/>
                  <a:ext cx="1512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34" name="Ink 333">
                  <a:extLst>
                    <a:ext uri="{FF2B5EF4-FFF2-40B4-BE49-F238E27FC236}">
                      <a16:creationId xmlns:a16="http://schemas.microsoft.com/office/drawing/2014/main" id="{8C88BBAC-7CC7-5EFC-90DF-459A8EA94ED9}"/>
                    </a:ext>
                  </a:extLst>
                </p14:cNvPr>
                <p14:cNvContentPartPr/>
                <p14:nvPr/>
              </p14:nvContentPartPr>
              <p14:xfrm>
                <a:off x="2977344" y="3623616"/>
                <a:ext cx="83880" cy="99360"/>
              </p14:xfrm>
            </p:contentPart>
          </mc:Choice>
          <mc:Fallback xmlns="">
            <p:pic>
              <p:nvPicPr>
                <p:cNvPr id="334" name="Ink 333">
                  <a:extLst>
                    <a:ext uri="{FF2B5EF4-FFF2-40B4-BE49-F238E27FC236}">
                      <a16:creationId xmlns:a16="http://schemas.microsoft.com/office/drawing/2014/main" id="{8C88BBAC-7CC7-5EFC-90DF-459A8EA94ED9}"/>
                    </a:ext>
                  </a:extLst>
                </p:cNvPr>
                <p:cNvPicPr/>
                <p:nvPr/>
              </p:nvPicPr>
              <p:blipFill>
                <a:blip r:embed="rId486"/>
                <a:stretch>
                  <a:fillRect/>
                </a:stretch>
              </p:blipFill>
              <p:spPr>
                <a:xfrm>
                  <a:off x="2973024" y="3619296"/>
                  <a:ext cx="92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35" name="Ink 334">
                  <a:extLst>
                    <a:ext uri="{FF2B5EF4-FFF2-40B4-BE49-F238E27FC236}">
                      <a16:creationId xmlns:a16="http://schemas.microsoft.com/office/drawing/2014/main" id="{61CA1ED7-F69D-AB3B-7FC7-2291C3BF6F82}"/>
                    </a:ext>
                  </a:extLst>
                </p14:cNvPr>
                <p14:cNvContentPartPr/>
                <p14:nvPr/>
              </p14:nvContentPartPr>
              <p14:xfrm>
                <a:off x="3092904" y="3452616"/>
                <a:ext cx="240480" cy="241560"/>
              </p14:xfrm>
            </p:contentPart>
          </mc:Choice>
          <mc:Fallback xmlns="">
            <p:pic>
              <p:nvPicPr>
                <p:cNvPr id="335" name="Ink 334">
                  <a:extLst>
                    <a:ext uri="{FF2B5EF4-FFF2-40B4-BE49-F238E27FC236}">
                      <a16:creationId xmlns:a16="http://schemas.microsoft.com/office/drawing/2014/main" id="{61CA1ED7-F69D-AB3B-7FC7-2291C3BF6F82}"/>
                    </a:ext>
                  </a:extLst>
                </p:cNvPr>
                <p:cNvPicPr/>
                <p:nvPr/>
              </p:nvPicPr>
              <p:blipFill>
                <a:blip r:embed="rId488"/>
                <a:stretch>
                  <a:fillRect/>
                </a:stretch>
              </p:blipFill>
              <p:spPr>
                <a:xfrm>
                  <a:off x="3088584" y="3448296"/>
                  <a:ext cx="249120" cy="250200"/>
                </a:xfrm>
                <a:prstGeom prst="rect">
                  <a:avLst/>
                </a:prstGeom>
              </p:spPr>
            </p:pic>
          </mc:Fallback>
        </mc:AlternateContent>
      </p:grpSp>
      <p:grpSp>
        <p:nvGrpSpPr>
          <p:cNvPr id="341" name="Group 340">
            <a:extLst>
              <a:ext uri="{FF2B5EF4-FFF2-40B4-BE49-F238E27FC236}">
                <a16:creationId xmlns:a16="http://schemas.microsoft.com/office/drawing/2014/main" id="{72CD1BD9-0B2F-5E9D-3AA7-327E911F1705}"/>
              </a:ext>
            </a:extLst>
          </p:cNvPr>
          <p:cNvGrpSpPr/>
          <p:nvPr/>
        </p:nvGrpSpPr>
        <p:grpSpPr>
          <a:xfrm>
            <a:off x="3721824" y="3520296"/>
            <a:ext cx="750600" cy="291600"/>
            <a:chOff x="3721824" y="3520296"/>
            <a:chExt cx="750600" cy="291600"/>
          </a:xfrm>
        </p:grpSpPr>
        <mc:AlternateContent xmlns:mc="http://schemas.openxmlformats.org/markup-compatibility/2006" xmlns:p14="http://schemas.microsoft.com/office/powerpoint/2010/main">
          <mc:Choice Requires="p14">
            <p:contentPart p14:bwMode="auto" r:id="rId489">
              <p14:nvContentPartPr>
                <p14:cNvPr id="336" name="Ink 335">
                  <a:extLst>
                    <a:ext uri="{FF2B5EF4-FFF2-40B4-BE49-F238E27FC236}">
                      <a16:creationId xmlns:a16="http://schemas.microsoft.com/office/drawing/2014/main" id="{DBB24A48-214C-E648-2127-AD210E60A5CB}"/>
                    </a:ext>
                  </a:extLst>
                </p14:cNvPr>
                <p14:cNvContentPartPr/>
                <p14:nvPr/>
              </p14:nvContentPartPr>
              <p14:xfrm>
                <a:off x="3721824" y="3622176"/>
                <a:ext cx="81000" cy="189720"/>
              </p14:xfrm>
            </p:contentPart>
          </mc:Choice>
          <mc:Fallback xmlns="">
            <p:pic>
              <p:nvPicPr>
                <p:cNvPr id="336" name="Ink 335">
                  <a:extLst>
                    <a:ext uri="{FF2B5EF4-FFF2-40B4-BE49-F238E27FC236}">
                      <a16:creationId xmlns:a16="http://schemas.microsoft.com/office/drawing/2014/main" id="{DBB24A48-214C-E648-2127-AD210E60A5CB}"/>
                    </a:ext>
                  </a:extLst>
                </p:cNvPr>
                <p:cNvPicPr/>
                <p:nvPr/>
              </p:nvPicPr>
              <p:blipFill>
                <a:blip r:embed="rId490"/>
                <a:stretch>
                  <a:fillRect/>
                </a:stretch>
              </p:blipFill>
              <p:spPr>
                <a:xfrm>
                  <a:off x="3717504" y="3617496"/>
                  <a:ext cx="896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37" name="Ink 336">
                  <a:extLst>
                    <a:ext uri="{FF2B5EF4-FFF2-40B4-BE49-F238E27FC236}">
                      <a16:creationId xmlns:a16="http://schemas.microsoft.com/office/drawing/2014/main" id="{B215539D-6EF0-257B-3BD1-11699115FD84}"/>
                    </a:ext>
                  </a:extLst>
                </p14:cNvPr>
                <p14:cNvContentPartPr/>
                <p14:nvPr/>
              </p14:nvContentPartPr>
              <p14:xfrm>
                <a:off x="3855384" y="3553776"/>
                <a:ext cx="86400" cy="98640"/>
              </p14:xfrm>
            </p:contentPart>
          </mc:Choice>
          <mc:Fallback xmlns="">
            <p:pic>
              <p:nvPicPr>
                <p:cNvPr id="337" name="Ink 336">
                  <a:extLst>
                    <a:ext uri="{FF2B5EF4-FFF2-40B4-BE49-F238E27FC236}">
                      <a16:creationId xmlns:a16="http://schemas.microsoft.com/office/drawing/2014/main" id="{B215539D-6EF0-257B-3BD1-11699115FD84}"/>
                    </a:ext>
                  </a:extLst>
                </p:cNvPr>
                <p:cNvPicPr/>
                <p:nvPr/>
              </p:nvPicPr>
              <p:blipFill>
                <a:blip r:embed="rId492"/>
                <a:stretch>
                  <a:fillRect/>
                </a:stretch>
              </p:blipFill>
              <p:spPr>
                <a:xfrm>
                  <a:off x="3851064" y="3549456"/>
                  <a:ext cx="950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38" name="Ink 337">
                  <a:extLst>
                    <a:ext uri="{FF2B5EF4-FFF2-40B4-BE49-F238E27FC236}">
                      <a16:creationId xmlns:a16="http://schemas.microsoft.com/office/drawing/2014/main" id="{040B2963-54B2-568C-DA90-D07E34ECC1EF}"/>
                    </a:ext>
                  </a:extLst>
                </p14:cNvPr>
                <p14:cNvContentPartPr/>
                <p14:nvPr/>
              </p14:nvContentPartPr>
              <p14:xfrm>
                <a:off x="4017024" y="3547296"/>
                <a:ext cx="152640" cy="109800"/>
              </p14:xfrm>
            </p:contentPart>
          </mc:Choice>
          <mc:Fallback xmlns="">
            <p:pic>
              <p:nvPicPr>
                <p:cNvPr id="338" name="Ink 337">
                  <a:extLst>
                    <a:ext uri="{FF2B5EF4-FFF2-40B4-BE49-F238E27FC236}">
                      <a16:creationId xmlns:a16="http://schemas.microsoft.com/office/drawing/2014/main" id="{040B2963-54B2-568C-DA90-D07E34ECC1EF}"/>
                    </a:ext>
                  </a:extLst>
                </p:cNvPr>
                <p:cNvPicPr/>
                <p:nvPr/>
              </p:nvPicPr>
              <p:blipFill>
                <a:blip r:embed="rId494"/>
                <a:stretch>
                  <a:fillRect/>
                </a:stretch>
              </p:blipFill>
              <p:spPr>
                <a:xfrm>
                  <a:off x="4012704" y="3542976"/>
                  <a:ext cx="1612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39" name="Ink 338">
                  <a:extLst>
                    <a:ext uri="{FF2B5EF4-FFF2-40B4-BE49-F238E27FC236}">
                      <a16:creationId xmlns:a16="http://schemas.microsoft.com/office/drawing/2014/main" id="{B581FDE7-6F29-6CA9-CF67-405A7AAFDEF7}"/>
                    </a:ext>
                  </a:extLst>
                </p14:cNvPr>
                <p14:cNvContentPartPr/>
                <p14:nvPr/>
              </p14:nvContentPartPr>
              <p14:xfrm>
                <a:off x="4199544" y="3538656"/>
                <a:ext cx="115920" cy="113760"/>
              </p14:xfrm>
            </p:contentPart>
          </mc:Choice>
          <mc:Fallback xmlns="">
            <p:pic>
              <p:nvPicPr>
                <p:cNvPr id="339" name="Ink 338">
                  <a:extLst>
                    <a:ext uri="{FF2B5EF4-FFF2-40B4-BE49-F238E27FC236}">
                      <a16:creationId xmlns:a16="http://schemas.microsoft.com/office/drawing/2014/main" id="{B581FDE7-6F29-6CA9-CF67-405A7AAFDEF7}"/>
                    </a:ext>
                  </a:extLst>
                </p:cNvPr>
                <p:cNvPicPr/>
                <p:nvPr/>
              </p:nvPicPr>
              <p:blipFill>
                <a:blip r:embed="rId496"/>
                <a:stretch>
                  <a:fillRect/>
                </a:stretch>
              </p:blipFill>
              <p:spPr>
                <a:xfrm>
                  <a:off x="4195224" y="3534336"/>
                  <a:ext cx="124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340" name="Ink 339">
                  <a:extLst>
                    <a:ext uri="{FF2B5EF4-FFF2-40B4-BE49-F238E27FC236}">
                      <a16:creationId xmlns:a16="http://schemas.microsoft.com/office/drawing/2014/main" id="{A67922E4-7EBF-91CC-10AF-09772AD5F18F}"/>
                    </a:ext>
                  </a:extLst>
                </p14:cNvPr>
                <p14:cNvContentPartPr/>
                <p14:nvPr/>
              </p14:nvContentPartPr>
              <p14:xfrm>
                <a:off x="4333464" y="3520296"/>
                <a:ext cx="138960" cy="122400"/>
              </p14:xfrm>
            </p:contentPart>
          </mc:Choice>
          <mc:Fallback xmlns="">
            <p:pic>
              <p:nvPicPr>
                <p:cNvPr id="340" name="Ink 339">
                  <a:extLst>
                    <a:ext uri="{FF2B5EF4-FFF2-40B4-BE49-F238E27FC236}">
                      <a16:creationId xmlns:a16="http://schemas.microsoft.com/office/drawing/2014/main" id="{A67922E4-7EBF-91CC-10AF-09772AD5F18F}"/>
                    </a:ext>
                  </a:extLst>
                </p:cNvPr>
                <p:cNvPicPr/>
                <p:nvPr/>
              </p:nvPicPr>
              <p:blipFill>
                <a:blip r:embed="rId498"/>
                <a:stretch>
                  <a:fillRect/>
                </a:stretch>
              </p:blipFill>
              <p:spPr>
                <a:xfrm>
                  <a:off x="4329144" y="3515976"/>
                  <a:ext cx="147600" cy="131040"/>
                </a:xfrm>
                <a:prstGeom prst="rect">
                  <a:avLst/>
                </a:prstGeom>
              </p:spPr>
            </p:pic>
          </mc:Fallback>
        </mc:AlternateContent>
      </p:grpSp>
      <p:grpSp>
        <p:nvGrpSpPr>
          <p:cNvPr id="359" name="Group 358">
            <a:extLst>
              <a:ext uri="{FF2B5EF4-FFF2-40B4-BE49-F238E27FC236}">
                <a16:creationId xmlns:a16="http://schemas.microsoft.com/office/drawing/2014/main" id="{3C887BCA-7463-3A8F-B7B3-1F99B28D1DD5}"/>
              </a:ext>
            </a:extLst>
          </p:cNvPr>
          <p:cNvGrpSpPr/>
          <p:nvPr/>
        </p:nvGrpSpPr>
        <p:grpSpPr>
          <a:xfrm>
            <a:off x="5217984" y="5793336"/>
            <a:ext cx="1252440" cy="468000"/>
            <a:chOff x="5217984" y="5793336"/>
            <a:chExt cx="1252440" cy="468000"/>
          </a:xfrm>
        </p:grpSpPr>
        <mc:AlternateContent xmlns:mc="http://schemas.openxmlformats.org/markup-compatibility/2006" xmlns:p14="http://schemas.microsoft.com/office/powerpoint/2010/main">
          <mc:Choice Requires="p14">
            <p:contentPart p14:bwMode="auto" r:id="rId499">
              <p14:nvContentPartPr>
                <p14:cNvPr id="347" name="Ink 346">
                  <a:extLst>
                    <a:ext uri="{FF2B5EF4-FFF2-40B4-BE49-F238E27FC236}">
                      <a16:creationId xmlns:a16="http://schemas.microsoft.com/office/drawing/2014/main" id="{6C70D731-B6F2-0D10-F2B0-4112373C0619}"/>
                    </a:ext>
                  </a:extLst>
                </p14:cNvPr>
                <p14:cNvContentPartPr/>
                <p14:nvPr/>
              </p14:nvContentPartPr>
              <p14:xfrm>
                <a:off x="5217984" y="6018336"/>
                <a:ext cx="213120" cy="243000"/>
              </p14:xfrm>
            </p:contentPart>
          </mc:Choice>
          <mc:Fallback xmlns="">
            <p:pic>
              <p:nvPicPr>
                <p:cNvPr id="347" name="Ink 346">
                  <a:extLst>
                    <a:ext uri="{FF2B5EF4-FFF2-40B4-BE49-F238E27FC236}">
                      <a16:creationId xmlns:a16="http://schemas.microsoft.com/office/drawing/2014/main" id="{6C70D731-B6F2-0D10-F2B0-4112373C0619}"/>
                    </a:ext>
                  </a:extLst>
                </p:cNvPr>
                <p:cNvPicPr/>
                <p:nvPr/>
              </p:nvPicPr>
              <p:blipFill>
                <a:blip r:embed="rId500"/>
                <a:stretch>
                  <a:fillRect/>
                </a:stretch>
              </p:blipFill>
              <p:spPr>
                <a:xfrm>
                  <a:off x="5213664" y="6014016"/>
                  <a:ext cx="2217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48" name="Ink 347">
                  <a:extLst>
                    <a:ext uri="{FF2B5EF4-FFF2-40B4-BE49-F238E27FC236}">
                      <a16:creationId xmlns:a16="http://schemas.microsoft.com/office/drawing/2014/main" id="{39674E6D-8002-E554-17A4-61C1F2B1DAD2}"/>
                    </a:ext>
                  </a:extLst>
                </p14:cNvPr>
                <p14:cNvContentPartPr/>
                <p14:nvPr/>
              </p14:nvContentPartPr>
              <p14:xfrm>
                <a:off x="5507064" y="5823216"/>
                <a:ext cx="205920" cy="376920"/>
              </p14:xfrm>
            </p:contentPart>
          </mc:Choice>
          <mc:Fallback xmlns="">
            <p:pic>
              <p:nvPicPr>
                <p:cNvPr id="348" name="Ink 347">
                  <a:extLst>
                    <a:ext uri="{FF2B5EF4-FFF2-40B4-BE49-F238E27FC236}">
                      <a16:creationId xmlns:a16="http://schemas.microsoft.com/office/drawing/2014/main" id="{39674E6D-8002-E554-17A4-61C1F2B1DAD2}"/>
                    </a:ext>
                  </a:extLst>
                </p:cNvPr>
                <p:cNvPicPr/>
                <p:nvPr/>
              </p:nvPicPr>
              <p:blipFill>
                <a:blip r:embed="rId502"/>
                <a:stretch>
                  <a:fillRect/>
                </a:stretch>
              </p:blipFill>
              <p:spPr>
                <a:xfrm>
                  <a:off x="5502384" y="5818896"/>
                  <a:ext cx="21456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49" name="Ink 348">
                  <a:extLst>
                    <a:ext uri="{FF2B5EF4-FFF2-40B4-BE49-F238E27FC236}">
                      <a16:creationId xmlns:a16="http://schemas.microsoft.com/office/drawing/2014/main" id="{9B65D849-9600-6BC5-0F9F-4DF9DEDE64FA}"/>
                    </a:ext>
                  </a:extLst>
                </p14:cNvPr>
                <p14:cNvContentPartPr/>
                <p14:nvPr/>
              </p14:nvContentPartPr>
              <p14:xfrm>
                <a:off x="5707944" y="6086736"/>
                <a:ext cx="178200" cy="78840"/>
              </p14:xfrm>
            </p:contentPart>
          </mc:Choice>
          <mc:Fallback xmlns="">
            <p:pic>
              <p:nvPicPr>
                <p:cNvPr id="349" name="Ink 348">
                  <a:extLst>
                    <a:ext uri="{FF2B5EF4-FFF2-40B4-BE49-F238E27FC236}">
                      <a16:creationId xmlns:a16="http://schemas.microsoft.com/office/drawing/2014/main" id="{9B65D849-9600-6BC5-0F9F-4DF9DEDE64FA}"/>
                    </a:ext>
                  </a:extLst>
                </p:cNvPr>
                <p:cNvPicPr/>
                <p:nvPr/>
              </p:nvPicPr>
              <p:blipFill>
                <a:blip r:embed="rId504"/>
                <a:stretch>
                  <a:fillRect/>
                </a:stretch>
              </p:blipFill>
              <p:spPr>
                <a:xfrm>
                  <a:off x="5703624" y="6082416"/>
                  <a:ext cx="1868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50" name="Ink 349">
                  <a:extLst>
                    <a:ext uri="{FF2B5EF4-FFF2-40B4-BE49-F238E27FC236}">
                      <a16:creationId xmlns:a16="http://schemas.microsoft.com/office/drawing/2014/main" id="{D6296DB7-433A-BB99-5C57-0F18FF950A77}"/>
                    </a:ext>
                  </a:extLst>
                </p14:cNvPr>
                <p14:cNvContentPartPr/>
                <p14:nvPr/>
              </p14:nvContentPartPr>
              <p14:xfrm>
                <a:off x="5952744" y="5793336"/>
                <a:ext cx="176040" cy="395280"/>
              </p14:xfrm>
            </p:contentPart>
          </mc:Choice>
          <mc:Fallback xmlns="">
            <p:pic>
              <p:nvPicPr>
                <p:cNvPr id="350" name="Ink 349">
                  <a:extLst>
                    <a:ext uri="{FF2B5EF4-FFF2-40B4-BE49-F238E27FC236}">
                      <a16:creationId xmlns:a16="http://schemas.microsoft.com/office/drawing/2014/main" id="{D6296DB7-433A-BB99-5C57-0F18FF950A77}"/>
                    </a:ext>
                  </a:extLst>
                </p:cNvPr>
                <p:cNvPicPr/>
                <p:nvPr/>
              </p:nvPicPr>
              <p:blipFill>
                <a:blip r:embed="rId506"/>
                <a:stretch>
                  <a:fillRect/>
                </a:stretch>
              </p:blipFill>
              <p:spPr>
                <a:xfrm>
                  <a:off x="5948424" y="5789016"/>
                  <a:ext cx="18468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51" name="Ink 350">
                  <a:extLst>
                    <a:ext uri="{FF2B5EF4-FFF2-40B4-BE49-F238E27FC236}">
                      <a16:creationId xmlns:a16="http://schemas.microsoft.com/office/drawing/2014/main" id="{2FA02955-D236-8E88-F611-B70A7A7CB34C}"/>
                    </a:ext>
                  </a:extLst>
                </p14:cNvPr>
                <p14:cNvContentPartPr/>
                <p14:nvPr/>
              </p14:nvContentPartPr>
              <p14:xfrm>
                <a:off x="6095664" y="6068016"/>
                <a:ext cx="176040" cy="78840"/>
              </p14:xfrm>
            </p:contentPart>
          </mc:Choice>
          <mc:Fallback xmlns="">
            <p:pic>
              <p:nvPicPr>
                <p:cNvPr id="351" name="Ink 350">
                  <a:extLst>
                    <a:ext uri="{FF2B5EF4-FFF2-40B4-BE49-F238E27FC236}">
                      <a16:creationId xmlns:a16="http://schemas.microsoft.com/office/drawing/2014/main" id="{2FA02955-D236-8E88-F611-B70A7A7CB34C}"/>
                    </a:ext>
                  </a:extLst>
                </p:cNvPr>
                <p:cNvPicPr/>
                <p:nvPr/>
              </p:nvPicPr>
              <p:blipFill>
                <a:blip r:embed="rId508"/>
                <a:stretch>
                  <a:fillRect/>
                </a:stretch>
              </p:blipFill>
              <p:spPr>
                <a:xfrm>
                  <a:off x="6091344" y="6063696"/>
                  <a:ext cx="1846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52" name="Ink 351">
                  <a:extLst>
                    <a:ext uri="{FF2B5EF4-FFF2-40B4-BE49-F238E27FC236}">
                      <a16:creationId xmlns:a16="http://schemas.microsoft.com/office/drawing/2014/main" id="{4937B010-0E87-F23D-3A91-BE3ECB7C5AC9}"/>
                    </a:ext>
                  </a:extLst>
                </p14:cNvPr>
                <p14:cNvContentPartPr/>
                <p14:nvPr/>
              </p14:nvContentPartPr>
              <p14:xfrm>
                <a:off x="6345144" y="5961816"/>
                <a:ext cx="125280" cy="194040"/>
              </p14:xfrm>
            </p:contentPart>
          </mc:Choice>
          <mc:Fallback xmlns="">
            <p:pic>
              <p:nvPicPr>
                <p:cNvPr id="352" name="Ink 351">
                  <a:extLst>
                    <a:ext uri="{FF2B5EF4-FFF2-40B4-BE49-F238E27FC236}">
                      <a16:creationId xmlns:a16="http://schemas.microsoft.com/office/drawing/2014/main" id="{4937B010-0E87-F23D-3A91-BE3ECB7C5AC9}"/>
                    </a:ext>
                  </a:extLst>
                </p:cNvPr>
                <p:cNvPicPr/>
                <p:nvPr/>
              </p:nvPicPr>
              <p:blipFill>
                <a:blip r:embed="rId510"/>
                <a:stretch>
                  <a:fillRect/>
                </a:stretch>
              </p:blipFill>
              <p:spPr>
                <a:xfrm>
                  <a:off x="6340824" y="5957496"/>
                  <a:ext cx="133920" cy="202680"/>
                </a:xfrm>
                <a:prstGeom prst="rect">
                  <a:avLst/>
                </a:prstGeom>
              </p:spPr>
            </p:pic>
          </mc:Fallback>
        </mc:AlternateContent>
      </p:grpSp>
      <p:grpSp>
        <p:nvGrpSpPr>
          <p:cNvPr id="358" name="Group 357">
            <a:extLst>
              <a:ext uri="{FF2B5EF4-FFF2-40B4-BE49-F238E27FC236}">
                <a16:creationId xmlns:a16="http://schemas.microsoft.com/office/drawing/2014/main" id="{2174EB8C-8AE4-43AF-3D97-3FDD022795FB}"/>
              </a:ext>
            </a:extLst>
          </p:cNvPr>
          <p:cNvGrpSpPr/>
          <p:nvPr/>
        </p:nvGrpSpPr>
        <p:grpSpPr>
          <a:xfrm>
            <a:off x="6754464" y="5764176"/>
            <a:ext cx="1000080" cy="338400"/>
            <a:chOff x="6754464" y="5764176"/>
            <a:chExt cx="1000080" cy="338400"/>
          </a:xfrm>
        </p:grpSpPr>
        <mc:AlternateContent xmlns:mc="http://schemas.openxmlformats.org/markup-compatibility/2006" xmlns:p14="http://schemas.microsoft.com/office/powerpoint/2010/main">
          <mc:Choice Requires="p14">
            <p:contentPart p14:bwMode="auto" r:id="rId511">
              <p14:nvContentPartPr>
                <p14:cNvPr id="353" name="Ink 352">
                  <a:extLst>
                    <a:ext uri="{FF2B5EF4-FFF2-40B4-BE49-F238E27FC236}">
                      <a16:creationId xmlns:a16="http://schemas.microsoft.com/office/drawing/2014/main" id="{266225C6-27C2-A37C-6BF2-06BD388EDFB6}"/>
                    </a:ext>
                  </a:extLst>
                </p14:cNvPr>
                <p14:cNvContentPartPr/>
                <p14:nvPr/>
              </p14:nvContentPartPr>
              <p14:xfrm>
                <a:off x="6754464" y="5800176"/>
                <a:ext cx="300240" cy="293760"/>
              </p14:xfrm>
            </p:contentPart>
          </mc:Choice>
          <mc:Fallback xmlns="">
            <p:pic>
              <p:nvPicPr>
                <p:cNvPr id="353" name="Ink 352">
                  <a:extLst>
                    <a:ext uri="{FF2B5EF4-FFF2-40B4-BE49-F238E27FC236}">
                      <a16:creationId xmlns:a16="http://schemas.microsoft.com/office/drawing/2014/main" id="{266225C6-27C2-A37C-6BF2-06BD388EDFB6}"/>
                    </a:ext>
                  </a:extLst>
                </p:cNvPr>
                <p:cNvPicPr/>
                <p:nvPr/>
              </p:nvPicPr>
              <p:blipFill>
                <a:blip r:embed="rId512"/>
                <a:stretch>
                  <a:fillRect/>
                </a:stretch>
              </p:blipFill>
              <p:spPr>
                <a:xfrm>
                  <a:off x="6750144" y="5795856"/>
                  <a:ext cx="30888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54" name="Ink 353">
                  <a:extLst>
                    <a:ext uri="{FF2B5EF4-FFF2-40B4-BE49-F238E27FC236}">
                      <a16:creationId xmlns:a16="http://schemas.microsoft.com/office/drawing/2014/main" id="{093A1771-EC75-EEF1-9F93-8496FB8459AA}"/>
                    </a:ext>
                  </a:extLst>
                </p14:cNvPr>
                <p14:cNvContentPartPr/>
                <p14:nvPr/>
              </p14:nvContentPartPr>
              <p14:xfrm>
                <a:off x="7073064" y="5983056"/>
                <a:ext cx="131400" cy="119520"/>
              </p14:xfrm>
            </p:contentPart>
          </mc:Choice>
          <mc:Fallback xmlns="">
            <p:pic>
              <p:nvPicPr>
                <p:cNvPr id="354" name="Ink 353">
                  <a:extLst>
                    <a:ext uri="{FF2B5EF4-FFF2-40B4-BE49-F238E27FC236}">
                      <a16:creationId xmlns:a16="http://schemas.microsoft.com/office/drawing/2014/main" id="{093A1771-EC75-EEF1-9F93-8496FB8459AA}"/>
                    </a:ext>
                  </a:extLst>
                </p:cNvPr>
                <p:cNvPicPr/>
                <p:nvPr/>
              </p:nvPicPr>
              <p:blipFill>
                <a:blip r:embed="rId514"/>
                <a:stretch>
                  <a:fillRect/>
                </a:stretch>
              </p:blipFill>
              <p:spPr>
                <a:xfrm>
                  <a:off x="7068744" y="5978736"/>
                  <a:ext cx="1400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55" name="Ink 354">
                  <a:extLst>
                    <a:ext uri="{FF2B5EF4-FFF2-40B4-BE49-F238E27FC236}">
                      <a16:creationId xmlns:a16="http://schemas.microsoft.com/office/drawing/2014/main" id="{52E5469C-0073-934E-174C-F50633FA09DF}"/>
                    </a:ext>
                  </a:extLst>
                </p14:cNvPr>
                <p14:cNvContentPartPr/>
                <p14:nvPr/>
              </p14:nvContentPartPr>
              <p14:xfrm>
                <a:off x="7301664" y="5947416"/>
                <a:ext cx="55800" cy="139680"/>
              </p14:xfrm>
            </p:contentPart>
          </mc:Choice>
          <mc:Fallback xmlns="">
            <p:pic>
              <p:nvPicPr>
                <p:cNvPr id="355" name="Ink 354">
                  <a:extLst>
                    <a:ext uri="{FF2B5EF4-FFF2-40B4-BE49-F238E27FC236}">
                      <a16:creationId xmlns:a16="http://schemas.microsoft.com/office/drawing/2014/main" id="{52E5469C-0073-934E-174C-F50633FA09DF}"/>
                    </a:ext>
                  </a:extLst>
                </p:cNvPr>
                <p:cNvPicPr/>
                <p:nvPr/>
              </p:nvPicPr>
              <p:blipFill>
                <a:blip r:embed="rId516"/>
                <a:stretch>
                  <a:fillRect/>
                </a:stretch>
              </p:blipFill>
              <p:spPr>
                <a:xfrm>
                  <a:off x="7297344" y="5943096"/>
                  <a:ext cx="644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356" name="Ink 355">
                  <a:extLst>
                    <a:ext uri="{FF2B5EF4-FFF2-40B4-BE49-F238E27FC236}">
                      <a16:creationId xmlns:a16="http://schemas.microsoft.com/office/drawing/2014/main" id="{F366F560-88E9-ABD0-83AA-5C4F65DDA47A}"/>
                    </a:ext>
                  </a:extLst>
                </p14:cNvPr>
                <p14:cNvContentPartPr/>
                <p14:nvPr/>
              </p14:nvContentPartPr>
              <p14:xfrm>
                <a:off x="7541784" y="5764176"/>
                <a:ext cx="115920" cy="300240"/>
              </p14:xfrm>
            </p:contentPart>
          </mc:Choice>
          <mc:Fallback xmlns="">
            <p:pic>
              <p:nvPicPr>
                <p:cNvPr id="356" name="Ink 355">
                  <a:extLst>
                    <a:ext uri="{FF2B5EF4-FFF2-40B4-BE49-F238E27FC236}">
                      <a16:creationId xmlns:a16="http://schemas.microsoft.com/office/drawing/2014/main" id="{F366F560-88E9-ABD0-83AA-5C4F65DDA47A}"/>
                    </a:ext>
                  </a:extLst>
                </p:cNvPr>
                <p:cNvPicPr/>
                <p:nvPr/>
              </p:nvPicPr>
              <p:blipFill>
                <a:blip r:embed="rId518"/>
                <a:stretch>
                  <a:fillRect/>
                </a:stretch>
              </p:blipFill>
              <p:spPr>
                <a:xfrm>
                  <a:off x="7537464" y="5759856"/>
                  <a:ext cx="12456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57" name="Ink 356">
                  <a:extLst>
                    <a:ext uri="{FF2B5EF4-FFF2-40B4-BE49-F238E27FC236}">
                      <a16:creationId xmlns:a16="http://schemas.microsoft.com/office/drawing/2014/main" id="{97A5D71E-0D8C-4CDD-A0F3-3AFAE98AEDA3}"/>
                    </a:ext>
                  </a:extLst>
                </p14:cNvPr>
                <p14:cNvContentPartPr/>
                <p14:nvPr/>
              </p14:nvContentPartPr>
              <p14:xfrm>
                <a:off x="7486344" y="5876496"/>
                <a:ext cx="268200" cy="27000"/>
              </p14:xfrm>
            </p:contentPart>
          </mc:Choice>
          <mc:Fallback xmlns="">
            <p:pic>
              <p:nvPicPr>
                <p:cNvPr id="357" name="Ink 356">
                  <a:extLst>
                    <a:ext uri="{FF2B5EF4-FFF2-40B4-BE49-F238E27FC236}">
                      <a16:creationId xmlns:a16="http://schemas.microsoft.com/office/drawing/2014/main" id="{97A5D71E-0D8C-4CDD-A0F3-3AFAE98AEDA3}"/>
                    </a:ext>
                  </a:extLst>
                </p:cNvPr>
                <p:cNvPicPr/>
                <p:nvPr/>
              </p:nvPicPr>
              <p:blipFill>
                <a:blip r:embed="rId520"/>
                <a:stretch>
                  <a:fillRect/>
                </a:stretch>
              </p:blipFill>
              <p:spPr>
                <a:xfrm>
                  <a:off x="7482024" y="5872176"/>
                  <a:ext cx="276840" cy="35640"/>
                </a:xfrm>
                <a:prstGeom prst="rect">
                  <a:avLst/>
                </a:prstGeom>
              </p:spPr>
            </p:pic>
          </mc:Fallback>
        </mc:AlternateContent>
      </p:grpSp>
      <p:grpSp>
        <p:nvGrpSpPr>
          <p:cNvPr id="367" name="Group 366">
            <a:extLst>
              <a:ext uri="{FF2B5EF4-FFF2-40B4-BE49-F238E27FC236}">
                <a16:creationId xmlns:a16="http://schemas.microsoft.com/office/drawing/2014/main" id="{B5823EB3-044A-A261-1B48-F578824DC9A3}"/>
              </a:ext>
            </a:extLst>
          </p:cNvPr>
          <p:cNvGrpSpPr/>
          <p:nvPr/>
        </p:nvGrpSpPr>
        <p:grpSpPr>
          <a:xfrm>
            <a:off x="3215304" y="6124176"/>
            <a:ext cx="897480" cy="445320"/>
            <a:chOff x="3215304" y="6124176"/>
            <a:chExt cx="897480" cy="445320"/>
          </a:xfrm>
        </p:grpSpPr>
        <mc:AlternateContent xmlns:mc="http://schemas.openxmlformats.org/markup-compatibility/2006" xmlns:p14="http://schemas.microsoft.com/office/powerpoint/2010/main">
          <mc:Choice Requires="p14">
            <p:contentPart p14:bwMode="auto" r:id="rId521">
              <p14:nvContentPartPr>
                <p14:cNvPr id="362" name="Ink 361">
                  <a:extLst>
                    <a:ext uri="{FF2B5EF4-FFF2-40B4-BE49-F238E27FC236}">
                      <a16:creationId xmlns:a16="http://schemas.microsoft.com/office/drawing/2014/main" id="{2BE694A4-51A3-E503-1637-9764A33F41C1}"/>
                    </a:ext>
                  </a:extLst>
                </p14:cNvPr>
                <p14:cNvContentPartPr/>
                <p14:nvPr/>
              </p14:nvContentPartPr>
              <p14:xfrm>
                <a:off x="3215304" y="6181416"/>
                <a:ext cx="227880" cy="342360"/>
              </p14:xfrm>
            </p:contentPart>
          </mc:Choice>
          <mc:Fallback xmlns="">
            <p:pic>
              <p:nvPicPr>
                <p:cNvPr id="362" name="Ink 361">
                  <a:extLst>
                    <a:ext uri="{FF2B5EF4-FFF2-40B4-BE49-F238E27FC236}">
                      <a16:creationId xmlns:a16="http://schemas.microsoft.com/office/drawing/2014/main" id="{2BE694A4-51A3-E503-1637-9764A33F41C1}"/>
                    </a:ext>
                  </a:extLst>
                </p:cNvPr>
                <p:cNvPicPr/>
                <p:nvPr/>
              </p:nvPicPr>
              <p:blipFill>
                <a:blip r:embed="rId522"/>
                <a:stretch>
                  <a:fillRect/>
                </a:stretch>
              </p:blipFill>
              <p:spPr>
                <a:xfrm>
                  <a:off x="3210984" y="6177096"/>
                  <a:ext cx="23652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63" name="Ink 362">
                  <a:extLst>
                    <a:ext uri="{FF2B5EF4-FFF2-40B4-BE49-F238E27FC236}">
                      <a16:creationId xmlns:a16="http://schemas.microsoft.com/office/drawing/2014/main" id="{C3D385C7-DFC9-28CD-05F9-D84EE28A53F1}"/>
                    </a:ext>
                  </a:extLst>
                </p14:cNvPr>
                <p14:cNvContentPartPr/>
                <p14:nvPr/>
              </p14:nvContentPartPr>
              <p14:xfrm>
                <a:off x="3511584" y="6156936"/>
                <a:ext cx="217080" cy="412560"/>
              </p14:xfrm>
            </p:contentPart>
          </mc:Choice>
          <mc:Fallback xmlns="">
            <p:pic>
              <p:nvPicPr>
                <p:cNvPr id="363" name="Ink 362">
                  <a:extLst>
                    <a:ext uri="{FF2B5EF4-FFF2-40B4-BE49-F238E27FC236}">
                      <a16:creationId xmlns:a16="http://schemas.microsoft.com/office/drawing/2014/main" id="{C3D385C7-DFC9-28CD-05F9-D84EE28A53F1}"/>
                    </a:ext>
                  </a:extLst>
                </p:cNvPr>
                <p:cNvPicPr/>
                <p:nvPr/>
              </p:nvPicPr>
              <p:blipFill>
                <a:blip r:embed="rId524"/>
                <a:stretch>
                  <a:fillRect/>
                </a:stretch>
              </p:blipFill>
              <p:spPr>
                <a:xfrm>
                  <a:off x="3507264" y="6152616"/>
                  <a:ext cx="22572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64" name="Ink 363">
                  <a:extLst>
                    <a:ext uri="{FF2B5EF4-FFF2-40B4-BE49-F238E27FC236}">
                      <a16:creationId xmlns:a16="http://schemas.microsoft.com/office/drawing/2014/main" id="{2C5F3E36-3675-9E74-072B-41AD117D63F2}"/>
                    </a:ext>
                  </a:extLst>
                </p14:cNvPr>
                <p14:cNvContentPartPr/>
                <p14:nvPr/>
              </p14:nvContentPartPr>
              <p14:xfrm>
                <a:off x="3656664" y="6304536"/>
                <a:ext cx="187560" cy="151560"/>
              </p14:xfrm>
            </p:contentPart>
          </mc:Choice>
          <mc:Fallback xmlns="">
            <p:pic>
              <p:nvPicPr>
                <p:cNvPr id="364" name="Ink 363">
                  <a:extLst>
                    <a:ext uri="{FF2B5EF4-FFF2-40B4-BE49-F238E27FC236}">
                      <a16:creationId xmlns:a16="http://schemas.microsoft.com/office/drawing/2014/main" id="{2C5F3E36-3675-9E74-072B-41AD117D63F2}"/>
                    </a:ext>
                  </a:extLst>
                </p:cNvPr>
                <p:cNvPicPr/>
                <p:nvPr/>
              </p:nvPicPr>
              <p:blipFill>
                <a:blip r:embed="rId526"/>
                <a:stretch>
                  <a:fillRect/>
                </a:stretch>
              </p:blipFill>
              <p:spPr>
                <a:xfrm>
                  <a:off x="3652344" y="6300216"/>
                  <a:ext cx="1962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65" name="Ink 364">
                  <a:extLst>
                    <a:ext uri="{FF2B5EF4-FFF2-40B4-BE49-F238E27FC236}">
                      <a16:creationId xmlns:a16="http://schemas.microsoft.com/office/drawing/2014/main" id="{7FF4578C-8B72-7710-5B20-51D28A972D95}"/>
                    </a:ext>
                  </a:extLst>
                </p14:cNvPr>
                <p14:cNvContentPartPr/>
                <p14:nvPr/>
              </p14:nvContentPartPr>
              <p14:xfrm>
                <a:off x="3811464" y="6178896"/>
                <a:ext cx="83520" cy="78120"/>
              </p14:xfrm>
            </p:contentPart>
          </mc:Choice>
          <mc:Fallback xmlns="">
            <p:pic>
              <p:nvPicPr>
                <p:cNvPr id="365" name="Ink 364">
                  <a:extLst>
                    <a:ext uri="{FF2B5EF4-FFF2-40B4-BE49-F238E27FC236}">
                      <a16:creationId xmlns:a16="http://schemas.microsoft.com/office/drawing/2014/main" id="{7FF4578C-8B72-7710-5B20-51D28A972D95}"/>
                    </a:ext>
                  </a:extLst>
                </p:cNvPr>
                <p:cNvPicPr/>
                <p:nvPr/>
              </p:nvPicPr>
              <p:blipFill>
                <a:blip r:embed="rId528"/>
                <a:stretch>
                  <a:fillRect/>
                </a:stretch>
              </p:blipFill>
              <p:spPr>
                <a:xfrm>
                  <a:off x="3807144" y="6174576"/>
                  <a:ext cx="921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66" name="Ink 365">
                  <a:extLst>
                    <a:ext uri="{FF2B5EF4-FFF2-40B4-BE49-F238E27FC236}">
                      <a16:creationId xmlns:a16="http://schemas.microsoft.com/office/drawing/2014/main" id="{690BA755-A31D-2CBE-9511-D17DE07C35D2}"/>
                    </a:ext>
                  </a:extLst>
                </p14:cNvPr>
                <p14:cNvContentPartPr/>
                <p14:nvPr/>
              </p14:nvContentPartPr>
              <p14:xfrm>
                <a:off x="3977064" y="6124176"/>
                <a:ext cx="135720" cy="387720"/>
              </p14:xfrm>
            </p:contentPart>
          </mc:Choice>
          <mc:Fallback xmlns="">
            <p:pic>
              <p:nvPicPr>
                <p:cNvPr id="366" name="Ink 365">
                  <a:extLst>
                    <a:ext uri="{FF2B5EF4-FFF2-40B4-BE49-F238E27FC236}">
                      <a16:creationId xmlns:a16="http://schemas.microsoft.com/office/drawing/2014/main" id="{690BA755-A31D-2CBE-9511-D17DE07C35D2}"/>
                    </a:ext>
                  </a:extLst>
                </p:cNvPr>
                <p:cNvPicPr/>
                <p:nvPr/>
              </p:nvPicPr>
              <p:blipFill>
                <a:blip r:embed="rId530"/>
                <a:stretch>
                  <a:fillRect/>
                </a:stretch>
              </p:blipFill>
              <p:spPr>
                <a:xfrm>
                  <a:off x="3972744" y="6119856"/>
                  <a:ext cx="144360" cy="396360"/>
                </a:xfrm>
                <a:prstGeom prst="rect">
                  <a:avLst/>
                </a:prstGeom>
              </p:spPr>
            </p:pic>
          </mc:Fallback>
        </mc:AlternateContent>
      </p:grpSp>
    </p:spTree>
    <p:extLst>
      <p:ext uri="{BB962C8B-B14F-4D97-AF65-F5344CB8AC3E}">
        <p14:creationId xmlns:p14="http://schemas.microsoft.com/office/powerpoint/2010/main" val="1635052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6D0C82-2690-549C-41EF-CD6932B09B1B}"/>
              </a:ext>
            </a:extLst>
          </p:cNvPr>
          <p:cNvSpPr>
            <a:spLocks noGrp="1"/>
          </p:cNvSpPr>
          <p:nvPr>
            <p:ph type="sldNum" sz="quarter" idx="12"/>
          </p:nvPr>
        </p:nvSpPr>
        <p:spPr/>
        <p:txBody>
          <a:bodyPr/>
          <a:lstStyle/>
          <a:p>
            <a:fld id="{AD2B2EE5-B8BC-4D24-A25E-F2DF61737E68}" type="slidenum">
              <a:rPr lang="en-US" smtClean="0"/>
              <a:pPr/>
              <a:t>9</a:t>
            </a:fld>
            <a:endParaRPr lang="en-US" dirty="0"/>
          </a:p>
        </p:txBody>
      </p:sp>
      <p:grpSp>
        <p:nvGrpSpPr>
          <p:cNvPr id="19" name="Group 18">
            <a:extLst>
              <a:ext uri="{FF2B5EF4-FFF2-40B4-BE49-F238E27FC236}">
                <a16:creationId xmlns:a16="http://schemas.microsoft.com/office/drawing/2014/main" id="{26703634-1981-FA98-4496-3D5B0D1DD344}"/>
              </a:ext>
            </a:extLst>
          </p:cNvPr>
          <p:cNvGrpSpPr/>
          <p:nvPr/>
        </p:nvGrpSpPr>
        <p:grpSpPr>
          <a:xfrm>
            <a:off x="1210840" y="240500"/>
            <a:ext cx="3111480" cy="567360"/>
            <a:chOff x="1210840" y="240500"/>
            <a:chExt cx="3111480" cy="5673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D3C7682-45A2-071C-4AF0-F51BB4F7BBFA}"/>
                    </a:ext>
                  </a:extLst>
                </p14:cNvPr>
                <p14:cNvContentPartPr/>
                <p14:nvPr/>
              </p14:nvContentPartPr>
              <p14:xfrm>
                <a:off x="1402360" y="264620"/>
                <a:ext cx="329040" cy="284040"/>
              </p14:xfrm>
            </p:contentPart>
          </mc:Choice>
          <mc:Fallback xmlns="">
            <p:pic>
              <p:nvPicPr>
                <p:cNvPr id="3" name="Ink 2">
                  <a:extLst>
                    <a:ext uri="{FF2B5EF4-FFF2-40B4-BE49-F238E27FC236}">
                      <a16:creationId xmlns:a16="http://schemas.microsoft.com/office/drawing/2014/main" id="{BD3C7682-45A2-071C-4AF0-F51BB4F7BBFA}"/>
                    </a:ext>
                  </a:extLst>
                </p:cNvPr>
                <p:cNvPicPr/>
                <p:nvPr/>
              </p:nvPicPr>
              <p:blipFill>
                <a:blip r:embed="rId3"/>
                <a:stretch>
                  <a:fillRect/>
                </a:stretch>
              </p:blipFill>
              <p:spPr>
                <a:xfrm>
                  <a:off x="1398040" y="260300"/>
                  <a:ext cx="3376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5A72B31-51B7-D264-C5E8-B5A7827B1F0E}"/>
                    </a:ext>
                  </a:extLst>
                </p14:cNvPr>
                <p14:cNvContentPartPr/>
                <p14:nvPr/>
              </p14:nvContentPartPr>
              <p14:xfrm>
                <a:off x="1634200" y="433820"/>
                <a:ext cx="110160" cy="106920"/>
              </p14:xfrm>
            </p:contentPart>
          </mc:Choice>
          <mc:Fallback xmlns="">
            <p:pic>
              <p:nvPicPr>
                <p:cNvPr id="4" name="Ink 3">
                  <a:extLst>
                    <a:ext uri="{FF2B5EF4-FFF2-40B4-BE49-F238E27FC236}">
                      <a16:creationId xmlns:a16="http://schemas.microsoft.com/office/drawing/2014/main" id="{25A72B31-51B7-D264-C5E8-B5A7827B1F0E}"/>
                    </a:ext>
                  </a:extLst>
                </p:cNvPr>
                <p:cNvPicPr/>
                <p:nvPr/>
              </p:nvPicPr>
              <p:blipFill>
                <a:blip r:embed="rId5"/>
                <a:stretch>
                  <a:fillRect/>
                </a:stretch>
              </p:blipFill>
              <p:spPr>
                <a:xfrm>
                  <a:off x="1629880" y="429500"/>
                  <a:ext cx="1188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0326A3C-7BE7-F8C8-F2F9-FEB5E43693DB}"/>
                    </a:ext>
                  </a:extLst>
                </p14:cNvPr>
                <p14:cNvContentPartPr/>
                <p14:nvPr/>
              </p14:nvContentPartPr>
              <p14:xfrm>
                <a:off x="1809160" y="240500"/>
                <a:ext cx="221400" cy="304200"/>
              </p14:xfrm>
            </p:contentPart>
          </mc:Choice>
          <mc:Fallback xmlns="">
            <p:pic>
              <p:nvPicPr>
                <p:cNvPr id="5" name="Ink 4">
                  <a:extLst>
                    <a:ext uri="{FF2B5EF4-FFF2-40B4-BE49-F238E27FC236}">
                      <a16:creationId xmlns:a16="http://schemas.microsoft.com/office/drawing/2014/main" id="{40326A3C-7BE7-F8C8-F2F9-FEB5E43693DB}"/>
                    </a:ext>
                  </a:extLst>
                </p:cNvPr>
                <p:cNvPicPr/>
                <p:nvPr/>
              </p:nvPicPr>
              <p:blipFill>
                <a:blip r:embed="rId7"/>
                <a:stretch>
                  <a:fillRect/>
                </a:stretch>
              </p:blipFill>
              <p:spPr>
                <a:xfrm>
                  <a:off x="1804840" y="236180"/>
                  <a:ext cx="2300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7B581FC3-0CB3-CD78-A372-637A14EAC165}"/>
                    </a:ext>
                  </a:extLst>
                </p14:cNvPr>
                <p14:cNvContentPartPr/>
                <p14:nvPr/>
              </p14:nvContentPartPr>
              <p14:xfrm>
                <a:off x="2062600" y="460460"/>
                <a:ext cx="46800" cy="77400"/>
              </p14:xfrm>
            </p:contentPart>
          </mc:Choice>
          <mc:Fallback xmlns="">
            <p:pic>
              <p:nvPicPr>
                <p:cNvPr id="6" name="Ink 5">
                  <a:extLst>
                    <a:ext uri="{FF2B5EF4-FFF2-40B4-BE49-F238E27FC236}">
                      <a16:creationId xmlns:a16="http://schemas.microsoft.com/office/drawing/2014/main" id="{7B581FC3-0CB3-CD78-A372-637A14EAC165}"/>
                    </a:ext>
                  </a:extLst>
                </p:cNvPr>
                <p:cNvPicPr/>
                <p:nvPr/>
              </p:nvPicPr>
              <p:blipFill>
                <a:blip r:embed="rId9"/>
                <a:stretch>
                  <a:fillRect/>
                </a:stretch>
              </p:blipFill>
              <p:spPr>
                <a:xfrm>
                  <a:off x="2058280" y="456140"/>
                  <a:ext cx="554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A3F9780-332B-074D-9306-E100940E7914}"/>
                    </a:ext>
                  </a:extLst>
                </p14:cNvPr>
                <p14:cNvContentPartPr/>
                <p14:nvPr/>
              </p14:nvContentPartPr>
              <p14:xfrm>
                <a:off x="2134600" y="330500"/>
                <a:ext cx="36360" cy="54720"/>
              </p14:xfrm>
            </p:contentPart>
          </mc:Choice>
          <mc:Fallback xmlns="">
            <p:pic>
              <p:nvPicPr>
                <p:cNvPr id="7" name="Ink 6">
                  <a:extLst>
                    <a:ext uri="{FF2B5EF4-FFF2-40B4-BE49-F238E27FC236}">
                      <a16:creationId xmlns:a16="http://schemas.microsoft.com/office/drawing/2014/main" id="{4A3F9780-332B-074D-9306-E100940E7914}"/>
                    </a:ext>
                  </a:extLst>
                </p:cNvPr>
                <p:cNvPicPr/>
                <p:nvPr/>
              </p:nvPicPr>
              <p:blipFill>
                <a:blip r:embed="rId11"/>
                <a:stretch>
                  <a:fillRect/>
                </a:stretch>
              </p:blipFill>
              <p:spPr>
                <a:xfrm>
                  <a:off x="2130280" y="326180"/>
                  <a:ext cx="450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F55CC88-DED0-25DB-4AC2-890821CE0318}"/>
                    </a:ext>
                  </a:extLst>
                </p14:cNvPr>
                <p14:cNvContentPartPr/>
                <p14:nvPr/>
              </p14:nvContentPartPr>
              <p14:xfrm>
                <a:off x="2182840" y="482060"/>
                <a:ext cx="115200" cy="54720"/>
              </p14:xfrm>
            </p:contentPart>
          </mc:Choice>
          <mc:Fallback xmlns="">
            <p:pic>
              <p:nvPicPr>
                <p:cNvPr id="8" name="Ink 7">
                  <a:extLst>
                    <a:ext uri="{FF2B5EF4-FFF2-40B4-BE49-F238E27FC236}">
                      <a16:creationId xmlns:a16="http://schemas.microsoft.com/office/drawing/2014/main" id="{2F55CC88-DED0-25DB-4AC2-890821CE0318}"/>
                    </a:ext>
                  </a:extLst>
                </p:cNvPr>
                <p:cNvPicPr/>
                <p:nvPr/>
              </p:nvPicPr>
              <p:blipFill>
                <a:blip r:embed="rId13"/>
                <a:stretch>
                  <a:fillRect/>
                </a:stretch>
              </p:blipFill>
              <p:spPr>
                <a:xfrm>
                  <a:off x="2178520" y="477740"/>
                  <a:ext cx="1238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0BF7F83-09B5-82C8-99FB-23C9E4DB8886}"/>
                    </a:ext>
                  </a:extLst>
                </p14:cNvPr>
                <p14:cNvContentPartPr/>
                <p14:nvPr/>
              </p14:nvContentPartPr>
              <p14:xfrm>
                <a:off x="2228200" y="438860"/>
                <a:ext cx="214560" cy="351720"/>
              </p14:xfrm>
            </p:contentPart>
          </mc:Choice>
          <mc:Fallback xmlns="">
            <p:pic>
              <p:nvPicPr>
                <p:cNvPr id="9" name="Ink 8">
                  <a:extLst>
                    <a:ext uri="{FF2B5EF4-FFF2-40B4-BE49-F238E27FC236}">
                      <a16:creationId xmlns:a16="http://schemas.microsoft.com/office/drawing/2014/main" id="{F0BF7F83-09B5-82C8-99FB-23C9E4DB8886}"/>
                    </a:ext>
                  </a:extLst>
                </p:cNvPr>
                <p:cNvPicPr/>
                <p:nvPr/>
              </p:nvPicPr>
              <p:blipFill>
                <a:blip r:embed="rId15"/>
                <a:stretch>
                  <a:fillRect/>
                </a:stretch>
              </p:blipFill>
              <p:spPr>
                <a:xfrm>
                  <a:off x="2223880" y="434540"/>
                  <a:ext cx="22320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C1CEA27E-2BB7-D0F4-DB3F-8B85BCC86146}"/>
                    </a:ext>
                  </a:extLst>
                </p14:cNvPr>
                <p14:cNvContentPartPr/>
                <p14:nvPr/>
              </p14:nvContentPartPr>
              <p14:xfrm>
                <a:off x="2790160" y="397820"/>
                <a:ext cx="183240" cy="125640"/>
              </p14:xfrm>
            </p:contentPart>
          </mc:Choice>
          <mc:Fallback xmlns="">
            <p:pic>
              <p:nvPicPr>
                <p:cNvPr id="11" name="Ink 10">
                  <a:extLst>
                    <a:ext uri="{FF2B5EF4-FFF2-40B4-BE49-F238E27FC236}">
                      <a16:creationId xmlns:a16="http://schemas.microsoft.com/office/drawing/2014/main" id="{C1CEA27E-2BB7-D0F4-DB3F-8B85BCC86146}"/>
                    </a:ext>
                  </a:extLst>
                </p:cNvPr>
                <p:cNvPicPr/>
                <p:nvPr/>
              </p:nvPicPr>
              <p:blipFill>
                <a:blip r:embed="rId17"/>
                <a:stretch>
                  <a:fillRect/>
                </a:stretch>
              </p:blipFill>
              <p:spPr>
                <a:xfrm>
                  <a:off x="2785840" y="393500"/>
                  <a:ext cx="1918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968204F0-ED3C-FD80-F734-A693A8A73BB2}"/>
                    </a:ext>
                  </a:extLst>
                </p14:cNvPr>
                <p14:cNvContentPartPr/>
                <p14:nvPr/>
              </p14:nvContentPartPr>
              <p14:xfrm>
                <a:off x="3361840" y="352100"/>
                <a:ext cx="181080" cy="150120"/>
              </p14:xfrm>
            </p:contentPart>
          </mc:Choice>
          <mc:Fallback xmlns="">
            <p:pic>
              <p:nvPicPr>
                <p:cNvPr id="12" name="Ink 11">
                  <a:extLst>
                    <a:ext uri="{FF2B5EF4-FFF2-40B4-BE49-F238E27FC236}">
                      <a16:creationId xmlns:a16="http://schemas.microsoft.com/office/drawing/2014/main" id="{968204F0-ED3C-FD80-F734-A693A8A73BB2}"/>
                    </a:ext>
                  </a:extLst>
                </p:cNvPr>
                <p:cNvPicPr/>
                <p:nvPr/>
              </p:nvPicPr>
              <p:blipFill>
                <a:blip r:embed="rId19"/>
                <a:stretch>
                  <a:fillRect/>
                </a:stretch>
              </p:blipFill>
              <p:spPr>
                <a:xfrm>
                  <a:off x="3357520" y="347780"/>
                  <a:ext cx="1897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39CC19D4-08E5-3571-B263-328A21C3A823}"/>
                    </a:ext>
                  </a:extLst>
                </p14:cNvPr>
                <p14:cNvContentPartPr/>
                <p14:nvPr/>
              </p14:nvContentPartPr>
              <p14:xfrm>
                <a:off x="3557320" y="341300"/>
                <a:ext cx="155520" cy="119880"/>
              </p14:xfrm>
            </p:contentPart>
          </mc:Choice>
          <mc:Fallback xmlns="">
            <p:pic>
              <p:nvPicPr>
                <p:cNvPr id="13" name="Ink 12">
                  <a:extLst>
                    <a:ext uri="{FF2B5EF4-FFF2-40B4-BE49-F238E27FC236}">
                      <a16:creationId xmlns:a16="http://schemas.microsoft.com/office/drawing/2014/main" id="{39CC19D4-08E5-3571-B263-328A21C3A823}"/>
                    </a:ext>
                  </a:extLst>
                </p:cNvPr>
                <p:cNvPicPr/>
                <p:nvPr/>
              </p:nvPicPr>
              <p:blipFill>
                <a:blip r:embed="rId21"/>
                <a:stretch>
                  <a:fillRect/>
                </a:stretch>
              </p:blipFill>
              <p:spPr>
                <a:xfrm>
                  <a:off x="3553000" y="336980"/>
                  <a:ext cx="1641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683A4893-D321-D48B-54E7-BA08D2307B7E}"/>
                    </a:ext>
                  </a:extLst>
                </p14:cNvPr>
                <p14:cNvContentPartPr/>
                <p14:nvPr/>
              </p14:nvContentPartPr>
              <p14:xfrm>
                <a:off x="3769000" y="374780"/>
                <a:ext cx="148320" cy="113400"/>
              </p14:xfrm>
            </p:contentPart>
          </mc:Choice>
          <mc:Fallback xmlns="">
            <p:pic>
              <p:nvPicPr>
                <p:cNvPr id="14" name="Ink 13">
                  <a:extLst>
                    <a:ext uri="{FF2B5EF4-FFF2-40B4-BE49-F238E27FC236}">
                      <a16:creationId xmlns:a16="http://schemas.microsoft.com/office/drawing/2014/main" id="{683A4893-D321-D48B-54E7-BA08D2307B7E}"/>
                    </a:ext>
                  </a:extLst>
                </p:cNvPr>
                <p:cNvPicPr/>
                <p:nvPr/>
              </p:nvPicPr>
              <p:blipFill>
                <a:blip r:embed="rId23"/>
                <a:stretch>
                  <a:fillRect/>
                </a:stretch>
              </p:blipFill>
              <p:spPr>
                <a:xfrm>
                  <a:off x="3764680" y="370460"/>
                  <a:ext cx="1569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30548D69-A5B8-2BF3-839D-E22A11B72BE4}"/>
                    </a:ext>
                  </a:extLst>
                </p14:cNvPr>
                <p14:cNvContentPartPr/>
                <p14:nvPr/>
              </p14:nvContentPartPr>
              <p14:xfrm>
                <a:off x="3981040" y="421940"/>
                <a:ext cx="10080" cy="268200"/>
              </p14:xfrm>
            </p:contentPart>
          </mc:Choice>
          <mc:Fallback xmlns="">
            <p:pic>
              <p:nvPicPr>
                <p:cNvPr id="15" name="Ink 14">
                  <a:extLst>
                    <a:ext uri="{FF2B5EF4-FFF2-40B4-BE49-F238E27FC236}">
                      <a16:creationId xmlns:a16="http://schemas.microsoft.com/office/drawing/2014/main" id="{30548D69-A5B8-2BF3-839D-E22A11B72BE4}"/>
                    </a:ext>
                  </a:extLst>
                </p:cNvPr>
                <p:cNvPicPr/>
                <p:nvPr/>
              </p:nvPicPr>
              <p:blipFill>
                <a:blip r:embed="rId25"/>
                <a:stretch>
                  <a:fillRect/>
                </a:stretch>
              </p:blipFill>
              <p:spPr>
                <a:xfrm>
                  <a:off x="3976720" y="417620"/>
                  <a:ext cx="1872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407E793B-F5D6-D9F6-2207-F5721E4B0856}"/>
                    </a:ext>
                  </a:extLst>
                </p14:cNvPr>
                <p14:cNvContentPartPr/>
                <p14:nvPr/>
              </p14:nvContentPartPr>
              <p14:xfrm>
                <a:off x="4026040" y="377300"/>
                <a:ext cx="112680" cy="110160"/>
              </p14:xfrm>
            </p:contentPart>
          </mc:Choice>
          <mc:Fallback xmlns="">
            <p:pic>
              <p:nvPicPr>
                <p:cNvPr id="16" name="Ink 15">
                  <a:extLst>
                    <a:ext uri="{FF2B5EF4-FFF2-40B4-BE49-F238E27FC236}">
                      <a16:creationId xmlns:a16="http://schemas.microsoft.com/office/drawing/2014/main" id="{407E793B-F5D6-D9F6-2207-F5721E4B0856}"/>
                    </a:ext>
                  </a:extLst>
                </p:cNvPr>
                <p:cNvPicPr/>
                <p:nvPr/>
              </p:nvPicPr>
              <p:blipFill>
                <a:blip r:embed="rId27"/>
                <a:stretch>
                  <a:fillRect/>
                </a:stretch>
              </p:blipFill>
              <p:spPr>
                <a:xfrm>
                  <a:off x="4021720" y="372980"/>
                  <a:ext cx="1213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B3EC8491-283A-9EB9-D27C-CB13F57F76BD}"/>
                    </a:ext>
                  </a:extLst>
                </p14:cNvPr>
                <p14:cNvContentPartPr/>
                <p14:nvPr/>
              </p14:nvContentPartPr>
              <p14:xfrm>
                <a:off x="1210840" y="675020"/>
                <a:ext cx="3111480" cy="132840"/>
              </p14:xfrm>
            </p:contentPart>
          </mc:Choice>
          <mc:Fallback xmlns="">
            <p:pic>
              <p:nvPicPr>
                <p:cNvPr id="18" name="Ink 17">
                  <a:extLst>
                    <a:ext uri="{FF2B5EF4-FFF2-40B4-BE49-F238E27FC236}">
                      <a16:creationId xmlns:a16="http://schemas.microsoft.com/office/drawing/2014/main" id="{B3EC8491-283A-9EB9-D27C-CB13F57F76BD}"/>
                    </a:ext>
                  </a:extLst>
                </p:cNvPr>
                <p:cNvPicPr/>
                <p:nvPr/>
              </p:nvPicPr>
              <p:blipFill>
                <a:blip r:embed="rId29"/>
                <a:stretch>
                  <a:fillRect/>
                </a:stretch>
              </p:blipFill>
              <p:spPr>
                <a:xfrm>
                  <a:off x="1206520" y="670700"/>
                  <a:ext cx="3120120" cy="141480"/>
                </a:xfrm>
                <a:prstGeom prst="rect">
                  <a:avLst/>
                </a:prstGeom>
              </p:spPr>
            </p:pic>
          </mc:Fallback>
        </mc:AlternateContent>
      </p:grpSp>
      <p:grpSp>
        <p:nvGrpSpPr>
          <p:cNvPr id="43" name="Group 42">
            <a:extLst>
              <a:ext uri="{FF2B5EF4-FFF2-40B4-BE49-F238E27FC236}">
                <a16:creationId xmlns:a16="http://schemas.microsoft.com/office/drawing/2014/main" id="{01C32CAD-D86C-FB66-CEB2-A056C60FA1C8}"/>
              </a:ext>
            </a:extLst>
          </p:cNvPr>
          <p:cNvGrpSpPr/>
          <p:nvPr/>
        </p:nvGrpSpPr>
        <p:grpSpPr>
          <a:xfrm>
            <a:off x="3392080" y="2290700"/>
            <a:ext cx="206280" cy="204480"/>
            <a:chOff x="3392080" y="2290700"/>
            <a:chExt cx="206280" cy="204480"/>
          </a:xfrm>
        </p:grpSpPr>
        <mc:AlternateContent xmlns:mc="http://schemas.openxmlformats.org/markup-compatibility/2006" xmlns:p14="http://schemas.microsoft.com/office/powerpoint/2010/main">
          <mc:Choice Requires="p14">
            <p:contentPart p14:bwMode="auto" r:id="rId30">
              <p14:nvContentPartPr>
                <p14:cNvPr id="41" name="Ink 40">
                  <a:extLst>
                    <a:ext uri="{FF2B5EF4-FFF2-40B4-BE49-F238E27FC236}">
                      <a16:creationId xmlns:a16="http://schemas.microsoft.com/office/drawing/2014/main" id="{1B610951-0E88-5BD9-DFFB-14520523ADEF}"/>
                    </a:ext>
                  </a:extLst>
                </p14:cNvPr>
                <p14:cNvContentPartPr/>
                <p14:nvPr/>
              </p14:nvContentPartPr>
              <p14:xfrm>
                <a:off x="3392080" y="2290700"/>
                <a:ext cx="206280" cy="135720"/>
              </p14:xfrm>
            </p:contentPart>
          </mc:Choice>
          <mc:Fallback xmlns="">
            <p:pic>
              <p:nvPicPr>
                <p:cNvPr id="41" name="Ink 40">
                  <a:extLst>
                    <a:ext uri="{FF2B5EF4-FFF2-40B4-BE49-F238E27FC236}">
                      <a16:creationId xmlns:a16="http://schemas.microsoft.com/office/drawing/2014/main" id="{1B610951-0E88-5BD9-DFFB-14520523ADEF}"/>
                    </a:ext>
                  </a:extLst>
                </p:cNvPr>
                <p:cNvPicPr/>
                <p:nvPr/>
              </p:nvPicPr>
              <p:blipFill>
                <a:blip r:embed="rId31"/>
                <a:stretch>
                  <a:fillRect/>
                </a:stretch>
              </p:blipFill>
              <p:spPr>
                <a:xfrm>
                  <a:off x="3387760" y="2286380"/>
                  <a:ext cx="2149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2" name="Ink 41">
                  <a:extLst>
                    <a:ext uri="{FF2B5EF4-FFF2-40B4-BE49-F238E27FC236}">
                      <a16:creationId xmlns:a16="http://schemas.microsoft.com/office/drawing/2014/main" id="{3482EDC2-9139-7CEA-51CF-DC390ECEB7CD}"/>
                    </a:ext>
                  </a:extLst>
                </p14:cNvPr>
                <p14:cNvContentPartPr/>
                <p14:nvPr/>
              </p14:nvContentPartPr>
              <p14:xfrm>
                <a:off x="3513760" y="2309780"/>
                <a:ext cx="16200" cy="185400"/>
              </p14:xfrm>
            </p:contentPart>
          </mc:Choice>
          <mc:Fallback xmlns="">
            <p:pic>
              <p:nvPicPr>
                <p:cNvPr id="42" name="Ink 41">
                  <a:extLst>
                    <a:ext uri="{FF2B5EF4-FFF2-40B4-BE49-F238E27FC236}">
                      <a16:creationId xmlns:a16="http://schemas.microsoft.com/office/drawing/2014/main" id="{3482EDC2-9139-7CEA-51CF-DC390ECEB7CD}"/>
                    </a:ext>
                  </a:extLst>
                </p:cNvPr>
                <p:cNvPicPr/>
                <p:nvPr/>
              </p:nvPicPr>
              <p:blipFill>
                <a:blip r:embed="rId33"/>
                <a:stretch>
                  <a:fillRect/>
                </a:stretch>
              </p:blipFill>
              <p:spPr>
                <a:xfrm>
                  <a:off x="3509440" y="2305460"/>
                  <a:ext cx="24840" cy="194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44" name="Ink 43">
                <a:extLst>
                  <a:ext uri="{FF2B5EF4-FFF2-40B4-BE49-F238E27FC236}">
                    <a16:creationId xmlns:a16="http://schemas.microsoft.com/office/drawing/2014/main" id="{7B6F4AC1-1BF9-62DC-6FEA-EB406839E4CE}"/>
                  </a:ext>
                </a:extLst>
              </p14:cNvPr>
              <p14:cNvContentPartPr/>
              <p14:nvPr/>
            </p14:nvContentPartPr>
            <p14:xfrm>
              <a:off x="5649280" y="2251820"/>
              <a:ext cx="17280" cy="197280"/>
            </p14:xfrm>
          </p:contentPart>
        </mc:Choice>
        <mc:Fallback xmlns="">
          <p:pic>
            <p:nvPicPr>
              <p:cNvPr id="44" name="Ink 43">
                <a:extLst>
                  <a:ext uri="{FF2B5EF4-FFF2-40B4-BE49-F238E27FC236}">
                    <a16:creationId xmlns:a16="http://schemas.microsoft.com/office/drawing/2014/main" id="{7B6F4AC1-1BF9-62DC-6FEA-EB406839E4CE}"/>
                  </a:ext>
                </a:extLst>
              </p:cNvPr>
              <p:cNvPicPr/>
              <p:nvPr/>
            </p:nvPicPr>
            <p:blipFill>
              <a:blip r:embed="rId35"/>
              <a:stretch>
                <a:fillRect/>
              </a:stretch>
            </p:blipFill>
            <p:spPr>
              <a:xfrm>
                <a:off x="5644960" y="2247500"/>
                <a:ext cx="25920" cy="205920"/>
              </a:xfrm>
              <a:prstGeom prst="rect">
                <a:avLst/>
              </a:prstGeom>
            </p:spPr>
          </p:pic>
        </mc:Fallback>
      </mc:AlternateContent>
      <p:grpSp>
        <p:nvGrpSpPr>
          <p:cNvPr id="47" name="Group 46">
            <a:extLst>
              <a:ext uri="{FF2B5EF4-FFF2-40B4-BE49-F238E27FC236}">
                <a16:creationId xmlns:a16="http://schemas.microsoft.com/office/drawing/2014/main" id="{B856B758-50B6-F6EA-3CFF-40299FE7A62A}"/>
              </a:ext>
            </a:extLst>
          </p:cNvPr>
          <p:cNvGrpSpPr/>
          <p:nvPr/>
        </p:nvGrpSpPr>
        <p:grpSpPr>
          <a:xfrm>
            <a:off x="4300360" y="3258380"/>
            <a:ext cx="994680" cy="507600"/>
            <a:chOff x="4300360" y="3258380"/>
            <a:chExt cx="994680" cy="507600"/>
          </a:xfrm>
        </p:grpSpPr>
        <mc:AlternateContent xmlns:mc="http://schemas.openxmlformats.org/markup-compatibility/2006" xmlns:p14="http://schemas.microsoft.com/office/powerpoint/2010/main">
          <mc:Choice Requires="p14">
            <p:contentPart p14:bwMode="auto" r:id="rId36">
              <p14:nvContentPartPr>
                <p14:cNvPr id="45" name="Ink 44">
                  <a:extLst>
                    <a:ext uri="{FF2B5EF4-FFF2-40B4-BE49-F238E27FC236}">
                      <a16:creationId xmlns:a16="http://schemas.microsoft.com/office/drawing/2014/main" id="{E10D13FE-330D-43B2-EDE7-D6B4BB10B328}"/>
                    </a:ext>
                  </a:extLst>
                </p14:cNvPr>
                <p14:cNvContentPartPr/>
                <p14:nvPr/>
              </p14:nvContentPartPr>
              <p14:xfrm>
                <a:off x="4303600" y="3423980"/>
                <a:ext cx="49680" cy="342000"/>
              </p14:xfrm>
            </p:contentPart>
          </mc:Choice>
          <mc:Fallback xmlns="">
            <p:pic>
              <p:nvPicPr>
                <p:cNvPr id="45" name="Ink 44">
                  <a:extLst>
                    <a:ext uri="{FF2B5EF4-FFF2-40B4-BE49-F238E27FC236}">
                      <a16:creationId xmlns:a16="http://schemas.microsoft.com/office/drawing/2014/main" id="{E10D13FE-330D-43B2-EDE7-D6B4BB10B328}"/>
                    </a:ext>
                  </a:extLst>
                </p:cNvPr>
                <p:cNvPicPr/>
                <p:nvPr/>
              </p:nvPicPr>
              <p:blipFill>
                <a:blip r:embed="rId37"/>
                <a:stretch>
                  <a:fillRect/>
                </a:stretch>
              </p:blipFill>
              <p:spPr>
                <a:xfrm>
                  <a:off x="4299280" y="3419660"/>
                  <a:ext cx="5832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6" name="Ink 45">
                  <a:extLst>
                    <a:ext uri="{FF2B5EF4-FFF2-40B4-BE49-F238E27FC236}">
                      <a16:creationId xmlns:a16="http://schemas.microsoft.com/office/drawing/2014/main" id="{E803EFF1-AD25-AEA0-DEB4-FB15AA14ECB8}"/>
                    </a:ext>
                  </a:extLst>
                </p14:cNvPr>
                <p14:cNvContentPartPr/>
                <p14:nvPr/>
              </p14:nvContentPartPr>
              <p14:xfrm>
                <a:off x="4300360" y="3258380"/>
                <a:ext cx="994680" cy="507240"/>
              </p14:xfrm>
            </p:contentPart>
          </mc:Choice>
          <mc:Fallback xmlns="">
            <p:pic>
              <p:nvPicPr>
                <p:cNvPr id="46" name="Ink 45">
                  <a:extLst>
                    <a:ext uri="{FF2B5EF4-FFF2-40B4-BE49-F238E27FC236}">
                      <a16:creationId xmlns:a16="http://schemas.microsoft.com/office/drawing/2014/main" id="{E803EFF1-AD25-AEA0-DEB4-FB15AA14ECB8}"/>
                    </a:ext>
                  </a:extLst>
                </p:cNvPr>
                <p:cNvPicPr/>
                <p:nvPr/>
              </p:nvPicPr>
              <p:blipFill>
                <a:blip r:embed="rId39"/>
                <a:stretch>
                  <a:fillRect/>
                </a:stretch>
              </p:blipFill>
              <p:spPr>
                <a:xfrm>
                  <a:off x="4296040" y="3254060"/>
                  <a:ext cx="1003320" cy="515880"/>
                </a:xfrm>
                <a:prstGeom prst="rect">
                  <a:avLst/>
                </a:prstGeom>
              </p:spPr>
            </p:pic>
          </mc:Fallback>
        </mc:AlternateContent>
      </p:grpSp>
      <p:grpSp>
        <p:nvGrpSpPr>
          <p:cNvPr id="54" name="Group 53">
            <a:extLst>
              <a:ext uri="{FF2B5EF4-FFF2-40B4-BE49-F238E27FC236}">
                <a16:creationId xmlns:a16="http://schemas.microsoft.com/office/drawing/2014/main" id="{382A6FDD-6D52-DF87-F1B9-23A20DD38E7C}"/>
              </a:ext>
            </a:extLst>
          </p:cNvPr>
          <p:cNvGrpSpPr/>
          <p:nvPr/>
        </p:nvGrpSpPr>
        <p:grpSpPr>
          <a:xfrm>
            <a:off x="4259320" y="3007100"/>
            <a:ext cx="863280" cy="257400"/>
            <a:chOff x="4259320" y="3007100"/>
            <a:chExt cx="863280" cy="257400"/>
          </a:xfrm>
        </p:grpSpPr>
        <mc:AlternateContent xmlns:mc="http://schemas.openxmlformats.org/markup-compatibility/2006" xmlns:p14="http://schemas.microsoft.com/office/powerpoint/2010/main">
          <mc:Choice Requires="p14">
            <p:contentPart p14:bwMode="auto" r:id="rId40">
              <p14:nvContentPartPr>
                <p14:cNvPr id="48" name="Ink 47">
                  <a:extLst>
                    <a:ext uri="{FF2B5EF4-FFF2-40B4-BE49-F238E27FC236}">
                      <a16:creationId xmlns:a16="http://schemas.microsoft.com/office/drawing/2014/main" id="{F4DBDE57-BC23-2327-6D10-203BE7DE2A7E}"/>
                    </a:ext>
                  </a:extLst>
                </p14:cNvPr>
                <p14:cNvContentPartPr/>
                <p14:nvPr/>
              </p14:nvContentPartPr>
              <p14:xfrm>
                <a:off x="4307560" y="3007100"/>
                <a:ext cx="118080" cy="257400"/>
              </p14:xfrm>
            </p:contentPart>
          </mc:Choice>
          <mc:Fallback xmlns="">
            <p:pic>
              <p:nvPicPr>
                <p:cNvPr id="48" name="Ink 47">
                  <a:extLst>
                    <a:ext uri="{FF2B5EF4-FFF2-40B4-BE49-F238E27FC236}">
                      <a16:creationId xmlns:a16="http://schemas.microsoft.com/office/drawing/2014/main" id="{F4DBDE57-BC23-2327-6D10-203BE7DE2A7E}"/>
                    </a:ext>
                  </a:extLst>
                </p:cNvPr>
                <p:cNvPicPr/>
                <p:nvPr/>
              </p:nvPicPr>
              <p:blipFill>
                <a:blip r:embed="rId41"/>
                <a:stretch>
                  <a:fillRect/>
                </a:stretch>
              </p:blipFill>
              <p:spPr>
                <a:xfrm>
                  <a:off x="4303240" y="3002780"/>
                  <a:ext cx="1267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9" name="Ink 48">
                  <a:extLst>
                    <a:ext uri="{FF2B5EF4-FFF2-40B4-BE49-F238E27FC236}">
                      <a16:creationId xmlns:a16="http://schemas.microsoft.com/office/drawing/2014/main" id="{4D723A18-1368-B9C1-D5F1-2A507D7DE772}"/>
                    </a:ext>
                  </a:extLst>
                </p14:cNvPr>
                <p14:cNvContentPartPr/>
                <p14:nvPr/>
              </p14:nvContentPartPr>
              <p14:xfrm>
                <a:off x="4259320" y="3052100"/>
                <a:ext cx="200160" cy="52920"/>
              </p14:xfrm>
            </p:contentPart>
          </mc:Choice>
          <mc:Fallback xmlns="">
            <p:pic>
              <p:nvPicPr>
                <p:cNvPr id="49" name="Ink 48">
                  <a:extLst>
                    <a:ext uri="{FF2B5EF4-FFF2-40B4-BE49-F238E27FC236}">
                      <a16:creationId xmlns:a16="http://schemas.microsoft.com/office/drawing/2014/main" id="{4D723A18-1368-B9C1-D5F1-2A507D7DE772}"/>
                    </a:ext>
                  </a:extLst>
                </p:cNvPr>
                <p:cNvPicPr/>
                <p:nvPr/>
              </p:nvPicPr>
              <p:blipFill>
                <a:blip r:embed="rId43"/>
                <a:stretch>
                  <a:fillRect/>
                </a:stretch>
              </p:blipFill>
              <p:spPr>
                <a:xfrm>
                  <a:off x="4255000" y="3047780"/>
                  <a:ext cx="2088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9C32BEE1-60C7-05B6-496B-26FAB4B5DE32}"/>
                    </a:ext>
                  </a:extLst>
                </p14:cNvPr>
                <p14:cNvContentPartPr/>
                <p14:nvPr/>
              </p14:nvContentPartPr>
              <p14:xfrm>
                <a:off x="4530400" y="3092780"/>
                <a:ext cx="121680" cy="109080"/>
              </p14:xfrm>
            </p:contentPart>
          </mc:Choice>
          <mc:Fallback xmlns="">
            <p:pic>
              <p:nvPicPr>
                <p:cNvPr id="50" name="Ink 49">
                  <a:extLst>
                    <a:ext uri="{FF2B5EF4-FFF2-40B4-BE49-F238E27FC236}">
                      <a16:creationId xmlns:a16="http://schemas.microsoft.com/office/drawing/2014/main" id="{9C32BEE1-60C7-05B6-496B-26FAB4B5DE32}"/>
                    </a:ext>
                  </a:extLst>
                </p:cNvPr>
                <p:cNvPicPr/>
                <p:nvPr/>
              </p:nvPicPr>
              <p:blipFill>
                <a:blip r:embed="rId45"/>
                <a:stretch>
                  <a:fillRect/>
                </a:stretch>
              </p:blipFill>
              <p:spPr>
                <a:xfrm>
                  <a:off x="4526080" y="3088460"/>
                  <a:ext cx="1303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CC99D699-4BB5-EAF9-99C7-F7B6199FA2CC}"/>
                    </a:ext>
                  </a:extLst>
                </p14:cNvPr>
                <p14:cNvContentPartPr/>
                <p14:nvPr/>
              </p14:nvContentPartPr>
              <p14:xfrm>
                <a:off x="4699600" y="3099260"/>
                <a:ext cx="271440" cy="82800"/>
              </p14:xfrm>
            </p:contentPart>
          </mc:Choice>
          <mc:Fallback xmlns="">
            <p:pic>
              <p:nvPicPr>
                <p:cNvPr id="51" name="Ink 50">
                  <a:extLst>
                    <a:ext uri="{FF2B5EF4-FFF2-40B4-BE49-F238E27FC236}">
                      <a16:creationId xmlns:a16="http://schemas.microsoft.com/office/drawing/2014/main" id="{CC99D699-4BB5-EAF9-99C7-F7B6199FA2CC}"/>
                    </a:ext>
                  </a:extLst>
                </p:cNvPr>
                <p:cNvPicPr/>
                <p:nvPr/>
              </p:nvPicPr>
              <p:blipFill>
                <a:blip r:embed="rId47"/>
                <a:stretch>
                  <a:fillRect/>
                </a:stretch>
              </p:blipFill>
              <p:spPr>
                <a:xfrm>
                  <a:off x="4695280" y="3094940"/>
                  <a:ext cx="2800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2" name="Ink 51">
                  <a:extLst>
                    <a:ext uri="{FF2B5EF4-FFF2-40B4-BE49-F238E27FC236}">
                      <a16:creationId xmlns:a16="http://schemas.microsoft.com/office/drawing/2014/main" id="{4B75CD3D-4CD7-0E8F-CCA6-A1F40628954C}"/>
                    </a:ext>
                  </a:extLst>
                </p14:cNvPr>
                <p14:cNvContentPartPr/>
                <p14:nvPr/>
              </p14:nvContentPartPr>
              <p14:xfrm>
                <a:off x="5021440" y="3068660"/>
                <a:ext cx="23760" cy="159840"/>
              </p14:xfrm>
            </p:contentPart>
          </mc:Choice>
          <mc:Fallback xmlns="">
            <p:pic>
              <p:nvPicPr>
                <p:cNvPr id="52" name="Ink 51">
                  <a:extLst>
                    <a:ext uri="{FF2B5EF4-FFF2-40B4-BE49-F238E27FC236}">
                      <a16:creationId xmlns:a16="http://schemas.microsoft.com/office/drawing/2014/main" id="{4B75CD3D-4CD7-0E8F-CCA6-A1F40628954C}"/>
                    </a:ext>
                  </a:extLst>
                </p:cNvPr>
                <p:cNvPicPr/>
                <p:nvPr/>
              </p:nvPicPr>
              <p:blipFill>
                <a:blip r:embed="rId49"/>
                <a:stretch>
                  <a:fillRect/>
                </a:stretch>
              </p:blipFill>
              <p:spPr>
                <a:xfrm>
                  <a:off x="5017120" y="3064340"/>
                  <a:ext cx="324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3" name="Ink 52">
                  <a:extLst>
                    <a:ext uri="{FF2B5EF4-FFF2-40B4-BE49-F238E27FC236}">
                      <a16:creationId xmlns:a16="http://schemas.microsoft.com/office/drawing/2014/main" id="{B80DADDC-D74F-2090-31C5-396CBBAAF937}"/>
                    </a:ext>
                  </a:extLst>
                </p14:cNvPr>
                <p14:cNvContentPartPr/>
                <p14:nvPr/>
              </p14:nvContentPartPr>
              <p14:xfrm>
                <a:off x="5035120" y="3035900"/>
                <a:ext cx="87480" cy="93600"/>
              </p14:xfrm>
            </p:contentPart>
          </mc:Choice>
          <mc:Fallback xmlns="">
            <p:pic>
              <p:nvPicPr>
                <p:cNvPr id="53" name="Ink 52">
                  <a:extLst>
                    <a:ext uri="{FF2B5EF4-FFF2-40B4-BE49-F238E27FC236}">
                      <a16:creationId xmlns:a16="http://schemas.microsoft.com/office/drawing/2014/main" id="{B80DADDC-D74F-2090-31C5-396CBBAAF937}"/>
                    </a:ext>
                  </a:extLst>
                </p:cNvPr>
                <p:cNvPicPr/>
                <p:nvPr/>
              </p:nvPicPr>
              <p:blipFill>
                <a:blip r:embed="rId51"/>
                <a:stretch>
                  <a:fillRect/>
                </a:stretch>
              </p:blipFill>
              <p:spPr>
                <a:xfrm>
                  <a:off x="5030800" y="3031580"/>
                  <a:ext cx="96120" cy="102240"/>
                </a:xfrm>
                <a:prstGeom prst="rect">
                  <a:avLst/>
                </a:prstGeom>
              </p:spPr>
            </p:pic>
          </mc:Fallback>
        </mc:AlternateContent>
      </p:grpSp>
      <p:grpSp>
        <p:nvGrpSpPr>
          <p:cNvPr id="57" name="Group 56">
            <a:extLst>
              <a:ext uri="{FF2B5EF4-FFF2-40B4-BE49-F238E27FC236}">
                <a16:creationId xmlns:a16="http://schemas.microsoft.com/office/drawing/2014/main" id="{C6774638-AB90-0CBC-AD7F-4EEA04B0A85C}"/>
              </a:ext>
            </a:extLst>
          </p:cNvPr>
          <p:cNvGrpSpPr/>
          <p:nvPr/>
        </p:nvGrpSpPr>
        <p:grpSpPr>
          <a:xfrm>
            <a:off x="3501520" y="2775980"/>
            <a:ext cx="502560" cy="696960"/>
            <a:chOff x="3501520" y="2775980"/>
            <a:chExt cx="502560" cy="696960"/>
          </a:xfrm>
        </p:grpSpPr>
        <mc:AlternateContent xmlns:mc="http://schemas.openxmlformats.org/markup-compatibility/2006" xmlns:p14="http://schemas.microsoft.com/office/powerpoint/2010/main">
          <mc:Choice Requires="p14">
            <p:contentPart p14:bwMode="auto" r:id="rId52">
              <p14:nvContentPartPr>
                <p14:cNvPr id="55" name="Ink 54">
                  <a:extLst>
                    <a:ext uri="{FF2B5EF4-FFF2-40B4-BE49-F238E27FC236}">
                      <a16:creationId xmlns:a16="http://schemas.microsoft.com/office/drawing/2014/main" id="{B098D611-E5E2-3782-96CE-92D67BA0ACBE}"/>
                    </a:ext>
                  </a:extLst>
                </p14:cNvPr>
                <p14:cNvContentPartPr/>
                <p14:nvPr/>
              </p14:nvContentPartPr>
              <p14:xfrm>
                <a:off x="3501520" y="2775980"/>
                <a:ext cx="448920" cy="583920"/>
              </p14:xfrm>
            </p:contentPart>
          </mc:Choice>
          <mc:Fallback xmlns="">
            <p:pic>
              <p:nvPicPr>
                <p:cNvPr id="55" name="Ink 54">
                  <a:extLst>
                    <a:ext uri="{FF2B5EF4-FFF2-40B4-BE49-F238E27FC236}">
                      <a16:creationId xmlns:a16="http://schemas.microsoft.com/office/drawing/2014/main" id="{B098D611-E5E2-3782-96CE-92D67BA0ACBE}"/>
                    </a:ext>
                  </a:extLst>
                </p:cNvPr>
                <p:cNvPicPr/>
                <p:nvPr/>
              </p:nvPicPr>
              <p:blipFill>
                <a:blip r:embed="rId53"/>
                <a:stretch>
                  <a:fillRect/>
                </a:stretch>
              </p:blipFill>
              <p:spPr>
                <a:xfrm>
                  <a:off x="3497200" y="2771660"/>
                  <a:ext cx="45756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6" name="Ink 55">
                  <a:extLst>
                    <a:ext uri="{FF2B5EF4-FFF2-40B4-BE49-F238E27FC236}">
                      <a16:creationId xmlns:a16="http://schemas.microsoft.com/office/drawing/2014/main" id="{0455AF08-D8C0-6CAC-E974-E454180EC4EE}"/>
                    </a:ext>
                  </a:extLst>
                </p14:cNvPr>
                <p14:cNvContentPartPr/>
                <p14:nvPr/>
              </p14:nvContentPartPr>
              <p14:xfrm>
                <a:off x="3896800" y="3224900"/>
                <a:ext cx="107280" cy="248040"/>
              </p14:xfrm>
            </p:contentPart>
          </mc:Choice>
          <mc:Fallback xmlns="">
            <p:pic>
              <p:nvPicPr>
                <p:cNvPr id="56" name="Ink 55">
                  <a:extLst>
                    <a:ext uri="{FF2B5EF4-FFF2-40B4-BE49-F238E27FC236}">
                      <a16:creationId xmlns:a16="http://schemas.microsoft.com/office/drawing/2014/main" id="{0455AF08-D8C0-6CAC-E974-E454180EC4EE}"/>
                    </a:ext>
                  </a:extLst>
                </p:cNvPr>
                <p:cNvPicPr/>
                <p:nvPr/>
              </p:nvPicPr>
              <p:blipFill>
                <a:blip r:embed="rId55"/>
                <a:stretch>
                  <a:fillRect/>
                </a:stretch>
              </p:blipFill>
              <p:spPr>
                <a:xfrm>
                  <a:off x="3892480" y="3220580"/>
                  <a:ext cx="115920" cy="256680"/>
                </a:xfrm>
                <a:prstGeom prst="rect">
                  <a:avLst/>
                </a:prstGeom>
              </p:spPr>
            </p:pic>
          </mc:Fallback>
        </mc:AlternateContent>
      </p:grpSp>
      <p:grpSp>
        <p:nvGrpSpPr>
          <p:cNvPr id="60" name="Group 59">
            <a:extLst>
              <a:ext uri="{FF2B5EF4-FFF2-40B4-BE49-F238E27FC236}">
                <a16:creationId xmlns:a16="http://schemas.microsoft.com/office/drawing/2014/main" id="{8B497ABC-B324-BA20-AE47-8DDC16CDFCAE}"/>
              </a:ext>
            </a:extLst>
          </p:cNvPr>
          <p:cNvGrpSpPr/>
          <p:nvPr/>
        </p:nvGrpSpPr>
        <p:grpSpPr>
          <a:xfrm>
            <a:off x="3296680" y="3132020"/>
            <a:ext cx="154440" cy="191880"/>
            <a:chOff x="3296680" y="3132020"/>
            <a:chExt cx="154440" cy="191880"/>
          </a:xfrm>
        </p:grpSpPr>
        <mc:AlternateContent xmlns:mc="http://schemas.openxmlformats.org/markup-compatibility/2006" xmlns:p14="http://schemas.microsoft.com/office/powerpoint/2010/main">
          <mc:Choice Requires="p14">
            <p:contentPart p14:bwMode="auto" r:id="rId56">
              <p14:nvContentPartPr>
                <p14:cNvPr id="58" name="Ink 57">
                  <a:extLst>
                    <a:ext uri="{FF2B5EF4-FFF2-40B4-BE49-F238E27FC236}">
                      <a16:creationId xmlns:a16="http://schemas.microsoft.com/office/drawing/2014/main" id="{7CEB25C8-9539-9E2C-979E-78014B1FCB17}"/>
                    </a:ext>
                  </a:extLst>
                </p14:cNvPr>
                <p14:cNvContentPartPr/>
                <p14:nvPr/>
              </p14:nvContentPartPr>
              <p14:xfrm>
                <a:off x="3353920" y="3167660"/>
                <a:ext cx="9360" cy="59400"/>
              </p14:xfrm>
            </p:contentPart>
          </mc:Choice>
          <mc:Fallback xmlns="">
            <p:pic>
              <p:nvPicPr>
                <p:cNvPr id="58" name="Ink 57">
                  <a:extLst>
                    <a:ext uri="{FF2B5EF4-FFF2-40B4-BE49-F238E27FC236}">
                      <a16:creationId xmlns:a16="http://schemas.microsoft.com/office/drawing/2014/main" id="{7CEB25C8-9539-9E2C-979E-78014B1FCB17}"/>
                    </a:ext>
                  </a:extLst>
                </p:cNvPr>
                <p:cNvPicPr/>
                <p:nvPr/>
              </p:nvPicPr>
              <p:blipFill>
                <a:blip r:embed="rId57"/>
                <a:stretch>
                  <a:fillRect/>
                </a:stretch>
              </p:blipFill>
              <p:spPr>
                <a:xfrm>
                  <a:off x="3349600" y="3163340"/>
                  <a:ext cx="180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9" name="Ink 58">
                  <a:extLst>
                    <a:ext uri="{FF2B5EF4-FFF2-40B4-BE49-F238E27FC236}">
                      <a16:creationId xmlns:a16="http://schemas.microsoft.com/office/drawing/2014/main" id="{CD88DD89-F073-FBD1-0CCF-8B8A6A445B84}"/>
                    </a:ext>
                  </a:extLst>
                </p14:cNvPr>
                <p14:cNvContentPartPr/>
                <p14:nvPr/>
              </p14:nvContentPartPr>
              <p14:xfrm>
                <a:off x="3296680" y="3132020"/>
                <a:ext cx="154440" cy="191880"/>
              </p14:xfrm>
            </p:contentPart>
          </mc:Choice>
          <mc:Fallback xmlns="">
            <p:pic>
              <p:nvPicPr>
                <p:cNvPr id="59" name="Ink 58">
                  <a:extLst>
                    <a:ext uri="{FF2B5EF4-FFF2-40B4-BE49-F238E27FC236}">
                      <a16:creationId xmlns:a16="http://schemas.microsoft.com/office/drawing/2014/main" id="{CD88DD89-F073-FBD1-0CCF-8B8A6A445B84}"/>
                    </a:ext>
                  </a:extLst>
                </p:cNvPr>
                <p:cNvPicPr/>
                <p:nvPr/>
              </p:nvPicPr>
              <p:blipFill>
                <a:blip r:embed="rId59"/>
                <a:stretch>
                  <a:fillRect/>
                </a:stretch>
              </p:blipFill>
              <p:spPr>
                <a:xfrm>
                  <a:off x="3292360" y="3127700"/>
                  <a:ext cx="163080" cy="20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20" name="Ink 19">
                <a:extLst>
                  <a:ext uri="{FF2B5EF4-FFF2-40B4-BE49-F238E27FC236}">
                    <a16:creationId xmlns:a16="http://schemas.microsoft.com/office/drawing/2014/main" id="{C519FEE4-5BDB-DC87-C400-CFFC940B5FF1}"/>
                  </a:ext>
                </a:extLst>
              </p14:cNvPr>
              <p14:cNvContentPartPr/>
              <p14:nvPr/>
            </p14:nvContentPartPr>
            <p14:xfrm>
              <a:off x="2808160" y="1846820"/>
              <a:ext cx="237240" cy="120960"/>
            </p14:xfrm>
          </p:contentPart>
        </mc:Choice>
        <mc:Fallback xmlns="">
          <p:pic>
            <p:nvPicPr>
              <p:cNvPr id="20" name="Ink 19">
                <a:extLst>
                  <a:ext uri="{FF2B5EF4-FFF2-40B4-BE49-F238E27FC236}">
                    <a16:creationId xmlns:a16="http://schemas.microsoft.com/office/drawing/2014/main" id="{C519FEE4-5BDB-DC87-C400-CFFC940B5FF1}"/>
                  </a:ext>
                </a:extLst>
              </p:cNvPr>
              <p:cNvPicPr/>
              <p:nvPr/>
            </p:nvPicPr>
            <p:blipFill>
              <a:blip r:embed="rId61"/>
              <a:stretch>
                <a:fillRect/>
              </a:stretch>
            </p:blipFill>
            <p:spPr>
              <a:xfrm>
                <a:off x="2803840" y="1842500"/>
                <a:ext cx="2458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1" name="Ink 20">
                <a:extLst>
                  <a:ext uri="{FF2B5EF4-FFF2-40B4-BE49-F238E27FC236}">
                    <a16:creationId xmlns:a16="http://schemas.microsoft.com/office/drawing/2014/main" id="{33C9BA92-EC09-406A-809B-57D8474101E0}"/>
                  </a:ext>
                </a:extLst>
              </p14:cNvPr>
              <p14:cNvContentPartPr/>
              <p14:nvPr/>
            </p14:nvContentPartPr>
            <p14:xfrm>
              <a:off x="3100840" y="1694900"/>
              <a:ext cx="176040" cy="426960"/>
            </p14:xfrm>
          </p:contentPart>
        </mc:Choice>
        <mc:Fallback xmlns="">
          <p:pic>
            <p:nvPicPr>
              <p:cNvPr id="21" name="Ink 20">
                <a:extLst>
                  <a:ext uri="{FF2B5EF4-FFF2-40B4-BE49-F238E27FC236}">
                    <a16:creationId xmlns:a16="http://schemas.microsoft.com/office/drawing/2014/main" id="{33C9BA92-EC09-406A-809B-57D8474101E0}"/>
                  </a:ext>
                </a:extLst>
              </p:cNvPr>
              <p:cNvPicPr/>
              <p:nvPr/>
            </p:nvPicPr>
            <p:blipFill>
              <a:blip r:embed="rId63"/>
              <a:stretch>
                <a:fillRect/>
              </a:stretch>
            </p:blipFill>
            <p:spPr>
              <a:xfrm>
                <a:off x="3096520" y="1690580"/>
                <a:ext cx="18468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2" name="Ink 21">
                <a:extLst>
                  <a:ext uri="{FF2B5EF4-FFF2-40B4-BE49-F238E27FC236}">
                    <a16:creationId xmlns:a16="http://schemas.microsoft.com/office/drawing/2014/main" id="{DDD63C50-79E4-DDE9-EA2C-2C4215B69871}"/>
                  </a:ext>
                </a:extLst>
              </p14:cNvPr>
              <p14:cNvContentPartPr/>
              <p14:nvPr/>
            </p14:nvContentPartPr>
            <p14:xfrm>
              <a:off x="3334480" y="1865180"/>
              <a:ext cx="142200" cy="76680"/>
            </p14:xfrm>
          </p:contentPart>
        </mc:Choice>
        <mc:Fallback xmlns="">
          <p:pic>
            <p:nvPicPr>
              <p:cNvPr id="22" name="Ink 21">
                <a:extLst>
                  <a:ext uri="{FF2B5EF4-FFF2-40B4-BE49-F238E27FC236}">
                    <a16:creationId xmlns:a16="http://schemas.microsoft.com/office/drawing/2014/main" id="{DDD63C50-79E4-DDE9-EA2C-2C4215B69871}"/>
                  </a:ext>
                </a:extLst>
              </p:cNvPr>
              <p:cNvPicPr/>
              <p:nvPr/>
            </p:nvPicPr>
            <p:blipFill>
              <a:blip r:embed="rId65"/>
              <a:stretch>
                <a:fillRect/>
              </a:stretch>
            </p:blipFill>
            <p:spPr>
              <a:xfrm>
                <a:off x="3330160" y="1860860"/>
                <a:ext cx="1508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3" name="Ink 22">
                <a:extLst>
                  <a:ext uri="{FF2B5EF4-FFF2-40B4-BE49-F238E27FC236}">
                    <a16:creationId xmlns:a16="http://schemas.microsoft.com/office/drawing/2014/main" id="{B7C4D867-D2E3-CF78-5970-DFB12BAC13C9}"/>
                  </a:ext>
                </a:extLst>
              </p14:cNvPr>
              <p14:cNvContentPartPr/>
              <p14:nvPr/>
            </p14:nvContentPartPr>
            <p14:xfrm>
              <a:off x="3435640" y="1730180"/>
              <a:ext cx="50040" cy="29160"/>
            </p14:xfrm>
          </p:contentPart>
        </mc:Choice>
        <mc:Fallback xmlns="">
          <p:pic>
            <p:nvPicPr>
              <p:cNvPr id="23" name="Ink 22">
                <a:extLst>
                  <a:ext uri="{FF2B5EF4-FFF2-40B4-BE49-F238E27FC236}">
                    <a16:creationId xmlns:a16="http://schemas.microsoft.com/office/drawing/2014/main" id="{B7C4D867-D2E3-CF78-5970-DFB12BAC13C9}"/>
                  </a:ext>
                </a:extLst>
              </p:cNvPr>
              <p:cNvPicPr/>
              <p:nvPr/>
            </p:nvPicPr>
            <p:blipFill>
              <a:blip r:embed="rId67"/>
              <a:stretch>
                <a:fillRect/>
              </a:stretch>
            </p:blipFill>
            <p:spPr>
              <a:xfrm>
                <a:off x="3431320" y="1725860"/>
                <a:ext cx="586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4" name="Ink 23">
                <a:extLst>
                  <a:ext uri="{FF2B5EF4-FFF2-40B4-BE49-F238E27FC236}">
                    <a16:creationId xmlns:a16="http://schemas.microsoft.com/office/drawing/2014/main" id="{499B47ED-B1FE-8170-D055-A6444775BD30}"/>
                  </a:ext>
                </a:extLst>
              </p14:cNvPr>
              <p14:cNvContentPartPr/>
              <p14:nvPr/>
            </p14:nvContentPartPr>
            <p14:xfrm>
              <a:off x="3578560" y="1668980"/>
              <a:ext cx="196560" cy="392040"/>
            </p14:xfrm>
          </p:contentPart>
        </mc:Choice>
        <mc:Fallback xmlns="">
          <p:pic>
            <p:nvPicPr>
              <p:cNvPr id="24" name="Ink 23">
                <a:extLst>
                  <a:ext uri="{FF2B5EF4-FFF2-40B4-BE49-F238E27FC236}">
                    <a16:creationId xmlns:a16="http://schemas.microsoft.com/office/drawing/2014/main" id="{499B47ED-B1FE-8170-D055-A6444775BD30}"/>
                  </a:ext>
                </a:extLst>
              </p:cNvPr>
              <p:cNvPicPr/>
              <p:nvPr/>
            </p:nvPicPr>
            <p:blipFill>
              <a:blip r:embed="rId69"/>
              <a:stretch>
                <a:fillRect/>
              </a:stretch>
            </p:blipFill>
            <p:spPr>
              <a:xfrm>
                <a:off x="3574240" y="1664660"/>
                <a:ext cx="2052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6" name="Ink 25">
                <a:extLst>
                  <a:ext uri="{FF2B5EF4-FFF2-40B4-BE49-F238E27FC236}">
                    <a16:creationId xmlns:a16="http://schemas.microsoft.com/office/drawing/2014/main" id="{79BC98A5-F0B1-2C7A-CE7F-0ADD27DA2430}"/>
                  </a:ext>
                </a:extLst>
              </p14:cNvPr>
              <p14:cNvContentPartPr/>
              <p14:nvPr/>
            </p14:nvContentPartPr>
            <p14:xfrm>
              <a:off x="4775920" y="1690580"/>
              <a:ext cx="300240" cy="138600"/>
            </p14:xfrm>
          </p:contentPart>
        </mc:Choice>
        <mc:Fallback xmlns="">
          <p:pic>
            <p:nvPicPr>
              <p:cNvPr id="26" name="Ink 25">
                <a:extLst>
                  <a:ext uri="{FF2B5EF4-FFF2-40B4-BE49-F238E27FC236}">
                    <a16:creationId xmlns:a16="http://schemas.microsoft.com/office/drawing/2014/main" id="{79BC98A5-F0B1-2C7A-CE7F-0ADD27DA2430}"/>
                  </a:ext>
                </a:extLst>
              </p:cNvPr>
              <p:cNvPicPr/>
              <p:nvPr/>
            </p:nvPicPr>
            <p:blipFill>
              <a:blip r:embed="rId71"/>
              <a:stretch>
                <a:fillRect/>
              </a:stretch>
            </p:blipFill>
            <p:spPr>
              <a:xfrm>
                <a:off x="4771600" y="1686260"/>
                <a:ext cx="3088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7" name="Ink 26">
                <a:extLst>
                  <a:ext uri="{FF2B5EF4-FFF2-40B4-BE49-F238E27FC236}">
                    <a16:creationId xmlns:a16="http://schemas.microsoft.com/office/drawing/2014/main" id="{7129293A-750D-0DB9-C018-D969540DD329}"/>
                  </a:ext>
                </a:extLst>
              </p14:cNvPr>
              <p14:cNvContentPartPr/>
              <p14:nvPr/>
            </p14:nvContentPartPr>
            <p14:xfrm>
              <a:off x="5113240" y="1589060"/>
              <a:ext cx="342360" cy="481320"/>
            </p14:xfrm>
          </p:contentPart>
        </mc:Choice>
        <mc:Fallback xmlns="">
          <p:pic>
            <p:nvPicPr>
              <p:cNvPr id="27" name="Ink 26">
                <a:extLst>
                  <a:ext uri="{FF2B5EF4-FFF2-40B4-BE49-F238E27FC236}">
                    <a16:creationId xmlns:a16="http://schemas.microsoft.com/office/drawing/2014/main" id="{7129293A-750D-0DB9-C018-D969540DD329}"/>
                  </a:ext>
                </a:extLst>
              </p:cNvPr>
              <p:cNvPicPr/>
              <p:nvPr/>
            </p:nvPicPr>
            <p:blipFill>
              <a:blip r:embed="rId73"/>
              <a:stretch>
                <a:fillRect/>
              </a:stretch>
            </p:blipFill>
            <p:spPr>
              <a:xfrm>
                <a:off x="5108920" y="1584740"/>
                <a:ext cx="35100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8" name="Ink 27">
                <a:extLst>
                  <a:ext uri="{FF2B5EF4-FFF2-40B4-BE49-F238E27FC236}">
                    <a16:creationId xmlns:a16="http://schemas.microsoft.com/office/drawing/2014/main" id="{0C8FDEE9-2F97-FBDC-0DCC-46713146EAAA}"/>
                  </a:ext>
                </a:extLst>
              </p14:cNvPr>
              <p14:cNvContentPartPr/>
              <p14:nvPr/>
            </p14:nvContentPartPr>
            <p14:xfrm>
              <a:off x="5477200" y="1822340"/>
              <a:ext cx="101160" cy="102600"/>
            </p14:xfrm>
          </p:contentPart>
        </mc:Choice>
        <mc:Fallback xmlns="">
          <p:pic>
            <p:nvPicPr>
              <p:cNvPr id="28" name="Ink 27">
                <a:extLst>
                  <a:ext uri="{FF2B5EF4-FFF2-40B4-BE49-F238E27FC236}">
                    <a16:creationId xmlns:a16="http://schemas.microsoft.com/office/drawing/2014/main" id="{0C8FDEE9-2F97-FBDC-0DCC-46713146EAAA}"/>
                  </a:ext>
                </a:extLst>
              </p:cNvPr>
              <p:cNvPicPr/>
              <p:nvPr/>
            </p:nvPicPr>
            <p:blipFill>
              <a:blip r:embed="rId75"/>
              <a:stretch>
                <a:fillRect/>
              </a:stretch>
            </p:blipFill>
            <p:spPr>
              <a:xfrm>
                <a:off x="5472880" y="1818020"/>
                <a:ext cx="1098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9" name="Ink 28">
                <a:extLst>
                  <a:ext uri="{FF2B5EF4-FFF2-40B4-BE49-F238E27FC236}">
                    <a16:creationId xmlns:a16="http://schemas.microsoft.com/office/drawing/2014/main" id="{2B9AB9C9-3902-93B5-189E-2288E1B20C6F}"/>
                  </a:ext>
                </a:extLst>
              </p14:cNvPr>
              <p14:cNvContentPartPr/>
              <p14:nvPr/>
            </p14:nvContentPartPr>
            <p14:xfrm>
              <a:off x="5581240" y="1730180"/>
              <a:ext cx="20520" cy="14760"/>
            </p14:xfrm>
          </p:contentPart>
        </mc:Choice>
        <mc:Fallback xmlns="">
          <p:pic>
            <p:nvPicPr>
              <p:cNvPr id="29" name="Ink 28">
                <a:extLst>
                  <a:ext uri="{FF2B5EF4-FFF2-40B4-BE49-F238E27FC236}">
                    <a16:creationId xmlns:a16="http://schemas.microsoft.com/office/drawing/2014/main" id="{2B9AB9C9-3902-93B5-189E-2288E1B20C6F}"/>
                  </a:ext>
                </a:extLst>
              </p:cNvPr>
              <p:cNvPicPr/>
              <p:nvPr/>
            </p:nvPicPr>
            <p:blipFill>
              <a:blip r:embed="rId77"/>
              <a:stretch>
                <a:fillRect/>
              </a:stretch>
            </p:blipFill>
            <p:spPr>
              <a:xfrm>
                <a:off x="5576920" y="1725860"/>
                <a:ext cx="291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0" name="Ink 29">
                <a:extLst>
                  <a:ext uri="{FF2B5EF4-FFF2-40B4-BE49-F238E27FC236}">
                    <a16:creationId xmlns:a16="http://schemas.microsoft.com/office/drawing/2014/main" id="{0ACA0340-BB32-35BB-6724-09596AAFF7F0}"/>
                  </a:ext>
                </a:extLst>
              </p14:cNvPr>
              <p14:cNvContentPartPr/>
              <p14:nvPr/>
            </p14:nvContentPartPr>
            <p14:xfrm>
              <a:off x="5792200" y="1753580"/>
              <a:ext cx="42120" cy="148680"/>
            </p14:xfrm>
          </p:contentPart>
        </mc:Choice>
        <mc:Fallback xmlns="">
          <p:pic>
            <p:nvPicPr>
              <p:cNvPr id="30" name="Ink 29">
                <a:extLst>
                  <a:ext uri="{FF2B5EF4-FFF2-40B4-BE49-F238E27FC236}">
                    <a16:creationId xmlns:a16="http://schemas.microsoft.com/office/drawing/2014/main" id="{0ACA0340-BB32-35BB-6724-09596AAFF7F0}"/>
                  </a:ext>
                </a:extLst>
              </p:cNvPr>
              <p:cNvPicPr/>
              <p:nvPr/>
            </p:nvPicPr>
            <p:blipFill>
              <a:blip r:embed="rId79"/>
              <a:stretch>
                <a:fillRect/>
              </a:stretch>
            </p:blipFill>
            <p:spPr>
              <a:xfrm>
                <a:off x="5787880" y="1749260"/>
                <a:ext cx="507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1" name="Ink 30">
                <a:extLst>
                  <a:ext uri="{FF2B5EF4-FFF2-40B4-BE49-F238E27FC236}">
                    <a16:creationId xmlns:a16="http://schemas.microsoft.com/office/drawing/2014/main" id="{5B47B6FD-EE8B-D989-78C8-A7C880E9A170}"/>
                  </a:ext>
                </a:extLst>
              </p14:cNvPr>
              <p14:cNvContentPartPr/>
              <p14:nvPr/>
            </p14:nvContentPartPr>
            <p14:xfrm>
              <a:off x="5744680" y="1789580"/>
              <a:ext cx="145440" cy="23760"/>
            </p14:xfrm>
          </p:contentPart>
        </mc:Choice>
        <mc:Fallback xmlns="">
          <p:pic>
            <p:nvPicPr>
              <p:cNvPr id="31" name="Ink 30">
                <a:extLst>
                  <a:ext uri="{FF2B5EF4-FFF2-40B4-BE49-F238E27FC236}">
                    <a16:creationId xmlns:a16="http://schemas.microsoft.com/office/drawing/2014/main" id="{5B47B6FD-EE8B-D989-78C8-A7C880E9A170}"/>
                  </a:ext>
                </a:extLst>
              </p:cNvPr>
              <p:cNvPicPr/>
              <p:nvPr/>
            </p:nvPicPr>
            <p:blipFill>
              <a:blip r:embed="rId81"/>
              <a:stretch>
                <a:fillRect/>
              </a:stretch>
            </p:blipFill>
            <p:spPr>
              <a:xfrm>
                <a:off x="5740360" y="1785260"/>
                <a:ext cx="1540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2" name="Ink 31">
                <a:extLst>
                  <a:ext uri="{FF2B5EF4-FFF2-40B4-BE49-F238E27FC236}">
                    <a16:creationId xmlns:a16="http://schemas.microsoft.com/office/drawing/2014/main" id="{EE3769EA-C9EA-6ECC-1B0A-4F41A944D02E}"/>
                  </a:ext>
                </a:extLst>
              </p14:cNvPr>
              <p14:cNvContentPartPr/>
              <p14:nvPr/>
            </p14:nvContentPartPr>
            <p14:xfrm>
              <a:off x="6056800" y="1675460"/>
              <a:ext cx="34920" cy="201600"/>
            </p14:xfrm>
          </p:contentPart>
        </mc:Choice>
        <mc:Fallback xmlns="">
          <p:pic>
            <p:nvPicPr>
              <p:cNvPr id="32" name="Ink 31">
                <a:extLst>
                  <a:ext uri="{FF2B5EF4-FFF2-40B4-BE49-F238E27FC236}">
                    <a16:creationId xmlns:a16="http://schemas.microsoft.com/office/drawing/2014/main" id="{EE3769EA-C9EA-6ECC-1B0A-4F41A944D02E}"/>
                  </a:ext>
                </a:extLst>
              </p:cNvPr>
              <p:cNvPicPr/>
              <p:nvPr/>
            </p:nvPicPr>
            <p:blipFill>
              <a:blip r:embed="rId83"/>
              <a:stretch>
                <a:fillRect/>
              </a:stretch>
            </p:blipFill>
            <p:spPr>
              <a:xfrm>
                <a:off x="6052480" y="1671140"/>
                <a:ext cx="435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3" name="Ink 32">
                <a:extLst>
                  <a:ext uri="{FF2B5EF4-FFF2-40B4-BE49-F238E27FC236}">
                    <a16:creationId xmlns:a16="http://schemas.microsoft.com/office/drawing/2014/main" id="{C620BD40-7E03-ABD2-91B3-CD0CA7845B48}"/>
                  </a:ext>
                </a:extLst>
              </p14:cNvPr>
              <p14:cNvContentPartPr/>
              <p14:nvPr/>
            </p14:nvContentPartPr>
            <p14:xfrm>
              <a:off x="6104320" y="1502300"/>
              <a:ext cx="282960" cy="515880"/>
            </p14:xfrm>
          </p:contentPart>
        </mc:Choice>
        <mc:Fallback xmlns="">
          <p:pic>
            <p:nvPicPr>
              <p:cNvPr id="33" name="Ink 32">
                <a:extLst>
                  <a:ext uri="{FF2B5EF4-FFF2-40B4-BE49-F238E27FC236}">
                    <a16:creationId xmlns:a16="http://schemas.microsoft.com/office/drawing/2014/main" id="{C620BD40-7E03-ABD2-91B3-CD0CA7845B48}"/>
                  </a:ext>
                </a:extLst>
              </p:cNvPr>
              <p:cNvPicPr/>
              <p:nvPr/>
            </p:nvPicPr>
            <p:blipFill>
              <a:blip r:embed="rId85"/>
              <a:stretch>
                <a:fillRect/>
              </a:stretch>
            </p:blipFill>
            <p:spPr>
              <a:xfrm>
                <a:off x="6100000" y="1497980"/>
                <a:ext cx="29160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5" name="Ink 34">
                <a:extLst>
                  <a:ext uri="{FF2B5EF4-FFF2-40B4-BE49-F238E27FC236}">
                    <a16:creationId xmlns:a16="http://schemas.microsoft.com/office/drawing/2014/main" id="{E4783FE1-4240-3060-096C-A1D8B75679AC}"/>
                  </a:ext>
                </a:extLst>
              </p14:cNvPr>
              <p14:cNvContentPartPr/>
              <p14:nvPr/>
            </p14:nvContentPartPr>
            <p14:xfrm>
              <a:off x="3178960" y="2287460"/>
              <a:ext cx="23760" cy="218160"/>
            </p14:xfrm>
          </p:contentPart>
        </mc:Choice>
        <mc:Fallback xmlns="">
          <p:pic>
            <p:nvPicPr>
              <p:cNvPr id="35" name="Ink 34">
                <a:extLst>
                  <a:ext uri="{FF2B5EF4-FFF2-40B4-BE49-F238E27FC236}">
                    <a16:creationId xmlns:a16="http://schemas.microsoft.com/office/drawing/2014/main" id="{E4783FE1-4240-3060-096C-A1D8B75679AC}"/>
                  </a:ext>
                </a:extLst>
              </p:cNvPr>
              <p:cNvPicPr/>
              <p:nvPr/>
            </p:nvPicPr>
            <p:blipFill>
              <a:blip r:embed="rId87"/>
              <a:stretch>
                <a:fillRect/>
              </a:stretch>
            </p:blipFill>
            <p:spPr>
              <a:xfrm>
                <a:off x="3174640" y="2283140"/>
                <a:ext cx="324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6" name="Ink 35">
                <a:extLst>
                  <a:ext uri="{FF2B5EF4-FFF2-40B4-BE49-F238E27FC236}">
                    <a16:creationId xmlns:a16="http://schemas.microsoft.com/office/drawing/2014/main" id="{383994B8-5656-7CB2-5A5E-931EAE5BE787}"/>
                  </a:ext>
                </a:extLst>
              </p14:cNvPr>
              <p14:cNvContentPartPr/>
              <p14:nvPr/>
            </p14:nvContentPartPr>
            <p14:xfrm>
              <a:off x="3176440" y="2223740"/>
              <a:ext cx="659880" cy="320760"/>
            </p14:xfrm>
          </p:contentPart>
        </mc:Choice>
        <mc:Fallback xmlns="">
          <p:pic>
            <p:nvPicPr>
              <p:cNvPr id="36" name="Ink 35">
                <a:extLst>
                  <a:ext uri="{FF2B5EF4-FFF2-40B4-BE49-F238E27FC236}">
                    <a16:creationId xmlns:a16="http://schemas.microsoft.com/office/drawing/2014/main" id="{383994B8-5656-7CB2-5A5E-931EAE5BE787}"/>
                  </a:ext>
                </a:extLst>
              </p:cNvPr>
              <p:cNvPicPr/>
              <p:nvPr/>
            </p:nvPicPr>
            <p:blipFill>
              <a:blip r:embed="rId89"/>
              <a:stretch>
                <a:fillRect/>
              </a:stretch>
            </p:blipFill>
            <p:spPr>
              <a:xfrm>
                <a:off x="3172120" y="2219420"/>
                <a:ext cx="66852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FF4925A0-4C4D-5F08-38BB-41CCEEE6435A}"/>
                  </a:ext>
                </a:extLst>
              </p14:cNvPr>
              <p14:cNvContentPartPr/>
              <p14:nvPr/>
            </p14:nvContentPartPr>
            <p14:xfrm>
              <a:off x="4430320" y="2091620"/>
              <a:ext cx="59760" cy="86040"/>
            </p14:xfrm>
          </p:contentPart>
        </mc:Choice>
        <mc:Fallback xmlns="">
          <p:pic>
            <p:nvPicPr>
              <p:cNvPr id="61" name="Ink 60">
                <a:extLst>
                  <a:ext uri="{FF2B5EF4-FFF2-40B4-BE49-F238E27FC236}">
                    <a16:creationId xmlns:a16="http://schemas.microsoft.com/office/drawing/2014/main" id="{FF4925A0-4C4D-5F08-38BB-41CCEEE6435A}"/>
                  </a:ext>
                </a:extLst>
              </p:cNvPr>
              <p:cNvPicPr/>
              <p:nvPr/>
            </p:nvPicPr>
            <p:blipFill>
              <a:blip r:embed="rId91"/>
              <a:stretch>
                <a:fillRect/>
              </a:stretch>
            </p:blipFill>
            <p:spPr>
              <a:xfrm>
                <a:off x="4426000" y="2087300"/>
                <a:ext cx="684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06FD2EEF-6E6B-9911-BD2F-5D5B5F58A1BE}"/>
                  </a:ext>
                </a:extLst>
              </p14:cNvPr>
              <p14:cNvContentPartPr/>
              <p14:nvPr/>
            </p14:nvContentPartPr>
            <p14:xfrm>
              <a:off x="4298920" y="2000900"/>
              <a:ext cx="262080" cy="269640"/>
            </p14:xfrm>
          </p:contentPart>
        </mc:Choice>
        <mc:Fallback xmlns="">
          <p:pic>
            <p:nvPicPr>
              <p:cNvPr id="62" name="Ink 61">
                <a:extLst>
                  <a:ext uri="{FF2B5EF4-FFF2-40B4-BE49-F238E27FC236}">
                    <a16:creationId xmlns:a16="http://schemas.microsoft.com/office/drawing/2014/main" id="{06FD2EEF-6E6B-9911-BD2F-5D5B5F58A1BE}"/>
                  </a:ext>
                </a:extLst>
              </p:cNvPr>
              <p:cNvPicPr/>
              <p:nvPr/>
            </p:nvPicPr>
            <p:blipFill>
              <a:blip r:embed="rId93"/>
              <a:stretch>
                <a:fillRect/>
              </a:stretch>
            </p:blipFill>
            <p:spPr>
              <a:xfrm>
                <a:off x="4294600" y="1996580"/>
                <a:ext cx="2707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44D304C3-8B7E-1259-98E0-2E6972C01CDA}"/>
                  </a:ext>
                </a:extLst>
              </p14:cNvPr>
              <p14:cNvContentPartPr/>
              <p14:nvPr/>
            </p14:nvContentPartPr>
            <p14:xfrm>
              <a:off x="4023880" y="2384660"/>
              <a:ext cx="1131120" cy="186120"/>
            </p14:xfrm>
          </p:contentPart>
        </mc:Choice>
        <mc:Fallback xmlns="">
          <p:pic>
            <p:nvPicPr>
              <p:cNvPr id="63" name="Ink 62">
                <a:extLst>
                  <a:ext uri="{FF2B5EF4-FFF2-40B4-BE49-F238E27FC236}">
                    <a16:creationId xmlns:a16="http://schemas.microsoft.com/office/drawing/2014/main" id="{44D304C3-8B7E-1259-98E0-2E6972C01CDA}"/>
                  </a:ext>
                </a:extLst>
              </p:cNvPr>
              <p:cNvPicPr/>
              <p:nvPr/>
            </p:nvPicPr>
            <p:blipFill>
              <a:blip r:embed="rId95"/>
              <a:stretch>
                <a:fillRect/>
              </a:stretch>
            </p:blipFill>
            <p:spPr>
              <a:xfrm>
                <a:off x="4019560" y="2380340"/>
                <a:ext cx="113976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0F6BFAD5-78AC-98B9-84D5-8FA4DF21400D}"/>
                  </a:ext>
                </a:extLst>
              </p14:cNvPr>
              <p14:cNvContentPartPr/>
              <p14:nvPr/>
            </p14:nvContentPartPr>
            <p14:xfrm>
              <a:off x="3930640" y="2372420"/>
              <a:ext cx="139680" cy="109440"/>
            </p14:xfrm>
          </p:contentPart>
        </mc:Choice>
        <mc:Fallback xmlns="">
          <p:pic>
            <p:nvPicPr>
              <p:cNvPr id="64" name="Ink 63">
                <a:extLst>
                  <a:ext uri="{FF2B5EF4-FFF2-40B4-BE49-F238E27FC236}">
                    <a16:creationId xmlns:a16="http://schemas.microsoft.com/office/drawing/2014/main" id="{0F6BFAD5-78AC-98B9-84D5-8FA4DF21400D}"/>
                  </a:ext>
                </a:extLst>
              </p:cNvPr>
              <p:cNvPicPr/>
              <p:nvPr/>
            </p:nvPicPr>
            <p:blipFill>
              <a:blip r:embed="rId97"/>
              <a:stretch>
                <a:fillRect/>
              </a:stretch>
            </p:blipFill>
            <p:spPr>
              <a:xfrm>
                <a:off x="3926320" y="2368100"/>
                <a:ext cx="148320" cy="118080"/>
              </a:xfrm>
              <a:prstGeom prst="rect">
                <a:avLst/>
              </a:prstGeom>
            </p:spPr>
          </p:pic>
        </mc:Fallback>
      </mc:AlternateContent>
      <p:grpSp>
        <p:nvGrpSpPr>
          <p:cNvPr id="69" name="Group 68">
            <a:extLst>
              <a:ext uri="{FF2B5EF4-FFF2-40B4-BE49-F238E27FC236}">
                <a16:creationId xmlns:a16="http://schemas.microsoft.com/office/drawing/2014/main" id="{B5436E39-24BF-A55C-72C0-3F9B65920738}"/>
              </a:ext>
            </a:extLst>
          </p:cNvPr>
          <p:cNvGrpSpPr/>
          <p:nvPr/>
        </p:nvGrpSpPr>
        <p:grpSpPr>
          <a:xfrm>
            <a:off x="5304760" y="2151380"/>
            <a:ext cx="823680" cy="1283760"/>
            <a:chOff x="5304760" y="2151380"/>
            <a:chExt cx="823680" cy="1283760"/>
          </a:xfrm>
        </p:grpSpPr>
        <mc:AlternateContent xmlns:mc="http://schemas.openxmlformats.org/markup-compatibility/2006" xmlns:p14="http://schemas.microsoft.com/office/powerpoint/2010/main">
          <mc:Choice Requires="p14">
            <p:contentPart p14:bwMode="auto" r:id="rId98">
              <p14:nvContentPartPr>
                <p14:cNvPr id="37" name="Ink 36">
                  <a:extLst>
                    <a:ext uri="{FF2B5EF4-FFF2-40B4-BE49-F238E27FC236}">
                      <a16:creationId xmlns:a16="http://schemas.microsoft.com/office/drawing/2014/main" id="{F804C32A-826D-B983-48CD-685154BE55C0}"/>
                    </a:ext>
                  </a:extLst>
                </p14:cNvPr>
                <p14:cNvContentPartPr/>
                <p14:nvPr/>
              </p14:nvContentPartPr>
              <p14:xfrm>
                <a:off x="5309080" y="2241740"/>
                <a:ext cx="52920" cy="281520"/>
              </p14:xfrm>
            </p:contentPart>
          </mc:Choice>
          <mc:Fallback xmlns="">
            <p:pic>
              <p:nvPicPr>
                <p:cNvPr id="37" name="Ink 36">
                  <a:extLst>
                    <a:ext uri="{FF2B5EF4-FFF2-40B4-BE49-F238E27FC236}">
                      <a16:creationId xmlns:a16="http://schemas.microsoft.com/office/drawing/2014/main" id="{F804C32A-826D-B983-48CD-685154BE55C0}"/>
                    </a:ext>
                  </a:extLst>
                </p:cNvPr>
                <p:cNvPicPr/>
                <p:nvPr/>
              </p:nvPicPr>
              <p:blipFill>
                <a:blip r:embed="rId99"/>
                <a:stretch>
                  <a:fillRect/>
                </a:stretch>
              </p:blipFill>
              <p:spPr>
                <a:xfrm>
                  <a:off x="5304760" y="2237420"/>
                  <a:ext cx="615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8" name="Ink 37">
                  <a:extLst>
                    <a:ext uri="{FF2B5EF4-FFF2-40B4-BE49-F238E27FC236}">
                      <a16:creationId xmlns:a16="http://schemas.microsoft.com/office/drawing/2014/main" id="{AC12390E-55C8-4A5B-EDA2-039E8C36537C}"/>
                    </a:ext>
                  </a:extLst>
                </p14:cNvPr>
                <p14:cNvContentPartPr/>
                <p14:nvPr/>
              </p14:nvContentPartPr>
              <p14:xfrm>
                <a:off x="5304760" y="2151380"/>
                <a:ext cx="823680" cy="371160"/>
              </p14:xfrm>
            </p:contentPart>
          </mc:Choice>
          <mc:Fallback xmlns="">
            <p:pic>
              <p:nvPicPr>
                <p:cNvPr id="38" name="Ink 37">
                  <a:extLst>
                    <a:ext uri="{FF2B5EF4-FFF2-40B4-BE49-F238E27FC236}">
                      <a16:creationId xmlns:a16="http://schemas.microsoft.com/office/drawing/2014/main" id="{AC12390E-55C8-4A5B-EDA2-039E8C36537C}"/>
                    </a:ext>
                  </a:extLst>
                </p:cNvPr>
                <p:cNvPicPr/>
                <p:nvPr/>
              </p:nvPicPr>
              <p:blipFill>
                <a:blip r:embed="rId101"/>
                <a:stretch>
                  <a:fillRect/>
                </a:stretch>
              </p:blipFill>
              <p:spPr>
                <a:xfrm>
                  <a:off x="5300440" y="2147060"/>
                  <a:ext cx="83232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7339172F-A24D-81B3-4E8E-617FC365D04B}"/>
                    </a:ext>
                  </a:extLst>
                </p14:cNvPr>
                <p14:cNvContentPartPr/>
                <p14:nvPr/>
              </p14:nvContentPartPr>
              <p14:xfrm>
                <a:off x="5476120" y="2561780"/>
                <a:ext cx="306360" cy="873360"/>
              </p14:xfrm>
            </p:contentPart>
          </mc:Choice>
          <mc:Fallback xmlns="">
            <p:pic>
              <p:nvPicPr>
                <p:cNvPr id="66" name="Ink 65">
                  <a:extLst>
                    <a:ext uri="{FF2B5EF4-FFF2-40B4-BE49-F238E27FC236}">
                      <a16:creationId xmlns:a16="http://schemas.microsoft.com/office/drawing/2014/main" id="{7339172F-A24D-81B3-4E8E-617FC365D04B}"/>
                    </a:ext>
                  </a:extLst>
                </p:cNvPr>
                <p:cNvPicPr/>
                <p:nvPr/>
              </p:nvPicPr>
              <p:blipFill>
                <a:blip r:embed="rId103"/>
                <a:stretch>
                  <a:fillRect/>
                </a:stretch>
              </p:blipFill>
              <p:spPr>
                <a:xfrm>
                  <a:off x="5471800" y="2557460"/>
                  <a:ext cx="315000" cy="882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2780F1FB-4ACE-EFA2-2A20-C59E8812675C}"/>
                    </a:ext>
                  </a:extLst>
                </p14:cNvPr>
                <p14:cNvContentPartPr/>
                <p14:nvPr/>
              </p14:nvContentPartPr>
              <p14:xfrm>
                <a:off x="5913880" y="2896220"/>
                <a:ext cx="87840" cy="117360"/>
              </p14:xfrm>
            </p:contentPart>
          </mc:Choice>
          <mc:Fallback xmlns="">
            <p:pic>
              <p:nvPicPr>
                <p:cNvPr id="67" name="Ink 66">
                  <a:extLst>
                    <a:ext uri="{FF2B5EF4-FFF2-40B4-BE49-F238E27FC236}">
                      <a16:creationId xmlns:a16="http://schemas.microsoft.com/office/drawing/2014/main" id="{2780F1FB-4ACE-EFA2-2A20-C59E8812675C}"/>
                    </a:ext>
                  </a:extLst>
                </p:cNvPr>
                <p:cNvPicPr/>
                <p:nvPr/>
              </p:nvPicPr>
              <p:blipFill>
                <a:blip r:embed="rId105"/>
                <a:stretch>
                  <a:fillRect/>
                </a:stretch>
              </p:blipFill>
              <p:spPr>
                <a:xfrm>
                  <a:off x="5909560" y="2891900"/>
                  <a:ext cx="964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6CAE5B46-6E95-F35C-C0D9-29391E93487C}"/>
                    </a:ext>
                  </a:extLst>
                </p14:cNvPr>
                <p14:cNvContentPartPr/>
                <p14:nvPr/>
              </p14:nvContentPartPr>
              <p14:xfrm>
                <a:off x="5853760" y="2812340"/>
                <a:ext cx="273600" cy="270360"/>
              </p14:xfrm>
            </p:contentPart>
          </mc:Choice>
          <mc:Fallback xmlns="">
            <p:pic>
              <p:nvPicPr>
                <p:cNvPr id="68" name="Ink 67">
                  <a:extLst>
                    <a:ext uri="{FF2B5EF4-FFF2-40B4-BE49-F238E27FC236}">
                      <a16:creationId xmlns:a16="http://schemas.microsoft.com/office/drawing/2014/main" id="{6CAE5B46-6E95-F35C-C0D9-29391E93487C}"/>
                    </a:ext>
                  </a:extLst>
                </p:cNvPr>
                <p:cNvPicPr/>
                <p:nvPr/>
              </p:nvPicPr>
              <p:blipFill>
                <a:blip r:embed="rId107"/>
                <a:stretch>
                  <a:fillRect/>
                </a:stretch>
              </p:blipFill>
              <p:spPr>
                <a:xfrm>
                  <a:off x="5849440" y="2808020"/>
                  <a:ext cx="282240" cy="279000"/>
                </a:xfrm>
                <a:prstGeom prst="rect">
                  <a:avLst/>
                </a:prstGeom>
              </p:spPr>
            </p:pic>
          </mc:Fallback>
        </mc:AlternateContent>
      </p:grpSp>
      <p:grpSp>
        <p:nvGrpSpPr>
          <p:cNvPr id="122" name="Group 121">
            <a:extLst>
              <a:ext uri="{FF2B5EF4-FFF2-40B4-BE49-F238E27FC236}">
                <a16:creationId xmlns:a16="http://schemas.microsoft.com/office/drawing/2014/main" id="{3F320705-A71F-890A-AD26-B576E96C6102}"/>
              </a:ext>
            </a:extLst>
          </p:cNvPr>
          <p:cNvGrpSpPr/>
          <p:nvPr/>
        </p:nvGrpSpPr>
        <p:grpSpPr>
          <a:xfrm>
            <a:off x="415960" y="3338300"/>
            <a:ext cx="2512080" cy="1222560"/>
            <a:chOff x="415960" y="3338300"/>
            <a:chExt cx="2512080" cy="1222560"/>
          </a:xfrm>
        </p:grpSpPr>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AC625A56-CE53-239B-A6CD-7588212D26E9}"/>
                    </a:ext>
                  </a:extLst>
                </p14:cNvPr>
                <p14:cNvContentPartPr/>
                <p14:nvPr/>
              </p14:nvContentPartPr>
              <p14:xfrm>
                <a:off x="450880" y="3338300"/>
                <a:ext cx="148320" cy="280440"/>
              </p14:xfrm>
            </p:contentPart>
          </mc:Choice>
          <mc:Fallback xmlns="">
            <p:pic>
              <p:nvPicPr>
                <p:cNvPr id="70" name="Ink 69">
                  <a:extLst>
                    <a:ext uri="{FF2B5EF4-FFF2-40B4-BE49-F238E27FC236}">
                      <a16:creationId xmlns:a16="http://schemas.microsoft.com/office/drawing/2014/main" id="{AC625A56-CE53-239B-A6CD-7588212D26E9}"/>
                    </a:ext>
                  </a:extLst>
                </p:cNvPr>
                <p:cNvPicPr/>
                <p:nvPr/>
              </p:nvPicPr>
              <p:blipFill>
                <a:blip r:embed="rId109"/>
                <a:stretch>
                  <a:fillRect/>
                </a:stretch>
              </p:blipFill>
              <p:spPr>
                <a:xfrm>
                  <a:off x="446560" y="3333980"/>
                  <a:ext cx="15696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AE49141F-61DC-AC05-B4B4-11D14C711F54}"/>
                    </a:ext>
                  </a:extLst>
                </p14:cNvPr>
                <p14:cNvContentPartPr/>
                <p14:nvPr/>
              </p14:nvContentPartPr>
              <p14:xfrm>
                <a:off x="415960" y="3451700"/>
                <a:ext cx="182520" cy="24120"/>
              </p14:xfrm>
            </p:contentPart>
          </mc:Choice>
          <mc:Fallback xmlns="">
            <p:pic>
              <p:nvPicPr>
                <p:cNvPr id="71" name="Ink 70">
                  <a:extLst>
                    <a:ext uri="{FF2B5EF4-FFF2-40B4-BE49-F238E27FC236}">
                      <a16:creationId xmlns:a16="http://schemas.microsoft.com/office/drawing/2014/main" id="{AE49141F-61DC-AC05-B4B4-11D14C711F54}"/>
                    </a:ext>
                  </a:extLst>
                </p:cNvPr>
                <p:cNvPicPr/>
                <p:nvPr/>
              </p:nvPicPr>
              <p:blipFill>
                <a:blip r:embed="rId111"/>
                <a:stretch>
                  <a:fillRect/>
                </a:stretch>
              </p:blipFill>
              <p:spPr>
                <a:xfrm>
                  <a:off x="411640" y="3447380"/>
                  <a:ext cx="1911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24DDCE38-D88E-D977-3EE3-2BA1DF7F3CB8}"/>
                    </a:ext>
                  </a:extLst>
                </p14:cNvPr>
                <p14:cNvContentPartPr/>
                <p14:nvPr/>
              </p14:nvContentPartPr>
              <p14:xfrm>
                <a:off x="578320" y="3500660"/>
                <a:ext cx="79920" cy="75240"/>
              </p14:xfrm>
            </p:contentPart>
          </mc:Choice>
          <mc:Fallback xmlns="">
            <p:pic>
              <p:nvPicPr>
                <p:cNvPr id="72" name="Ink 71">
                  <a:extLst>
                    <a:ext uri="{FF2B5EF4-FFF2-40B4-BE49-F238E27FC236}">
                      <a16:creationId xmlns:a16="http://schemas.microsoft.com/office/drawing/2014/main" id="{24DDCE38-D88E-D977-3EE3-2BA1DF7F3CB8}"/>
                    </a:ext>
                  </a:extLst>
                </p:cNvPr>
                <p:cNvPicPr/>
                <p:nvPr/>
              </p:nvPicPr>
              <p:blipFill>
                <a:blip r:embed="rId113"/>
                <a:stretch>
                  <a:fillRect/>
                </a:stretch>
              </p:blipFill>
              <p:spPr>
                <a:xfrm>
                  <a:off x="574000" y="3496340"/>
                  <a:ext cx="885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A1436A3C-5784-8D0B-C901-B056E17A8067}"/>
                    </a:ext>
                  </a:extLst>
                </p14:cNvPr>
                <p14:cNvContentPartPr/>
                <p14:nvPr/>
              </p14:nvContentPartPr>
              <p14:xfrm>
                <a:off x="695680" y="3518660"/>
                <a:ext cx="213840" cy="82800"/>
              </p14:xfrm>
            </p:contentPart>
          </mc:Choice>
          <mc:Fallback xmlns="">
            <p:pic>
              <p:nvPicPr>
                <p:cNvPr id="73" name="Ink 72">
                  <a:extLst>
                    <a:ext uri="{FF2B5EF4-FFF2-40B4-BE49-F238E27FC236}">
                      <a16:creationId xmlns:a16="http://schemas.microsoft.com/office/drawing/2014/main" id="{A1436A3C-5784-8D0B-C901-B056E17A8067}"/>
                    </a:ext>
                  </a:extLst>
                </p:cNvPr>
                <p:cNvPicPr/>
                <p:nvPr/>
              </p:nvPicPr>
              <p:blipFill>
                <a:blip r:embed="rId115"/>
                <a:stretch>
                  <a:fillRect/>
                </a:stretch>
              </p:blipFill>
              <p:spPr>
                <a:xfrm>
                  <a:off x="691360" y="3514340"/>
                  <a:ext cx="2224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647A9670-37B0-BB8E-D07A-6657FFF58017}"/>
                    </a:ext>
                  </a:extLst>
                </p14:cNvPr>
                <p14:cNvContentPartPr/>
                <p14:nvPr/>
              </p14:nvContentPartPr>
              <p14:xfrm>
                <a:off x="894760" y="3493820"/>
                <a:ext cx="36360" cy="236520"/>
              </p14:xfrm>
            </p:contentPart>
          </mc:Choice>
          <mc:Fallback xmlns="">
            <p:pic>
              <p:nvPicPr>
                <p:cNvPr id="74" name="Ink 73">
                  <a:extLst>
                    <a:ext uri="{FF2B5EF4-FFF2-40B4-BE49-F238E27FC236}">
                      <a16:creationId xmlns:a16="http://schemas.microsoft.com/office/drawing/2014/main" id="{647A9670-37B0-BB8E-D07A-6657FFF58017}"/>
                    </a:ext>
                  </a:extLst>
                </p:cNvPr>
                <p:cNvPicPr/>
                <p:nvPr/>
              </p:nvPicPr>
              <p:blipFill>
                <a:blip r:embed="rId117"/>
                <a:stretch>
                  <a:fillRect/>
                </a:stretch>
              </p:blipFill>
              <p:spPr>
                <a:xfrm>
                  <a:off x="890440" y="3489500"/>
                  <a:ext cx="45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EB530BED-8DC8-A356-469E-E00B4884AF59}"/>
                    </a:ext>
                  </a:extLst>
                </p14:cNvPr>
                <p14:cNvContentPartPr/>
                <p14:nvPr/>
              </p14:nvContentPartPr>
              <p14:xfrm>
                <a:off x="941920" y="3511820"/>
                <a:ext cx="97560" cy="42480"/>
              </p14:xfrm>
            </p:contentPart>
          </mc:Choice>
          <mc:Fallback xmlns="">
            <p:pic>
              <p:nvPicPr>
                <p:cNvPr id="75" name="Ink 74">
                  <a:extLst>
                    <a:ext uri="{FF2B5EF4-FFF2-40B4-BE49-F238E27FC236}">
                      <a16:creationId xmlns:a16="http://schemas.microsoft.com/office/drawing/2014/main" id="{EB530BED-8DC8-A356-469E-E00B4884AF59}"/>
                    </a:ext>
                  </a:extLst>
                </p:cNvPr>
                <p:cNvPicPr/>
                <p:nvPr/>
              </p:nvPicPr>
              <p:blipFill>
                <a:blip r:embed="rId119"/>
                <a:stretch>
                  <a:fillRect/>
                </a:stretch>
              </p:blipFill>
              <p:spPr>
                <a:xfrm>
                  <a:off x="937600" y="3507500"/>
                  <a:ext cx="1062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6" name="Ink 75">
                  <a:extLst>
                    <a:ext uri="{FF2B5EF4-FFF2-40B4-BE49-F238E27FC236}">
                      <a16:creationId xmlns:a16="http://schemas.microsoft.com/office/drawing/2014/main" id="{A5B87163-19D0-722C-CA74-6242A9E850B7}"/>
                    </a:ext>
                  </a:extLst>
                </p14:cNvPr>
                <p14:cNvContentPartPr/>
                <p14:nvPr/>
              </p14:nvContentPartPr>
              <p14:xfrm>
                <a:off x="1161880" y="3484820"/>
                <a:ext cx="92160" cy="18720"/>
              </p14:xfrm>
            </p:contentPart>
          </mc:Choice>
          <mc:Fallback xmlns="">
            <p:pic>
              <p:nvPicPr>
                <p:cNvPr id="76" name="Ink 75">
                  <a:extLst>
                    <a:ext uri="{FF2B5EF4-FFF2-40B4-BE49-F238E27FC236}">
                      <a16:creationId xmlns:a16="http://schemas.microsoft.com/office/drawing/2014/main" id="{A5B87163-19D0-722C-CA74-6242A9E850B7}"/>
                    </a:ext>
                  </a:extLst>
                </p:cNvPr>
                <p:cNvPicPr/>
                <p:nvPr/>
              </p:nvPicPr>
              <p:blipFill>
                <a:blip r:embed="rId121"/>
                <a:stretch>
                  <a:fillRect/>
                </a:stretch>
              </p:blipFill>
              <p:spPr>
                <a:xfrm>
                  <a:off x="1157560" y="3480500"/>
                  <a:ext cx="100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7" name="Ink 76">
                  <a:extLst>
                    <a:ext uri="{FF2B5EF4-FFF2-40B4-BE49-F238E27FC236}">
                      <a16:creationId xmlns:a16="http://schemas.microsoft.com/office/drawing/2014/main" id="{AF7514E7-F0DD-41CF-3FA0-A80C063CE891}"/>
                    </a:ext>
                  </a:extLst>
                </p14:cNvPr>
                <p14:cNvContentPartPr/>
                <p14:nvPr/>
              </p14:nvContentPartPr>
              <p14:xfrm>
                <a:off x="1148200" y="3573020"/>
                <a:ext cx="117360" cy="18000"/>
              </p14:xfrm>
            </p:contentPart>
          </mc:Choice>
          <mc:Fallback xmlns="">
            <p:pic>
              <p:nvPicPr>
                <p:cNvPr id="77" name="Ink 76">
                  <a:extLst>
                    <a:ext uri="{FF2B5EF4-FFF2-40B4-BE49-F238E27FC236}">
                      <a16:creationId xmlns:a16="http://schemas.microsoft.com/office/drawing/2014/main" id="{AF7514E7-F0DD-41CF-3FA0-A80C063CE891}"/>
                    </a:ext>
                  </a:extLst>
                </p:cNvPr>
                <p:cNvPicPr/>
                <p:nvPr/>
              </p:nvPicPr>
              <p:blipFill>
                <a:blip r:embed="rId123"/>
                <a:stretch>
                  <a:fillRect/>
                </a:stretch>
              </p:blipFill>
              <p:spPr>
                <a:xfrm>
                  <a:off x="1143880" y="3568700"/>
                  <a:ext cx="126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8" name="Ink 77">
                  <a:extLst>
                    <a:ext uri="{FF2B5EF4-FFF2-40B4-BE49-F238E27FC236}">
                      <a16:creationId xmlns:a16="http://schemas.microsoft.com/office/drawing/2014/main" id="{D80CE819-2A0B-2F76-C0EB-361B4F4DC41D}"/>
                    </a:ext>
                  </a:extLst>
                </p14:cNvPr>
                <p14:cNvContentPartPr/>
                <p14:nvPr/>
              </p14:nvContentPartPr>
              <p14:xfrm>
                <a:off x="1465720" y="3457100"/>
                <a:ext cx="147960" cy="84600"/>
              </p14:xfrm>
            </p:contentPart>
          </mc:Choice>
          <mc:Fallback xmlns="">
            <p:pic>
              <p:nvPicPr>
                <p:cNvPr id="78" name="Ink 77">
                  <a:extLst>
                    <a:ext uri="{FF2B5EF4-FFF2-40B4-BE49-F238E27FC236}">
                      <a16:creationId xmlns:a16="http://schemas.microsoft.com/office/drawing/2014/main" id="{D80CE819-2A0B-2F76-C0EB-361B4F4DC41D}"/>
                    </a:ext>
                  </a:extLst>
                </p:cNvPr>
                <p:cNvPicPr/>
                <p:nvPr/>
              </p:nvPicPr>
              <p:blipFill>
                <a:blip r:embed="rId125"/>
                <a:stretch>
                  <a:fillRect/>
                </a:stretch>
              </p:blipFill>
              <p:spPr>
                <a:xfrm>
                  <a:off x="1461400" y="3452780"/>
                  <a:ext cx="1566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9" name="Ink 78">
                  <a:extLst>
                    <a:ext uri="{FF2B5EF4-FFF2-40B4-BE49-F238E27FC236}">
                      <a16:creationId xmlns:a16="http://schemas.microsoft.com/office/drawing/2014/main" id="{EF2F7F8A-9289-CC69-E372-673D2E6B2AD2}"/>
                    </a:ext>
                  </a:extLst>
                </p14:cNvPr>
                <p14:cNvContentPartPr/>
                <p14:nvPr/>
              </p14:nvContentPartPr>
              <p14:xfrm>
                <a:off x="1649680" y="3345500"/>
                <a:ext cx="237600" cy="277560"/>
              </p14:xfrm>
            </p:contentPart>
          </mc:Choice>
          <mc:Fallback xmlns="">
            <p:pic>
              <p:nvPicPr>
                <p:cNvPr id="79" name="Ink 78">
                  <a:extLst>
                    <a:ext uri="{FF2B5EF4-FFF2-40B4-BE49-F238E27FC236}">
                      <a16:creationId xmlns:a16="http://schemas.microsoft.com/office/drawing/2014/main" id="{EF2F7F8A-9289-CC69-E372-673D2E6B2AD2}"/>
                    </a:ext>
                  </a:extLst>
                </p:cNvPr>
                <p:cNvPicPr/>
                <p:nvPr/>
              </p:nvPicPr>
              <p:blipFill>
                <a:blip r:embed="rId127"/>
                <a:stretch>
                  <a:fillRect/>
                </a:stretch>
              </p:blipFill>
              <p:spPr>
                <a:xfrm>
                  <a:off x="1645360" y="3341180"/>
                  <a:ext cx="2462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0" name="Ink 79">
                  <a:extLst>
                    <a:ext uri="{FF2B5EF4-FFF2-40B4-BE49-F238E27FC236}">
                      <a16:creationId xmlns:a16="http://schemas.microsoft.com/office/drawing/2014/main" id="{76759EFE-E581-A4B6-509F-A81992E5B407}"/>
                    </a:ext>
                  </a:extLst>
                </p14:cNvPr>
                <p14:cNvContentPartPr/>
                <p14:nvPr/>
              </p14:nvContentPartPr>
              <p14:xfrm>
                <a:off x="1882960" y="3489860"/>
                <a:ext cx="81360" cy="73800"/>
              </p14:xfrm>
            </p:contentPart>
          </mc:Choice>
          <mc:Fallback xmlns="">
            <p:pic>
              <p:nvPicPr>
                <p:cNvPr id="80" name="Ink 79">
                  <a:extLst>
                    <a:ext uri="{FF2B5EF4-FFF2-40B4-BE49-F238E27FC236}">
                      <a16:creationId xmlns:a16="http://schemas.microsoft.com/office/drawing/2014/main" id="{76759EFE-E581-A4B6-509F-A81992E5B407}"/>
                    </a:ext>
                  </a:extLst>
                </p:cNvPr>
                <p:cNvPicPr/>
                <p:nvPr/>
              </p:nvPicPr>
              <p:blipFill>
                <a:blip r:embed="rId129"/>
                <a:stretch>
                  <a:fillRect/>
                </a:stretch>
              </p:blipFill>
              <p:spPr>
                <a:xfrm>
                  <a:off x="1878640" y="3485540"/>
                  <a:ext cx="900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1" name="Ink 80">
                  <a:extLst>
                    <a:ext uri="{FF2B5EF4-FFF2-40B4-BE49-F238E27FC236}">
                      <a16:creationId xmlns:a16="http://schemas.microsoft.com/office/drawing/2014/main" id="{965EF672-2167-4461-562C-C2C77869B4B7}"/>
                    </a:ext>
                  </a:extLst>
                </p14:cNvPr>
                <p14:cNvContentPartPr/>
                <p14:nvPr/>
              </p14:nvContentPartPr>
              <p14:xfrm>
                <a:off x="1976560" y="3414260"/>
                <a:ext cx="1800" cy="10080"/>
              </p14:xfrm>
            </p:contentPart>
          </mc:Choice>
          <mc:Fallback xmlns="">
            <p:pic>
              <p:nvPicPr>
                <p:cNvPr id="81" name="Ink 80">
                  <a:extLst>
                    <a:ext uri="{FF2B5EF4-FFF2-40B4-BE49-F238E27FC236}">
                      <a16:creationId xmlns:a16="http://schemas.microsoft.com/office/drawing/2014/main" id="{965EF672-2167-4461-562C-C2C77869B4B7}"/>
                    </a:ext>
                  </a:extLst>
                </p:cNvPr>
                <p:cNvPicPr/>
                <p:nvPr/>
              </p:nvPicPr>
              <p:blipFill>
                <a:blip r:embed="rId131"/>
                <a:stretch>
                  <a:fillRect/>
                </a:stretch>
              </p:blipFill>
              <p:spPr>
                <a:xfrm>
                  <a:off x="1972240" y="3409940"/>
                  <a:ext cx="104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2" name="Ink 81">
                  <a:extLst>
                    <a:ext uri="{FF2B5EF4-FFF2-40B4-BE49-F238E27FC236}">
                      <a16:creationId xmlns:a16="http://schemas.microsoft.com/office/drawing/2014/main" id="{E3756ECF-9DE9-CA36-65B3-D7289943F663}"/>
                    </a:ext>
                  </a:extLst>
                </p14:cNvPr>
                <p14:cNvContentPartPr/>
                <p14:nvPr/>
              </p14:nvContentPartPr>
              <p14:xfrm>
                <a:off x="2051080" y="3352700"/>
                <a:ext cx="142200" cy="203040"/>
              </p14:xfrm>
            </p:contentPart>
          </mc:Choice>
          <mc:Fallback xmlns="">
            <p:pic>
              <p:nvPicPr>
                <p:cNvPr id="82" name="Ink 81">
                  <a:extLst>
                    <a:ext uri="{FF2B5EF4-FFF2-40B4-BE49-F238E27FC236}">
                      <a16:creationId xmlns:a16="http://schemas.microsoft.com/office/drawing/2014/main" id="{E3756ECF-9DE9-CA36-65B3-D7289943F663}"/>
                    </a:ext>
                  </a:extLst>
                </p:cNvPr>
                <p:cNvPicPr/>
                <p:nvPr/>
              </p:nvPicPr>
              <p:blipFill>
                <a:blip r:embed="rId133"/>
                <a:stretch>
                  <a:fillRect/>
                </a:stretch>
              </p:blipFill>
              <p:spPr>
                <a:xfrm>
                  <a:off x="2046760" y="3348380"/>
                  <a:ext cx="150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3" name="Ink 82">
                  <a:extLst>
                    <a:ext uri="{FF2B5EF4-FFF2-40B4-BE49-F238E27FC236}">
                      <a16:creationId xmlns:a16="http://schemas.microsoft.com/office/drawing/2014/main" id="{DCCF83F6-8AA6-68E4-DE1D-0BF65CC6A436}"/>
                    </a:ext>
                  </a:extLst>
                </p14:cNvPr>
                <p14:cNvContentPartPr/>
                <p14:nvPr/>
              </p14:nvContentPartPr>
              <p14:xfrm>
                <a:off x="2295160" y="3449540"/>
                <a:ext cx="16560" cy="36360"/>
              </p14:xfrm>
            </p:contentPart>
          </mc:Choice>
          <mc:Fallback xmlns="">
            <p:pic>
              <p:nvPicPr>
                <p:cNvPr id="83" name="Ink 82">
                  <a:extLst>
                    <a:ext uri="{FF2B5EF4-FFF2-40B4-BE49-F238E27FC236}">
                      <a16:creationId xmlns:a16="http://schemas.microsoft.com/office/drawing/2014/main" id="{DCCF83F6-8AA6-68E4-DE1D-0BF65CC6A436}"/>
                    </a:ext>
                  </a:extLst>
                </p:cNvPr>
                <p:cNvPicPr/>
                <p:nvPr/>
              </p:nvPicPr>
              <p:blipFill>
                <a:blip r:embed="rId135"/>
                <a:stretch>
                  <a:fillRect/>
                </a:stretch>
              </p:blipFill>
              <p:spPr>
                <a:xfrm>
                  <a:off x="2290840" y="3445220"/>
                  <a:ext cx="252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4" name="Ink 83">
                  <a:extLst>
                    <a:ext uri="{FF2B5EF4-FFF2-40B4-BE49-F238E27FC236}">
                      <a16:creationId xmlns:a16="http://schemas.microsoft.com/office/drawing/2014/main" id="{3DBD51D9-3B1F-3584-F4E5-FA332182DAD0}"/>
                    </a:ext>
                  </a:extLst>
                </p14:cNvPr>
                <p14:cNvContentPartPr/>
                <p14:nvPr/>
              </p14:nvContentPartPr>
              <p14:xfrm>
                <a:off x="2197960" y="3597860"/>
                <a:ext cx="70920" cy="125640"/>
              </p14:xfrm>
            </p:contentPart>
          </mc:Choice>
          <mc:Fallback xmlns="">
            <p:pic>
              <p:nvPicPr>
                <p:cNvPr id="84" name="Ink 83">
                  <a:extLst>
                    <a:ext uri="{FF2B5EF4-FFF2-40B4-BE49-F238E27FC236}">
                      <a16:creationId xmlns:a16="http://schemas.microsoft.com/office/drawing/2014/main" id="{3DBD51D9-3B1F-3584-F4E5-FA332182DAD0}"/>
                    </a:ext>
                  </a:extLst>
                </p:cNvPr>
                <p:cNvPicPr/>
                <p:nvPr/>
              </p:nvPicPr>
              <p:blipFill>
                <a:blip r:embed="rId137"/>
                <a:stretch>
                  <a:fillRect/>
                </a:stretch>
              </p:blipFill>
              <p:spPr>
                <a:xfrm>
                  <a:off x="2193640" y="3593540"/>
                  <a:ext cx="795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D6EDC833-598E-B87A-B0DF-0ECCD4A5B01D}"/>
                    </a:ext>
                  </a:extLst>
                </p14:cNvPr>
                <p14:cNvContentPartPr/>
                <p14:nvPr/>
              </p14:nvContentPartPr>
              <p14:xfrm>
                <a:off x="427120" y="3900260"/>
                <a:ext cx="147240" cy="96120"/>
              </p14:xfrm>
            </p:contentPart>
          </mc:Choice>
          <mc:Fallback xmlns="">
            <p:pic>
              <p:nvPicPr>
                <p:cNvPr id="86" name="Ink 85">
                  <a:extLst>
                    <a:ext uri="{FF2B5EF4-FFF2-40B4-BE49-F238E27FC236}">
                      <a16:creationId xmlns:a16="http://schemas.microsoft.com/office/drawing/2014/main" id="{D6EDC833-598E-B87A-B0DF-0ECCD4A5B01D}"/>
                    </a:ext>
                  </a:extLst>
                </p:cNvPr>
                <p:cNvPicPr/>
                <p:nvPr/>
              </p:nvPicPr>
              <p:blipFill>
                <a:blip r:embed="rId139"/>
                <a:stretch>
                  <a:fillRect/>
                </a:stretch>
              </p:blipFill>
              <p:spPr>
                <a:xfrm>
                  <a:off x="422800" y="3895940"/>
                  <a:ext cx="1558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96794608-7649-566C-2761-466F97675F59}"/>
                    </a:ext>
                  </a:extLst>
                </p14:cNvPr>
                <p14:cNvContentPartPr/>
                <p14:nvPr/>
              </p14:nvContentPartPr>
              <p14:xfrm>
                <a:off x="615040" y="3836900"/>
                <a:ext cx="161640" cy="263880"/>
              </p14:xfrm>
            </p:contentPart>
          </mc:Choice>
          <mc:Fallback xmlns="">
            <p:pic>
              <p:nvPicPr>
                <p:cNvPr id="87" name="Ink 86">
                  <a:extLst>
                    <a:ext uri="{FF2B5EF4-FFF2-40B4-BE49-F238E27FC236}">
                      <a16:creationId xmlns:a16="http://schemas.microsoft.com/office/drawing/2014/main" id="{96794608-7649-566C-2761-466F97675F59}"/>
                    </a:ext>
                  </a:extLst>
                </p:cNvPr>
                <p:cNvPicPr/>
                <p:nvPr/>
              </p:nvPicPr>
              <p:blipFill>
                <a:blip r:embed="rId141"/>
                <a:stretch>
                  <a:fillRect/>
                </a:stretch>
              </p:blipFill>
              <p:spPr>
                <a:xfrm>
                  <a:off x="610720" y="3832580"/>
                  <a:ext cx="1702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2E1C802C-6EBF-25D3-6E7A-2C53CE8C60E4}"/>
                    </a:ext>
                  </a:extLst>
                </p14:cNvPr>
                <p14:cNvContentPartPr/>
                <p14:nvPr/>
              </p14:nvContentPartPr>
              <p14:xfrm>
                <a:off x="833920" y="3933740"/>
                <a:ext cx="99000" cy="79200"/>
              </p14:xfrm>
            </p:contentPart>
          </mc:Choice>
          <mc:Fallback xmlns="">
            <p:pic>
              <p:nvPicPr>
                <p:cNvPr id="88" name="Ink 87">
                  <a:extLst>
                    <a:ext uri="{FF2B5EF4-FFF2-40B4-BE49-F238E27FC236}">
                      <a16:creationId xmlns:a16="http://schemas.microsoft.com/office/drawing/2014/main" id="{2E1C802C-6EBF-25D3-6E7A-2C53CE8C60E4}"/>
                    </a:ext>
                  </a:extLst>
                </p:cNvPr>
                <p:cNvPicPr/>
                <p:nvPr/>
              </p:nvPicPr>
              <p:blipFill>
                <a:blip r:embed="rId143"/>
                <a:stretch>
                  <a:fillRect/>
                </a:stretch>
              </p:blipFill>
              <p:spPr>
                <a:xfrm>
                  <a:off x="829600" y="3929420"/>
                  <a:ext cx="1076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A4436EF7-1EE9-5C90-31FD-6DBB5FF5140F}"/>
                    </a:ext>
                  </a:extLst>
                </p14:cNvPr>
                <p14:cNvContentPartPr/>
                <p14:nvPr/>
              </p14:nvContentPartPr>
              <p14:xfrm>
                <a:off x="908440" y="3833660"/>
                <a:ext cx="25200" cy="10080"/>
              </p14:xfrm>
            </p:contentPart>
          </mc:Choice>
          <mc:Fallback xmlns="">
            <p:pic>
              <p:nvPicPr>
                <p:cNvPr id="89" name="Ink 88">
                  <a:extLst>
                    <a:ext uri="{FF2B5EF4-FFF2-40B4-BE49-F238E27FC236}">
                      <a16:creationId xmlns:a16="http://schemas.microsoft.com/office/drawing/2014/main" id="{A4436EF7-1EE9-5C90-31FD-6DBB5FF5140F}"/>
                    </a:ext>
                  </a:extLst>
                </p:cNvPr>
                <p:cNvPicPr/>
                <p:nvPr/>
              </p:nvPicPr>
              <p:blipFill>
                <a:blip r:embed="rId145"/>
                <a:stretch>
                  <a:fillRect/>
                </a:stretch>
              </p:blipFill>
              <p:spPr>
                <a:xfrm>
                  <a:off x="904120" y="3829340"/>
                  <a:ext cx="338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A50F4112-2CB7-78D4-4CE6-7140B5F61E40}"/>
                    </a:ext>
                  </a:extLst>
                </p14:cNvPr>
                <p14:cNvContentPartPr/>
                <p14:nvPr/>
              </p14:nvContentPartPr>
              <p14:xfrm>
                <a:off x="1009960" y="3819260"/>
                <a:ext cx="99360" cy="194040"/>
              </p14:xfrm>
            </p:contentPart>
          </mc:Choice>
          <mc:Fallback xmlns="">
            <p:pic>
              <p:nvPicPr>
                <p:cNvPr id="90" name="Ink 89">
                  <a:extLst>
                    <a:ext uri="{FF2B5EF4-FFF2-40B4-BE49-F238E27FC236}">
                      <a16:creationId xmlns:a16="http://schemas.microsoft.com/office/drawing/2014/main" id="{A50F4112-2CB7-78D4-4CE6-7140B5F61E40}"/>
                    </a:ext>
                  </a:extLst>
                </p:cNvPr>
                <p:cNvPicPr/>
                <p:nvPr/>
              </p:nvPicPr>
              <p:blipFill>
                <a:blip r:embed="rId147"/>
                <a:stretch>
                  <a:fillRect/>
                </a:stretch>
              </p:blipFill>
              <p:spPr>
                <a:xfrm>
                  <a:off x="1005640" y="3814940"/>
                  <a:ext cx="1080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E266FD5A-0761-5A05-31E1-7D45B61C6B06}"/>
                    </a:ext>
                  </a:extLst>
                </p14:cNvPr>
                <p14:cNvContentPartPr/>
                <p14:nvPr/>
              </p14:nvContentPartPr>
              <p14:xfrm>
                <a:off x="1271680" y="3911420"/>
                <a:ext cx="88560" cy="34920"/>
              </p14:xfrm>
            </p:contentPart>
          </mc:Choice>
          <mc:Fallback xmlns="">
            <p:pic>
              <p:nvPicPr>
                <p:cNvPr id="91" name="Ink 90">
                  <a:extLst>
                    <a:ext uri="{FF2B5EF4-FFF2-40B4-BE49-F238E27FC236}">
                      <a16:creationId xmlns:a16="http://schemas.microsoft.com/office/drawing/2014/main" id="{E266FD5A-0761-5A05-31E1-7D45B61C6B06}"/>
                    </a:ext>
                  </a:extLst>
                </p:cNvPr>
                <p:cNvPicPr/>
                <p:nvPr/>
              </p:nvPicPr>
              <p:blipFill>
                <a:blip r:embed="rId149"/>
                <a:stretch>
                  <a:fillRect/>
                </a:stretch>
              </p:blipFill>
              <p:spPr>
                <a:xfrm>
                  <a:off x="1267360" y="3907100"/>
                  <a:ext cx="97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E776AB6B-FAFF-A004-2DC9-4C01C8476A63}"/>
                    </a:ext>
                  </a:extLst>
                </p14:cNvPr>
                <p14:cNvContentPartPr/>
                <p14:nvPr/>
              </p14:nvContentPartPr>
              <p14:xfrm>
                <a:off x="1267720" y="3961460"/>
                <a:ext cx="140760" cy="21960"/>
              </p14:xfrm>
            </p:contentPart>
          </mc:Choice>
          <mc:Fallback xmlns="">
            <p:pic>
              <p:nvPicPr>
                <p:cNvPr id="92" name="Ink 91">
                  <a:extLst>
                    <a:ext uri="{FF2B5EF4-FFF2-40B4-BE49-F238E27FC236}">
                      <a16:creationId xmlns:a16="http://schemas.microsoft.com/office/drawing/2014/main" id="{E776AB6B-FAFF-A004-2DC9-4C01C8476A63}"/>
                    </a:ext>
                  </a:extLst>
                </p:cNvPr>
                <p:cNvPicPr/>
                <p:nvPr/>
              </p:nvPicPr>
              <p:blipFill>
                <a:blip r:embed="rId151"/>
                <a:stretch>
                  <a:fillRect/>
                </a:stretch>
              </p:blipFill>
              <p:spPr>
                <a:xfrm>
                  <a:off x="1263400" y="3957140"/>
                  <a:ext cx="149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6A4EEDEE-95D2-29B6-3E55-A6A377870FBE}"/>
                    </a:ext>
                  </a:extLst>
                </p14:cNvPr>
                <p14:cNvContentPartPr/>
                <p14:nvPr/>
              </p14:nvContentPartPr>
              <p14:xfrm>
                <a:off x="1567600" y="3862460"/>
                <a:ext cx="198720" cy="88560"/>
              </p14:xfrm>
            </p:contentPart>
          </mc:Choice>
          <mc:Fallback xmlns="">
            <p:pic>
              <p:nvPicPr>
                <p:cNvPr id="93" name="Ink 92">
                  <a:extLst>
                    <a:ext uri="{FF2B5EF4-FFF2-40B4-BE49-F238E27FC236}">
                      <a16:creationId xmlns:a16="http://schemas.microsoft.com/office/drawing/2014/main" id="{6A4EEDEE-95D2-29B6-3E55-A6A377870FBE}"/>
                    </a:ext>
                  </a:extLst>
                </p:cNvPr>
                <p:cNvPicPr/>
                <p:nvPr/>
              </p:nvPicPr>
              <p:blipFill>
                <a:blip r:embed="rId153"/>
                <a:stretch>
                  <a:fillRect/>
                </a:stretch>
              </p:blipFill>
              <p:spPr>
                <a:xfrm>
                  <a:off x="1563280" y="3858140"/>
                  <a:ext cx="207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4" name="Ink 93">
                  <a:extLst>
                    <a:ext uri="{FF2B5EF4-FFF2-40B4-BE49-F238E27FC236}">
                      <a16:creationId xmlns:a16="http://schemas.microsoft.com/office/drawing/2014/main" id="{6E506AFF-B4C6-53F5-4CDB-7168B08C0CF9}"/>
                    </a:ext>
                  </a:extLst>
                </p14:cNvPr>
                <p14:cNvContentPartPr/>
                <p14:nvPr/>
              </p14:nvContentPartPr>
              <p14:xfrm>
                <a:off x="1826440" y="3781820"/>
                <a:ext cx="201240" cy="262440"/>
              </p14:xfrm>
            </p:contentPart>
          </mc:Choice>
          <mc:Fallback xmlns="">
            <p:pic>
              <p:nvPicPr>
                <p:cNvPr id="94" name="Ink 93">
                  <a:extLst>
                    <a:ext uri="{FF2B5EF4-FFF2-40B4-BE49-F238E27FC236}">
                      <a16:creationId xmlns:a16="http://schemas.microsoft.com/office/drawing/2014/main" id="{6E506AFF-B4C6-53F5-4CDB-7168B08C0CF9}"/>
                    </a:ext>
                  </a:extLst>
                </p:cNvPr>
                <p:cNvPicPr/>
                <p:nvPr/>
              </p:nvPicPr>
              <p:blipFill>
                <a:blip r:embed="rId155"/>
                <a:stretch>
                  <a:fillRect/>
                </a:stretch>
              </p:blipFill>
              <p:spPr>
                <a:xfrm>
                  <a:off x="1822120" y="3777500"/>
                  <a:ext cx="2098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5" name="Ink 94">
                  <a:extLst>
                    <a:ext uri="{FF2B5EF4-FFF2-40B4-BE49-F238E27FC236}">
                      <a16:creationId xmlns:a16="http://schemas.microsoft.com/office/drawing/2014/main" id="{37ECF967-E7B8-2330-4216-1B612CF77310}"/>
                    </a:ext>
                  </a:extLst>
                </p14:cNvPr>
                <p14:cNvContentPartPr/>
                <p14:nvPr/>
              </p14:nvContentPartPr>
              <p14:xfrm>
                <a:off x="2019400" y="3902780"/>
                <a:ext cx="110880" cy="83160"/>
              </p14:xfrm>
            </p:contentPart>
          </mc:Choice>
          <mc:Fallback xmlns="">
            <p:pic>
              <p:nvPicPr>
                <p:cNvPr id="95" name="Ink 94">
                  <a:extLst>
                    <a:ext uri="{FF2B5EF4-FFF2-40B4-BE49-F238E27FC236}">
                      <a16:creationId xmlns:a16="http://schemas.microsoft.com/office/drawing/2014/main" id="{37ECF967-E7B8-2330-4216-1B612CF77310}"/>
                    </a:ext>
                  </a:extLst>
                </p:cNvPr>
                <p:cNvPicPr/>
                <p:nvPr/>
              </p:nvPicPr>
              <p:blipFill>
                <a:blip r:embed="rId157"/>
                <a:stretch>
                  <a:fillRect/>
                </a:stretch>
              </p:blipFill>
              <p:spPr>
                <a:xfrm>
                  <a:off x="2015080" y="3898460"/>
                  <a:ext cx="1195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6" name="Ink 95">
                  <a:extLst>
                    <a:ext uri="{FF2B5EF4-FFF2-40B4-BE49-F238E27FC236}">
                      <a16:creationId xmlns:a16="http://schemas.microsoft.com/office/drawing/2014/main" id="{05B309C3-8536-6753-0E24-52863C107E36}"/>
                    </a:ext>
                  </a:extLst>
                </p14:cNvPr>
                <p14:cNvContentPartPr/>
                <p14:nvPr/>
              </p14:nvContentPartPr>
              <p14:xfrm>
                <a:off x="2143600" y="3832940"/>
                <a:ext cx="14760" cy="16560"/>
              </p14:xfrm>
            </p:contentPart>
          </mc:Choice>
          <mc:Fallback xmlns="">
            <p:pic>
              <p:nvPicPr>
                <p:cNvPr id="96" name="Ink 95">
                  <a:extLst>
                    <a:ext uri="{FF2B5EF4-FFF2-40B4-BE49-F238E27FC236}">
                      <a16:creationId xmlns:a16="http://schemas.microsoft.com/office/drawing/2014/main" id="{05B309C3-8536-6753-0E24-52863C107E36}"/>
                    </a:ext>
                  </a:extLst>
                </p:cNvPr>
                <p:cNvPicPr/>
                <p:nvPr/>
              </p:nvPicPr>
              <p:blipFill>
                <a:blip r:embed="rId159"/>
                <a:stretch>
                  <a:fillRect/>
                </a:stretch>
              </p:blipFill>
              <p:spPr>
                <a:xfrm>
                  <a:off x="2139280" y="3828620"/>
                  <a:ext cx="234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87C061B3-758F-4D11-5B03-DEDFEC9780CD}"/>
                    </a:ext>
                  </a:extLst>
                </p14:cNvPr>
                <p14:cNvContentPartPr/>
                <p14:nvPr/>
              </p14:nvContentPartPr>
              <p14:xfrm>
                <a:off x="2284360" y="3833660"/>
                <a:ext cx="19800" cy="114840"/>
              </p14:xfrm>
            </p:contentPart>
          </mc:Choice>
          <mc:Fallback xmlns="">
            <p:pic>
              <p:nvPicPr>
                <p:cNvPr id="97" name="Ink 96">
                  <a:extLst>
                    <a:ext uri="{FF2B5EF4-FFF2-40B4-BE49-F238E27FC236}">
                      <a16:creationId xmlns:a16="http://schemas.microsoft.com/office/drawing/2014/main" id="{87C061B3-758F-4D11-5B03-DEDFEC9780CD}"/>
                    </a:ext>
                  </a:extLst>
                </p:cNvPr>
                <p:cNvPicPr/>
                <p:nvPr/>
              </p:nvPicPr>
              <p:blipFill>
                <a:blip r:embed="rId161"/>
                <a:stretch>
                  <a:fillRect/>
                </a:stretch>
              </p:blipFill>
              <p:spPr>
                <a:xfrm>
                  <a:off x="2280040" y="3829340"/>
                  <a:ext cx="284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A35F9470-0763-30CC-879D-E67ED41A68AF}"/>
                    </a:ext>
                  </a:extLst>
                </p14:cNvPr>
                <p14:cNvContentPartPr/>
                <p14:nvPr/>
              </p14:nvContentPartPr>
              <p14:xfrm>
                <a:off x="2263120" y="3881900"/>
                <a:ext cx="97560" cy="8280"/>
              </p14:xfrm>
            </p:contentPart>
          </mc:Choice>
          <mc:Fallback xmlns="">
            <p:pic>
              <p:nvPicPr>
                <p:cNvPr id="98" name="Ink 97">
                  <a:extLst>
                    <a:ext uri="{FF2B5EF4-FFF2-40B4-BE49-F238E27FC236}">
                      <a16:creationId xmlns:a16="http://schemas.microsoft.com/office/drawing/2014/main" id="{A35F9470-0763-30CC-879D-E67ED41A68AF}"/>
                    </a:ext>
                  </a:extLst>
                </p:cNvPr>
                <p:cNvPicPr/>
                <p:nvPr/>
              </p:nvPicPr>
              <p:blipFill>
                <a:blip r:embed="rId163"/>
                <a:stretch>
                  <a:fillRect/>
                </a:stretch>
              </p:blipFill>
              <p:spPr>
                <a:xfrm>
                  <a:off x="2258800" y="3877580"/>
                  <a:ext cx="1062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3A1445F5-D7B5-D2DF-592D-A832793A393E}"/>
                    </a:ext>
                  </a:extLst>
                </p14:cNvPr>
                <p14:cNvContentPartPr/>
                <p14:nvPr/>
              </p14:nvContentPartPr>
              <p14:xfrm>
                <a:off x="2456440" y="3821060"/>
                <a:ext cx="14040" cy="99720"/>
              </p14:xfrm>
            </p:contentPart>
          </mc:Choice>
          <mc:Fallback xmlns="">
            <p:pic>
              <p:nvPicPr>
                <p:cNvPr id="99" name="Ink 98">
                  <a:extLst>
                    <a:ext uri="{FF2B5EF4-FFF2-40B4-BE49-F238E27FC236}">
                      <a16:creationId xmlns:a16="http://schemas.microsoft.com/office/drawing/2014/main" id="{3A1445F5-D7B5-D2DF-592D-A832793A393E}"/>
                    </a:ext>
                  </a:extLst>
                </p:cNvPr>
                <p:cNvPicPr/>
                <p:nvPr/>
              </p:nvPicPr>
              <p:blipFill>
                <a:blip r:embed="rId165"/>
                <a:stretch>
                  <a:fillRect/>
                </a:stretch>
              </p:blipFill>
              <p:spPr>
                <a:xfrm>
                  <a:off x="2452120" y="3816740"/>
                  <a:ext cx="226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715F6EEB-B4BC-DF74-A856-7163AB706578}"/>
                    </a:ext>
                  </a:extLst>
                </p14:cNvPr>
                <p14:cNvContentPartPr/>
                <p14:nvPr/>
              </p14:nvContentPartPr>
              <p14:xfrm>
                <a:off x="2599720" y="3752660"/>
                <a:ext cx="161640" cy="254520"/>
              </p14:xfrm>
            </p:contentPart>
          </mc:Choice>
          <mc:Fallback xmlns="">
            <p:pic>
              <p:nvPicPr>
                <p:cNvPr id="100" name="Ink 99">
                  <a:extLst>
                    <a:ext uri="{FF2B5EF4-FFF2-40B4-BE49-F238E27FC236}">
                      <a16:creationId xmlns:a16="http://schemas.microsoft.com/office/drawing/2014/main" id="{715F6EEB-B4BC-DF74-A856-7163AB706578}"/>
                    </a:ext>
                  </a:extLst>
                </p:cNvPr>
                <p:cNvPicPr/>
                <p:nvPr/>
              </p:nvPicPr>
              <p:blipFill>
                <a:blip r:embed="rId167"/>
                <a:stretch>
                  <a:fillRect/>
                </a:stretch>
              </p:blipFill>
              <p:spPr>
                <a:xfrm>
                  <a:off x="2595400" y="3748340"/>
                  <a:ext cx="1702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993A248F-9916-A643-B0A9-11B2B4E37CB8}"/>
                    </a:ext>
                  </a:extLst>
                </p14:cNvPr>
                <p14:cNvContentPartPr/>
                <p14:nvPr/>
              </p14:nvContentPartPr>
              <p14:xfrm>
                <a:off x="2903200" y="3896300"/>
                <a:ext cx="12240" cy="34920"/>
              </p14:xfrm>
            </p:contentPart>
          </mc:Choice>
          <mc:Fallback xmlns="">
            <p:pic>
              <p:nvPicPr>
                <p:cNvPr id="101" name="Ink 100">
                  <a:extLst>
                    <a:ext uri="{FF2B5EF4-FFF2-40B4-BE49-F238E27FC236}">
                      <a16:creationId xmlns:a16="http://schemas.microsoft.com/office/drawing/2014/main" id="{993A248F-9916-A643-B0A9-11B2B4E37CB8}"/>
                    </a:ext>
                  </a:extLst>
                </p:cNvPr>
                <p:cNvPicPr/>
                <p:nvPr/>
              </p:nvPicPr>
              <p:blipFill>
                <a:blip r:embed="rId169"/>
                <a:stretch>
                  <a:fillRect/>
                </a:stretch>
              </p:blipFill>
              <p:spPr>
                <a:xfrm>
                  <a:off x="2898880" y="3891980"/>
                  <a:ext cx="208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AFD8E066-FF7C-2100-B4C9-121EB3C667CB}"/>
                    </a:ext>
                  </a:extLst>
                </p14:cNvPr>
                <p14:cNvContentPartPr/>
                <p14:nvPr/>
              </p14:nvContentPartPr>
              <p14:xfrm>
                <a:off x="2799520" y="4013300"/>
                <a:ext cx="87120" cy="102960"/>
              </p14:xfrm>
            </p:contentPart>
          </mc:Choice>
          <mc:Fallback xmlns="">
            <p:pic>
              <p:nvPicPr>
                <p:cNvPr id="102" name="Ink 101">
                  <a:extLst>
                    <a:ext uri="{FF2B5EF4-FFF2-40B4-BE49-F238E27FC236}">
                      <a16:creationId xmlns:a16="http://schemas.microsoft.com/office/drawing/2014/main" id="{AFD8E066-FF7C-2100-B4C9-121EB3C667CB}"/>
                    </a:ext>
                  </a:extLst>
                </p:cNvPr>
                <p:cNvPicPr/>
                <p:nvPr/>
              </p:nvPicPr>
              <p:blipFill>
                <a:blip r:embed="rId171"/>
                <a:stretch>
                  <a:fillRect/>
                </a:stretch>
              </p:blipFill>
              <p:spPr>
                <a:xfrm>
                  <a:off x="2795200" y="4008980"/>
                  <a:ext cx="957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4F0735EA-61CF-E1BE-8C45-7595A7CDE1F0}"/>
                    </a:ext>
                  </a:extLst>
                </p14:cNvPr>
                <p14:cNvContentPartPr/>
                <p14:nvPr/>
              </p14:nvContentPartPr>
              <p14:xfrm>
                <a:off x="477520" y="4304540"/>
                <a:ext cx="144000" cy="106200"/>
              </p14:xfrm>
            </p:contentPart>
          </mc:Choice>
          <mc:Fallback xmlns="">
            <p:pic>
              <p:nvPicPr>
                <p:cNvPr id="104" name="Ink 103">
                  <a:extLst>
                    <a:ext uri="{FF2B5EF4-FFF2-40B4-BE49-F238E27FC236}">
                      <a16:creationId xmlns:a16="http://schemas.microsoft.com/office/drawing/2014/main" id="{4F0735EA-61CF-E1BE-8C45-7595A7CDE1F0}"/>
                    </a:ext>
                  </a:extLst>
                </p:cNvPr>
                <p:cNvPicPr/>
                <p:nvPr/>
              </p:nvPicPr>
              <p:blipFill>
                <a:blip r:embed="rId173"/>
                <a:stretch>
                  <a:fillRect/>
                </a:stretch>
              </p:blipFill>
              <p:spPr>
                <a:xfrm>
                  <a:off x="473200" y="4300220"/>
                  <a:ext cx="1526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E0960699-89C1-C64C-1613-49ECD6A11402}"/>
                    </a:ext>
                  </a:extLst>
                </p14:cNvPr>
                <p14:cNvContentPartPr/>
                <p14:nvPr/>
              </p14:nvContentPartPr>
              <p14:xfrm>
                <a:off x="664720" y="4235420"/>
                <a:ext cx="215640" cy="271440"/>
              </p14:xfrm>
            </p:contentPart>
          </mc:Choice>
          <mc:Fallback xmlns="">
            <p:pic>
              <p:nvPicPr>
                <p:cNvPr id="105" name="Ink 104">
                  <a:extLst>
                    <a:ext uri="{FF2B5EF4-FFF2-40B4-BE49-F238E27FC236}">
                      <a16:creationId xmlns:a16="http://schemas.microsoft.com/office/drawing/2014/main" id="{E0960699-89C1-C64C-1613-49ECD6A11402}"/>
                    </a:ext>
                  </a:extLst>
                </p:cNvPr>
                <p:cNvPicPr/>
                <p:nvPr/>
              </p:nvPicPr>
              <p:blipFill>
                <a:blip r:embed="rId175"/>
                <a:stretch>
                  <a:fillRect/>
                </a:stretch>
              </p:blipFill>
              <p:spPr>
                <a:xfrm>
                  <a:off x="660400" y="4231100"/>
                  <a:ext cx="2242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7FC33ABD-B503-C046-85CB-CC3CC8988CE6}"/>
                    </a:ext>
                  </a:extLst>
                </p14:cNvPr>
                <p14:cNvContentPartPr/>
                <p14:nvPr/>
              </p14:nvContentPartPr>
              <p14:xfrm>
                <a:off x="895480" y="4330460"/>
                <a:ext cx="56880" cy="95400"/>
              </p14:xfrm>
            </p:contentPart>
          </mc:Choice>
          <mc:Fallback xmlns="">
            <p:pic>
              <p:nvPicPr>
                <p:cNvPr id="106" name="Ink 105">
                  <a:extLst>
                    <a:ext uri="{FF2B5EF4-FFF2-40B4-BE49-F238E27FC236}">
                      <a16:creationId xmlns:a16="http://schemas.microsoft.com/office/drawing/2014/main" id="{7FC33ABD-B503-C046-85CB-CC3CC8988CE6}"/>
                    </a:ext>
                  </a:extLst>
                </p:cNvPr>
                <p:cNvPicPr/>
                <p:nvPr/>
              </p:nvPicPr>
              <p:blipFill>
                <a:blip r:embed="rId177"/>
                <a:stretch>
                  <a:fillRect/>
                </a:stretch>
              </p:blipFill>
              <p:spPr>
                <a:xfrm>
                  <a:off x="891160" y="4326140"/>
                  <a:ext cx="655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8F1F30AD-7E00-2007-D12C-3B27A1EC5C06}"/>
                    </a:ext>
                  </a:extLst>
                </p14:cNvPr>
                <p14:cNvContentPartPr/>
                <p14:nvPr/>
              </p14:nvContentPartPr>
              <p14:xfrm>
                <a:off x="927520" y="4290140"/>
                <a:ext cx="12240" cy="11520"/>
              </p14:xfrm>
            </p:contentPart>
          </mc:Choice>
          <mc:Fallback xmlns="">
            <p:pic>
              <p:nvPicPr>
                <p:cNvPr id="107" name="Ink 106">
                  <a:extLst>
                    <a:ext uri="{FF2B5EF4-FFF2-40B4-BE49-F238E27FC236}">
                      <a16:creationId xmlns:a16="http://schemas.microsoft.com/office/drawing/2014/main" id="{8F1F30AD-7E00-2007-D12C-3B27A1EC5C06}"/>
                    </a:ext>
                  </a:extLst>
                </p:cNvPr>
                <p:cNvPicPr/>
                <p:nvPr/>
              </p:nvPicPr>
              <p:blipFill>
                <a:blip r:embed="rId179"/>
                <a:stretch>
                  <a:fillRect/>
                </a:stretch>
              </p:blipFill>
              <p:spPr>
                <a:xfrm>
                  <a:off x="923200" y="4285820"/>
                  <a:ext cx="20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8" name="Ink 107">
                  <a:extLst>
                    <a:ext uri="{FF2B5EF4-FFF2-40B4-BE49-F238E27FC236}">
                      <a16:creationId xmlns:a16="http://schemas.microsoft.com/office/drawing/2014/main" id="{C354EE3D-9F85-6B37-B61A-DE216D6000F2}"/>
                    </a:ext>
                  </a:extLst>
                </p14:cNvPr>
                <p14:cNvContentPartPr/>
                <p14:nvPr/>
              </p14:nvContentPartPr>
              <p14:xfrm>
                <a:off x="1052800" y="4293380"/>
                <a:ext cx="23760" cy="110880"/>
              </p14:xfrm>
            </p:contentPart>
          </mc:Choice>
          <mc:Fallback xmlns="">
            <p:pic>
              <p:nvPicPr>
                <p:cNvPr id="108" name="Ink 107">
                  <a:extLst>
                    <a:ext uri="{FF2B5EF4-FFF2-40B4-BE49-F238E27FC236}">
                      <a16:creationId xmlns:a16="http://schemas.microsoft.com/office/drawing/2014/main" id="{C354EE3D-9F85-6B37-B61A-DE216D6000F2}"/>
                    </a:ext>
                  </a:extLst>
                </p:cNvPr>
                <p:cNvPicPr/>
                <p:nvPr/>
              </p:nvPicPr>
              <p:blipFill>
                <a:blip r:embed="rId181"/>
                <a:stretch>
                  <a:fillRect/>
                </a:stretch>
              </p:blipFill>
              <p:spPr>
                <a:xfrm>
                  <a:off x="1048480" y="4289060"/>
                  <a:ext cx="324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58E4028C-5411-4DAD-9EA8-DF9CDD1C15EE}"/>
                    </a:ext>
                  </a:extLst>
                </p14:cNvPr>
                <p14:cNvContentPartPr/>
                <p14:nvPr/>
              </p14:nvContentPartPr>
              <p14:xfrm>
                <a:off x="1024000" y="4341620"/>
                <a:ext cx="115200" cy="11520"/>
              </p14:xfrm>
            </p:contentPart>
          </mc:Choice>
          <mc:Fallback xmlns="">
            <p:pic>
              <p:nvPicPr>
                <p:cNvPr id="109" name="Ink 108">
                  <a:extLst>
                    <a:ext uri="{FF2B5EF4-FFF2-40B4-BE49-F238E27FC236}">
                      <a16:creationId xmlns:a16="http://schemas.microsoft.com/office/drawing/2014/main" id="{58E4028C-5411-4DAD-9EA8-DF9CDD1C15EE}"/>
                    </a:ext>
                  </a:extLst>
                </p:cNvPr>
                <p:cNvPicPr/>
                <p:nvPr/>
              </p:nvPicPr>
              <p:blipFill>
                <a:blip r:embed="rId183"/>
                <a:stretch>
                  <a:fillRect/>
                </a:stretch>
              </p:blipFill>
              <p:spPr>
                <a:xfrm>
                  <a:off x="1019680" y="4337300"/>
                  <a:ext cx="1238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0" name="Ink 109">
                  <a:extLst>
                    <a:ext uri="{FF2B5EF4-FFF2-40B4-BE49-F238E27FC236}">
                      <a16:creationId xmlns:a16="http://schemas.microsoft.com/office/drawing/2014/main" id="{63B626EA-D1E0-4A15-E356-7E78B909C2A9}"/>
                    </a:ext>
                  </a:extLst>
                </p14:cNvPr>
                <p14:cNvContentPartPr/>
                <p14:nvPr/>
              </p14:nvContentPartPr>
              <p14:xfrm>
                <a:off x="1185280" y="4261340"/>
                <a:ext cx="35640" cy="116640"/>
              </p14:xfrm>
            </p:contentPart>
          </mc:Choice>
          <mc:Fallback xmlns="">
            <p:pic>
              <p:nvPicPr>
                <p:cNvPr id="110" name="Ink 109">
                  <a:extLst>
                    <a:ext uri="{FF2B5EF4-FFF2-40B4-BE49-F238E27FC236}">
                      <a16:creationId xmlns:a16="http://schemas.microsoft.com/office/drawing/2014/main" id="{63B626EA-D1E0-4A15-E356-7E78B909C2A9}"/>
                    </a:ext>
                  </a:extLst>
                </p:cNvPr>
                <p:cNvPicPr/>
                <p:nvPr/>
              </p:nvPicPr>
              <p:blipFill>
                <a:blip r:embed="rId185"/>
                <a:stretch>
                  <a:fillRect/>
                </a:stretch>
              </p:blipFill>
              <p:spPr>
                <a:xfrm>
                  <a:off x="1180960" y="4257020"/>
                  <a:ext cx="442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1" name="Ink 110">
                  <a:extLst>
                    <a:ext uri="{FF2B5EF4-FFF2-40B4-BE49-F238E27FC236}">
                      <a16:creationId xmlns:a16="http://schemas.microsoft.com/office/drawing/2014/main" id="{A974A33B-74E4-65F6-27E0-B8ED7342CC2B}"/>
                    </a:ext>
                  </a:extLst>
                </p14:cNvPr>
                <p14:cNvContentPartPr/>
                <p14:nvPr/>
              </p14:nvContentPartPr>
              <p14:xfrm>
                <a:off x="1341520" y="4206260"/>
                <a:ext cx="145440" cy="252000"/>
              </p14:xfrm>
            </p:contentPart>
          </mc:Choice>
          <mc:Fallback xmlns="">
            <p:pic>
              <p:nvPicPr>
                <p:cNvPr id="111" name="Ink 110">
                  <a:extLst>
                    <a:ext uri="{FF2B5EF4-FFF2-40B4-BE49-F238E27FC236}">
                      <a16:creationId xmlns:a16="http://schemas.microsoft.com/office/drawing/2014/main" id="{A974A33B-74E4-65F6-27E0-B8ED7342CC2B}"/>
                    </a:ext>
                  </a:extLst>
                </p:cNvPr>
                <p:cNvPicPr/>
                <p:nvPr/>
              </p:nvPicPr>
              <p:blipFill>
                <a:blip r:embed="rId187"/>
                <a:stretch>
                  <a:fillRect/>
                </a:stretch>
              </p:blipFill>
              <p:spPr>
                <a:xfrm>
                  <a:off x="1337200" y="4201940"/>
                  <a:ext cx="154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2" name="Ink 111">
                  <a:extLst>
                    <a:ext uri="{FF2B5EF4-FFF2-40B4-BE49-F238E27FC236}">
                      <a16:creationId xmlns:a16="http://schemas.microsoft.com/office/drawing/2014/main" id="{4338D0C2-5B10-B893-F23D-E1F3A6C87A46}"/>
                    </a:ext>
                  </a:extLst>
                </p14:cNvPr>
                <p14:cNvContentPartPr/>
                <p14:nvPr/>
              </p14:nvContentPartPr>
              <p14:xfrm>
                <a:off x="1650400" y="4339100"/>
                <a:ext cx="126720" cy="7560"/>
              </p14:xfrm>
            </p:contentPart>
          </mc:Choice>
          <mc:Fallback xmlns="">
            <p:pic>
              <p:nvPicPr>
                <p:cNvPr id="112" name="Ink 111">
                  <a:extLst>
                    <a:ext uri="{FF2B5EF4-FFF2-40B4-BE49-F238E27FC236}">
                      <a16:creationId xmlns:a16="http://schemas.microsoft.com/office/drawing/2014/main" id="{4338D0C2-5B10-B893-F23D-E1F3A6C87A46}"/>
                    </a:ext>
                  </a:extLst>
                </p:cNvPr>
                <p:cNvPicPr/>
                <p:nvPr/>
              </p:nvPicPr>
              <p:blipFill>
                <a:blip r:embed="rId189"/>
                <a:stretch>
                  <a:fillRect/>
                </a:stretch>
              </p:blipFill>
              <p:spPr>
                <a:xfrm>
                  <a:off x="1646080" y="4334780"/>
                  <a:ext cx="135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3" name="Ink 112">
                  <a:extLst>
                    <a:ext uri="{FF2B5EF4-FFF2-40B4-BE49-F238E27FC236}">
                      <a16:creationId xmlns:a16="http://schemas.microsoft.com/office/drawing/2014/main" id="{A722D46F-3B2B-6844-4583-BB3A6394AF76}"/>
                    </a:ext>
                  </a:extLst>
                </p14:cNvPr>
                <p14:cNvContentPartPr/>
                <p14:nvPr/>
              </p14:nvContentPartPr>
              <p14:xfrm>
                <a:off x="1692880" y="4378340"/>
                <a:ext cx="134280" cy="21960"/>
              </p14:xfrm>
            </p:contentPart>
          </mc:Choice>
          <mc:Fallback xmlns="">
            <p:pic>
              <p:nvPicPr>
                <p:cNvPr id="113" name="Ink 112">
                  <a:extLst>
                    <a:ext uri="{FF2B5EF4-FFF2-40B4-BE49-F238E27FC236}">
                      <a16:creationId xmlns:a16="http://schemas.microsoft.com/office/drawing/2014/main" id="{A722D46F-3B2B-6844-4583-BB3A6394AF76}"/>
                    </a:ext>
                  </a:extLst>
                </p:cNvPr>
                <p:cNvPicPr/>
                <p:nvPr/>
              </p:nvPicPr>
              <p:blipFill>
                <a:blip r:embed="rId191"/>
                <a:stretch>
                  <a:fillRect/>
                </a:stretch>
              </p:blipFill>
              <p:spPr>
                <a:xfrm>
                  <a:off x="1688560" y="4374020"/>
                  <a:ext cx="142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4" name="Ink 113">
                  <a:extLst>
                    <a:ext uri="{FF2B5EF4-FFF2-40B4-BE49-F238E27FC236}">
                      <a16:creationId xmlns:a16="http://schemas.microsoft.com/office/drawing/2014/main" id="{B6BFEBE6-C4BF-AD34-451F-FF07E2DA14A3}"/>
                    </a:ext>
                  </a:extLst>
                </p14:cNvPr>
                <p14:cNvContentPartPr/>
                <p14:nvPr/>
              </p14:nvContentPartPr>
              <p14:xfrm>
                <a:off x="2037760" y="4182140"/>
                <a:ext cx="91080" cy="224280"/>
              </p14:xfrm>
            </p:contentPart>
          </mc:Choice>
          <mc:Fallback xmlns="">
            <p:pic>
              <p:nvPicPr>
                <p:cNvPr id="114" name="Ink 113">
                  <a:extLst>
                    <a:ext uri="{FF2B5EF4-FFF2-40B4-BE49-F238E27FC236}">
                      <a16:creationId xmlns:a16="http://schemas.microsoft.com/office/drawing/2014/main" id="{B6BFEBE6-C4BF-AD34-451F-FF07E2DA14A3}"/>
                    </a:ext>
                  </a:extLst>
                </p:cNvPr>
                <p:cNvPicPr/>
                <p:nvPr/>
              </p:nvPicPr>
              <p:blipFill>
                <a:blip r:embed="rId193"/>
                <a:stretch>
                  <a:fillRect/>
                </a:stretch>
              </p:blipFill>
              <p:spPr>
                <a:xfrm>
                  <a:off x="2033440" y="4177820"/>
                  <a:ext cx="997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5" name="Ink 114">
                  <a:extLst>
                    <a:ext uri="{FF2B5EF4-FFF2-40B4-BE49-F238E27FC236}">
                      <a16:creationId xmlns:a16="http://schemas.microsoft.com/office/drawing/2014/main" id="{9E17D378-7F04-7AC7-D12E-56FD24D612BA}"/>
                    </a:ext>
                  </a:extLst>
                </p14:cNvPr>
                <p14:cNvContentPartPr/>
                <p14:nvPr/>
              </p14:nvContentPartPr>
              <p14:xfrm>
                <a:off x="1969360" y="4282220"/>
                <a:ext cx="232920" cy="18720"/>
              </p14:xfrm>
            </p:contentPart>
          </mc:Choice>
          <mc:Fallback xmlns="">
            <p:pic>
              <p:nvPicPr>
                <p:cNvPr id="115" name="Ink 114">
                  <a:extLst>
                    <a:ext uri="{FF2B5EF4-FFF2-40B4-BE49-F238E27FC236}">
                      <a16:creationId xmlns:a16="http://schemas.microsoft.com/office/drawing/2014/main" id="{9E17D378-7F04-7AC7-D12E-56FD24D612BA}"/>
                    </a:ext>
                  </a:extLst>
                </p:cNvPr>
                <p:cNvPicPr/>
                <p:nvPr/>
              </p:nvPicPr>
              <p:blipFill>
                <a:blip r:embed="rId195"/>
                <a:stretch>
                  <a:fillRect/>
                </a:stretch>
              </p:blipFill>
              <p:spPr>
                <a:xfrm>
                  <a:off x="1965040" y="4277900"/>
                  <a:ext cx="241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6" name="Ink 115">
                  <a:extLst>
                    <a:ext uri="{FF2B5EF4-FFF2-40B4-BE49-F238E27FC236}">
                      <a16:creationId xmlns:a16="http://schemas.microsoft.com/office/drawing/2014/main" id="{8D598574-381C-5EB4-F564-ED7427ADD0ED}"/>
                    </a:ext>
                  </a:extLst>
                </p14:cNvPr>
                <p14:cNvContentPartPr/>
                <p14:nvPr/>
              </p14:nvContentPartPr>
              <p14:xfrm>
                <a:off x="2204440" y="4272500"/>
                <a:ext cx="120600" cy="98640"/>
              </p14:xfrm>
            </p:contentPart>
          </mc:Choice>
          <mc:Fallback xmlns="">
            <p:pic>
              <p:nvPicPr>
                <p:cNvPr id="116" name="Ink 115">
                  <a:extLst>
                    <a:ext uri="{FF2B5EF4-FFF2-40B4-BE49-F238E27FC236}">
                      <a16:creationId xmlns:a16="http://schemas.microsoft.com/office/drawing/2014/main" id="{8D598574-381C-5EB4-F564-ED7427ADD0ED}"/>
                    </a:ext>
                  </a:extLst>
                </p:cNvPr>
                <p:cNvPicPr/>
                <p:nvPr/>
              </p:nvPicPr>
              <p:blipFill>
                <a:blip r:embed="rId197"/>
                <a:stretch>
                  <a:fillRect/>
                </a:stretch>
              </p:blipFill>
              <p:spPr>
                <a:xfrm>
                  <a:off x="2200120" y="4268180"/>
                  <a:ext cx="1292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7" name="Ink 116">
                  <a:extLst>
                    <a:ext uri="{FF2B5EF4-FFF2-40B4-BE49-F238E27FC236}">
                      <a16:creationId xmlns:a16="http://schemas.microsoft.com/office/drawing/2014/main" id="{7C04A8B1-393C-E271-3F78-2CA684A03F5A}"/>
                    </a:ext>
                  </a:extLst>
                </p14:cNvPr>
                <p14:cNvContentPartPr/>
                <p14:nvPr/>
              </p14:nvContentPartPr>
              <p14:xfrm>
                <a:off x="2373640" y="4305260"/>
                <a:ext cx="249120" cy="62280"/>
              </p14:xfrm>
            </p:contentPart>
          </mc:Choice>
          <mc:Fallback xmlns="">
            <p:pic>
              <p:nvPicPr>
                <p:cNvPr id="117" name="Ink 116">
                  <a:extLst>
                    <a:ext uri="{FF2B5EF4-FFF2-40B4-BE49-F238E27FC236}">
                      <a16:creationId xmlns:a16="http://schemas.microsoft.com/office/drawing/2014/main" id="{7C04A8B1-393C-E271-3F78-2CA684A03F5A}"/>
                    </a:ext>
                  </a:extLst>
                </p:cNvPr>
                <p:cNvPicPr/>
                <p:nvPr/>
              </p:nvPicPr>
              <p:blipFill>
                <a:blip r:embed="rId199"/>
                <a:stretch>
                  <a:fillRect/>
                </a:stretch>
              </p:blipFill>
              <p:spPr>
                <a:xfrm>
                  <a:off x="2369320" y="4300940"/>
                  <a:ext cx="2577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8" name="Ink 117">
                  <a:extLst>
                    <a:ext uri="{FF2B5EF4-FFF2-40B4-BE49-F238E27FC236}">
                      <a16:creationId xmlns:a16="http://schemas.microsoft.com/office/drawing/2014/main" id="{8E5C4F04-94F2-3309-B038-A731C6ABBDC1}"/>
                    </a:ext>
                  </a:extLst>
                </p14:cNvPr>
                <p14:cNvContentPartPr/>
                <p14:nvPr/>
              </p14:nvContentPartPr>
              <p14:xfrm>
                <a:off x="2647960" y="4297340"/>
                <a:ext cx="63000" cy="243360"/>
              </p14:xfrm>
            </p:contentPart>
          </mc:Choice>
          <mc:Fallback xmlns="">
            <p:pic>
              <p:nvPicPr>
                <p:cNvPr id="118" name="Ink 117">
                  <a:extLst>
                    <a:ext uri="{FF2B5EF4-FFF2-40B4-BE49-F238E27FC236}">
                      <a16:creationId xmlns:a16="http://schemas.microsoft.com/office/drawing/2014/main" id="{8E5C4F04-94F2-3309-B038-A731C6ABBDC1}"/>
                    </a:ext>
                  </a:extLst>
                </p:cNvPr>
                <p:cNvPicPr/>
                <p:nvPr/>
              </p:nvPicPr>
              <p:blipFill>
                <a:blip r:embed="rId201"/>
                <a:stretch>
                  <a:fillRect/>
                </a:stretch>
              </p:blipFill>
              <p:spPr>
                <a:xfrm>
                  <a:off x="2643640" y="4293020"/>
                  <a:ext cx="716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9" name="Ink 118">
                  <a:extLst>
                    <a:ext uri="{FF2B5EF4-FFF2-40B4-BE49-F238E27FC236}">
                      <a16:creationId xmlns:a16="http://schemas.microsoft.com/office/drawing/2014/main" id="{CC3D1D4F-2D4D-4F7A-6348-C5D0422C5496}"/>
                    </a:ext>
                  </a:extLst>
                </p14:cNvPr>
                <p14:cNvContentPartPr/>
                <p14:nvPr/>
              </p14:nvContentPartPr>
              <p14:xfrm>
                <a:off x="2681800" y="4302020"/>
                <a:ext cx="104760" cy="77040"/>
              </p14:xfrm>
            </p:contentPart>
          </mc:Choice>
          <mc:Fallback xmlns="">
            <p:pic>
              <p:nvPicPr>
                <p:cNvPr id="119" name="Ink 118">
                  <a:extLst>
                    <a:ext uri="{FF2B5EF4-FFF2-40B4-BE49-F238E27FC236}">
                      <a16:creationId xmlns:a16="http://schemas.microsoft.com/office/drawing/2014/main" id="{CC3D1D4F-2D4D-4F7A-6348-C5D0422C5496}"/>
                    </a:ext>
                  </a:extLst>
                </p:cNvPr>
                <p:cNvPicPr/>
                <p:nvPr/>
              </p:nvPicPr>
              <p:blipFill>
                <a:blip r:embed="rId203"/>
                <a:stretch>
                  <a:fillRect/>
                </a:stretch>
              </p:blipFill>
              <p:spPr>
                <a:xfrm>
                  <a:off x="2677480" y="4297700"/>
                  <a:ext cx="113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0" name="Ink 119">
                  <a:extLst>
                    <a:ext uri="{FF2B5EF4-FFF2-40B4-BE49-F238E27FC236}">
                      <a16:creationId xmlns:a16="http://schemas.microsoft.com/office/drawing/2014/main" id="{BD27ADA0-89CE-4C6B-E5B0-62B62D10172E}"/>
                    </a:ext>
                  </a:extLst>
                </p14:cNvPr>
                <p14:cNvContentPartPr/>
                <p14:nvPr/>
              </p14:nvContentPartPr>
              <p14:xfrm>
                <a:off x="2923000" y="4285460"/>
                <a:ext cx="5040" cy="42840"/>
              </p14:xfrm>
            </p:contentPart>
          </mc:Choice>
          <mc:Fallback xmlns="">
            <p:pic>
              <p:nvPicPr>
                <p:cNvPr id="120" name="Ink 119">
                  <a:extLst>
                    <a:ext uri="{FF2B5EF4-FFF2-40B4-BE49-F238E27FC236}">
                      <a16:creationId xmlns:a16="http://schemas.microsoft.com/office/drawing/2014/main" id="{BD27ADA0-89CE-4C6B-E5B0-62B62D10172E}"/>
                    </a:ext>
                  </a:extLst>
                </p:cNvPr>
                <p:cNvPicPr/>
                <p:nvPr/>
              </p:nvPicPr>
              <p:blipFill>
                <a:blip r:embed="rId205"/>
                <a:stretch>
                  <a:fillRect/>
                </a:stretch>
              </p:blipFill>
              <p:spPr>
                <a:xfrm>
                  <a:off x="2918680" y="4281140"/>
                  <a:ext cx="136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1" name="Ink 120">
                  <a:extLst>
                    <a:ext uri="{FF2B5EF4-FFF2-40B4-BE49-F238E27FC236}">
                      <a16:creationId xmlns:a16="http://schemas.microsoft.com/office/drawing/2014/main" id="{82551076-EF3F-1DAB-D207-ABC97214E3A2}"/>
                    </a:ext>
                  </a:extLst>
                </p14:cNvPr>
                <p14:cNvContentPartPr/>
                <p14:nvPr/>
              </p14:nvContentPartPr>
              <p14:xfrm>
                <a:off x="2820400" y="4415420"/>
                <a:ext cx="92520" cy="145440"/>
              </p14:xfrm>
            </p:contentPart>
          </mc:Choice>
          <mc:Fallback xmlns="">
            <p:pic>
              <p:nvPicPr>
                <p:cNvPr id="121" name="Ink 120">
                  <a:extLst>
                    <a:ext uri="{FF2B5EF4-FFF2-40B4-BE49-F238E27FC236}">
                      <a16:creationId xmlns:a16="http://schemas.microsoft.com/office/drawing/2014/main" id="{82551076-EF3F-1DAB-D207-ABC97214E3A2}"/>
                    </a:ext>
                  </a:extLst>
                </p:cNvPr>
                <p:cNvPicPr/>
                <p:nvPr/>
              </p:nvPicPr>
              <p:blipFill>
                <a:blip r:embed="rId207"/>
                <a:stretch>
                  <a:fillRect/>
                </a:stretch>
              </p:blipFill>
              <p:spPr>
                <a:xfrm>
                  <a:off x="2816080" y="4411100"/>
                  <a:ext cx="101160" cy="154080"/>
                </a:xfrm>
                <a:prstGeom prst="rect">
                  <a:avLst/>
                </a:prstGeom>
              </p:spPr>
            </p:pic>
          </mc:Fallback>
        </mc:AlternateContent>
      </p:grpSp>
    </p:spTree>
    <p:extLst>
      <p:ext uri="{BB962C8B-B14F-4D97-AF65-F5344CB8AC3E}">
        <p14:creationId xmlns:p14="http://schemas.microsoft.com/office/powerpoint/2010/main" val="103813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this lecture you will learn:</a:t>
            </a:r>
          </a:p>
        </p:txBody>
      </p:sp>
      <p:sp>
        <p:nvSpPr>
          <p:cNvPr id="3" name="Content Placeholder 2"/>
          <p:cNvSpPr>
            <a:spLocks noGrp="1"/>
          </p:cNvSpPr>
          <p:nvPr>
            <p:ph idx="1"/>
          </p:nvPr>
        </p:nvSpPr>
        <p:spPr/>
        <p:txBody>
          <a:bodyPr>
            <a:normAutofit fontScale="85000" lnSpcReduction="20000"/>
          </a:bodyPr>
          <a:lstStyle/>
          <a:p>
            <a:r>
              <a:rPr lang="en-US" dirty="0"/>
              <a:t>What is an algorithm?</a:t>
            </a:r>
          </a:p>
          <a:p>
            <a:r>
              <a:rPr lang="en-US" dirty="0"/>
              <a:t>How to compare performance of algorithms</a:t>
            </a:r>
          </a:p>
          <a:p>
            <a:r>
              <a:rPr lang="en-US" dirty="0"/>
              <a:t>What is a data structure?</a:t>
            </a:r>
          </a:p>
          <a:p>
            <a:r>
              <a:rPr lang="en-US" dirty="0"/>
              <a:t>Bubble Sort</a:t>
            </a:r>
          </a:p>
          <a:p>
            <a:r>
              <a:rPr lang="en-US" dirty="0"/>
              <a:t>Shaker Sort</a:t>
            </a:r>
          </a:p>
          <a:p>
            <a:r>
              <a:rPr lang="en-US" dirty="0"/>
              <a:t>Selection Sort</a:t>
            </a:r>
          </a:p>
          <a:p>
            <a:r>
              <a:rPr lang="en-US" dirty="0"/>
              <a:t>Insert Sort </a:t>
            </a:r>
          </a:p>
          <a:p>
            <a:r>
              <a:rPr lang="en-US" dirty="0"/>
              <a:t>Shell Sort	      Assignment for you to investigate</a:t>
            </a:r>
          </a:p>
          <a:p>
            <a:r>
              <a:rPr lang="en-US" dirty="0"/>
              <a:t>Heap Sort</a:t>
            </a:r>
          </a:p>
          <a:p>
            <a:r>
              <a:rPr lang="en-US" dirty="0"/>
              <a:t>Quick Sort</a:t>
            </a:r>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10</a:t>
            </a:fld>
            <a:endParaRPr lang="en-US" dirty="0"/>
          </a:p>
        </p:txBody>
      </p:sp>
      <p:grpSp>
        <p:nvGrpSpPr>
          <p:cNvPr id="24" name="Group 23">
            <a:extLst>
              <a:ext uri="{FF2B5EF4-FFF2-40B4-BE49-F238E27FC236}">
                <a16:creationId xmlns:a16="http://schemas.microsoft.com/office/drawing/2014/main" id="{AC5C402F-0C9D-D3D7-0F6C-E33DCE85B5E6}"/>
              </a:ext>
            </a:extLst>
          </p:cNvPr>
          <p:cNvGrpSpPr/>
          <p:nvPr/>
        </p:nvGrpSpPr>
        <p:grpSpPr>
          <a:xfrm>
            <a:off x="4474224" y="4855536"/>
            <a:ext cx="381960" cy="766080"/>
            <a:chOff x="4474224" y="4855536"/>
            <a:chExt cx="381960" cy="766080"/>
          </a:xfrm>
        </p:grpSpPr>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EF242DF2-903A-E0E2-57C1-EDDF3BE4A444}"/>
                    </a:ext>
                  </a:extLst>
                </p14:cNvPr>
                <p14:cNvContentPartPr/>
                <p14:nvPr/>
              </p14:nvContentPartPr>
              <p14:xfrm>
                <a:off x="4474224" y="5014296"/>
                <a:ext cx="141120" cy="109440"/>
              </p14:xfrm>
            </p:contentPart>
          </mc:Choice>
          <mc:Fallback xmlns="">
            <p:pic>
              <p:nvPicPr>
                <p:cNvPr id="11" name="Ink 10">
                  <a:extLst>
                    <a:ext uri="{FF2B5EF4-FFF2-40B4-BE49-F238E27FC236}">
                      <a16:creationId xmlns:a16="http://schemas.microsoft.com/office/drawing/2014/main" id="{EF242DF2-903A-E0E2-57C1-EDDF3BE4A444}"/>
                    </a:ext>
                  </a:extLst>
                </p:cNvPr>
                <p:cNvPicPr/>
                <p:nvPr/>
              </p:nvPicPr>
              <p:blipFill>
                <a:blip r:embed="rId3"/>
                <a:stretch>
                  <a:fillRect/>
                </a:stretch>
              </p:blipFill>
              <p:spPr>
                <a:xfrm>
                  <a:off x="4469904" y="5009976"/>
                  <a:ext cx="1497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7D154870-7246-0CC0-664A-5579B74DB322}"/>
                    </a:ext>
                  </a:extLst>
                </p14:cNvPr>
                <p14:cNvContentPartPr/>
                <p14:nvPr/>
              </p14:nvContentPartPr>
              <p14:xfrm>
                <a:off x="4692744" y="4855536"/>
                <a:ext cx="163440" cy="419760"/>
              </p14:xfrm>
            </p:contentPart>
          </mc:Choice>
          <mc:Fallback xmlns="">
            <p:pic>
              <p:nvPicPr>
                <p:cNvPr id="12" name="Ink 11">
                  <a:extLst>
                    <a:ext uri="{FF2B5EF4-FFF2-40B4-BE49-F238E27FC236}">
                      <a16:creationId xmlns:a16="http://schemas.microsoft.com/office/drawing/2014/main" id="{7D154870-7246-0CC0-664A-5579B74DB322}"/>
                    </a:ext>
                  </a:extLst>
                </p:cNvPr>
                <p:cNvPicPr/>
                <p:nvPr/>
              </p:nvPicPr>
              <p:blipFill>
                <a:blip r:embed="rId5"/>
                <a:stretch>
                  <a:fillRect/>
                </a:stretch>
              </p:blipFill>
              <p:spPr>
                <a:xfrm>
                  <a:off x="4688424" y="4851216"/>
                  <a:ext cx="17208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CA6C2EA2-EF76-E720-3550-342BCFBFCDF2}"/>
                    </a:ext>
                  </a:extLst>
                </p14:cNvPr>
                <p14:cNvContentPartPr/>
                <p14:nvPr/>
              </p14:nvContentPartPr>
              <p14:xfrm>
                <a:off x="4532184" y="5424336"/>
                <a:ext cx="124920" cy="67320"/>
              </p14:xfrm>
            </p:contentPart>
          </mc:Choice>
          <mc:Fallback xmlns="">
            <p:pic>
              <p:nvPicPr>
                <p:cNvPr id="19" name="Ink 18">
                  <a:extLst>
                    <a:ext uri="{FF2B5EF4-FFF2-40B4-BE49-F238E27FC236}">
                      <a16:creationId xmlns:a16="http://schemas.microsoft.com/office/drawing/2014/main" id="{CA6C2EA2-EF76-E720-3550-342BCFBFCDF2}"/>
                    </a:ext>
                  </a:extLst>
                </p:cNvPr>
                <p:cNvPicPr/>
                <p:nvPr/>
              </p:nvPicPr>
              <p:blipFill>
                <a:blip r:embed="rId7"/>
                <a:stretch>
                  <a:fillRect/>
                </a:stretch>
              </p:blipFill>
              <p:spPr>
                <a:xfrm>
                  <a:off x="4527864" y="5420016"/>
                  <a:ext cx="1335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6F511E97-230B-A296-20AE-52C96E6D0E33}"/>
                    </a:ext>
                  </a:extLst>
                </p14:cNvPr>
                <p14:cNvContentPartPr/>
                <p14:nvPr/>
              </p14:nvContentPartPr>
              <p14:xfrm>
                <a:off x="4748544" y="5322096"/>
                <a:ext cx="107640" cy="299520"/>
              </p14:xfrm>
            </p:contentPart>
          </mc:Choice>
          <mc:Fallback xmlns="">
            <p:pic>
              <p:nvPicPr>
                <p:cNvPr id="20" name="Ink 19">
                  <a:extLst>
                    <a:ext uri="{FF2B5EF4-FFF2-40B4-BE49-F238E27FC236}">
                      <a16:creationId xmlns:a16="http://schemas.microsoft.com/office/drawing/2014/main" id="{6F511E97-230B-A296-20AE-52C96E6D0E33}"/>
                    </a:ext>
                  </a:extLst>
                </p:cNvPr>
                <p:cNvPicPr/>
                <p:nvPr/>
              </p:nvPicPr>
              <p:blipFill>
                <a:blip r:embed="rId9"/>
                <a:stretch>
                  <a:fillRect/>
                </a:stretch>
              </p:blipFill>
              <p:spPr>
                <a:xfrm>
                  <a:off x="4744224" y="5317776"/>
                  <a:ext cx="116280" cy="308160"/>
                </a:xfrm>
                <a:prstGeom prst="rect">
                  <a:avLst/>
                </a:prstGeom>
              </p:spPr>
            </p:pic>
          </mc:Fallback>
        </mc:AlternateContent>
      </p:grpSp>
      <p:grpSp>
        <p:nvGrpSpPr>
          <p:cNvPr id="27" name="Group 26">
            <a:extLst>
              <a:ext uri="{FF2B5EF4-FFF2-40B4-BE49-F238E27FC236}">
                <a16:creationId xmlns:a16="http://schemas.microsoft.com/office/drawing/2014/main" id="{EFBA2BC1-740F-CBDB-880E-73025D2CB2D1}"/>
              </a:ext>
            </a:extLst>
          </p:cNvPr>
          <p:cNvGrpSpPr/>
          <p:nvPr/>
        </p:nvGrpSpPr>
        <p:grpSpPr>
          <a:xfrm>
            <a:off x="3054744" y="4901976"/>
            <a:ext cx="1215360" cy="838440"/>
            <a:chOff x="3054744" y="4901976"/>
            <a:chExt cx="1215360" cy="838440"/>
          </a:xfrm>
        </p:grpSpPr>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E33985F5-19CD-F2FF-4F11-51B1D6705776}"/>
                    </a:ext>
                  </a:extLst>
                </p14:cNvPr>
                <p14:cNvContentPartPr/>
                <p14:nvPr/>
              </p14:nvContentPartPr>
              <p14:xfrm>
                <a:off x="3095424" y="4961016"/>
                <a:ext cx="219600" cy="272520"/>
              </p14:xfrm>
            </p:contentPart>
          </mc:Choice>
          <mc:Fallback xmlns="">
            <p:pic>
              <p:nvPicPr>
                <p:cNvPr id="5" name="Ink 4">
                  <a:extLst>
                    <a:ext uri="{FF2B5EF4-FFF2-40B4-BE49-F238E27FC236}">
                      <a16:creationId xmlns:a16="http://schemas.microsoft.com/office/drawing/2014/main" id="{E33985F5-19CD-F2FF-4F11-51B1D6705776}"/>
                    </a:ext>
                  </a:extLst>
                </p:cNvPr>
                <p:cNvPicPr/>
                <p:nvPr/>
              </p:nvPicPr>
              <p:blipFill>
                <a:blip r:embed="rId11"/>
                <a:stretch>
                  <a:fillRect/>
                </a:stretch>
              </p:blipFill>
              <p:spPr>
                <a:xfrm>
                  <a:off x="3091104" y="4956696"/>
                  <a:ext cx="2282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2193BA8A-D4A9-4D04-F9D9-7FB705E91EBE}"/>
                    </a:ext>
                  </a:extLst>
                </p14:cNvPr>
                <p14:cNvContentPartPr/>
                <p14:nvPr/>
              </p14:nvContentPartPr>
              <p14:xfrm>
                <a:off x="3352104" y="4930056"/>
                <a:ext cx="148320" cy="327960"/>
              </p14:xfrm>
            </p:contentPart>
          </mc:Choice>
          <mc:Fallback xmlns="">
            <p:pic>
              <p:nvPicPr>
                <p:cNvPr id="6" name="Ink 5">
                  <a:extLst>
                    <a:ext uri="{FF2B5EF4-FFF2-40B4-BE49-F238E27FC236}">
                      <a16:creationId xmlns:a16="http://schemas.microsoft.com/office/drawing/2014/main" id="{2193BA8A-D4A9-4D04-F9D9-7FB705E91EBE}"/>
                    </a:ext>
                  </a:extLst>
                </p:cNvPr>
                <p:cNvPicPr/>
                <p:nvPr/>
              </p:nvPicPr>
              <p:blipFill>
                <a:blip r:embed="rId13"/>
                <a:stretch>
                  <a:fillRect/>
                </a:stretch>
              </p:blipFill>
              <p:spPr>
                <a:xfrm>
                  <a:off x="3347784" y="4925736"/>
                  <a:ext cx="15696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85BDB907-880A-C05D-493E-5A6F355CCE25}"/>
                    </a:ext>
                  </a:extLst>
                </p14:cNvPr>
                <p14:cNvContentPartPr/>
                <p14:nvPr/>
              </p14:nvContentPartPr>
              <p14:xfrm>
                <a:off x="3518064" y="5070456"/>
                <a:ext cx="148320" cy="105120"/>
              </p14:xfrm>
            </p:contentPart>
          </mc:Choice>
          <mc:Fallback xmlns="">
            <p:pic>
              <p:nvPicPr>
                <p:cNvPr id="7" name="Ink 6">
                  <a:extLst>
                    <a:ext uri="{FF2B5EF4-FFF2-40B4-BE49-F238E27FC236}">
                      <a16:creationId xmlns:a16="http://schemas.microsoft.com/office/drawing/2014/main" id="{85BDB907-880A-C05D-493E-5A6F355CCE25}"/>
                    </a:ext>
                  </a:extLst>
                </p:cNvPr>
                <p:cNvPicPr/>
                <p:nvPr/>
              </p:nvPicPr>
              <p:blipFill>
                <a:blip r:embed="rId15"/>
                <a:stretch>
                  <a:fillRect/>
                </a:stretch>
              </p:blipFill>
              <p:spPr>
                <a:xfrm>
                  <a:off x="3513744" y="5066136"/>
                  <a:ext cx="1569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Ink 7">
                  <a:extLst>
                    <a:ext uri="{FF2B5EF4-FFF2-40B4-BE49-F238E27FC236}">
                      <a16:creationId xmlns:a16="http://schemas.microsoft.com/office/drawing/2014/main" id="{BBC3414F-B59C-354B-CE5B-B9B6D682D036}"/>
                    </a:ext>
                  </a:extLst>
                </p14:cNvPr>
                <p14:cNvContentPartPr/>
                <p14:nvPr/>
              </p14:nvContentPartPr>
              <p14:xfrm>
                <a:off x="3818304" y="4901976"/>
                <a:ext cx="155160" cy="247320"/>
              </p14:xfrm>
            </p:contentPart>
          </mc:Choice>
          <mc:Fallback xmlns="">
            <p:pic>
              <p:nvPicPr>
                <p:cNvPr id="8" name="Ink 7">
                  <a:extLst>
                    <a:ext uri="{FF2B5EF4-FFF2-40B4-BE49-F238E27FC236}">
                      <a16:creationId xmlns:a16="http://schemas.microsoft.com/office/drawing/2014/main" id="{BBC3414F-B59C-354B-CE5B-B9B6D682D036}"/>
                    </a:ext>
                  </a:extLst>
                </p:cNvPr>
                <p:cNvPicPr/>
                <p:nvPr/>
              </p:nvPicPr>
              <p:blipFill>
                <a:blip r:embed="rId17"/>
                <a:stretch>
                  <a:fillRect/>
                </a:stretch>
              </p:blipFill>
              <p:spPr>
                <a:xfrm>
                  <a:off x="3813984" y="4897656"/>
                  <a:ext cx="16380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D673565A-8CED-9489-7084-04B4B038A136}"/>
                    </a:ext>
                  </a:extLst>
                </p14:cNvPr>
                <p14:cNvContentPartPr/>
                <p14:nvPr/>
              </p14:nvContentPartPr>
              <p14:xfrm>
                <a:off x="3910464" y="5055336"/>
                <a:ext cx="83520" cy="74160"/>
              </p14:xfrm>
            </p:contentPart>
          </mc:Choice>
          <mc:Fallback xmlns="">
            <p:pic>
              <p:nvPicPr>
                <p:cNvPr id="9" name="Ink 8">
                  <a:extLst>
                    <a:ext uri="{FF2B5EF4-FFF2-40B4-BE49-F238E27FC236}">
                      <a16:creationId xmlns:a16="http://schemas.microsoft.com/office/drawing/2014/main" id="{D673565A-8CED-9489-7084-04B4B038A136}"/>
                    </a:ext>
                  </a:extLst>
                </p:cNvPr>
                <p:cNvPicPr/>
                <p:nvPr/>
              </p:nvPicPr>
              <p:blipFill>
                <a:blip r:embed="rId19"/>
                <a:stretch>
                  <a:fillRect/>
                </a:stretch>
              </p:blipFill>
              <p:spPr>
                <a:xfrm>
                  <a:off x="3906144" y="5051016"/>
                  <a:ext cx="921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414882E6-0888-A482-22C0-708C2DACC85E}"/>
                    </a:ext>
                  </a:extLst>
                </p14:cNvPr>
                <p14:cNvContentPartPr/>
                <p14:nvPr/>
              </p14:nvContentPartPr>
              <p14:xfrm>
                <a:off x="3960504" y="5072616"/>
                <a:ext cx="223200" cy="246960"/>
              </p14:xfrm>
            </p:contentPart>
          </mc:Choice>
          <mc:Fallback xmlns="">
            <p:pic>
              <p:nvPicPr>
                <p:cNvPr id="10" name="Ink 9">
                  <a:extLst>
                    <a:ext uri="{FF2B5EF4-FFF2-40B4-BE49-F238E27FC236}">
                      <a16:creationId xmlns:a16="http://schemas.microsoft.com/office/drawing/2014/main" id="{414882E6-0888-A482-22C0-708C2DACC85E}"/>
                    </a:ext>
                  </a:extLst>
                </p:cNvPr>
                <p:cNvPicPr/>
                <p:nvPr/>
              </p:nvPicPr>
              <p:blipFill>
                <a:blip r:embed="rId21"/>
                <a:stretch>
                  <a:fillRect/>
                </a:stretch>
              </p:blipFill>
              <p:spPr>
                <a:xfrm>
                  <a:off x="3956184" y="5068296"/>
                  <a:ext cx="2318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B01F8539-273B-2062-8200-3818D80E290A}"/>
                    </a:ext>
                  </a:extLst>
                </p14:cNvPr>
                <p14:cNvContentPartPr/>
                <p14:nvPr/>
              </p14:nvContentPartPr>
              <p14:xfrm>
                <a:off x="3054744" y="5410656"/>
                <a:ext cx="200880" cy="211680"/>
              </p14:xfrm>
            </p:contentPart>
          </mc:Choice>
          <mc:Fallback xmlns="">
            <p:pic>
              <p:nvPicPr>
                <p:cNvPr id="13" name="Ink 12">
                  <a:extLst>
                    <a:ext uri="{FF2B5EF4-FFF2-40B4-BE49-F238E27FC236}">
                      <a16:creationId xmlns:a16="http://schemas.microsoft.com/office/drawing/2014/main" id="{B01F8539-273B-2062-8200-3818D80E290A}"/>
                    </a:ext>
                  </a:extLst>
                </p:cNvPr>
                <p:cNvPicPr/>
                <p:nvPr/>
              </p:nvPicPr>
              <p:blipFill>
                <a:blip r:embed="rId23"/>
                <a:stretch>
                  <a:fillRect/>
                </a:stretch>
              </p:blipFill>
              <p:spPr>
                <a:xfrm>
                  <a:off x="3050424" y="5406336"/>
                  <a:ext cx="209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1AB15C4A-B48E-FE72-64E4-8033249A1B32}"/>
                    </a:ext>
                  </a:extLst>
                </p14:cNvPr>
                <p14:cNvContentPartPr/>
                <p14:nvPr/>
              </p14:nvContentPartPr>
              <p14:xfrm>
                <a:off x="3362544" y="5370696"/>
                <a:ext cx="148680" cy="246960"/>
              </p14:xfrm>
            </p:contentPart>
          </mc:Choice>
          <mc:Fallback xmlns="">
            <p:pic>
              <p:nvPicPr>
                <p:cNvPr id="14" name="Ink 13">
                  <a:extLst>
                    <a:ext uri="{FF2B5EF4-FFF2-40B4-BE49-F238E27FC236}">
                      <a16:creationId xmlns:a16="http://schemas.microsoft.com/office/drawing/2014/main" id="{1AB15C4A-B48E-FE72-64E4-8033249A1B32}"/>
                    </a:ext>
                  </a:extLst>
                </p:cNvPr>
                <p:cNvPicPr/>
                <p:nvPr/>
              </p:nvPicPr>
              <p:blipFill>
                <a:blip r:embed="rId25"/>
                <a:stretch>
                  <a:fillRect/>
                </a:stretch>
              </p:blipFill>
              <p:spPr>
                <a:xfrm>
                  <a:off x="3358224" y="5366376"/>
                  <a:ext cx="15732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FCAE43C0-F903-7291-A0C1-775994D197D1}"/>
                    </a:ext>
                  </a:extLst>
                </p14:cNvPr>
                <p14:cNvContentPartPr/>
                <p14:nvPr/>
              </p14:nvContentPartPr>
              <p14:xfrm>
                <a:off x="3587184" y="5502096"/>
                <a:ext cx="124920" cy="52200"/>
              </p14:xfrm>
            </p:contentPart>
          </mc:Choice>
          <mc:Fallback xmlns="">
            <p:pic>
              <p:nvPicPr>
                <p:cNvPr id="15" name="Ink 14">
                  <a:extLst>
                    <a:ext uri="{FF2B5EF4-FFF2-40B4-BE49-F238E27FC236}">
                      <a16:creationId xmlns:a16="http://schemas.microsoft.com/office/drawing/2014/main" id="{FCAE43C0-F903-7291-A0C1-775994D197D1}"/>
                    </a:ext>
                  </a:extLst>
                </p:cNvPr>
                <p:cNvPicPr/>
                <p:nvPr/>
              </p:nvPicPr>
              <p:blipFill>
                <a:blip r:embed="rId27"/>
                <a:stretch>
                  <a:fillRect/>
                </a:stretch>
              </p:blipFill>
              <p:spPr>
                <a:xfrm>
                  <a:off x="3582864" y="5497776"/>
                  <a:ext cx="13356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FCA50151-159E-8CDF-5764-B14923428EC3}"/>
                    </a:ext>
                  </a:extLst>
                </p14:cNvPr>
                <p14:cNvContentPartPr/>
                <p14:nvPr/>
              </p14:nvContentPartPr>
              <p14:xfrm>
                <a:off x="3921984" y="5344416"/>
                <a:ext cx="109080" cy="206640"/>
              </p14:xfrm>
            </p:contentPart>
          </mc:Choice>
          <mc:Fallback xmlns="">
            <p:pic>
              <p:nvPicPr>
                <p:cNvPr id="16" name="Ink 15">
                  <a:extLst>
                    <a:ext uri="{FF2B5EF4-FFF2-40B4-BE49-F238E27FC236}">
                      <a16:creationId xmlns:a16="http://schemas.microsoft.com/office/drawing/2014/main" id="{FCA50151-159E-8CDF-5764-B14923428EC3}"/>
                    </a:ext>
                  </a:extLst>
                </p:cNvPr>
                <p:cNvPicPr/>
                <p:nvPr/>
              </p:nvPicPr>
              <p:blipFill>
                <a:blip r:embed="rId29"/>
                <a:stretch>
                  <a:fillRect/>
                </a:stretch>
              </p:blipFill>
              <p:spPr>
                <a:xfrm>
                  <a:off x="3917664" y="5340096"/>
                  <a:ext cx="1177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5EDEF9CE-E5F7-CDAE-EB9F-724BBCDFA00A}"/>
                    </a:ext>
                  </a:extLst>
                </p14:cNvPr>
                <p14:cNvContentPartPr/>
                <p14:nvPr/>
              </p14:nvContentPartPr>
              <p14:xfrm>
                <a:off x="4012344" y="5481216"/>
                <a:ext cx="106560" cy="54000"/>
              </p14:xfrm>
            </p:contentPart>
          </mc:Choice>
          <mc:Fallback xmlns="">
            <p:pic>
              <p:nvPicPr>
                <p:cNvPr id="17" name="Ink 16">
                  <a:extLst>
                    <a:ext uri="{FF2B5EF4-FFF2-40B4-BE49-F238E27FC236}">
                      <a16:creationId xmlns:a16="http://schemas.microsoft.com/office/drawing/2014/main" id="{5EDEF9CE-E5F7-CDAE-EB9F-724BBCDFA00A}"/>
                    </a:ext>
                  </a:extLst>
                </p:cNvPr>
                <p:cNvPicPr/>
                <p:nvPr/>
              </p:nvPicPr>
              <p:blipFill>
                <a:blip r:embed="rId31"/>
                <a:stretch>
                  <a:fillRect/>
                </a:stretch>
              </p:blipFill>
              <p:spPr>
                <a:xfrm>
                  <a:off x="4008024" y="5476896"/>
                  <a:ext cx="1152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68D425FC-34AD-1A14-FD5A-EED4E626E53C}"/>
                    </a:ext>
                  </a:extLst>
                </p14:cNvPr>
                <p14:cNvContentPartPr/>
                <p14:nvPr/>
              </p14:nvContentPartPr>
              <p14:xfrm>
                <a:off x="4013424" y="5489136"/>
                <a:ext cx="256680" cy="251280"/>
              </p14:xfrm>
            </p:contentPart>
          </mc:Choice>
          <mc:Fallback xmlns="">
            <p:pic>
              <p:nvPicPr>
                <p:cNvPr id="18" name="Ink 17">
                  <a:extLst>
                    <a:ext uri="{FF2B5EF4-FFF2-40B4-BE49-F238E27FC236}">
                      <a16:creationId xmlns:a16="http://schemas.microsoft.com/office/drawing/2014/main" id="{68D425FC-34AD-1A14-FD5A-EED4E626E53C}"/>
                    </a:ext>
                  </a:extLst>
                </p:cNvPr>
                <p:cNvPicPr/>
                <p:nvPr/>
              </p:nvPicPr>
              <p:blipFill>
                <a:blip r:embed="rId33"/>
                <a:stretch>
                  <a:fillRect/>
                </a:stretch>
              </p:blipFill>
              <p:spPr>
                <a:xfrm>
                  <a:off x="4009104" y="5484816"/>
                  <a:ext cx="265320" cy="259920"/>
                </a:xfrm>
                <a:prstGeom prst="rect">
                  <a:avLst/>
                </a:prstGeom>
              </p:spPr>
            </p:pic>
          </mc:Fallback>
        </mc:AlternateContent>
      </p:grpSp>
      <p:grpSp>
        <p:nvGrpSpPr>
          <p:cNvPr id="34" name="Group 33">
            <a:extLst>
              <a:ext uri="{FF2B5EF4-FFF2-40B4-BE49-F238E27FC236}">
                <a16:creationId xmlns:a16="http://schemas.microsoft.com/office/drawing/2014/main" id="{C96D0F8A-4738-4D75-6B59-C8079AE50DE0}"/>
              </a:ext>
            </a:extLst>
          </p:cNvPr>
          <p:cNvGrpSpPr/>
          <p:nvPr/>
        </p:nvGrpSpPr>
        <p:grpSpPr>
          <a:xfrm>
            <a:off x="2901384" y="2813616"/>
            <a:ext cx="753840" cy="262440"/>
            <a:chOff x="2901384" y="2813616"/>
            <a:chExt cx="753840" cy="262440"/>
          </a:xfrm>
        </p:grpSpPr>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A476793F-9902-18F1-EB91-FE0B7760DB92}"/>
                    </a:ext>
                  </a:extLst>
                </p14:cNvPr>
                <p14:cNvContentPartPr/>
                <p14:nvPr/>
              </p14:nvContentPartPr>
              <p14:xfrm>
                <a:off x="2901384" y="2843856"/>
                <a:ext cx="185400" cy="217080"/>
              </p14:xfrm>
            </p:contentPart>
          </mc:Choice>
          <mc:Fallback xmlns="">
            <p:pic>
              <p:nvPicPr>
                <p:cNvPr id="28" name="Ink 27">
                  <a:extLst>
                    <a:ext uri="{FF2B5EF4-FFF2-40B4-BE49-F238E27FC236}">
                      <a16:creationId xmlns:a16="http://schemas.microsoft.com/office/drawing/2014/main" id="{A476793F-9902-18F1-EB91-FE0B7760DB92}"/>
                    </a:ext>
                  </a:extLst>
                </p:cNvPr>
                <p:cNvPicPr/>
                <p:nvPr/>
              </p:nvPicPr>
              <p:blipFill>
                <a:blip r:embed="rId35"/>
                <a:stretch>
                  <a:fillRect/>
                </a:stretch>
              </p:blipFill>
              <p:spPr>
                <a:xfrm>
                  <a:off x="2897064" y="2839536"/>
                  <a:ext cx="1940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59A5C552-0F75-B081-BE58-EE09A1A240AA}"/>
                    </a:ext>
                  </a:extLst>
                </p14:cNvPr>
                <p14:cNvContentPartPr/>
                <p14:nvPr/>
              </p14:nvContentPartPr>
              <p14:xfrm>
                <a:off x="3086784" y="2844576"/>
                <a:ext cx="133560" cy="225000"/>
              </p14:xfrm>
            </p:contentPart>
          </mc:Choice>
          <mc:Fallback xmlns="">
            <p:pic>
              <p:nvPicPr>
                <p:cNvPr id="29" name="Ink 28">
                  <a:extLst>
                    <a:ext uri="{FF2B5EF4-FFF2-40B4-BE49-F238E27FC236}">
                      <a16:creationId xmlns:a16="http://schemas.microsoft.com/office/drawing/2014/main" id="{59A5C552-0F75-B081-BE58-EE09A1A240AA}"/>
                    </a:ext>
                  </a:extLst>
                </p:cNvPr>
                <p:cNvPicPr/>
                <p:nvPr/>
              </p:nvPicPr>
              <p:blipFill>
                <a:blip r:embed="rId37"/>
                <a:stretch>
                  <a:fillRect/>
                </a:stretch>
              </p:blipFill>
              <p:spPr>
                <a:xfrm>
                  <a:off x="3082464" y="2840256"/>
                  <a:ext cx="1422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99DAAD55-41BA-5F5C-42C6-F57D0FCFB16A}"/>
                    </a:ext>
                  </a:extLst>
                </p14:cNvPr>
                <p14:cNvContentPartPr/>
                <p14:nvPr/>
              </p14:nvContentPartPr>
              <p14:xfrm>
                <a:off x="3250224" y="2957256"/>
                <a:ext cx="124920" cy="63360"/>
              </p14:xfrm>
            </p:contentPart>
          </mc:Choice>
          <mc:Fallback xmlns="">
            <p:pic>
              <p:nvPicPr>
                <p:cNvPr id="31" name="Ink 30">
                  <a:extLst>
                    <a:ext uri="{FF2B5EF4-FFF2-40B4-BE49-F238E27FC236}">
                      <a16:creationId xmlns:a16="http://schemas.microsoft.com/office/drawing/2014/main" id="{99DAAD55-41BA-5F5C-42C6-F57D0FCFB16A}"/>
                    </a:ext>
                  </a:extLst>
                </p:cNvPr>
                <p:cNvPicPr/>
                <p:nvPr/>
              </p:nvPicPr>
              <p:blipFill>
                <a:blip r:embed="rId39"/>
                <a:stretch>
                  <a:fillRect/>
                </a:stretch>
              </p:blipFill>
              <p:spPr>
                <a:xfrm>
                  <a:off x="3245904" y="2952936"/>
                  <a:ext cx="1335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CABA6CDF-99CF-EB08-1E0C-5952193121A5}"/>
                    </a:ext>
                  </a:extLst>
                </p14:cNvPr>
                <p14:cNvContentPartPr/>
                <p14:nvPr/>
              </p14:nvContentPartPr>
              <p14:xfrm>
                <a:off x="3420864" y="2836656"/>
                <a:ext cx="81360" cy="62280"/>
              </p14:xfrm>
            </p:contentPart>
          </mc:Choice>
          <mc:Fallback xmlns="">
            <p:pic>
              <p:nvPicPr>
                <p:cNvPr id="32" name="Ink 31">
                  <a:extLst>
                    <a:ext uri="{FF2B5EF4-FFF2-40B4-BE49-F238E27FC236}">
                      <a16:creationId xmlns:a16="http://schemas.microsoft.com/office/drawing/2014/main" id="{CABA6CDF-99CF-EB08-1E0C-5952193121A5}"/>
                    </a:ext>
                  </a:extLst>
                </p:cNvPr>
                <p:cNvPicPr/>
                <p:nvPr/>
              </p:nvPicPr>
              <p:blipFill>
                <a:blip r:embed="rId41"/>
                <a:stretch>
                  <a:fillRect/>
                </a:stretch>
              </p:blipFill>
              <p:spPr>
                <a:xfrm>
                  <a:off x="3416544" y="2832336"/>
                  <a:ext cx="900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15030597-FE1B-A441-FA8D-44A626250AA7}"/>
                    </a:ext>
                  </a:extLst>
                </p14:cNvPr>
                <p14:cNvContentPartPr/>
                <p14:nvPr/>
              </p14:nvContentPartPr>
              <p14:xfrm>
                <a:off x="3513384" y="2813616"/>
                <a:ext cx="141840" cy="262440"/>
              </p14:xfrm>
            </p:contentPart>
          </mc:Choice>
          <mc:Fallback xmlns="">
            <p:pic>
              <p:nvPicPr>
                <p:cNvPr id="33" name="Ink 32">
                  <a:extLst>
                    <a:ext uri="{FF2B5EF4-FFF2-40B4-BE49-F238E27FC236}">
                      <a16:creationId xmlns:a16="http://schemas.microsoft.com/office/drawing/2014/main" id="{15030597-FE1B-A441-FA8D-44A626250AA7}"/>
                    </a:ext>
                  </a:extLst>
                </p:cNvPr>
                <p:cNvPicPr/>
                <p:nvPr/>
              </p:nvPicPr>
              <p:blipFill>
                <a:blip r:embed="rId43"/>
                <a:stretch>
                  <a:fillRect/>
                </a:stretch>
              </p:blipFill>
              <p:spPr>
                <a:xfrm>
                  <a:off x="3509064" y="2809296"/>
                  <a:ext cx="150480" cy="271080"/>
                </a:xfrm>
                <a:prstGeom prst="rect">
                  <a:avLst/>
                </a:prstGeom>
              </p:spPr>
            </p:pic>
          </mc:Fallback>
        </mc:AlternateContent>
      </p:grpSp>
      <p:grpSp>
        <p:nvGrpSpPr>
          <p:cNvPr id="40" name="Group 39">
            <a:extLst>
              <a:ext uri="{FF2B5EF4-FFF2-40B4-BE49-F238E27FC236}">
                <a16:creationId xmlns:a16="http://schemas.microsoft.com/office/drawing/2014/main" id="{FEBFA25A-84CB-E8E6-8701-7C3398FA672F}"/>
              </a:ext>
            </a:extLst>
          </p:cNvPr>
          <p:cNvGrpSpPr/>
          <p:nvPr/>
        </p:nvGrpSpPr>
        <p:grpSpPr>
          <a:xfrm>
            <a:off x="2829384" y="3267576"/>
            <a:ext cx="873720" cy="268200"/>
            <a:chOff x="2829384" y="3267576"/>
            <a:chExt cx="873720" cy="268200"/>
          </a:xfrm>
        </p:grpSpPr>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8A67C562-9ADA-C6C5-61B6-19FB0BA41E24}"/>
                    </a:ext>
                  </a:extLst>
                </p14:cNvPr>
                <p14:cNvContentPartPr/>
                <p14:nvPr/>
              </p14:nvContentPartPr>
              <p14:xfrm>
                <a:off x="2829384" y="3296016"/>
                <a:ext cx="153000" cy="189000"/>
              </p14:xfrm>
            </p:contentPart>
          </mc:Choice>
          <mc:Fallback xmlns="">
            <p:pic>
              <p:nvPicPr>
                <p:cNvPr id="35" name="Ink 34">
                  <a:extLst>
                    <a:ext uri="{FF2B5EF4-FFF2-40B4-BE49-F238E27FC236}">
                      <a16:creationId xmlns:a16="http://schemas.microsoft.com/office/drawing/2014/main" id="{8A67C562-9ADA-C6C5-61B6-19FB0BA41E24}"/>
                    </a:ext>
                  </a:extLst>
                </p:cNvPr>
                <p:cNvPicPr/>
                <p:nvPr/>
              </p:nvPicPr>
              <p:blipFill>
                <a:blip r:embed="rId45"/>
                <a:stretch>
                  <a:fillRect/>
                </a:stretch>
              </p:blipFill>
              <p:spPr>
                <a:xfrm>
                  <a:off x="2825064" y="3291696"/>
                  <a:ext cx="1616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9B7C0087-A2C5-3346-1F8E-D47C2F92AE78}"/>
                    </a:ext>
                  </a:extLst>
                </p14:cNvPr>
                <p14:cNvContentPartPr/>
                <p14:nvPr/>
              </p14:nvContentPartPr>
              <p14:xfrm>
                <a:off x="3048984" y="3279096"/>
                <a:ext cx="157320" cy="218520"/>
              </p14:xfrm>
            </p:contentPart>
          </mc:Choice>
          <mc:Fallback xmlns="">
            <p:pic>
              <p:nvPicPr>
                <p:cNvPr id="36" name="Ink 35">
                  <a:extLst>
                    <a:ext uri="{FF2B5EF4-FFF2-40B4-BE49-F238E27FC236}">
                      <a16:creationId xmlns:a16="http://schemas.microsoft.com/office/drawing/2014/main" id="{9B7C0087-A2C5-3346-1F8E-D47C2F92AE78}"/>
                    </a:ext>
                  </a:extLst>
                </p:cNvPr>
                <p:cNvPicPr/>
                <p:nvPr/>
              </p:nvPicPr>
              <p:blipFill>
                <a:blip r:embed="rId47"/>
                <a:stretch>
                  <a:fillRect/>
                </a:stretch>
              </p:blipFill>
              <p:spPr>
                <a:xfrm>
                  <a:off x="3044664" y="3274776"/>
                  <a:ext cx="1659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9D95175D-698A-CDA9-8064-593ED6F9DBB6}"/>
                    </a:ext>
                  </a:extLst>
                </p14:cNvPr>
                <p14:cNvContentPartPr/>
                <p14:nvPr/>
              </p14:nvContentPartPr>
              <p14:xfrm>
                <a:off x="3238704" y="3392136"/>
                <a:ext cx="135000" cy="49320"/>
              </p14:xfrm>
            </p:contentPart>
          </mc:Choice>
          <mc:Fallback xmlns="">
            <p:pic>
              <p:nvPicPr>
                <p:cNvPr id="37" name="Ink 36">
                  <a:extLst>
                    <a:ext uri="{FF2B5EF4-FFF2-40B4-BE49-F238E27FC236}">
                      <a16:creationId xmlns:a16="http://schemas.microsoft.com/office/drawing/2014/main" id="{9D95175D-698A-CDA9-8064-593ED6F9DBB6}"/>
                    </a:ext>
                  </a:extLst>
                </p:cNvPr>
                <p:cNvPicPr/>
                <p:nvPr/>
              </p:nvPicPr>
              <p:blipFill>
                <a:blip r:embed="rId49"/>
                <a:stretch>
                  <a:fillRect/>
                </a:stretch>
              </p:blipFill>
              <p:spPr>
                <a:xfrm>
                  <a:off x="3234384" y="3387816"/>
                  <a:ext cx="1436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8" name="Ink 37">
                  <a:extLst>
                    <a:ext uri="{FF2B5EF4-FFF2-40B4-BE49-F238E27FC236}">
                      <a16:creationId xmlns:a16="http://schemas.microsoft.com/office/drawing/2014/main" id="{A35B0849-7624-7DEB-2DDA-0E8EF740035D}"/>
                    </a:ext>
                  </a:extLst>
                </p14:cNvPr>
                <p14:cNvContentPartPr/>
                <p14:nvPr/>
              </p14:nvContentPartPr>
              <p14:xfrm>
                <a:off x="3411864" y="3281256"/>
                <a:ext cx="92880" cy="82800"/>
              </p14:xfrm>
            </p:contentPart>
          </mc:Choice>
          <mc:Fallback xmlns="">
            <p:pic>
              <p:nvPicPr>
                <p:cNvPr id="38" name="Ink 37">
                  <a:extLst>
                    <a:ext uri="{FF2B5EF4-FFF2-40B4-BE49-F238E27FC236}">
                      <a16:creationId xmlns:a16="http://schemas.microsoft.com/office/drawing/2014/main" id="{A35B0849-7624-7DEB-2DDA-0E8EF740035D}"/>
                    </a:ext>
                  </a:extLst>
                </p:cNvPr>
                <p:cNvPicPr/>
                <p:nvPr/>
              </p:nvPicPr>
              <p:blipFill>
                <a:blip r:embed="rId51"/>
                <a:stretch>
                  <a:fillRect/>
                </a:stretch>
              </p:blipFill>
              <p:spPr>
                <a:xfrm>
                  <a:off x="3407544" y="3276936"/>
                  <a:ext cx="1015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9" name="Ink 38">
                  <a:extLst>
                    <a:ext uri="{FF2B5EF4-FFF2-40B4-BE49-F238E27FC236}">
                      <a16:creationId xmlns:a16="http://schemas.microsoft.com/office/drawing/2014/main" id="{5AB58C99-27E6-3A48-591E-0C65E8DC1A46}"/>
                    </a:ext>
                  </a:extLst>
                </p14:cNvPr>
                <p14:cNvContentPartPr/>
                <p14:nvPr/>
              </p14:nvContentPartPr>
              <p14:xfrm>
                <a:off x="3596544" y="3267576"/>
                <a:ext cx="106560" cy="268200"/>
              </p14:xfrm>
            </p:contentPart>
          </mc:Choice>
          <mc:Fallback xmlns="">
            <p:pic>
              <p:nvPicPr>
                <p:cNvPr id="39" name="Ink 38">
                  <a:extLst>
                    <a:ext uri="{FF2B5EF4-FFF2-40B4-BE49-F238E27FC236}">
                      <a16:creationId xmlns:a16="http://schemas.microsoft.com/office/drawing/2014/main" id="{5AB58C99-27E6-3A48-591E-0C65E8DC1A46}"/>
                    </a:ext>
                  </a:extLst>
                </p:cNvPr>
                <p:cNvPicPr/>
                <p:nvPr/>
              </p:nvPicPr>
              <p:blipFill>
                <a:blip r:embed="rId53"/>
                <a:stretch>
                  <a:fillRect/>
                </a:stretch>
              </p:blipFill>
              <p:spPr>
                <a:xfrm>
                  <a:off x="3592224" y="3263256"/>
                  <a:ext cx="115200" cy="276840"/>
                </a:xfrm>
                <a:prstGeom prst="rect">
                  <a:avLst/>
                </a:prstGeom>
              </p:spPr>
            </p:pic>
          </mc:Fallback>
        </mc:AlternateContent>
      </p:grpSp>
      <p:grpSp>
        <p:nvGrpSpPr>
          <p:cNvPr id="46" name="Group 45">
            <a:extLst>
              <a:ext uri="{FF2B5EF4-FFF2-40B4-BE49-F238E27FC236}">
                <a16:creationId xmlns:a16="http://schemas.microsoft.com/office/drawing/2014/main" id="{79E92AD9-7485-FCDC-D953-71A8505A40D8}"/>
              </a:ext>
            </a:extLst>
          </p:cNvPr>
          <p:cNvGrpSpPr/>
          <p:nvPr/>
        </p:nvGrpSpPr>
        <p:grpSpPr>
          <a:xfrm>
            <a:off x="2977344" y="3667176"/>
            <a:ext cx="806040" cy="312120"/>
            <a:chOff x="2977344" y="3667176"/>
            <a:chExt cx="806040" cy="312120"/>
          </a:xfrm>
        </p:grpSpPr>
        <mc:AlternateContent xmlns:mc="http://schemas.openxmlformats.org/markup-compatibility/2006" xmlns:p14="http://schemas.microsoft.com/office/powerpoint/2010/main">
          <mc:Choice Requires="p14">
            <p:contentPart p14:bwMode="auto" r:id="rId54">
              <p14:nvContentPartPr>
                <p14:cNvPr id="41" name="Ink 40">
                  <a:extLst>
                    <a:ext uri="{FF2B5EF4-FFF2-40B4-BE49-F238E27FC236}">
                      <a16:creationId xmlns:a16="http://schemas.microsoft.com/office/drawing/2014/main" id="{CD0DDB97-5A46-D77E-D351-4E9C5B3A6935}"/>
                    </a:ext>
                  </a:extLst>
                </p14:cNvPr>
                <p14:cNvContentPartPr/>
                <p14:nvPr/>
              </p14:nvContentPartPr>
              <p14:xfrm>
                <a:off x="2977344" y="3755376"/>
                <a:ext cx="179280" cy="189000"/>
              </p14:xfrm>
            </p:contentPart>
          </mc:Choice>
          <mc:Fallback xmlns="">
            <p:pic>
              <p:nvPicPr>
                <p:cNvPr id="41" name="Ink 40">
                  <a:extLst>
                    <a:ext uri="{FF2B5EF4-FFF2-40B4-BE49-F238E27FC236}">
                      <a16:creationId xmlns:a16="http://schemas.microsoft.com/office/drawing/2014/main" id="{CD0DDB97-5A46-D77E-D351-4E9C5B3A6935}"/>
                    </a:ext>
                  </a:extLst>
                </p:cNvPr>
                <p:cNvPicPr/>
                <p:nvPr/>
              </p:nvPicPr>
              <p:blipFill>
                <a:blip r:embed="rId55"/>
                <a:stretch>
                  <a:fillRect/>
                </a:stretch>
              </p:blipFill>
              <p:spPr>
                <a:xfrm>
                  <a:off x="2973024" y="3751056"/>
                  <a:ext cx="1879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2" name="Ink 41">
                  <a:extLst>
                    <a:ext uri="{FF2B5EF4-FFF2-40B4-BE49-F238E27FC236}">
                      <a16:creationId xmlns:a16="http://schemas.microsoft.com/office/drawing/2014/main" id="{9BD885EC-D9DD-5B96-37CE-8B7B2FA21B0D}"/>
                    </a:ext>
                  </a:extLst>
                </p14:cNvPr>
                <p14:cNvContentPartPr/>
                <p14:nvPr/>
              </p14:nvContentPartPr>
              <p14:xfrm>
                <a:off x="3249864" y="3667176"/>
                <a:ext cx="194400" cy="263160"/>
              </p14:xfrm>
            </p:contentPart>
          </mc:Choice>
          <mc:Fallback xmlns="">
            <p:pic>
              <p:nvPicPr>
                <p:cNvPr id="42" name="Ink 41">
                  <a:extLst>
                    <a:ext uri="{FF2B5EF4-FFF2-40B4-BE49-F238E27FC236}">
                      <a16:creationId xmlns:a16="http://schemas.microsoft.com/office/drawing/2014/main" id="{9BD885EC-D9DD-5B96-37CE-8B7B2FA21B0D}"/>
                    </a:ext>
                  </a:extLst>
                </p:cNvPr>
                <p:cNvPicPr/>
                <p:nvPr/>
              </p:nvPicPr>
              <p:blipFill>
                <a:blip r:embed="rId57"/>
                <a:stretch>
                  <a:fillRect/>
                </a:stretch>
              </p:blipFill>
              <p:spPr>
                <a:xfrm>
                  <a:off x="3245544" y="3662856"/>
                  <a:ext cx="2030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3" name="Ink 42">
                  <a:extLst>
                    <a:ext uri="{FF2B5EF4-FFF2-40B4-BE49-F238E27FC236}">
                      <a16:creationId xmlns:a16="http://schemas.microsoft.com/office/drawing/2014/main" id="{F0EAEBED-5EBE-1033-50CB-4888119C28CC}"/>
                    </a:ext>
                  </a:extLst>
                </p14:cNvPr>
                <p14:cNvContentPartPr/>
                <p14:nvPr/>
              </p14:nvContentPartPr>
              <p14:xfrm>
                <a:off x="3428064" y="3814776"/>
                <a:ext cx="106560" cy="76680"/>
              </p14:xfrm>
            </p:contentPart>
          </mc:Choice>
          <mc:Fallback xmlns="">
            <p:pic>
              <p:nvPicPr>
                <p:cNvPr id="43" name="Ink 42">
                  <a:extLst>
                    <a:ext uri="{FF2B5EF4-FFF2-40B4-BE49-F238E27FC236}">
                      <a16:creationId xmlns:a16="http://schemas.microsoft.com/office/drawing/2014/main" id="{F0EAEBED-5EBE-1033-50CB-4888119C28CC}"/>
                    </a:ext>
                  </a:extLst>
                </p:cNvPr>
                <p:cNvPicPr/>
                <p:nvPr/>
              </p:nvPicPr>
              <p:blipFill>
                <a:blip r:embed="rId59"/>
                <a:stretch>
                  <a:fillRect/>
                </a:stretch>
              </p:blipFill>
              <p:spPr>
                <a:xfrm>
                  <a:off x="3423744" y="3810456"/>
                  <a:ext cx="1152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4" name="Ink 43">
                  <a:extLst>
                    <a:ext uri="{FF2B5EF4-FFF2-40B4-BE49-F238E27FC236}">
                      <a16:creationId xmlns:a16="http://schemas.microsoft.com/office/drawing/2014/main" id="{7D33D51C-DF3E-6FE1-B577-BD4220EA4B1D}"/>
                    </a:ext>
                  </a:extLst>
                </p14:cNvPr>
                <p14:cNvContentPartPr/>
                <p14:nvPr/>
              </p14:nvContentPartPr>
              <p14:xfrm>
                <a:off x="3568464" y="3698136"/>
                <a:ext cx="58320" cy="90720"/>
              </p14:xfrm>
            </p:contentPart>
          </mc:Choice>
          <mc:Fallback xmlns="">
            <p:pic>
              <p:nvPicPr>
                <p:cNvPr id="44" name="Ink 43">
                  <a:extLst>
                    <a:ext uri="{FF2B5EF4-FFF2-40B4-BE49-F238E27FC236}">
                      <a16:creationId xmlns:a16="http://schemas.microsoft.com/office/drawing/2014/main" id="{7D33D51C-DF3E-6FE1-B577-BD4220EA4B1D}"/>
                    </a:ext>
                  </a:extLst>
                </p:cNvPr>
                <p:cNvPicPr/>
                <p:nvPr/>
              </p:nvPicPr>
              <p:blipFill>
                <a:blip r:embed="rId61"/>
                <a:stretch>
                  <a:fillRect/>
                </a:stretch>
              </p:blipFill>
              <p:spPr>
                <a:xfrm>
                  <a:off x="3564144" y="3693816"/>
                  <a:ext cx="669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5" name="Ink 44">
                  <a:extLst>
                    <a:ext uri="{FF2B5EF4-FFF2-40B4-BE49-F238E27FC236}">
                      <a16:creationId xmlns:a16="http://schemas.microsoft.com/office/drawing/2014/main" id="{863EF6F9-9644-0A19-41CF-5F004FB6D836}"/>
                    </a:ext>
                  </a:extLst>
                </p14:cNvPr>
                <p14:cNvContentPartPr/>
                <p14:nvPr/>
              </p14:nvContentPartPr>
              <p14:xfrm>
                <a:off x="3668184" y="3694896"/>
                <a:ext cx="115200" cy="284400"/>
              </p14:xfrm>
            </p:contentPart>
          </mc:Choice>
          <mc:Fallback xmlns="">
            <p:pic>
              <p:nvPicPr>
                <p:cNvPr id="45" name="Ink 44">
                  <a:extLst>
                    <a:ext uri="{FF2B5EF4-FFF2-40B4-BE49-F238E27FC236}">
                      <a16:creationId xmlns:a16="http://schemas.microsoft.com/office/drawing/2014/main" id="{863EF6F9-9644-0A19-41CF-5F004FB6D836}"/>
                    </a:ext>
                  </a:extLst>
                </p:cNvPr>
                <p:cNvPicPr/>
                <p:nvPr/>
              </p:nvPicPr>
              <p:blipFill>
                <a:blip r:embed="rId63"/>
                <a:stretch>
                  <a:fillRect/>
                </a:stretch>
              </p:blipFill>
              <p:spPr>
                <a:xfrm>
                  <a:off x="3663864" y="3690576"/>
                  <a:ext cx="123840" cy="293040"/>
                </a:xfrm>
                <a:prstGeom prst="rect">
                  <a:avLst/>
                </a:prstGeom>
              </p:spPr>
            </p:pic>
          </mc:Fallback>
        </mc:AlternateContent>
      </p:grpSp>
      <p:grpSp>
        <p:nvGrpSpPr>
          <p:cNvPr id="52" name="Group 51">
            <a:extLst>
              <a:ext uri="{FF2B5EF4-FFF2-40B4-BE49-F238E27FC236}">
                <a16:creationId xmlns:a16="http://schemas.microsoft.com/office/drawing/2014/main" id="{095C1BDD-E59E-3840-0C93-179B0C76968D}"/>
              </a:ext>
            </a:extLst>
          </p:cNvPr>
          <p:cNvGrpSpPr/>
          <p:nvPr/>
        </p:nvGrpSpPr>
        <p:grpSpPr>
          <a:xfrm>
            <a:off x="2865744" y="4062096"/>
            <a:ext cx="1009440" cy="301680"/>
            <a:chOff x="2865744" y="4062096"/>
            <a:chExt cx="1009440" cy="301680"/>
          </a:xfrm>
        </p:grpSpPr>
        <mc:AlternateContent xmlns:mc="http://schemas.openxmlformats.org/markup-compatibility/2006" xmlns:p14="http://schemas.microsoft.com/office/powerpoint/2010/main">
          <mc:Choice Requires="p14">
            <p:contentPart p14:bwMode="auto" r:id="rId64">
              <p14:nvContentPartPr>
                <p14:cNvPr id="47" name="Ink 46">
                  <a:extLst>
                    <a:ext uri="{FF2B5EF4-FFF2-40B4-BE49-F238E27FC236}">
                      <a16:creationId xmlns:a16="http://schemas.microsoft.com/office/drawing/2014/main" id="{02224C9D-066C-2B7C-A82C-BED8AECD44E8}"/>
                    </a:ext>
                  </a:extLst>
                </p14:cNvPr>
                <p14:cNvContentPartPr/>
                <p14:nvPr/>
              </p14:nvContentPartPr>
              <p14:xfrm>
                <a:off x="2865744" y="4128336"/>
                <a:ext cx="225720" cy="225720"/>
              </p14:xfrm>
            </p:contentPart>
          </mc:Choice>
          <mc:Fallback xmlns="">
            <p:pic>
              <p:nvPicPr>
                <p:cNvPr id="47" name="Ink 46">
                  <a:extLst>
                    <a:ext uri="{FF2B5EF4-FFF2-40B4-BE49-F238E27FC236}">
                      <a16:creationId xmlns:a16="http://schemas.microsoft.com/office/drawing/2014/main" id="{02224C9D-066C-2B7C-A82C-BED8AECD44E8}"/>
                    </a:ext>
                  </a:extLst>
                </p:cNvPr>
                <p:cNvPicPr/>
                <p:nvPr/>
              </p:nvPicPr>
              <p:blipFill>
                <a:blip r:embed="rId65"/>
                <a:stretch>
                  <a:fillRect/>
                </a:stretch>
              </p:blipFill>
              <p:spPr>
                <a:xfrm>
                  <a:off x="2861424" y="4124016"/>
                  <a:ext cx="23436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8" name="Ink 47">
                  <a:extLst>
                    <a:ext uri="{FF2B5EF4-FFF2-40B4-BE49-F238E27FC236}">
                      <a16:creationId xmlns:a16="http://schemas.microsoft.com/office/drawing/2014/main" id="{09D4915D-E017-ED0F-6B70-87B9D2866232}"/>
                    </a:ext>
                  </a:extLst>
                </p14:cNvPr>
                <p14:cNvContentPartPr/>
                <p14:nvPr/>
              </p14:nvContentPartPr>
              <p14:xfrm>
                <a:off x="3238344" y="4073976"/>
                <a:ext cx="176040" cy="261000"/>
              </p14:xfrm>
            </p:contentPart>
          </mc:Choice>
          <mc:Fallback xmlns="">
            <p:pic>
              <p:nvPicPr>
                <p:cNvPr id="48" name="Ink 47">
                  <a:extLst>
                    <a:ext uri="{FF2B5EF4-FFF2-40B4-BE49-F238E27FC236}">
                      <a16:creationId xmlns:a16="http://schemas.microsoft.com/office/drawing/2014/main" id="{09D4915D-E017-ED0F-6B70-87B9D2866232}"/>
                    </a:ext>
                  </a:extLst>
                </p:cNvPr>
                <p:cNvPicPr/>
                <p:nvPr/>
              </p:nvPicPr>
              <p:blipFill>
                <a:blip r:embed="rId67"/>
                <a:stretch>
                  <a:fillRect/>
                </a:stretch>
              </p:blipFill>
              <p:spPr>
                <a:xfrm>
                  <a:off x="3234024" y="4069656"/>
                  <a:ext cx="1846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9" name="Ink 48">
                  <a:extLst>
                    <a:ext uri="{FF2B5EF4-FFF2-40B4-BE49-F238E27FC236}">
                      <a16:creationId xmlns:a16="http://schemas.microsoft.com/office/drawing/2014/main" id="{84A69820-0B5E-6CE0-616F-594363408FA9}"/>
                    </a:ext>
                  </a:extLst>
                </p14:cNvPr>
                <p14:cNvContentPartPr/>
                <p14:nvPr/>
              </p14:nvContentPartPr>
              <p14:xfrm>
                <a:off x="3448584" y="4181976"/>
                <a:ext cx="147960" cy="90360"/>
              </p14:xfrm>
            </p:contentPart>
          </mc:Choice>
          <mc:Fallback xmlns="">
            <p:pic>
              <p:nvPicPr>
                <p:cNvPr id="49" name="Ink 48">
                  <a:extLst>
                    <a:ext uri="{FF2B5EF4-FFF2-40B4-BE49-F238E27FC236}">
                      <a16:creationId xmlns:a16="http://schemas.microsoft.com/office/drawing/2014/main" id="{84A69820-0B5E-6CE0-616F-594363408FA9}"/>
                    </a:ext>
                  </a:extLst>
                </p:cNvPr>
                <p:cNvPicPr/>
                <p:nvPr/>
              </p:nvPicPr>
              <p:blipFill>
                <a:blip r:embed="rId69"/>
                <a:stretch>
                  <a:fillRect/>
                </a:stretch>
              </p:blipFill>
              <p:spPr>
                <a:xfrm>
                  <a:off x="3444264" y="4177656"/>
                  <a:ext cx="1566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0" name="Ink 49">
                  <a:extLst>
                    <a:ext uri="{FF2B5EF4-FFF2-40B4-BE49-F238E27FC236}">
                      <a16:creationId xmlns:a16="http://schemas.microsoft.com/office/drawing/2014/main" id="{CD2E7D70-930B-5B00-8E7C-CF395AA82746}"/>
                    </a:ext>
                  </a:extLst>
                </p14:cNvPr>
                <p14:cNvContentPartPr/>
                <p14:nvPr/>
              </p14:nvContentPartPr>
              <p14:xfrm>
                <a:off x="3628944" y="4094136"/>
                <a:ext cx="101880" cy="66240"/>
              </p14:xfrm>
            </p:contentPart>
          </mc:Choice>
          <mc:Fallback xmlns="">
            <p:pic>
              <p:nvPicPr>
                <p:cNvPr id="50" name="Ink 49">
                  <a:extLst>
                    <a:ext uri="{FF2B5EF4-FFF2-40B4-BE49-F238E27FC236}">
                      <a16:creationId xmlns:a16="http://schemas.microsoft.com/office/drawing/2014/main" id="{CD2E7D70-930B-5B00-8E7C-CF395AA82746}"/>
                    </a:ext>
                  </a:extLst>
                </p:cNvPr>
                <p:cNvPicPr/>
                <p:nvPr/>
              </p:nvPicPr>
              <p:blipFill>
                <a:blip r:embed="rId71"/>
                <a:stretch>
                  <a:fillRect/>
                </a:stretch>
              </p:blipFill>
              <p:spPr>
                <a:xfrm>
                  <a:off x="3624624" y="4089816"/>
                  <a:ext cx="1105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1" name="Ink 50">
                  <a:extLst>
                    <a:ext uri="{FF2B5EF4-FFF2-40B4-BE49-F238E27FC236}">
                      <a16:creationId xmlns:a16="http://schemas.microsoft.com/office/drawing/2014/main" id="{F4C32119-71DF-5EF9-0031-5A6D36EBEB2A}"/>
                    </a:ext>
                  </a:extLst>
                </p14:cNvPr>
                <p14:cNvContentPartPr/>
                <p14:nvPr/>
              </p14:nvContentPartPr>
              <p14:xfrm>
                <a:off x="3714264" y="4062096"/>
                <a:ext cx="160920" cy="301680"/>
              </p14:xfrm>
            </p:contentPart>
          </mc:Choice>
          <mc:Fallback xmlns="">
            <p:pic>
              <p:nvPicPr>
                <p:cNvPr id="51" name="Ink 50">
                  <a:extLst>
                    <a:ext uri="{FF2B5EF4-FFF2-40B4-BE49-F238E27FC236}">
                      <a16:creationId xmlns:a16="http://schemas.microsoft.com/office/drawing/2014/main" id="{F4C32119-71DF-5EF9-0031-5A6D36EBEB2A}"/>
                    </a:ext>
                  </a:extLst>
                </p:cNvPr>
                <p:cNvPicPr/>
                <p:nvPr/>
              </p:nvPicPr>
              <p:blipFill>
                <a:blip r:embed="rId73"/>
                <a:stretch>
                  <a:fillRect/>
                </a:stretch>
              </p:blipFill>
              <p:spPr>
                <a:xfrm>
                  <a:off x="3709944" y="4057776"/>
                  <a:ext cx="169560" cy="310320"/>
                </a:xfrm>
                <a:prstGeom prst="rect">
                  <a:avLst/>
                </a:prstGeom>
              </p:spPr>
            </p:pic>
          </mc:Fallback>
        </mc:AlternateContent>
      </p:grpSp>
      <p:grpSp>
        <p:nvGrpSpPr>
          <p:cNvPr id="55" name="Group 54">
            <a:extLst>
              <a:ext uri="{FF2B5EF4-FFF2-40B4-BE49-F238E27FC236}">
                <a16:creationId xmlns:a16="http://schemas.microsoft.com/office/drawing/2014/main" id="{0D628AF3-2AF1-A144-876E-A7C255A72D97}"/>
              </a:ext>
            </a:extLst>
          </p:cNvPr>
          <p:cNvGrpSpPr/>
          <p:nvPr/>
        </p:nvGrpSpPr>
        <p:grpSpPr>
          <a:xfrm>
            <a:off x="2898864" y="4542336"/>
            <a:ext cx="128520" cy="276480"/>
            <a:chOff x="2898864" y="4542336"/>
            <a:chExt cx="128520" cy="276480"/>
          </a:xfrm>
        </p:grpSpPr>
        <mc:AlternateContent xmlns:mc="http://schemas.openxmlformats.org/markup-compatibility/2006" xmlns:p14="http://schemas.microsoft.com/office/powerpoint/2010/main">
          <mc:Choice Requires="p14">
            <p:contentPart p14:bwMode="auto" r:id="rId74">
              <p14:nvContentPartPr>
                <p14:cNvPr id="53" name="Ink 52">
                  <a:extLst>
                    <a:ext uri="{FF2B5EF4-FFF2-40B4-BE49-F238E27FC236}">
                      <a16:creationId xmlns:a16="http://schemas.microsoft.com/office/drawing/2014/main" id="{320B1E8C-1525-8DDA-8B9C-FA8D9FF731D9}"/>
                    </a:ext>
                  </a:extLst>
                </p14:cNvPr>
                <p14:cNvContentPartPr/>
                <p14:nvPr/>
              </p14:nvContentPartPr>
              <p14:xfrm>
                <a:off x="2898864" y="4542336"/>
                <a:ext cx="128520" cy="193320"/>
              </p14:xfrm>
            </p:contentPart>
          </mc:Choice>
          <mc:Fallback xmlns="">
            <p:pic>
              <p:nvPicPr>
                <p:cNvPr id="53" name="Ink 52">
                  <a:extLst>
                    <a:ext uri="{FF2B5EF4-FFF2-40B4-BE49-F238E27FC236}">
                      <a16:creationId xmlns:a16="http://schemas.microsoft.com/office/drawing/2014/main" id="{320B1E8C-1525-8DDA-8B9C-FA8D9FF731D9}"/>
                    </a:ext>
                  </a:extLst>
                </p:cNvPr>
                <p:cNvPicPr/>
                <p:nvPr/>
              </p:nvPicPr>
              <p:blipFill>
                <a:blip r:embed="rId75"/>
                <a:stretch>
                  <a:fillRect/>
                </a:stretch>
              </p:blipFill>
              <p:spPr>
                <a:xfrm>
                  <a:off x="2894544" y="4538016"/>
                  <a:ext cx="1371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4" name="Ink 53">
                  <a:extLst>
                    <a:ext uri="{FF2B5EF4-FFF2-40B4-BE49-F238E27FC236}">
                      <a16:creationId xmlns:a16="http://schemas.microsoft.com/office/drawing/2014/main" id="{D8C59676-3B85-1E82-7A97-C10A4B66EFA2}"/>
                    </a:ext>
                  </a:extLst>
                </p14:cNvPr>
                <p14:cNvContentPartPr/>
                <p14:nvPr/>
              </p14:nvContentPartPr>
              <p14:xfrm>
                <a:off x="2901384" y="4800816"/>
                <a:ext cx="41760" cy="18000"/>
              </p14:xfrm>
            </p:contentPart>
          </mc:Choice>
          <mc:Fallback xmlns="">
            <p:pic>
              <p:nvPicPr>
                <p:cNvPr id="54" name="Ink 53">
                  <a:extLst>
                    <a:ext uri="{FF2B5EF4-FFF2-40B4-BE49-F238E27FC236}">
                      <a16:creationId xmlns:a16="http://schemas.microsoft.com/office/drawing/2014/main" id="{D8C59676-3B85-1E82-7A97-C10A4B66EFA2}"/>
                    </a:ext>
                  </a:extLst>
                </p:cNvPr>
                <p:cNvPicPr/>
                <p:nvPr/>
              </p:nvPicPr>
              <p:blipFill>
                <a:blip r:embed="rId77"/>
                <a:stretch>
                  <a:fillRect/>
                </a:stretch>
              </p:blipFill>
              <p:spPr>
                <a:xfrm>
                  <a:off x="2897064" y="4796496"/>
                  <a:ext cx="50400" cy="26640"/>
                </a:xfrm>
                <a:prstGeom prst="rect">
                  <a:avLst/>
                </a:prstGeom>
              </p:spPr>
            </p:pic>
          </mc:Fallback>
        </mc:AlternateContent>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5752-63E2-A720-1DA6-A3D8A582F464}"/>
              </a:ext>
            </a:extLst>
          </p:cNvPr>
          <p:cNvSpPr>
            <a:spLocks noGrp="1"/>
          </p:cNvSpPr>
          <p:nvPr>
            <p:ph type="title"/>
          </p:nvPr>
        </p:nvSpPr>
        <p:spPr/>
        <p:txBody>
          <a:bodyPr/>
          <a:lstStyle/>
          <a:p>
            <a:r>
              <a:rPr lang="en-ZA" dirty="0"/>
              <a:t>Selection Sort</a:t>
            </a:r>
          </a:p>
        </p:txBody>
      </p:sp>
      <p:sp>
        <p:nvSpPr>
          <p:cNvPr id="3" name="Content Placeholder 2">
            <a:extLst>
              <a:ext uri="{FF2B5EF4-FFF2-40B4-BE49-F238E27FC236}">
                <a16:creationId xmlns:a16="http://schemas.microsoft.com/office/drawing/2014/main" id="{1919301C-DCB6-5DA5-70EC-7613CBCF35CC}"/>
              </a:ext>
            </a:extLst>
          </p:cNvPr>
          <p:cNvSpPr>
            <a:spLocks noGrp="1"/>
          </p:cNvSpPr>
          <p:nvPr>
            <p:ph idx="1"/>
          </p:nvPr>
        </p:nvSpPr>
        <p:spPr/>
        <p:txBody>
          <a:bodyPr/>
          <a:lstStyle/>
          <a:p>
            <a:r>
              <a:rPr lang="en-ZA" dirty="0"/>
              <a:t>Treat the array as if it is not sorted. Search for the smallest number and swap it into position 0.</a:t>
            </a:r>
          </a:p>
          <a:p>
            <a:r>
              <a:rPr lang="en-ZA" dirty="0"/>
              <a:t>Move to position 1 and search the unsorted part of the array for the next smallest number and swap it into position 1.</a:t>
            </a:r>
          </a:p>
          <a:p>
            <a:r>
              <a:rPr lang="en-ZA" dirty="0"/>
              <a:t>Keep going until done.</a:t>
            </a:r>
          </a:p>
        </p:txBody>
      </p:sp>
      <p:sp>
        <p:nvSpPr>
          <p:cNvPr id="4" name="Slide Number Placeholder 3">
            <a:extLst>
              <a:ext uri="{FF2B5EF4-FFF2-40B4-BE49-F238E27FC236}">
                <a16:creationId xmlns:a16="http://schemas.microsoft.com/office/drawing/2014/main" id="{A173B2B4-ED18-908D-2247-7C1723544410}"/>
              </a:ext>
            </a:extLst>
          </p:cNvPr>
          <p:cNvSpPr>
            <a:spLocks noGrp="1"/>
          </p:cNvSpPr>
          <p:nvPr>
            <p:ph type="sldNum" sz="quarter" idx="12"/>
          </p:nvPr>
        </p:nvSpPr>
        <p:spPr/>
        <p:txBody>
          <a:bodyPr/>
          <a:lstStyle/>
          <a:p>
            <a:fld id="{AD2B2EE5-B8BC-4D24-A25E-F2DF61737E68}" type="slidenum">
              <a:rPr lang="en-US" smtClean="0"/>
              <a:pPr/>
              <a:t>11</a:t>
            </a:fld>
            <a:endParaRPr lang="en-US"/>
          </a:p>
        </p:txBody>
      </p:sp>
    </p:spTree>
    <p:extLst>
      <p:ext uri="{BB962C8B-B14F-4D97-AF65-F5344CB8AC3E}">
        <p14:creationId xmlns:p14="http://schemas.microsoft.com/office/powerpoint/2010/main" val="3398692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AC20DF-9E52-0B40-70F6-91FE52F8BBB9}"/>
              </a:ext>
            </a:extLst>
          </p:cNvPr>
          <p:cNvSpPr>
            <a:spLocks noGrp="1"/>
          </p:cNvSpPr>
          <p:nvPr>
            <p:ph type="sldNum" sz="quarter" idx="12"/>
          </p:nvPr>
        </p:nvSpPr>
        <p:spPr/>
        <p:txBody>
          <a:bodyPr/>
          <a:lstStyle/>
          <a:p>
            <a:fld id="{AD2B2EE5-B8BC-4D24-A25E-F2DF61737E68}" type="slidenum">
              <a:rPr lang="en-US" smtClean="0"/>
              <a:pPr/>
              <a:t>12</a:t>
            </a:fld>
            <a:endParaRPr lang="en-US"/>
          </a:p>
        </p:txBody>
      </p:sp>
      <p:grpSp>
        <p:nvGrpSpPr>
          <p:cNvPr id="10" name="Group 9">
            <a:extLst>
              <a:ext uri="{FF2B5EF4-FFF2-40B4-BE49-F238E27FC236}">
                <a16:creationId xmlns:a16="http://schemas.microsoft.com/office/drawing/2014/main" id="{1AE84DED-ECC0-DA22-2148-E3E8FA828EE1}"/>
              </a:ext>
            </a:extLst>
          </p:cNvPr>
          <p:cNvGrpSpPr/>
          <p:nvPr/>
        </p:nvGrpSpPr>
        <p:grpSpPr>
          <a:xfrm>
            <a:off x="1820664" y="868536"/>
            <a:ext cx="4398480" cy="702720"/>
            <a:chOff x="1820664" y="868536"/>
            <a:chExt cx="4398480" cy="70272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F3E5391-2CB6-9A7D-993E-BB082F98A4B3}"/>
                    </a:ext>
                  </a:extLst>
                </p14:cNvPr>
                <p14:cNvContentPartPr/>
                <p14:nvPr/>
              </p14:nvContentPartPr>
              <p14:xfrm>
                <a:off x="1837224" y="871056"/>
                <a:ext cx="18000" cy="506160"/>
              </p14:xfrm>
            </p:contentPart>
          </mc:Choice>
          <mc:Fallback xmlns="">
            <p:pic>
              <p:nvPicPr>
                <p:cNvPr id="3" name="Ink 2">
                  <a:extLst>
                    <a:ext uri="{FF2B5EF4-FFF2-40B4-BE49-F238E27FC236}">
                      <a16:creationId xmlns:a16="http://schemas.microsoft.com/office/drawing/2014/main" id="{3F3E5391-2CB6-9A7D-993E-BB082F98A4B3}"/>
                    </a:ext>
                  </a:extLst>
                </p:cNvPr>
                <p:cNvPicPr/>
                <p:nvPr/>
              </p:nvPicPr>
              <p:blipFill>
                <a:blip r:embed="rId3"/>
                <a:stretch>
                  <a:fillRect/>
                </a:stretch>
              </p:blipFill>
              <p:spPr>
                <a:xfrm>
                  <a:off x="1832904" y="866736"/>
                  <a:ext cx="2664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A7D017CF-1AAF-5214-C0C3-4139305A20F2}"/>
                    </a:ext>
                  </a:extLst>
                </p14:cNvPr>
                <p14:cNvContentPartPr/>
                <p14:nvPr/>
              </p14:nvContentPartPr>
              <p14:xfrm>
                <a:off x="1852704" y="868536"/>
                <a:ext cx="4366440" cy="692280"/>
              </p14:xfrm>
            </p:contentPart>
          </mc:Choice>
          <mc:Fallback xmlns="">
            <p:pic>
              <p:nvPicPr>
                <p:cNvPr id="4" name="Ink 3">
                  <a:extLst>
                    <a:ext uri="{FF2B5EF4-FFF2-40B4-BE49-F238E27FC236}">
                      <a16:creationId xmlns:a16="http://schemas.microsoft.com/office/drawing/2014/main" id="{A7D017CF-1AAF-5214-C0C3-4139305A20F2}"/>
                    </a:ext>
                  </a:extLst>
                </p:cNvPr>
                <p:cNvPicPr/>
                <p:nvPr/>
              </p:nvPicPr>
              <p:blipFill>
                <a:blip r:embed="rId5"/>
                <a:stretch>
                  <a:fillRect/>
                </a:stretch>
              </p:blipFill>
              <p:spPr>
                <a:xfrm>
                  <a:off x="1848384" y="864216"/>
                  <a:ext cx="4375080"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F00E555-9B0A-0DCA-8A6E-E0DE4287BDA5}"/>
                    </a:ext>
                  </a:extLst>
                </p14:cNvPr>
                <p14:cNvContentPartPr/>
                <p14:nvPr/>
              </p14:nvContentPartPr>
              <p14:xfrm>
                <a:off x="1820664" y="1377936"/>
                <a:ext cx="4356360" cy="193320"/>
              </p14:xfrm>
            </p:contentPart>
          </mc:Choice>
          <mc:Fallback xmlns="">
            <p:pic>
              <p:nvPicPr>
                <p:cNvPr id="5" name="Ink 4">
                  <a:extLst>
                    <a:ext uri="{FF2B5EF4-FFF2-40B4-BE49-F238E27FC236}">
                      <a16:creationId xmlns:a16="http://schemas.microsoft.com/office/drawing/2014/main" id="{7F00E555-9B0A-0DCA-8A6E-E0DE4287BDA5}"/>
                    </a:ext>
                  </a:extLst>
                </p:cNvPr>
                <p:cNvPicPr/>
                <p:nvPr/>
              </p:nvPicPr>
              <p:blipFill>
                <a:blip r:embed="rId7"/>
                <a:stretch>
                  <a:fillRect/>
                </a:stretch>
              </p:blipFill>
              <p:spPr>
                <a:xfrm>
                  <a:off x="1816344" y="1373616"/>
                  <a:ext cx="43650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04C1BF3E-983D-0B31-52DB-71BB9A6F65DB}"/>
                    </a:ext>
                  </a:extLst>
                </p14:cNvPr>
                <p14:cNvContentPartPr/>
                <p14:nvPr/>
              </p14:nvContentPartPr>
              <p14:xfrm>
                <a:off x="2263824" y="904536"/>
                <a:ext cx="5040" cy="24480"/>
              </p14:xfrm>
            </p:contentPart>
          </mc:Choice>
          <mc:Fallback xmlns="">
            <p:pic>
              <p:nvPicPr>
                <p:cNvPr id="7" name="Ink 6">
                  <a:extLst>
                    <a:ext uri="{FF2B5EF4-FFF2-40B4-BE49-F238E27FC236}">
                      <a16:creationId xmlns:a16="http://schemas.microsoft.com/office/drawing/2014/main" id="{04C1BF3E-983D-0B31-52DB-71BB9A6F65DB}"/>
                    </a:ext>
                  </a:extLst>
                </p:cNvPr>
                <p:cNvPicPr/>
                <p:nvPr/>
              </p:nvPicPr>
              <p:blipFill>
                <a:blip r:embed="rId9"/>
                <a:stretch>
                  <a:fillRect/>
                </a:stretch>
              </p:blipFill>
              <p:spPr>
                <a:xfrm>
                  <a:off x="2259504" y="900216"/>
                  <a:ext cx="136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AD98B7D4-21A6-E78B-3B3B-2571149262CF}"/>
                    </a:ext>
                  </a:extLst>
                </p14:cNvPr>
                <p14:cNvContentPartPr/>
                <p14:nvPr/>
              </p14:nvContentPartPr>
              <p14:xfrm>
                <a:off x="2940624" y="884736"/>
                <a:ext cx="29880" cy="615960"/>
              </p14:xfrm>
            </p:contentPart>
          </mc:Choice>
          <mc:Fallback xmlns="">
            <p:pic>
              <p:nvPicPr>
                <p:cNvPr id="8" name="Ink 7">
                  <a:extLst>
                    <a:ext uri="{FF2B5EF4-FFF2-40B4-BE49-F238E27FC236}">
                      <a16:creationId xmlns:a16="http://schemas.microsoft.com/office/drawing/2014/main" id="{AD98B7D4-21A6-E78B-3B3B-2571149262CF}"/>
                    </a:ext>
                  </a:extLst>
                </p:cNvPr>
                <p:cNvPicPr/>
                <p:nvPr/>
              </p:nvPicPr>
              <p:blipFill>
                <a:blip r:embed="rId11"/>
                <a:stretch>
                  <a:fillRect/>
                </a:stretch>
              </p:blipFill>
              <p:spPr>
                <a:xfrm>
                  <a:off x="2936304" y="880416"/>
                  <a:ext cx="38520" cy="624600"/>
                </a:xfrm>
                <a:prstGeom prst="rect">
                  <a:avLst/>
                </a:prstGeom>
              </p:spPr>
            </p:pic>
          </mc:Fallback>
        </mc:AlternateContent>
      </p:grpSp>
      <p:grpSp>
        <p:nvGrpSpPr>
          <p:cNvPr id="29" name="Group 28">
            <a:extLst>
              <a:ext uri="{FF2B5EF4-FFF2-40B4-BE49-F238E27FC236}">
                <a16:creationId xmlns:a16="http://schemas.microsoft.com/office/drawing/2014/main" id="{B48D4BB9-CAF9-473D-978A-530081B8735F}"/>
              </a:ext>
            </a:extLst>
          </p:cNvPr>
          <p:cNvGrpSpPr/>
          <p:nvPr/>
        </p:nvGrpSpPr>
        <p:grpSpPr>
          <a:xfrm>
            <a:off x="1824984" y="1705896"/>
            <a:ext cx="4376520" cy="730800"/>
            <a:chOff x="1824984" y="1705896"/>
            <a:chExt cx="4376520" cy="73080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0B95ADD7-FC1A-4D01-23CF-65863C66C751}"/>
                    </a:ext>
                  </a:extLst>
                </p14:cNvPr>
                <p14:cNvContentPartPr/>
                <p14:nvPr/>
              </p14:nvContentPartPr>
              <p14:xfrm>
                <a:off x="1824984" y="1807776"/>
                <a:ext cx="1075320" cy="255960"/>
              </p14:xfrm>
            </p:contentPart>
          </mc:Choice>
          <mc:Fallback xmlns="">
            <p:pic>
              <p:nvPicPr>
                <p:cNvPr id="9" name="Ink 8">
                  <a:extLst>
                    <a:ext uri="{FF2B5EF4-FFF2-40B4-BE49-F238E27FC236}">
                      <a16:creationId xmlns:a16="http://schemas.microsoft.com/office/drawing/2014/main" id="{0B95ADD7-FC1A-4D01-23CF-65863C66C751}"/>
                    </a:ext>
                  </a:extLst>
                </p:cNvPr>
                <p:cNvPicPr/>
                <p:nvPr/>
              </p:nvPicPr>
              <p:blipFill>
                <a:blip r:embed="rId13"/>
                <a:stretch>
                  <a:fillRect/>
                </a:stretch>
              </p:blipFill>
              <p:spPr>
                <a:xfrm>
                  <a:off x="1820664" y="1803456"/>
                  <a:ext cx="10839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AF2AE3A9-00D9-D3EB-4D9C-BCBCB01B9902}"/>
                    </a:ext>
                  </a:extLst>
                </p14:cNvPr>
                <p14:cNvContentPartPr/>
                <p14:nvPr/>
              </p14:nvContentPartPr>
              <p14:xfrm>
                <a:off x="1857024" y="2312496"/>
                <a:ext cx="90720" cy="124200"/>
              </p14:xfrm>
            </p:contentPart>
          </mc:Choice>
          <mc:Fallback xmlns="">
            <p:pic>
              <p:nvPicPr>
                <p:cNvPr id="11" name="Ink 10">
                  <a:extLst>
                    <a:ext uri="{FF2B5EF4-FFF2-40B4-BE49-F238E27FC236}">
                      <a16:creationId xmlns:a16="http://schemas.microsoft.com/office/drawing/2014/main" id="{AF2AE3A9-00D9-D3EB-4D9C-BCBCB01B9902}"/>
                    </a:ext>
                  </a:extLst>
                </p:cNvPr>
                <p:cNvPicPr/>
                <p:nvPr/>
              </p:nvPicPr>
              <p:blipFill>
                <a:blip r:embed="rId15"/>
                <a:stretch>
                  <a:fillRect/>
                </a:stretch>
              </p:blipFill>
              <p:spPr>
                <a:xfrm>
                  <a:off x="1852704" y="2308176"/>
                  <a:ext cx="993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D017587F-C873-B46C-AA27-1FFACAD1DE7D}"/>
                    </a:ext>
                  </a:extLst>
                </p14:cNvPr>
                <p14:cNvContentPartPr/>
                <p14:nvPr/>
              </p14:nvContentPartPr>
              <p14:xfrm>
                <a:off x="1979424" y="2331576"/>
                <a:ext cx="93600" cy="82800"/>
              </p14:xfrm>
            </p:contentPart>
          </mc:Choice>
          <mc:Fallback xmlns="">
            <p:pic>
              <p:nvPicPr>
                <p:cNvPr id="12" name="Ink 11">
                  <a:extLst>
                    <a:ext uri="{FF2B5EF4-FFF2-40B4-BE49-F238E27FC236}">
                      <a16:creationId xmlns:a16="http://schemas.microsoft.com/office/drawing/2014/main" id="{D017587F-C873-B46C-AA27-1FFACAD1DE7D}"/>
                    </a:ext>
                  </a:extLst>
                </p:cNvPr>
                <p:cNvPicPr/>
                <p:nvPr/>
              </p:nvPicPr>
              <p:blipFill>
                <a:blip r:embed="rId17"/>
                <a:stretch>
                  <a:fillRect/>
                </a:stretch>
              </p:blipFill>
              <p:spPr>
                <a:xfrm>
                  <a:off x="1975104" y="2327256"/>
                  <a:ext cx="1022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C6502D1E-2993-9B95-6341-BFE886CC5338}"/>
                    </a:ext>
                  </a:extLst>
                </p14:cNvPr>
                <p14:cNvContentPartPr/>
                <p14:nvPr/>
              </p14:nvContentPartPr>
              <p14:xfrm>
                <a:off x="2123424" y="2297376"/>
                <a:ext cx="48240" cy="101160"/>
              </p14:xfrm>
            </p:contentPart>
          </mc:Choice>
          <mc:Fallback xmlns="">
            <p:pic>
              <p:nvPicPr>
                <p:cNvPr id="13" name="Ink 12">
                  <a:extLst>
                    <a:ext uri="{FF2B5EF4-FFF2-40B4-BE49-F238E27FC236}">
                      <a16:creationId xmlns:a16="http://schemas.microsoft.com/office/drawing/2014/main" id="{C6502D1E-2993-9B95-6341-BFE886CC5338}"/>
                    </a:ext>
                  </a:extLst>
                </p:cNvPr>
                <p:cNvPicPr/>
                <p:nvPr/>
              </p:nvPicPr>
              <p:blipFill>
                <a:blip r:embed="rId19"/>
                <a:stretch>
                  <a:fillRect/>
                </a:stretch>
              </p:blipFill>
              <p:spPr>
                <a:xfrm>
                  <a:off x="2119104" y="2293056"/>
                  <a:ext cx="568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42719E57-C144-2626-CC7C-092027ABAC8B}"/>
                    </a:ext>
                  </a:extLst>
                </p14:cNvPr>
                <p14:cNvContentPartPr/>
                <p14:nvPr/>
              </p14:nvContentPartPr>
              <p14:xfrm>
                <a:off x="2256624" y="2183976"/>
                <a:ext cx="51480" cy="208080"/>
              </p14:xfrm>
            </p:contentPart>
          </mc:Choice>
          <mc:Fallback xmlns="">
            <p:pic>
              <p:nvPicPr>
                <p:cNvPr id="14" name="Ink 13">
                  <a:extLst>
                    <a:ext uri="{FF2B5EF4-FFF2-40B4-BE49-F238E27FC236}">
                      <a16:creationId xmlns:a16="http://schemas.microsoft.com/office/drawing/2014/main" id="{42719E57-C144-2626-CC7C-092027ABAC8B}"/>
                    </a:ext>
                  </a:extLst>
                </p:cNvPr>
                <p:cNvPicPr/>
                <p:nvPr/>
              </p:nvPicPr>
              <p:blipFill>
                <a:blip r:embed="rId21"/>
                <a:stretch>
                  <a:fillRect/>
                </a:stretch>
              </p:blipFill>
              <p:spPr>
                <a:xfrm>
                  <a:off x="2252304" y="2179656"/>
                  <a:ext cx="601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D15F695-D473-30D3-BDE1-078B872EF571}"/>
                    </a:ext>
                  </a:extLst>
                </p14:cNvPr>
                <p14:cNvContentPartPr/>
                <p14:nvPr/>
              </p14:nvContentPartPr>
              <p14:xfrm>
                <a:off x="2224584" y="2314656"/>
                <a:ext cx="109080" cy="9720"/>
              </p14:xfrm>
            </p:contentPart>
          </mc:Choice>
          <mc:Fallback xmlns="">
            <p:pic>
              <p:nvPicPr>
                <p:cNvPr id="15" name="Ink 14">
                  <a:extLst>
                    <a:ext uri="{FF2B5EF4-FFF2-40B4-BE49-F238E27FC236}">
                      <a16:creationId xmlns:a16="http://schemas.microsoft.com/office/drawing/2014/main" id="{CD15F695-D473-30D3-BDE1-078B872EF571}"/>
                    </a:ext>
                  </a:extLst>
                </p:cNvPr>
                <p:cNvPicPr/>
                <p:nvPr/>
              </p:nvPicPr>
              <p:blipFill>
                <a:blip r:embed="rId23"/>
                <a:stretch>
                  <a:fillRect/>
                </a:stretch>
              </p:blipFill>
              <p:spPr>
                <a:xfrm>
                  <a:off x="2220264" y="2310336"/>
                  <a:ext cx="11772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5292665-1E68-4B67-279B-F8815EEB46B2}"/>
                    </a:ext>
                  </a:extLst>
                </p14:cNvPr>
                <p14:cNvContentPartPr/>
                <p14:nvPr/>
              </p14:nvContentPartPr>
              <p14:xfrm>
                <a:off x="2355984" y="2300256"/>
                <a:ext cx="129960" cy="94680"/>
              </p14:xfrm>
            </p:contentPart>
          </mc:Choice>
          <mc:Fallback xmlns="">
            <p:pic>
              <p:nvPicPr>
                <p:cNvPr id="16" name="Ink 15">
                  <a:extLst>
                    <a:ext uri="{FF2B5EF4-FFF2-40B4-BE49-F238E27FC236}">
                      <a16:creationId xmlns:a16="http://schemas.microsoft.com/office/drawing/2014/main" id="{05292665-1E68-4B67-279B-F8815EEB46B2}"/>
                    </a:ext>
                  </a:extLst>
                </p:cNvPr>
                <p:cNvPicPr/>
                <p:nvPr/>
              </p:nvPicPr>
              <p:blipFill>
                <a:blip r:embed="rId25"/>
                <a:stretch>
                  <a:fillRect/>
                </a:stretch>
              </p:blipFill>
              <p:spPr>
                <a:xfrm>
                  <a:off x="2351664" y="2295936"/>
                  <a:ext cx="1386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EEE7F5C7-7002-F2DF-876E-8AF947F511A0}"/>
                    </a:ext>
                  </a:extLst>
                </p14:cNvPr>
                <p14:cNvContentPartPr/>
                <p14:nvPr/>
              </p14:nvContentPartPr>
              <p14:xfrm>
                <a:off x="2503224" y="2169936"/>
                <a:ext cx="174600" cy="242280"/>
              </p14:xfrm>
            </p:contentPart>
          </mc:Choice>
          <mc:Fallback xmlns="">
            <p:pic>
              <p:nvPicPr>
                <p:cNvPr id="17" name="Ink 16">
                  <a:extLst>
                    <a:ext uri="{FF2B5EF4-FFF2-40B4-BE49-F238E27FC236}">
                      <a16:creationId xmlns:a16="http://schemas.microsoft.com/office/drawing/2014/main" id="{EEE7F5C7-7002-F2DF-876E-8AF947F511A0}"/>
                    </a:ext>
                  </a:extLst>
                </p:cNvPr>
                <p:cNvPicPr/>
                <p:nvPr/>
              </p:nvPicPr>
              <p:blipFill>
                <a:blip r:embed="rId27"/>
                <a:stretch>
                  <a:fillRect/>
                </a:stretch>
              </p:blipFill>
              <p:spPr>
                <a:xfrm>
                  <a:off x="2498904" y="2165616"/>
                  <a:ext cx="18324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760CCDCB-F864-5695-95EC-A9420A67C661}"/>
                    </a:ext>
                  </a:extLst>
                </p14:cNvPr>
                <p14:cNvContentPartPr/>
                <p14:nvPr/>
              </p14:nvContentPartPr>
              <p14:xfrm>
                <a:off x="3042144" y="1705896"/>
                <a:ext cx="3159360" cy="281880"/>
              </p14:xfrm>
            </p:contentPart>
          </mc:Choice>
          <mc:Fallback xmlns="">
            <p:pic>
              <p:nvPicPr>
                <p:cNvPr id="19" name="Ink 18">
                  <a:extLst>
                    <a:ext uri="{FF2B5EF4-FFF2-40B4-BE49-F238E27FC236}">
                      <a16:creationId xmlns:a16="http://schemas.microsoft.com/office/drawing/2014/main" id="{760CCDCB-F864-5695-95EC-A9420A67C661}"/>
                    </a:ext>
                  </a:extLst>
                </p:cNvPr>
                <p:cNvPicPr/>
                <p:nvPr/>
              </p:nvPicPr>
              <p:blipFill>
                <a:blip r:embed="rId29"/>
                <a:stretch>
                  <a:fillRect/>
                </a:stretch>
              </p:blipFill>
              <p:spPr>
                <a:xfrm>
                  <a:off x="3037824" y="1701576"/>
                  <a:ext cx="31680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02BEB781-2B33-5CA4-17FB-B79ECE758EAA}"/>
                    </a:ext>
                  </a:extLst>
                </p14:cNvPr>
                <p14:cNvContentPartPr/>
                <p14:nvPr/>
              </p14:nvContentPartPr>
              <p14:xfrm>
                <a:off x="4076784" y="2136816"/>
                <a:ext cx="153000" cy="105480"/>
              </p14:xfrm>
            </p:contentPart>
          </mc:Choice>
          <mc:Fallback xmlns="">
            <p:pic>
              <p:nvPicPr>
                <p:cNvPr id="20" name="Ink 19">
                  <a:extLst>
                    <a:ext uri="{FF2B5EF4-FFF2-40B4-BE49-F238E27FC236}">
                      <a16:creationId xmlns:a16="http://schemas.microsoft.com/office/drawing/2014/main" id="{02BEB781-2B33-5CA4-17FB-B79ECE758EAA}"/>
                    </a:ext>
                  </a:extLst>
                </p:cNvPr>
                <p:cNvPicPr/>
                <p:nvPr/>
              </p:nvPicPr>
              <p:blipFill>
                <a:blip r:embed="rId31"/>
                <a:stretch>
                  <a:fillRect/>
                </a:stretch>
              </p:blipFill>
              <p:spPr>
                <a:xfrm>
                  <a:off x="4072464" y="2132496"/>
                  <a:ext cx="1616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F84767FF-C354-9C29-EF24-23458D842E55}"/>
                    </a:ext>
                  </a:extLst>
                </p14:cNvPr>
                <p14:cNvContentPartPr/>
                <p14:nvPr/>
              </p14:nvContentPartPr>
              <p14:xfrm>
                <a:off x="4243464" y="2155176"/>
                <a:ext cx="159840" cy="73800"/>
              </p14:xfrm>
            </p:contentPart>
          </mc:Choice>
          <mc:Fallback xmlns="">
            <p:pic>
              <p:nvPicPr>
                <p:cNvPr id="21" name="Ink 20">
                  <a:extLst>
                    <a:ext uri="{FF2B5EF4-FFF2-40B4-BE49-F238E27FC236}">
                      <a16:creationId xmlns:a16="http://schemas.microsoft.com/office/drawing/2014/main" id="{F84767FF-C354-9C29-EF24-23458D842E55}"/>
                    </a:ext>
                  </a:extLst>
                </p:cNvPr>
                <p:cNvPicPr/>
                <p:nvPr/>
              </p:nvPicPr>
              <p:blipFill>
                <a:blip r:embed="rId33"/>
                <a:stretch>
                  <a:fillRect/>
                </a:stretch>
              </p:blipFill>
              <p:spPr>
                <a:xfrm>
                  <a:off x="4239144" y="2150856"/>
                  <a:ext cx="1684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ACA7C8D2-450D-2324-371E-CAE79A2E92EC}"/>
                    </a:ext>
                  </a:extLst>
                </p14:cNvPr>
                <p14:cNvContentPartPr/>
                <p14:nvPr/>
              </p14:nvContentPartPr>
              <p14:xfrm>
                <a:off x="4423464" y="2133216"/>
                <a:ext cx="143640" cy="126360"/>
              </p14:xfrm>
            </p:contentPart>
          </mc:Choice>
          <mc:Fallback xmlns="">
            <p:pic>
              <p:nvPicPr>
                <p:cNvPr id="22" name="Ink 21">
                  <a:extLst>
                    <a:ext uri="{FF2B5EF4-FFF2-40B4-BE49-F238E27FC236}">
                      <a16:creationId xmlns:a16="http://schemas.microsoft.com/office/drawing/2014/main" id="{ACA7C8D2-450D-2324-371E-CAE79A2E92EC}"/>
                    </a:ext>
                  </a:extLst>
                </p:cNvPr>
                <p:cNvPicPr/>
                <p:nvPr/>
              </p:nvPicPr>
              <p:blipFill>
                <a:blip r:embed="rId35"/>
                <a:stretch>
                  <a:fillRect/>
                </a:stretch>
              </p:blipFill>
              <p:spPr>
                <a:xfrm>
                  <a:off x="4419144" y="2128896"/>
                  <a:ext cx="1522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C5D25C02-4215-ED33-187F-7EE84E9316BF}"/>
                    </a:ext>
                  </a:extLst>
                </p14:cNvPr>
                <p14:cNvContentPartPr/>
                <p14:nvPr/>
              </p14:nvContentPartPr>
              <p14:xfrm>
                <a:off x="4573584" y="2105136"/>
                <a:ext cx="101880" cy="115560"/>
              </p14:xfrm>
            </p:contentPart>
          </mc:Choice>
          <mc:Fallback xmlns="">
            <p:pic>
              <p:nvPicPr>
                <p:cNvPr id="23" name="Ink 22">
                  <a:extLst>
                    <a:ext uri="{FF2B5EF4-FFF2-40B4-BE49-F238E27FC236}">
                      <a16:creationId xmlns:a16="http://schemas.microsoft.com/office/drawing/2014/main" id="{C5D25C02-4215-ED33-187F-7EE84E9316BF}"/>
                    </a:ext>
                  </a:extLst>
                </p:cNvPr>
                <p:cNvPicPr/>
                <p:nvPr/>
              </p:nvPicPr>
              <p:blipFill>
                <a:blip r:embed="rId37"/>
                <a:stretch>
                  <a:fillRect/>
                </a:stretch>
              </p:blipFill>
              <p:spPr>
                <a:xfrm>
                  <a:off x="4569264" y="2100816"/>
                  <a:ext cx="1105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B6FDD642-3A52-1A3C-2AFE-D2E25F29147C}"/>
                    </a:ext>
                  </a:extLst>
                </p14:cNvPr>
                <p14:cNvContentPartPr/>
                <p14:nvPr/>
              </p14:nvContentPartPr>
              <p14:xfrm>
                <a:off x="4740264" y="2103336"/>
                <a:ext cx="43920" cy="113760"/>
              </p14:xfrm>
            </p:contentPart>
          </mc:Choice>
          <mc:Fallback xmlns="">
            <p:pic>
              <p:nvPicPr>
                <p:cNvPr id="24" name="Ink 23">
                  <a:extLst>
                    <a:ext uri="{FF2B5EF4-FFF2-40B4-BE49-F238E27FC236}">
                      <a16:creationId xmlns:a16="http://schemas.microsoft.com/office/drawing/2014/main" id="{B6FDD642-3A52-1A3C-2AFE-D2E25F29147C}"/>
                    </a:ext>
                  </a:extLst>
                </p:cNvPr>
                <p:cNvPicPr/>
                <p:nvPr/>
              </p:nvPicPr>
              <p:blipFill>
                <a:blip r:embed="rId39"/>
                <a:stretch>
                  <a:fillRect/>
                </a:stretch>
              </p:blipFill>
              <p:spPr>
                <a:xfrm>
                  <a:off x="4735944" y="2099016"/>
                  <a:ext cx="52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A1C01E8D-6142-B41B-CEF4-31BF8C06F491}"/>
                    </a:ext>
                  </a:extLst>
                </p14:cNvPr>
                <p14:cNvContentPartPr/>
                <p14:nvPr/>
              </p14:nvContentPartPr>
              <p14:xfrm>
                <a:off x="4966344" y="1970496"/>
                <a:ext cx="95040" cy="219960"/>
              </p14:xfrm>
            </p:contentPart>
          </mc:Choice>
          <mc:Fallback xmlns="">
            <p:pic>
              <p:nvPicPr>
                <p:cNvPr id="25" name="Ink 24">
                  <a:extLst>
                    <a:ext uri="{FF2B5EF4-FFF2-40B4-BE49-F238E27FC236}">
                      <a16:creationId xmlns:a16="http://schemas.microsoft.com/office/drawing/2014/main" id="{A1C01E8D-6142-B41B-CEF4-31BF8C06F491}"/>
                    </a:ext>
                  </a:extLst>
                </p:cNvPr>
                <p:cNvPicPr/>
                <p:nvPr/>
              </p:nvPicPr>
              <p:blipFill>
                <a:blip r:embed="rId41"/>
                <a:stretch>
                  <a:fillRect/>
                </a:stretch>
              </p:blipFill>
              <p:spPr>
                <a:xfrm>
                  <a:off x="4962024" y="1966176"/>
                  <a:ext cx="1036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F825925C-ADC3-8478-1C0A-1811690411D2}"/>
                    </a:ext>
                  </a:extLst>
                </p14:cNvPr>
                <p14:cNvContentPartPr/>
                <p14:nvPr/>
              </p14:nvContentPartPr>
              <p14:xfrm>
                <a:off x="4894704" y="2096496"/>
                <a:ext cx="143640" cy="31680"/>
              </p14:xfrm>
            </p:contentPart>
          </mc:Choice>
          <mc:Fallback xmlns="">
            <p:pic>
              <p:nvPicPr>
                <p:cNvPr id="26" name="Ink 25">
                  <a:extLst>
                    <a:ext uri="{FF2B5EF4-FFF2-40B4-BE49-F238E27FC236}">
                      <a16:creationId xmlns:a16="http://schemas.microsoft.com/office/drawing/2014/main" id="{F825925C-ADC3-8478-1C0A-1811690411D2}"/>
                    </a:ext>
                  </a:extLst>
                </p:cNvPr>
                <p:cNvPicPr/>
                <p:nvPr/>
              </p:nvPicPr>
              <p:blipFill>
                <a:blip r:embed="rId43"/>
                <a:stretch>
                  <a:fillRect/>
                </a:stretch>
              </p:blipFill>
              <p:spPr>
                <a:xfrm>
                  <a:off x="4890384" y="2092176"/>
                  <a:ext cx="1522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F281B156-F139-A065-1272-383C91C5B8F7}"/>
                    </a:ext>
                  </a:extLst>
                </p14:cNvPr>
                <p14:cNvContentPartPr/>
                <p14:nvPr/>
              </p14:nvContentPartPr>
              <p14:xfrm>
                <a:off x="5063544" y="2111256"/>
                <a:ext cx="138960" cy="108000"/>
              </p14:xfrm>
            </p:contentPart>
          </mc:Choice>
          <mc:Fallback xmlns="">
            <p:pic>
              <p:nvPicPr>
                <p:cNvPr id="27" name="Ink 26">
                  <a:extLst>
                    <a:ext uri="{FF2B5EF4-FFF2-40B4-BE49-F238E27FC236}">
                      <a16:creationId xmlns:a16="http://schemas.microsoft.com/office/drawing/2014/main" id="{F281B156-F139-A065-1272-383C91C5B8F7}"/>
                    </a:ext>
                  </a:extLst>
                </p:cNvPr>
                <p:cNvPicPr/>
                <p:nvPr/>
              </p:nvPicPr>
              <p:blipFill>
                <a:blip r:embed="rId45"/>
                <a:stretch>
                  <a:fillRect/>
                </a:stretch>
              </p:blipFill>
              <p:spPr>
                <a:xfrm>
                  <a:off x="5059224" y="2106936"/>
                  <a:ext cx="1476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33A5E9F6-5D3F-66F3-F03B-E324E8AAF54F}"/>
                    </a:ext>
                  </a:extLst>
                </p14:cNvPr>
                <p14:cNvContentPartPr/>
                <p14:nvPr/>
              </p14:nvContentPartPr>
              <p14:xfrm>
                <a:off x="5250024" y="1905336"/>
                <a:ext cx="264240" cy="302760"/>
              </p14:xfrm>
            </p:contentPart>
          </mc:Choice>
          <mc:Fallback xmlns="">
            <p:pic>
              <p:nvPicPr>
                <p:cNvPr id="28" name="Ink 27">
                  <a:extLst>
                    <a:ext uri="{FF2B5EF4-FFF2-40B4-BE49-F238E27FC236}">
                      <a16:creationId xmlns:a16="http://schemas.microsoft.com/office/drawing/2014/main" id="{33A5E9F6-5D3F-66F3-F03B-E324E8AAF54F}"/>
                    </a:ext>
                  </a:extLst>
                </p:cNvPr>
                <p:cNvPicPr/>
                <p:nvPr/>
              </p:nvPicPr>
              <p:blipFill>
                <a:blip r:embed="rId47"/>
                <a:stretch>
                  <a:fillRect/>
                </a:stretch>
              </p:blipFill>
              <p:spPr>
                <a:xfrm>
                  <a:off x="5245704" y="1901016"/>
                  <a:ext cx="272880" cy="311400"/>
                </a:xfrm>
                <a:prstGeom prst="rect">
                  <a:avLst/>
                </a:prstGeom>
              </p:spPr>
            </p:pic>
          </mc:Fallback>
        </mc:AlternateContent>
      </p:grpSp>
      <p:grpSp>
        <p:nvGrpSpPr>
          <p:cNvPr id="103" name="Group 102">
            <a:extLst>
              <a:ext uri="{FF2B5EF4-FFF2-40B4-BE49-F238E27FC236}">
                <a16:creationId xmlns:a16="http://schemas.microsoft.com/office/drawing/2014/main" id="{02214BB6-354C-1D3E-E2E7-9520732C3B22}"/>
              </a:ext>
            </a:extLst>
          </p:cNvPr>
          <p:cNvGrpSpPr/>
          <p:nvPr/>
        </p:nvGrpSpPr>
        <p:grpSpPr>
          <a:xfrm>
            <a:off x="6268320" y="2187360"/>
            <a:ext cx="2616120" cy="582480"/>
            <a:chOff x="6268320" y="2187360"/>
            <a:chExt cx="2616120" cy="582480"/>
          </a:xfrm>
        </p:grpSpPr>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81669FEF-5D1E-34BD-A9EF-3EF0EDC6D16F}"/>
                    </a:ext>
                  </a:extLst>
                </p14:cNvPr>
                <p14:cNvContentPartPr/>
                <p14:nvPr/>
              </p14:nvContentPartPr>
              <p14:xfrm>
                <a:off x="6268320" y="2364120"/>
                <a:ext cx="115200" cy="144720"/>
              </p14:xfrm>
            </p:contentPart>
          </mc:Choice>
          <mc:Fallback xmlns="">
            <p:pic>
              <p:nvPicPr>
                <p:cNvPr id="30" name="Ink 29">
                  <a:extLst>
                    <a:ext uri="{FF2B5EF4-FFF2-40B4-BE49-F238E27FC236}">
                      <a16:creationId xmlns:a16="http://schemas.microsoft.com/office/drawing/2014/main" id="{81669FEF-5D1E-34BD-A9EF-3EF0EDC6D16F}"/>
                    </a:ext>
                  </a:extLst>
                </p:cNvPr>
                <p:cNvPicPr/>
                <p:nvPr/>
              </p:nvPicPr>
              <p:blipFill>
                <a:blip r:embed="rId49"/>
                <a:stretch>
                  <a:fillRect/>
                </a:stretch>
              </p:blipFill>
              <p:spPr>
                <a:xfrm>
                  <a:off x="6264000" y="2359800"/>
                  <a:ext cx="1238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7DD7CC4C-871B-4AFB-EBF4-FE77596CA056}"/>
                    </a:ext>
                  </a:extLst>
                </p14:cNvPr>
                <p14:cNvContentPartPr/>
                <p14:nvPr/>
              </p14:nvContentPartPr>
              <p14:xfrm>
                <a:off x="6414120" y="2374200"/>
                <a:ext cx="113400" cy="73440"/>
              </p14:xfrm>
            </p:contentPart>
          </mc:Choice>
          <mc:Fallback xmlns="">
            <p:pic>
              <p:nvPicPr>
                <p:cNvPr id="31" name="Ink 30">
                  <a:extLst>
                    <a:ext uri="{FF2B5EF4-FFF2-40B4-BE49-F238E27FC236}">
                      <a16:creationId xmlns:a16="http://schemas.microsoft.com/office/drawing/2014/main" id="{7DD7CC4C-871B-4AFB-EBF4-FE77596CA056}"/>
                    </a:ext>
                  </a:extLst>
                </p:cNvPr>
                <p:cNvPicPr/>
                <p:nvPr/>
              </p:nvPicPr>
              <p:blipFill>
                <a:blip r:embed="rId51"/>
                <a:stretch>
                  <a:fillRect/>
                </a:stretch>
              </p:blipFill>
              <p:spPr>
                <a:xfrm>
                  <a:off x="6409800" y="2369880"/>
                  <a:ext cx="1220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D32D3D4B-EC67-D52D-AF99-666617DCEB87}"/>
                    </a:ext>
                  </a:extLst>
                </p14:cNvPr>
                <p14:cNvContentPartPr/>
                <p14:nvPr/>
              </p14:nvContentPartPr>
              <p14:xfrm>
                <a:off x="6518160" y="2386080"/>
                <a:ext cx="118080" cy="82440"/>
              </p14:xfrm>
            </p:contentPart>
          </mc:Choice>
          <mc:Fallback xmlns="">
            <p:pic>
              <p:nvPicPr>
                <p:cNvPr id="32" name="Ink 31">
                  <a:extLst>
                    <a:ext uri="{FF2B5EF4-FFF2-40B4-BE49-F238E27FC236}">
                      <a16:creationId xmlns:a16="http://schemas.microsoft.com/office/drawing/2014/main" id="{D32D3D4B-EC67-D52D-AF99-666617DCEB87}"/>
                    </a:ext>
                  </a:extLst>
                </p:cNvPr>
                <p:cNvPicPr/>
                <p:nvPr/>
              </p:nvPicPr>
              <p:blipFill>
                <a:blip r:embed="rId53"/>
                <a:stretch>
                  <a:fillRect/>
                </a:stretch>
              </p:blipFill>
              <p:spPr>
                <a:xfrm>
                  <a:off x="6513840" y="2381760"/>
                  <a:ext cx="1267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C1550E43-78B5-6665-3B2B-4DA86194F208}"/>
                    </a:ext>
                  </a:extLst>
                </p14:cNvPr>
                <p14:cNvContentPartPr/>
                <p14:nvPr/>
              </p14:nvContentPartPr>
              <p14:xfrm>
                <a:off x="6670440" y="2344320"/>
                <a:ext cx="37440" cy="108720"/>
              </p14:xfrm>
            </p:contentPart>
          </mc:Choice>
          <mc:Fallback xmlns="">
            <p:pic>
              <p:nvPicPr>
                <p:cNvPr id="33" name="Ink 32">
                  <a:extLst>
                    <a:ext uri="{FF2B5EF4-FFF2-40B4-BE49-F238E27FC236}">
                      <a16:creationId xmlns:a16="http://schemas.microsoft.com/office/drawing/2014/main" id="{C1550E43-78B5-6665-3B2B-4DA86194F208}"/>
                    </a:ext>
                  </a:extLst>
                </p:cNvPr>
                <p:cNvPicPr/>
                <p:nvPr/>
              </p:nvPicPr>
              <p:blipFill>
                <a:blip r:embed="rId55"/>
                <a:stretch>
                  <a:fillRect/>
                </a:stretch>
              </p:blipFill>
              <p:spPr>
                <a:xfrm>
                  <a:off x="6666120" y="2340000"/>
                  <a:ext cx="460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D63F4C6C-8FE7-3160-05A7-254FAB2B6979}"/>
                    </a:ext>
                  </a:extLst>
                </p14:cNvPr>
                <p14:cNvContentPartPr/>
                <p14:nvPr/>
              </p14:nvContentPartPr>
              <p14:xfrm>
                <a:off x="6785640" y="2276280"/>
                <a:ext cx="178560" cy="153720"/>
              </p14:xfrm>
            </p:contentPart>
          </mc:Choice>
          <mc:Fallback xmlns="">
            <p:pic>
              <p:nvPicPr>
                <p:cNvPr id="34" name="Ink 33">
                  <a:extLst>
                    <a:ext uri="{FF2B5EF4-FFF2-40B4-BE49-F238E27FC236}">
                      <a16:creationId xmlns:a16="http://schemas.microsoft.com/office/drawing/2014/main" id="{D63F4C6C-8FE7-3160-05A7-254FAB2B6979}"/>
                    </a:ext>
                  </a:extLst>
                </p:cNvPr>
                <p:cNvPicPr/>
                <p:nvPr/>
              </p:nvPicPr>
              <p:blipFill>
                <a:blip r:embed="rId57"/>
                <a:stretch>
                  <a:fillRect/>
                </a:stretch>
              </p:blipFill>
              <p:spPr>
                <a:xfrm>
                  <a:off x="6781320" y="2271960"/>
                  <a:ext cx="1872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267AB2E3-834C-C4E7-9C91-01715AC0092F}"/>
                    </a:ext>
                  </a:extLst>
                </p14:cNvPr>
                <p14:cNvContentPartPr/>
                <p14:nvPr/>
              </p14:nvContentPartPr>
              <p14:xfrm>
                <a:off x="6857280" y="2187360"/>
                <a:ext cx="139320" cy="260280"/>
              </p14:xfrm>
            </p:contentPart>
          </mc:Choice>
          <mc:Fallback xmlns="">
            <p:pic>
              <p:nvPicPr>
                <p:cNvPr id="35" name="Ink 34">
                  <a:extLst>
                    <a:ext uri="{FF2B5EF4-FFF2-40B4-BE49-F238E27FC236}">
                      <a16:creationId xmlns:a16="http://schemas.microsoft.com/office/drawing/2014/main" id="{267AB2E3-834C-C4E7-9C91-01715AC0092F}"/>
                    </a:ext>
                  </a:extLst>
                </p:cNvPr>
                <p:cNvPicPr/>
                <p:nvPr/>
              </p:nvPicPr>
              <p:blipFill>
                <a:blip r:embed="rId59"/>
                <a:stretch>
                  <a:fillRect/>
                </a:stretch>
              </p:blipFill>
              <p:spPr>
                <a:xfrm>
                  <a:off x="6852960" y="2183040"/>
                  <a:ext cx="1479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81DA7361-7387-2BC7-CF71-CC8BCBA155CB}"/>
                    </a:ext>
                  </a:extLst>
                </p14:cNvPr>
                <p14:cNvContentPartPr/>
                <p14:nvPr/>
              </p14:nvContentPartPr>
              <p14:xfrm>
                <a:off x="7111800" y="2210400"/>
                <a:ext cx="288720" cy="330840"/>
              </p14:xfrm>
            </p:contentPart>
          </mc:Choice>
          <mc:Fallback xmlns="">
            <p:pic>
              <p:nvPicPr>
                <p:cNvPr id="36" name="Ink 35">
                  <a:extLst>
                    <a:ext uri="{FF2B5EF4-FFF2-40B4-BE49-F238E27FC236}">
                      <a16:creationId xmlns:a16="http://schemas.microsoft.com/office/drawing/2014/main" id="{81DA7361-7387-2BC7-CF71-CC8BCBA155CB}"/>
                    </a:ext>
                  </a:extLst>
                </p:cNvPr>
                <p:cNvPicPr/>
                <p:nvPr/>
              </p:nvPicPr>
              <p:blipFill>
                <a:blip r:embed="rId61"/>
                <a:stretch>
                  <a:fillRect/>
                </a:stretch>
              </p:blipFill>
              <p:spPr>
                <a:xfrm>
                  <a:off x="7107480" y="2206080"/>
                  <a:ext cx="2973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2712BE20-AD7B-0250-9A4C-1FE4DD2C3704}"/>
                    </a:ext>
                  </a:extLst>
                </p14:cNvPr>
                <p14:cNvContentPartPr/>
                <p14:nvPr/>
              </p14:nvContentPartPr>
              <p14:xfrm>
                <a:off x="7084080" y="2314080"/>
                <a:ext cx="337680" cy="159840"/>
              </p14:xfrm>
            </p:contentPart>
          </mc:Choice>
          <mc:Fallback xmlns="">
            <p:pic>
              <p:nvPicPr>
                <p:cNvPr id="37" name="Ink 36">
                  <a:extLst>
                    <a:ext uri="{FF2B5EF4-FFF2-40B4-BE49-F238E27FC236}">
                      <a16:creationId xmlns:a16="http://schemas.microsoft.com/office/drawing/2014/main" id="{2712BE20-AD7B-0250-9A4C-1FE4DD2C3704}"/>
                    </a:ext>
                  </a:extLst>
                </p:cNvPr>
                <p:cNvPicPr/>
                <p:nvPr/>
              </p:nvPicPr>
              <p:blipFill>
                <a:blip r:embed="rId63"/>
                <a:stretch>
                  <a:fillRect/>
                </a:stretch>
              </p:blipFill>
              <p:spPr>
                <a:xfrm>
                  <a:off x="7079760" y="2309760"/>
                  <a:ext cx="3463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8873519A-3B96-B2CB-683F-0DDD646392B6}"/>
                    </a:ext>
                  </a:extLst>
                </p14:cNvPr>
                <p14:cNvContentPartPr/>
                <p14:nvPr/>
              </p14:nvContentPartPr>
              <p14:xfrm>
                <a:off x="7629120" y="2355840"/>
                <a:ext cx="406800" cy="107640"/>
              </p14:xfrm>
            </p:contentPart>
          </mc:Choice>
          <mc:Fallback xmlns="">
            <p:pic>
              <p:nvPicPr>
                <p:cNvPr id="38" name="Ink 37">
                  <a:extLst>
                    <a:ext uri="{FF2B5EF4-FFF2-40B4-BE49-F238E27FC236}">
                      <a16:creationId xmlns:a16="http://schemas.microsoft.com/office/drawing/2014/main" id="{8873519A-3B96-B2CB-683F-0DDD646392B6}"/>
                    </a:ext>
                  </a:extLst>
                </p:cNvPr>
                <p:cNvPicPr/>
                <p:nvPr/>
              </p:nvPicPr>
              <p:blipFill>
                <a:blip r:embed="rId65"/>
                <a:stretch>
                  <a:fillRect/>
                </a:stretch>
              </p:blipFill>
              <p:spPr>
                <a:xfrm>
                  <a:off x="7624800" y="2351520"/>
                  <a:ext cx="4154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27704B46-0CA8-21CF-A39A-AE6F95D5394E}"/>
                    </a:ext>
                  </a:extLst>
                </p14:cNvPr>
                <p14:cNvContentPartPr/>
                <p14:nvPr/>
              </p14:nvContentPartPr>
              <p14:xfrm>
                <a:off x="8012520" y="2377800"/>
                <a:ext cx="134640" cy="96480"/>
              </p14:xfrm>
            </p:contentPart>
          </mc:Choice>
          <mc:Fallback xmlns="">
            <p:pic>
              <p:nvPicPr>
                <p:cNvPr id="39" name="Ink 38">
                  <a:extLst>
                    <a:ext uri="{FF2B5EF4-FFF2-40B4-BE49-F238E27FC236}">
                      <a16:creationId xmlns:a16="http://schemas.microsoft.com/office/drawing/2014/main" id="{27704B46-0CA8-21CF-A39A-AE6F95D5394E}"/>
                    </a:ext>
                  </a:extLst>
                </p:cNvPr>
                <p:cNvPicPr/>
                <p:nvPr/>
              </p:nvPicPr>
              <p:blipFill>
                <a:blip r:embed="rId67"/>
                <a:stretch>
                  <a:fillRect/>
                </a:stretch>
              </p:blipFill>
              <p:spPr>
                <a:xfrm>
                  <a:off x="8008200" y="2373480"/>
                  <a:ext cx="143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F4AC9EC2-3324-F62A-ACB7-356834B79E4E}"/>
                    </a:ext>
                  </a:extLst>
                </p14:cNvPr>
                <p14:cNvContentPartPr/>
                <p14:nvPr/>
              </p14:nvContentPartPr>
              <p14:xfrm>
                <a:off x="8201520" y="2291400"/>
                <a:ext cx="178560" cy="142560"/>
              </p14:xfrm>
            </p:contentPart>
          </mc:Choice>
          <mc:Fallback xmlns="">
            <p:pic>
              <p:nvPicPr>
                <p:cNvPr id="40" name="Ink 39">
                  <a:extLst>
                    <a:ext uri="{FF2B5EF4-FFF2-40B4-BE49-F238E27FC236}">
                      <a16:creationId xmlns:a16="http://schemas.microsoft.com/office/drawing/2014/main" id="{F4AC9EC2-3324-F62A-ACB7-356834B79E4E}"/>
                    </a:ext>
                  </a:extLst>
                </p:cNvPr>
                <p:cNvPicPr/>
                <p:nvPr/>
              </p:nvPicPr>
              <p:blipFill>
                <a:blip r:embed="rId69"/>
                <a:stretch>
                  <a:fillRect/>
                </a:stretch>
              </p:blipFill>
              <p:spPr>
                <a:xfrm>
                  <a:off x="8197200" y="2287080"/>
                  <a:ext cx="1872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6AEF12D6-C40E-44F0-B47A-BE863968F40B}"/>
                    </a:ext>
                  </a:extLst>
                </p14:cNvPr>
                <p14:cNvContentPartPr/>
                <p14:nvPr/>
              </p14:nvContentPartPr>
              <p14:xfrm>
                <a:off x="8361000" y="2373840"/>
                <a:ext cx="75960" cy="100440"/>
              </p14:xfrm>
            </p:contentPart>
          </mc:Choice>
          <mc:Fallback xmlns="">
            <p:pic>
              <p:nvPicPr>
                <p:cNvPr id="41" name="Ink 40">
                  <a:extLst>
                    <a:ext uri="{FF2B5EF4-FFF2-40B4-BE49-F238E27FC236}">
                      <a16:creationId xmlns:a16="http://schemas.microsoft.com/office/drawing/2014/main" id="{6AEF12D6-C40E-44F0-B47A-BE863968F40B}"/>
                    </a:ext>
                  </a:extLst>
                </p:cNvPr>
                <p:cNvPicPr/>
                <p:nvPr/>
              </p:nvPicPr>
              <p:blipFill>
                <a:blip r:embed="rId71"/>
                <a:stretch>
                  <a:fillRect/>
                </a:stretch>
              </p:blipFill>
              <p:spPr>
                <a:xfrm>
                  <a:off x="8356680" y="2369520"/>
                  <a:ext cx="846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9F56498D-EE6C-44C7-A766-6BC627B0B9FB}"/>
                    </a:ext>
                  </a:extLst>
                </p14:cNvPr>
                <p14:cNvContentPartPr/>
                <p14:nvPr/>
              </p14:nvContentPartPr>
              <p14:xfrm>
                <a:off x="8461440" y="2389320"/>
                <a:ext cx="64440" cy="85680"/>
              </p14:xfrm>
            </p:contentPart>
          </mc:Choice>
          <mc:Fallback xmlns="">
            <p:pic>
              <p:nvPicPr>
                <p:cNvPr id="42" name="Ink 41">
                  <a:extLst>
                    <a:ext uri="{FF2B5EF4-FFF2-40B4-BE49-F238E27FC236}">
                      <a16:creationId xmlns:a16="http://schemas.microsoft.com/office/drawing/2014/main" id="{9F56498D-EE6C-44C7-A766-6BC627B0B9FB}"/>
                    </a:ext>
                  </a:extLst>
                </p:cNvPr>
                <p:cNvPicPr/>
                <p:nvPr/>
              </p:nvPicPr>
              <p:blipFill>
                <a:blip r:embed="rId73"/>
                <a:stretch>
                  <a:fillRect/>
                </a:stretch>
              </p:blipFill>
              <p:spPr>
                <a:xfrm>
                  <a:off x="8457120" y="2385000"/>
                  <a:ext cx="73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5F965236-9E3D-FDC5-BA80-E2E93174BD89}"/>
                    </a:ext>
                  </a:extLst>
                </p14:cNvPr>
                <p14:cNvContentPartPr/>
                <p14:nvPr/>
              </p14:nvContentPartPr>
              <p14:xfrm>
                <a:off x="8578440" y="2278800"/>
                <a:ext cx="141120" cy="160920"/>
              </p14:xfrm>
            </p:contentPart>
          </mc:Choice>
          <mc:Fallback xmlns="">
            <p:pic>
              <p:nvPicPr>
                <p:cNvPr id="43" name="Ink 42">
                  <a:extLst>
                    <a:ext uri="{FF2B5EF4-FFF2-40B4-BE49-F238E27FC236}">
                      <a16:creationId xmlns:a16="http://schemas.microsoft.com/office/drawing/2014/main" id="{5F965236-9E3D-FDC5-BA80-E2E93174BD89}"/>
                    </a:ext>
                  </a:extLst>
                </p:cNvPr>
                <p:cNvPicPr/>
                <p:nvPr/>
              </p:nvPicPr>
              <p:blipFill>
                <a:blip r:embed="rId75"/>
                <a:stretch>
                  <a:fillRect/>
                </a:stretch>
              </p:blipFill>
              <p:spPr>
                <a:xfrm>
                  <a:off x="8574120" y="2274480"/>
                  <a:ext cx="1497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A8DF9F72-812E-8806-950E-A9D3A981938D}"/>
                    </a:ext>
                  </a:extLst>
                </p14:cNvPr>
                <p14:cNvContentPartPr/>
                <p14:nvPr/>
              </p14:nvContentPartPr>
              <p14:xfrm>
                <a:off x="8643240" y="2374560"/>
                <a:ext cx="136800" cy="17640"/>
              </p14:xfrm>
            </p:contentPart>
          </mc:Choice>
          <mc:Fallback xmlns="">
            <p:pic>
              <p:nvPicPr>
                <p:cNvPr id="44" name="Ink 43">
                  <a:extLst>
                    <a:ext uri="{FF2B5EF4-FFF2-40B4-BE49-F238E27FC236}">
                      <a16:creationId xmlns:a16="http://schemas.microsoft.com/office/drawing/2014/main" id="{A8DF9F72-812E-8806-950E-A9D3A981938D}"/>
                    </a:ext>
                  </a:extLst>
                </p:cNvPr>
                <p:cNvPicPr/>
                <p:nvPr/>
              </p:nvPicPr>
              <p:blipFill>
                <a:blip r:embed="rId77"/>
                <a:stretch>
                  <a:fillRect/>
                </a:stretch>
              </p:blipFill>
              <p:spPr>
                <a:xfrm>
                  <a:off x="8638920" y="2370240"/>
                  <a:ext cx="1454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6181161C-7B58-5426-9401-7052EB5B2FD9}"/>
                    </a:ext>
                  </a:extLst>
                </p14:cNvPr>
                <p14:cNvContentPartPr/>
                <p14:nvPr/>
              </p14:nvContentPartPr>
              <p14:xfrm>
                <a:off x="6578280" y="2717640"/>
                <a:ext cx="18720" cy="44280"/>
              </p14:xfrm>
            </p:contentPart>
          </mc:Choice>
          <mc:Fallback xmlns="">
            <p:pic>
              <p:nvPicPr>
                <p:cNvPr id="45" name="Ink 44">
                  <a:extLst>
                    <a:ext uri="{FF2B5EF4-FFF2-40B4-BE49-F238E27FC236}">
                      <a16:creationId xmlns:a16="http://schemas.microsoft.com/office/drawing/2014/main" id="{6181161C-7B58-5426-9401-7052EB5B2FD9}"/>
                    </a:ext>
                  </a:extLst>
                </p:cNvPr>
                <p:cNvPicPr/>
                <p:nvPr/>
              </p:nvPicPr>
              <p:blipFill>
                <a:blip r:embed="rId79"/>
                <a:stretch>
                  <a:fillRect/>
                </a:stretch>
              </p:blipFill>
              <p:spPr>
                <a:xfrm>
                  <a:off x="6573960" y="2713320"/>
                  <a:ext cx="273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A8D177F5-4698-00E4-E5E4-EEEE3C1211A7}"/>
                    </a:ext>
                  </a:extLst>
                </p14:cNvPr>
                <p14:cNvContentPartPr/>
                <p14:nvPr/>
              </p14:nvContentPartPr>
              <p14:xfrm>
                <a:off x="6658920" y="2599560"/>
                <a:ext cx="5040" cy="22320"/>
              </p14:xfrm>
            </p:contentPart>
          </mc:Choice>
          <mc:Fallback xmlns="">
            <p:pic>
              <p:nvPicPr>
                <p:cNvPr id="46" name="Ink 45">
                  <a:extLst>
                    <a:ext uri="{FF2B5EF4-FFF2-40B4-BE49-F238E27FC236}">
                      <a16:creationId xmlns:a16="http://schemas.microsoft.com/office/drawing/2014/main" id="{A8D177F5-4698-00E4-E5E4-EEEE3C1211A7}"/>
                    </a:ext>
                  </a:extLst>
                </p:cNvPr>
                <p:cNvPicPr/>
                <p:nvPr/>
              </p:nvPicPr>
              <p:blipFill>
                <a:blip r:embed="rId81"/>
                <a:stretch>
                  <a:fillRect/>
                </a:stretch>
              </p:blipFill>
              <p:spPr>
                <a:xfrm>
                  <a:off x="6654600" y="2595240"/>
                  <a:ext cx="136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F96BBF39-B533-5FFA-1DFE-F82247F19831}"/>
                    </a:ext>
                  </a:extLst>
                </p14:cNvPr>
                <p14:cNvContentPartPr/>
                <p14:nvPr/>
              </p14:nvContentPartPr>
              <p14:xfrm>
                <a:off x="6675120" y="2706840"/>
                <a:ext cx="157320" cy="42120"/>
              </p14:xfrm>
            </p:contentPart>
          </mc:Choice>
          <mc:Fallback xmlns="">
            <p:pic>
              <p:nvPicPr>
                <p:cNvPr id="47" name="Ink 46">
                  <a:extLst>
                    <a:ext uri="{FF2B5EF4-FFF2-40B4-BE49-F238E27FC236}">
                      <a16:creationId xmlns:a16="http://schemas.microsoft.com/office/drawing/2014/main" id="{F96BBF39-B533-5FFA-1DFE-F82247F19831}"/>
                    </a:ext>
                  </a:extLst>
                </p:cNvPr>
                <p:cNvPicPr/>
                <p:nvPr/>
              </p:nvPicPr>
              <p:blipFill>
                <a:blip r:embed="rId83"/>
                <a:stretch>
                  <a:fillRect/>
                </a:stretch>
              </p:blipFill>
              <p:spPr>
                <a:xfrm>
                  <a:off x="6670800" y="2702520"/>
                  <a:ext cx="1659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1B845B51-D2C1-13E6-F337-026D7608FC61}"/>
                    </a:ext>
                  </a:extLst>
                </p14:cNvPr>
                <p14:cNvContentPartPr/>
                <p14:nvPr/>
              </p14:nvContentPartPr>
              <p14:xfrm>
                <a:off x="7095600" y="2596320"/>
                <a:ext cx="78840" cy="132120"/>
              </p14:xfrm>
            </p:contentPart>
          </mc:Choice>
          <mc:Fallback xmlns="">
            <p:pic>
              <p:nvPicPr>
                <p:cNvPr id="48" name="Ink 47">
                  <a:extLst>
                    <a:ext uri="{FF2B5EF4-FFF2-40B4-BE49-F238E27FC236}">
                      <a16:creationId xmlns:a16="http://schemas.microsoft.com/office/drawing/2014/main" id="{1B845B51-D2C1-13E6-F337-026D7608FC61}"/>
                    </a:ext>
                  </a:extLst>
                </p:cNvPr>
                <p:cNvPicPr/>
                <p:nvPr/>
              </p:nvPicPr>
              <p:blipFill>
                <a:blip r:embed="rId85"/>
                <a:stretch>
                  <a:fillRect/>
                </a:stretch>
              </p:blipFill>
              <p:spPr>
                <a:xfrm>
                  <a:off x="7091280" y="2592000"/>
                  <a:ext cx="874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4CEA6237-90CF-C453-4444-A36E46EBC228}"/>
                    </a:ext>
                  </a:extLst>
                </p14:cNvPr>
                <p14:cNvContentPartPr/>
                <p14:nvPr/>
              </p14:nvContentPartPr>
              <p14:xfrm>
                <a:off x="7070040" y="2550960"/>
                <a:ext cx="330840" cy="153000"/>
              </p14:xfrm>
            </p:contentPart>
          </mc:Choice>
          <mc:Fallback xmlns="">
            <p:pic>
              <p:nvPicPr>
                <p:cNvPr id="49" name="Ink 48">
                  <a:extLst>
                    <a:ext uri="{FF2B5EF4-FFF2-40B4-BE49-F238E27FC236}">
                      <a16:creationId xmlns:a16="http://schemas.microsoft.com/office/drawing/2014/main" id="{4CEA6237-90CF-C453-4444-A36E46EBC228}"/>
                    </a:ext>
                  </a:extLst>
                </p:cNvPr>
                <p:cNvPicPr/>
                <p:nvPr/>
              </p:nvPicPr>
              <p:blipFill>
                <a:blip r:embed="rId87"/>
                <a:stretch>
                  <a:fillRect/>
                </a:stretch>
              </p:blipFill>
              <p:spPr>
                <a:xfrm>
                  <a:off x="7065720" y="2546640"/>
                  <a:ext cx="3394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5F66940A-7E81-C0DC-B1E8-A1D997244D37}"/>
                    </a:ext>
                  </a:extLst>
                </p14:cNvPr>
                <p14:cNvContentPartPr/>
                <p14:nvPr/>
              </p14:nvContentPartPr>
              <p14:xfrm>
                <a:off x="7361280" y="2630880"/>
                <a:ext cx="92880" cy="90360"/>
              </p14:xfrm>
            </p:contentPart>
          </mc:Choice>
          <mc:Fallback xmlns="">
            <p:pic>
              <p:nvPicPr>
                <p:cNvPr id="50" name="Ink 49">
                  <a:extLst>
                    <a:ext uri="{FF2B5EF4-FFF2-40B4-BE49-F238E27FC236}">
                      <a16:creationId xmlns:a16="http://schemas.microsoft.com/office/drawing/2014/main" id="{5F66940A-7E81-C0DC-B1E8-A1D997244D37}"/>
                    </a:ext>
                  </a:extLst>
                </p:cNvPr>
                <p:cNvPicPr/>
                <p:nvPr/>
              </p:nvPicPr>
              <p:blipFill>
                <a:blip r:embed="rId89"/>
                <a:stretch>
                  <a:fillRect/>
                </a:stretch>
              </p:blipFill>
              <p:spPr>
                <a:xfrm>
                  <a:off x="7356960" y="2626560"/>
                  <a:ext cx="1015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0F1DF1BD-2FE7-A5EE-F12A-BFB91D10EBC4}"/>
                    </a:ext>
                  </a:extLst>
                </p14:cNvPr>
                <p14:cNvContentPartPr/>
                <p14:nvPr/>
              </p14:nvContentPartPr>
              <p14:xfrm>
                <a:off x="7670520" y="2664720"/>
                <a:ext cx="109080" cy="45360"/>
              </p14:xfrm>
            </p:contentPart>
          </mc:Choice>
          <mc:Fallback xmlns="">
            <p:pic>
              <p:nvPicPr>
                <p:cNvPr id="51" name="Ink 50">
                  <a:extLst>
                    <a:ext uri="{FF2B5EF4-FFF2-40B4-BE49-F238E27FC236}">
                      <a16:creationId xmlns:a16="http://schemas.microsoft.com/office/drawing/2014/main" id="{0F1DF1BD-2FE7-A5EE-F12A-BFB91D10EBC4}"/>
                    </a:ext>
                  </a:extLst>
                </p:cNvPr>
                <p:cNvPicPr/>
                <p:nvPr/>
              </p:nvPicPr>
              <p:blipFill>
                <a:blip r:embed="rId91"/>
                <a:stretch>
                  <a:fillRect/>
                </a:stretch>
              </p:blipFill>
              <p:spPr>
                <a:xfrm>
                  <a:off x="7666200" y="2660400"/>
                  <a:ext cx="1177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EC0C2677-F5FE-0705-5FED-ACAE3CAD50F4}"/>
                    </a:ext>
                  </a:extLst>
                </p14:cNvPr>
                <p14:cNvContentPartPr/>
                <p14:nvPr/>
              </p14:nvContentPartPr>
              <p14:xfrm>
                <a:off x="7813800" y="2655000"/>
                <a:ext cx="164520" cy="47880"/>
              </p14:xfrm>
            </p:contentPart>
          </mc:Choice>
          <mc:Fallback xmlns="">
            <p:pic>
              <p:nvPicPr>
                <p:cNvPr id="52" name="Ink 51">
                  <a:extLst>
                    <a:ext uri="{FF2B5EF4-FFF2-40B4-BE49-F238E27FC236}">
                      <a16:creationId xmlns:a16="http://schemas.microsoft.com/office/drawing/2014/main" id="{EC0C2677-F5FE-0705-5FED-ACAE3CAD50F4}"/>
                    </a:ext>
                  </a:extLst>
                </p:cNvPr>
                <p:cNvPicPr/>
                <p:nvPr/>
              </p:nvPicPr>
              <p:blipFill>
                <a:blip r:embed="rId93"/>
                <a:stretch>
                  <a:fillRect/>
                </a:stretch>
              </p:blipFill>
              <p:spPr>
                <a:xfrm>
                  <a:off x="7809480" y="2650680"/>
                  <a:ext cx="1731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Ink 52">
                  <a:extLst>
                    <a:ext uri="{FF2B5EF4-FFF2-40B4-BE49-F238E27FC236}">
                      <a16:creationId xmlns:a16="http://schemas.microsoft.com/office/drawing/2014/main" id="{56E24F44-5F62-09CE-EB02-4CD4A91D337A}"/>
                    </a:ext>
                  </a:extLst>
                </p14:cNvPr>
                <p14:cNvContentPartPr/>
                <p14:nvPr/>
              </p14:nvContentPartPr>
              <p14:xfrm>
                <a:off x="8010720" y="2652120"/>
                <a:ext cx="101880" cy="97920"/>
              </p14:xfrm>
            </p:contentPart>
          </mc:Choice>
          <mc:Fallback xmlns="">
            <p:pic>
              <p:nvPicPr>
                <p:cNvPr id="53" name="Ink 52">
                  <a:extLst>
                    <a:ext uri="{FF2B5EF4-FFF2-40B4-BE49-F238E27FC236}">
                      <a16:creationId xmlns:a16="http://schemas.microsoft.com/office/drawing/2014/main" id="{56E24F44-5F62-09CE-EB02-4CD4A91D337A}"/>
                    </a:ext>
                  </a:extLst>
                </p:cNvPr>
                <p:cNvPicPr/>
                <p:nvPr/>
              </p:nvPicPr>
              <p:blipFill>
                <a:blip r:embed="rId95"/>
                <a:stretch>
                  <a:fillRect/>
                </a:stretch>
              </p:blipFill>
              <p:spPr>
                <a:xfrm>
                  <a:off x="8006400" y="2647800"/>
                  <a:ext cx="11052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4" name="Ink 53">
                  <a:extLst>
                    <a:ext uri="{FF2B5EF4-FFF2-40B4-BE49-F238E27FC236}">
                      <a16:creationId xmlns:a16="http://schemas.microsoft.com/office/drawing/2014/main" id="{773785B4-5869-506F-291A-8FEF09459C87}"/>
                    </a:ext>
                  </a:extLst>
                </p14:cNvPr>
                <p14:cNvContentPartPr/>
                <p14:nvPr/>
              </p14:nvContentPartPr>
              <p14:xfrm>
                <a:off x="8111880" y="2665440"/>
                <a:ext cx="360" cy="360"/>
              </p14:xfrm>
            </p:contentPart>
          </mc:Choice>
          <mc:Fallback xmlns="">
            <p:pic>
              <p:nvPicPr>
                <p:cNvPr id="54" name="Ink 53">
                  <a:extLst>
                    <a:ext uri="{FF2B5EF4-FFF2-40B4-BE49-F238E27FC236}">
                      <a16:creationId xmlns:a16="http://schemas.microsoft.com/office/drawing/2014/main" id="{773785B4-5869-506F-291A-8FEF09459C87}"/>
                    </a:ext>
                  </a:extLst>
                </p:cNvPr>
                <p:cNvPicPr/>
                <p:nvPr/>
              </p:nvPicPr>
              <p:blipFill>
                <a:blip r:embed="rId97"/>
                <a:stretch>
                  <a:fillRect/>
                </a:stretch>
              </p:blipFill>
              <p:spPr>
                <a:xfrm>
                  <a:off x="8107560" y="266112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Ink 54">
                  <a:extLst>
                    <a:ext uri="{FF2B5EF4-FFF2-40B4-BE49-F238E27FC236}">
                      <a16:creationId xmlns:a16="http://schemas.microsoft.com/office/drawing/2014/main" id="{F6821B88-ADCD-8857-AA0A-5DB1963BF38D}"/>
                    </a:ext>
                  </a:extLst>
                </p14:cNvPr>
                <p14:cNvContentPartPr/>
                <p14:nvPr/>
              </p14:nvContentPartPr>
              <p14:xfrm>
                <a:off x="8111880" y="2631960"/>
                <a:ext cx="173520" cy="83880"/>
              </p14:xfrm>
            </p:contentPart>
          </mc:Choice>
          <mc:Fallback xmlns="">
            <p:pic>
              <p:nvPicPr>
                <p:cNvPr id="55" name="Ink 54">
                  <a:extLst>
                    <a:ext uri="{FF2B5EF4-FFF2-40B4-BE49-F238E27FC236}">
                      <a16:creationId xmlns:a16="http://schemas.microsoft.com/office/drawing/2014/main" id="{F6821B88-ADCD-8857-AA0A-5DB1963BF38D}"/>
                    </a:ext>
                  </a:extLst>
                </p:cNvPr>
                <p:cNvPicPr/>
                <p:nvPr/>
              </p:nvPicPr>
              <p:blipFill>
                <a:blip r:embed="rId99"/>
                <a:stretch>
                  <a:fillRect/>
                </a:stretch>
              </p:blipFill>
              <p:spPr>
                <a:xfrm>
                  <a:off x="8107560" y="2627640"/>
                  <a:ext cx="1821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Ink 55">
                  <a:extLst>
                    <a:ext uri="{FF2B5EF4-FFF2-40B4-BE49-F238E27FC236}">
                      <a16:creationId xmlns:a16="http://schemas.microsoft.com/office/drawing/2014/main" id="{DFBDEADA-F1DC-8AFA-7437-89721005CD62}"/>
                    </a:ext>
                  </a:extLst>
                </p14:cNvPr>
                <p14:cNvContentPartPr/>
                <p14:nvPr/>
              </p14:nvContentPartPr>
              <p14:xfrm>
                <a:off x="8369280" y="2569680"/>
                <a:ext cx="57240" cy="146160"/>
              </p14:xfrm>
            </p:contentPart>
          </mc:Choice>
          <mc:Fallback xmlns="">
            <p:pic>
              <p:nvPicPr>
                <p:cNvPr id="56" name="Ink 55">
                  <a:extLst>
                    <a:ext uri="{FF2B5EF4-FFF2-40B4-BE49-F238E27FC236}">
                      <a16:creationId xmlns:a16="http://schemas.microsoft.com/office/drawing/2014/main" id="{DFBDEADA-F1DC-8AFA-7437-89721005CD62}"/>
                    </a:ext>
                  </a:extLst>
                </p:cNvPr>
                <p:cNvPicPr/>
                <p:nvPr/>
              </p:nvPicPr>
              <p:blipFill>
                <a:blip r:embed="rId101"/>
                <a:stretch>
                  <a:fillRect/>
                </a:stretch>
              </p:blipFill>
              <p:spPr>
                <a:xfrm>
                  <a:off x="8364960" y="2565360"/>
                  <a:ext cx="658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Ink 56">
                  <a:extLst>
                    <a:ext uri="{FF2B5EF4-FFF2-40B4-BE49-F238E27FC236}">
                      <a16:creationId xmlns:a16="http://schemas.microsoft.com/office/drawing/2014/main" id="{3B6B5D02-32DC-1E94-93B5-645050758C0F}"/>
                    </a:ext>
                  </a:extLst>
                </p14:cNvPr>
                <p14:cNvContentPartPr/>
                <p14:nvPr/>
              </p14:nvContentPartPr>
              <p14:xfrm>
                <a:off x="8363520" y="2626200"/>
                <a:ext cx="145800" cy="12960"/>
              </p14:xfrm>
            </p:contentPart>
          </mc:Choice>
          <mc:Fallback xmlns="">
            <p:pic>
              <p:nvPicPr>
                <p:cNvPr id="57" name="Ink 56">
                  <a:extLst>
                    <a:ext uri="{FF2B5EF4-FFF2-40B4-BE49-F238E27FC236}">
                      <a16:creationId xmlns:a16="http://schemas.microsoft.com/office/drawing/2014/main" id="{3B6B5D02-32DC-1E94-93B5-645050758C0F}"/>
                    </a:ext>
                  </a:extLst>
                </p:cNvPr>
                <p:cNvPicPr/>
                <p:nvPr/>
              </p:nvPicPr>
              <p:blipFill>
                <a:blip r:embed="rId103"/>
                <a:stretch>
                  <a:fillRect/>
                </a:stretch>
              </p:blipFill>
              <p:spPr>
                <a:xfrm>
                  <a:off x="8359200" y="2621880"/>
                  <a:ext cx="1544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8" name="Ink 57">
                  <a:extLst>
                    <a:ext uri="{FF2B5EF4-FFF2-40B4-BE49-F238E27FC236}">
                      <a16:creationId xmlns:a16="http://schemas.microsoft.com/office/drawing/2014/main" id="{6EFBFE41-FB33-C73E-50BA-92D20C953C54}"/>
                    </a:ext>
                  </a:extLst>
                </p14:cNvPr>
                <p14:cNvContentPartPr/>
                <p14:nvPr/>
              </p14:nvContentPartPr>
              <p14:xfrm>
                <a:off x="8483760" y="2655000"/>
                <a:ext cx="97200" cy="73440"/>
              </p14:xfrm>
            </p:contentPart>
          </mc:Choice>
          <mc:Fallback xmlns="">
            <p:pic>
              <p:nvPicPr>
                <p:cNvPr id="58" name="Ink 57">
                  <a:extLst>
                    <a:ext uri="{FF2B5EF4-FFF2-40B4-BE49-F238E27FC236}">
                      <a16:creationId xmlns:a16="http://schemas.microsoft.com/office/drawing/2014/main" id="{6EFBFE41-FB33-C73E-50BA-92D20C953C54}"/>
                    </a:ext>
                  </a:extLst>
                </p:cNvPr>
                <p:cNvPicPr/>
                <p:nvPr/>
              </p:nvPicPr>
              <p:blipFill>
                <a:blip r:embed="rId105"/>
                <a:stretch>
                  <a:fillRect/>
                </a:stretch>
              </p:blipFill>
              <p:spPr>
                <a:xfrm>
                  <a:off x="8479440" y="2650680"/>
                  <a:ext cx="1058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9" name="Ink 58">
                  <a:extLst>
                    <a:ext uri="{FF2B5EF4-FFF2-40B4-BE49-F238E27FC236}">
                      <a16:creationId xmlns:a16="http://schemas.microsoft.com/office/drawing/2014/main" id="{2A75EBD1-3F4F-988A-B869-5DED80E3623A}"/>
                    </a:ext>
                  </a:extLst>
                </p14:cNvPr>
                <p14:cNvContentPartPr/>
                <p14:nvPr/>
              </p14:nvContentPartPr>
              <p14:xfrm>
                <a:off x="8692560" y="2489040"/>
                <a:ext cx="191880" cy="280800"/>
              </p14:xfrm>
            </p:contentPart>
          </mc:Choice>
          <mc:Fallback xmlns="">
            <p:pic>
              <p:nvPicPr>
                <p:cNvPr id="59" name="Ink 58">
                  <a:extLst>
                    <a:ext uri="{FF2B5EF4-FFF2-40B4-BE49-F238E27FC236}">
                      <a16:creationId xmlns:a16="http://schemas.microsoft.com/office/drawing/2014/main" id="{2A75EBD1-3F4F-988A-B869-5DED80E3623A}"/>
                    </a:ext>
                  </a:extLst>
                </p:cNvPr>
                <p:cNvPicPr/>
                <p:nvPr/>
              </p:nvPicPr>
              <p:blipFill>
                <a:blip r:embed="rId107"/>
                <a:stretch>
                  <a:fillRect/>
                </a:stretch>
              </p:blipFill>
              <p:spPr>
                <a:xfrm>
                  <a:off x="8688240" y="2484720"/>
                  <a:ext cx="200520" cy="289440"/>
                </a:xfrm>
                <a:prstGeom prst="rect">
                  <a:avLst/>
                </a:prstGeom>
              </p:spPr>
            </p:pic>
          </mc:Fallback>
        </mc:AlternateContent>
      </p:grpSp>
      <p:grpSp>
        <p:nvGrpSpPr>
          <p:cNvPr id="102" name="Group 101">
            <a:extLst>
              <a:ext uri="{FF2B5EF4-FFF2-40B4-BE49-F238E27FC236}">
                <a16:creationId xmlns:a16="http://schemas.microsoft.com/office/drawing/2014/main" id="{CC00387A-5121-4377-2F03-53C8DF4E2669}"/>
              </a:ext>
            </a:extLst>
          </p:cNvPr>
          <p:cNvGrpSpPr/>
          <p:nvPr/>
        </p:nvGrpSpPr>
        <p:grpSpPr>
          <a:xfrm>
            <a:off x="6773760" y="2879640"/>
            <a:ext cx="2005920" cy="1567080"/>
            <a:chOff x="6773760" y="2879640"/>
            <a:chExt cx="2005920" cy="1567080"/>
          </a:xfrm>
        </p:grpSpPr>
        <mc:AlternateContent xmlns:mc="http://schemas.openxmlformats.org/markup-compatibility/2006" xmlns:p14="http://schemas.microsoft.com/office/powerpoint/2010/main">
          <mc:Choice Requires="p14">
            <p:contentPart p14:bwMode="auto" r:id="rId108">
              <p14:nvContentPartPr>
                <p14:cNvPr id="60" name="Ink 59">
                  <a:extLst>
                    <a:ext uri="{FF2B5EF4-FFF2-40B4-BE49-F238E27FC236}">
                      <a16:creationId xmlns:a16="http://schemas.microsoft.com/office/drawing/2014/main" id="{4C26A7CF-ACB8-9F4C-DE16-E84CCED1650E}"/>
                    </a:ext>
                  </a:extLst>
                </p14:cNvPr>
                <p14:cNvContentPartPr/>
                <p14:nvPr/>
              </p14:nvContentPartPr>
              <p14:xfrm>
                <a:off x="6907320" y="3050280"/>
                <a:ext cx="81720" cy="129600"/>
              </p14:xfrm>
            </p:contentPart>
          </mc:Choice>
          <mc:Fallback xmlns="">
            <p:pic>
              <p:nvPicPr>
                <p:cNvPr id="60" name="Ink 59">
                  <a:extLst>
                    <a:ext uri="{FF2B5EF4-FFF2-40B4-BE49-F238E27FC236}">
                      <a16:creationId xmlns:a16="http://schemas.microsoft.com/office/drawing/2014/main" id="{4C26A7CF-ACB8-9F4C-DE16-E84CCED1650E}"/>
                    </a:ext>
                  </a:extLst>
                </p:cNvPr>
                <p:cNvPicPr/>
                <p:nvPr/>
              </p:nvPicPr>
              <p:blipFill>
                <a:blip r:embed="rId109"/>
                <a:stretch>
                  <a:fillRect/>
                </a:stretch>
              </p:blipFill>
              <p:spPr>
                <a:xfrm>
                  <a:off x="6903000" y="3045960"/>
                  <a:ext cx="903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1" name="Ink 60">
                  <a:extLst>
                    <a:ext uri="{FF2B5EF4-FFF2-40B4-BE49-F238E27FC236}">
                      <a16:creationId xmlns:a16="http://schemas.microsoft.com/office/drawing/2014/main" id="{3474DB16-CB08-ED87-2389-706B8E56BD6A}"/>
                    </a:ext>
                  </a:extLst>
                </p14:cNvPr>
                <p14:cNvContentPartPr/>
                <p14:nvPr/>
              </p14:nvContentPartPr>
              <p14:xfrm>
                <a:off x="7037640" y="3050280"/>
                <a:ext cx="318960" cy="117000"/>
              </p14:xfrm>
            </p:contentPart>
          </mc:Choice>
          <mc:Fallback xmlns="">
            <p:pic>
              <p:nvPicPr>
                <p:cNvPr id="61" name="Ink 60">
                  <a:extLst>
                    <a:ext uri="{FF2B5EF4-FFF2-40B4-BE49-F238E27FC236}">
                      <a16:creationId xmlns:a16="http://schemas.microsoft.com/office/drawing/2014/main" id="{3474DB16-CB08-ED87-2389-706B8E56BD6A}"/>
                    </a:ext>
                  </a:extLst>
                </p:cNvPr>
                <p:cNvPicPr/>
                <p:nvPr/>
              </p:nvPicPr>
              <p:blipFill>
                <a:blip r:embed="rId111"/>
                <a:stretch>
                  <a:fillRect/>
                </a:stretch>
              </p:blipFill>
              <p:spPr>
                <a:xfrm>
                  <a:off x="7033320" y="3045960"/>
                  <a:ext cx="3276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2" name="Ink 61">
                  <a:extLst>
                    <a:ext uri="{FF2B5EF4-FFF2-40B4-BE49-F238E27FC236}">
                      <a16:creationId xmlns:a16="http://schemas.microsoft.com/office/drawing/2014/main" id="{D838215B-40C8-CC59-626E-CFA8ADAE4F84}"/>
                    </a:ext>
                  </a:extLst>
                </p14:cNvPr>
                <p14:cNvContentPartPr/>
                <p14:nvPr/>
              </p14:nvContentPartPr>
              <p14:xfrm>
                <a:off x="7368120" y="2971440"/>
                <a:ext cx="83520" cy="182880"/>
              </p14:xfrm>
            </p:contentPart>
          </mc:Choice>
          <mc:Fallback xmlns="">
            <p:pic>
              <p:nvPicPr>
                <p:cNvPr id="62" name="Ink 61">
                  <a:extLst>
                    <a:ext uri="{FF2B5EF4-FFF2-40B4-BE49-F238E27FC236}">
                      <a16:creationId xmlns:a16="http://schemas.microsoft.com/office/drawing/2014/main" id="{D838215B-40C8-CC59-626E-CFA8ADAE4F84}"/>
                    </a:ext>
                  </a:extLst>
                </p:cNvPr>
                <p:cNvPicPr/>
                <p:nvPr/>
              </p:nvPicPr>
              <p:blipFill>
                <a:blip r:embed="rId113"/>
                <a:stretch>
                  <a:fillRect/>
                </a:stretch>
              </p:blipFill>
              <p:spPr>
                <a:xfrm>
                  <a:off x="7363800" y="2967120"/>
                  <a:ext cx="921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3" name="Ink 62">
                  <a:extLst>
                    <a:ext uri="{FF2B5EF4-FFF2-40B4-BE49-F238E27FC236}">
                      <a16:creationId xmlns:a16="http://schemas.microsoft.com/office/drawing/2014/main" id="{D91DC4DC-FBDE-5FDF-DA4F-BD7B60377E21}"/>
                    </a:ext>
                  </a:extLst>
                </p14:cNvPr>
                <p14:cNvContentPartPr/>
                <p14:nvPr/>
              </p14:nvContentPartPr>
              <p14:xfrm>
                <a:off x="7370280" y="3092760"/>
                <a:ext cx="158400" cy="51480"/>
              </p14:xfrm>
            </p:contentPart>
          </mc:Choice>
          <mc:Fallback xmlns="">
            <p:pic>
              <p:nvPicPr>
                <p:cNvPr id="63" name="Ink 62">
                  <a:extLst>
                    <a:ext uri="{FF2B5EF4-FFF2-40B4-BE49-F238E27FC236}">
                      <a16:creationId xmlns:a16="http://schemas.microsoft.com/office/drawing/2014/main" id="{D91DC4DC-FBDE-5FDF-DA4F-BD7B60377E21}"/>
                    </a:ext>
                  </a:extLst>
                </p:cNvPr>
                <p:cNvPicPr/>
                <p:nvPr/>
              </p:nvPicPr>
              <p:blipFill>
                <a:blip r:embed="rId115"/>
                <a:stretch>
                  <a:fillRect/>
                </a:stretch>
              </p:blipFill>
              <p:spPr>
                <a:xfrm>
                  <a:off x="7365960" y="3088440"/>
                  <a:ext cx="167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4" name="Ink 63">
                  <a:extLst>
                    <a:ext uri="{FF2B5EF4-FFF2-40B4-BE49-F238E27FC236}">
                      <a16:creationId xmlns:a16="http://schemas.microsoft.com/office/drawing/2014/main" id="{DB113EE7-9C64-508E-1248-B0C7DFD2AEB7}"/>
                    </a:ext>
                  </a:extLst>
                </p14:cNvPr>
                <p14:cNvContentPartPr/>
                <p14:nvPr/>
              </p14:nvContentPartPr>
              <p14:xfrm>
                <a:off x="7562160" y="2978640"/>
                <a:ext cx="18720" cy="76680"/>
              </p14:xfrm>
            </p:contentPart>
          </mc:Choice>
          <mc:Fallback xmlns="">
            <p:pic>
              <p:nvPicPr>
                <p:cNvPr id="64" name="Ink 63">
                  <a:extLst>
                    <a:ext uri="{FF2B5EF4-FFF2-40B4-BE49-F238E27FC236}">
                      <a16:creationId xmlns:a16="http://schemas.microsoft.com/office/drawing/2014/main" id="{DB113EE7-9C64-508E-1248-B0C7DFD2AEB7}"/>
                    </a:ext>
                  </a:extLst>
                </p:cNvPr>
                <p:cNvPicPr/>
                <p:nvPr/>
              </p:nvPicPr>
              <p:blipFill>
                <a:blip r:embed="rId117"/>
                <a:stretch>
                  <a:fillRect/>
                </a:stretch>
              </p:blipFill>
              <p:spPr>
                <a:xfrm>
                  <a:off x="7557840" y="2974320"/>
                  <a:ext cx="2736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5" name="Ink 64">
                  <a:extLst>
                    <a:ext uri="{FF2B5EF4-FFF2-40B4-BE49-F238E27FC236}">
                      <a16:creationId xmlns:a16="http://schemas.microsoft.com/office/drawing/2014/main" id="{C65BDCDF-0D3D-DD85-4AFB-933CD4265748}"/>
                    </a:ext>
                  </a:extLst>
                </p14:cNvPr>
                <p14:cNvContentPartPr/>
                <p14:nvPr/>
              </p14:nvContentPartPr>
              <p14:xfrm>
                <a:off x="7625520" y="3064320"/>
                <a:ext cx="172800" cy="80280"/>
              </p14:xfrm>
            </p:contentPart>
          </mc:Choice>
          <mc:Fallback xmlns="">
            <p:pic>
              <p:nvPicPr>
                <p:cNvPr id="65" name="Ink 64">
                  <a:extLst>
                    <a:ext uri="{FF2B5EF4-FFF2-40B4-BE49-F238E27FC236}">
                      <a16:creationId xmlns:a16="http://schemas.microsoft.com/office/drawing/2014/main" id="{C65BDCDF-0D3D-DD85-4AFB-933CD4265748}"/>
                    </a:ext>
                  </a:extLst>
                </p:cNvPr>
                <p:cNvPicPr/>
                <p:nvPr/>
              </p:nvPicPr>
              <p:blipFill>
                <a:blip r:embed="rId119"/>
                <a:stretch>
                  <a:fillRect/>
                </a:stretch>
              </p:blipFill>
              <p:spPr>
                <a:xfrm>
                  <a:off x="7621200" y="3060000"/>
                  <a:ext cx="1814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6" name="Ink 65">
                  <a:extLst>
                    <a:ext uri="{FF2B5EF4-FFF2-40B4-BE49-F238E27FC236}">
                      <a16:creationId xmlns:a16="http://schemas.microsoft.com/office/drawing/2014/main" id="{0DFA8968-8CC7-8685-A6F2-6BE9083B5B47}"/>
                    </a:ext>
                  </a:extLst>
                </p14:cNvPr>
                <p14:cNvContentPartPr/>
                <p14:nvPr/>
              </p14:nvContentPartPr>
              <p14:xfrm>
                <a:off x="7802280" y="3156480"/>
                <a:ext cx="85680" cy="90360"/>
              </p14:xfrm>
            </p:contentPart>
          </mc:Choice>
          <mc:Fallback xmlns="">
            <p:pic>
              <p:nvPicPr>
                <p:cNvPr id="66" name="Ink 65">
                  <a:extLst>
                    <a:ext uri="{FF2B5EF4-FFF2-40B4-BE49-F238E27FC236}">
                      <a16:creationId xmlns:a16="http://schemas.microsoft.com/office/drawing/2014/main" id="{0DFA8968-8CC7-8685-A6F2-6BE9083B5B47}"/>
                    </a:ext>
                  </a:extLst>
                </p:cNvPr>
                <p:cNvPicPr/>
                <p:nvPr/>
              </p:nvPicPr>
              <p:blipFill>
                <a:blip r:embed="rId121"/>
                <a:stretch>
                  <a:fillRect/>
                </a:stretch>
              </p:blipFill>
              <p:spPr>
                <a:xfrm>
                  <a:off x="7797960" y="3152160"/>
                  <a:ext cx="943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7" name="Ink 66">
                  <a:extLst>
                    <a:ext uri="{FF2B5EF4-FFF2-40B4-BE49-F238E27FC236}">
                      <a16:creationId xmlns:a16="http://schemas.microsoft.com/office/drawing/2014/main" id="{E978DF8D-A3C3-8CA9-9508-D832CC1E7D02}"/>
                    </a:ext>
                  </a:extLst>
                </p14:cNvPr>
                <p14:cNvContentPartPr/>
                <p14:nvPr/>
              </p14:nvContentPartPr>
              <p14:xfrm>
                <a:off x="8146440" y="3031560"/>
                <a:ext cx="316800" cy="86040"/>
              </p14:xfrm>
            </p:contentPart>
          </mc:Choice>
          <mc:Fallback xmlns="">
            <p:pic>
              <p:nvPicPr>
                <p:cNvPr id="67" name="Ink 66">
                  <a:extLst>
                    <a:ext uri="{FF2B5EF4-FFF2-40B4-BE49-F238E27FC236}">
                      <a16:creationId xmlns:a16="http://schemas.microsoft.com/office/drawing/2014/main" id="{E978DF8D-A3C3-8CA9-9508-D832CC1E7D02}"/>
                    </a:ext>
                  </a:extLst>
                </p:cNvPr>
                <p:cNvPicPr/>
                <p:nvPr/>
              </p:nvPicPr>
              <p:blipFill>
                <a:blip r:embed="rId123"/>
                <a:stretch>
                  <a:fillRect/>
                </a:stretch>
              </p:blipFill>
              <p:spPr>
                <a:xfrm>
                  <a:off x="8142120" y="3027240"/>
                  <a:ext cx="3254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8" name="Ink 67">
                  <a:extLst>
                    <a:ext uri="{FF2B5EF4-FFF2-40B4-BE49-F238E27FC236}">
                      <a16:creationId xmlns:a16="http://schemas.microsoft.com/office/drawing/2014/main" id="{C470F261-3BCA-C3B5-9B09-64A60C49CCC8}"/>
                    </a:ext>
                  </a:extLst>
                </p14:cNvPr>
                <p14:cNvContentPartPr/>
                <p14:nvPr/>
              </p14:nvContentPartPr>
              <p14:xfrm>
                <a:off x="8481240" y="2879640"/>
                <a:ext cx="261720" cy="281880"/>
              </p14:xfrm>
            </p:contentPart>
          </mc:Choice>
          <mc:Fallback xmlns="">
            <p:pic>
              <p:nvPicPr>
                <p:cNvPr id="68" name="Ink 67">
                  <a:extLst>
                    <a:ext uri="{FF2B5EF4-FFF2-40B4-BE49-F238E27FC236}">
                      <a16:creationId xmlns:a16="http://schemas.microsoft.com/office/drawing/2014/main" id="{C470F261-3BCA-C3B5-9B09-64A60C49CCC8}"/>
                    </a:ext>
                  </a:extLst>
                </p:cNvPr>
                <p:cNvPicPr/>
                <p:nvPr/>
              </p:nvPicPr>
              <p:blipFill>
                <a:blip r:embed="rId125"/>
                <a:stretch>
                  <a:fillRect/>
                </a:stretch>
              </p:blipFill>
              <p:spPr>
                <a:xfrm>
                  <a:off x="8476920" y="2875320"/>
                  <a:ext cx="27036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9" name="Ink 68">
                  <a:extLst>
                    <a:ext uri="{FF2B5EF4-FFF2-40B4-BE49-F238E27FC236}">
                      <a16:creationId xmlns:a16="http://schemas.microsoft.com/office/drawing/2014/main" id="{91E757E7-30F0-39F0-1276-39A970C05F4A}"/>
                    </a:ext>
                  </a:extLst>
                </p14:cNvPr>
                <p14:cNvContentPartPr/>
                <p14:nvPr/>
              </p14:nvContentPartPr>
              <p14:xfrm>
                <a:off x="7063200" y="3528360"/>
                <a:ext cx="12240" cy="174600"/>
              </p14:xfrm>
            </p:contentPart>
          </mc:Choice>
          <mc:Fallback xmlns="">
            <p:pic>
              <p:nvPicPr>
                <p:cNvPr id="69" name="Ink 68">
                  <a:extLst>
                    <a:ext uri="{FF2B5EF4-FFF2-40B4-BE49-F238E27FC236}">
                      <a16:creationId xmlns:a16="http://schemas.microsoft.com/office/drawing/2014/main" id="{91E757E7-30F0-39F0-1276-39A970C05F4A}"/>
                    </a:ext>
                  </a:extLst>
                </p:cNvPr>
                <p:cNvPicPr/>
                <p:nvPr/>
              </p:nvPicPr>
              <p:blipFill>
                <a:blip r:embed="rId127"/>
                <a:stretch>
                  <a:fillRect/>
                </a:stretch>
              </p:blipFill>
              <p:spPr>
                <a:xfrm>
                  <a:off x="7058880" y="3524040"/>
                  <a:ext cx="208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0" name="Ink 69">
                  <a:extLst>
                    <a:ext uri="{FF2B5EF4-FFF2-40B4-BE49-F238E27FC236}">
                      <a16:creationId xmlns:a16="http://schemas.microsoft.com/office/drawing/2014/main" id="{51EC48CA-D131-CA75-7325-FC98CF7A7B09}"/>
                    </a:ext>
                  </a:extLst>
                </p14:cNvPr>
                <p14:cNvContentPartPr/>
                <p14:nvPr/>
              </p14:nvContentPartPr>
              <p14:xfrm>
                <a:off x="7118640" y="3446280"/>
                <a:ext cx="65160" cy="64080"/>
              </p14:xfrm>
            </p:contentPart>
          </mc:Choice>
          <mc:Fallback xmlns="">
            <p:pic>
              <p:nvPicPr>
                <p:cNvPr id="70" name="Ink 69">
                  <a:extLst>
                    <a:ext uri="{FF2B5EF4-FFF2-40B4-BE49-F238E27FC236}">
                      <a16:creationId xmlns:a16="http://schemas.microsoft.com/office/drawing/2014/main" id="{51EC48CA-D131-CA75-7325-FC98CF7A7B09}"/>
                    </a:ext>
                  </a:extLst>
                </p:cNvPr>
                <p:cNvPicPr/>
                <p:nvPr/>
              </p:nvPicPr>
              <p:blipFill>
                <a:blip r:embed="rId129"/>
                <a:stretch>
                  <a:fillRect/>
                </a:stretch>
              </p:blipFill>
              <p:spPr>
                <a:xfrm>
                  <a:off x="7114320" y="3441960"/>
                  <a:ext cx="738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1" name="Ink 70">
                  <a:extLst>
                    <a:ext uri="{FF2B5EF4-FFF2-40B4-BE49-F238E27FC236}">
                      <a16:creationId xmlns:a16="http://schemas.microsoft.com/office/drawing/2014/main" id="{CDEFFA46-CA3C-D822-BF2C-F1212EB7C0BC}"/>
                    </a:ext>
                  </a:extLst>
                </p14:cNvPr>
                <p14:cNvContentPartPr/>
                <p14:nvPr/>
              </p14:nvContentPartPr>
              <p14:xfrm>
                <a:off x="7268760" y="3284640"/>
                <a:ext cx="95040" cy="257760"/>
              </p14:xfrm>
            </p:contentPart>
          </mc:Choice>
          <mc:Fallback xmlns="">
            <p:pic>
              <p:nvPicPr>
                <p:cNvPr id="71" name="Ink 70">
                  <a:extLst>
                    <a:ext uri="{FF2B5EF4-FFF2-40B4-BE49-F238E27FC236}">
                      <a16:creationId xmlns:a16="http://schemas.microsoft.com/office/drawing/2014/main" id="{CDEFFA46-CA3C-D822-BF2C-F1212EB7C0BC}"/>
                    </a:ext>
                  </a:extLst>
                </p:cNvPr>
                <p:cNvPicPr/>
                <p:nvPr/>
              </p:nvPicPr>
              <p:blipFill>
                <a:blip r:embed="rId131"/>
                <a:stretch>
                  <a:fillRect/>
                </a:stretch>
              </p:blipFill>
              <p:spPr>
                <a:xfrm>
                  <a:off x="7264440" y="3280320"/>
                  <a:ext cx="1036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2" name="Ink 71">
                  <a:extLst>
                    <a:ext uri="{FF2B5EF4-FFF2-40B4-BE49-F238E27FC236}">
                      <a16:creationId xmlns:a16="http://schemas.microsoft.com/office/drawing/2014/main" id="{F07E16A5-DD0C-4330-1B32-24C8C6C51472}"/>
                    </a:ext>
                  </a:extLst>
                </p14:cNvPr>
                <p14:cNvContentPartPr/>
                <p14:nvPr/>
              </p14:nvContentPartPr>
              <p14:xfrm>
                <a:off x="7320240" y="3432240"/>
                <a:ext cx="255960" cy="99000"/>
              </p14:xfrm>
            </p:contentPart>
          </mc:Choice>
          <mc:Fallback xmlns="">
            <p:pic>
              <p:nvPicPr>
                <p:cNvPr id="72" name="Ink 71">
                  <a:extLst>
                    <a:ext uri="{FF2B5EF4-FFF2-40B4-BE49-F238E27FC236}">
                      <a16:creationId xmlns:a16="http://schemas.microsoft.com/office/drawing/2014/main" id="{F07E16A5-DD0C-4330-1B32-24C8C6C51472}"/>
                    </a:ext>
                  </a:extLst>
                </p:cNvPr>
                <p:cNvPicPr/>
                <p:nvPr/>
              </p:nvPicPr>
              <p:blipFill>
                <a:blip r:embed="rId133"/>
                <a:stretch>
                  <a:fillRect/>
                </a:stretch>
              </p:blipFill>
              <p:spPr>
                <a:xfrm>
                  <a:off x="7315920" y="3427920"/>
                  <a:ext cx="2646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3" name="Ink 72">
                  <a:extLst>
                    <a:ext uri="{FF2B5EF4-FFF2-40B4-BE49-F238E27FC236}">
                      <a16:creationId xmlns:a16="http://schemas.microsoft.com/office/drawing/2014/main" id="{23801DE7-1EE6-2E21-E49F-0C6234D0B439}"/>
                    </a:ext>
                  </a:extLst>
                </p14:cNvPr>
                <p14:cNvContentPartPr/>
                <p14:nvPr/>
              </p14:nvContentPartPr>
              <p14:xfrm>
                <a:off x="7580520" y="3435840"/>
                <a:ext cx="92880" cy="90360"/>
              </p14:xfrm>
            </p:contentPart>
          </mc:Choice>
          <mc:Fallback xmlns="">
            <p:pic>
              <p:nvPicPr>
                <p:cNvPr id="73" name="Ink 72">
                  <a:extLst>
                    <a:ext uri="{FF2B5EF4-FFF2-40B4-BE49-F238E27FC236}">
                      <a16:creationId xmlns:a16="http://schemas.microsoft.com/office/drawing/2014/main" id="{23801DE7-1EE6-2E21-E49F-0C6234D0B439}"/>
                    </a:ext>
                  </a:extLst>
                </p:cNvPr>
                <p:cNvPicPr/>
                <p:nvPr/>
              </p:nvPicPr>
              <p:blipFill>
                <a:blip r:embed="rId135"/>
                <a:stretch>
                  <a:fillRect/>
                </a:stretch>
              </p:blipFill>
              <p:spPr>
                <a:xfrm>
                  <a:off x="7576200" y="3431520"/>
                  <a:ext cx="1015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4" name="Ink 73">
                  <a:extLst>
                    <a:ext uri="{FF2B5EF4-FFF2-40B4-BE49-F238E27FC236}">
                      <a16:creationId xmlns:a16="http://schemas.microsoft.com/office/drawing/2014/main" id="{F3374AA6-F5CD-C8B6-33AB-6DED52913B80}"/>
                    </a:ext>
                  </a:extLst>
                </p14:cNvPr>
                <p14:cNvContentPartPr/>
                <p14:nvPr/>
              </p14:nvContentPartPr>
              <p14:xfrm>
                <a:off x="7812360" y="3429000"/>
                <a:ext cx="112680" cy="72720"/>
              </p14:xfrm>
            </p:contentPart>
          </mc:Choice>
          <mc:Fallback xmlns="">
            <p:pic>
              <p:nvPicPr>
                <p:cNvPr id="74" name="Ink 73">
                  <a:extLst>
                    <a:ext uri="{FF2B5EF4-FFF2-40B4-BE49-F238E27FC236}">
                      <a16:creationId xmlns:a16="http://schemas.microsoft.com/office/drawing/2014/main" id="{F3374AA6-F5CD-C8B6-33AB-6DED52913B80}"/>
                    </a:ext>
                  </a:extLst>
                </p:cNvPr>
                <p:cNvPicPr/>
                <p:nvPr/>
              </p:nvPicPr>
              <p:blipFill>
                <a:blip r:embed="rId137"/>
                <a:stretch>
                  <a:fillRect/>
                </a:stretch>
              </p:blipFill>
              <p:spPr>
                <a:xfrm>
                  <a:off x="7808040" y="3424680"/>
                  <a:ext cx="1213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5" name="Ink 74">
                  <a:extLst>
                    <a:ext uri="{FF2B5EF4-FFF2-40B4-BE49-F238E27FC236}">
                      <a16:creationId xmlns:a16="http://schemas.microsoft.com/office/drawing/2014/main" id="{370BB4C1-A816-9B68-5D1B-41A6D906B0F2}"/>
                    </a:ext>
                  </a:extLst>
                </p14:cNvPr>
                <p14:cNvContentPartPr/>
                <p14:nvPr/>
              </p14:nvContentPartPr>
              <p14:xfrm>
                <a:off x="8010360" y="3306600"/>
                <a:ext cx="72000" cy="163080"/>
              </p14:xfrm>
            </p:contentPart>
          </mc:Choice>
          <mc:Fallback xmlns="">
            <p:pic>
              <p:nvPicPr>
                <p:cNvPr id="75" name="Ink 74">
                  <a:extLst>
                    <a:ext uri="{FF2B5EF4-FFF2-40B4-BE49-F238E27FC236}">
                      <a16:creationId xmlns:a16="http://schemas.microsoft.com/office/drawing/2014/main" id="{370BB4C1-A816-9B68-5D1B-41A6D906B0F2}"/>
                    </a:ext>
                  </a:extLst>
                </p:cNvPr>
                <p:cNvPicPr/>
                <p:nvPr/>
              </p:nvPicPr>
              <p:blipFill>
                <a:blip r:embed="rId139"/>
                <a:stretch>
                  <a:fillRect/>
                </a:stretch>
              </p:blipFill>
              <p:spPr>
                <a:xfrm>
                  <a:off x="8006040" y="3302280"/>
                  <a:ext cx="806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6" name="Ink 75">
                  <a:extLst>
                    <a:ext uri="{FF2B5EF4-FFF2-40B4-BE49-F238E27FC236}">
                      <a16:creationId xmlns:a16="http://schemas.microsoft.com/office/drawing/2014/main" id="{C745E87C-5048-E30A-F752-6C1C53E1BC3D}"/>
                    </a:ext>
                  </a:extLst>
                </p14:cNvPr>
                <p14:cNvContentPartPr/>
                <p14:nvPr/>
              </p14:nvContentPartPr>
              <p14:xfrm>
                <a:off x="8001000" y="3382560"/>
                <a:ext cx="152640" cy="360"/>
              </p14:xfrm>
            </p:contentPart>
          </mc:Choice>
          <mc:Fallback xmlns="">
            <p:pic>
              <p:nvPicPr>
                <p:cNvPr id="76" name="Ink 75">
                  <a:extLst>
                    <a:ext uri="{FF2B5EF4-FFF2-40B4-BE49-F238E27FC236}">
                      <a16:creationId xmlns:a16="http://schemas.microsoft.com/office/drawing/2014/main" id="{C745E87C-5048-E30A-F752-6C1C53E1BC3D}"/>
                    </a:ext>
                  </a:extLst>
                </p:cNvPr>
                <p:cNvPicPr/>
                <p:nvPr/>
              </p:nvPicPr>
              <p:blipFill>
                <a:blip r:embed="rId141"/>
                <a:stretch>
                  <a:fillRect/>
                </a:stretch>
              </p:blipFill>
              <p:spPr>
                <a:xfrm>
                  <a:off x="7996680" y="3378240"/>
                  <a:ext cx="1612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7" name="Ink 76">
                  <a:extLst>
                    <a:ext uri="{FF2B5EF4-FFF2-40B4-BE49-F238E27FC236}">
                      <a16:creationId xmlns:a16="http://schemas.microsoft.com/office/drawing/2014/main" id="{C8BC41ED-3DC0-F74E-BFAB-7BE86ECD1DBC}"/>
                    </a:ext>
                  </a:extLst>
                </p14:cNvPr>
                <p14:cNvContentPartPr/>
                <p14:nvPr/>
              </p14:nvContentPartPr>
              <p14:xfrm>
                <a:off x="8305920" y="3304080"/>
                <a:ext cx="155160" cy="157320"/>
              </p14:xfrm>
            </p:contentPart>
          </mc:Choice>
          <mc:Fallback xmlns="">
            <p:pic>
              <p:nvPicPr>
                <p:cNvPr id="77" name="Ink 76">
                  <a:extLst>
                    <a:ext uri="{FF2B5EF4-FFF2-40B4-BE49-F238E27FC236}">
                      <a16:creationId xmlns:a16="http://schemas.microsoft.com/office/drawing/2014/main" id="{C8BC41ED-3DC0-F74E-BFAB-7BE86ECD1DBC}"/>
                    </a:ext>
                  </a:extLst>
                </p:cNvPr>
                <p:cNvPicPr/>
                <p:nvPr/>
              </p:nvPicPr>
              <p:blipFill>
                <a:blip r:embed="rId143"/>
                <a:stretch>
                  <a:fillRect/>
                </a:stretch>
              </p:blipFill>
              <p:spPr>
                <a:xfrm>
                  <a:off x="8301600" y="3299760"/>
                  <a:ext cx="1638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8" name="Ink 77">
                  <a:extLst>
                    <a:ext uri="{FF2B5EF4-FFF2-40B4-BE49-F238E27FC236}">
                      <a16:creationId xmlns:a16="http://schemas.microsoft.com/office/drawing/2014/main" id="{1A9E40C0-AB7B-9594-7E76-D512B8A24FC6}"/>
                    </a:ext>
                  </a:extLst>
                </p14:cNvPr>
                <p14:cNvContentPartPr/>
                <p14:nvPr/>
              </p14:nvContentPartPr>
              <p14:xfrm>
                <a:off x="8315280" y="3228840"/>
                <a:ext cx="411480" cy="222480"/>
              </p14:xfrm>
            </p:contentPart>
          </mc:Choice>
          <mc:Fallback xmlns="">
            <p:pic>
              <p:nvPicPr>
                <p:cNvPr id="78" name="Ink 77">
                  <a:extLst>
                    <a:ext uri="{FF2B5EF4-FFF2-40B4-BE49-F238E27FC236}">
                      <a16:creationId xmlns:a16="http://schemas.microsoft.com/office/drawing/2014/main" id="{1A9E40C0-AB7B-9594-7E76-D512B8A24FC6}"/>
                    </a:ext>
                  </a:extLst>
                </p:cNvPr>
                <p:cNvPicPr/>
                <p:nvPr/>
              </p:nvPicPr>
              <p:blipFill>
                <a:blip r:embed="rId145"/>
                <a:stretch>
                  <a:fillRect/>
                </a:stretch>
              </p:blipFill>
              <p:spPr>
                <a:xfrm>
                  <a:off x="8310960" y="3224520"/>
                  <a:ext cx="4201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9" name="Ink 78">
                  <a:extLst>
                    <a:ext uri="{FF2B5EF4-FFF2-40B4-BE49-F238E27FC236}">
                      <a16:creationId xmlns:a16="http://schemas.microsoft.com/office/drawing/2014/main" id="{4F55F2F1-7BDC-555F-269F-E18192A41A1B}"/>
                    </a:ext>
                  </a:extLst>
                </p14:cNvPr>
                <p14:cNvContentPartPr/>
                <p14:nvPr/>
              </p14:nvContentPartPr>
              <p14:xfrm>
                <a:off x="8677800" y="3364560"/>
                <a:ext cx="101880" cy="99360"/>
              </p14:xfrm>
            </p:contentPart>
          </mc:Choice>
          <mc:Fallback xmlns="">
            <p:pic>
              <p:nvPicPr>
                <p:cNvPr id="79" name="Ink 78">
                  <a:extLst>
                    <a:ext uri="{FF2B5EF4-FFF2-40B4-BE49-F238E27FC236}">
                      <a16:creationId xmlns:a16="http://schemas.microsoft.com/office/drawing/2014/main" id="{4F55F2F1-7BDC-555F-269F-E18192A41A1B}"/>
                    </a:ext>
                  </a:extLst>
                </p:cNvPr>
                <p:cNvPicPr/>
                <p:nvPr/>
              </p:nvPicPr>
              <p:blipFill>
                <a:blip r:embed="rId147"/>
                <a:stretch>
                  <a:fillRect/>
                </a:stretch>
              </p:blipFill>
              <p:spPr>
                <a:xfrm>
                  <a:off x="8673480" y="3360240"/>
                  <a:ext cx="110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0" name="Ink 79">
                  <a:extLst>
                    <a:ext uri="{FF2B5EF4-FFF2-40B4-BE49-F238E27FC236}">
                      <a16:creationId xmlns:a16="http://schemas.microsoft.com/office/drawing/2014/main" id="{FD7C238D-6C06-14EE-480C-0CE5CA626D7C}"/>
                    </a:ext>
                  </a:extLst>
                </p14:cNvPr>
                <p14:cNvContentPartPr/>
                <p14:nvPr/>
              </p14:nvContentPartPr>
              <p14:xfrm>
                <a:off x="6773760" y="3871440"/>
                <a:ext cx="289800" cy="96120"/>
              </p14:xfrm>
            </p:contentPart>
          </mc:Choice>
          <mc:Fallback xmlns="">
            <p:pic>
              <p:nvPicPr>
                <p:cNvPr id="80" name="Ink 79">
                  <a:extLst>
                    <a:ext uri="{FF2B5EF4-FFF2-40B4-BE49-F238E27FC236}">
                      <a16:creationId xmlns:a16="http://schemas.microsoft.com/office/drawing/2014/main" id="{FD7C238D-6C06-14EE-480C-0CE5CA626D7C}"/>
                    </a:ext>
                  </a:extLst>
                </p:cNvPr>
                <p:cNvPicPr/>
                <p:nvPr/>
              </p:nvPicPr>
              <p:blipFill>
                <a:blip r:embed="rId149"/>
                <a:stretch>
                  <a:fillRect/>
                </a:stretch>
              </p:blipFill>
              <p:spPr>
                <a:xfrm>
                  <a:off x="6769440" y="3867120"/>
                  <a:ext cx="2984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1" name="Ink 80">
                  <a:extLst>
                    <a:ext uri="{FF2B5EF4-FFF2-40B4-BE49-F238E27FC236}">
                      <a16:creationId xmlns:a16="http://schemas.microsoft.com/office/drawing/2014/main" id="{AFA4C573-5EA6-325D-8043-2C69AA9240B6}"/>
                    </a:ext>
                  </a:extLst>
                </p14:cNvPr>
                <p14:cNvContentPartPr/>
                <p14:nvPr/>
              </p14:nvContentPartPr>
              <p14:xfrm>
                <a:off x="7069680" y="3663000"/>
                <a:ext cx="252360" cy="260280"/>
              </p14:xfrm>
            </p:contentPart>
          </mc:Choice>
          <mc:Fallback xmlns="">
            <p:pic>
              <p:nvPicPr>
                <p:cNvPr id="81" name="Ink 80">
                  <a:extLst>
                    <a:ext uri="{FF2B5EF4-FFF2-40B4-BE49-F238E27FC236}">
                      <a16:creationId xmlns:a16="http://schemas.microsoft.com/office/drawing/2014/main" id="{AFA4C573-5EA6-325D-8043-2C69AA9240B6}"/>
                    </a:ext>
                  </a:extLst>
                </p:cNvPr>
                <p:cNvPicPr/>
                <p:nvPr/>
              </p:nvPicPr>
              <p:blipFill>
                <a:blip r:embed="rId151"/>
                <a:stretch>
                  <a:fillRect/>
                </a:stretch>
              </p:blipFill>
              <p:spPr>
                <a:xfrm>
                  <a:off x="7065360" y="3658680"/>
                  <a:ext cx="2610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2" name="Ink 81">
                  <a:extLst>
                    <a:ext uri="{FF2B5EF4-FFF2-40B4-BE49-F238E27FC236}">
                      <a16:creationId xmlns:a16="http://schemas.microsoft.com/office/drawing/2014/main" id="{9F9F5B57-C549-7D3B-5CCD-6A5DE8288A9F}"/>
                    </a:ext>
                  </a:extLst>
                </p14:cNvPr>
                <p14:cNvContentPartPr/>
                <p14:nvPr/>
              </p14:nvContentPartPr>
              <p14:xfrm>
                <a:off x="7463880" y="3849120"/>
                <a:ext cx="60120" cy="77760"/>
              </p14:xfrm>
            </p:contentPart>
          </mc:Choice>
          <mc:Fallback xmlns="">
            <p:pic>
              <p:nvPicPr>
                <p:cNvPr id="82" name="Ink 81">
                  <a:extLst>
                    <a:ext uri="{FF2B5EF4-FFF2-40B4-BE49-F238E27FC236}">
                      <a16:creationId xmlns:a16="http://schemas.microsoft.com/office/drawing/2014/main" id="{9F9F5B57-C549-7D3B-5CCD-6A5DE8288A9F}"/>
                    </a:ext>
                  </a:extLst>
                </p:cNvPr>
                <p:cNvPicPr/>
                <p:nvPr/>
              </p:nvPicPr>
              <p:blipFill>
                <a:blip r:embed="rId153"/>
                <a:stretch>
                  <a:fillRect/>
                </a:stretch>
              </p:blipFill>
              <p:spPr>
                <a:xfrm>
                  <a:off x="7459560" y="3844800"/>
                  <a:ext cx="687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3" name="Ink 82">
                  <a:extLst>
                    <a:ext uri="{FF2B5EF4-FFF2-40B4-BE49-F238E27FC236}">
                      <a16:creationId xmlns:a16="http://schemas.microsoft.com/office/drawing/2014/main" id="{D49F7FEE-6979-27FA-A404-96F8FC14C664}"/>
                    </a:ext>
                  </a:extLst>
                </p14:cNvPr>
                <p14:cNvContentPartPr/>
                <p14:nvPr/>
              </p14:nvContentPartPr>
              <p14:xfrm>
                <a:off x="7580520" y="3687840"/>
                <a:ext cx="277560" cy="276120"/>
              </p14:xfrm>
            </p:contentPart>
          </mc:Choice>
          <mc:Fallback xmlns="">
            <p:pic>
              <p:nvPicPr>
                <p:cNvPr id="83" name="Ink 82">
                  <a:extLst>
                    <a:ext uri="{FF2B5EF4-FFF2-40B4-BE49-F238E27FC236}">
                      <a16:creationId xmlns:a16="http://schemas.microsoft.com/office/drawing/2014/main" id="{D49F7FEE-6979-27FA-A404-96F8FC14C664}"/>
                    </a:ext>
                  </a:extLst>
                </p:cNvPr>
                <p:cNvPicPr/>
                <p:nvPr/>
              </p:nvPicPr>
              <p:blipFill>
                <a:blip r:embed="rId155"/>
                <a:stretch>
                  <a:fillRect/>
                </a:stretch>
              </p:blipFill>
              <p:spPr>
                <a:xfrm>
                  <a:off x="7576200" y="3683520"/>
                  <a:ext cx="2862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4" name="Ink 83">
                  <a:extLst>
                    <a:ext uri="{FF2B5EF4-FFF2-40B4-BE49-F238E27FC236}">
                      <a16:creationId xmlns:a16="http://schemas.microsoft.com/office/drawing/2014/main" id="{38539742-EB26-A6CD-E316-21D35A1C9839}"/>
                    </a:ext>
                  </a:extLst>
                </p14:cNvPr>
                <p14:cNvContentPartPr/>
                <p14:nvPr/>
              </p14:nvContentPartPr>
              <p14:xfrm>
                <a:off x="7596720" y="3823920"/>
                <a:ext cx="210600" cy="23400"/>
              </p14:xfrm>
            </p:contentPart>
          </mc:Choice>
          <mc:Fallback xmlns="">
            <p:pic>
              <p:nvPicPr>
                <p:cNvPr id="84" name="Ink 83">
                  <a:extLst>
                    <a:ext uri="{FF2B5EF4-FFF2-40B4-BE49-F238E27FC236}">
                      <a16:creationId xmlns:a16="http://schemas.microsoft.com/office/drawing/2014/main" id="{38539742-EB26-A6CD-E316-21D35A1C9839}"/>
                    </a:ext>
                  </a:extLst>
                </p:cNvPr>
                <p:cNvPicPr/>
                <p:nvPr/>
              </p:nvPicPr>
              <p:blipFill>
                <a:blip r:embed="rId157"/>
                <a:stretch>
                  <a:fillRect/>
                </a:stretch>
              </p:blipFill>
              <p:spPr>
                <a:xfrm>
                  <a:off x="7592400" y="3819600"/>
                  <a:ext cx="2192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5" name="Ink 84">
                  <a:extLst>
                    <a:ext uri="{FF2B5EF4-FFF2-40B4-BE49-F238E27FC236}">
                      <a16:creationId xmlns:a16="http://schemas.microsoft.com/office/drawing/2014/main" id="{8CC656F4-0D7B-C1C3-F4F8-E58109F819D5}"/>
                    </a:ext>
                  </a:extLst>
                </p14:cNvPr>
                <p14:cNvContentPartPr/>
                <p14:nvPr/>
              </p14:nvContentPartPr>
              <p14:xfrm>
                <a:off x="7963920" y="3736080"/>
                <a:ext cx="143640" cy="171360"/>
              </p14:xfrm>
            </p:contentPart>
          </mc:Choice>
          <mc:Fallback xmlns="">
            <p:pic>
              <p:nvPicPr>
                <p:cNvPr id="85" name="Ink 84">
                  <a:extLst>
                    <a:ext uri="{FF2B5EF4-FFF2-40B4-BE49-F238E27FC236}">
                      <a16:creationId xmlns:a16="http://schemas.microsoft.com/office/drawing/2014/main" id="{8CC656F4-0D7B-C1C3-F4F8-E58109F819D5}"/>
                    </a:ext>
                  </a:extLst>
                </p:cNvPr>
                <p:cNvPicPr/>
                <p:nvPr/>
              </p:nvPicPr>
              <p:blipFill>
                <a:blip r:embed="rId159"/>
                <a:stretch>
                  <a:fillRect/>
                </a:stretch>
              </p:blipFill>
              <p:spPr>
                <a:xfrm>
                  <a:off x="7959600" y="3731760"/>
                  <a:ext cx="1522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6" name="Ink 85">
                  <a:extLst>
                    <a:ext uri="{FF2B5EF4-FFF2-40B4-BE49-F238E27FC236}">
                      <a16:creationId xmlns:a16="http://schemas.microsoft.com/office/drawing/2014/main" id="{223AE088-FF59-C24F-A6E3-3F1C48311033}"/>
                    </a:ext>
                  </a:extLst>
                </p14:cNvPr>
                <p14:cNvContentPartPr/>
                <p14:nvPr/>
              </p14:nvContentPartPr>
              <p14:xfrm>
                <a:off x="7938720" y="3685320"/>
                <a:ext cx="416160" cy="213480"/>
              </p14:xfrm>
            </p:contentPart>
          </mc:Choice>
          <mc:Fallback xmlns="">
            <p:pic>
              <p:nvPicPr>
                <p:cNvPr id="86" name="Ink 85">
                  <a:extLst>
                    <a:ext uri="{FF2B5EF4-FFF2-40B4-BE49-F238E27FC236}">
                      <a16:creationId xmlns:a16="http://schemas.microsoft.com/office/drawing/2014/main" id="{223AE088-FF59-C24F-A6E3-3F1C48311033}"/>
                    </a:ext>
                  </a:extLst>
                </p:cNvPr>
                <p:cNvPicPr/>
                <p:nvPr/>
              </p:nvPicPr>
              <p:blipFill>
                <a:blip r:embed="rId161"/>
                <a:stretch>
                  <a:fillRect/>
                </a:stretch>
              </p:blipFill>
              <p:spPr>
                <a:xfrm>
                  <a:off x="7934400" y="3681000"/>
                  <a:ext cx="424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7" name="Ink 86">
                  <a:extLst>
                    <a:ext uri="{FF2B5EF4-FFF2-40B4-BE49-F238E27FC236}">
                      <a16:creationId xmlns:a16="http://schemas.microsoft.com/office/drawing/2014/main" id="{D9BA5185-501F-52A4-40A5-28DB05F3EC3E}"/>
                    </a:ext>
                  </a:extLst>
                </p14:cNvPr>
                <p14:cNvContentPartPr/>
                <p14:nvPr/>
              </p14:nvContentPartPr>
              <p14:xfrm>
                <a:off x="8307000" y="3836160"/>
                <a:ext cx="86040" cy="93240"/>
              </p14:xfrm>
            </p:contentPart>
          </mc:Choice>
          <mc:Fallback xmlns="">
            <p:pic>
              <p:nvPicPr>
                <p:cNvPr id="87" name="Ink 86">
                  <a:extLst>
                    <a:ext uri="{FF2B5EF4-FFF2-40B4-BE49-F238E27FC236}">
                      <a16:creationId xmlns:a16="http://schemas.microsoft.com/office/drawing/2014/main" id="{D9BA5185-501F-52A4-40A5-28DB05F3EC3E}"/>
                    </a:ext>
                  </a:extLst>
                </p:cNvPr>
                <p:cNvPicPr/>
                <p:nvPr/>
              </p:nvPicPr>
              <p:blipFill>
                <a:blip r:embed="rId163"/>
                <a:stretch>
                  <a:fillRect/>
                </a:stretch>
              </p:blipFill>
              <p:spPr>
                <a:xfrm>
                  <a:off x="8302680" y="3831840"/>
                  <a:ext cx="946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8" name="Ink 87">
                  <a:extLst>
                    <a:ext uri="{FF2B5EF4-FFF2-40B4-BE49-F238E27FC236}">
                      <a16:creationId xmlns:a16="http://schemas.microsoft.com/office/drawing/2014/main" id="{C74B506C-F5BF-55E3-60C9-736100D02951}"/>
                    </a:ext>
                  </a:extLst>
                </p14:cNvPr>
                <p14:cNvContentPartPr/>
                <p14:nvPr/>
              </p14:nvContentPartPr>
              <p14:xfrm>
                <a:off x="6954480" y="4229280"/>
                <a:ext cx="113760" cy="128520"/>
              </p14:xfrm>
            </p:contentPart>
          </mc:Choice>
          <mc:Fallback xmlns="">
            <p:pic>
              <p:nvPicPr>
                <p:cNvPr id="88" name="Ink 87">
                  <a:extLst>
                    <a:ext uri="{FF2B5EF4-FFF2-40B4-BE49-F238E27FC236}">
                      <a16:creationId xmlns:a16="http://schemas.microsoft.com/office/drawing/2014/main" id="{C74B506C-F5BF-55E3-60C9-736100D02951}"/>
                    </a:ext>
                  </a:extLst>
                </p:cNvPr>
                <p:cNvPicPr/>
                <p:nvPr/>
              </p:nvPicPr>
              <p:blipFill>
                <a:blip r:embed="rId165"/>
                <a:stretch>
                  <a:fillRect/>
                </a:stretch>
              </p:blipFill>
              <p:spPr>
                <a:xfrm>
                  <a:off x="6950160" y="4224960"/>
                  <a:ext cx="1224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9" name="Ink 88">
                  <a:extLst>
                    <a:ext uri="{FF2B5EF4-FFF2-40B4-BE49-F238E27FC236}">
                      <a16:creationId xmlns:a16="http://schemas.microsoft.com/office/drawing/2014/main" id="{AF30CC10-D6DB-7C39-BD70-0E009EE656F3}"/>
                    </a:ext>
                  </a:extLst>
                </p14:cNvPr>
                <p14:cNvContentPartPr/>
                <p14:nvPr/>
              </p14:nvContentPartPr>
              <p14:xfrm>
                <a:off x="7099560" y="4241880"/>
                <a:ext cx="190440" cy="97560"/>
              </p14:xfrm>
            </p:contentPart>
          </mc:Choice>
          <mc:Fallback xmlns="">
            <p:pic>
              <p:nvPicPr>
                <p:cNvPr id="89" name="Ink 88">
                  <a:extLst>
                    <a:ext uri="{FF2B5EF4-FFF2-40B4-BE49-F238E27FC236}">
                      <a16:creationId xmlns:a16="http://schemas.microsoft.com/office/drawing/2014/main" id="{AF30CC10-D6DB-7C39-BD70-0E009EE656F3}"/>
                    </a:ext>
                  </a:extLst>
                </p:cNvPr>
                <p:cNvPicPr/>
                <p:nvPr/>
              </p:nvPicPr>
              <p:blipFill>
                <a:blip r:embed="rId167"/>
                <a:stretch>
                  <a:fillRect/>
                </a:stretch>
              </p:blipFill>
              <p:spPr>
                <a:xfrm>
                  <a:off x="7095240" y="4237560"/>
                  <a:ext cx="1990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0" name="Ink 89">
                  <a:extLst>
                    <a:ext uri="{FF2B5EF4-FFF2-40B4-BE49-F238E27FC236}">
                      <a16:creationId xmlns:a16="http://schemas.microsoft.com/office/drawing/2014/main" id="{364C86AC-3C55-0D67-8F49-48E8335B44B1}"/>
                    </a:ext>
                  </a:extLst>
                </p14:cNvPr>
                <p14:cNvContentPartPr/>
                <p14:nvPr/>
              </p14:nvContentPartPr>
              <p14:xfrm>
                <a:off x="7364520" y="4106880"/>
                <a:ext cx="87120" cy="212040"/>
              </p14:xfrm>
            </p:contentPart>
          </mc:Choice>
          <mc:Fallback xmlns="">
            <p:pic>
              <p:nvPicPr>
                <p:cNvPr id="90" name="Ink 89">
                  <a:extLst>
                    <a:ext uri="{FF2B5EF4-FFF2-40B4-BE49-F238E27FC236}">
                      <a16:creationId xmlns:a16="http://schemas.microsoft.com/office/drawing/2014/main" id="{364C86AC-3C55-0D67-8F49-48E8335B44B1}"/>
                    </a:ext>
                  </a:extLst>
                </p:cNvPr>
                <p:cNvPicPr/>
                <p:nvPr/>
              </p:nvPicPr>
              <p:blipFill>
                <a:blip r:embed="rId169"/>
                <a:stretch>
                  <a:fillRect/>
                </a:stretch>
              </p:blipFill>
              <p:spPr>
                <a:xfrm>
                  <a:off x="7359840" y="4102560"/>
                  <a:ext cx="957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1" name="Ink 90">
                  <a:extLst>
                    <a:ext uri="{FF2B5EF4-FFF2-40B4-BE49-F238E27FC236}">
                      <a16:creationId xmlns:a16="http://schemas.microsoft.com/office/drawing/2014/main" id="{F797F838-4297-F2CB-CA98-67714FBD656C}"/>
                    </a:ext>
                  </a:extLst>
                </p14:cNvPr>
                <p14:cNvContentPartPr/>
                <p14:nvPr/>
              </p14:nvContentPartPr>
              <p14:xfrm>
                <a:off x="7331040" y="4212000"/>
                <a:ext cx="199080" cy="3960"/>
              </p14:xfrm>
            </p:contentPart>
          </mc:Choice>
          <mc:Fallback xmlns="">
            <p:pic>
              <p:nvPicPr>
                <p:cNvPr id="91" name="Ink 90">
                  <a:extLst>
                    <a:ext uri="{FF2B5EF4-FFF2-40B4-BE49-F238E27FC236}">
                      <a16:creationId xmlns:a16="http://schemas.microsoft.com/office/drawing/2014/main" id="{F797F838-4297-F2CB-CA98-67714FBD656C}"/>
                    </a:ext>
                  </a:extLst>
                </p:cNvPr>
                <p:cNvPicPr/>
                <p:nvPr/>
              </p:nvPicPr>
              <p:blipFill>
                <a:blip r:embed="rId171"/>
                <a:stretch>
                  <a:fillRect/>
                </a:stretch>
              </p:blipFill>
              <p:spPr>
                <a:xfrm>
                  <a:off x="7326720" y="4207680"/>
                  <a:ext cx="2077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2" name="Ink 91">
                  <a:extLst>
                    <a:ext uri="{FF2B5EF4-FFF2-40B4-BE49-F238E27FC236}">
                      <a16:creationId xmlns:a16="http://schemas.microsoft.com/office/drawing/2014/main" id="{79DA911C-F7BC-08F9-8C26-1980AB3950D6}"/>
                    </a:ext>
                  </a:extLst>
                </p14:cNvPr>
                <p14:cNvContentPartPr/>
                <p14:nvPr/>
              </p14:nvContentPartPr>
              <p14:xfrm>
                <a:off x="7508880" y="4267440"/>
                <a:ext cx="124920" cy="72000"/>
              </p14:xfrm>
            </p:contentPart>
          </mc:Choice>
          <mc:Fallback xmlns="">
            <p:pic>
              <p:nvPicPr>
                <p:cNvPr id="92" name="Ink 91">
                  <a:extLst>
                    <a:ext uri="{FF2B5EF4-FFF2-40B4-BE49-F238E27FC236}">
                      <a16:creationId xmlns:a16="http://schemas.microsoft.com/office/drawing/2014/main" id="{79DA911C-F7BC-08F9-8C26-1980AB3950D6}"/>
                    </a:ext>
                  </a:extLst>
                </p:cNvPr>
                <p:cNvPicPr/>
                <p:nvPr/>
              </p:nvPicPr>
              <p:blipFill>
                <a:blip r:embed="rId173"/>
                <a:stretch>
                  <a:fillRect/>
                </a:stretch>
              </p:blipFill>
              <p:spPr>
                <a:xfrm>
                  <a:off x="7504560" y="4263120"/>
                  <a:ext cx="1335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3" name="Ink 92">
                  <a:extLst>
                    <a:ext uri="{FF2B5EF4-FFF2-40B4-BE49-F238E27FC236}">
                      <a16:creationId xmlns:a16="http://schemas.microsoft.com/office/drawing/2014/main" id="{321D7E76-1B95-765E-3B46-FF9A4FB5B941}"/>
                    </a:ext>
                  </a:extLst>
                </p14:cNvPr>
                <p14:cNvContentPartPr/>
                <p14:nvPr/>
              </p14:nvContentPartPr>
              <p14:xfrm>
                <a:off x="7660080" y="4072320"/>
                <a:ext cx="259200" cy="259200"/>
              </p14:xfrm>
            </p:contentPart>
          </mc:Choice>
          <mc:Fallback xmlns="">
            <p:pic>
              <p:nvPicPr>
                <p:cNvPr id="93" name="Ink 92">
                  <a:extLst>
                    <a:ext uri="{FF2B5EF4-FFF2-40B4-BE49-F238E27FC236}">
                      <a16:creationId xmlns:a16="http://schemas.microsoft.com/office/drawing/2014/main" id="{321D7E76-1B95-765E-3B46-FF9A4FB5B941}"/>
                    </a:ext>
                  </a:extLst>
                </p:cNvPr>
                <p:cNvPicPr/>
                <p:nvPr/>
              </p:nvPicPr>
              <p:blipFill>
                <a:blip r:embed="rId175"/>
                <a:stretch>
                  <a:fillRect/>
                </a:stretch>
              </p:blipFill>
              <p:spPr>
                <a:xfrm>
                  <a:off x="7655760" y="4068000"/>
                  <a:ext cx="26784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4" name="Ink 93">
                  <a:extLst>
                    <a:ext uri="{FF2B5EF4-FFF2-40B4-BE49-F238E27FC236}">
                      <a16:creationId xmlns:a16="http://schemas.microsoft.com/office/drawing/2014/main" id="{7CE89F4E-811B-AF39-0BBC-017E4A1BF02D}"/>
                    </a:ext>
                  </a:extLst>
                </p14:cNvPr>
                <p14:cNvContentPartPr/>
                <p14:nvPr/>
              </p14:nvContentPartPr>
              <p14:xfrm>
                <a:off x="8100360" y="4259160"/>
                <a:ext cx="57960" cy="187560"/>
              </p14:xfrm>
            </p:contentPart>
          </mc:Choice>
          <mc:Fallback xmlns="">
            <p:pic>
              <p:nvPicPr>
                <p:cNvPr id="94" name="Ink 93">
                  <a:extLst>
                    <a:ext uri="{FF2B5EF4-FFF2-40B4-BE49-F238E27FC236}">
                      <a16:creationId xmlns:a16="http://schemas.microsoft.com/office/drawing/2014/main" id="{7CE89F4E-811B-AF39-0BBC-017E4A1BF02D}"/>
                    </a:ext>
                  </a:extLst>
                </p:cNvPr>
                <p:cNvPicPr/>
                <p:nvPr/>
              </p:nvPicPr>
              <p:blipFill>
                <a:blip r:embed="rId177"/>
                <a:stretch>
                  <a:fillRect/>
                </a:stretch>
              </p:blipFill>
              <p:spPr>
                <a:xfrm>
                  <a:off x="8096040" y="4254840"/>
                  <a:ext cx="666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5" name="Ink 94">
                  <a:extLst>
                    <a:ext uri="{FF2B5EF4-FFF2-40B4-BE49-F238E27FC236}">
                      <a16:creationId xmlns:a16="http://schemas.microsoft.com/office/drawing/2014/main" id="{B52AFDD0-09DD-60FD-5F38-46D00262F6A8}"/>
                    </a:ext>
                  </a:extLst>
                </p14:cNvPr>
                <p14:cNvContentPartPr/>
                <p14:nvPr/>
              </p14:nvContentPartPr>
              <p14:xfrm>
                <a:off x="8187120" y="4183200"/>
                <a:ext cx="75960" cy="51480"/>
              </p14:xfrm>
            </p:contentPart>
          </mc:Choice>
          <mc:Fallback xmlns="">
            <p:pic>
              <p:nvPicPr>
                <p:cNvPr id="95" name="Ink 94">
                  <a:extLst>
                    <a:ext uri="{FF2B5EF4-FFF2-40B4-BE49-F238E27FC236}">
                      <a16:creationId xmlns:a16="http://schemas.microsoft.com/office/drawing/2014/main" id="{B52AFDD0-09DD-60FD-5F38-46D00262F6A8}"/>
                    </a:ext>
                  </a:extLst>
                </p:cNvPr>
                <p:cNvPicPr/>
                <p:nvPr/>
              </p:nvPicPr>
              <p:blipFill>
                <a:blip r:embed="rId179"/>
                <a:stretch>
                  <a:fillRect/>
                </a:stretch>
              </p:blipFill>
              <p:spPr>
                <a:xfrm>
                  <a:off x="8182800" y="4178880"/>
                  <a:ext cx="846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6" name="Ink 95">
                  <a:extLst>
                    <a:ext uri="{FF2B5EF4-FFF2-40B4-BE49-F238E27FC236}">
                      <a16:creationId xmlns:a16="http://schemas.microsoft.com/office/drawing/2014/main" id="{8E728FFA-CD73-3B36-D06C-F1637B3A0B32}"/>
                    </a:ext>
                  </a:extLst>
                </p14:cNvPr>
                <p14:cNvContentPartPr/>
                <p14:nvPr/>
              </p14:nvContentPartPr>
              <p14:xfrm>
                <a:off x="8285040" y="4178520"/>
                <a:ext cx="139320" cy="79920"/>
              </p14:xfrm>
            </p:contentPart>
          </mc:Choice>
          <mc:Fallback xmlns="">
            <p:pic>
              <p:nvPicPr>
                <p:cNvPr id="96" name="Ink 95">
                  <a:extLst>
                    <a:ext uri="{FF2B5EF4-FFF2-40B4-BE49-F238E27FC236}">
                      <a16:creationId xmlns:a16="http://schemas.microsoft.com/office/drawing/2014/main" id="{8E728FFA-CD73-3B36-D06C-F1637B3A0B32}"/>
                    </a:ext>
                  </a:extLst>
                </p:cNvPr>
                <p:cNvPicPr/>
                <p:nvPr/>
              </p:nvPicPr>
              <p:blipFill>
                <a:blip r:embed="rId181"/>
                <a:stretch>
                  <a:fillRect/>
                </a:stretch>
              </p:blipFill>
              <p:spPr>
                <a:xfrm>
                  <a:off x="8280720" y="4174200"/>
                  <a:ext cx="1479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7" name="Ink 96">
                  <a:extLst>
                    <a:ext uri="{FF2B5EF4-FFF2-40B4-BE49-F238E27FC236}">
                      <a16:creationId xmlns:a16="http://schemas.microsoft.com/office/drawing/2014/main" id="{A2AD0FB2-0C7D-2EE7-D055-3CB3069D1D05}"/>
                    </a:ext>
                  </a:extLst>
                </p14:cNvPr>
                <p14:cNvContentPartPr/>
                <p14:nvPr/>
              </p14:nvContentPartPr>
              <p14:xfrm>
                <a:off x="8458200" y="4187520"/>
                <a:ext cx="46800" cy="68760"/>
              </p14:xfrm>
            </p:contentPart>
          </mc:Choice>
          <mc:Fallback xmlns="">
            <p:pic>
              <p:nvPicPr>
                <p:cNvPr id="97" name="Ink 96">
                  <a:extLst>
                    <a:ext uri="{FF2B5EF4-FFF2-40B4-BE49-F238E27FC236}">
                      <a16:creationId xmlns:a16="http://schemas.microsoft.com/office/drawing/2014/main" id="{A2AD0FB2-0C7D-2EE7-D055-3CB3069D1D05}"/>
                    </a:ext>
                  </a:extLst>
                </p:cNvPr>
                <p:cNvPicPr/>
                <p:nvPr/>
              </p:nvPicPr>
              <p:blipFill>
                <a:blip r:embed="rId183"/>
                <a:stretch>
                  <a:fillRect/>
                </a:stretch>
              </p:blipFill>
              <p:spPr>
                <a:xfrm>
                  <a:off x="8453880" y="4183200"/>
                  <a:ext cx="554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8" name="Ink 97">
                  <a:extLst>
                    <a:ext uri="{FF2B5EF4-FFF2-40B4-BE49-F238E27FC236}">
                      <a16:creationId xmlns:a16="http://schemas.microsoft.com/office/drawing/2014/main" id="{D1BC0CD1-A77C-DBBD-5D14-22B9D7D7A37F}"/>
                    </a:ext>
                  </a:extLst>
                </p14:cNvPr>
                <p14:cNvContentPartPr/>
                <p14:nvPr/>
              </p14:nvContentPartPr>
              <p14:xfrm>
                <a:off x="8613000" y="4046760"/>
                <a:ext cx="99720" cy="199440"/>
              </p14:xfrm>
            </p:contentPart>
          </mc:Choice>
          <mc:Fallback xmlns="">
            <p:pic>
              <p:nvPicPr>
                <p:cNvPr id="98" name="Ink 97">
                  <a:extLst>
                    <a:ext uri="{FF2B5EF4-FFF2-40B4-BE49-F238E27FC236}">
                      <a16:creationId xmlns:a16="http://schemas.microsoft.com/office/drawing/2014/main" id="{D1BC0CD1-A77C-DBBD-5D14-22B9D7D7A37F}"/>
                    </a:ext>
                  </a:extLst>
                </p:cNvPr>
                <p:cNvPicPr/>
                <p:nvPr/>
              </p:nvPicPr>
              <p:blipFill>
                <a:blip r:embed="rId185"/>
                <a:stretch>
                  <a:fillRect/>
                </a:stretch>
              </p:blipFill>
              <p:spPr>
                <a:xfrm>
                  <a:off x="8608680" y="4042440"/>
                  <a:ext cx="1083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9" name="Ink 98">
                  <a:extLst>
                    <a:ext uri="{FF2B5EF4-FFF2-40B4-BE49-F238E27FC236}">
                      <a16:creationId xmlns:a16="http://schemas.microsoft.com/office/drawing/2014/main" id="{F859DB87-30DF-68CE-5112-F113C27D924C}"/>
                    </a:ext>
                  </a:extLst>
                </p14:cNvPr>
                <p14:cNvContentPartPr/>
                <p14:nvPr/>
              </p14:nvContentPartPr>
              <p14:xfrm>
                <a:off x="8571600" y="4157640"/>
                <a:ext cx="196560" cy="7200"/>
              </p14:xfrm>
            </p:contentPart>
          </mc:Choice>
          <mc:Fallback xmlns="">
            <p:pic>
              <p:nvPicPr>
                <p:cNvPr id="99" name="Ink 98">
                  <a:extLst>
                    <a:ext uri="{FF2B5EF4-FFF2-40B4-BE49-F238E27FC236}">
                      <a16:creationId xmlns:a16="http://schemas.microsoft.com/office/drawing/2014/main" id="{F859DB87-30DF-68CE-5112-F113C27D924C}"/>
                    </a:ext>
                  </a:extLst>
                </p:cNvPr>
                <p:cNvPicPr/>
                <p:nvPr/>
              </p:nvPicPr>
              <p:blipFill>
                <a:blip r:embed="rId187"/>
                <a:stretch>
                  <a:fillRect/>
                </a:stretch>
              </p:blipFill>
              <p:spPr>
                <a:xfrm>
                  <a:off x="8567280" y="4153320"/>
                  <a:ext cx="205200" cy="15840"/>
                </a:xfrm>
                <a:prstGeom prst="rect">
                  <a:avLst/>
                </a:prstGeom>
              </p:spPr>
            </p:pic>
          </mc:Fallback>
        </mc:AlternateContent>
      </p:grpSp>
      <p:grpSp>
        <p:nvGrpSpPr>
          <p:cNvPr id="123" name="Group 122">
            <a:extLst>
              <a:ext uri="{FF2B5EF4-FFF2-40B4-BE49-F238E27FC236}">
                <a16:creationId xmlns:a16="http://schemas.microsoft.com/office/drawing/2014/main" id="{E6823C7E-E578-C2FA-AC33-EEF664E92E01}"/>
              </a:ext>
            </a:extLst>
          </p:cNvPr>
          <p:cNvGrpSpPr/>
          <p:nvPr/>
        </p:nvGrpSpPr>
        <p:grpSpPr>
          <a:xfrm>
            <a:off x="1743984" y="2960136"/>
            <a:ext cx="3860280" cy="642600"/>
            <a:chOff x="1743984" y="2960136"/>
            <a:chExt cx="3860280" cy="642600"/>
          </a:xfrm>
        </p:grpSpPr>
        <mc:AlternateContent xmlns:mc="http://schemas.openxmlformats.org/markup-compatibility/2006" xmlns:p14="http://schemas.microsoft.com/office/powerpoint/2010/main">
          <mc:Choice Requires="p14">
            <p:contentPart p14:bwMode="auto" r:id="rId188">
              <p14:nvContentPartPr>
                <p14:cNvPr id="104" name="Ink 103">
                  <a:extLst>
                    <a:ext uri="{FF2B5EF4-FFF2-40B4-BE49-F238E27FC236}">
                      <a16:creationId xmlns:a16="http://schemas.microsoft.com/office/drawing/2014/main" id="{59DF72B5-E972-5B07-C441-5F2577B138C3}"/>
                    </a:ext>
                  </a:extLst>
                </p14:cNvPr>
                <p14:cNvContentPartPr/>
                <p14:nvPr/>
              </p14:nvContentPartPr>
              <p14:xfrm>
                <a:off x="1804104" y="3126456"/>
                <a:ext cx="21240" cy="476280"/>
              </p14:xfrm>
            </p:contentPart>
          </mc:Choice>
          <mc:Fallback xmlns="">
            <p:pic>
              <p:nvPicPr>
                <p:cNvPr id="104" name="Ink 103">
                  <a:extLst>
                    <a:ext uri="{FF2B5EF4-FFF2-40B4-BE49-F238E27FC236}">
                      <a16:creationId xmlns:a16="http://schemas.microsoft.com/office/drawing/2014/main" id="{59DF72B5-E972-5B07-C441-5F2577B138C3}"/>
                    </a:ext>
                  </a:extLst>
                </p:cNvPr>
                <p:cNvPicPr/>
                <p:nvPr/>
              </p:nvPicPr>
              <p:blipFill>
                <a:blip r:embed="rId189"/>
                <a:stretch>
                  <a:fillRect/>
                </a:stretch>
              </p:blipFill>
              <p:spPr>
                <a:xfrm>
                  <a:off x="1799784" y="3122136"/>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5" name="Ink 104">
                  <a:extLst>
                    <a:ext uri="{FF2B5EF4-FFF2-40B4-BE49-F238E27FC236}">
                      <a16:creationId xmlns:a16="http://schemas.microsoft.com/office/drawing/2014/main" id="{6379E955-F3EA-F534-567B-B81D483A18D5}"/>
                    </a:ext>
                  </a:extLst>
                </p14:cNvPr>
                <p14:cNvContentPartPr/>
                <p14:nvPr/>
              </p14:nvContentPartPr>
              <p14:xfrm>
                <a:off x="1743984" y="2960136"/>
                <a:ext cx="3860280" cy="523800"/>
              </p14:xfrm>
            </p:contentPart>
          </mc:Choice>
          <mc:Fallback xmlns="">
            <p:pic>
              <p:nvPicPr>
                <p:cNvPr id="105" name="Ink 104">
                  <a:extLst>
                    <a:ext uri="{FF2B5EF4-FFF2-40B4-BE49-F238E27FC236}">
                      <a16:creationId xmlns:a16="http://schemas.microsoft.com/office/drawing/2014/main" id="{6379E955-F3EA-F534-567B-B81D483A18D5}"/>
                    </a:ext>
                  </a:extLst>
                </p:cNvPr>
                <p:cNvPicPr/>
                <p:nvPr/>
              </p:nvPicPr>
              <p:blipFill>
                <a:blip r:embed="rId191"/>
                <a:stretch>
                  <a:fillRect/>
                </a:stretch>
              </p:blipFill>
              <p:spPr>
                <a:xfrm>
                  <a:off x="1739664" y="2955816"/>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6" name="Ink 105">
                  <a:extLst>
                    <a:ext uri="{FF2B5EF4-FFF2-40B4-BE49-F238E27FC236}">
                      <a16:creationId xmlns:a16="http://schemas.microsoft.com/office/drawing/2014/main" id="{BCCB3CD7-B0D2-6206-F336-1175914A8C8A}"/>
                    </a:ext>
                  </a:extLst>
                </p14:cNvPr>
                <p14:cNvContentPartPr/>
                <p14:nvPr/>
              </p14:nvContentPartPr>
              <p14:xfrm>
                <a:off x="2104344" y="3081456"/>
                <a:ext cx="25920" cy="314640"/>
              </p14:xfrm>
            </p:contentPart>
          </mc:Choice>
          <mc:Fallback xmlns="">
            <p:pic>
              <p:nvPicPr>
                <p:cNvPr id="106" name="Ink 105">
                  <a:extLst>
                    <a:ext uri="{FF2B5EF4-FFF2-40B4-BE49-F238E27FC236}">
                      <a16:creationId xmlns:a16="http://schemas.microsoft.com/office/drawing/2014/main" id="{BCCB3CD7-B0D2-6206-F336-1175914A8C8A}"/>
                    </a:ext>
                  </a:extLst>
                </p:cNvPr>
                <p:cNvPicPr/>
                <p:nvPr/>
              </p:nvPicPr>
              <p:blipFill>
                <a:blip r:embed="rId193"/>
                <a:stretch>
                  <a:fillRect/>
                </a:stretch>
              </p:blipFill>
              <p:spPr>
                <a:xfrm>
                  <a:off x="2100024" y="3077136"/>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07" name="Ink 106">
                  <a:extLst>
                    <a:ext uri="{FF2B5EF4-FFF2-40B4-BE49-F238E27FC236}">
                      <a16:creationId xmlns:a16="http://schemas.microsoft.com/office/drawing/2014/main" id="{9D88F5F8-5E91-865B-BABA-544BC276CE4D}"/>
                    </a:ext>
                  </a:extLst>
                </p14:cNvPr>
                <p14:cNvContentPartPr/>
                <p14:nvPr/>
              </p14:nvContentPartPr>
              <p14:xfrm>
                <a:off x="2631024" y="3065616"/>
                <a:ext cx="41760" cy="279720"/>
              </p14:xfrm>
            </p:contentPart>
          </mc:Choice>
          <mc:Fallback xmlns="">
            <p:pic>
              <p:nvPicPr>
                <p:cNvPr id="107" name="Ink 106">
                  <a:extLst>
                    <a:ext uri="{FF2B5EF4-FFF2-40B4-BE49-F238E27FC236}">
                      <a16:creationId xmlns:a16="http://schemas.microsoft.com/office/drawing/2014/main" id="{9D88F5F8-5E91-865B-BABA-544BC276CE4D}"/>
                    </a:ext>
                  </a:extLst>
                </p:cNvPr>
                <p:cNvPicPr/>
                <p:nvPr/>
              </p:nvPicPr>
              <p:blipFill>
                <a:blip r:embed="rId195"/>
                <a:stretch>
                  <a:fillRect/>
                </a:stretch>
              </p:blipFill>
              <p:spPr>
                <a:xfrm>
                  <a:off x="2626704" y="3061296"/>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8" name="Ink 107">
                  <a:extLst>
                    <a:ext uri="{FF2B5EF4-FFF2-40B4-BE49-F238E27FC236}">
                      <a16:creationId xmlns:a16="http://schemas.microsoft.com/office/drawing/2014/main" id="{556C57F3-A8D3-E954-650C-467C2B7BF3BC}"/>
                    </a:ext>
                  </a:extLst>
                </p14:cNvPr>
                <p14:cNvContentPartPr/>
                <p14:nvPr/>
              </p14:nvContentPartPr>
              <p14:xfrm>
                <a:off x="3270744" y="3069936"/>
                <a:ext cx="44280" cy="303120"/>
              </p14:xfrm>
            </p:contentPart>
          </mc:Choice>
          <mc:Fallback xmlns="">
            <p:pic>
              <p:nvPicPr>
                <p:cNvPr id="108" name="Ink 107">
                  <a:extLst>
                    <a:ext uri="{FF2B5EF4-FFF2-40B4-BE49-F238E27FC236}">
                      <a16:creationId xmlns:a16="http://schemas.microsoft.com/office/drawing/2014/main" id="{556C57F3-A8D3-E954-650C-467C2B7BF3BC}"/>
                    </a:ext>
                  </a:extLst>
                </p:cNvPr>
                <p:cNvPicPr/>
                <p:nvPr/>
              </p:nvPicPr>
              <p:blipFill>
                <a:blip r:embed="rId197"/>
                <a:stretch>
                  <a:fillRect/>
                </a:stretch>
              </p:blipFill>
              <p:spPr>
                <a:xfrm>
                  <a:off x="3266424" y="3065616"/>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9" name="Ink 108">
                  <a:extLst>
                    <a:ext uri="{FF2B5EF4-FFF2-40B4-BE49-F238E27FC236}">
                      <a16:creationId xmlns:a16="http://schemas.microsoft.com/office/drawing/2014/main" id="{FCC918FC-9C3B-8873-061A-3C3DD3683D13}"/>
                    </a:ext>
                  </a:extLst>
                </p14:cNvPr>
                <p14:cNvContentPartPr/>
                <p14:nvPr/>
              </p14:nvContentPartPr>
              <p14:xfrm>
                <a:off x="3917664" y="3046896"/>
                <a:ext cx="14040" cy="295920"/>
              </p14:xfrm>
            </p:contentPart>
          </mc:Choice>
          <mc:Fallback xmlns="">
            <p:pic>
              <p:nvPicPr>
                <p:cNvPr id="109" name="Ink 108">
                  <a:extLst>
                    <a:ext uri="{FF2B5EF4-FFF2-40B4-BE49-F238E27FC236}">
                      <a16:creationId xmlns:a16="http://schemas.microsoft.com/office/drawing/2014/main" id="{FCC918FC-9C3B-8873-061A-3C3DD3683D13}"/>
                    </a:ext>
                  </a:extLst>
                </p:cNvPr>
                <p:cNvPicPr/>
                <p:nvPr/>
              </p:nvPicPr>
              <p:blipFill>
                <a:blip r:embed="rId199"/>
                <a:stretch>
                  <a:fillRect/>
                </a:stretch>
              </p:blipFill>
              <p:spPr>
                <a:xfrm>
                  <a:off x="3913344" y="3042576"/>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0" name="Ink 109">
                  <a:extLst>
                    <a:ext uri="{FF2B5EF4-FFF2-40B4-BE49-F238E27FC236}">
                      <a16:creationId xmlns:a16="http://schemas.microsoft.com/office/drawing/2014/main" id="{CAB180F0-5366-5087-3EAE-FB417E8CE7CE}"/>
                    </a:ext>
                  </a:extLst>
                </p14:cNvPr>
                <p14:cNvContentPartPr/>
                <p14:nvPr/>
              </p14:nvContentPartPr>
              <p14:xfrm>
                <a:off x="4749264" y="3009816"/>
                <a:ext cx="48960" cy="413640"/>
              </p14:xfrm>
            </p:contentPart>
          </mc:Choice>
          <mc:Fallback xmlns="">
            <p:pic>
              <p:nvPicPr>
                <p:cNvPr id="110" name="Ink 109">
                  <a:extLst>
                    <a:ext uri="{FF2B5EF4-FFF2-40B4-BE49-F238E27FC236}">
                      <a16:creationId xmlns:a16="http://schemas.microsoft.com/office/drawing/2014/main" id="{CAB180F0-5366-5087-3EAE-FB417E8CE7CE}"/>
                    </a:ext>
                  </a:extLst>
                </p:cNvPr>
                <p:cNvPicPr/>
                <p:nvPr/>
              </p:nvPicPr>
              <p:blipFill>
                <a:blip r:embed="rId201"/>
                <a:stretch>
                  <a:fillRect/>
                </a:stretch>
              </p:blipFill>
              <p:spPr>
                <a:xfrm>
                  <a:off x="4744944" y="3005496"/>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2" name="Ink 111">
                  <a:extLst>
                    <a:ext uri="{FF2B5EF4-FFF2-40B4-BE49-F238E27FC236}">
                      <a16:creationId xmlns:a16="http://schemas.microsoft.com/office/drawing/2014/main" id="{55374F94-DA7C-C4EF-1D8D-3E6ABF1D840B}"/>
                    </a:ext>
                  </a:extLst>
                </p14:cNvPr>
                <p14:cNvContentPartPr/>
                <p14:nvPr/>
              </p14:nvContentPartPr>
              <p14:xfrm>
                <a:off x="3506544" y="3150936"/>
                <a:ext cx="100440" cy="154800"/>
              </p14:xfrm>
            </p:contentPart>
          </mc:Choice>
          <mc:Fallback xmlns="">
            <p:pic>
              <p:nvPicPr>
                <p:cNvPr id="112" name="Ink 111">
                  <a:extLst>
                    <a:ext uri="{FF2B5EF4-FFF2-40B4-BE49-F238E27FC236}">
                      <a16:creationId xmlns:a16="http://schemas.microsoft.com/office/drawing/2014/main" id="{55374F94-DA7C-C4EF-1D8D-3E6ABF1D840B}"/>
                    </a:ext>
                  </a:extLst>
                </p:cNvPr>
                <p:cNvPicPr/>
                <p:nvPr/>
              </p:nvPicPr>
              <p:blipFill>
                <a:blip r:embed="rId203"/>
                <a:stretch>
                  <a:fillRect/>
                </a:stretch>
              </p:blipFill>
              <p:spPr>
                <a:xfrm>
                  <a:off x="3502224" y="3146616"/>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3" name="Ink 112">
                  <a:extLst>
                    <a:ext uri="{FF2B5EF4-FFF2-40B4-BE49-F238E27FC236}">
                      <a16:creationId xmlns:a16="http://schemas.microsoft.com/office/drawing/2014/main" id="{9427D642-0C0B-B2D7-424A-A6844052050A}"/>
                    </a:ext>
                  </a:extLst>
                </p14:cNvPr>
                <p14:cNvContentPartPr/>
                <p14:nvPr/>
              </p14:nvContentPartPr>
              <p14:xfrm>
                <a:off x="3561984" y="3133296"/>
                <a:ext cx="132120" cy="20160"/>
              </p14:xfrm>
            </p:contentPart>
          </mc:Choice>
          <mc:Fallback xmlns="">
            <p:pic>
              <p:nvPicPr>
                <p:cNvPr id="113" name="Ink 112">
                  <a:extLst>
                    <a:ext uri="{FF2B5EF4-FFF2-40B4-BE49-F238E27FC236}">
                      <a16:creationId xmlns:a16="http://schemas.microsoft.com/office/drawing/2014/main" id="{9427D642-0C0B-B2D7-424A-A6844052050A}"/>
                    </a:ext>
                  </a:extLst>
                </p:cNvPr>
                <p:cNvPicPr/>
                <p:nvPr/>
              </p:nvPicPr>
              <p:blipFill>
                <a:blip r:embed="rId205"/>
                <a:stretch>
                  <a:fillRect/>
                </a:stretch>
              </p:blipFill>
              <p:spPr>
                <a:xfrm>
                  <a:off x="3557664" y="3128976"/>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4" name="Ink 113">
                  <a:extLst>
                    <a:ext uri="{FF2B5EF4-FFF2-40B4-BE49-F238E27FC236}">
                      <a16:creationId xmlns:a16="http://schemas.microsoft.com/office/drawing/2014/main" id="{66808476-EB2A-7BC7-CBD7-6B9F98BB0F48}"/>
                    </a:ext>
                  </a:extLst>
                </p14:cNvPr>
                <p14:cNvContentPartPr/>
                <p14:nvPr/>
              </p14:nvContentPartPr>
              <p14:xfrm>
                <a:off x="2342304" y="3190536"/>
                <a:ext cx="99720" cy="146880"/>
              </p14:xfrm>
            </p:contentPart>
          </mc:Choice>
          <mc:Fallback xmlns="">
            <p:pic>
              <p:nvPicPr>
                <p:cNvPr id="114" name="Ink 113">
                  <a:extLst>
                    <a:ext uri="{FF2B5EF4-FFF2-40B4-BE49-F238E27FC236}">
                      <a16:creationId xmlns:a16="http://schemas.microsoft.com/office/drawing/2014/main" id="{66808476-EB2A-7BC7-CBD7-6B9F98BB0F48}"/>
                    </a:ext>
                  </a:extLst>
                </p:cNvPr>
                <p:cNvPicPr/>
                <p:nvPr/>
              </p:nvPicPr>
              <p:blipFill>
                <a:blip r:embed="rId207"/>
                <a:stretch>
                  <a:fillRect/>
                </a:stretch>
              </p:blipFill>
              <p:spPr>
                <a:xfrm>
                  <a:off x="2337984" y="3186216"/>
                  <a:ext cx="1083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6" name="Ink 115">
                  <a:extLst>
                    <a:ext uri="{FF2B5EF4-FFF2-40B4-BE49-F238E27FC236}">
                      <a16:creationId xmlns:a16="http://schemas.microsoft.com/office/drawing/2014/main" id="{2F741DBF-9489-C776-4DF6-84F5DF4525FE}"/>
                    </a:ext>
                  </a:extLst>
                </p14:cNvPr>
                <p14:cNvContentPartPr/>
                <p14:nvPr/>
              </p14:nvContentPartPr>
              <p14:xfrm>
                <a:off x="4984704" y="3111696"/>
                <a:ext cx="41760" cy="187560"/>
              </p14:xfrm>
            </p:contentPart>
          </mc:Choice>
          <mc:Fallback xmlns="">
            <p:pic>
              <p:nvPicPr>
                <p:cNvPr id="116" name="Ink 115">
                  <a:extLst>
                    <a:ext uri="{FF2B5EF4-FFF2-40B4-BE49-F238E27FC236}">
                      <a16:creationId xmlns:a16="http://schemas.microsoft.com/office/drawing/2014/main" id="{2F741DBF-9489-C776-4DF6-84F5DF4525FE}"/>
                    </a:ext>
                  </a:extLst>
                </p:cNvPr>
                <p:cNvPicPr/>
                <p:nvPr/>
              </p:nvPicPr>
              <p:blipFill>
                <a:blip r:embed="rId209"/>
                <a:stretch>
                  <a:fillRect/>
                </a:stretch>
              </p:blipFill>
              <p:spPr>
                <a:xfrm>
                  <a:off x="4980384" y="3107376"/>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17" name="Ink 116">
                  <a:extLst>
                    <a:ext uri="{FF2B5EF4-FFF2-40B4-BE49-F238E27FC236}">
                      <a16:creationId xmlns:a16="http://schemas.microsoft.com/office/drawing/2014/main" id="{44ECBD2B-8537-7932-880A-B3EE1ABEFF38}"/>
                    </a:ext>
                  </a:extLst>
                </p14:cNvPr>
                <p14:cNvContentPartPr/>
                <p14:nvPr/>
              </p14:nvContentPartPr>
              <p14:xfrm>
                <a:off x="4217904" y="3154176"/>
                <a:ext cx="132840" cy="130320"/>
              </p14:xfrm>
            </p:contentPart>
          </mc:Choice>
          <mc:Fallback xmlns="">
            <p:pic>
              <p:nvPicPr>
                <p:cNvPr id="117" name="Ink 116">
                  <a:extLst>
                    <a:ext uri="{FF2B5EF4-FFF2-40B4-BE49-F238E27FC236}">
                      <a16:creationId xmlns:a16="http://schemas.microsoft.com/office/drawing/2014/main" id="{44ECBD2B-8537-7932-880A-B3EE1ABEFF38}"/>
                    </a:ext>
                  </a:extLst>
                </p:cNvPr>
                <p:cNvPicPr/>
                <p:nvPr/>
              </p:nvPicPr>
              <p:blipFill>
                <a:blip r:embed="rId211"/>
                <a:stretch>
                  <a:fillRect/>
                </a:stretch>
              </p:blipFill>
              <p:spPr>
                <a:xfrm>
                  <a:off x="4213584" y="3149856"/>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9" name="Ink 118">
                  <a:extLst>
                    <a:ext uri="{FF2B5EF4-FFF2-40B4-BE49-F238E27FC236}">
                      <a16:creationId xmlns:a16="http://schemas.microsoft.com/office/drawing/2014/main" id="{C8DE1B48-6985-FE27-65EB-16AEE0261D99}"/>
                    </a:ext>
                  </a:extLst>
                </p14:cNvPr>
                <p14:cNvContentPartPr/>
                <p14:nvPr/>
              </p14:nvContentPartPr>
              <p14:xfrm>
                <a:off x="2883744" y="3145176"/>
                <a:ext cx="190800" cy="133560"/>
              </p14:xfrm>
            </p:contentPart>
          </mc:Choice>
          <mc:Fallback xmlns="">
            <p:pic>
              <p:nvPicPr>
                <p:cNvPr id="119" name="Ink 118">
                  <a:extLst>
                    <a:ext uri="{FF2B5EF4-FFF2-40B4-BE49-F238E27FC236}">
                      <a16:creationId xmlns:a16="http://schemas.microsoft.com/office/drawing/2014/main" id="{C8DE1B48-6985-FE27-65EB-16AEE0261D99}"/>
                    </a:ext>
                  </a:extLst>
                </p:cNvPr>
                <p:cNvPicPr/>
                <p:nvPr/>
              </p:nvPicPr>
              <p:blipFill>
                <a:blip r:embed="rId213"/>
                <a:stretch>
                  <a:fillRect/>
                </a:stretch>
              </p:blipFill>
              <p:spPr>
                <a:xfrm>
                  <a:off x="2879424" y="3140856"/>
                  <a:ext cx="199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1" name="Ink 120">
                  <a:extLst>
                    <a:ext uri="{FF2B5EF4-FFF2-40B4-BE49-F238E27FC236}">
                      <a16:creationId xmlns:a16="http://schemas.microsoft.com/office/drawing/2014/main" id="{EE723481-C3D1-2BA9-AB7A-CF1E688F5141}"/>
                    </a:ext>
                  </a:extLst>
                </p14:cNvPr>
                <p14:cNvContentPartPr/>
                <p14:nvPr/>
              </p14:nvContentPartPr>
              <p14:xfrm>
                <a:off x="1894104" y="3222576"/>
                <a:ext cx="141120" cy="111960"/>
              </p14:xfrm>
            </p:contentPart>
          </mc:Choice>
          <mc:Fallback xmlns="">
            <p:pic>
              <p:nvPicPr>
                <p:cNvPr id="121" name="Ink 120">
                  <a:extLst>
                    <a:ext uri="{FF2B5EF4-FFF2-40B4-BE49-F238E27FC236}">
                      <a16:creationId xmlns:a16="http://schemas.microsoft.com/office/drawing/2014/main" id="{EE723481-C3D1-2BA9-AB7A-CF1E688F5141}"/>
                    </a:ext>
                  </a:extLst>
                </p:cNvPr>
                <p:cNvPicPr/>
                <p:nvPr/>
              </p:nvPicPr>
              <p:blipFill>
                <a:blip r:embed="rId215"/>
                <a:stretch>
                  <a:fillRect/>
                </a:stretch>
              </p:blipFill>
              <p:spPr>
                <a:xfrm>
                  <a:off x="1889784" y="3218256"/>
                  <a:ext cx="1497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2" name="Ink 121">
                  <a:extLst>
                    <a:ext uri="{FF2B5EF4-FFF2-40B4-BE49-F238E27FC236}">
                      <a16:creationId xmlns:a16="http://schemas.microsoft.com/office/drawing/2014/main" id="{E53A5E4D-D154-E666-BA47-24814FD00EE4}"/>
                    </a:ext>
                  </a:extLst>
                </p14:cNvPr>
                <p14:cNvContentPartPr/>
                <p14:nvPr/>
              </p14:nvContentPartPr>
              <p14:xfrm>
                <a:off x="1927584" y="3288096"/>
                <a:ext cx="119160" cy="6120"/>
              </p14:xfrm>
            </p:contentPart>
          </mc:Choice>
          <mc:Fallback xmlns="">
            <p:pic>
              <p:nvPicPr>
                <p:cNvPr id="122" name="Ink 121">
                  <a:extLst>
                    <a:ext uri="{FF2B5EF4-FFF2-40B4-BE49-F238E27FC236}">
                      <a16:creationId xmlns:a16="http://schemas.microsoft.com/office/drawing/2014/main" id="{E53A5E4D-D154-E666-BA47-24814FD00EE4}"/>
                    </a:ext>
                  </a:extLst>
                </p:cNvPr>
                <p:cNvPicPr/>
                <p:nvPr/>
              </p:nvPicPr>
              <p:blipFill>
                <a:blip r:embed="rId217"/>
                <a:stretch>
                  <a:fillRect/>
                </a:stretch>
              </p:blipFill>
              <p:spPr>
                <a:xfrm>
                  <a:off x="1923264" y="3283776"/>
                  <a:ext cx="127800" cy="14760"/>
                </a:xfrm>
                <a:prstGeom prst="rect">
                  <a:avLst/>
                </a:prstGeom>
              </p:spPr>
            </p:pic>
          </mc:Fallback>
        </mc:AlternateContent>
      </p:grpSp>
      <p:grpSp>
        <p:nvGrpSpPr>
          <p:cNvPr id="135" name="Group 134">
            <a:extLst>
              <a:ext uri="{FF2B5EF4-FFF2-40B4-BE49-F238E27FC236}">
                <a16:creationId xmlns:a16="http://schemas.microsoft.com/office/drawing/2014/main" id="{FC2E8080-58AC-6AA9-2290-0D818F7381A2}"/>
              </a:ext>
            </a:extLst>
          </p:cNvPr>
          <p:cNvGrpSpPr/>
          <p:nvPr/>
        </p:nvGrpSpPr>
        <p:grpSpPr>
          <a:xfrm>
            <a:off x="1838664" y="3627216"/>
            <a:ext cx="3666600" cy="502200"/>
            <a:chOff x="1838664" y="3627216"/>
            <a:chExt cx="3666600" cy="502200"/>
          </a:xfrm>
        </p:grpSpPr>
        <mc:AlternateContent xmlns:mc="http://schemas.openxmlformats.org/markup-compatibility/2006" xmlns:p14="http://schemas.microsoft.com/office/powerpoint/2010/main">
          <mc:Choice Requires="p14">
            <p:contentPart p14:bwMode="auto" r:id="rId218">
              <p14:nvContentPartPr>
                <p14:cNvPr id="124" name="Ink 123">
                  <a:extLst>
                    <a:ext uri="{FF2B5EF4-FFF2-40B4-BE49-F238E27FC236}">
                      <a16:creationId xmlns:a16="http://schemas.microsoft.com/office/drawing/2014/main" id="{B67DB041-8A1E-3BE8-07C0-E6B9860224F0}"/>
                    </a:ext>
                  </a:extLst>
                </p14:cNvPr>
                <p14:cNvContentPartPr/>
                <p14:nvPr/>
              </p14:nvContentPartPr>
              <p14:xfrm>
                <a:off x="1838664" y="3627216"/>
                <a:ext cx="3666600" cy="252360"/>
              </p14:xfrm>
            </p:contentPart>
          </mc:Choice>
          <mc:Fallback xmlns="">
            <p:pic>
              <p:nvPicPr>
                <p:cNvPr id="124" name="Ink 123">
                  <a:extLst>
                    <a:ext uri="{FF2B5EF4-FFF2-40B4-BE49-F238E27FC236}">
                      <a16:creationId xmlns:a16="http://schemas.microsoft.com/office/drawing/2014/main" id="{B67DB041-8A1E-3BE8-07C0-E6B9860224F0}"/>
                    </a:ext>
                  </a:extLst>
                </p:cNvPr>
                <p:cNvPicPr/>
                <p:nvPr/>
              </p:nvPicPr>
              <p:blipFill>
                <a:blip r:embed="rId219"/>
                <a:stretch>
                  <a:fillRect/>
                </a:stretch>
              </p:blipFill>
              <p:spPr>
                <a:xfrm>
                  <a:off x="1834344" y="3622896"/>
                  <a:ext cx="36752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5" name="Ink 124">
                  <a:extLst>
                    <a:ext uri="{FF2B5EF4-FFF2-40B4-BE49-F238E27FC236}">
                      <a16:creationId xmlns:a16="http://schemas.microsoft.com/office/drawing/2014/main" id="{5224D7E7-329C-7D20-F268-FA76FF08142C}"/>
                    </a:ext>
                  </a:extLst>
                </p14:cNvPr>
                <p14:cNvContentPartPr/>
                <p14:nvPr/>
              </p14:nvContentPartPr>
              <p14:xfrm>
                <a:off x="2903544" y="4040136"/>
                <a:ext cx="155160" cy="89280"/>
              </p14:xfrm>
            </p:contentPart>
          </mc:Choice>
          <mc:Fallback xmlns="">
            <p:pic>
              <p:nvPicPr>
                <p:cNvPr id="125" name="Ink 124">
                  <a:extLst>
                    <a:ext uri="{FF2B5EF4-FFF2-40B4-BE49-F238E27FC236}">
                      <a16:creationId xmlns:a16="http://schemas.microsoft.com/office/drawing/2014/main" id="{5224D7E7-329C-7D20-F268-FA76FF08142C}"/>
                    </a:ext>
                  </a:extLst>
                </p:cNvPr>
                <p:cNvPicPr/>
                <p:nvPr/>
              </p:nvPicPr>
              <p:blipFill>
                <a:blip r:embed="rId221"/>
                <a:stretch>
                  <a:fillRect/>
                </a:stretch>
              </p:blipFill>
              <p:spPr>
                <a:xfrm>
                  <a:off x="2899224" y="4035816"/>
                  <a:ext cx="1638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6" name="Ink 125">
                  <a:extLst>
                    <a:ext uri="{FF2B5EF4-FFF2-40B4-BE49-F238E27FC236}">
                      <a16:creationId xmlns:a16="http://schemas.microsoft.com/office/drawing/2014/main" id="{4B16ADB6-87E2-C277-E8CF-AA2A9DDD40BB}"/>
                    </a:ext>
                  </a:extLst>
                </p14:cNvPr>
                <p14:cNvContentPartPr/>
                <p14:nvPr/>
              </p14:nvContentPartPr>
              <p14:xfrm>
                <a:off x="3113784" y="4058496"/>
                <a:ext cx="134280" cy="52200"/>
              </p14:xfrm>
            </p:contentPart>
          </mc:Choice>
          <mc:Fallback xmlns="">
            <p:pic>
              <p:nvPicPr>
                <p:cNvPr id="126" name="Ink 125">
                  <a:extLst>
                    <a:ext uri="{FF2B5EF4-FFF2-40B4-BE49-F238E27FC236}">
                      <a16:creationId xmlns:a16="http://schemas.microsoft.com/office/drawing/2014/main" id="{4B16ADB6-87E2-C277-E8CF-AA2A9DDD40BB}"/>
                    </a:ext>
                  </a:extLst>
                </p:cNvPr>
                <p:cNvPicPr/>
                <p:nvPr/>
              </p:nvPicPr>
              <p:blipFill>
                <a:blip r:embed="rId223"/>
                <a:stretch>
                  <a:fillRect/>
                </a:stretch>
              </p:blipFill>
              <p:spPr>
                <a:xfrm>
                  <a:off x="3109464" y="4054176"/>
                  <a:ext cx="1429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7" name="Ink 126">
                  <a:extLst>
                    <a:ext uri="{FF2B5EF4-FFF2-40B4-BE49-F238E27FC236}">
                      <a16:creationId xmlns:a16="http://schemas.microsoft.com/office/drawing/2014/main" id="{65A54956-38DD-9568-E584-6A8B436AA55D}"/>
                    </a:ext>
                  </a:extLst>
                </p14:cNvPr>
                <p14:cNvContentPartPr/>
                <p14:nvPr/>
              </p14:nvContentPartPr>
              <p14:xfrm>
                <a:off x="3277944" y="4032216"/>
                <a:ext cx="90360" cy="94680"/>
              </p14:xfrm>
            </p:contentPart>
          </mc:Choice>
          <mc:Fallback xmlns="">
            <p:pic>
              <p:nvPicPr>
                <p:cNvPr id="127" name="Ink 126">
                  <a:extLst>
                    <a:ext uri="{FF2B5EF4-FFF2-40B4-BE49-F238E27FC236}">
                      <a16:creationId xmlns:a16="http://schemas.microsoft.com/office/drawing/2014/main" id="{65A54956-38DD-9568-E584-6A8B436AA55D}"/>
                    </a:ext>
                  </a:extLst>
                </p:cNvPr>
                <p:cNvPicPr/>
                <p:nvPr/>
              </p:nvPicPr>
              <p:blipFill>
                <a:blip r:embed="rId225"/>
                <a:stretch>
                  <a:fillRect/>
                </a:stretch>
              </p:blipFill>
              <p:spPr>
                <a:xfrm>
                  <a:off x="3273624" y="4027896"/>
                  <a:ext cx="990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8" name="Ink 127">
                  <a:extLst>
                    <a:ext uri="{FF2B5EF4-FFF2-40B4-BE49-F238E27FC236}">
                      <a16:creationId xmlns:a16="http://schemas.microsoft.com/office/drawing/2014/main" id="{9184AE24-F5AB-877E-7F8C-15B3F4C9F92D}"/>
                    </a:ext>
                  </a:extLst>
                </p14:cNvPr>
                <p14:cNvContentPartPr/>
                <p14:nvPr/>
              </p14:nvContentPartPr>
              <p14:xfrm>
                <a:off x="3392424" y="4036536"/>
                <a:ext cx="75240" cy="61560"/>
              </p14:xfrm>
            </p:contentPart>
          </mc:Choice>
          <mc:Fallback xmlns="">
            <p:pic>
              <p:nvPicPr>
                <p:cNvPr id="128" name="Ink 127">
                  <a:extLst>
                    <a:ext uri="{FF2B5EF4-FFF2-40B4-BE49-F238E27FC236}">
                      <a16:creationId xmlns:a16="http://schemas.microsoft.com/office/drawing/2014/main" id="{9184AE24-F5AB-877E-7F8C-15B3F4C9F92D}"/>
                    </a:ext>
                  </a:extLst>
                </p:cNvPr>
                <p:cNvPicPr/>
                <p:nvPr/>
              </p:nvPicPr>
              <p:blipFill>
                <a:blip r:embed="rId227"/>
                <a:stretch>
                  <a:fillRect/>
                </a:stretch>
              </p:blipFill>
              <p:spPr>
                <a:xfrm>
                  <a:off x="3388104" y="4032216"/>
                  <a:ext cx="8388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9" name="Ink 128">
                  <a:extLst>
                    <a:ext uri="{FF2B5EF4-FFF2-40B4-BE49-F238E27FC236}">
                      <a16:creationId xmlns:a16="http://schemas.microsoft.com/office/drawing/2014/main" id="{C5474EF3-6B3C-EE7A-5009-CD0CD83BBB57}"/>
                    </a:ext>
                  </a:extLst>
                </p14:cNvPr>
                <p14:cNvContentPartPr/>
                <p14:nvPr/>
              </p14:nvContentPartPr>
              <p14:xfrm>
                <a:off x="3453264" y="4039056"/>
                <a:ext cx="360" cy="360"/>
              </p14:xfrm>
            </p:contentPart>
          </mc:Choice>
          <mc:Fallback xmlns="">
            <p:pic>
              <p:nvPicPr>
                <p:cNvPr id="129" name="Ink 128">
                  <a:extLst>
                    <a:ext uri="{FF2B5EF4-FFF2-40B4-BE49-F238E27FC236}">
                      <a16:creationId xmlns:a16="http://schemas.microsoft.com/office/drawing/2014/main" id="{C5474EF3-6B3C-EE7A-5009-CD0CD83BBB57}"/>
                    </a:ext>
                  </a:extLst>
                </p:cNvPr>
                <p:cNvPicPr/>
                <p:nvPr/>
              </p:nvPicPr>
              <p:blipFill>
                <a:blip r:embed="rId97"/>
                <a:stretch>
                  <a:fillRect/>
                </a:stretch>
              </p:blipFill>
              <p:spPr>
                <a:xfrm>
                  <a:off x="3448944" y="403473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0" name="Ink 129">
                  <a:extLst>
                    <a:ext uri="{FF2B5EF4-FFF2-40B4-BE49-F238E27FC236}">
                      <a16:creationId xmlns:a16="http://schemas.microsoft.com/office/drawing/2014/main" id="{BD591481-61B6-C61C-CDE4-7FE61794E5A6}"/>
                    </a:ext>
                  </a:extLst>
                </p14:cNvPr>
                <p14:cNvContentPartPr/>
                <p14:nvPr/>
              </p14:nvContentPartPr>
              <p14:xfrm>
                <a:off x="3453264" y="4000896"/>
                <a:ext cx="185040" cy="90360"/>
              </p14:xfrm>
            </p:contentPart>
          </mc:Choice>
          <mc:Fallback xmlns="">
            <p:pic>
              <p:nvPicPr>
                <p:cNvPr id="130" name="Ink 129">
                  <a:extLst>
                    <a:ext uri="{FF2B5EF4-FFF2-40B4-BE49-F238E27FC236}">
                      <a16:creationId xmlns:a16="http://schemas.microsoft.com/office/drawing/2014/main" id="{BD591481-61B6-C61C-CDE4-7FE61794E5A6}"/>
                    </a:ext>
                  </a:extLst>
                </p:cNvPr>
                <p:cNvPicPr/>
                <p:nvPr/>
              </p:nvPicPr>
              <p:blipFill>
                <a:blip r:embed="rId230"/>
                <a:stretch>
                  <a:fillRect/>
                </a:stretch>
              </p:blipFill>
              <p:spPr>
                <a:xfrm>
                  <a:off x="3448944" y="3996576"/>
                  <a:ext cx="1936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1" name="Ink 130">
                  <a:extLst>
                    <a:ext uri="{FF2B5EF4-FFF2-40B4-BE49-F238E27FC236}">
                      <a16:creationId xmlns:a16="http://schemas.microsoft.com/office/drawing/2014/main" id="{DF0FC141-74F4-0113-7AD2-2950D01FF8E9}"/>
                    </a:ext>
                  </a:extLst>
                </p14:cNvPr>
                <p14:cNvContentPartPr/>
                <p14:nvPr/>
              </p14:nvContentPartPr>
              <p14:xfrm>
                <a:off x="3712104" y="3916656"/>
                <a:ext cx="85680" cy="176040"/>
              </p14:xfrm>
            </p:contentPart>
          </mc:Choice>
          <mc:Fallback xmlns="">
            <p:pic>
              <p:nvPicPr>
                <p:cNvPr id="131" name="Ink 130">
                  <a:extLst>
                    <a:ext uri="{FF2B5EF4-FFF2-40B4-BE49-F238E27FC236}">
                      <a16:creationId xmlns:a16="http://schemas.microsoft.com/office/drawing/2014/main" id="{DF0FC141-74F4-0113-7AD2-2950D01FF8E9}"/>
                    </a:ext>
                  </a:extLst>
                </p:cNvPr>
                <p:cNvPicPr/>
                <p:nvPr/>
              </p:nvPicPr>
              <p:blipFill>
                <a:blip r:embed="rId232"/>
                <a:stretch>
                  <a:fillRect/>
                </a:stretch>
              </p:blipFill>
              <p:spPr>
                <a:xfrm>
                  <a:off x="3707784" y="3912336"/>
                  <a:ext cx="943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2" name="Ink 131">
                  <a:extLst>
                    <a:ext uri="{FF2B5EF4-FFF2-40B4-BE49-F238E27FC236}">
                      <a16:creationId xmlns:a16="http://schemas.microsoft.com/office/drawing/2014/main" id="{755ED3ED-E494-1AD2-118B-E18964CED747}"/>
                    </a:ext>
                  </a:extLst>
                </p14:cNvPr>
                <p14:cNvContentPartPr/>
                <p14:nvPr/>
              </p14:nvContentPartPr>
              <p14:xfrm>
                <a:off x="3684384" y="4027536"/>
                <a:ext cx="159840" cy="3960"/>
              </p14:xfrm>
            </p:contentPart>
          </mc:Choice>
          <mc:Fallback xmlns="">
            <p:pic>
              <p:nvPicPr>
                <p:cNvPr id="132" name="Ink 131">
                  <a:extLst>
                    <a:ext uri="{FF2B5EF4-FFF2-40B4-BE49-F238E27FC236}">
                      <a16:creationId xmlns:a16="http://schemas.microsoft.com/office/drawing/2014/main" id="{755ED3ED-E494-1AD2-118B-E18964CED747}"/>
                    </a:ext>
                  </a:extLst>
                </p:cNvPr>
                <p:cNvPicPr/>
                <p:nvPr/>
              </p:nvPicPr>
              <p:blipFill>
                <a:blip r:embed="rId234"/>
                <a:stretch>
                  <a:fillRect/>
                </a:stretch>
              </p:blipFill>
              <p:spPr>
                <a:xfrm>
                  <a:off x="3680064" y="4023216"/>
                  <a:ext cx="1684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3" name="Ink 132">
                  <a:extLst>
                    <a:ext uri="{FF2B5EF4-FFF2-40B4-BE49-F238E27FC236}">
                      <a16:creationId xmlns:a16="http://schemas.microsoft.com/office/drawing/2014/main" id="{F058D58B-633E-3221-3E24-B42284845388}"/>
                    </a:ext>
                  </a:extLst>
                </p14:cNvPr>
                <p14:cNvContentPartPr/>
                <p14:nvPr/>
              </p14:nvContentPartPr>
              <p14:xfrm>
                <a:off x="3879144" y="4021416"/>
                <a:ext cx="117360" cy="61560"/>
              </p14:xfrm>
            </p:contentPart>
          </mc:Choice>
          <mc:Fallback xmlns="">
            <p:pic>
              <p:nvPicPr>
                <p:cNvPr id="133" name="Ink 132">
                  <a:extLst>
                    <a:ext uri="{FF2B5EF4-FFF2-40B4-BE49-F238E27FC236}">
                      <a16:creationId xmlns:a16="http://schemas.microsoft.com/office/drawing/2014/main" id="{F058D58B-633E-3221-3E24-B42284845388}"/>
                    </a:ext>
                  </a:extLst>
                </p:cNvPr>
                <p:cNvPicPr/>
                <p:nvPr/>
              </p:nvPicPr>
              <p:blipFill>
                <a:blip r:embed="rId236"/>
                <a:stretch>
                  <a:fillRect/>
                </a:stretch>
              </p:blipFill>
              <p:spPr>
                <a:xfrm>
                  <a:off x="3874824" y="4017096"/>
                  <a:ext cx="1260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4" name="Ink 133">
                  <a:extLst>
                    <a:ext uri="{FF2B5EF4-FFF2-40B4-BE49-F238E27FC236}">
                      <a16:creationId xmlns:a16="http://schemas.microsoft.com/office/drawing/2014/main" id="{F02780C4-2835-30EE-C78A-05C274A3E672}"/>
                    </a:ext>
                  </a:extLst>
                </p14:cNvPr>
                <p14:cNvContentPartPr/>
                <p14:nvPr/>
              </p14:nvContentPartPr>
              <p14:xfrm>
                <a:off x="4069944" y="3850416"/>
                <a:ext cx="231480" cy="243360"/>
              </p14:xfrm>
            </p:contentPart>
          </mc:Choice>
          <mc:Fallback xmlns="">
            <p:pic>
              <p:nvPicPr>
                <p:cNvPr id="134" name="Ink 133">
                  <a:extLst>
                    <a:ext uri="{FF2B5EF4-FFF2-40B4-BE49-F238E27FC236}">
                      <a16:creationId xmlns:a16="http://schemas.microsoft.com/office/drawing/2014/main" id="{F02780C4-2835-30EE-C78A-05C274A3E672}"/>
                    </a:ext>
                  </a:extLst>
                </p:cNvPr>
                <p:cNvPicPr/>
                <p:nvPr/>
              </p:nvPicPr>
              <p:blipFill>
                <a:blip r:embed="rId238"/>
                <a:stretch>
                  <a:fillRect/>
                </a:stretch>
              </p:blipFill>
              <p:spPr>
                <a:xfrm>
                  <a:off x="4065624" y="3846096"/>
                  <a:ext cx="240120" cy="252000"/>
                </a:xfrm>
                <a:prstGeom prst="rect">
                  <a:avLst/>
                </a:prstGeom>
              </p:spPr>
            </p:pic>
          </mc:Fallback>
        </mc:AlternateContent>
      </p:grpSp>
      <p:grpSp>
        <p:nvGrpSpPr>
          <p:cNvPr id="149" name="Group 148">
            <a:extLst>
              <a:ext uri="{FF2B5EF4-FFF2-40B4-BE49-F238E27FC236}">
                <a16:creationId xmlns:a16="http://schemas.microsoft.com/office/drawing/2014/main" id="{365C68F0-6B3C-FEAC-478B-F906C042489D}"/>
              </a:ext>
            </a:extLst>
          </p:cNvPr>
          <p:cNvGrpSpPr/>
          <p:nvPr/>
        </p:nvGrpSpPr>
        <p:grpSpPr>
          <a:xfrm>
            <a:off x="2935944" y="2475216"/>
            <a:ext cx="1146240" cy="474480"/>
            <a:chOff x="2935944" y="2475216"/>
            <a:chExt cx="1146240" cy="474480"/>
          </a:xfrm>
        </p:grpSpPr>
        <mc:AlternateContent xmlns:mc="http://schemas.openxmlformats.org/markup-compatibility/2006" xmlns:p14="http://schemas.microsoft.com/office/powerpoint/2010/main">
          <mc:Choice Requires="p14">
            <p:contentPart p14:bwMode="auto" r:id="rId239">
              <p14:nvContentPartPr>
                <p14:cNvPr id="136" name="Ink 135">
                  <a:extLst>
                    <a:ext uri="{FF2B5EF4-FFF2-40B4-BE49-F238E27FC236}">
                      <a16:creationId xmlns:a16="http://schemas.microsoft.com/office/drawing/2014/main" id="{F9EF3675-A6A7-1F48-B8CD-4585D34F7B1C}"/>
                    </a:ext>
                  </a:extLst>
                </p14:cNvPr>
                <p14:cNvContentPartPr/>
                <p14:nvPr/>
              </p14:nvContentPartPr>
              <p14:xfrm>
                <a:off x="3021264" y="2580336"/>
                <a:ext cx="22680" cy="311040"/>
              </p14:xfrm>
            </p:contentPart>
          </mc:Choice>
          <mc:Fallback xmlns="">
            <p:pic>
              <p:nvPicPr>
                <p:cNvPr id="136" name="Ink 135">
                  <a:extLst>
                    <a:ext uri="{FF2B5EF4-FFF2-40B4-BE49-F238E27FC236}">
                      <a16:creationId xmlns:a16="http://schemas.microsoft.com/office/drawing/2014/main" id="{F9EF3675-A6A7-1F48-B8CD-4585D34F7B1C}"/>
                    </a:ext>
                  </a:extLst>
                </p:cNvPr>
                <p:cNvPicPr/>
                <p:nvPr/>
              </p:nvPicPr>
              <p:blipFill>
                <a:blip r:embed="rId240"/>
                <a:stretch>
                  <a:fillRect/>
                </a:stretch>
              </p:blipFill>
              <p:spPr>
                <a:xfrm>
                  <a:off x="3016944" y="2576016"/>
                  <a:ext cx="3132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7" name="Ink 136">
                  <a:extLst>
                    <a:ext uri="{FF2B5EF4-FFF2-40B4-BE49-F238E27FC236}">
                      <a16:creationId xmlns:a16="http://schemas.microsoft.com/office/drawing/2014/main" id="{E9702F48-3AE0-6F6F-3EDD-093EBD069C9B}"/>
                    </a:ext>
                  </a:extLst>
                </p14:cNvPr>
                <p14:cNvContentPartPr/>
                <p14:nvPr/>
              </p14:nvContentPartPr>
              <p14:xfrm>
                <a:off x="2935944" y="2873016"/>
                <a:ext cx="119160" cy="76680"/>
              </p14:xfrm>
            </p:contentPart>
          </mc:Choice>
          <mc:Fallback xmlns="">
            <p:pic>
              <p:nvPicPr>
                <p:cNvPr id="137" name="Ink 136">
                  <a:extLst>
                    <a:ext uri="{FF2B5EF4-FFF2-40B4-BE49-F238E27FC236}">
                      <a16:creationId xmlns:a16="http://schemas.microsoft.com/office/drawing/2014/main" id="{E9702F48-3AE0-6F6F-3EDD-093EBD069C9B}"/>
                    </a:ext>
                  </a:extLst>
                </p:cNvPr>
                <p:cNvPicPr/>
                <p:nvPr/>
              </p:nvPicPr>
              <p:blipFill>
                <a:blip r:embed="rId242"/>
                <a:stretch>
                  <a:fillRect/>
                </a:stretch>
              </p:blipFill>
              <p:spPr>
                <a:xfrm>
                  <a:off x="2931624" y="2868696"/>
                  <a:ext cx="1278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38" name="Ink 137">
                  <a:extLst>
                    <a:ext uri="{FF2B5EF4-FFF2-40B4-BE49-F238E27FC236}">
                      <a16:creationId xmlns:a16="http://schemas.microsoft.com/office/drawing/2014/main" id="{5BBD61FC-8C8D-6141-F6BC-C80FCB158D53}"/>
                    </a:ext>
                  </a:extLst>
                </p14:cNvPr>
                <p14:cNvContentPartPr/>
                <p14:nvPr/>
              </p14:nvContentPartPr>
              <p14:xfrm>
                <a:off x="3016224" y="2862216"/>
                <a:ext cx="93960" cy="70920"/>
              </p14:xfrm>
            </p:contentPart>
          </mc:Choice>
          <mc:Fallback xmlns="">
            <p:pic>
              <p:nvPicPr>
                <p:cNvPr id="138" name="Ink 137">
                  <a:extLst>
                    <a:ext uri="{FF2B5EF4-FFF2-40B4-BE49-F238E27FC236}">
                      <a16:creationId xmlns:a16="http://schemas.microsoft.com/office/drawing/2014/main" id="{5BBD61FC-8C8D-6141-F6BC-C80FCB158D53}"/>
                    </a:ext>
                  </a:extLst>
                </p:cNvPr>
                <p:cNvPicPr/>
                <p:nvPr/>
              </p:nvPicPr>
              <p:blipFill>
                <a:blip r:embed="rId244"/>
                <a:stretch>
                  <a:fillRect/>
                </a:stretch>
              </p:blipFill>
              <p:spPr>
                <a:xfrm>
                  <a:off x="3011904" y="2857896"/>
                  <a:ext cx="102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0" name="Ink 139">
                  <a:extLst>
                    <a:ext uri="{FF2B5EF4-FFF2-40B4-BE49-F238E27FC236}">
                      <a16:creationId xmlns:a16="http://schemas.microsoft.com/office/drawing/2014/main" id="{C3140BF4-4341-9F18-892B-7C992FC4B848}"/>
                    </a:ext>
                  </a:extLst>
                </p14:cNvPr>
                <p14:cNvContentPartPr/>
                <p14:nvPr/>
              </p14:nvContentPartPr>
              <p14:xfrm>
                <a:off x="3095424" y="2603376"/>
                <a:ext cx="54000" cy="118080"/>
              </p14:xfrm>
            </p:contentPart>
          </mc:Choice>
          <mc:Fallback xmlns="">
            <p:pic>
              <p:nvPicPr>
                <p:cNvPr id="140" name="Ink 139">
                  <a:extLst>
                    <a:ext uri="{FF2B5EF4-FFF2-40B4-BE49-F238E27FC236}">
                      <a16:creationId xmlns:a16="http://schemas.microsoft.com/office/drawing/2014/main" id="{C3140BF4-4341-9F18-892B-7C992FC4B848}"/>
                    </a:ext>
                  </a:extLst>
                </p:cNvPr>
                <p:cNvPicPr/>
                <p:nvPr/>
              </p:nvPicPr>
              <p:blipFill>
                <a:blip r:embed="rId246"/>
                <a:stretch>
                  <a:fillRect/>
                </a:stretch>
              </p:blipFill>
              <p:spPr>
                <a:xfrm>
                  <a:off x="3091104" y="2599056"/>
                  <a:ext cx="62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1" name="Ink 140">
                  <a:extLst>
                    <a:ext uri="{FF2B5EF4-FFF2-40B4-BE49-F238E27FC236}">
                      <a16:creationId xmlns:a16="http://schemas.microsoft.com/office/drawing/2014/main" id="{79344FD9-29B9-AAAF-5FDD-949F8CB03D0A}"/>
                    </a:ext>
                  </a:extLst>
                </p14:cNvPr>
                <p14:cNvContentPartPr/>
                <p14:nvPr/>
              </p14:nvContentPartPr>
              <p14:xfrm>
                <a:off x="3187584" y="2614536"/>
                <a:ext cx="224280" cy="74520"/>
              </p14:xfrm>
            </p:contentPart>
          </mc:Choice>
          <mc:Fallback xmlns="">
            <p:pic>
              <p:nvPicPr>
                <p:cNvPr id="141" name="Ink 140">
                  <a:extLst>
                    <a:ext uri="{FF2B5EF4-FFF2-40B4-BE49-F238E27FC236}">
                      <a16:creationId xmlns:a16="http://schemas.microsoft.com/office/drawing/2014/main" id="{79344FD9-29B9-AAAF-5FDD-949F8CB03D0A}"/>
                    </a:ext>
                  </a:extLst>
                </p:cNvPr>
                <p:cNvPicPr/>
                <p:nvPr/>
              </p:nvPicPr>
              <p:blipFill>
                <a:blip r:embed="rId248"/>
                <a:stretch>
                  <a:fillRect/>
                </a:stretch>
              </p:blipFill>
              <p:spPr>
                <a:xfrm>
                  <a:off x="3183264" y="2610216"/>
                  <a:ext cx="2329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42" name="Ink 141">
                  <a:extLst>
                    <a:ext uri="{FF2B5EF4-FFF2-40B4-BE49-F238E27FC236}">
                      <a16:creationId xmlns:a16="http://schemas.microsoft.com/office/drawing/2014/main" id="{16F9CD24-85F0-F6C7-CB15-EF962745F8A8}"/>
                    </a:ext>
                  </a:extLst>
                </p14:cNvPr>
                <p14:cNvContentPartPr/>
                <p14:nvPr/>
              </p14:nvContentPartPr>
              <p14:xfrm>
                <a:off x="3437064" y="2594016"/>
                <a:ext cx="150480" cy="54720"/>
              </p14:xfrm>
            </p:contentPart>
          </mc:Choice>
          <mc:Fallback xmlns="">
            <p:pic>
              <p:nvPicPr>
                <p:cNvPr id="142" name="Ink 141">
                  <a:extLst>
                    <a:ext uri="{FF2B5EF4-FFF2-40B4-BE49-F238E27FC236}">
                      <a16:creationId xmlns:a16="http://schemas.microsoft.com/office/drawing/2014/main" id="{16F9CD24-85F0-F6C7-CB15-EF962745F8A8}"/>
                    </a:ext>
                  </a:extLst>
                </p:cNvPr>
                <p:cNvPicPr/>
                <p:nvPr/>
              </p:nvPicPr>
              <p:blipFill>
                <a:blip r:embed="rId250"/>
                <a:stretch>
                  <a:fillRect/>
                </a:stretch>
              </p:blipFill>
              <p:spPr>
                <a:xfrm>
                  <a:off x="3432744" y="2589696"/>
                  <a:ext cx="1591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43" name="Ink 142">
                  <a:extLst>
                    <a:ext uri="{FF2B5EF4-FFF2-40B4-BE49-F238E27FC236}">
                      <a16:creationId xmlns:a16="http://schemas.microsoft.com/office/drawing/2014/main" id="{CC6232BE-EFE8-E8B0-8C84-B83FADDB6365}"/>
                    </a:ext>
                  </a:extLst>
                </p14:cNvPr>
                <p14:cNvContentPartPr/>
                <p14:nvPr/>
              </p14:nvContentPartPr>
              <p14:xfrm>
                <a:off x="3631104" y="2499336"/>
                <a:ext cx="78840" cy="120600"/>
              </p14:xfrm>
            </p:contentPart>
          </mc:Choice>
          <mc:Fallback xmlns="">
            <p:pic>
              <p:nvPicPr>
                <p:cNvPr id="143" name="Ink 142">
                  <a:extLst>
                    <a:ext uri="{FF2B5EF4-FFF2-40B4-BE49-F238E27FC236}">
                      <a16:creationId xmlns:a16="http://schemas.microsoft.com/office/drawing/2014/main" id="{CC6232BE-EFE8-E8B0-8C84-B83FADDB6365}"/>
                    </a:ext>
                  </a:extLst>
                </p:cNvPr>
                <p:cNvPicPr/>
                <p:nvPr/>
              </p:nvPicPr>
              <p:blipFill>
                <a:blip r:embed="rId252"/>
                <a:stretch>
                  <a:fillRect/>
                </a:stretch>
              </p:blipFill>
              <p:spPr>
                <a:xfrm>
                  <a:off x="3626784" y="2495016"/>
                  <a:ext cx="874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44" name="Ink 143">
                  <a:extLst>
                    <a:ext uri="{FF2B5EF4-FFF2-40B4-BE49-F238E27FC236}">
                      <a16:creationId xmlns:a16="http://schemas.microsoft.com/office/drawing/2014/main" id="{0FA81C00-2302-6C5B-98E3-5C34C2E0D2BD}"/>
                    </a:ext>
                  </a:extLst>
                </p14:cNvPr>
                <p14:cNvContentPartPr/>
                <p14:nvPr/>
              </p14:nvContentPartPr>
              <p14:xfrm>
                <a:off x="3717864" y="2505096"/>
                <a:ext cx="59400" cy="115560"/>
              </p14:xfrm>
            </p:contentPart>
          </mc:Choice>
          <mc:Fallback xmlns="">
            <p:pic>
              <p:nvPicPr>
                <p:cNvPr id="144" name="Ink 143">
                  <a:extLst>
                    <a:ext uri="{FF2B5EF4-FFF2-40B4-BE49-F238E27FC236}">
                      <a16:creationId xmlns:a16="http://schemas.microsoft.com/office/drawing/2014/main" id="{0FA81C00-2302-6C5B-98E3-5C34C2E0D2BD}"/>
                    </a:ext>
                  </a:extLst>
                </p:cNvPr>
                <p:cNvPicPr/>
                <p:nvPr/>
              </p:nvPicPr>
              <p:blipFill>
                <a:blip r:embed="rId254"/>
                <a:stretch>
                  <a:fillRect/>
                </a:stretch>
              </p:blipFill>
              <p:spPr>
                <a:xfrm>
                  <a:off x="3713544" y="2500776"/>
                  <a:ext cx="680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5" name="Ink 144">
                  <a:extLst>
                    <a:ext uri="{FF2B5EF4-FFF2-40B4-BE49-F238E27FC236}">
                      <a16:creationId xmlns:a16="http://schemas.microsoft.com/office/drawing/2014/main" id="{7AAA4CBE-EAF3-1C94-A617-8DE541603F5C}"/>
                    </a:ext>
                  </a:extLst>
                </p14:cNvPr>
                <p14:cNvContentPartPr/>
                <p14:nvPr/>
              </p14:nvContentPartPr>
              <p14:xfrm>
                <a:off x="3779064" y="2555856"/>
                <a:ext cx="88200" cy="75600"/>
              </p14:xfrm>
            </p:contentPart>
          </mc:Choice>
          <mc:Fallback xmlns="">
            <p:pic>
              <p:nvPicPr>
                <p:cNvPr id="145" name="Ink 144">
                  <a:extLst>
                    <a:ext uri="{FF2B5EF4-FFF2-40B4-BE49-F238E27FC236}">
                      <a16:creationId xmlns:a16="http://schemas.microsoft.com/office/drawing/2014/main" id="{7AAA4CBE-EAF3-1C94-A617-8DE541603F5C}"/>
                    </a:ext>
                  </a:extLst>
                </p:cNvPr>
                <p:cNvPicPr/>
                <p:nvPr/>
              </p:nvPicPr>
              <p:blipFill>
                <a:blip r:embed="rId256"/>
                <a:stretch>
                  <a:fillRect/>
                </a:stretch>
              </p:blipFill>
              <p:spPr>
                <a:xfrm>
                  <a:off x="3774744" y="2551536"/>
                  <a:ext cx="968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6" name="Ink 145">
                  <a:extLst>
                    <a:ext uri="{FF2B5EF4-FFF2-40B4-BE49-F238E27FC236}">
                      <a16:creationId xmlns:a16="http://schemas.microsoft.com/office/drawing/2014/main" id="{E377BC70-EB0A-F175-B86C-18C96003A3F8}"/>
                    </a:ext>
                  </a:extLst>
                </p14:cNvPr>
                <p14:cNvContentPartPr/>
                <p14:nvPr/>
              </p14:nvContentPartPr>
              <p14:xfrm>
                <a:off x="3901464" y="2553696"/>
                <a:ext cx="41760" cy="70920"/>
              </p14:xfrm>
            </p:contentPart>
          </mc:Choice>
          <mc:Fallback xmlns="">
            <p:pic>
              <p:nvPicPr>
                <p:cNvPr id="146" name="Ink 145">
                  <a:extLst>
                    <a:ext uri="{FF2B5EF4-FFF2-40B4-BE49-F238E27FC236}">
                      <a16:creationId xmlns:a16="http://schemas.microsoft.com/office/drawing/2014/main" id="{E377BC70-EB0A-F175-B86C-18C96003A3F8}"/>
                    </a:ext>
                  </a:extLst>
                </p:cNvPr>
                <p:cNvPicPr/>
                <p:nvPr/>
              </p:nvPicPr>
              <p:blipFill>
                <a:blip r:embed="rId258"/>
                <a:stretch>
                  <a:fillRect/>
                </a:stretch>
              </p:blipFill>
              <p:spPr>
                <a:xfrm>
                  <a:off x="3897144" y="2549376"/>
                  <a:ext cx="504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7" name="Ink 146">
                  <a:extLst>
                    <a:ext uri="{FF2B5EF4-FFF2-40B4-BE49-F238E27FC236}">
                      <a16:creationId xmlns:a16="http://schemas.microsoft.com/office/drawing/2014/main" id="{108EF4FD-D0D0-1F6F-F28F-646C63761B7A}"/>
                    </a:ext>
                  </a:extLst>
                </p14:cNvPr>
                <p14:cNvContentPartPr/>
                <p14:nvPr/>
              </p14:nvContentPartPr>
              <p14:xfrm>
                <a:off x="4044744" y="2475216"/>
                <a:ext cx="37440" cy="129240"/>
              </p14:xfrm>
            </p:contentPart>
          </mc:Choice>
          <mc:Fallback xmlns="">
            <p:pic>
              <p:nvPicPr>
                <p:cNvPr id="147" name="Ink 146">
                  <a:extLst>
                    <a:ext uri="{FF2B5EF4-FFF2-40B4-BE49-F238E27FC236}">
                      <a16:creationId xmlns:a16="http://schemas.microsoft.com/office/drawing/2014/main" id="{108EF4FD-D0D0-1F6F-F28F-646C63761B7A}"/>
                    </a:ext>
                  </a:extLst>
                </p:cNvPr>
                <p:cNvPicPr/>
                <p:nvPr/>
              </p:nvPicPr>
              <p:blipFill>
                <a:blip r:embed="rId260"/>
                <a:stretch>
                  <a:fillRect/>
                </a:stretch>
              </p:blipFill>
              <p:spPr>
                <a:xfrm>
                  <a:off x="4040424" y="2470896"/>
                  <a:ext cx="460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8" name="Ink 147">
                  <a:extLst>
                    <a:ext uri="{FF2B5EF4-FFF2-40B4-BE49-F238E27FC236}">
                      <a16:creationId xmlns:a16="http://schemas.microsoft.com/office/drawing/2014/main" id="{A4908A02-E719-E553-628D-92DD16B095F7}"/>
                    </a:ext>
                  </a:extLst>
                </p14:cNvPr>
                <p14:cNvContentPartPr/>
                <p14:nvPr/>
              </p14:nvContentPartPr>
              <p14:xfrm>
                <a:off x="4021704" y="2516616"/>
                <a:ext cx="60480" cy="31680"/>
              </p14:xfrm>
            </p:contentPart>
          </mc:Choice>
          <mc:Fallback xmlns="">
            <p:pic>
              <p:nvPicPr>
                <p:cNvPr id="148" name="Ink 147">
                  <a:extLst>
                    <a:ext uri="{FF2B5EF4-FFF2-40B4-BE49-F238E27FC236}">
                      <a16:creationId xmlns:a16="http://schemas.microsoft.com/office/drawing/2014/main" id="{A4908A02-E719-E553-628D-92DD16B095F7}"/>
                    </a:ext>
                  </a:extLst>
                </p:cNvPr>
                <p:cNvPicPr/>
                <p:nvPr/>
              </p:nvPicPr>
              <p:blipFill>
                <a:blip r:embed="rId262"/>
                <a:stretch>
                  <a:fillRect/>
                </a:stretch>
              </p:blipFill>
              <p:spPr>
                <a:xfrm>
                  <a:off x="4017384" y="2512296"/>
                  <a:ext cx="69120" cy="40320"/>
                </a:xfrm>
                <a:prstGeom prst="rect">
                  <a:avLst/>
                </a:prstGeom>
              </p:spPr>
            </p:pic>
          </mc:Fallback>
        </mc:AlternateContent>
      </p:grpSp>
      <p:grpSp>
        <p:nvGrpSpPr>
          <p:cNvPr id="171" name="Group 170">
            <a:extLst>
              <a:ext uri="{FF2B5EF4-FFF2-40B4-BE49-F238E27FC236}">
                <a16:creationId xmlns:a16="http://schemas.microsoft.com/office/drawing/2014/main" id="{A2A4AF53-29A1-AB58-A9AD-551D7BB9E4F1}"/>
              </a:ext>
            </a:extLst>
          </p:cNvPr>
          <p:cNvGrpSpPr/>
          <p:nvPr/>
        </p:nvGrpSpPr>
        <p:grpSpPr>
          <a:xfrm>
            <a:off x="1663704" y="4259376"/>
            <a:ext cx="3991680" cy="565200"/>
            <a:chOff x="1663704" y="4259376"/>
            <a:chExt cx="3991680" cy="565200"/>
          </a:xfrm>
        </p:grpSpPr>
        <mc:AlternateContent xmlns:mc="http://schemas.openxmlformats.org/markup-compatibility/2006" xmlns:p14="http://schemas.microsoft.com/office/powerpoint/2010/main">
          <mc:Choice Requires="p14">
            <p:contentPart p14:bwMode="auto" r:id="rId263">
              <p14:nvContentPartPr>
                <p14:cNvPr id="151" name="Ink 150">
                  <a:extLst>
                    <a:ext uri="{FF2B5EF4-FFF2-40B4-BE49-F238E27FC236}">
                      <a16:creationId xmlns:a16="http://schemas.microsoft.com/office/drawing/2014/main" id="{47FC740F-AB82-7B2E-CE67-8B7E17015084}"/>
                    </a:ext>
                  </a:extLst>
                </p14:cNvPr>
                <p14:cNvContentPartPr/>
                <p14:nvPr/>
              </p14:nvContentPartPr>
              <p14:xfrm>
                <a:off x="2386224" y="4453416"/>
                <a:ext cx="173520" cy="146160"/>
              </p14:xfrm>
            </p:contentPart>
          </mc:Choice>
          <mc:Fallback xmlns="">
            <p:pic>
              <p:nvPicPr>
                <p:cNvPr id="151" name="Ink 150">
                  <a:extLst>
                    <a:ext uri="{FF2B5EF4-FFF2-40B4-BE49-F238E27FC236}">
                      <a16:creationId xmlns:a16="http://schemas.microsoft.com/office/drawing/2014/main" id="{47FC740F-AB82-7B2E-CE67-8B7E17015084}"/>
                    </a:ext>
                  </a:extLst>
                </p:cNvPr>
                <p:cNvPicPr/>
                <p:nvPr/>
              </p:nvPicPr>
              <p:blipFill>
                <a:blip r:embed="rId264"/>
                <a:stretch>
                  <a:fillRect/>
                </a:stretch>
              </p:blipFill>
              <p:spPr>
                <a:xfrm>
                  <a:off x="2381904" y="4449096"/>
                  <a:ext cx="1821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2" name="Ink 151">
                  <a:extLst>
                    <a:ext uri="{FF2B5EF4-FFF2-40B4-BE49-F238E27FC236}">
                      <a16:creationId xmlns:a16="http://schemas.microsoft.com/office/drawing/2014/main" id="{BCD55669-0029-E28F-710C-7AAE55126016}"/>
                    </a:ext>
                  </a:extLst>
                </p14:cNvPr>
                <p14:cNvContentPartPr/>
                <p14:nvPr/>
              </p14:nvContentPartPr>
              <p14:xfrm>
                <a:off x="2984544" y="4430016"/>
                <a:ext cx="104400" cy="176400"/>
              </p14:xfrm>
            </p:contentPart>
          </mc:Choice>
          <mc:Fallback xmlns="">
            <p:pic>
              <p:nvPicPr>
                <p:cNvPr id="152" name="Ink 151">
                  <a:extLst>
                    <a:ext uri="{FF2B5EF4-FFF2-40B4-BE49-F238E27FC236}">
                      <a16:creationId xmlns:a16="http://schemas.microsoft.com/office/drawing/2014/main" id="{BCD55669-0029-E28F-710C-7AAE55126016}"/>
                    </a:ext>
                  </a:extLst>
                </p:cNvPr>
                <p:cNvPicPr/>
                <p:nvPr/>
              </p:nvPicPr>
              <p:blipFill>
                <a:blip r:embed="rId266"/>
                <a:stretch>
                  <a:fillRect/>
                </a:stretch>
              </p:blipFill>
              <p:spPr>
                <a:xfrm>
                  <a:off x="2980224" y="4425696"/>
                  <a:ext cx="113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3" name="Ink 152">
                  <a:extLst>
                    <a:ext uri="{FF2B5EF4-FFF2-40B4-BE49-F238E27FC236}">
                      <a16:creationId xmlns:a16="http://schemas.microsoft.com/office/drawing/2014/main" id="{77162E05-EFA1-A0FC-E51C-D3BD299BDD4A}"/>
                    </a:ext>
                  </a:extLst>
                </p14:cNvPr>
                <p14:cNvContentPartPr/>
                <p14:nvPr/>
              </p14:nvContentPartPr>
              <p14:xfrm>
                <a:off x="3010464" y="4525056"/>
                <a:ext cx="177840" cy="12960"/>
              </p14:xfrm>
            </p:contentPart>
          </mc:Choice>
          <mc:Fallback xmlns="">
            <p:pic>
              <p:nvPicPr>
                <p:cNvPr id="153" name="Ink 152">
                  <a:extLst>
                    <a:ext uri="{FF2B5EF4-FFF2-40B4-BE49-F238E27FC236}">
                      <a16:creationId xmlns:a16="http://schemas.microsoft.com/office/drawing/2014/main" id="{77162E05-EFA1-A0FC-E51C-D3BD299BDD4A}"/>
                    </a:ext>
                  </a:extLst>
                </p:cNvPr>
                <p:cNvPicPr/>
                <p:nvPr/>
              </p:nvPicPr>
              <p:blipFill>
                <a:blip r:embed="rId268"/>
                <a:stretch>
                  <a:fillRect/>
                </a:stretch>
              </p:blipFill>
              <p:spPr>
                <a:xfrm>
                  <a:off x="3006144" y="4520736"/>
                  <a:ext cx="1864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54" name="Ink 153">
                  <a:extLst>
                    <a:ext uri="{FF2B5EF4-FFF2-40B4-BE49-F238E27FC236}">
                      <a16:creationId xmlns:a16="http://schemas.microsoft.com/office/drawing/2014/main" id="{016E7E5C-E1E8-FBC2-1549-C66A4B2C0319}"/>
                    </a:ext>
                  </a:extLst>
                </p14:cNvPr>
                <p14:cNvContentPartPr/>
                <p14:nvPr/>
              </p14:nvContentPartPr>
              <p14:xfrm>
                <a:off x="3579264" y="4472136"/>
                <a:ext cx="114840" cy="133200"/>
              </p14:xfrm>
            </p:contentPart>
          </mc:Choice>
          <mc:Fallback xmlns="">
            <p:pic>
              <p:nvPicPr>
                <p:cNvPr id="154" name="Ink 153">
                  <a:extLst>
                    <a:ext uri="{FF2B5EF4-FFF2-40B4-BE49-F238E27FC236}">
                      <a16:creationId xmlns:a16="http://schemas.microsoft.com/office/drawing/2014/main" id="{016E7E5C-E1E8-FBC2-1549-C66A4B2C0319}"/>
                    </a:ext>
                  </a:extLst>
                </p:cNvPr>
                <p:cNvPicPr/>
                <p:nvPr/>
              </p:nvPicPr>
              <p:blipFill>
                <a:blip r:embed="rId270"/>
                <a:stretch>
                  <a:fillRect/>
                </a:stretch>
              </p:blipFill>
              <p:spPr>
                <a:xfrm>
                  <a:off x="3574944" y="4467816"/>
                  <a:ext cx="1234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5" name="Ink 154">
                  <a:extLst>
                    <a:ext uri="{FF2B5EF4-FFF2-40B4-BE49-F238E27FC236}">
                      <a16:creationId xmlns:a16="http://schemas.microsoft.com/office/drawing/2014/main" id="{B41371DC-6141-4312-9EB7-5EB5EF5EDDB8}"/>
                    </a:ext>
                  </a:extLst>
                </p14:cNvPr>
                <p14:cNvContentPartPr/>
                <p14:nvPr/>
              </p14:nvContentPartPr>
              <p14:xfrm>
                <a:off x="3712104" y="4436136"/>
                <a:ext cx="150480" cy="8280"/>
              </p14:xfrm>
            </p:contentPart>
          </mc:Choice>
          <mc:Fallback xmlns="">
            <p:pic>
              <p:nvPicPr>
                <p:cNvPr id="155" name="Ink 154">
                  <a:extLst>
                    <a:ext uri="{FF2B5EF4-FFF2-40B4-BE49-F238E27FC236}">
                      <a16:creationId xmlns:a16="http://schemas.microsoft.com/office/drawing/2014/main" id="{B41371DC-6141-4312-9EB7-5EB5EF5EDDB8}"/>
                    </a:ext>
                  </a:extLst>
                </p:cNvPr>
                <p:cNvPicPr/>
                <p:nvPr/>
              </p:nvPicPr>
              <p:blipFill>
                <a:blip r:embed="rId272"/>
                <a:stretch>
                  <a:fillRect/>
                </a:stretch>
              </p:blipFill>
              <p:spPr>
                <a:xfrm>
                  <a:off x="3707784" y="4431816"/>
                  <a:ext cx="1591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56" name="Ink 155">
                  <a:extLst>
                    <a:ext uri="{FF2B5EF4-FFF2-40B4-BE49-F238E27FC236}">
                      <a16:creationId xmlns:a16="http://schemas.microsoft.com/office/drawing/2014/main" id="{3F027A37-8347-3788-9A69-0272FF5807F0}"/>
                    </a:ext>
                  </a:extLst>
                </p14:cNvPr>
                <p14:cNvContentPartPr/>
                <p14:nvPr/>
              </p14:nvContentPartPr>
              <p14:xfrm>
                <a:off x="4229424" y="4465656"/>
                <a:ext cx="275400" cy="127800"/>
              </p14:xfrm>
            </p:contentPart>
          </mc:Choice>
          <mc:Fallback xmlns="">
            <p:pic>
              <p:nvPicPr>
                <p:cNvPr id="156" name="Ink 155">
                  <a:extLst>
                    <a:ext uri="{FF2B5EF4-FFF2-40B4-BE49-F238E27FC236}">
                      <a16:creationId xmlns:a16="http://schemas.microsoft.com/office/drawing/2014/main" id="{3F027A37-8347-3788-9A69-0272FF5807F0}"/>
                    </a:ext>
                  </a:extLst>
                </p:cNvPr>
                <p:cNvPicPr/>
                <p:nvPr/>
              </p:nvPicPr>
              <p:blipFill>
                <a:blip r:embed="rId274"/>
                <a:stretch>
                  <a:fillRect/>
                </a:stretch>
              </p:blipFill>
              <p:spPr>
                <a:xfrm>
                  <a:off x="4225104" y="4461336"/>
                  <a:ext cx="2840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57" name="Ink 156">
                  <a:extLst>
                    <a:ext uri="{FF2B5EF4-FFF2-40B4-BE49-F238E27FC236}">
                      <a16:creationId xmlns:a16="http://schemas.microsoft.com/office/drawing/2014/main" id="{122DA105-310B-AEC2-D731-DAA738FBCDCE}"/>
                    </a:ext>
                  </a:extLst>
                </p14:cNvPr>
                <p14:cNvContentPartPr/>
                <p14:nvPr/>
              </p14:nvContentPartPr>
              <p14:xfrm>
                <a:off x="5234184" y="4363056"/>
                <a:ext cx="39240" cy="164520"/>
              </p14:xfrm>
            </p:contentPart>
          </mc:Choice>
          <mc:Fallback xmlns="">
            <p:pic>
              <p:nvPicPr>
                <p:cNvPr id="157" name="Ink 156">
                  <a:extLst>
                    <a:ext uri="{FF2B5EF4-FFF2-40B4-BE49-F238E27FC236}">
                      <a16:creationId xmlns:a16="http://schemas.microsoft.com/office/drawing/2014/main" id="{122DA105-310B-AEC2-D731-DAA738FBCDCE}"/>
                    </a:ext>
                  </a:extLst>
                </p:cNvPr>
                <p:cNvPicPr/>
                <p:nvPr/>
              </p:nvPicPr>
              <p:blipFill>
                <a:blip r:embed="rId276"/>
                <a:stretch>
                  <a:fillRect/>
                </a:stretch>
              </p:blipFill>
              <p:spPr>
                <a:xfrm>
                  <a:off x="5229864" y="4358736"/>
                  <a:ext cx="478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58" name="Ink 157">
                  <a:extLst>
                    <a:ext uri="{FF2B5EF4-FFF2-40B4-BE49-F238E27FC236}">
                      <a16:creationId xmlns:a16="http://schemas.microsoft.com/office/drawing/2014/main" id="{0D7D1A2C-36CE-8E3B-B569-D28CF1F7494B}"/>
                    </a:ext>
                  </a:extLst>
                </p14:cNvPr>
                <p14:cNvContentPartPr/>
                <p14:nvPr/>
              </p14:nvContentPartPr>
              <p14:xfrm>
                <a:off x="1663704" y="4259376"/>
                <a:ext cx="3991680" cy="565200"/>
              </p14:xfrm>
            </p:contentPart>
          </mc:Choice>
          <mc:Fallback xmlns="">
            <p:pic>
              <p:nvPicPr>
                <p:cNvPr id="158" name="Ink 157">
                  <a:extLst>
                    <a:ext uri="{FF2B5EF4-FFF2-40B4-BE49-F238E27FC236}">
                      <a16:creationId xmlns:a16="http://schemas.microsoft.com/office/drawing/2014/main" id="{0D7D1A2C-36CE-8E3B-B569-D28CF1F7494B}"/>
                    </a:ext>
                  </a:extLst>
                </p:cNvPr>
                <p:cNvPicPr/>
                <p:nvPr/>
              </p:nvPicPr>
              <p:blipFill>
                <a:blip r:embed="rId278"/>
                <a:stretch>
                  <a:fillRect/>
                </a:stretch>
              </p:blipFill>
              <p:spPr>
                <a:xfrm>
                  <a:off x="1659384" y="4255056"/>
                  <a:ext cx="4000320" cy="57384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59" name="Ink 158">
                  <a:extLst>
                    <a:ext uri="{FF2B5EF4-FFF2-40B4-BE49-F238E27FC236}">
                      <a16:creationId xmlns:a16="http://schemas.microsoft.com/office/drawing/2014/main" id="{FF5752A6-AFD2-EC09-ED34-0F6F1069496D}"/>
                    </a:ext>
                  </a:extLst>
                </p14:cNvPr>
                <p14:cNvContentPartPr/>
                <p14:nvPr/>
              </p14:nvContentPartPr>
              <p14:xfrm>
                <a:off x="2233584" y="4431456"/>
                <a:ext cx="44280" cy="340920"/>
              </p14:xfrm>
            </p:contentPart>
          </mc:Choice>
          <mc:Fallback xmlns="">
            <p:pic>
              <p:nvPicPr>
                <p:cNvPr id="159" name="Ink 158">
                  <a:extLst>
                    <a:ext uri="{FF2B5EF4-FFF2-40B4-BE49-F238E27FC236}">
                      <a16:creationId xmlns:a16="http://schemas.microsoft.com/office/drawing/2014/main" id="{FF5752A6-AFD2-EC09-ED34-0F6F1069496D}"/>
                    </a:ext>
                  </a:extLst>
                </p:cNvPr>
                <p:cNvPicPr/>
                <p:nvPr/>
              </p:nvPicPr>
              <p:blipFill>
                <a:blip r:embed="rId280"/>
                <a:stretch>
                  <a:fillRect/>
                </a:stretch>
              </p:blipFill>
              <p:spPr>
                <a:xfrm>
                  <a:off x="2229264" y="4427136"/>
                  <a:ext cx="5292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0" name="Ink 159">
                  <a:extLst>
                    <a:ext uri="{FF2B5EF4-FFF2-40B4-BE49-F238E27FC236}">
                      <a16:creationId xmlns:a16="http://schemas.microsoft.com/office/drawing/2014/main" id="{445DCCCB-C574-E641-80CE-CA72C35452C0}"/>
                    </a:ext>
                  </a:extLst>
                </p14:cNvPr>
                <p14:cNvContentPartPr/>
                <p14:nvPr/>
              </p14:nvContentPartPr>
              <p14:xfrm>
                <a:off x="2845944" y="4397256"/>
                <a:ext cx="23400" cy="358200"/>
              </p14:xfrm>
            </p:contentPart>
          </mc:Choice>
          <mc:Fallback xmlns="">
            <p:pic>
              <p:nvPicPr>
                <p:cNvPr id="160" name="Ink 159">
                  <a:extLst>
                    <a:ext uri="{FF2B5EF4-FFF2-40B4-BE49-F238E27FC236}">
                      <a16:creationId xmlns:a16="http://schemas.microsoft.com/office/drawing/2014/main" id="{445DCCCB-C574-E641-80CE-CA72C35452C0}"/>
                    </a:ext>
                  </a:extLst>
                </p:cNvPr>
                <p:cNvPicPr/>
                <p:nvPr/>
              </p:nvPicPr>
              <p:blipFill>
                <a:blip r:embed="rId282"/>
                <a:stretch>
                  <a:fillRect/>
                </a:stretch>
              </p:blipFill>
              <p:spPr>
                <a:xfrm>
                  <a:off x="2841624" y="4392936"/>
                  <a:ext cx="320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61" name="Ink 160">
                  <a:extLst>
                    <a:ext uri="{FF2B5EF4-FFF2-40B4-BE49-F238E27FC236}">
                      <a16:creationId xmlns:a16="http://schemas.microsoft.com/office/drawing/2014/main" id="{EDBE41F4-AD03-DAAE-8571-7076CC89BB90}"/>
                    </a:ext>
                  </a:extLst>
                </p14:cNvPr>
                <p14:cNvContentPartPr/>
                <p14:nvPr/>
              </p14:nvContentPartPr>
              <p14:xfrm>
                <a:off x="3347064" y="4404816"/>
                <a:ext cx="41760" cy="306720"/>
              </p14:xfrm>
            </p:contentPart>
          </mc:Choice>
          <mc:Fallback xmlns="">
            <p:pic>
              <p:nvPicPr>
                <p:cNvPr id="161" name="Ink 160">
                  <a:extLst>
                    <a:ext uri="{FF2B5EF4-FFF2-40B4-BE49-F238E27FC236}">
                      <a16:creationId xmlns:a16="http://schemas.microsoft.com/office/drawing/2014/main" id="{EDBE41F4-AD03-DAAE-8571-7076CC89BB90}"/>
                    </a:ext>
                  </a:extLst>
                </p:cNvPr>
                <p:cNvPicPr/>
                <p:nvPr/>
              </p:nvPicPr>
              <p:blipFill>
                <a:blip r:embed="rId284"/>
                <a:stretch>
                  <a:fillRect/>
                </a:stretch>
              </p:blipFill>
              <p:spPr>
                <a:xfrm>
                  <a:off x="3342744" y="4400496"/>
                  <a:ext cx="5040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62" name="Ink 161">
                  <a:extLst>
                    <a:ext uri="{FF2B5EF4-FFF2-40B4-BE49-F238E27FC236}">
                      <a16:creationId xmlns:a16="http://schemas.microsoft.com/office/drawing/2014/main" id="{F70DCA3B-C9F9-B3D4-0EE8-84D5DB7ED23C}"/>
                    </a:ext>
                  </a:extLst>
                </p14:cNvPr>
                <p14:cNvContentPartPr/>
                <p14:nvPr/>
              </p14:nvContentPartPr>
              <p14:xfrm>
                <a:off x="3982824" y="4367016"/>
                <a:ext cx="29880" cy="373320"/>
              </p14:xfrm>
            </p:contentPart>
          </mc:Choice>
          <mc:Fallback xmlns="">
            <p:pic>
              <p:nvPicPr>
                <p:cNvPr id="162" name="Ink 161">
                  <a:extLst>
                    <a:ext uri="{FF2B5EF4-FFF2-40B4-BE49-F238E27FC236}">
                      <a16:creationId xmlns:a16="http://schemas.microsoft.com/office/drawing/2014/main" id="{F70DCA3B-C9F9-B3D4-0EE8-84D5DB7ED23C}"/>
                    </a:ext>
                  </a:extLst>
                </p:cNvPr>
                <p:cNvPicPr/>
                <p:nvPr/>
              </p:nvPicPr>
              <p:blipFill>
                <a:blip r:embed="rId286"/>
                <a:stretch>
                  <a:fillRect/>
                </a:stretch>
              </p:blipFill>
              <p:spPr>
                <a:xfrm>
                  <a:off x="3978504" y="4362696"/>
                  <a:ext cx="3852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63" name="Ink 162">
                  <a:extLst>
                    <a:ext uri="{FF2B5EF4-FFF2-40B4-BE49-F238E27FC236}">
                      <a16:creationId xmlns:a16="http://schemas.microsoft.com/office/drawing/2014/main" id="{6528FE85-4033-0F50-24EA-257EBDC25CE1}"/>
                    </a:ext>
                  </a:extLst>
                </p14:cNvPr>
                <p14:cNvContentPartPr/>
                <p14:nvPr/>
              </p14:nvContentPartPr>
              <p14:xfrm>
                <a:off x="4698504" y="4322016"/>
                <a:ext cx="57960" cy="429840"/>
              </p14:xfrm>
            </p:contentPart>
          </mc:Choice>
          <mc:Fallback xmlns="">
            <p:pic>
              <p:nvPicPr>
                <p:cNvPr id="163" name="Ink 162">
                  <a:extLst>
                    <a:ext uri="{FF2B5EF4-FFF2-40B4-BE49-F238E27FC236}">
                      <a16:creationId xmlns:a16="http://schemas.microsoft.com/office/drawing/2014/main" id="{6528FE85-4033-0F50-24EA-257EBDC25CE1}"/>
                    </a:ext>
                  </a:extLst>
                </p:cNvPr>
                <p:cNvPicPr/>
                <p:nvPr/>
              </p:nvPicPr>
              <p:blipFill>
                <a:blip r:embed="rId288"/>
                <a:stretch>
                  <a:fillRect/>
                </a:stretch>
              </p:blipFill>
              <p:spPr>
                <a:xfrm>
                  <a:off x="4694184" y="4317696"/>
                  <a:ext cx="66600" cy="438480"/>
                </a:xfrm>
                <a:prstGeom prst="rect">
                  <a:avLst/>
                </a:prstGeom>
              </p:spPr>
            </p:pic>
          </mc:Fallback>
        </mc:AlternateContent>
      </p:grpSp>
      <p:grpSp>
        <p:nvGrpSpPr>
          <p:cNvPr id="183" name="Group 182">
            <a:extLst>
              <a:ext uri="{FF2B5EF4-FFF2-40B4-BE49-F238E27FC236}">
                <a16:creationId xmlns:a16="http://schemas.microsoft.com/office/drawing/2014/main" id="{567730E3-5E9F-EEE3-3350-D5D0378AD461}"/>
              </a:ext>
            </a:extLst>
          </p:cNvPr>
          <p:cNvGrpSpPr/>
          <p:nvPr/>
        </p:nvGrpSpPr>
        <p:grpSpPr>
          <a:xfrm>
            <a:off x="1602144" y="4910976"/>
            <a:ext cx="4067640" cy="447480"/>
            <a:chOff x="1602144" y="4910976"/>
            <a:chExt cx="4067640" cy="447480"/>
          </a:xfrm>
        </p:grpSpPr>
        <mc:AlternateContent xmlns:mc="http://schemas.openxmlformats.org/markup-compatibility/2006" xmlns:p14="http://schemas.microsoft.com/office/powerpoint/2010/main">
          <mc:Choice Requires="p14">
            <p:contentPart p14:bwMode="auto" r:id="rId289">
              <p14:nvContentPartPr>
                <p14:cNvPr id="164" name="Ink 163">
                  <a:extLst>
                    <a:ext uri="{FF2B5EF4-FFF2-40B4-BE49-F238E27FC236}">
                      <a16:creationId xmlns:a16="http://schemas.microsoft.com/office/drawing/2014/main" id="{AE8882D9-A124-B18B-0D45-04E43738237F}"/>
                    </a:ext>
                  </a:extLst>
                </p14:cNvPr>
                <p14:cNvContentPartPr/>
                <p14:nvPr/>
              </p14:nvContentPartPr>
              <p14:xfrm>
                <a:off x="1637784" y="4936896"/>
                <a:ext cx="611280" cy="142920"/>
              </p14:xfrm>
            </p:contentPart>
          </mc:Choice>
          <mc:Fallback xmlns="">
            <p:pic>
              <p:nvPicPr>
                <p:cNvPr id="164" name="Ink 163">
                  <a:extLst>
                    <a:ext uri="{FF2B5EF4-FFF2-40B4-BE49-F238E27FC236}">
                      <a16:creationId xmlns:a16="http://schemas.microsoft.com/office/drawing/2014/main" id="{AE8882D9-A124-B18B-0D45-04E43738237F}"/>
                    </a:ext>
                  </a:extLst>
                </p:cNvPr>
                <p:cNvPicPr/>
                <p:nvPr/>
              </p:nvPicPr>
              <p:blipFill>
                <a:blip r:embed="rId290"/>
                <a:stretch>
                  <a:fillRect/>
                </a:stretch>
              </p:blipFill>
              <p:spPr>
                <a:xfrm>
                  <a:off x="1633464" y="4932576"/>
                  <a:ext cx="6199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65" name="Ink 164">
                  <a:extLst>
                    <a:ext uri="{FF2B5EF4-FFF2-40B4-BE49-F238E27FC236}">
                      <a16:creationId xmlns:a16="http://schemas.microsoft.com/office/drawing/2014/main" id="{6748A95F-5C5B-CEB0-C131-30CA029570DC}"/>
                    </a:ext>
                  </a:extLst>
                </p14:cNvPr>
                <p14:cNvContentPartPr/>
                <p14:nvPr/>
              </p14:nvContentPartPr>
              <p14:xfrm>
                <a:off x="1602144" y="5236416"/>
                <a:ext cx="86760" cy="122040"/>
              </p14:xfrm>
            </p:contentPart>
          </mc:Choice>
          <mc:Fallback xmlns="">
            <p:pic>
              <p:nvPicPr>
                <p:cNvPr id="165" name="Ink 164">
                  <a:extLst>
                    <a:ext uri="{FF2B5EF4-FFF2-40B4-BE49-F238E27FC236}">
                      <a16:creationId xmlns:a16="http://schemas.microsoft.com/office/drawing/2014/main" id="{6748A95F-5C5B-CEB0-C131-30CA029570DC}"/>
                    </a:ext>
                  </a:extLst>
                </p:cNvPr>
                <p:cNvPicPr/>
                <p:nvPr/>
              </p:nvPicPr>
              <p:blipFill>
                <a:blip r:embed="rId292"/>
                <a:stretch>
                  <a:fillRect/>
                </a:stretch>
              </p:blipFill>
              <p:spPr>
                <a:xfrm>
                  <a:off x="1597824" y="5232096"/>
                  <a:ext cx="954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66" name="Ink 165">
                  <a:extLst>
                    <a:ext uri="{FF2B5EF4-FFF2-40B4-BE49-F238E27FC236}">
                      <a16:creationId xmlns:a16="http://schemas.microsoft.com/office/drawing/2014/main" id="{12ECCE10-074C-786E-D90A-2ADF9FAF1662}"/>
                    </a:ext>
                  </a:extLst>
                </p14:cNvPr>
                <p14:cNvContentPartPr/>
                <p14:nvPr/>
              </p14:nvContentPartPr>
              <p14:xfrm>
                <a:off x="1751544" y="5215896"/>
                <a:ext cx="136080" cy="102600"/>
              </p14:xfrm>
            </p:contentPart>
          </mc:Choice>
          <mc:Fallback xmlns="">
            <p:pic>
              <p:nvPicPr>
                <p:cNvPr id="166" name="Ink 165">
                  <a:extLst>
                    <a:ext uri="{FF2B5EF4-FFF2-40B4-BE49-F238E27FC236}">
                      <a16:creationId xmlns:a16="http://schemas.microsoft.com/office/drawing/2014/main" id="{12ECCE10-074C-786E-D90A-2ADF9FAF1662}"/>
                    </a:ext>
                  </a:extLst>
                </p:cNvPr>
                <p:cNvPicPr/>
                <p:nvPr/>
              </p:nvPicPr>
              <p:blipFill>
                <a:blip r:embed="rId294"/>
                <a:stretch>
                  <a:fillRect/>
                </a:stretch>
              </p:blipFill>
              <p:spPr>
                <a:xfrm>
                  <a:off x="1747224" y="5211576"/>
                  <a:ext cx="1447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67" name="Ink 166">
                  <a:extLst>
                    <a:ext uri="{FF2B5EF4-FFF2-40B4-BE49-F238E27FC236}">
                      <a16:creationId xmlns:a16="http://schemas.microsoft.com/office/drawing/2014/main" id="{2B98845C-5B7E-AA78-467E-7DB7577222C2}"/>
                    </a:ext>
                  </a:extLst>
                </p14:cNvPr>
                <p14:cNvContentPartPr/>
                <p14:nvPr/>
              </p14:nvContentPartPr>
              <p14:xfrm>
                <a:off x="1972584" y="5133816"/>
                <a:ext cx="28080" cy="181800"/>
              </p14:xfrm>
            </p:contentPart>
          </mc:Choice>
          <mc:Fallback xmlns="">
            <p:pic>
              <p:nvPicPr>
                <p:cNvPr id="167" name="Ink 166">
                  <a:extLst>
                    <a:ext uri="{FF2B5EF4-FFF2-40B4-BE49-F238E27FC236}">
                      <a16:creationId xmlns:a16="http://schemas.microsoft.com/office/drawing/2014/main" id="{2B98845C-5B7E-AA78-467E-7DB7577222C2}"/>
                    </a:ext>
                  </a:extLst>
                </p:cNvPr>
                <p:cNvPicPr/>
                <p:nvPr/>
              </p:nvPicPr>
              <p:blipFill>
                <a:blip r:embed="rId296"/>
                <a:stretch>
                  <a:fillRect/>
                </a:stretch>
              </p:blipFill>
              <p:spPr>
                <a:xfrm>
                  <a:off x="1968264" y="5129496"/>
                  <a:ext cx="367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68" name="Ink 167">
                  <a:extLst>
                    <a:ext uri="{FF2B5EF4-FFF2-40B4-BE49-F238E27FC236}">
                      <a16:creationId xmlns:a16="http://schemas.microsoft.com/office/drawing/2014/main" id="{E6E67948-C9B9-4C50-C832-D47346887402}"/>
                    </a:ext>
                  </a:extLst>
                </p14:cNvPr>
                <p14:cNvContentPartPr/>
                <p14:nvPr/>
              </p14:nvContentPartPr>
              <p14:xfrm>
                <a:off x="1958904" y="5241456"/>
                <a:ext cx="150480" cy="67320"/>
              </p14:xfrm>
            </p:contentPart>
          </mc:Choice>
          <mc:Fallback xmlns="">
            <p:pic>
              <p:nvPicPr>
                <p:cNvPr id="168" name="Ink 167">
                  <a:extLst>
                    <a:ext uri="{FF2B5EF4-FFF2-40B4-BE49-F238E27FC236}">
                      <a16:creationId xmlns:a16="http://schemas.microsoft.com/office/drawing/2014/main" id="{E6E67948-C9B9-4C50-C832-D47346887402}"/>
                    </a:ext>
                  </a:extLst>
                </p:cNvPr>
                <p:cNvPicPr/>
                <p:nvPr/>
              </p:nvPicPr>
              <p:blipFill>
                <a:blip r:embed="rId298"/>
                <a:stretch>
                  <a:fillRect/>
                </a:stretch>
              </p:blipFill>
              <p:spPr>
                <a:xfrm>
                  <a:off x="1954584" y="5237136"/>
                  <a:ext cx="15912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69" name="Ink 168">
                  <a:extLst>
                    <a:ext uri="{FF2B5EF4-FFF2-40B4-BE49-F238E27FC236}">
                      <a16:creationId xmlns:a16="http://schemas.microsoft.com/office/drawing/2014/main" id="{01BF7D73-8273-93AD-A051-27243CAA572D}"/>
                    </a:ext>
                  </a:extLst>
                </p14:cNvPr>
                <p14:cNvContentPartPr/>
                <p14:nvPr/>
              </p14:nvContentPartPr>
              <p14:xfrm>
                <a:off x="2113344" y="5163696"/>
                <a:ext cx="127800" cy="150840"/>
              </p14:xfrm>
            </p:contentPart>
          </mc:Choice>
          <mc:Fallback xmlns="">
            <p:pic>
              <p:nvPicPr>
                <p:cNvPr id="169" name="Ink 168">
                  <a:extLst>
                    <a:ext uri="{FF2B5EF4-FFF2-40B4-BE49-F238E27FC236}">
                      <a16:creationId xmlns:a16="http://schemas.microsoft.com/office/drawing/2014/main" id="{01BF7D73-8273-93AD-A051-27243CAA572D}"/>
                    </a:ext>
                  </a:extLst>
                </p:cNvPr>
                <p:cNvPicPr/>
                <p:nvPr/>
              </p:nvPicPr>
              <p:blipFill>
                <a:blip r:embed="rId300"/>
                <a:stretch>
                  <a:fillRect/>
                </a:stretch>
              </p:blipFill>
              <p:spPr>
                <a:xfrm>
                  <a:off x="2109024" y="5159376"/>
                  <a:ext cx="1364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72" name="Ink 171">
                  <a:extLst>
                    <a:ext uri="{FF2B5EF4-FFF2-40B4-BE49-F238E27FC236}">
                      <a16:creationId xmlns:a16="http://schemas.microsoft.com/office/drawing/2014/main" id="{7198486A-222A-0088-7CA1-CF4ED6D4FD87}"/>
                    </a:ext>
                  </a:extLst>
                </p14:cNvPr>
                <p14:cNvContentPartPr/>
                <p14:nvPr/>
              </p14:nvContentPartPr>
              <p14:xfrm>
                <a:off x="2390904" y="4910976"/>
                <a:ext cx="3278880" cy="171720"/>
              </p14:xfrm>
            </p:contentPart>
          </mc:Choice>
          <mc:Fallback xmlns="">
            <p:pic>
              <p:nvPicPr>
                <p:cNvPr id="172" name="Ink 171">
                  <a:extLst>
                    <a:ext uri="{FF2B5EF4-FFF2-40B4-BE49-F238E27FC236}">
                      <a16:creationId xmlns:a16="http://schemas.microsoft.com/office/drawing/2014/main" id="{7198486A-222A-0088-7CA1-CF4ED6D4FD87}"/>
                    </a:ext>
                  </a:extLst>
                </p:cNvPr>
                <p:cNvPicPr/>
                <p:nvPr/>
              </p:nvPicPr>
              <p:blipFill>
                <a:blip r:embed="rId302"/>
                <a:stretch>
                  <a:fillRect/>
                </a:stretch>
              </p:blipFill>
              <p:spPr>
                <a:xfrm>
                  <a:off x="2386584" y="4906656"/>
                  <a:ext cx="328752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73" name="Ink 172">
                  <a:extLst>
                    <a:ext uri="{FF2B5EF4-FFF2-40B4-BE49-F238E27FC236}">
                      <a16:creationId xmlns:a16="http://schemas.microsoft.com/office/drawing/2014/main" id="{1630B00E-6244-5CAE-D51F-2E47EF369E1A}"/>
                    </a:ext>
                  </a:extLst>
                </p14:cNvPr>
                <p14:cNvContentPartPr/>
                <p14:nvPr/>
              </p14:nvContentPartPr>
              <p14:xfrm>
                <a:off x="3273264" y="5207976"/>
                <a:ext cx="180360" cy="80640"/>
              </p14:xfrm>
            </p:contentPart>
          </mc:Choice>
          <mc:Fallback xmlns="">
            <p:pic>
              <p:nvPicPr>
                <p:cNvPr id="173" name="Ink 172">
                  <a:extLst>
                    <a:ext uri="{FF2B5EF4-FFF2-40B4-BE49-F238E27FC236}">
                      <a16:creationId xmlns:a16="http://schemas.microsoft.com/office/drawing/2014/main" id="{1630B00E-6244-5CAE-D51F-2E47EF369E1A}"/>
                    </a:ext>
                  </a:extLst>
                </p:cNvPr>
                <p:cNvPicPr/>
                <p:nvPr/>
              </p:nvPicPr>
              <p:blipFill>
                <a:blip r:embed="rId304"/>
                <a:stretch>
                  <a:fillRect/>
                </a:stretch>
              </p:blipFill>
              <p:spPr>
                <a:xfrm>
                  <a:off x="3268944" y="5203656"/>
                  <a:ext cx="1890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74" name="Ink 173">
                  <a:extLst>
                    <a:ext uri="{FF2B5EF4-FFF2-40B4-BE49-F238E27FC236}">
                      <a16:creationId xmlns:a16="http://schemas.microsoft.com/office/drawing/2014/main" id="{62574E88-A52B-9790-C178-7BDD427EB339}"/>
                    </a:ext>
                  </a:extLst>
                </p14:cNvPr>
                <p14:cNvContentPartPr/>
                <p14:nvPr/>
              </p14:nvContentPartPr>
              <p14:xfrm>
                <a:off x="3483504" y="5190336"/>
                <a:ext cx="201240" cy="59040"/>
              </p14:xfrm>
            </p:contentPart>
          </mc:Choice>
          <mc:Fallback xmlns="">
            <p:pic>
              <p:nvPicPr>
                <p:cNvPr id="174" name="Ink 173">
                  <a:extLst>
                    <a:ext uri="{FF2B5EF4-FFF2-40B4-BE49-F238E27FC236}">
                      <a16:creationId xmlns:a16="http://schemas.microsoft.com/office/drawing/2014/main" id="{62574E88-A52B-9790-C178-7BDD427EB339}"/>
                    </a:ext>
                  </a:extLst>
                </p:cNvPr>
                <p:cNvPicPr/>
                <p:nvPr/>
              </p:nvPicPr>
              <p:blipFill>
                <a:blip r:embed="rId306"/>
                <a:stretch>
                  <a:fillRect/>
                </a:stretch>
              </p:blipFill>
              <p:spPr>
                <a:xfrm>
                  <a:off x="3479184" y="5186016"/>
                  <a:ext cx="2098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75" name="Ink 174">
                  <a:extLst>
                    <a:ext uri="{FF2B5EF4-FFF2-40B4-BE49-F238E27FC236}">
                      <a16:creationId xmlns:a16="http://schemas.microsoft.com/office/drawing/2014/main" id="{FEE97D0F-BA83-3126-5E62-FDF277AC8760}"/>
                    </a:ext>
                  </a:extLst>
                </p14:cNvPr>
                <p14:cNvContentPartPr/>
                <p14:nvPr/>
              </p14:nvContentPartPr>
              <p14:xfrm>
                <a:off x="3734424" y="5169456"/>
                <a:ext cx="68400" cy="99720"/>
              </p14:xfrm>
            </p:contentPart>
          </mc:Choice>
          <mc:Fallback xmlns="">
            <p:pic>
              <p:nvPicPr>
                <p:cNvPr id="175" name="Ink 174">
                  <a:extLst>
                    <a:ext uri="{FF2B5EF4-FFF2-40B4-BE49-F238E27FC236}">
                      <a16:creationId xmlns:a16="http://schemas.microsoft.com/office/drawing/2014/main" id="{FEE97D0F-BA83-3126-5E62-FDF277AC8760}"/>
                    </a:ext>
                  </a:extLst>
                </p:cNvPr>
                <p:cNvPicPr/>
                <p:nvPr/>
              </p:nvPicPr>
              <p:blipFill>
                <a:blip r:embed="rId308"/>
                <a:stretch>
                  <a:fillRect/>
                </a:stretch>
              </p:blipFill>
              <p:spPr>
                <a:xfrm>
                  <a:off x="3730104" y="5165136"/>
                  <a:ext cx="770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76" name="Ink 175">
                  <a:extLst>
                    <a:ext uri="{FF2B5EF4-FFF2-40B4-BE49-F238E27FC236}">
                      <a16:creationId xmlns:a16="http://schemas.microsoft.com/office/drawing/2014/main" id="{75B0795D-F29F-A35E-B17F-A28C8A7AC97D}"/>
                    </a:ext>
                  </a:extLst>
                </p14:cNvPr>
                <p14:cNvContentPartPr/>
                <p14:nvPr/>
              </p14:nvContentPartPr>
              <p14:xfrm>
                <a:off x="3900384" y="5174136"/>
                <a:ext cx="84960" cy="78480"/>
              </p14:xfrm>
            </p:contentPart>
          </mc:Choice>
          <mc:Fallback xmlns="">
            <p:pic>
              <p:nvPicPr>
                <p:cNvPr id="176" name="Ink 175">
                  <a:extLst>
                    <a:ext uri="{FF2B5EF4-FFF2-40B4-BE49-F238E27FC236}">
                      <a16:creationId xmlns:a16="http://schemas.microsoft.com/office/drawing/2014/main" id="{75B0795D-F29F-A35E-B17F-A28C8A7AC97D}"/>
                    </a:ext>
                  </a:extLst>
                </p:cNvPr>
                <p:cNvPicPr/>
                <p:nvPr/>
              </p:nvPicPr>
              <p:blipFill>
                <a:blip r:embed="rId310"/>
                <a:stretch>
                  <a:fillRect/>
                </a:stretch>
              </p:blipFill>
              <p:spPr>
                <a:xfrm>
                  <a:off x="3896064" y="5169816"/>
                  <a:ext cx="936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77" name="Ink 176">
                  <a:extLst>
                    <a:ext uri="{FF2B5EF4-FFF2-40B4-BE49-F238E27FC236}">
                      <a16:creationId xmlns:a16="http://schemas.microsoft.com/office/drawing/2014/main" id="{37241370-8E63-E642-C70B-0791170F90B2}"/>
                    </a:ext>
                  </a:extLst>
                </p14:cNvPr>
                <p14:cNvContentPartPr/>
                <p14:nvPr/>
              </p14:nvContentPartPr>
              <p14:xfrm>
                <a:off x="3947544" y="5193936"/>
                <a:ext cx="360" cy="360"/>
              </p14:xfrm>
            </p:contentPart>
          </mc:Choice>
          <mc:Fallback xmlns="">
            <p:pic>
              <p:nvPicPr>
                <p:cNvPr id="177" name="Ink 176">
                  <a:extLst>
                    <a:ext uri="{FF2B5EF4-FFF2-40B4-BE49-F238E27FC236}">
                      <a16:creationId xmlns:a16="http://schemas.microsoft.com/office/drawing/2014/main" id="{37241370-8E63-E642-C70B-0791170F90B2}"/>
                    </a:ext>
                  </a:extLst>
                </p:cNvPr>
                <p:cNvPicPr/>
                <p:nvPr/>
              </p:nvPicPr>
              <p:blipFill>
                <a:blip r:embed="rId97"/>
                <a:stretch>
                  <a:fillRect/>
                </a:stretch>
              </p:blipFill>
              <p:spPr>
                <a:xfrm>
                  <a:off x="3943224" y="518961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78" name="Ink 177">
                  <a:extLst>
                    <a:ext uri="{FF2B5EF4-FFF2-40B4-BE49-F238E27FC236}">
                      <a16:creationId xmlns:a16="http://schemas.microsoft.com/office/drawing/2014/main" id="{94DECDCA-A023-19A0-BEF6-D0DE49951279}"/>
                    </a:ext>
                  </a:extLst>
                </p14:cNvPr>
                <p14:cNvContentPartPr/>
                <p14:nvPr/>
              </p14:nvContentPartPr>
              <p14:xfrm>
                <a:off x="3947544" y="5157936"/>
                <a:ext cx="180360" cy="97920"/>
              </p14:xfrm>
            </p:contentPart>
          </mc:Choice>
          <mc:Fallback xmlns="">
            <p:pic>
              <p:nvPicPr>
                <p:cNvPr id="178" name="Ink 177">
                  <a:extLst>
                    <a:ext uri="{FF2B5EF4-FFF2-40B4-BE49-F238E27FC236}">
                      <a16:creationId xmlns:a16="http://schemas.microsoft.com/office/drawing/2014/main" id="{94DECDCA-A023-19A0-BEF6-D0DE49951279}"/>
                    </a:ext>
                  </a:extLst>
                </p:cNvPr>
                <p:cNvPicPr/>
                <p:nvPr/>
              </p:nvPicPr>
              <p:blipFill>
                <a:blip r:embed="rId313"/>
                <a:stretch>
                  <a:fillRect/>
                </a:stretch>
              </p:blipFill>
              <p:spPr>
                <a:xfrm>
                  <a:off x="3943224" y="5153616"/>
                  <a:ext cx="1890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79" name="Ink 178">
                  <a:extLst>
                    <a:ext uri="{FF2B5EF4-FFF2-40B4-BE49-F238E27FC236}">
                      <a16:creationId xmlns:a16="http://schemas.microsoft.com/office/drawing/2014/main" id="{2A1E95B8-EB2C-554C-341C-3B95A402EBE0}"/>
                    </a:ext>
                  </a:extLst>
                </p14:cNvPr>
                <p14:cNvContentPartPr/>
                <p14:nvPr/>
              </p14:nvContentPartPr>
              <p14:xfrm>
                <a:off x="4240944" y="5066856"/>
                <a:ext cx="48960" cy="199440"/>
              </p14:xfrm>
            </p:contentPart>
          </mc:Choice>
          <mc:Fallback xmlns="">
            <p:pic>
              <p:nvPicPr>
                <p:cNvPr id="179" name="Ink 178">
                  <a:extLst>
                    <a:ext uri="{FF2B5EF4-FFF2-40B4-BE49-F238E27FC236}">
                      <a16:creationId xmlns:a16="http://schemas.microsoft.com/office/drawing/2014/main" id="{2A1E95B8-EB2C-554C-341C-3B95A402EBE0}"/>
                    </a:ext>
                  </a:extLst>
                </p:cNvPr>
                <p:cNvPicPr/>
                <p:nvPr/>
              </p:nvPicPr>
              <p:blipFill>
                <a:blip r:embed="rId315"/>
                <a:stretch>
                  <a:fillRect/>
                </a:stretch>
              </p:blipFill>
              <p:spPr>
                <a:xfrm>
                  <a:off x="4236624" y="5062536"/>
                  <a:ext cx="576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0" name="Ink 179">
                  <a:extLst>
                    <a:ext uri="{FF2B5EF4-FFF2-40B4-BE49-F238E27FC236}">
                      <a16:creationId xmlns:a16="http://schemas.microsoft.com/office/drawing/2014/main" id="{D4AD9ECB-5E08-7E52-419A-BFD3A8BFE91E}"/>
                    </a:ext>
                  </a:extLst>
                </p14:cNvPr>
                <p14:cNvContentPartPr/>
                <p14:nvPr/>
              </p14:nvContentPartPr>
              <p14:xfrm>
                <a:off x="4197024" y="5179896"/>
                <a:ext cx="157320" cy="5040"/>
              </p14:xfrm>
            </p:contentPart>
          </mc:Choice>
          <mc:Fallback xmlns="">
            <p:pic>
              <p:nvPicPr>
                <p:cNvPr id="180" name="Ink 179">
                  <a:extLst>
                    <a:ext uri="{FF2B5EF4-FFF2-40B4-BE49-F238E27FC236}">
                      <a16:creationId xmlns:a16="http://schemas.microsoft.com/office/drawing/2014/main" id="{D4AD9ECB-5E08-7E52-419A-BFD3A8BFE91E}"/>
                    </a:ext>
                  </a:extLst>
                </p:cNvPr>
                <p:cNvPicPr/>
                <p:nvPr/>
              </p:nvPicPr>
              <p:blipFill>
                <a:blip r:embed="rId317"/>
                <a:stretch>
                  <a:fillRect/>
                </a:stretch>
              </p:blipFill>
              <p:spPr>
                <a:xfrm>
                  <a:off x="4192704" y="5175576"/>
                  <a:ext cx="1659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81" name="Ink 180">
                  <a:extLst>
                    <a:ext uri="{FF2B5EF4-FFF2-40B4-BE49-F238E27FC236}">
                      <a16:creationId xmlns:a16="http://schemas.microsoft.com/office/drawing/2014/main" id="{BCD2ABBA-AA6A-AD55-5E61-A8312A051F50}"/>
                    </a:ext>
                  </a:extLst>
                </p14:cNvPr>
                <p14:cNvContentPartPr/>
                <p14:nvPr/>
              </p14:nvContentPartPr>
              <p14:xfrm>
                <a:off x="4382064" y="5190336"/>
                <a:ext cx="127440" cy="73440"/>
              </p14:xfrm>
            </p:contentPart>
          </mc:Choice>
          <mc:Fallback xmlns="">
            <p:pic>
              <p:nvPicPr>
                <p:cNvPr id="181" name="Ink 180">
                  <a:extLst>
                    <a:ext uri="{FF2B5EF4-FFF2-40B4-BE49-F238E27FC236}">
                      <a16:creationId xmlns:a16="http://schemas.microsoft.com/office/drawing/2014/main" id="{BCD2ABBA-AA6A-AD55-5E61-A8312A051F50}"/>
                    </a:ext>
                  </a:extLst>
                </p:cNvPr>
                <p:cNvPicPr/>
                <p:nvPr/>
              </p:nvPicPr>
              <p:blipFill>
                <a:blip r:embed="rId319"/>
                <a:stretch>
                  <a:fillRect/>
                </a:stretch>
              </p:blipFill>
              <p:spPr>
                <a:xfrm>
                  <a:off x="4377744" y="5186016"/>
                  <a:ext cx="13608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82" name="Ink 181">
                  <a:extLst>
                    <a:ext uri="{FF2B5EF4-FFF2-40B4-BE49-F238E27FC236}">
                      <a16:creationId xmlns:a16="http://schemas.microsoft.com/office/drawing/2014/main" id="{FF448180-39E2-5A11-DBEE-D6130A705AD8}"/>
                    </a:ext>
                  </a:extLst>
                </p14:cNvPr>
                <p14:cNvContentPartPr/>
                <p14:nvPr/>
              </p14:nvContentPartPr>
              <p14:xfrm>
                <a:off x="4610664" y="5042736"/>
                <a:ext cx="247320" cy="237960"/>
              </p14:xfrm>
            </p:contentPart>
          </mc:Choice>
          <mc:Fallback xmlns="">
            <p:pic>
              <p:nvPicPr>
                <p:cNvPr id="182" name="Ink 181">
                  <a:extLst>
                    <a:ext uri="{FF2B5EF4-FFF2-40B4-BE49-F238E27FC236}">
                      <a16:creationId xmlns:a16="http://schemas.microsoft.com/office/drawing/2014/main" id="{FF448180-39E2-5A11-DBEE-D6130A705AD8}"/>
                    </a:ext>
                  </a:extLst>
                </p:cNvPr>
                <p:cNvPicPr/>
                <p:nvPr/>
              </p:nvPicPr>
              <p:blipFill>
                <a:blip r:embed="rId321"/>
                <a:stretch>
                  <a:fillRect/>
                </a:stretch>
              </p:blipFill>
              <p:spPr>
                <a:xfrm>
                  <a:off x="4606344" y="5038416"/>
                  <a:ext cx="255960" cy="246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2">
            <p14:nvContentPartPr>
              <p14:cNvPr id="184" name="Ink 183">
                <a:extLst>
                  <a:ext uri="{FF2B5EF4-FFF2-40B4-BE49-F238E27FC236}">
                    <a16:creationId xmlns:a16="http://schemas.microsoft.com/office/drawing/2014/main" id="{DBE36348-0CB4-04DB-886F-FF16FACAFAD0}"/>
                  </a:ext>
                </a:extLst>
              </p14:cNvPr>
              <p14:cNvContentPartPr/>
              <p14:nvPr/>
            </p14:nvContentPartPr>
            <p14:xfrm>
              <a:off x="1970064" y="4524336"/>
              <a:ext cx="121320" cy="157680"/>
            </p14:xfrm>
          </p:contentPart>
        </mc:Choice>
        <mc:Fallback xmlns="">
          <p:pic>
            <p:nvPicPr>
              <p:cNvPr id="184" name="Ink 183">
                <a:extLst>
                  <a:ext uri="{FF2B5EF4-FFF2-40B4-BE49-F238E27FC236}">
                    <a16:creationId xmlns:a16="http://schemas.microsoft.com/office/drawing/2014/main" id="{DBE36348-0CB4-04DB-886F-FF16FACAFAD0}"/>
                  </a:ext>
                </a:extLst>
              </p:cNvPr>
              <p:cNvPicPr/>
              <p:nvPr/>
            </p:nvPicPr>
            <p:blipFill>
              <a:blip r:embed="rId323"/>
              <a:stretch>
                <a:fillRect/>
              </a:stretch>
            </p:blipFill>
            <p:spPr>
              <a:xfrm>
                <a:off x="1965744" y="4520016"/>
                <a:ext cx="129960" cy="166320"/>
              </a:xfrm>
              <a:prstGeom prst="rect">
                <a:avLst/>
              </a:prstGeom>
            </p:spPr>
          </p:pic>
        </mc:Fallback>
      </mc:AlternateContent>
      <p:grpSp>
        <p:nvGrpSpPr>
          <p:cNvPr id="198" name="Group 197">
            <a:extLst>
              <a:ext uri="{FF2B5EF4-FFF2-40B4-BE49-F238E27FC236}">
                <a16:creationId xmlns:a16="http://schemas.microsoft.com/office/drawing/2014/main" id="{6F5FC3F8-2276-85AE-5553-0B6B7144EA0B}"/>
              </a:ext>
            </a:extLst>
          </p:cNvPr>
          <p:cNvGrpSpPr/>
          <p:nvPr/>
        </p:nvGrpSpPr>
        <p:grpSpPr>
          <a:xfrm>
            <a:off x="5183424" y="3745656"/>
            <a:ext cx="1176120" cy="440280"/>
            <a:chOff x="5183424" y="3745656"/>
            <a:chExt cx="1176120" cy="440280"/>
          </a:xfrm>
        </p:grpSpPr>
        <mc:AlternateContent xmlns:mc="http://schemas.openxmlformats.org/markup-compatibility/2006" xmlns:p14="http://schemas.microsoft.com/office/powerpoint/2010/main">
          <mc:Choice Requires="p14">
            <p:contentPart p14:bwMode="auto" r:id="rId324">
              <p14:nvContentPartPr>
                <p14:cNvPr id="185" name="Ink 184">
                  <a:extLst>
                    <a:ext uri="{FF2B5EF4-FFF2-40B4-BE49-F238E27FC236}">
                      <a16:creationId xmlns:a16="http://schemas.microsoft.com/office/drawing/2014/main" id="{D9C9E732-2061-99EA-6E06-C69FD40E3997}"/>
                    </a:ext>
                  </a:extLst>
                </p14:cNvPr>
                <p14:cNvContentPartPr/>
                <p14:nvPr/>
              </p14:nvContentPartPr>
              <p14:xfrm>
                <a:off x="5252904" y="3939696"/>
                <a:ext cx="11880" cy="203760"/>
              </p14:xfrm>
            </p:contentPart>
          </mc:Choice>
          <mc:Fallback xmlns="">
            <p:pic>
              <p:nvPicPr>
                <p:cNvPr id="185" name="Ink 184">
                  <a:extLst>
                    <a:ext uri="{FF2B5EF4-FFF2-40B4-BE49-F238E27FC236}">
                      <a16:creationId xmlns:a16="http://schemas.microsoft.com/office/drawing/2014/main" id="{D9C9E732-2061-99EA-6E06-C69FD40E3997}"/>
                    </a:ext>
                  </a:extLst>
                </p:cNvPr>
                <p:cNvPicPr/>
                <p:nvPr/>
              </p:nvPicPr>
              <p:blipFill>
                <a:blip r:embed="rId325"/>
                <a:stretch>
                  <a:fillRect/>
                </a:stretch>
              </p:blipFill>
              <p:spPr>
                <a:xfrm>
                  <a:off x="5248584" y="3935376"/>
                  <a:ext cx="205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86" name="Ink 185">
                  <a:extLst>
                    <a:ext uri="{FF2B5EF4-FFF2-40B4-BE49-F238E27FC236}">
                      <a16:creationId xmlns:a16="http://schemas.microsoft.com/office/drawing/2014/main" id="{583BF7DC-362A-E327-DE8A-8577C5978967}"/>
                    </a:ext>
                  </a:extLst>
                </p14:cNvPr>
                <p14:cNvContentPartPr/>
                <p14:nvPr/>
              </p14:nvContentPartPr>
              <p14:xfrm>
                <a:off x="5183424" y="4112496"/>
                <a:ext cx="97560" cy="58320"/>
              </p14:xfrm>
            </p:contentPart>
          </mc:Choice>
          <mc:Fallback xmlns="">
            <p:pic>
              <p:nvPicPr>
                <p:cNvPr id="186" name="Ink 185">
                  <a:extLst>
                    <a:ext uri="{FF2B5EF4-FFF2-40B4-BE49-F238E27FC236}">
                      <a16:creationId xmlns:a16="http://schemas.microsoft.com/office/drawing/2014/main" id="{583BF7DC-362A-E327-DE8A-8577C5978967}"/>
                    </a:ext>
                  </a:extLst>
                </p:cNvPr>
                <p:cNvPicPr/>
                <p:nvPr/>
              </p:nvPicPr>
              <p:blipFill>
                <a:blip r:embed="rId327"/>
                <a:stretch>
                  <a:fillRect/>
                </a:stretch>
              </p:blipFill>
              <p:spPr>
                <a:xfrm>
                  <a:off x="5179104" y="4108176"/>
                  <a:ext cx="106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87" name="Ink 186">
                  <a:extLst>
                    <a:ext uri="{FF2B5EF4-FFF2-40B4-BE49-F238E27FC236}">
                      <a16:creationId xmlns:a16="http://schemas.microsoft.com/office/drawing/2014/main" id="{759F7AB9-5B25-6F52-8678-60FE42895CC3}"/>
                    </a:ext>
                  </a:extLst>
                </p14:cNvPr>
                <p14:cNvContentPartPr/>
                <p14:nvPr/>
              </p14:nvContentPartPr>
              <p14:xfrm>
                <a:off x="5236704" y="4104576"/>
                <a:ext cx="85680" cy="81360"/>
              </p14:xfrm>
            </p:contentPart>
          </mc:Choice>
          <mc:Fallback xmlns="">
            <p:pic>
              <p:nvPicPr>
                <p:cNvPr id="187" name="Ink 186">
                  <a:extLst>
                    <a:ext uri="{FF2B5EF4-FFF2-40B4-BE49-F238E27FC236}">
                      <a16:creationId xmlns:a16="http://schemas.microsoft.com/office/drawing/2014/main" id="{759F7AB9-5B25-6F52-8678-60FE42895CC3}"/>
                    </a:ext>
                  </a:extLst>
                </p:cNvPr>
                <p:cNvPicPr/>
                <p:nvPr/>
              </p:nvPicPr>
              <p:blipFill>
                <a:blip r:embed="rId329"/>
                <a:stretch>
                  <a:fillRect/>
                </a:stretch>
              </p:blipFill>
              <p:spPr>
                <a:xfrm>
                  <a:off x="5232384" y="4100256"/>
                  <a:ext cx="943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88" name="Ink 187">
                  <a:extLst>
                    <a:ext uri="{FF2B5EF4-FFF2-40B4-BE49-F238E27FC236}">
                      <a16:creationId xmlns:a16="http://schemas.microsoft.com/office/drawing/2014/main" id="{1D8CD250-0E22-28CA-2D84-F492052355A1}"/>
                    </a:ext>
                  </a:extLst>
                </p14:cNvPr>
                <p14:cNvContentPartPr/>
                <p14:nvPr/>
              </p14:nvContentPartPr>
              <p14:xfrm>
                <a:off x="5356584" y="3886416"/>
                <a:ext cx="55800" cy="107640"/>
              </p14:xfrm>
            </p:contentPart>
          </mc:Choice>
          <mc:Fallback xmlns="">
            <p:pic>
              <p:nvPicPr>
                <p:cNvPr id="188" name="Ink 187">
                  <a:extLst>
                    <a:ext uri="{FF2B5EF4-FFF2-40B4-BE49-F238E27FC236}">
                      <a16:creationId xmlns:a16="http://schemas.microsoft.com/office/drawing/2014/main" id="{1D8CD250-0E22-28CA-2D84-F492052355A1}"/>
                    </a:ext>
                  </a:extLst>
                </p:cNvPr>
                <p:cNvPicPr/>
                <p:nvPr/>
              </p:nvPicPr>
              <p:blipFill>
                <a:blip r:embed="rId331"/>
                <a:stretch>
                  <a:fillRect/>
                </a:stretch>
              </p:blipFill>
              <p:spPr>
                <a:xfrm>
                  <a:off x="5352264" y="3882096"/>
                  <a:ext cx="644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89" name="Ink 188">
                  <a:extLst>
                    <a:ext uri="{FF2B5EF4-FFF2-40B4-BE49-F238E27FC236}">
                      <a16:creationId xmlns:a16="http://schemas.microsoft.com/office/drawing/2014/main" id="{4AF1A90E-C11B-D264-2372-207FEFADC266}"/>
                    </a:ext>
                  </a:extLst>
                </p14:cNvPr>
                <p14:cNvContentPartPr/>
                <p14:nvPr/>
              </p14:nvContentPartPr>
              <p14:xfrm>
                <a:off x="5403024" y="3886416"/>
                <a:ext cx="360" cy="360"/>
              </p14:xfrm>
            </p:contentPart>
          </mc:Choice>
          <mc:Fallback xmlns="">
            <p:pic>
              <p:nvPicPr>
                <p:cNvPr id="189" name="Ink 188">
                  <a:extLst>
                    <a:ext uri="{FF2B5EF4-FFF2-40B4-BE49-F238E27FC236}">
                      <a16:creationId xmlns:a16="http://schemas.microsoft.com/office/drawing/2014/main" id="{4AF1A90E-C11B-D264-2372-207FEFADC266}"/>
                    </a:ext>
                  </a:extLst>
                </p:cNvPr>
                <p:cNvPicPr/>
                <p:nvPr/>
              </p:nvPicPr>
              <p:blipFill>
                <a:blip r:embed="rId333"/>
                <a:stretch>
                  <a:fillRect/>
                </a:stretch>
              </p:blipFill>
              <p:spPr>
                <a:xfrm>
                  <a:off x="5398704" y="38820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90" name="Ink 189">
                  <a:extLst>
                    <a:ext uri="{FF2B5EF4-FFF2-40B4-BE49-F238E27FC236}">
                      <a16:creationId xmlns:a16="http://schemas.microsoft.com/office/drawing/2014/main" id="{E7133EB8-2DAB-A2D2-316D-AE192D3340A9}"/>
                    </a:ext>
                  </a:extLst>
                </p14:cNvPr>
                <p14:cNvContentPartPr/>
                <p14:nvPr/>
              </p14:nvContentPartPr>
              <p14:xfrm>
                <a:off x="5403024" y="3886416"/>
                <a:ext cx="249840" cy="58680"/>
              </p14:xfrm>
            </p:contentPart>
          </mc:Choice>
          <mc:Fallback xmlns="">
            <p:pic>
              <p:nvPicPr>
                <p:cNvPr id="190" name="Ink 189">
                  <a:extLst>
                    <a:ext uri="{FF2B5EF4-FFF2-40B4-BE49-F238E27FC236}">
                      <a16:creationId xmlns:a16="http://schemas.microsoft.com/office/drawing/2014/main" id="{E7133EB8-2DAB-A2D2-316D-AE192D3340A9}"/>
                    </a:ext>
                  </a:extLst>
                </p:cNvPr>
                <p:cNvPicPr/>
                <p:nvPr/>
              </p:nvPicPr>
              <p:blipFill>
                <a:blip r:embed="rId335"/>
                <a:stretch>
                  <a:fillRect/>
                </a:stretch>
              </p:blipFill>
              <p:spPr>
                <a:xfrm>
                  <a:off x="5398704" y="3882096"/>
                  <a:ext cx="2584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91" name="Ink 190">
                  <a:extLst>
                    <a:ext uri="{FF2B5EF4-FFF2-40B4-BE49-F238E27FC236}">
                      <a16:creationId xmlns:a16="http://schemas.microsoft.com/office/drawing/2014/main" id="{F565DD21-2EBB-7ED1-E9A0-79472BE8AB03}"/>
                    </a:ext>
                  </a:extLst>
                </p14:cNvPr>
                <p14:cNvContentPartPr/>
                <p14:nvPr/>
              </p14:nvContentPartPr>
              <p14:xfrm>
                <a:off x="5677704" y="3878856"/>
                <a:ext cx="118080" cy="61920"/>
              </p14:xfrm>
            </p:contentPart>
          </mc:Choice>
          <mc:Fallback xmlns="">
            <p:pic>
              <p:nvPicPr>
                <p:cNvPr id="191" name="Ink 190">
                  <a:extLst>
                    <a:ext uri="{FF2B5EF4-FFF2-40B4-BE49-F238E27FC236}">
                      <a16:creationId xmlns:a16="http://schemas.microsoft.com/office/drawing/2014/main" id="{F565DD21-2EBB-7ED1-E9A0-79472BE8AB03}"/>
                    </a:ext>
                  </a:extLst>
                </p:cNvPr>
                <p:cNvPicPr/>
                <p:nvPr/>
              </p:nvPicPr>
              <p:blipFill>
                <a:blip r:embed="rId337"/>
                <a:stretch>
                  <a:fillRect/>
                </a:stretch>
              </p:blipFill>
              <p:spPr>
                <a:xfrm>
                  <a:off x="5673384" y="3874536"/>
                  <a:ext cx="1267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92" name="Ink 191">
                  <a:extLst>
                    <a:ext uri="{FF2B5EF4-FFF2-40B4-BE49-F238E27FC236}">
                      <a16:creationId xmlns:a16="http://schemas.microsoft.com/office/drawing/2014/main" id="{F375B9DC-1C9A-303F-5FF5-74F6169FAEFB}"/>
                    </a:ext>
                  </a:extLst>
                </p14:cNvPr>
                <p14:cNvContentPartPr/>
                <p14:nvPr/>
              </p14:nvContentPartPr>
              <p14:xfrm>
                <a:off x="5809464" y="3794256"/>
                <a:ext cx="69480" cy="135360"/>
              </p14:xfrm>
            </p:contentPart>
          </mc:Choice>
          <mc:Fallback xmlns="">
            <p:pic>
              <p:nvPicPr>
                <p:cNvPr id="192" name="Ink 191">
                  <a:extLst>
                    <a:ext uri="{FF2B5EF4-FFF2-40B4-BE49-F238E27FC236}">
                      <a16:creationId xmlns:a16="http://schemas.microsoft.com/office/drawing/2014/main" id="{F375B9DC-1C9A-303F-5FF5-74F6169FAEFB}"/>
                    </a:ext>
                  </a:extLst>
                </p:cNvPr>
                <p:cNvPicPr/>
                <p:nvPr/>
              </p:nvPicPr>
              <p:blipFill>
                <a:blip r:embed="rId339"/>
                <a:stretch>
                  <a:fillRect/>
                </a:stretch>
              </p:blipFill>
              <p:spPr>
                <a:xfrm>
                  <a:off x="5805144" y="3789936"/>
                  <a:ext cx="781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93" name="Ink 192">
                  <a:extLst>
                    <a:ext uri="{FF2B5EF4-FFF2-40B4-BE49-F238E27FC236}">
                      <a16:creationId xmlns:a16="http://schemas.microsoft.com/office/drawing/2014/main" id="{EA73DA8C-C029-5A5A-8351-A59B7A047E05}"/>
                    </a:ext>
                  </a:extLst>
                </p14:cNvPr>
                <p14:cNvContentPartPr/>
                <p14:nvPr/>
              </p14:nvContentPartPr>
              <p14:xfrm>
                <a:off x="5881104" y="3756096"/>
                <a:ext cx="74160" cy="156240"/>
              </p14:xfrm>
            </p:contentPart>
          </mc:Choice>
          <mc:Fallback xmlns="">
            <p:pic>
              <p:nvPicPr>
                <p:cNvPr id="193" name="Ink 192">
                  <a:extLst>
                    <a:ext uri="{FF2B5EF4-FFF2-40B4-BE49-F238E27FC236}">
                      <a16:creationId xmlns:a16="http://schemas.microsoft.com/office/drawing/2014/main" id="{EA73DA8C-C029-5A5A-8351-A59B7A047E05}"/>
                    </a:ext>
                  </a:extLst>
                </p:cNvPr>
                <p:cNvPicPr/>
                <p:nvPr/>
              </p:nvPicPr>
              <p:blipFill>
                <a:blip r:embed="rId341"/>
                <a:stretch>
                  <a:fillRect/>
                </a:stretch>
              </p:blipFill>
              <p:spPr>
                <a:xfrm>
                  <a:off x="5876784" y="3751776"/>
                  <a:ext cx="8280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94" name="Ink 193">
                  <a:extLst>
                    <a:ext uri="{FF2B5EF4-FFF2-40B4-BE49-F238E27FC236}">
                      <a16:creationId xmlns:a16="http://schemas.microsoft.com/office/drawing/2014/main" id="{8C2A3DC2-9414-46AA-5491-166397E08B5E}"/>
                    </a:ext>
                  </a:extLst>
                </p14:cNvPr>
                <p14:cNvContentPartPr/>
                <p14:nvPr/>
              </p14:nvContentPartPr>
              <p14:xfrm>
                <a:off x="5950224" y="3858696"/>
                <a:ext cx="76680" cy="73080"/>
              </p14:xfrm>
            </p:contentPart>
          </mc:Choice>
          <mc:Fallback xmlns="">
            <p:pic>
              <p:nvPicPr>
                <p:cNvPr id="194" name="Ink 193">
                  <a:extLst>
                    <a:ext uri="{FF2B5EF4-FFF2-40B4-BE49-F238E27FC236}">
                      <a16:creationId xmlns:a16="http://schemas.microsoft.com/office/drawing/2014/main" id="{8C2A3DC2-9414-46AA-5491-166397E08B5E}"/>
                    </a:ext>
                  </a:extLst>
                </p:cNvPr>
                <p:cNvPicPr/>
                <p:nvPr/>
              </p:nvPicPr>
              <p:blipFill>
                <a:blip r:embed="rId343"/>
                <a:stretch>
                  <a:fillRect/>
                </a:stretch>
              </p:blipFill>
              <p:spPr>
                <a:xfrm>
                  <a:off x="5945904" y="3854376"/>
                  <a:ext cx="85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95" name="Ink 194">
                  <a:extLst>
                    <a:ext uri="{FF2B5EF4-FFF2-40B4-BE49-F238E27FC236}">
                      <a16:creationId xmlns:a16="http://schemas.microsoft.com/office/drawing/2014/main" id="{93D95FB8-6A7B-8F58-6338-6DC65DCA3C71}"/>
                    </a:ext>
                  </a:extLst>
                </p14:cNvPr>
                <p14:cNvContentPartPr/>
                <p14:nvPr/>
              </p14:nvContentPartPr>
              <p14:xfrm>
                <a:off x="6074424" y="3845016"/>
                <a:ext cx="54000" cy="77040"/>
              </p14:xfrm>
            </p:contentPart>
          </mc:Choice>
          <mc:Fallback xmlns="">
            <p:pic>
              <p:nvPicPr>
                <p:cNvPr id="195" name="Ink 194">
                  <a:extLst>
                    <a:ext uri="{FF2B5EF4-FFF2-40B4-BE49-F238E27FC236}">
                      <a16:creationId xmlns:a16="http://schemas.microsoft.com/office/drawing/2014/main" id="{93D95FB8-6A7B-8F58-6338-6DC65DCA3C71}"/>
                    </a:ext>
                  </a:extLst>
                </p:cNvPr>
                <p:cNvPicPr/>
                <p:nvPr/>
              </p:nvPicPr>
              <p:blipFill>
                <a:blip r:embed="rId345"/>
                <a:stretch>
                  <a:fillRect/>
                </a:stretch>
              </p:blipFill>
              <p:spPr>
                <a:xfrm>
                  <a:off x="6070104" y="3840696"/>
                  <a:ext cx="626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96" name="Ink 195">
                  <a:extLst>
                    <a:ext uri="{FF2B5EF4-FFF2-40B4-BE49-F238E27FC236}">
                      <a16:creationId xmlns:a16="http://schemas.microsoft.com/office/drawing/2014/main" id="{557BF191-D12A-BA1B-9BC6-F492181F9E94}"/>
                    </a:ext>
                  </a:extLst>
                </p14:cNvPr>
                <p14:cNvContentPartPr/>
                <p14:nvPr/>
              </p14:nvContentPartPr>
              <p14:xfrm>
                <a:off x="6209064" y="3745656"/>
                <a:ext cx="81360" cy="166680"/>
              </p14:xfrm>
            </p:contentPart>
          </mc:Choice>
          <mc:Fallback xmlns="">
            <p:pic>
              <p:nvPicPr>
                <p:cNvPr id="196" name="Ink 195">
                  <a:extLst>
                    <a:ext uri="{FF2B5EF4-FFF2-40B4-BE49-F238E27FC236}">
                      <a16:creationId xmlns:a16="http://schemas.microsoft.com/office/drawing/2014/main" id="{557BF191-D12A-BA1B-9BC6-F492181F9E94}"/>
                    </a:ext>
                  </a:extLst>
                </p:cNvPr>
                <p:cNvPicPr/>
                <p:nvPr/>
              </p:nvPicPr>
              <p:blipFill>
                <a:blip r:embed="rId347"/>
                <a:stretch>
                  <a:fillRect/>
                </a:stretch>
              </p:blipFill>
              <p:spPr>
                <a:xfrm>
                  <a:off x="6204744" y="3741336"/>
                  <a:ext cx="900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97" name="Ink 196">
                  <a:extLst>
                    <a:ext uri="{FF2B5EF4-FFF2-40B4-BE49-F238E27FC236}">
                      <a16:creationId xmlns:a16="http://schemas.microsoft.com/office/drawing/2014/main" id="{5C9C121D-6845-3B4C-F8DA-D5C24E4BE110}"/>
                    </a:ext>
                  </a:extLst>
                </p14:cNvPr>
                <p14:cNvContentPartPr/>
                <p14:nvPr/>
              </p14:nvContentPartPr>
              <p14:xfrm>
                <a:off x="6204384" y="3819456"/>
                <a:ext cx="155160" cy="3960"/>
              </p14:xfrm>
            </p:contentPart>
          </mc:Choice>
          <mc:Fallback xmlns="">
            <p:pic>
              <p:nvPicPr>
                <p:cNvPr id="197" name="Ink 196">
                  <a:extLst>
                    <a:ext uri="{FF2B5EF4-FFF2-40B4-BE49-F238E27FC236}">
                      <a16:creationId xmlns:a16="http://schemas.microsoft.com/office/drawing/2014/main" id="{5C9C121D-6845-3B4C-F8DA-D5C24E4BE110}"/>
                    </a:ext>
                  </a:extLst>
                </p:cNvPr>
                <p:cNvPicPr/>
                <p:nvPr/>
              </p:nvPicPr>
              <p:blipFill>
                <a:blip r:embed="rId349"/>
                <a:stretch>
                  <a:fillRect/>
                </a:stretch>
              </p:blipFill>
              <p:spPr>
                <a:xfrm>
                  <a:off x="6200064" y="3815136"/>
                  <a:ext cx="1638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0">
            <p14:nvContentPartPr>
              <p14:cNvPr id="199" name="Ink 198">
                <a:extLst>
                  <a:ext uri="{FF2B5EF4-FFF2-40B4-BE49-F238E27FC236}">
                    <a16:creationId xmlns:a16="http://schemas.microsoft.com/office/drawing/2014/main" id="{13C47455-33B9-9073-428C-451C3138CEDD}"/>
                  </a:ext>
                </a:extLst>
              </p14:cNvPr>
              <p14:cNvContentPartPr/>
              <p14:nvPr/>
            </p14:nvContentPartPr>
            <p14:xfrm>
              <a:off x="1931184" y="5862816"/>
              <a:ext cx="155520" cy="172440"/>
            </p14:xfrm>
          </p:contentPart>
        </mc:Choice>
        <mc:Fallback xmlns="">
          <p:pic>
            <p:nvPicPr>
              <p:cNvPr id="199" name="Ink 198">
                <a:extLst>
                  <a:ext uri="{FF2B5EF4-FFF2-40B4-BE49-F238E27FC236}">
                    <a16:creationId xmlns:a16="http://schemas.microsoft.com/office/drawing/2014/main" id="{13C47455-33B9-9073-428C-451C3138CEDD}"/>
                  </a:ext>
                </a:extLst>
              </p:cNvPr>
              <p:cNvPicPr/>
              <p:nvPr/>
            </p:nvPicPr>
            <p:blipFill>
              <a:blip r:embed="rId351"/>
              <a:stretch>
                <a:fillRect/>
              </a:stretch>
            </p:blipFill>
            <p:spPr>
              <a:xfrm>
                <a:off x="1926864" y="5858496"/>
                <a:ext cx="1641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0" name="Ink 199">
                <a:extLst>
                  <a:ext uri="{FF2B5EF4-FFF2-40B4-BE49-F238E27FC236}">
                    <a16:creationId xmlns:a16="http://schemas.microsoft.com/office/drawing/2014/main" id="{FCB5BCB7-405E-ECCC-900D-C89A922330E5}"/>
                  </a:ext>
                </a:extLst>
              </p14:cNvPr>
              <p14:cNvContentPartPr/>
              <p14:nvPr/>
            </p14:nvContentPartPr>
            <p14:xfrm>
              <a:off x="2574864" y="5792976"/>
              <a:ext cx="58680" cy="202680"/>
            </p14:xfrm>
          </p:contentPart>
        </mc:Choice>
        <mc:Fallback xmlns="">
          <p:pic>
            <p:nvPicPr>
              <p:cNvPr id="200" name="Ink 199">
                <a:extLst>
                  <a:ext uri="{FF2B5EF4-FFF2-40B4-BE49-F238E27FC236}">
                    <a16:creationId xmlns:a16="http://schemas.microsoft.com/office/drawing/2014/main" id="{FCB5BCB7-405E-ECCC-900D-C89A922330E5}"/>
                  </a:ext>
                </a:extLst>
              </p:cNvPr>
              <p:cNvPicPr/>
              <p:nvPr/>
            </p:nvPicPr>
            <p:blipFill>
              <a:blip r:embed="rId353"/>
              <a:stretch>
                <a:fillRect/>
              </a:stretch>
            </p:blipFill>
            <p:spPr>
              <a:xfrm>
                <a:off x="2570544" y="5788656"/>
                <a:ext cx="67320" cy="211320"/>
              </a:xfrm>
              <a:prstGeom prst="rect">
                <a:avLst/>
              </a:prstGeom>
            </p:spPr>
          </p:pic>
        </mc:Fallback>
      </mc:AlternateContent>
      <p:grpSp>
        <p:nvGrpSpPr>
          <p:cNvPr id="231" name="Group 230">
            <a:extLst>
              <a:ext uri="{FF2B5EF4-FFF2-40B4-BE49-F238E27FC236}">
                <a16:creationId xmlns:a16="http://schemas.microsoft.com/office/drawing/2014/main" id="{6CB2DB5F-9CD7-8207-D0A8-A76DD4B33E8F}"/>
              </a:ext>
            </a:extLst>
          </p:cNvPr>
          <p:cNvGrpSpPr/>
          <p:nvPr/>
        </p:nvGrpSpPr>
        <p:grpSpPr>
          <a:xfrm>
            <a:off x="1750824" y="5485536"/>
            <a:ext cx="4338360" cy="1143000"/>
            <a:chOff x="1750824" y="5485536"/>
            <a:chExt cx="4338360" cy="1143000"/>
          </a:xfrm>
        </p:grpSpPr>
        <mc:AlternateContent xmlns:mc="http://schemas.openxmlformats.org/markup-compatibility/2006" xmlns:p14="http://schemas.microsoft.com/office/powerpoint/2010/main">
          <mc:Choice Requires="p14">
            <p:contentPart p14:bwMode="auto" r:id="rId354">
              <p14:nvContentPartPr>
                <p14:cNvPr id="201" name="Ink 200">
                  <a:extLst>
                    <a:ext uri="{FF2B5EF4-FFF2-40B4-BE49-F238E27FC236}">
                      <a16:creationId xmlns:a16="http://schemas.microsoft.com/office/drawing/2014/main" id="{4D4FEA95-1A8B-86AD-DB3B-F125B6D8D62E}"/>
                    </a:ext>
                  </a:extLst>
                </p14:cNvPr>
                <p14:cNvContentPartPr/>
                <p14:nvPr/>
              </p14:nvContentPartPr>
              <p14:xfrm>
                <a:off x="5301144" y="5674176"/>
                <a:ext cx="232560" cy="249840"/>
              </p14:xfrm>
            </p:contentPart>
          </mc:Choice>
          <mc:Fallback xmlns="">
            <p:pic>
              <p:nvPicPr>
                <p:cNvPr id="201" name="Ink 200">
                  <a:extLst>
                    <a:ext uri="{FF2B5EF4-FFF2-40B4-BE49-F238E27FC236}">
                      <a16:creationId xmlns:a16="http://schemas.microsoft.com/office/drawing/2014/main" id="{4D4FEA95-1A8B-86AD-DB3B-F125B6D8D62E}"/>
                    </a:ext>
                  </a:extLst>
                </p:cNvPr>
                <p:cNvPicPr/>
                <p:nvPr/>
              </p:nvPicPr>
              <p:blipFill>
                <a:blip r:embed="rId355"/>
                <a:stretch>
                  <a:fillRect/>
                </a:stretch>
              </p:blipFill>
              <p:spPr>
                <a:xfrm>
                  <a:off x="5296824" y="5669856"/>
                  <a:ext cx="2412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02" name="Ink 201">
                  <a:extLst>
                    <a:ext uri="{FF2B5EF4-FFF2-40B4-BE49-F238E27FC236}">
                      <a16:creationId xmlns:a16="http://schemas.microsoft.com/office/drawing/2014/main" id="{0F21CED1-B683-2A18-0D00-5C9C6F894FB7}"/>
                    </a:ext>
                  </a:extLst>
                </p14:cNvPr>
                <p14:cNvContentPartPr/>
                <p14:nvPr/>
              </p14:nvContentPartPr>
              <p14:xfrm>
                <a:off x="3100104" y="5688576"/>
                <a:ext cx="161280" cy="240120"/>
              </p14:xfrm>
            </p:contentPart>
          </mc:Choice>
          <mc:Fallback xmlns="">
            <p:pic>
              <p:nvPicPr>
                <p:cNvPr id="202" name="Ink 201">
                  <a:extLst>
                    <a:ext uri="{FF2B5EF4-FFF2-40B4-BE49-F238E27FC236}">
                      <a16:creationId xmlns:a16="http://schemas.microsoft.com/office/drawing/2014/main" id="{0F21CED1-B683-2A18-0D00-5C9C6F894FB7}"/>
                    </a:ext>
                  </a:extLst>
                </p:cNvPr>
                <p:cNvPicPr/>
                <p:nvPr/>
              </p:nvPicPr>
              <p:blipFill>
                <a:blip r:embed="rId357"/>
                <a:stretch>
                  <a:fillRect/>
                </a:stretch>
              </p:blipFill>
              <p:spPr>
                <a:xfrm>
                  <a:off x="3095784" y="5684256"/>
                  <a:ext cx="1699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03" name="Ink 202">
                  <a:extLst>
                    <a:ext uri="{FF2B5EF4-FFF2-40B4-BE49-F238E27FC236}">
                      <a16:creationId xmlns:a16="http://schemas.microsoft.com/office/drawing/2014/main" id="{1156050B-5D79-8435-42A2-FE6B44AEA556}"/>
                    </a:ext>
                  </a:extLst>
                </p14:cNvPr>
                <p14:cNvContentPartPr/>
                <p14:nvPr/>
              </p14:nvContentPartPr>
              <p14:xfrm>
                <a:off x="3190104" y="5790816"/>
                <a:ext cx="155160" cy="12960"/>
              </p14:xfrm>
            </p:contentPart>
          </mc:Choice>
          <mc:Fallback xmlns="">
            <p:pic>
              <p:nvPicPr>
                <p:cNvPr id="203" name="Ink 202">
                  <a:extLst>
                    <a:ext uri="{FF2B5EF4-FFF2-40B4-BE49-F238E27FC236}">
                      <a16:creationId xmlns:a16="http://schemas.microsoft.com/office/drawing/2014/main" id="{1156050B-5D79-8435-42A2-FE6B44AEA556}"/>
                    </a:ext>
                  </a:extLst>
                </p:cNvPr>
                <p:cNvPicPr/>
                <p:nvPr/>
              </p:nvPicPr>
              <p:blipFill>
                <a:blip r:embed="rId359"/>
                <a:stretch>
                  <a:fillRect/>
                </a:stretch>
              </p:blipFill>
              <p:spPr>
                <a:xfrm>
                  <a:off x="3185784" y="5786496"/>
                  <a:ext cx="1638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04" name="Ink 203">
                  <a:extLst>
                    <a:ext uri="{FF2B5EF4-FFF2-40B4-BE49-F238E27FC236}">
                      <a16:creationId xmlns:a16="http://schemas.microsoft.com/office/drawing/2014/main" id="{466A926D-EB43-1F08-3165-0D378C47C01D}"/>
                    </a:ext>
                  </a:extLst>
                </p14:cNvPr>
                <p14:cNvContentPartPr/>
                <p14:nvPr/>
              </p14:nvContentPartPr>
              <p14:xfrm>
                <a:off x="3587184" y="5712336"/>
                <a:ext cx="123840" cy="165600"/>
              </p14:xfrm>
            </p:contentPart>
          </mc:Choice>
          <mc:Fallback xmlns="">
            <p:pic>
              <p:nvPicPr>
                <p:cNvPr id="204" name="Ink 203">
                  <a:extLst>
                    <a:ext uri="{FF2B5EF4-FFF2-40B4-BE49-F238E27FC236}">
                      <a16:creationId xmlns:a16="http://schemas.microsoft.com/office/drawing/2014/main" id="{466A926D-EB43-1F08-3165-0D378C47C01D}"/>
                    </a:ext>
                  </a:extLst>
                </p:cNvPr>
                <p:cNvPicPr/>
                <p:nvPr/>
              </p:nvPicPr>
              <p:blipFill>
                <a:blip r:embed="rId361"/>
                <a:stretch>
                  <a:fillRect/>
                </a:stretch>
              </p:blipFill>
              <p:spPr>
                <a:xfrm>
                  <a:off x="3582864" y="5708016"/>
                  <a:ext cx="1324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05" name="Ink 204">
                  <a:extLst>
                    <a:ext uri="{FF2B5EF4-FFF2-40B4-BE49-F238E27FC236}">
                      <a16:creationId xmlns:a16="http://schemas.microsoft.com/office/drawing/2014/main" id="{6A5910C3-9A0D-5246-B9E5-6C2B27DCD486}"/>
                    </a:ext>
                  </a:extLst>
                </p14:cNvPr>
                <p14:cNvContentPartPr/>
                <p14:nvPr/>
              </p14:nvContentPartPr>
              <p14:xfrm>
                <a:off x="3686544" y="5663736"/>
                <a:ext cx="231480" cy="3960"/>
              </p14:xfrm>
            </p:contentPart>
          </mc:Choice>
          <mc:Fallback xmlns="">
            <p:pic>
              <p:nvPicPr>
                <p:cNvPr id="205" name="Ink 204">
                  <a:extLst>
                    <a:ext uri="{FF2B5EF4-FFF2-40B4-BE49-F238E27FC236}">
                      <a16:creationId xmlns:a16="http://schemas.microsoft.com/office/drawing/2014/main" id="{6A5910C3-9A0D-5246-B9E5-6C2B27DCD486}"/>
                    </a:ext>
                  </a:extLst>
                </p:cNvPr>
                <p:cNvPicPr/>
                <p:nvPr/>
              </p:nvPicPr>
              <p:blipFill>
                <a:blip r:embed="rId363"/>
                <a:stretch>
                  <a:fillRect/>
                </a:stretch>
              </p:blipFill>
              <p:spPr>
                <a:xfrm>
                  <a:off x="3682224" y="5659416"/>
                  <a:ext cx="2401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06" name="Ink 205">
                  <a:extLst>
                    <a:ext uri="{FF2B5EF4-FFF2-40B4-BE49-F238E27FC236}">
                      <a16:creationId xmlns:a16="http://schemas.microsoft.com/office/drawing/2014/main" id="{9BE40266-97D7-AB88-B6C2-D6732179C960}"/>
                    </a:ext>
                  </a:extLst>
                </p14:cNvPr>
                <p14:cNvContentPartPr/>
                <p14:nvPr/>
              </p14:nvContentPartPr>
              <p14:xfrm>
                <a:off x="4173984" y="5727816"/>
                <a:ext cx="284400" cy="109080"/>
              </p14:xfrm>
            </p:contentPart>
          </mc:Choice>
          <mc:Fallback xmlns="">
            <p:pic>
              <p:nvPicPr>
                <p:cNvPr id="206" name="Ink 205">
                  <a:extLst>
                    <a:ext uri="{FF2B5EF4-FFF2-40B4-BE49-F238E27FC236}">
                      <a16:creationId xmlns:a16="http://schemas.microsoft.com/office/drawing/2014/main" id="{9BE40266-97D7-AB88-B6C2-D6732179C960}"/>
                    </a:ext>
                  </a:extLst>
                </p:cNvPr>
                <p:cNvPicPr/>
                <p:nvPr/>
              </p:nvPicPr>
              <p:blipFill>
                <a:blip r:embed="rId365"/>
                <a:stretch>
                  <a:fillRect/>
                </a:stretch>
              </p:blipFill>
              <p:spPr>
                <a:xfrm>
                  <a:off x="4169664" y="5723496"/>
                  <a:ext cx="2930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07" name="Ink 206">
                  <a:extLst>
                    <a:ext uri="{FF2B5EF4-FFF2-40B4-BE49-F238E27FC236}">
                      <a16:creationId xmlns:a16="http://schemas.microsoft.com/office/drawing/2014/main" id="{9CDAF899-BA59-43C4-131F-12963DED5EA1}"/>
                    </a:ext>
                  </a:extLst>
                </p14:cNvPr>
                <p14:cNvContentPartPr/>
                <p14:nvPr/>
              </p14:nvContentPartPr>
              <p14:xfrm>
                <a:off x="1750824" y="5795136"/>
                <a:ext cx="25920" cy="304920"/>
              </p14:xfrm>
            </p:contentPart>
          </mc:Choice>
          <mc:Fallback xmlns="">
            <p:pic>
              <p:nvPicPr>
                <p:cNvPr id="207" name="Ink 206">
                  <a:extLst>
                    <a:ext uri="{FF2B5EF4-FFF2-40B4-BE49-F238E27FC236}">
                      <a16:creationId xmlns:a16="http://schemas.microsoft.com/office/drawing/2014/main" id="{9CDAF899-BA59-43C4-131F-12963DED5EA1}"/>
                    </a:ext>
                  </a:extLst>
                </p:cNvPr>
                <p:cNvPicPr/>
                <p:nvPr/>
              </p:nvPicPr>
              <p:blipFill>
                <a:blip r:embed="rId367"/>
                <a:stretch>
                  <a:fillRect/>
                </a:stretch>
              </p:blipFill>
              <p:spPr>
                <a:xfrm>
                  <a:off x="1746504" y="5790816"/>
                  <a:ext cx="345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09" name="Ink 208">
                  <a:extLst>
                    <a:ext uri="{FF2B5EF4-FFF2-40B4-BE49-F238E27FC236}">
                      <a16:creationId xmlns:a16="http://schemas.microsoft.com/office/drawing/2014/main" id="{38CBE7E0-F6ED-2DF5-50A0-810B63E73F3E}"/>
                    </a:ext>
                  </a:extLst>
                </p14:cNvPr>
                <p14:cNvContentPartPr/>
                <p14:nvPr/>
              </p14:nvContentPartPr>
              <p14:xfrm>
                <a:off x="1781064" y="5485536"/>
                <a:ext cx="4086360" cy="651960"/>
              </p14:xfrm>
            </p:contentPart>
          </mc:Choice>
          <mc:Fallback xmlns="">
            <p:pic>
              <p:nvPicPr>
                <p:cNvPr id="209" name="Ink 208">
                  <a:extLst>
                    <a:ext uri="{FF2B5EF4-FFF2-40B4-BE49-F238E27FC236}">
                      <a16:creationId xmlns:a16="http://schemas.microsoft.com/office/drawing/2014/main" id="{38CBE7E0-F6ED-2DF5-50A0-810B63E73F3E}"/>
                    </a:ext>
                  </a:extLst>
                </p:cNvPr>
                <p:cNvPicPr/>
                <p:nvPr/>
              </p:nvPicPr>
              <p:blipFill>
                <a:blip r:embed="rId369"/>
                <a:stretch>
                  <a:fillRect/>
                </a:stretch>
              </p:blipFill>
              <p:spPr>
                <a:xfrm>
                  <a:off x="1776744" y="5481216"/>
                  <a:ext cx="409500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10" name="Ink 209">
                  <a:extLst>
                    <a:ext uri="{FF2B5EF4-FFF2-40B4-BE49-F238E27FC236}">
                      <a16:creationId xmlns:a16="http://schemas.microsoft.com/office/drawing/2014/main" id="{8D2539EA-45EE-52EE-DDBC-DCD48A746937}"/>
                    </a:ext>
                  </a:extLst>
                </p14:cNvPr>
                <p14:cNvContentPartPr/>
                <p14:nvPr/>
              </p14:nvContentPartPr>
              <p14:xfrm>
                <a:off x="2360664" y="5689296"/>
                <a:ext cx="69480" cy="378720"/>
              </p14:xfrm>
            </p:contentPart>
          </mc:Choice>
          <mc:Fallback xmlns="">
            <p:pic>
              <p:nvPicPr>
                <p:cNvPr id="210" name="Ink 209">
                  <a:extLst>
                    <a:ext uri="{FF2B5EF4-FFF2-40B4-BE49-F238E27FC236}">
                      <a16:creationId xmlns:a16="http://schemas.microsoft.com/office/drawing/2014/main" id="{8D2539EA-45EE-52EE-DDBC-DCD48A746937}"/>
                    </a:ext>
                  </a:extLst>
                </p:cNvPr>
                <p:cNvPicPr/>
                <p:nvPr/>
              </p:nvPicPr>
              <p:blipFill>
                <a:blip r:embed="rId371"/>
                <a:stretch>
                  <a:fillRect/>
                </a:stretch>
              </p:blipFill>
              <p:spPr>
                <a:xfrm>
                  <a:off x="2356344" y="5684976"/>
                  <a:ext cx="7812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11" name="Ink 210">
                  <a:extLst>
                    <a:ext uri="{FF2B5EF4-FFF2-40B4-BE49-F238E27FC236}">
                      <a16:creationId xmlns:a16="http://schemas.microsoft.com/office/drawing/2014/main" id="{A6B14080-4DB8-58D6-294B-26B4D2ECF941}"/>
                    </a:ext>
                  </a:extLst>
                </p14:cNvPr>
                <p14:cNvContentPartPr/>
                <p14:nvPr/>
              </p14:nvContentPartPr>
              <p14:xfrm>
                <a:off x="2915064" y="5628456"/>
                <a:ext cx="28080" cy="400680"/>
              </p14:xfrm>
            </p:contentPart>
          </mc:Choice>
          <mc:Fallback xmlns="">
            <p:pic>
              <p:nvPicPr>
                <p:cNvPr id="211" name="Ink 210">
                  <a:extLst>
                    <a:ext uri="{FF2B5EF4-FFF2-40B4-BE49-F238E27FC236}">
                      <a16:creationId xmlns:a16="http://schemas.microsoft.com/office/drawing/2014/main" id="{A6B14080-4DB8-58D6-294B-26B4D2ECF941}"/>
                    </a:ext>
                  </a:extLst>
                </p:cNvPr>
                <p:cNvPicPr/>
                <p:nvPr/>
              </p:nvPicPr>
              <p:blipFill>
                <a:blip r:embed="rId373"/>
                <a:stretch>
                  <a:fillRect/>
                </a:stretch>
              </p:blipFill>
              <p:spPr>
                <a:xfrm>
                  <a:off x="2910744" y="5624136"/>
                  <a:ext cx="3672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12" name="Ink 211">
                  <a:extLst>
                    <a:ext uri="{FF2B5EF4-FFF2-40B4-BE49-F238E27FC236}">
                      <a16:creationId xmlns:a16="http://schemas.microsoft.com/office/drawing/2014/main" id="{D755EF99-21DE-62C3-885E-6825A08FBC98}"/>
                    </a:ext>
                  </a:extLst>
                </p14:cNvPr>
                <p14:cNvContentPartPr/>
                <p14:nvPr/>
              </p14:nvContentPartPr>
              <p14:xfrm>
                <a:off x="3518064" y="5532336"/>
                <a:ext cx="95040" cy="551520"/>
              </p14:xfrm>
            </p:contentPart>
          </mc:Choice>
          <mc:Fallback xmlns="">
            <p:pic>
              <p:nvPicPr>
                <p:cNvPr id="212" name="Ink 211">
                  <a:extLst>
                    <a:ext uri="{FF2B5EF4-FFF2-40B4-BE49-F238E27FC236}">
                      <a16:creationId xmlns:a16="http://schemas.microsoft.com/office/drawing/2014/main" id="{D755EF99-21DE-62C3-885E-6825A08FBC98}"/>
                    </a:ext>
                  </a:extLst>
                </p:cNvPr>
                <p:cNvPicPr/>
                <p:nvPr/>
              </p:nvPicPr>
              <p:blipFill>
                <a:blip r:embed="rId375"/>
                <a:stretch>
                  <a:fillRect/>
                </a:stretch>
              </p:blipFill>
              <p:spPr>
                <a:xfrm>
                  <a:off x="3513744" y="5528016"/>
                  <a:ext cx="103680" cy="56016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13" name="Ink 212">
                  <a:extLst>
                    <a:ext uri="{FF2B5EF4-FFF2-40B4-BE49-F238E27FC236}">
                      <a16:creationId xmlns:a16="http://schemas.microsoft.com/office/drawing/2014/main" id="{FAF93F7C-0057-A6A9-490C-3F782B824FF5}"/>
                    </a:ext>
                  </a:extLst>
                </p14:cNvPr>
                <p14:cNvContentPartPr/>
                <p14:nvPr/>
              </p14:nvContentPartPr>
              <p14:xfrm>
                <a:off x="4061664" y="5529816"/>
                <a:ext cx="52560" cy="494640"/>
              </p14:xfrm>
            </p:contentPart>
          </mc:Choice>
          <mc:Fallback xmlns="">
            <p:pic>
              <p:nvPicPr>
                <p:cNvPr id="213" name="Ink 212">
                  <a:extLst>
                    <a:ext uri="{FF2B5EF4-FFF2-40B4-BE49-F238E27FC236}">
                      <a16:creationId xmlns:a16="http://schemas.microsoft.com/office/drawing/2014/main" id="{FAF93F7C-0057-A6A9-490C-3F782B824FF5}"/>
                    </a:ext>
                  </a:extLst>
                </p:cNvPr>
                <p:cNvPicPr/>
                <p:nvPr/>
              </p:nvPicPr>
              <p:blipFill>
                <a:blip r:embed="rId377"/>
                <a:stretch>
                  <a:fillRect/>
                </a:stretch>
              </p:blipFill>
              <p:spPr>
                <a:xfrm>
                  <a:off x="4057344" y="5525496"/>
                  <a:ext cx="6120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14" name="Ink 213">
                  <a:extLst>
                    <a:ext uri="{FF2B5EF4-FFF2-40B4-BE49-F238E27FC236}">
                      <a16:creationId xmlns:a16="http://schemas.microsoft.com/office/drawing/2014/main" id="{92F03483-6BE8-4006-DB0F-55BF228B19F0}"/>
                    </a:ext>
                  </a:extLst>
                </p14:cNvPr>
                <p14:cNvContentPartPr/>
                <p14:nvPr/>
              </p14:nvContentPartPr>
              <p14:xfrm>
                <a:off x="4908744" y="5511456"/>
                <a:ext cx="43920" cy="499680"/>
              </p14:xfrm>
            </p:contentPart>
          </mc:Choice>
          <mc:Fallback xmlns="">
            <p:pic>
              <p:nvPicPr>
                <p:cNvPr id="214" name="Ink 213">
                  <a:extLst>
                    <a:ext uri="{FF2B5EF4-FFF2-40B4-BE49-F238E27FC236}">
                      <a16:creationId xmlns:a16="http://schemas.microsoft.com/office/drawing/2014/main" id="{92F03483-6BE8-4006-DB0F-55BF228B19F0}"/>
                    </a:ext>
                  </a:extLst>
                </p:cNvPr>
                <p:cNvPicPr/>
                <p:nvPr/>
              </p:nvPicPr>
              <p:blipFill>
                <a:blip r:embed="rId379"/>
                <a:stretch>
                  <a:fillRect/>
                </a:stretch>
              </p:blipFill>
              <p:spPr>
                <a:xfrm>
                  <a:off x="4904424" y="5507136"/>
                  <a:ext cx="5256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16" name="Ink 215">
                  <a:extLst>
                    <a:ext uri="{FF2B5EF4-FFF2-40B4-BE49-F238E27FC236}">
                      <a16:creationId xmlns:a16="http://schemas.microsoft.com/office/drawing/2014/main" id="{50C924FC-63F0-A45F-8737-895E65D3382A}"/>
                    </a:ext>
                  </a:extLst>
                </p14:cNvPr>
                <p14:cNvContentPartPr/>
                <p14:nvPr/>
              </p14:nvContentPartPr>
              <p14:xfrm>
                <a:off x="1827144" y="6219216"/>
                <a:ext cx="1028160" cy="154800"/>
              </p14:xfrm>
            </p:contentPart>
          </mc:Choice>
          <mc:Fallback xmlns="">
            <p:pic>
              <p:nvPicPr>
                <p:cNvPr id="216" name="Ink 215">
                  <a:extLst>
                    <a:ext uri="{FF2B5EF4-FFF2-40B4-BE49-F238E27FC236}">
                      <a16:creationId xmlns:a16="http://schemas.microsoft.com/office/drawing/2014/main" id="{50C924FC-63F0-A45F-8737-895E65D3382A}"/>
                    </a:ext>
                  </a:extLst>
                </p:cNvPr>
                <p:cNvPicPr/>
                <p:nvPr/>
              </p:nvPicPr>
              <p:blipFill>
                <a:blip r:embed="rId381"/>
                <a:stretch>
                  <a:fillRect/>
                </a:stretch>
              </p:blipFill>
              <p:spPr>
                <a:xfrm>
                  <a:off x="1822824" y="6214896"/>
                  <a:ext cx="10368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17" name="Ink 216">
                  <a:extLst>
                    <a:ext uri="{FF2B5EF4-FFF2-40B4-BE49-F238E27FC236}">
                      <a16:creationId xmlns:a16="http://schemas.microsoft.com/office/drawing/2014/main" id="{5F6CD555-790B-5A84-AB0C-2F3BAA61FBED}"/>
                    </a:ext>
                  </a:extLst>
                </p14:cNvPr>
                <p14:cNvContentPartPr/>
                <p14:nvPr/>
              </p14:nvContentPartPr>
              <p14:xfrm>
                <a:off x="1943784" y="6532776"/>
                <a:ext cx="92880" cy="95760"/>
              </p14:xfrm>
            </p:contentPart>
          </mc:Choice>
          <mc:Fallback xmlns="">
            <p:pic>
              <p:nvPicPr>
                <p:cNvPr id="217" name="Ink 216">
                  <a:extLst>
                    <a:ext uri="{FF2B5EF4-FFF2-40B4-BE49-F238E27FC236}">
                      <a16:creationId xmlns:a16="http://schemas.microsoft.com/office/drawing/2014/main" id="{5F6CD555-790B-5A84-AB0C-2F3BAA61FBED}"/>
                    </a:ext>
                  </a:extLst>
                </p:cNvPr>
                <p:cNvPicPr/>
                <p:nvPr/>
              </p:nvPicPr>
              <p:blipFill>
                <a:blip r:embed="rId383"/>
                <a:stretch>
                  <a:fillRect/>
                </a:stretch>
              </p:blipFill>
              <p:spPr>
                <a:xfrm>
                  <a:off x="1939464" y="6528456"/>
                  <a:ext cx="1015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18" name="Ink 217">
                  <a:extLst>
                    <a:ext uri="{FF2B5EF4-FFF2-40B4-BE49-F238E27FC236}">
                      <a16:creationId xmlns:a16="http://schemas.microsoft.com/office/drawing/2014/main" id="{8C9C2072-CE6A-C3ED-EA2C-53FE16524C82}"/>
                    </a:ext>
                  </a:extLst>
                </p14:cNvPr>
                <p14:cNvContentPartPr/>
                <p14:nvPr/>
              </p14:nvContentPartPr>
              <p14:xfrm>
                <a:off x="2089584" y="6487776"/>
                <a:ext cx="172080" cy="116280"/>
              </p14:xfrm>
            </p:contentPart>
          </mc:Choice>
          <mc:Fallback xmlns="">
            <p:pic>
              <p:nvPicPr>
                <p:cNvPr id="218" name="Ink 217">
                  <a:extLst>
                    <a:ext uri="{FF2B5EF4-FFF2-40B4-BE49-F238E27FC236}">
                      <a16:creationId xmlns:a16="http://schemas.microsoft.com/office/drawing/2014/main" id="{8C9C2072-CE6A-C3ED-EA2C-53FE16524C82}"/>
                    </a:ext>
                  </a:extLst>
                </p:cNvPr>
                <p:cNvPicPr/>
                <p:nvPr/>
              </p:nvPicPr>
              <p:blipFill>
                <a:blip r:embed="rId385"/>
                <a:stretch>
                  <a:fillRect/>
                </a:stretch>
              </p:blipFill>
              <p:spPr>
                <a:xfrm>
                  <a:off x="2085264" y="6483456"/>
                  <a:ext cx="1807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19" name="Ink 218">
                  <a:extLst>
                    <a:ext uri="{FF2B5EF4-FFF2-40B4-BE49-F238E27FC236}">
                      <a16:creationId xmlns:a16="http://schemas.microsoft.com/office/drawing/2014/main" id="{D5C371A3-07D0-AD8B-790A-8801310791B6}"/>
                    </a:ext>
                  </a:extLst>
                </p14:cNvPr>
                <p14:cNvContentPartPr/>
                <p14:nvPr/>
              </p14:nvContentPartPr>
              <p14:xfrm>
                <a:off x="2349144" y="6422616"/>
                <a:ext cx="2520" cy="138240"/>
              </p14:xfrm>
            </p:contentPart>
          </mc:Choice>
          <mc:Fallback xmlns="">
            <p:pic>
              <p:nvPicPr>
                <p:cNvPr id="219" name="Ink 218">
                  <a:extLst>
                    <a:ext uri="{FF2B5EF4-FFF2-40B4-BE49-F238E27FC236}">
                      <a16:creationId xmlns:a16="http://schemas.microsoft.com/office/drawing/2014/main" id="{D5C371A3-07D0-AD8B-790A-8801310791B6}"/>
                    </a:ext>
                  </a:extLst>
                </p:cNvPr>
                <p:cNvPicPr/>
                <p:nvPr/>
              </p:nvPicPr>
              <p:blipFill>
                <a:blip r:embed="rId387"/>
                <a:stretch>
                  <a:fillRect/>
                </a:stretch>
              </p:blipFill>
              <p:spPr>
                <a:xfrm>
                  <a:off x="2344824" y="6418296"/>
                  <a:ext cx="11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20" name="Ink 219">
                  <a:extLst>
                    <a:ext uri="{FF2B5EF4-FFF2-40B4-BE49-F238E27FC236}">
                      <a16:creationId xmlns:a16="http://schemas.microsoft.com/office/drawing/2014/main" id="{0F9D9905-A157-912D-797F-149E671E1E89}"/>
                    </a:ext>
                  </a:extLst>
                </p14:cNvPr>
                <p14:cNvContentPartPr/>
                <p14:nvPr/>
              </p14:nvContentPartPr>
              <p14:xfrm>
                <a:off x="2353824" y="6505416"/>
                <a:ext cx="189720" cy="77040"/>
              </p14:xfrm>
            </p:contentPart>
          </mc:Choice>
          <mc:Fallback xmlns="">
            <p:pic>
              <p:nvPicPr>
                <p:cNvPr id="220" name="Ink 219">
                  <a:extLst>
                    <a:ext uri="{FF2B5EF4-FFF2-40B4-BE49-F238E27FC236}">
                      <a16:creationId xmlns:a16="http://schemas.microsoft.com/office/drawing/2014/main" id="{0F9D9905-A157-912D-797F-149E671E1E89}"/>
                    </a:ext>
                  </a:extLst>
                </p:cNvPr>
                <p:cNvPicPr/>
                <p:nvPr/>
              </p:nvPicPr>
              <p:blipFill>
                <a:blip r:embed="rId389"/>
                <a:stretch>
                  <a:fillRect/>
                </a:stretch>
              </p:blipFill>
              <p:spPr>
                <a:xfrm>
                  <a:off x="2349504" y="6501096"/>
                  <a:ext cx="1983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21" name="Ink 220">
                  <a:extLst>
                    <a:ext uri="{FF2B5EF4-FFF2-40B4-BE49-F238E27FC236}">
                      <a16:creationId xmlns:a16="http://schemas.microsoft.com/office/drawing/2014/main" id="{923A79CF-DDF8-74E6-712D-B5C5665ABEB4}"/>
                    </a:ext>
                  </a:extLst>
                </p14:cNvPr>
                <p14:cNvContentPartPr/>
                <p14:nvPr/>
              </p14:nvContentPartPr>
              <p14:xfrm>
                <a:off x="2596104" y="6421176"/>
                <a:ext cx="176040" cy="184320"/>
              </p14:xfrm>
            </p:contentPart>
          </mc:Choice>
          <mc:Fallback xmlns="">
            <p:pic>
              <p:nvPicPr>
                <p:cNvPr id="221" name="Ink 220">
                  <a:extLst>
                    <a:ext uri="{FF2B5EF4-FFF2-40B4-BE49-F238E27FC236}">
                      <a16:creationId xmlns:a16="http://schemas.microsoft.com/office/drawing/2014/main" id="{923A79CF-DDF8-74E6-712D-B5C5665ABEB4}"/>
                    </a:ext>
                  </a:extLst>
                </p:cNvPr>
                <p:cNvPicPr/>
                <p:nvPr/>
              </p:nvPicPr>
              <p:blipFill>
                <a:blip r:embed="rId391"/>
                <a:stretch>
                  <a:fillRect/>
                </a:stretch>
              </p:blipFill>
              <p:spPr>
                <a:xfrm>
                  <a:off x="2591784" y="6416856"/>
                  <a:ext cx="1846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22" name="Ink 221">
                  <a:extLst>
                    <a:ext uri="{FF2B5EF4-FFF2-40B4-BE49-F238E27FC236}">
                      <a16:creationId xmlns:a16="http://schemas.microsoft.com/office/drawing/2014/main" id="{4E8B82E0-490D-49C5-4726-B650913DB3DB}"/>
                    </a:ext>
                  </a:extLst>
                </p14:cNvPr>
                <p14:cNvContentPartPr/>
                <p14:nvPr/>
              </p14:nvContentPartPr>
              <p14:xfrm>
                <a:off x="3023784" y="6143256"/>
                <a:ext cx="3065400" cy="194400"/>
              </p14:xfrm>
            </p:contentPart>
          </mc:Choice>
          <mc:Fallback xmlns="">
            <p:pic>
              <p:nvPicPr>
                <p:cNvPr id="222" name="Ink 221">
                  <a:extLst>
                    <a:ext uri="{FF2B5EF4-FFF2-40B4-BE49-F238E27FC236}">
                      <a16:creationId xmlns:a16="http://schemas.microsoft.com/office/drawing/2014/main" id="{4E8B82E0-490D-49C5-4726-B650913DB3DB}"/>
                    </a:ext>
                  </a:extLst>
                </p:cNvPr>
                <p:cNvPicPr/>
                <p:nvPr/>
              </p:nvPicPr>
              <p:blipFill>
                <a:blip r:embed="rId393"/>
                <a:stretch>
                  <a:fillRect/>
                </a:stretch>
              </p:blipFill>
              <p:spPr>
                <a:xfrm>
                  <a:off x="3019464" y="6138936"/>
                  <a:ext cx="3074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23" name="Ink 222">
                  <a:extLst>
                    <a:ext uri="{FF2B5EF4-FFF2-40B4-BE49-F238E27FC236}">
                      <a16:creationId xmlns:a16="http://schemas.microsoft.com/office/drawing/2014/main" id="{50C21E49-F506-0441-72EB-6AAAC921B17E}"/>
                    </a:ext>
                  </a:extLst>
                </p14:cNvPr>
                <p14:cNvContentPartPr/>
                <p14:nvPr/>
              </p14:nvContentPartPr>
              <p14:xfrm>
                <a:off x="3829824" y="6468696"/>
                <a:ext cx="152640" cy="53280"/>
              </p14:xfrm>
            </p:contentPart>
          </mc:Choice>
          <mc:Fallback xmlns="">
            <p:pic>
              <p:nvPicPr>
                <p:cNvPr id="223" name="Ink 222">
                  <a:extLst>
                    <a:ext uri="{FF2B5EF4-FFF2-40B4-BE49-F238E27FC236}">
                      <a16:creationId xmlns:a16="http://schemas.microsoft.com/office/drawing/2014/main" id="{50C21E49-F506-0441-72EB-6AAAC921B17E}"/>
                    </a:ext>
                  </a:extLst>
                </p:cNvPr>
                <p:cNvPicPr/>
                <p:nvPr/>
              </p:nvPicPr>
              <p:blipFill>
                <a:blip r:embed="rId395"/>
                <a:stretch>
                  <a:fillRect/>
                </a:stretch>
              </p:blipFill>
              <p:spPr>
                <a:xfrm>
                  <a:off x="3825504" y="6464376"/>
                  <a:ext cx="1612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24" name="Ink 223">
                  <a:extLst>
                    <a:ext uri="{FF2B5EF4-FFF2-40B4-BE49-F238E27FC236}">
                      <a16:creationId xmlns:a16="http://schemas.microsoft.com/office/drawing/2014/main" id="{63F57891-09F8-D08C-9825-271F41CA328E}"/>
                    </a:ext>
                  </a:extLst>
                </p14:cNvPr>
                <p14:cNvContentPartPr/>
                <p14:nvPr/>
              </p14:nvContentPartPr>
              <p14:xfrm>
                <a:off x="4035384" y="6450336"/>
                <a:ext cx="132120" cy="46440"/>
              </p14:xfrm>
            </p:contentPart>
          </mc:Choice>
          <mc:Fallback xmlns="">
            <p:pic>
              <p:nvPicPr>
                <p:cNvPr id="224" name="Ink 223">
                  <a:extLst>
                    <a:ext uri="{FF2B5EF4-FFF2-40B4-BE49-F238E27FC236}">
                      <a16:creationId xmlns:a16="http://schemas.microsoft.com/office/drawing/2014/main" id="{63F57891-09F8-D08C-9825-271F41CA328E}"/>
                    </a:ext>
                  </a:extLst>
                </p:cNvPr>
                <p:cNvPicPr/>
                <p:nvPr/>
              </p:nvPicPr>
              <p:blipFill>
                <a:blip r:embed="rId397"/>
                <a:stretch>
                  <a:fillRect/>
                </a:stretch>
              </p:blipFill>
              <p:spPr>
                <a:xfrm>
                  <a:off x="4031064" y="6446016"/>
                  <a:ext cx="1407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25" name="Ink 224">
                  <a:extLst>
                    <a:ext uri="{FF2B5EF4-FFF2-40B4-BE49-F238E27FC236}">
                      <a16:creationId xmlns:a16="http://schemas.microsoft.com/office/drawing/2014/main" id="{D8CCE334-90AA-971D-32DE-C1210C387EBC}"/>
                    </a:ext>
                  </a:extLst>
                </p14:cNvPr>
                <p14:cNvContentPartPr/>
                <p14:nvPr/>
              </p14:nvContentPartPr>
              <p14:xfrm>
                <a:off x="4265424" y="6427656"/>
                <a:ext cx="56880" cy="87840"/>
              </p14:xfrm>
            </p:contentPart>
          </mc:Choice>
          <mc:Fallback xmlns="">
            <p:pic>
              <p:nvPicPr>
                <p:cNvPr id="225" name="Ink 224">
                  <a:extLst>
                    <a:ext uri="{FF2B5EF4-FFF2-40B4-BE49-F238E27FC236}">
                      <a16:creationId xmlns:a16="http://schemas.microsoft.com/office/drawing/2014/main" id="{D8CCE334-90AA-971D-32DE-C1210C387EBC}"/>
                    </a:ext>
                  </a:extLst>
                </p:cNvPr>
                <p:cNvPicPr/>
                <p:nvPr/>
              </p:nvPicPr>
              <p:blipFill>
                <a:blip r:embed="rId399"/>
                <a:stretch>
                  <a:fillRect/>
                </a:stretch>
              </p:blipFill>
              <p:spPr>
                <a:xfrm>
                  <a:off x="4261104" y="6423336"/>
                  <a:ext cx="6552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26" name="Ink 225">
                  <a:extLst>
                    <a:ext uri="{FF2B5EF4-FFF2-40B4-BE49-F238E27FC236}">
                      <a16:creationId xmlns:a16="http://schemas.microsoft.com/office/drawing/2014/main" id="{2F7062B2-8039-A463-B69C-A5CCADC33706}"/>
                    </a:ext>
                  </a:extLst>
                </p14:cNvPr>
                <p14:cNvContentPartPr/>
                <p14:nvPr/>
              </p14:nvContentPartPr>
              <p14:xfrm>
                <a:off x="4411584" y="6368616"/>
                <a:ext cx="183240" cy="109080"/>
              </p14:xfrm>
            </p:contentPart>
          </mc:Choice>
          <mc:Fallback xmlns="">
            <p:pic>
              <p:nvPicPr>
                <p:cNvPr id="226" name="Ink 225">
                  <a:extLst>
                    <a:ext uri="{FF2B5EF4-FFF2-40B4-BE49-F238E27FC236}">
                      <a16:creationId xmlns:a16="http://schemas.microsoft.com/office/drawing/2014/main" id="{2F7062B2-8039-A463-B69C-A5CCADC33706}"/>
                    </a:ext>
                  </a:extLst>
                </p:cNvPr>
                <p:cNvPicPr/>
                <p:nvPr/>
              </p:nvPicPr>
              <p:blipFill>
                <a:blip r:embed="rId401"/>
                <a:stretch>
                  <a:fillRect/>
                </a:stretch>
              </p:blipFill>
              <p:spPr>
                <a:xfrm>
                  <a:off x="4407264" y="6364296"/>
                  <a:ext cx="1918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27" name="Ink 226">
                  <a:extLst>
                    <a:ext uri="{FF2B5EF4-FFF2-40B4-BE49-F238E27FC236}">
                      <a16:creationId xmlns:a16="http://schemas.microsoft.com/office/drawing/2014/main" id="{A640459A-F272-E7B5-3151-7BED9922B98C}"/>
                    </a:ext>
                  </a:extLst>
                </p14:cNvPr>
                <p14:cNvContentPartPr/>
                <p14:nvPr/>
              </p14:nvContentPartPr>
              <p14:xfrm>
                <a:off x="4710024" y="6332616"/>
                <a:ext cx="18720" cy="142560"/>
              </p14:xfrm>
            </p:contentPart>
          </mc:Choice>
          <mc:Fallback xmlns="">
            <p:pic>
              <p:nvPicPr>
                <p:cNvPr id="227" name="Ink 226">
                  <a:extLst>
                    <a:ext uri="{FF2B5EF4-FFF2-40B4-BE49-F238E27FC236}">
                      <a16:creationId xmlns:a16="http://schemas.microsoft.com/office/drawing/2014/main" id="{A640459A-F272-E7B5-3151-7BED9922B98C}"/>
                    </a:ext>
                  </a:extLst>
                </p:cNvPr>
                <p:cNvPicPr/>
                <p:nvPr/>
              </p:nvPicPr>
              <p:blipFill>
                <a:blip r:embed="rId403"/>
                <a:stretch>
                  <a:fillRect/>
                </a:stretch>
              </p:blipFill>
              <p:spPr>
                <a:xfrm>
                  <a:off x="4705704" y="6328296"/>
                  <a:ext cx="273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28" name="Ink 227">
                  <a:extLst>
                    <a:ext uri="{FF2B5EF4-FFF2-40B4-BE49-F238E27FC236}">
                      <a16:creationId xmlns:a16="http://schemas.microsoft.com/office/drawing/2014/main" id="{A1FF3465-46A1-C609-A717-476647418778}"/>
                    </a:ext>
                  </a:extLst>
                </p14:cNvPr>
                <p14:cNvContentPartPr/>
                <p14:nvPr/>
              </p14:nvContentPartPr>
              <p14:xfrm>
                <a:off x="4675464" y="6395976"/>
                <a:ext cx="150480" cy="6120"/>
              </p14:xfrm>
            </p:contentPart>
          </mc:Choice>
          <mc:Fallback xmlns="">
            <p:pic>
              <p:nvPicPr>
                <p:cNvPr id="228" name="Ink 227">
                  <a:extLst>
                    <a:ext uri="{FF2B5EF4-FFF2-40B4-BE49-F238E27FC236}">
                      <a16:creationId xmlns:a16="http://schemas.microsoft.com/office/drawing/2014/main" id="{A1FF3465-46A1-C609-A717-476647418778}"/>
                    </a:ext>
                  </a:extLst>
                </p:cNvPr>
                <p:cNvPicPr/>
                <p:nvPr/>
              </p:nvPicPr>
              <p:blipFill>
                <a:blip r:embed="rId405"/>
                <a:stretch>
                  <a:fillRect/>
                </a:stretch>
              </p:blipFill>
              <p:spPr>
                <a:xfrm>
                  <a:off x="4671144" y="6391656"/>
                  <a:ext cx="1591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29" name="Ink 228">
                  <a:extLst>
                    <a:ext uri="{FF2B5EF4-FFF2-40B4-BE49-F238E27FC236}">
                      <a16:creationId xmlns:a16="http://schemas.microsoft.com/office/drawing/2014/main" id="{EB501A57-B1CF-160A-E246-460ED21077A1}"/>
                    </a:ext>
                  </a:extLst>
                </p14:cNvPr>
                <p14:cNvContentPartPr/>
                <p14:nvPr/>
              </p14:nvContentPartPr>
              <p14:xfrm>
                <a:off x="4853304" y="6383376"/>
                <a:ext cx="240480" cy="117000"/>
              </p14:xfrm>
            </p:contentPart>
          </mc:Choice>
          <mc:Fallback xmlns="">
            <p:pic>
              <p:nvPicPr>
                <p:cNvPr id="229" name="Ink 228">
                  <a:extLst>
                    <a:ext uri="{FF2B5EF4-FFF2-40B4-BE49-F238E27FC236}">
                      <a16:creationId xmlns:a16="http://schemas.microsoft.com/office/drawing/2014/main" id="{EB501A57-B1CF-160A-E246-460ED21077A1}"/>
                    </a:ext>
                  </a:extLst>
                </p:cNvPr>
                <p:cNvPicPr/>
                <p:nvPr/>
              </p:nvPicPr>
              <p:blipFill>
                <a:blip r:embed="rId407"/>
                <a:stretch>
                  <a:fillRect/>
                </a:stretch>
              </p:blipFill>
              <p:spPr>
                <a:xfrm>
                  <a:off x="4848984" y="6379056"/>
                  <a:ext cx="2491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30" name="Ink 229">
                  <a:extLst>
                    <a:ext uri="{FF2B5EF4-FFF2-40B4-BE49-F238E27FC236}">
                      <a16:creationId xmlns:a16="http://schemas.microsoft.com/office/drawing/2014/main" id="{124BE7AA-8FB6-C697-CE9B-32114F2EA893}"/>
                    </a:ext>
                  </a:extLst>
                </p14:cNvPr>
                <p14:cNvContentPartPr/>
                <p14:nvPr/>
              </p14:nvContentPartPr>
              <p14:xfrm>
                <a:off x="5176224" y="6289056"/>
                <a:ext cx="328680" cy="217800"/>
              </p14:xfrm>
            </p:contentPart>
          </mc:Choice>
          <mc:Fallback xmlns="">
            <p:pic>
              <p:nvPicPr>
                <p:cNvPr id="230" name="Ink 229">
                  <a:extLst>
                    <a:ext uri="{FF2B5EF4-FFF2-40B4-BE49-F238E27FC236}">
                      <a16:creationId xmlns:a16="http://schemas.microsoft.com/office/drawing/2014/main" id="{124BE7AA-8FB6-C697-CE9B-32114F2EA893}"/>
                    </a:ext>
                  </a:extLst>
                </p:cNvPr>
                <p:cNvPicPr/>
                <p:nvPr/>
              </p:nvPicPr>
              <p:blipFill>
                <a:blip r:embed="rId409"/>
                <a:stretch>
                  <a:fillRect/>
                </a:stretch>
              </p:blipFill>
              <p:spPr>
                <a:xfrm>
                  <a:off x="5171904" y="6284736"/>
                  <a:ext cx="337320" cy="22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0">
            <p14:nvContentPartPr>
              <p14:cNvPr id="232" name="Ink 231">
                <a:extLst>
                  <a:ext uri="{FF2B5EF4-FFF2-40B4-BE49-F238E27FC236}">
                    <a16:creationId xmlns:a16="http://schemas.microsoft.com/office/drawing/2014/main" id="{D7D1720C-E770-8C62-C67C-9E422742952E}"/>
                  </a:ext>
                </a:extLst>
              </p14:cNvPr>
              <p14:cNvContentPartPr/>
              <p14:nvPr/>
            </p14:nvContentPartPr>
            <p14:xfrm>
              <a:off x="7527600" y="2821320"/>
              <a:ext cx="360" cy="37440"/>
            </p14:xfrm>
          </p:contentPart>
        </mc:Choice>
        <mc:Fallback xmlns="">
          <p:pic>
            <p:nvPicPr>
              <p:cNvPr id="232" name="Ink 231">
                <a:extLst>
                  <a:ext uri="{FF2B5EF4-FFF2-40B4-BE49-F238E27FC236}">
                    <a16:creationId xmlns:a16="http://schemas.microsoft.com/office/drawing/2014/main" id="{D7D1720C-E770-8C62-C67C-9E422742952E}"/>
                  </a:ext>
                </a:extLst>
              </p:cNvPr>
              <p:cNvPicPr/>
              <p:nvPr/>
            </p:nvPicPr>
            <p:blipFill>
              <a:blip r:embed="rId411"/>
              <a:stretch>
                <a:fillRect/>
              </a:stretch>
            </p:blipFill>
            <p:spPr>
              <a:xfrm>
                <a:off x="7523280" y="2817000"/>
                <a:ext cx="9000" cy="46080"/>
              </a:xfrm>
              <a:prstGeom prst="rect">
                <a:avLst/>
              </a:prstGeom>
            </p:spPr>
          </p:pic>
        </mc:Fallback>
      </mc:AlternateContent>
      <p:grpSp>
        <p:nvGrpSpPr>
          <p:cNvPr id="256" name="Group 255">
            <a:extLst>
              <a:ext uri="{FF2B5EF4-FFF2-40B4-BE49-F238E27FC236}">
                <a16:creationId xmlns:a16="http://schemas.microsoft.com/office/drawing/2014/main" id="{0FD15602-B4D2-FB18-68F7-5AE18FE7DA71}"/>
              </a:ext>
            </a:extLst>
          </p:cNvPr>
          <p:cNvGrpSpPr/>
          <p:nvPr/>
        </p:nvGrpSpPr>
        <p:grpSpPr>
          <a:xfrm>
            <a:off x="656064" y="78696"/>
            <a:ext cx="3617640" cy="414720"/>
            <a:chOff x="656064" y="78696"/>
            <a:chExt cx="3617640" cy="414720"/>
          </a:xfrm>
        </p:grpSpPr>
        <mc:AlternateContent xmlns:mc="http://schemas.openxmlformats.org/markup-compatibility/2006" xmlns:p14="http://schemas.microsoft.com/office/powerpoint/2010/main">
          <mc:Choice Requires="p14">
            <p:contentPart p14:bwMode="auto" r:id="rId412">
              <p14:nvContentPartPr>
                <p14:cNvPr id="233" name="Ink 232">
                  <a:extLst>
                    <a:ext uri="{FF2B5EF4-FFF2-40B4-BE49-F238E27FC236}">
                      <a16:creationId xmlns:a16="http://schemas.microsoft.com/office/drawing/2014/main" id="{1476060D-5E0C-155C-817C-459844FB6D20}"/>
                    </a:ext>
                  </a:extLst>
                </p14:cNvPr>
                <p14:cNvContentPartPr/>
                <p14:nvPr/>
              </p14:nvContentPartPr>
              <p14:xfrm>
                <a:off x="656064" y="172296"/>
                <a:ext cx="159120" cy="218520"/>
              </p14:xfrm>
            </p:contentPart>
          </mc:Choice>
          <mc:Fallback xmlns="">
            <p:pic>
              <p:nvPicPr>
                <p:cNvPr id="233" name="Ink 232">
                  <a:extLst>
                    <a:ext uri="{FF2B5EF4-FFF2-40B4-BE49-F238E27FC236}">
                      <a16:creationId xmlns:a16="http://schemas.microsoft.com/office/drawing/2014/main" id="{1476060D-5E0C-155C-817C-459844FB6D20}"/>
                    </a:ext>
                  </a:extLst>
                </p:cNvPr>
                <p:cNvPicPr/>
                <p:nvPr/>
              </p:nvPicPr>
              <p:blipFill>
                <a:blip r:embed="rId413"/>
                <a:stretch>
                  <a:fillRect/>
                </a:stretch>
              </p:blipFill>
              <p:spPr>
                <a:xfrm>
                  <a:off x="651744" y="167976"/>
                  <a:ext cx="1677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34" name="Ink 233">
                  <a:extLst>
                    <a:ext uri="{FF2B5EF4-FFF2-40B4-BE49-F238E27FC236}">
                      <a16:creationId xmlns:a16="http://schemas.microsoft.com/office/drawing/2014/main" id="{BE5FB94D-6813-0BDE-18E4-2ED7700E6C93}"/>
                    </a:ext>
                  </a:extLst>
                </p14:cNvPr>
                <p14:cNvContentPartPr/>
                <p14:nvPr/>
              </p14:nvContentPartPr>
              <p14:xfrm>
                <a:off x="859464" y="254376"/>
                <a:ext cx="178200" cy="113400"/>
              </p14:xfrm>
            </p:contentPart>
          </mc:Choice>
          <mc:Fallback xmlns="">
            <p:pic>
              <p:nvPicPr>
                <p:cNvPr id="234" name="Ink 233">
                  <a:extLst>
                    <a:ext uri="{FF2B5EF4-FFF2-40B4-BE49-F238E27FC236}">
                      <a16:creationId xmlns:a16="http://schemas.microsoft.com/office/drawing/2014/main" id="{BE5FB94D-6813-0BDE-18E4-2ED7700E6C93}"/>
                    </a:ext>
                  </a:extLst>
                </p:cNvPr>
                <p:cNvPicPr/>
                <p:nvPr/>
              </p:nvPicPr>
              <p:blipFill>
                <a:blip r:embed="rId415"/>
                <a:stretch>
                  <a:fillRect/>
                </a:stretch>
              </p:blipFill>
              <p:spPr>
                <a:xfrm>
                  <a:off x="855144" y="250056"/>
                  <a:ext cx="1868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35" name="Ink 234">
                  <a:extLst>
                    <a:ext uri="{FF2B5EF4-FFF2-40B4-BE49-F238E27FC236}">
                      <a16:creationId xmlns:a16="http://schemas.microsoft.com/office/drawing/2014/main" id="{7F657F14-7F8C-13EE-0D95-95D502F95E0E}"/>
                    </a:ext>
                  </a:extLst>
                </p14:cNvPr>
                <p14:cNvContentPartPr/>
                <p14:nvPr/>
              </p14:nvContentPartPr>
              <p14:xfrm>
                <a:off x="1050984" y="146736"/>
                <a:ext cx="65160" cy="221040"/>
              </p14:xfrm>
            </p:contentPart>
          </mc:Choice>
          <mc:Fallback xmlns="">
            <p:pic>
              <p:nvPicPr>
                <p:cNvPr id="235" name="Ink 234">
                  <a:extLst>
                    <a:ext uri="{FF2B5EF4-FFF2-40B4-BE49-F238E27FC236}">
                      <a16:creationId xmlns:a16="http://schemas.microsoft.com/office/drawing/2014/main" id="{7F657F14-7F8C-13EE-0D95-95D502F95E0E}"/>
                    </a:ext>
                  </a:extLst>
                </p:cNvPr>
                <p:cNvPicPr/>
                <p:nvPr/>
              </p:nvPicPr>
              <p:blipFill>
                <a:blip r:embed="rId417"/>
                <a:stretch>
                  <a:fillRect/>
                </a:stretch>
              </p:blipFill>
              <p:spPr>
                <a:xfrm>
                  <a:off x="1046664" y="142416"/>
                  <a:ext cx="738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36" name="Ink 235">
                  <a:extLst>
                    <a:ext uri="{FF2B5EF4-FFF2-40B4-BE49-F238E27FC236}">
                      <a16:creationId xmlns:a16="http://schemas.microsoft.com/office/drawing/2014/main" id="{D0C146A9-E677-E88D-76BA-E4EF62770AFA}"/>
                    </a:ext>
                  </a:extLst>
                </p14:cNvPr>
                <p14:cNvContentPartPr/>
                <p14:nvPr/>
              </p14:nvContentPartPr>
              <p14:xfrm>
                <a:off x="1134144" y="262656"/>
                <a:ext cx="284400" cy="117000"/>
              </p14:xfrm>
            </p:contentPart>
          </mc:Choice>
          <mc:Fallback xmlns="">
            <p:pic>
              <p:nvPicPr>
                <p:cNvPr id="236" name="Ink 235">
                  <a:extLst>
                    <a:ext uri="{FF2B5EF4-FFF2-40B4-BE49-F238E27FC236}">
                      <a16:creationId xmlns:a16="http://schemas.microsoft.com/office/drawing/2014/main" id="{D0C146A9-E677-E88D-76BA-E4EF62770AFA}"/>
                    </a:ext>
                  </a:extLst>
                </p:cNvPr>
                <p:cNvPicPr/>
                <p:nvPr/>
              </p:nvPicPr>
              <p:blipFill>
                <a:blip r:embed="rId419"/>
                <a:stretch>
                  <a:fillRect/>
                </a:stretch>
              </p:blipFill>
              <p:spPr>
                <a:xfrm>
                  <a:off x="1129824" y="258336"/>
                  <a:ext cx="2930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37" name="Ink 236">
                  <a:extLst>
                    <a:ext uri="{FF2B5EF4-FFF2-40B4-BE49-F238E27FC236}">
                      <a16:creationId xmlns:a16="http://schemas.microsoft.com/office/drawing/2014/main" id="{1F8EC2A8-C896-8EA4-FE14-42238F26455F}"/>
                    </a:ext>
                  </a:extLst>
                </p14:cNvPr>
                <p14:cNvContentPartPr/>
                <p14:nvPr/>
              </p14:nvContentPartPr>
              <p14:xfrm>
                <a:off x="1439064" y="162936"/>
                <a:ext cx="122760" cy="225720"/>
              </p14:xfrm>
            </p:contentPart>
          </mc:Choice>
          <mc:Fallback xmlns="">
            <p:pic>
              <p:nvPicPr>
                <p:cNvPr id="237" name="Ink 236">
                  <a:extLst>
                    <a:ext uri="{FF2B5EF4-FFF2-40B4-BE49-F238E27FC236}">
                      <a16:creationId xmlns:a16="http://schemas.microsoft.com/office/drawing/2014/main" id="{1F8EC2A8-C896-8EA4-FE14-42238F26455F}"/>
                    </a:ext>
                  </a:extLst>
                </p:cNvPr>
                <p:cNvPicPr/>
                <p:nvPr/>
              </p:nvPicPr>
              <p:blipFill>
                <a:blip r:embed="rId421"/>
                <a:stretch>
                  <a:fillRect/>
                </a:stretch>
              </p:blipFill>
              <p:spPr>
                <a:xfrm>
                  <a:off x="1434744" y="158616"/>
                  <a:ext cx="1314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38" name="Ink 237">
                  <a:extLst>
                    <a:ext uri="{FF2B5EF4-FFF2-40B4-BE49-F238E27FC236}">
                      <a16:creationId xmlns:a16="http://schemas.microsoft.com/office/drawing/2014/main" id="{A0F89491-739B-2A41-4C61-B775068787A2}"/>
                    </a:ext>
                  </a:extLst>
                </p14:cNvPr>
                <p14:cNvContentPartPr/>
                <p14:nvPr/>
              </p14:nvContentPartPr>
              <p14:xfrm>
                <a:off x="1432224" y="304056"/>
                <a:ext cx="164520" cy="72000"/>
              </p14:xfrm>
            </p:contentPart>
          </mc:Choice>
          <mc:Fallback xmlns="">
            <p:pic>
              <p:nvPicPr>
                <p:cNvPr id="238" name="Ink 237">
                  <a:extLst>
                    <a:ext uri="{FF2B5EF4-FFF2-40B4-BE49-F238E27FC236}">
                      <a16:creationId xmlns:a16="http://schemas.microsoft.com/office/drawing/2014/main" id="{A0F89491-739B-2A41-4C61-B775068787A2}"/>
                    </a:ext>
                  </a:extLst>
                </p:cNvPr>
                <p:cNvPicPr/>
                <p:nvPr/>
              </p:nvPicPr>
              <p:blipFill>
                <a:blip r:embed="rId423"/>
                <a:stretch>
                  <a:fillRect/>
                </a:stretch>
              </p:blipFill>
              <p:spPr>
                <a:xfrm>
                  <a:off x="1427904" y="299736"/>
                  <a:ext cx="1731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39" name="Ink 238">
                  <a:extLst>
                    <a:ext uri="{FF2B5EF4-FFF2-40B4-BE49-F238E27FC236}">
                      <a16:creationId xmlns:a16="http://schemas.microsoft.com/office/drawing/2014/main" id="{660DE9F8-8E4F-2B53-8B04-7813763A4D78}"/>
                    </a:ext>
                  </a:extLst>
                </p14:cNvPr>
                <p14:cNvContentPartPr/>
                <p14:nvPr/>
              </p14:nvContentPartPr>
              <p14:xfrm>
                <a:off x="1679184" y="206856"/>
                <a:ext cx="7200" cy="36000"/>
              </p14:xfrm>
            </p:contentPart>
          </mc:Choice>
          <mc:Fallback xmlns="">
            <p:pic>
              <p:nvPicPr>
                <p:cNvPr id="239" name="Ink 238">
                  <a:extLst>
                    <a:ext uri="{FF2B5EF4-FFF2-40B4-BE49-F238E27FC236}">
                      <a16:creationId xmlns:a16="http://schemas.microsoft.com/office/drawing/2014/main" id="{660DE9F8-8E4F-2B53-8B04-7813763A4D78}"/>
                    </a:ext>
                  </a:extLst>
                </p:cNvPr>
                <p:cNvPicPr/>
                <p:nvPr/>
              </p:nvPicPr>
              <p:blipFill>
                <a:blip r:embed="rId425"/>
                <a:stretch>
                  <a:fillRect/>
                </a:stretch>
              </p:blipFill>
              <p:spPr>
                <a:xfrm>
                  <a:off x="1674864" y="202536"/>
                  <a:ext cx="158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40" name="Ink 239">
                  <a:extLst>
                    <a:ext uri="{FF2B5EF4-FFF2-40B4-BE49-F238E27FC236}">
                      <a16:creationId xmlns:a16="http://schemas.microsoft.com/office/drawing/2014/main" id="{4940B8EC-1D9E-629E-28BF-3B285C9A5512}"/>
                    </a:ext>
                  </a:extLst>
                </p14:cNvPr>
                <p14:cNvContentPartPr/>
                <p14:nvPr/>
              </p14:nvContentPartPr>
              <p14:xfrm>
                <a:off x="1657584" y="253296"/>
                <a:ext cx="255600" cy="94680"/>
              </p14:xfrm>
            </p:contentPart>
          </mc:Choice>
          <mc:Fallback xmlns="">
            <p:pic>
              <p:nvPicPr>
                <p:cNvPr id="240" name="Ink 239">
                  <a:extLst>
                    <a:ext uri="{FF2B5EF4-FFF2-40B4-BE49-F238E27FC236}">
                      <a16:creationId xmlns:a16="http://schemas.microsoft.com/office/drawing/2014/main" id="{4940B8EC-1D9E-629E-28BF-3B285C9A5512}"/>
                    </a:ext>
                  </a:extLst>
                </p:cNvPr>
                <p:cNvPicPr/>
                <p:nvPr/>
              </p:nvPicPr>
              <p:blipFill>
                <a:blip r:embed="rId427"/>
                <a:stretch>
                  <a:fillRect/>
                </a:stretch>
              </p:blipFill>
              <p:spPr>
                <a:xfrm>
                  <a:off x="1653264" y="248976"/>
                  <a:ext cx="2642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41" name="Ink 240">
                  <a:extLst>
                    <a:ext uri="{FF2B5EF4-FFF2-40B4-BE49-F238E27FC236}">
                      <a16:creationId xmlns:a16="http://schemas.microsoft.com/office/drawing/2014/main" id="{D6DB2343-CFEA-D7D7-D5D0-27DA0912A354}"/>
                    </a:ext>
                  </a:extLst>
                </p14:cNvPr>
                <p14:cNvContentPartPr/>
                <p14:nvPr/>
              </p14:nvContentPartPr>
              <p14:xfrm>
                <a:off x="2146824" y="199296"/>
                <a:ext cx="172800" cy="170640"/>
              </p14:xfrm>
            </p:contentPart>
          </mc:Choice>
          <mc:Fallback xmlns="">
            <p:pic>
              <p:nvPicPr>
                <p:cNvPr id="241" name="Ink 240">
                  <a:extLst>
                    <a:ext uri="{FF2B5EF4-FFF2-40B4-BE49-F238E27FC236}">
                      <a16:creationId xmlns:a16="http://schemas.microsoft.com/office/drawing/2014/main" id="{D6DB2343-CFEA-D7D7-D5D0-27DA0912A354}"/>
                    </a:ext>
                  </a:extLst>
                </p:cNvPr>
                <p:cNvPicPr/>
                <p:nvPr/>
              </p:nvPicPr>
              <p:blipFill>
                <a:blip r:embed="rId429"/>
                <a:stretch>
                  <a:fillRect/>
                </a:stretch>
              </p:blipFill>
              <p:spPr>
                <a:xfrm>
                  <a:off x="2142504" y="194976"/>
                  <a:ext cx="1814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42" name="Ink 241">
                  <a:extLst>
                    <a:ext uri="{FF2B5EF4-FFF2-40B4-BE49-F238E27FC236}">
                      <a16:creationId xmlns:a16="http://schemas.microsoft.com/office/drawing/2014/main" id="{F5293518-9AC0-E1EA-F48D-741318D06672}"/>
                    </a:ext>
                  </a:extLst>
                </p14:cNvPr>
                <p14:cNvContentPartPr/>
                <p14:nvPr/>
              </p14:nvContentPartPr>
              <p14:xfrm>
                <a:off x="2312064" y="249336"/>
                <a:ext cx="173880" cy="105120"/>
              </p14:xfrm>
            </p:contentPart>
          </mc:Choice>
          <mc:Fallback xmlns="">
            <p:pic>
              <p:nvPicPr>
                <p:cNvPr id="242" name="Ink 241">
                  <a:extLst>
                    <a:ext uri="{FF2B5EF4-FFF2-40B4-BE49-F238E27FC236}">
                      <a16:creationId xmlns:a16="http://schemas.microsoft.com/office/drawing/2014/main" id="{F5293518-9AC0-E1EA-F48D-741318D06672}"/>
                    </a:ext>
                  </a:extLst>
                </p:cNvPr>
                <p:cNvPicPr/>
                <p:nvPr/>
              </p:nvPicPr>
              <p:blipFill>
                <a:blip r:embed="rId431"/>
                <a:stretch>
                  <a:fillRect/>
                </a:stretch>
              </p:blipFill>
              <p:spPr>
                <a:xfrm>
                  <a:off x="2307744" y="245016"/>
                  <a:ext cx="1825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43" name="Ink 242">
                  <a:extLst>
                    <a:ext uri="{FF2B5EF4-FFF2-40B4-BE49-F238E27FC236}">
                      <a16:creationId xmlns:a16="http://schemas.microsoft.com/office/drawing/2014/main" id="{266724EC-A8F1-05EC-C01E-FE26E0C433F3}"/>
                    </a:ext>
                  </a:extLst>
                </p14:cNvPr>
                <p14:cNvContentPartPr/>
                <p14:nvPr/>
              </p14:nvContentPartPr>
              <p14:xfrm>
                <a:off x="2570184" y="149256"/>
                <a:ext cx="95760" cy="192240"/>
              </p14:xfrm>
            </p:contentPart>
          </mc:Choice>
          <mc:Fallback xmlns="">
            <p:pic>
              <p:nvPicPr>
                <p:cNvPr id="243" name="Ink 242">
                  <a:extLst>
                    <a:ext uri="{FF2B5EF4-FFF2-40B4-BE49-F238E27FC236}">
                      <a16:creationId xmlns:a16="http://schemas.microsoft.com/office/drawing/2014/main" id="{266724EC-A8F1-05EC-C01E-FE26E0C433F3}"/>
                    </a:ext>
                  </a:extLst>
                </p:cNvPr>
                <p:cNvPicPr/>
                <p:nvPr/>
              </p:nvPicPr>
              <p:blipFill>
                <a:blip r:embed="rId433"/>
                <a:stretch>
                  <a:fillRect/>
                </a:stretch>
              </p:blipFill>
              <p:spPr>
                <a:xfrm>
                  <a:off x="2565864" y="144936"/>
                  <a:ext cx="1044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44" name="Ink 243">
                  <a:extLst>
                    <a:ext uri="{FF2B5EF4-FFF2-40B4-BE49-F238E27FC236}">
                      <a16:creationId xmlns:a16="http://schemas.microsoft.com/office/drawing/2014/main" id="{17165315-5717-D657-0085-407F2FD9989B}"/>
                    </a:ext>
                  </a:extLst>
                </p14:cNvPr>
                <p14:cNvContentPartPr/>
                <p14:nvPr/>
              </p14:nvContentPartPr>
              <p14:xfrm>
                <a:off x="2515464" y="255456"/>
                <a:ext cx="201240" cy="8280"/>
              </p14:xfrm>
            </p:contentPart>
          </mc:Choice>
          <mc:Fallback xmlns="">
            <p:pic>
              <p:nvPicPr>
                <p:cNvPr id="244" name="Ink 243">
                  <a:extLst>
                    <a:ext uri="{FF2B5EF4-FFF2-40B4-BE49-F238E27FC236}">
                      <a16:creationId xmlns:a16="http://schemas.microsoft.com/office/drawing/2014/main" id="{17165315-5717-D657-0085-407F2FD9989B}"/>
                    </a:ext>
                  </a:extLst>
                </p:cNvPr>
                <p:cNvPicPr/>
                <p:nvPr/>
              </p:nvPicPr>
              <p:blipFill>
                <a:blip r:embed="rId435"/>
                <a:stretch>
                  <a:fillRect/>
                </a:stretch>
              </p:blipFill>
              <p:spPr>
                <a:xfrm>
                  <a:off x="2511144" y="251136"/>
                  <a:ext cx="2098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245" name="Ink 244">
                  <a:extLst>
                    <a:ext uri="{FF2B5EF4-FFF2-40B4-BE49-F238E27FC236}">
                      <a16:creationId xmlns:a16="http://schemas.microsoft.com/office/drawing/2014/main" id="{ED21E7DA-C81B-D781-D64F-39C1C0E9303C}"/>
                    </a:ext>
                  </a:extLst>
                </p14:cNvPr>
                <p14:cNvContentPartPr/>
                <p14:nvPr/>
              </p14:nvContentPartPr>
              <p14:xfrm>
                <a:off x="3056544" y="171216"/>
                <a:ext cx="196200" cy="188280"/>
              </p14:xfrm>
            </p:contentPart>
          </mc:Choice>
          <mc:Fallback xmlns="">
            <p:pic>
              <p:nvPicPr>
                <p:cNvPr id="245" name="Ink 244">
                  <a:extLst>
                    <a:ext uri="{FF2B5EF4-FFF2-40B4-BE49-F238E27FC236}">
                      <a16:creationId xmlns:a16="http://schemas.microsoft.com/office/drawing/2014/main" id="{ED21E7DA-C81B-D781-D64F-39C1C0E9303C}"/>
                    </a:ext>
                  </a:extLst>
                </p:cNvPr>
                <p:cNvPicPr/>
                <p:nvPr/>
              </p:nvPicPr>
              <p:blipFill>
                <a:blip r:embed="rId437"/>
                <a:stretch>
                  <a:fillRect/>
                </a:stretch>
              </p:blipFill>
              <p:spPr>
                <a:xfrm>
                  <a:off x="3052224" y="166896"/>
                  <a:ext cx="2048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46" name="Ink 245">
                  <a:extLst>
                    <a:ext uri="{FF2B5EF4-FFF2-40B4-BE49-F238E27FC236}">
                      <a16:creationId xmlns:a16="http://schemas.microsoft.com/office/drawing/2014/main" id="{DF96EBDE-8F28-E126-87AE-4BAD0434DBEA}"/>
                    </a:ext>
                  </a:extLst>
                </p14:cNvPr>
                <p14:cNvContentPartPr/>
                <p14:nvPr/>
              </p14:nvContentPartPr>
              <p14:xfrm>
                <a:off x="3305664" y="128376"/>
                <a:ext cx="124920" cy="218520"/>
              </p14:xfrm>
            </p:contentPart>
          </mc:Choice>
          <mc:Fallback xmlns="">
            <p:pic>
              <p:nvPicPr>
                <p:cNvPr id="246" name="Ink 245">
                  <a:extLst>
                    <a:ext uri="{FF2B5EF4-FFF2-40B4-BE49-F238E27FC236}">
                      <a16:creationId xmlns:a16="http://schemas.microsoft.com/office/drawing/2014/main" id="{DF96EBDE-8F28-E126-87AE-4BAD0434DBEA}"/>
                    </a:ext>
                  </a:extLst>
                </p:cNvPr>
                <p:cNvPicPr/>
                <p:nvPr/>
              </p:nvPicPr>
              <p:blipFill>
                <a:blip r:embed="rId439"/>
                <a:stretch>
                  <a:fillRect/>
                </a:stretch>
              </p:blipFill>
              <p:spPr>
                <a:xfrm>
                  <a:off x="3301344" y="124056"/>
                  <a:ext cx="1335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47" name="Ink 246">
                  <a:extLst>
                    <a:ext uri="{FF2B5EF4-FFF2-40B4-BE49-F238E27FC236}">
                      <a16:creationId xmlns:a16="http://schemas.microsoft.com/office/drawing/2014/main" id="{CD4B67C7-C39F-4CAB-5CFC-C4AB1598FD39}"/>
                    </a:ext>
                  </a:extLst>
                </p14:cNvPr>
                <p14:cNvContentPartPr/>
                <p14:nvPr/>
              </p14:nvContentPartPr>
              <p14:xfrm>
                <a:off x="3266424" y="232056"/>
                <a:ext cx="312120" cy="111240"/>
              </p14:xfrm>
            </p:contentPart>
          </mc:Choice>
          <mc:Fallback xmlns="">
            <p:pic>
              <p:nvPicPr>
                <p:cNvPr id="247" name="Ink 246">
                  <a:extLst>
                    <a:ext uri="{FF2B5EF4-FFF2-40B4-BE49-F238E27FC236}">
                      <a16:creationId xmlns:a16="http://schemas.microsoft.com/office/drawing/2014/main" id="{CD4B67C7-C39F-4CAB-5CFC-C4AB1598FD39}"/>
                    </a:ext>
                  </a:extLst>
                </p:cNvPr>
                <p:cNvPicPr/>
                <p:nvPr/>
              </p:nvPicPr>
              <p:blipFill>
                <a:blip r:embed="rId441"/>
                <a:stretch>
                  <a:fillRect/>
                </a:stretch>
              </p:blipFill>
              <p:spPr>
                <a:xfrm>
                  <a:off x="3262104" y="227736"/>
                  <a:ext cx="32076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48" name="Ink 247">
                  <a:extLst>
                    <a:ext uri="{FF2B5EF4-FFF2-40B4-BE49-F238E27FC236}">
                      <a16:creationId xmlns:a16="http://schemas.microsoft.com/office/drawing/2014/main" id="{AAF5929D-7EBB-6F9B-4685-02EC6685B5E5}"/>
                    </a:ext>
                  </a:extLst>
                </p14:cNvPr>
                <p14:cNvContentPartPr/>
                <p14:nvPr/>
              </p14:nvContentPartPr>
              <p14:xfrm>
                <a:off x="3534264" y="251496"/>
                <a:ext cx="124920" cy="83880"/>
              </p14:xfrm>
            </p:contentPart>
          </mc:Choice>
          <mc:Fallback xmlns="">
            <p:pic>
              <p:nvPicPr>
                <p:cNvPr id="248" name="Ink 247">
                  <a:extLst>
                    <a:ext uri="{FF2B5EF4-FFF2-40B4-BE49-F238E27FC236}">
                      <a16:creationId xmlns:a16="http://schemas.microsoft.com/office/drawing/2014/main" id="{AAF5929D-7EBB-6F9B-4685-02EC6685B5E5}"/>
                    </a:ext>
                  </a:extLst>
                </p:cNvPr>
                <p:cNvPicPr/>
                <p:nvPr/>
              </p:nvPicPr>
              <p:blipFill>
                <a:blip r:embed="rId443"/>
                <a:stretch>
                  <a:fillRect/>
                </a:stretch>
              </p:blipFill>
              <p:spPr>
                <a:xfrm>
                  <a:off x="3529944" y="247176"/>
                  <a:ext cx="1335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49" name="Ink 248">
                  <a:extLst>
                    <a:ext uri="{FF2B5EF4-FFF2-40B4-BE49-F238E27FC236}">
                      <a16:creationId xmlns:a16="http://schemas.microsoft.com/office/drawing/2014/main" id="{EF9E989D-566E-24AE-AC81-CAE488E01E71}"/>
                    </a:ext>
                  </a:extLst>
                </p14:cNvPr>
                <p14:cNvContentPartPr/>
                <p14:nvPr/>
              </p14:nvContentPartPr>
              <p14:xfrm>
                <a:off x="3804624" y="78696"/>
                <a:ext cx="79200" cy="252000"/>
              </p14:xfrm>
            </p:contentPart>
          </mc:Choice>
          <mc:Fallback xmlns="">
            <p:pic>
              <p:nvPicPr>
                <p:cNvPr id="249" name="Ink 248">
                  <a:extLst>
                    <a:ext uri="{FF2B5EF4-FFF2-40B4-BE49-F238E27FC236}">
                      <a16:creationId xmlns:a16="http://schemas.microsoft.com/office/drawing/2014/main" id="{EF9E989D-566E-24AE-AC81-CAE488E01E71}"/>
                    </a:ext>
                  </a:extLst>
                </p:cNvPr>
                <p:cNvPicPr/>
                <p:nvPr/>
              </p:nvPicPr>
              <p:blipFill>
                <a:blip r:embed="rId445"/>
                <a:stretch>
                  <a:fillRect/>
                </a:stretch>
              </p:blipFill>
              <p:spPr>
                <a:xfrm>
                  <a:off x="3800304" y="74376"/>
                  <a:ext cx="878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50" name="Ink 249">
                  <a:extLst>
                    <a:ext uri="{FF2B5EF4-FFF2-40B4-BE49-F238E27FC236}">
                      <a16:creationId xmlns:a16="http://schemas.microsoft.com/office/drawing/2014/main" id="{8A9B2B02-D36D-CBEF-9494-FCE8C31B8AC9}"/>
                    </a:ext>
                  </a:extLst>
                </p14:cNvPr>
                <p14:cNvContentPartPr/>
                <p14:nvPr/>
              </p14:nvContentPartPr>
              <p14:xfrm>
                <a:off x="3735144" y="232416"/>
                <a:ext cx="127440" cy="12960"/>
              </p14:xfrm>
            </p:contentPart>
          </mc:Choice>
          <mc:Fallback xmlns="">
            <p:pic>
              <p:nvPicPr>
                <p:cNvPr id="250" name="Ink 249">
                  <a:extLst>
                    <a:ext uri="{FF2B5EF4-FFF2-40B4-BE49-F238E27FC236}">
                      <a16:creationId xmlns:a16="http://schemas.microsoft.com/office/drawing/2014/main" id="{8A9B2B02-D36D-CBEF-9494-FCE8C31B8AC9}"/>
                    </a:ext>
                  </a:extLst>
                </p:cNvPr>
                <p:cNvPicPr/>
                <p:nvPr/>
              </p:nvPicPr>
              <p:blipFill>
                <a:blip r:embed="rId447"/>
                <a:stretch>
                  <a:fillRect/>
                </a:stretch>
              </p:blipFill>
              <p:spPr>
                <a:xfrm>
                  <a:off x="3730824" y="228096"/>
                  <a:ext cx="1360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51" name="Ink 250">
                  <a:extLst>
                    <a:ext uri="{FF2B5EF4-FFF2-40B4-BE49-F238E27FC236}">
                      <a16:creationId xmlns:a16="http://schemas.microsoft.com/office/drawing/2014/main" id="{71901BAD-897F-3D5A-73BB-E7303373F0FD}"/>
                    </a:ext>
                  </a:extLst>
                </p14:cNvPr>
                <p14:cNvContentPartPr/>
                <p14:nvPr/>
              </p14:nvContentPartPr>
              <p14:xfrm>
                <a:off x="3864384" y="246096"/>
                <a:ext cx="77040" cy="88200"/>
              </p14:xfrm>
            </p:contentPart>
          </mc:Choice>
          <mc:Fallback xmlns="">
            <p:pic>
              <p:nvPicPr>
                <p:cNvPr id="251" name="Ink 250">
                  <a:extLst>
                    <a:ext uri="{FF2B5EF4-FFF2-40B4-BE49-F238E27FC236}">
                      <a16:creationId xmlns:a16="http://schemas.microsoft.com/office/drawing/2014/main" id="{71901BAD-897F-3D5A-73BB-E7303373F0FD}"/>
                    </a:ext>
                  </a:extLst>
                </p:cNvPr>
                <p:cNvPicPr/>
                <p:nvPr/>
              </p:nvPicPr>
              <p:blipFill>
                <a:blip r:embed="rId449"/>
                <a:stretch>
                  <a:fillRect/>
                </a:stretch>
              </p:blipFill>
              <p:spPr>
                <a:xfrm>
                  <a:off x="3860064" y="241776"/>
                  <a:ext cx="856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52" name="Ink 251">
                  <a:extLst>
                    <a:ext uri="{FF2B5EF4-FFF2-40B4-BE49-F238E27FC236}">
                      <a16:creationId xmlns:a16="http://schemas.microsoft.com/office/drawing/2014/main" id="{2AB11034-9457-064F-7C67-F0C359A62469}"/>
                    </a:ext>
                  </a:extLst>
                </p14:cNvPr>
                <p14:cNvContentPartPr/>
                <p14:nvPr/>
              </p14:nvContentPartPr>
              <p14:xfrm>
                <a:off x="3860064" y="239256"/>
                <a:ext cx="200880" cy="254160"/>
              </p14:xfrm>
            </p:contentPart>
          </mc:Choice>
          <mc:Fallback xmlns="">
            <p:pic>
              <p:nvPicPr>
                <p:cNvPr id="252" name="Ink 251">
                  <a:extLst>
                    <a:ext uri="{FF2B5EF4-FFF2-40B4-BE49-F238E27FC236}">
                      <a16:creationId xmlns:a16="http://schemas.microsoft.com/office/drawing/2014/main" id="{2AB11034-9457-064F-7C67-F0C359A62469}"/>
                    </a:ext>
                  </a:extLst>
                </p:cNvPr>
                <p:cNvPicPr/>
                <p:nvPr/>
              </p:nvPicPr>
              <p:blipFill>
                <a:blip r:embed="rId451"/>
                <a:stretch>
                  <a:fillRect/>
                </a:stretch>
              </p:blipFill>
              <p:spPr>
                <a:xfrm>
                  <a:off x="3855744" y="234936"/>
                  <a:ext cx="2095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53" name="Ink 252">
                  <a:extLst>
                    <a:ext uri="{FF2B5EF4-FFF2-40B4-BE49-F238E27FC236}">
                      <a16:creationId xmlns:a16="http://schemas.microsoft.com/office/drawing/2014/main" id="{32256140-DC81-94FD-A696-E785ADCA5450}"/>
                    </a:ext>
                  </a:extLst>
                </p14:cNvPr>
                <p14:cNvContentPartPr/>
                <p14:nvPr/>
              </p14:nvContentPartPr>
              <p14:xfrm>
                <a:off x="4132584" y="221616"/>
                <a:ext cx="65160" cy="70560"/>
              </p14:xfrm>
            </p:contentPart>
          </mc:Choice>
          <mc:Fallback xmlns="">
            <p:pic>
              <p:nvPicPr>
                <p:cNvPr id="253" name="Ink 252">
                  <a:extLst>
                    <a:ext uri="{FF2B5EF4-FFF2-40B4-BE49-F238E27FC236}">
                      <a16:creationId xmlns:a16="http://schemas.microsoft.com/office/drawing/2014/main" id="{32256140-DC81-94FD-A696-E785ADCA5450}"/>
                    </a:ext>
                  </a:extLst>
                </p:cNvPr>
                <p:cNvPicPr/>
                <p:nvPr/>
              </p:nvPicPr>
              <p:blipFill>
                <a:blip r:embed="rId453"/>
                <a:stretch>
                  <a:fillRect/>
                </a:stretch>
              </p:blipFill>
              <p:spPr>
                <a:xfrm>
                  <a:off x="4128264" y="217296"/>
                  <a:ext cx="738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54" name="Ink 253">
                  <a:extLst>
                    <a:ext uri="{FF2B5EF4-FFF2-40B4-BE49-F238E27FC236}">
                      <a16:creationId xmlns:a16="http://schemas.microsoft.com/office/drawing/2014/main" id="{C79CB203-00BD-2ED1-75D4-A1D14376ECF2}"/>
                    </a:ext>
                  </a:extLst>
                </p14:cNvPr>
                <p14:cNvContentPartPr/>
                <p14:nvPr/>
              </p14:nvContentPartPr>
              <p14:xfrm>
                <a:off x="4069944" y="223056"/>
                <a:ext cx="203760" cy="247680"/>
              </p14:xfrm>
            </p:contentPart>
          </mc:Choice>
          <mc:Fallback xmlns="">
            <p:pic>
              <p:nvPicPr>
                <p:cNvPr id="254" name="Ink 253">
                  <a:extLst>
                    <a:ext uri="{FF2B5EF4-FFF2-40B4-BE49-F238E27FC236}">
                      <a16:creationId xmlns:a16="http://schemas.microsoft.com/office/drawing/2014/main" id="{C79CB203-00BD-2ED1-75D4-A1D14376ECF2}"/>
                    </a:ext>
                  </a:extLst>
                </p:cNvPr>
                <p:cNvPicPr/>
                <p:nvPr/>
              </p:nvPicPr>
              <p:blipFill>
                <a:blip r:embed="rId455"/>
                <a:stretch>
                  <a:fillRect/>
                </a:stretch>
              </p:blipFill>
              <p:spPr>
                <a:xfrm>
                  <a:off x="4065624" y="218736"/>
                  <a:ext cx="212400" cy="256320"/>
                </a:xfrm>
                <a:prstGeom prst="rect">
                  <a:avLst/>
                </a:prstGeom>
              </p:spPr>
            </p:pic>
          </mc:Fallback>
        </mc:AlternateContent>
      </p:grpSp>
      <p:grpSp>
        <p:nvGrpSpPr>
          <p:cNvPr id="282" name="Group 281">
            <a:extLst>
              <a:ext uri="{FF2B5EF4-FFF2-40B4-BE49-F238E27FC236}">
                <a16:creationId xmlns:a16="http://schemas.microsoft.com/office/drawing/2014/main" id="{E8E4FD5C-AAF4-A361-3B26-9DF5467A4DAB}"/>
              </a:ext>
            </a:extLst>
          </p:cNvPr>
          <p:cNvGrpSpPr/>
          <p:nvPr/>
        </p:nvGrpSpPr>
        <p:grpSpPr>
          <a:xfrm>
            <a:off x="6680304" y="333936"/>
            <a:ext cx="1340280" cy="311040"/>
            <a:chOff x="6680304" y="333936"/>
            <a:chExt cx="1340280" cy="311040"/>
          </a:xfrm>
        </p:grpSpPr>
        <mc:AlternateContent xmlns:mc="http://schemas.openxmlformats.org/markup-compatibility/2006" xmlns:p14="http://schemas.microsoft.com/office/powerpoint/2010/main">
          <mc:Choice Requires="p14">
            <p:contentPart p14:bwMode="auto" r:id="rId456">
              <p14:nvContentPartPr>
                <p14:cNvPr id="257" name="Ink 256">
                  <a:extLst>
                    <a:ext uri="{FF2B5EF4-FFF2-40B4-BE49-F238E27FC236}">
                      <a16:creationId xmlns:a16="http://schemas.microsoft.com/office/drawing/2014/main" id="{DB2BC2E5-CB9F-4585-B05F-0628BDA2C169}"/>
                    </a:ext>
                  </a:extLst>
                </p14:cNvPr>
                <p14:cNvContentPartPr/>
                <p14:nvPr/>
              </p14:nvContentPartPr>
              <p14:xfrm>
                <a:off x="6724224" y="461016"/>
                <a:ext cx="145800" cy="183960"/>
              </p14:xfrm>
            </p:contentPart>
          </mc:Choice>
          <mc:Fallback xmlns="">
            <p:pic>
              <p:nvPicPr>
                <p:cNvPr id="257" name="Ink 256">
                  <a:extLst>
                    <a:ext uri="{FF2B5EF4-FFF2-40B4-BE49-F238E27FC236}">
                      <a16:creationId xmlns:a16="http://schemas.microsoft.com/office/drawing/2014/main" id="{DB2BC2E5-CB9F-4585-B05F-0628BDA2C169}"/>
                    </a:ext>
                  </a:extLst>
                </p:cNvPr>
                <p:cNvPicPr/>
                <p:nvPr/>
              </p:nvPicPr>
              <p:blipFill>
                <a:blip r:embed="rId457"/>
                <a:stretch>
                  <a:fillRect/>
                </a:stretch>
              </p:blipFill>
              <p:spPr>
                <a:xfrm>
                  <a:off x="6719904" y="456696"/>
                  <a:ext cx="1544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58" name="Ink 257">
                  <a:extLst>
                    <a:ext uri="{FF2B5EF4-FFF2-40B4-BE49-F238E27FC236}">
                      <a16:creationId xmlns:a16="http://schemas.microsoft.com/office/drawing/2014/main" id="{1E5DABE4-E21F-6E67-2FCD-09F458BD0CB4}"/>
                    </a:ext>
                  </a:extLst>
                </p14:cNvPr>
                <p14:cNvContentPartPr/>
                <p14:nvPr/>
              </p14:nvContentPartPr>
              <p14:xfrm>
                <a:off x="6680304" y="363816"/>
                <a:ext cx="494640" cy="248040"/>
              </p14:xfrm>
            </p:contentPart>
          </mc:Choice>
          <mc:Fallback xmlns="">
            <p:pic>
              <p:nvPicPr>
                <p:cNvPr id="258" name="Ink 257">
                  <a:extLst>
                    <a:ext uri="{FF2B5EF4-FFF2-40B4-BE49-F238E27FC236}">
                      <a16:creationId xmlns:a16="http://schemas.microsoft.com/office/drawing/2014/main" id="{1E5DABE4-E21F-6E67-2FCD-09F458BD0CB4}"/>
                    </a:ext>
                  </a:extLst>
                </p:cNvPr>
                <p:cNvPicPr/>
                <p:nvPr/>
              </p:nvPicPr>
              <p:blipFill>
                <a:blip r:embed="rId459"/>
                <a:stretch>
                  <a:fillRect/>
                </a:stretch>
              </p:blipFill>
              <p:spPr>
                <a:xfrm>
                  <a:off x="6675984" y="359496"/>
                  <a:ext cx="5032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259" name="Ink 258">
                  <a:extLst>
                    <a:ext uri="{FF2B5EF4-FFF2-40B4-BE49-F238E27FC236}">
                      <a16:creationId xmlns:a16="http://schemas.microsoft.com/office/drawing/2014/main" id="{1A44FC87-8951-82BE-449B-43F45C12C81A}"/>
                    </a:ext>
                  </a:extLst>
                </p14:cNvPr>
                <p14:cNvContentPartPr/>
                <p14:nvPr/>
              </p14:nvContentPartPr>
              <p14:xfrm>
                <a:off x="7035984" y="543816"/>
                <a:ext cx="104400" cy="95040"/>
              </p14:xfrm>
            </p:contentPart>
          </mc:Choice>
          <mc:Fallback xmlns="">
            <p:pic>
              <p:nvPicPr>
                <p:cNvPr id="259" name="Ink 258">
                  <a:extLst>
                    <a:ext uri="{FF2B5EF4-FFF2-40B4-BE49-F238E27FC236}">
                      <a16:creationId xmlns:a16="http://schemas.microsoft.com/office/drawing/2014/main" id="{1A44FC87-8951-82BE-449B-43F45C12C81A}"/>
                    </a:ext>
                  </a:extLst>
                </p:cNvPr>
                <p:cNvPicPr/>
                <p:nvPr/>
              </p:nvPicPr>
              <p:blipFill>
                <a:blip r:embed="rId461"/>
                <a:stretch>
                  <a:fillRect/>
                </a:stretch>
              </p:blipFill>
              <p:spPr>
                <a:xfrm>
                  <a:off x="7031664" y="539496"/>
                  <a:ext cx="1130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60" name="Ink 259">
                  <a:extLst>
                    <a:ext uri="{FF2B5EF4-FFF2-40B4-BE49-F238E27FC236}">
                      <a16:creationId xmlns:a16="http://schemas.microsoft.com/office/drawing/2014/main" id="{79811FAA-7E84-B27E-FB9A-F13AB56F7E22}"/>
                    </a:ext>
                  </a:extLst>
                </p14:cNvPr>
                <p14:cNvContentPartPr/>
                <p14:nvPr/>
              </p14:nvContentPartPr>
              <p14:xfrm>
                <a:off x="7225344" y="519696"/>
                <a:ext cx="109800" cy="97560"/>
              </p14:xfrm>
            </p:contentPart>
          </mc:Choice>
          <mc:Fallback xmlns="">
            <p:pic>
              <p:nvPicPr>
                <p:cNvPr id="260" name="Ink 259">
                  <a:extLst>
                    <a:ext uri="{FF2B5EF4-FFF2-40B4-BE49-F238E27FC236}">
                      <a16:creationId xmlns:a16="http://schemas.microsoft.com/office/drawing/2014/main" id="{79811FAA-7E84-B27E-FB9A-F13AB56F7E22}"/>
                    </a:ext>
                  </a:extLst>
                </p:cNvPr>
                <p:cNvPicPr/>
                <p:nvPr/>
              </p:nvPicPr>
              <p:blipFill>
                <a:blip r:embed="rId463"/>
                <a:stretch>
                  <a:fillRect/>
                </a:stretch>
              </p:blipFill>
              <p:spPr>
                <a:xfrm>
                  <a:off x="7221024" y="515376"/>
                  <a:ext cx="1184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61" name="Ink 260">
                  <a:extLst>
                    <a:ext uri="{FF2B5EF4-FFF2-40B4-BE49-F238E27FC236}">
                      <a16:creationId xmlns:a16="http://schemas.microsoft.com/office/drawing/2014/main" id="{689FB365-A536-9BAE-7953-7CA457152868}"/>
                    </a:ext>
                  </a:extLst>
                </p14:cNvPr>
                <p14:cNvContentPartPr/>
                <p14:nvPr/>
              </p14:nvContentPartPr>
              <p14:xfrm>
                <a:off x="7334064" y="536256"/>
                <a:ext cx="360" cy="360"/>
              </p14:xfrm>
            </p:contentPart>
          </mc:Choice>
          <mc:Fallback xmlns="">
            <p:pic>
              <p:nvPicPr>
                <p:cNvPr id="261" name="Ink 260">
                  <a:extLst>
                    <a:ext uri="{FF2B5EF4-FFF2-40B4-BE49-F238E27FC236}">
                      <a16:creationId xmlns:a16="http://schemas.microsoft.com/office/drawing/2014/main" id="{689FB365-A536-9BAE-7953-7CA457152868}"/>
                    </a:ext>
                  </a:extLst>
                </p:cNvPr>
                <p:cNvPicPr/>
                <p:nvPr/>
              </p:nvPicPr>
              <p:blipFill>
                <a:blip r:embed="rId97"/>
                <a:stretch>
                  <a:fillRect/>
                </a:stretch>
              </p:blipFill>
              <p:spPr>
                <a:xfrm>
                  <a:off x="7329744" y="53193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62" name="Ink 261">
                  <a:extLst>
                    <a:ext uri="{FF2B5EF4-FFF2-40B4-BE49-F238E27FC236}">
                      <a16:creationId xmlns:a16="http://schemas.microsoft.com/office/drawing/2014/main" id="{0CB90D94-33DD-298B-793D-C06FFEEABF10}"/>
                    </a:ext>
                  </a:extLst>
                </p14:cNvPr>
                <p14:cNvContentPartPr/>
                <p14:nvPr/>
              </p14:nvContentPartPr>
              <p14:xfrm>
                <a:off x="7334064" y="494496"/>
                <a:ext cx="147960" cy="104760"/>
              </p14:xfrm>
            </p:contentPart>
          </mc:Choice>
          <mc:Fallback xmlns="">
            <p:pic>
              <p:nvPicPr>
                <p:cNvPr id="262" name="Ink 261">
                  <a:extLst>
                    <a:ext uri="{FF2B5EF4-FFF2-40B4-BE49-F238E27FC236}">
                      <a16:creationId xmlns:a16="http://schemas.microsoft.com/office/drawing/2014/main" id="{0CB90D94-33DD-298B-793D-C06FFEEABF10}"/>
                    </a:ext>
                  </a:extLst>
                </p:cNvPr>
                <p:cNvPicPr/>
                <p:nvPr/>
              </p:nvPicPr>
              <p:blipFill>
                <a:blip r:embed="rId466"/>
                <a:stretch>
                  <a:fillRect/>
                </a:stretch>
              </p:blipFill>
              <p:spPr>
                <a:xfrm>
                  <a:off x="7329744" y="490176"/>
                  <a:ext cx="1566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263" name="Ink 262">
                  <a:extLst>
                    <a:ext uri="{FF2B5EF4-FFF2-40B4-BE49-F238E27FC236}">
                      <a16:creationId xmlns:a16="http://schemas.microsoft.com/office/drawing/2014/main" id="{AA126722-5360-3C2C-D238-A4143FF2E973}"/>
                    </a:ext>
                  </a:extLst>
                </p14:cNvPr>
                <p14:cNvContentPartPr/>
                <p14:nvPr/>
              </p14:nvContentPartPr>
              <p14:xfrm>
                <a:off x="7557984" y="384696"/>
                <a:ext cx="97200" cy="217080"/>
              </p14:xfrm>
            </p:contentPart>
          </mc:Choice>
          <mc:Fallback xmlns="">
            <p:pic>
              <p:nvPicPr>
                <p:cNvPr id="263" name="Ink 262">
                  <a:extLst>
                    <a:ext uri="{FF2B5EF4-FFF2-40B4-BE49-F238E27FC236}">
                      <a16:creationId xmlns:a16="http://schemas.microsoft.com/office/drawing/2014/main" id="{AA126722-5360-3C2C-D238-A4143FF2E973}"/>
                    </a:ext>
                  </a:extLst>
                </p:cNvPr>
                <p:cNvPicPr/>
                <p:nvPr/>
              </p:nvPicPr>
              <p:blipFill>
                <a:blip r:embed="rId468"/>
                <a:stretch>
                  <a:fillRect/>
                </a:stretch>
              </p:blipFill>
              <p:spPr>
                <a:xfrm>
                  <a:off x="7553664" y="380376"/>
                  <a:ext cx="1058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64" name="Ink 263">
                  <a:extLst>
                    <a:ext uri="{FF2B5EF4-FFF2-40B4-BE49-F238E27FC236}">
                      <a16:creationId xmlns:a16="http://schemas.microsoft.com/office/drawing/2014/main" id="{42786B57-3030-EDC6-9083-6F1BD936D26A}"/>
                    </a:ext>
                  </a:extLst>
                </p14:cNvPr>
                <p14:cNvContentPartPr/>
                <p14:nvPr/>
              </p14:nvContentPartPr>
              <p14:xfrm>
                <a:off x="7544304" y="496656"/>
                <a:ext cx="180720" cy="90360"/>
              </p14:xfrm>
            </p:contentPart>
          </mc:Choice>
          <mc:Fallback xmlns="">
            <p:pic>
              <p:nvPicPr>
                <p:cNvPr id="264" name="Ink 263">
                  <a:extLst>
                    <a:ext uri="{FF2B5EF4-FFF2-40B4-BE49-F238E27FC236}">
                      <a16:creationId xmlns:a16="http://schemas.microsoft.com/office/drawing/2014/main" id="{42786B57-3030-EDC6-9083-6F1BD936D26A}"/>
                    </a:ext>
                  </a:extLst>
                </p:cNvPr>
                <p:cNvPicPr/>
                <p:nvPr/>
              </p:nvPicPr>
              <p:blipFill>
                <a:blip r:embed="rId470"/>
                <a:stretch>
                  <a:fillRect/>
                </a:stretch>
              </p:blipFill>
              <p:spPr>
                <a:xfrm>
                  <a:off x="7539984" y="492336"/>
                  <a:ext cx="1893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65" name="Ink 264">
                  <a:extLst>
                    <a:ext uri="{FF2B5EF4-FFF2-40B4-BE49-F238E27FC236}">
                      <a16:creationId xmlns:a16="http://schemas.microsoft.com/office/drawing/2014/main" id="{11893276-514A-5AD2-5108-EC1F70714100}"/>
                    </a:ext>
                  </a:extLst>
                </p14:cNvPr>
                <p14:cNvContentPartPr/>
                <p14:nvPr/>
              </p14:nvContentPartPr>
              <p14:xfrm>
                <a:off x="7766064" y="333936"/>
                <a:ext cx="254520" cy="234720"/>
              </p14:xfrm>
            </p:contentPart>
          </mc:Choice>
          <mc:Fallback xmlns="">
            <p:pic>
              <p:nvPicPr>
                <p:cNvPr id="265" name="Ink 264">
                  <a:extLst>
                    <a:ext uri="{FF2B5EF4-FFF2-40B4-BE49-F238E27FC236}">
                      <a16:creationId xmlns:a16="http://schemas.microsoft.com/office/drawing/2014/main" id="{11893276-514A-5AD2-5108-EC1F70714100}"/>
                    </a:ext>
                  </a:extLst>
                </p:cNvPr>
                <p:cNvPicPr/>
                <p:nvPr/>
              </p:nvPicPr>
              <p:blipFill>
                <a:blip r:embed="rId472"/>
                <a:stretch>
                  <a:fillRect/>
                </a:stretch>
              </p:blipFill>
              <p:spPr>
                <a:xfrm>
                  <a:off x="7761744" y="329616"/>
                  <a:ext cx="263160" cy="243360"/>
                </a:xfrm>
                <a:prstGeom prst="rect">
                  <a:avLst/>
                </a:prstGeom>
              </p:spPr>
            </p:pic>
          </mc:Fallback>
        </mc:AlternateContent>
      </p:grpSp>
      <p:grpSp>
        <p:nvGrpSpPr>
          <p:cNvPr id="299" name="Group 298">
            <a:extLst>
              <a:ext uri="{FF2B5EF4-FFF2-40B4-BE49-F238E27FC236}">
                <a16:creationId xmlns:a16="http://schemas.microsoft.com/office/drawing/2014/main" id="{A713DD2B-6E82-5EF4-D713-0FAB07EF65BC}"/>
              </a:ext>
            </a:extLst>
          </p:cNvPr>
          <p:cNvGrpSpPr/>
          <p:nvPr/>
        </p:nvGrpSpPr>
        <p:grpSpPr>
          <a:xfrm>
            <a:off x="8140104" y="371016"/>
            <a:ext cx="677160" cy="298440"/>
            <a:chOff x="8140104" y="371016"/>
            <a:chExt cx="677160" cy="298440"/>
          </a:xfrm>
        </p:grpSpPr>
        <mc:AlternateContent xmlns:mc="http://schemas.openxmlformats.org/markup-compatibility/2006" xmlns:p14="http://schemas.microsoft.com/office/powerpoint/2010/main">
          <mc:Choice Requires="p14">
            <p:contentPart p14:bwMode="auto" r:id="rId473">
              <p14:nvContentPartPr>
                <p14:cNvPr id="293" name="Ink 292">
                  <a:extLst>
                    <a:ext uri="{FF2B5EF4-FFF2-40B4-BE49-F238E27FC236}">
                      <a16:creationId xmlns:a16="http://schemas.microsoft.com/office/drawing/2014/main" id="{F43C300A-5DBD-1720-5E39-BDEFE3815788}"/>
                    </a:ext>
                  </a:extLst>
                </p14:cNvPr>
                <p14:cNvContentPartPr/>
                <p14:nvPr/>
              </p14:nvContentPartPr>
              <p14:xfrm>
                <a:off x="8140104" y="481896"/>
                <a:ext cx="65160" cy="187560"/>
              </p14:xfrm>
            </p:contentPart>
          </mc:Choice>
          <mc:Fallback xmlns="">
            <p:pic>
              <p:nvPicPr>
                <p:cNvPr id="293" name="Ink 292">
                  <a:extLst>
                    <a:ext uri="{FF2B5EF4-FFF2-40B4-BE49-F238E27FC236}">
                      <a16:creationId xmlns:a16="http://schemas.microsoft.com/office/drawing/2014/main" id="{F43C300A-5DBD-1720-5E39-BDEFE3815788}"/>
                    </a:ext>
                  </a:extLst>
                </p:cNvPr>
                <p:cNvPicPr/>
                <p:nvPr/>
              </p:nvPicPr>
              <p:blipFill>
                <a:blip r:embed="rId474"/>
                <a:stretch>
                  <a:fillRect/>
                </a:stretch>
              </p:blipFill>
              <p:spPr>
                <a:xfrm>
                  <a:off x="8135784" y="477576"/>
                  <a:ext cx="738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94" name="Ink 293">
                  <a:extLst>
                    <a:ext uri="{FF2B5EF4-FFF2-40B4-BE49-F238E27FC236}">
                      <a16:creationId xmlns:a16="http://schemas.microsoft.com/office/drawing/2014/main" id="{1DB4C4AD-C469-9BBA-9341-68D9E242C977}"/>
                    </a:ext>
                  </a:extLst>
                </p14:cNvPr>
                <p14:cNvContentPartPr/>
                <p14:nvPr/>
              </p14:nvContentPartPr>
              <p14:xfrm>
                <a:off x="8200224" y="429696"/>
                <a:ext cx="74520" cy="60480"/>
              </p14:xfrm>
            </p:contentPart>
          </mc:Choice>
          <mc:Fallback xmlns="">
            <p:pic>
              <p:nvPicPr>
                <p:cNvPr id="294" name="Ink 293">
                  <a:extLst>
                    <a:ext uri="{FF2B5EF4-FFF2-40B4-BE49-F238E27FC236}">
                      <a16:creationId xmlns:a16="http://schemas.microsoft.com/office/drawing/2014/main" id="{1DB4C4AD-C469-9BBA-9341-68D9E242C977}"/>
                    </a:ext>
                  </a:extLst>
                </p:cNvPr>
                <p:cNvPicPr/>
                <p:nvPr/>
              </p:nvPicPr>
              <p:blipFill>
                <a:blip r:embed="rId476"/>
                <a:stretch>
                  <a:fillRect/>
                </a:stretch>
              </p:blipFill>
              <p:spPr>
                <a:xfrm>
                  <a:off x="8195904" y="425376"/>
                  <a:ext cx="831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95" name="Ink 294">
                  <a:extLst>
                    <a:ext uri="{FF2B5EF4-FFF2-40B4-BE49-F238E27FC236}">
                      <a16:creationId xmlns:a16="http://schemas.microsoft.com/office/drawing/2014/main" id="{D6CA1A33-21E9-F387-D912-8DF05BF68853}"/>
                    </a:ext>
                  </a:extLst>
                </p14:cNvPr>
                <p14:cNvContentPartPr/>
                <p14:nvPr/>
              </p14:nvContentPartPr>
              <p14:xfrm>
                <a:off x="8334144" y="459936"/>
                <a:ext cx="90720" cy="85680"/>
              </p14:xfrm>
            </p:contentPart>
          </mc:Choice>
          <mc:Fallback xmlns="">
            <p:pic>
              <p:nvPicPr>
                <p:cNvPr id="295" name="Ink 294">
                  <a:extLst>
                    <a:ext uri="{FF2B5EF4-FFF2-40B4-BE49-F238E27FC236}">
                      <a16:creationId xmlns:a16="http://schemas.microsoft.com/office/drawing/2014/main" id="{D6CA1A33-21E9-F387-D912-8DF05BF68853}"/>
                    </a:ext>
                  </a:extLst>
                </p:cNvPr>
                <p:cNvPicPr/>
                <p:nvPr/>
              </p:nvPicPr>
              <p:blipFill>
                <a:blip r:embed="rId478"/>
                <a:stretch>
                  <a:fillRect/>
                </a:stretch>
              </p:blipFill>
              <p:spPr>
                <a:xfrm>
                  <a:off x="8329824" y="455616"/>
                  <a:ext cx="993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296" name="Ink 295">
                  <a:extLst>
                    <a:ext uri="{FF2B5EF4-FFF2-40B4-BE49-F238E27FC236}">
                      <a16:creationId xmlns:a16="http://schemas.microsoft.com/office/drawing/2014/main" id="{A83C25CB-ADE5-BF3D-C9E7-CE0A9B866CFE}"/>
                    </a:ext>
                  </a:extLst>
                </p14:cNvPr>
                <p14:cNvContentPartPr/>
                <p14:nvPr/>
              </p14:nvContentPartPr>
              <p14:xfrm>
                <a:off x="8488944" y="429336"/>
                <a:ext cx="41760" cy="99360"/>
              </p14:xfrm>
            </p:contentPart>
          </mc:Choice>
          <mc:Fallback xmlns="">
            <p:pic>
              <p:nvPicPr>
                <p:cNvPr id="296" name="Ink 295">
                  <a:extLst>
                    <a:ext uri="{FF2B5EF4-FFF2-40B4-BE49-F238E27FC236}">
                      <a16:creationId xmlns:a16="http://schemas.microsoft.com/office/drawing/2014/main" id="{A83C25CB-ADE5-BF3D-C9E7-CE0A9B866CFE}"/>
                    </a:ext>
                  </a:extLst>
                </p:cNvPr>
                <p:cNvPicPr/>
                <p:nvPr/>
              </p:nvPicPr>
              <p:blipFill>
                <a:blip r:embed="rId480"/>
                <a:stretch>
                  <a:fillRect/>
                </a:stretch>
              </p:blipFill>
              <p:spPr>
                <a:xfrm>
                  <a:off x="8484624" y="425016"/>
                  <a:ext cx="504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97" name="Ink 296">
                  <a:extLst>
                    <a:ext uri="{FF2B5EF4-FFF2-40B4-BE49-F238E27FC236}">
                      <a16:creationId xmlns:a16="http://schemas.microsoft.com/office/drawing/2014/main" id="{01CC3C34-D16D-3262-B267-138EB1A552B7}"/>
                    </a:ext>
                  </a:extLst>
                </p14:cNvPr>
                <p14:cNvContentPartPr/>
                <p14:nvPr/>
              </p14:nvContentPartPr>
              <p14:xfrm>
                <a:off x="8673264" y="371016"/>
                <a:ext cx="65520" cy="155160"/>
              </p14:xfrm>
            </p:contentPart>
          </mc:Choice>
          <mc:Fallback xmlns="">
            <p:pic>
              <p:nvPicPr>
                <p:cNvPr id="297" name="Ink 296">
                  <a:extLst>
                    <a:ext uri="{FF2B5EF4-FFF2-40B4-BE49-F238E27FC236}">
                      <a16:creationId xmlns:a16="http://schemas.microsoft.com/office/drawing/2014/main" id="{01CC3C34-D16D-3262-B267-138EB1A552B7}"/>
                    </a:ext>
                  </a:extLst>
                </p:cNvPr>
                <p:cNvPicPr/>
                <p:nvPr/>
              </p:nvPicPr>
              <p:blipFill>
                <a:blip r:embed="rId482"/>
                <a:stretch>
                  <a:fillRect/>
                </a:stretch>
              </p:blipFill>
              <p:spPr>
                <a:xfrm>
                  <a:off x="8668944" y="366696"/>
                  <a:ext cx="741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298" name="Ink 297">
                  <a:extLst>
                    <a:ext uri="{FF2B5EF4-FFF2-40B4-BE49-F238E27FC236}">
                      <a16:creationId xmlns:a16="http://schemas.microsoft.com/office/drawing/2014/main" id="{4BDBA562-93D6-BDB7-132A-F10FEF7DD38F}"/>
                    </a:ext>
                  </a:extLst>
                </p14:cNvPr>
                <p14:cNvContentPartPr/>
                <p14:nvPr/>
              </p14:nvContentPartPr>
              <p14:xfrm>
                <a:off x="8657424" y="439056"/>
                <a:ext cx="159840" cy="20160"/>
              </p14:xfrm>
            </p:contentPart>
          </mc:Choice>
          <mc:Fallback xmlns="">
            <p:pic>
              <p:nvPicPr>
                <p:cNvPr id="298" name="Ink 297">
                  <a:extLst>
                    <a:ext uri="{FF2B5EF4-FFF2-40B4-BE49-F238E27FC236}">
                      <a16:creationId xmlns:a16="http://schemas.microsoft.com/office/drawing/2014/main" id="{4BDBA562-93D6-BDB7-132A-F10FEF7DD38F}"/>
                    </a:ext>
                  </a:extLst>
                </p:cNvPr>
                <p:cNvPicPr/>
                <p:nvPr/>
              </p:nvPicPr>
              <p:blipFill>
                <a:blip r:embed="rId484"/>
                <a:stretch>
                  <a:fillRect/>
                </a:stretch>
              </p:blipFill>
              <p:spPr>
                <a:xfrm>
                  <a:off x="8653104" y="434736"/>
                  <a:ext cx="168480" cy="28800"/>
                </a:xfrm>
                <a:prstGeom prst="rect">
                  <a:avLst/>
                </a:prstGeom>
              </p:spPr>
            </p:pic>
          </mc:Fallback>
        </mc:AlternateContent>
      </p:grpSp>
      <p:grpSp>
        <p:nvGrpSpPr>
          <p:cNvPr id="322" name="Group 321">
            <a:extLst>
              <a:ext uri="{FF2B5EF4-FFF2-40B4-BE49-F238E27FC236}">
                <a16:creationId xmlns:a16="http://schemas.microsoft.com/office/drawing/2014/main" id="{E425AB92-4121-89AC-57D3-80806A435D6E}"/>
              </a:ext>
            </a:extLst>
          </p:cNvPr>
          <p:cNvGrpSpPr/>
          <p:nvPr/>
        </p:nvGrpSpPr>
        <p:grpSpPr>
          <a:xfrm>
            <a:off x="8470584" y="687456"/>
            <a:ext cx="552960" cy="210600"/>
            <a:chOff x="8470584" y="687456"/>
            <a:chExt cx="552960" cy="210600"/>
          </a:xfrm>
        </p:grpSpPr>
        <mc:AlternateContent xmlns:mc="http://schemas.openxmlformats.org/markup-compatibility/2006" xmlns:p14="http://schemas.microsoft.com/office/powerpoint/2010/main">
          <mc:Choice Requires="p14">
            <p:contentPart p14:bwMode="auto" r:id="rId485">
              <p14:nvContentPartPr>
                <p14:cNvPr id="315" name="Ink 314">
                  <a:extLst>
                    <a:ext uri="{FF2B5EF4-FFF2-40B4-BE49-F238E27FC236}">
                      <a16:creationId xmlns:a16="http://schemas.microsoft.com/office/drawing/2014/main" id="{076C943C-3C0B-8133-0EA5-29AD9C825F04}"/>
                    </a:ext>
                  </a:extLst>
                </p14:cNvPr>
                <p14:cNvContentPartPr/>
                <p14:nvPr/>
              </p14:nvContentPartPr>
              <p14:xfrm>
                <a:off x="8470584" y="804816"/>
                <a:ext cx="83520" cy="93240"/>
              </p14:xfrm>
            </p:contentPart>
          </mc:Choice>
          <mc:Fallback xmlns="">
            <p:pic>
              <p:nvPicPr>
                <p:cNvPr id="315" name="Ink 314">
                  <a:extLst>
                    <a:ext uri="{FF2B5EF4-FFF2-40B4-BE49-F238E27FC236}">
                      <a16:creationId xmlns:a16="http://schemas.microsoft.com/office/drawing/2014/main" id="{076C943C-3C0B-8133-0EA5-29AD9C825F04}"/>
                    </a:ext>
                  </a:extLst>
                </p:cNvPr>
                <p:cNvPicPr/>
                <p:nvPr/>
              </p:nvPicPr>
              <p:blipFill>
                <a:blip r:embed="rId486"/>
                <a:stretch>
                  <a:fillRect/>
                </a:stretch>
              </p:blipFill>
              <p:spPr>
                <a:xfrm>
                  <a:off x="8466264" y="800496"/>
                  <a:ext cx="921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16" name="Ink 315">
                  <a:extLst>
                    <a:ext uri="{FF2B5EF4-FFF2-40B4-BE49-F238E27FC236}">
                      <a16:creationId xmlns:a16="http://schemas.microsoft.com/office/drawing/2014/main" id="{24963691-D01B-D018-5D66-4FE699FB47D8}"/>
                    </a:ext>
                  </a:extLst>
                </p14:cNvPr>
                <p14:cNvContentPartPr/>
                <p14:nvPr/>
              </p14:nvContentPartPr>
              <p14:xfrm>
                <a:off x="8634384" y="687456"/>
                <a:ext cx="23400" cy="196560"/>
              </p14:xfrm>
            </p:contentPart>
          </mc:Choice>
          <mc:Fallback xmlns="">
            <p:pic>
              <p:nvPicPr>
                <p:cNvPr id="316" name="Ink 315">
                  <a:extLst>
                    <a:ext uri="{FF2B5EF4-FFF2-40B4-BE49-F238E27FC236}">
                      <a16:creationId xmlns:a16="http://schemas.microsoft.com/office/drawing/2014/main" id="{24963691-D01B-D018-5D66-4FE699FB47D8}"/>
                    </a:ext>
                  </a:extLst>
                </p:cNvPr>
                <p:cNvPicPr/>
                <p:nvPr/>
              </p:nvPicPr>
              <p:blipFill>
                <a:blip r:embed="rId488"/>
                <a:stretch>
                  <a:fillRect/>
                </a:stretch>
              </p:blipFill>
              <p:spPr>
                <a:xfrm>
                  <a:off x="8630064" y="683136"/>
                  <a:ext cx="320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17" name="Ink 316">
                  <a:extLst>
                    <a:ext uri="{FF2B5EF4-FFF2-40B4-BE49-F238E27FC236}">
                      <a16:creationId xmlns:a16="http://schemas.microsoft.com/office/drawing/2014/main" id="{4BC25F02-EBE4-B520-76A9-5EC11C542C5E}"/>
                    </a:ext>
                  </a:extLst>
                </p14:cNvPr>
                <p14:cNvContentPartPr/>
                <p14:nvPr/>
              </p14:nvContentPartPr>
              <p14:xfrm>
                <a:off x="8588304" y="799416"/>
                <a:ext cx="159840" cy="60480"/>
              </p14:xfrm>
            </p:contentPart>
          </mc:Choice>
          <mc:Fallback xmlns="">
            <p:pic>
              <p:nvPicPr>
                <p:cNvPr id="317" name="Ink 316">
                  <a:extLst>
                    <a:ext uri="{FF2B5EF4-FFF2-40B4-BE49-F238E27FC236}">
                      <a16:creationId xmlns:a16="http://schemas.microsoft.com/office/drawing/2014/main" id="{4BC25F02-EBE4-B520-76A9-5EC11C542C5E}"/>
                    </a:ext>
                  </a:extLst>
                </p:cNvPr>
                <p:cNvPicPr/>
                <p:nvPr/>
              </p:nvPicPr>
              <p:blipFill>
                <a:blip r:embed="rId490"/>
                <a:stretch>
                  <a:fillRect/>
                </a:stretch>
              </p:blipFill>
              <p:spPr>
                <a:xfrm>
                  <a:off x="8583984" y="795096"/>
                  <a:ext cx="1684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18" name="Ink 317">
                  <a:extLst>
                    <a:ext uri="{FF2B5EF4-FFF2-40B4-BE49-F238E27FC236}">
                      <a16:creationId xmlns:a16="http://schemas.microsoft.com/office/drawing/2014/main" id="{FB2C642B-10F2-F0CE-310D-A9E01EE38DF5}"/>
                    </a:ext>
                  </a:extLst>
                </p14:cNvPr>
                <p14:cNvContentPartPr/>
                <p14:nvPr/>
              </p14:nvContentPartPr>
              <p14:xfrm>
                <a:off x="8790264" y="772776"/>
                <a:ext cx="24840" cy="104760"/>
              </p14:xfrm>
            </p:contentPart>
          </mc:Choice>
          <mc:Fallback xmlns="">
            <p:pic>
              <p:nvPicPr>
                <p:cNvPr id="318" name="Ink 317">
                  <a:extLst>
                    <a:ext uri="{FF2B5EF4-FFF2-40B4-BE49-F238E27FC236}">
                      <a16:creationId xmlns:a16="http://schemas.microsoft.com/office/drawing/2014/main" id="{FB2C642B-10F2-F0CE-310D-A9E01EE38DF5}"/>
                    </a:ext>
                  </a:extLst>
                </p:cNvPr>
                <p:cNvPicPr/>
                <p:nvPr/>
              </p:nvPicPr>
              <p:blipFill>
                <a:blip r:embed="rId492"/>
                <a:stretch>
                  <a:fillRect/>
                </a:stretch>
              </p:blipFill>
              <p:spPr>
                <a:xfrm>
                  <a:off x="8785944" y="768456"/>
                  <a:ext cx="334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19" name="Ink 318">
                  <a:extLst>
                    <a:ext uri="{FF2B5EF4-FFF2-40B4-BE49-F238E27FC236}">
                      <a16:creationId xmlns:a16="http://schemas.microsoft.com/office/drawing/2014/main" id="{5219CB7F-5EBF-D992-6238-9AD3BE9F17D1}"/>
                    </a:ext>
                  </a:extLst>
                </p14:cNvPr>
                <p14:cNvContentPartPr/>
                <p14:nvPr/>
              </p14:nvContentPartPr>
              <p14:xfrm>
                <a:off x="8909424" y="706896"/>
                <a:ext cx="28080" cy="182160"/>
              </p14:xfrm>
            </p:contentPart>
          </mc:Choice>
          <mc:Fallback xmlns="">
            <p:pic>
              <p:nvPicPr>
                <p:cNvPr id="319" name="Ink 318">
                  <a:extLst>
                    <a:ext uri="{FF2B5EF4-FFF2-40B4-BE49-F238E27FC236}">
                      <a16:creationId xmlns:a16="http://schemas.microsoft.com/office/drawing/2014/main" id="{5219CB7F-5EBF-D992-6238-9AD3BE9F17D1}"/>
                    </a:ext>
                  </a:extLst>
                </p:cNvPr>
                <p:cNvPicPr/>
                <p:nvPr/>
              </p:nvPicPr>
              <p:blipFill>
                <a:blip r:embed="rId494"/>
                <a:stretch>
                  <a:fillRect/>
                </a:stretch>
              </p:blipFill>
              <p:spPr>
                <a:xfrm>
                  <a:off x="8905104" y="702576"/>
                  <a:ext cx="367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20" name="Ink 319">
                  <a:extLst>
                    <a:ext uri="{FF2B5EF4-FFF2-40B4-BE49-F238E27FC236}">
                      <a16:creationId xmlns:a16="http://schemas.microsoft.com/office/drawing/2014/main" id="{102C13C5-7A31-4D7A-1BE7-76EC90BC261A}"/>
                    </a:ext>
                  </a:extLst>
                </p14:cNvPr>
                <p14:cNvContentPartPr/>
                <p14:nvPr/>
              </p14:nvContentPartPr>
              <p14:xfrm>
                <a:off x="8902584" y="781056"/>
                <a:ext cx="69480" cy="7200"/>
              </p14:xfrm>
            </p:contentPart>
          </mc:Choice>
          <mc:Fallback xmlns="">
            <p:pic>
              <p:nvPicPr>
                <p:cNvPr id="320" name="Ink 319">
                  <a:extLst>
                    <a:ext uri="{FF2B5EF4-FFF2-40B4-BE49-F238E27FC236}">
                      <a16:creationId xmlns:a16="http://schemas.microsoft.com/office/drawing/2014/main" id="{102C13C5-7A31-4D7A-1BE7-76EC90BC261A}"/>
                    </a:ext>
                  </a:extLst>
                </p:cNvPr>
                <p:cNvPicPr/>
                <p:nvPr/>
              </p:nvPicPr>
              <p:blipFill>
                <a:blip r:embed="rId496"/>
                <a:stretch>
                  <a:fillRect/>
                </a:stretch>
              </p:blipFill>
              <p:spPr>
                <a:xfrm>
                  <a:off x="8898264" y="776736"/>
                  <a:ext cx="7812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321" name="Ink 320">
                  <a:extLst>
                    <a:ext uri="{FF2B5EF4-FFF2-40B4-BE49-F238E27FC236}">
                      <a16:creationId xmlns:a16="http://schemas.microsoft.com/office/drawing/2014/main" id="{7B9A4903-E217-98CB-605F-63F345D4A78F}"/>
                    </a:ext>
                  </a:extLst>
                </p14:cNvPr>
                <p14:cNvContentPartPr/>
                <p14:nvPr/>
              </p14:nvContentPartPr>
              <p14:xfrm>
                <a:off x="8953344" y="797256"/>
                <a:ext cx="70200" cy="100800"/>
              </p14:xfrm>
            </p:contentPart>
          </mc:Choice>
          <mc:Fallback xmlns="">
            <p:pic>
              <p:nvPicPr>
                <p:cNvPr id="321" name="Ink 320">
                  <a:extLst>
                    <a:ext uri="{FF2B5EF4-FFF2-40B4-BE49-F238E27FC236}">
                      <a16:creationId xmlns:a16="http://schemas.microsoft.com/office/drawing/2014/main" id="{7B9A4903-E217-98CB-605F-63F345D4A78F}"/>
                    </a:ext>
                  </a:extLst>
                </p:cNvPr>
                <p:cNvPicPr/>
                <p:nvPr/>
              </p:nvPicPr>
              <p:blipFill>
                <a:blip r:embed="rId498"/>
                <a:stretch>
                  <a:fillRect/>
                </a:stretch>
              </p:blipFill>
              <p:spPr>
                <a:xfrm>
                  <a:off x="8949024" y="792936"/>
                  <a:ext cx="78840" cy="109440"/>
                </a:xfrm>
                <a:prstGeom prst="rect">
                  <a:avLst/>
                </a:prstGeom>
              </p:spPr>
            </p:pic>
          </mc:Fallback>
        </mc:AlternateContent>
      </p:grpSp>
      <p:grpSp>
        <p:nvGrpSpPr>
          <p:cNvPr id="338" name="Group 337">
            <a:extLst>
              <a:ext uri="{FF2B5EF4-FFF2-40B4-BE49-F238E27FC236}">
                <a16:creationId xmlns:a16="http://schemas.microsoft.com/office/drawing/2014/main" id="{3180A1E0-9208-F9C4-25BE-491FAF822C8E}"/>
              </a:ext>
            </a:extLst>
          </p:cNvPr>
          <p:cNvGrpSpPr/>
          <p:nvPr/>
        </p:nvGrpSpPr>
        <p:grpSpPr>
          <a:xfrm>
            <a:off x="6678504" y="743976"/>
            <a:ext cx="1556640" cy="717120"/>
            <a:chOff x="6678504" y="743976"/>
            <a:chExt cx="1556640" cy="717120"/>
          </a:xfrm>
        </p:grpSpPr>
        <mc:AlternateContent xmlns:mc="http://schemas.openxmlformats.org/markup-compatibility/2006" xmlns:p14="http://schemas.microsoft.com/office/powerpoint/2010/main">
          <mc:Choice Requires="p14">
            <p:contentPart p14:bwMode="auto" r:id="rId499">
              <p14:nvContentPartPr>
                <p14:cNvPr id="300" name="Ink 299">
                  <a:extLst>
                    <a:ext uri="{FF2B5EF4-FFF2-40B4-BE49-F238E27FC236}">
                      <a16:creationId xmlns:a16="http://schemas.microsoft.com/office/drawing/2014/main" id="{0B6B4E30-E977-0D90-36EF-3419A24C14B6}"/>
                    </a:ext>
                  </a:extLst>
                </p14:cNvPr>
                <p14:cNvContentPartPr/>
                <p14:nvPr/>
              </p14:nvContentPartPr>
              <p14:xfrm>
                <a:off x="6701184" y="902016"/>
                <a:ext cx="79560" cy="61920"/>
              </p14:xfrm>
            </p:contentPart>
          </mc:Choice>
          <mc:Fallback xmlns="">
            <p:pic>
              <p:nvPicPr>
                <p:cNvPr id="300" name="Ink 299">
                  <a:extLst>
                    <a:ext uri="{FF2B5EF4-FFF2-40B4-BE49-F238E27FC236}">
                      <a16:creationId xmlns:a16="http://schemas.microsoft.com/office/drawing/2014/main" id="{0B6B4E30-E977-0D90-36EF-3419A24C14B6}"/>
                    </a:ext>
                  </a:extLst>
                </p:cNvPr>
                <p:cNvPicPr/>
                <p:nvPr/>
              </p:nvPicPr>
              <p:blipFill>
                <a:blip r:embed="rId500"/>
                <a:stretch>
                  <a:fillRect/>
                </a:stretch>
              </p:blipFill>
              <p:spPr>
                <a:xfrm>
                  <a:off x="6696864" y="897696"/>
                  <a:ext cx="882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01" name="Ink 300">
                  <a:extLst>
                    <a:ext uri="{FF2B5EF4-FFF2-40B4-BE49-F238E27FC236}">
                      <a16:creationId xmlns:a16="http://schemas.microsoft.com/office/drawing/2014/main" id="{38B6B9C8-AB92-0112-E937-607E2C1F5AA8}"/>
                    </a:ext>
                  </a:extLst>
                </p14:cNvPr>
                <p14:cNvContentPartPr/>
                <p14:nvPr/>
              </p14:nvContentPartPr>
              <p14:xfrm>
                <a:off x="6846624" y="743976"/>
                <a:ext cx="164520" cy="266040"/>
              </p14:xfrm>
            </p:contentPart>
          </mc:Choice>
          <mc:Fallback xmlns="">
            <p:pic>
              <p:nvPicPr>
                <p:cNvPr id="301" name="Ink 300">
                  <a:extLst>
                    <a:ext uri="{FF2B5EF4-FFF2-40B4-BE49-F238E27FC236}">
                      <a16:creationId xmlns:a16="http://schemas.microsoft.com/office/drawing/2014/main" id="{38B6B9C8-AB92-0112-E937-607E2C1F5AA8}"/>
                    </a:ext>
                  </a:extLst>
                </p:cNvPr>
                <p:cNvPicPr/>
                <p:nvPr/>
              </p:nvPicPr>
              <p:blipFill>
                <a:blip r:embed="rId502"/>
                <a:stretch>
                  <a:fillRect/>
                </a:stretch>
              </p:blipFill>
              <p:spPr>
                <a:xfrm>
                  <a:off x="6842304" y="739656"/>
                  <a:ext cx="17316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02" name="Ink 301">
                  <a:extLst>
                    <a:ext uri="{FF2B5EF4-FFF2-40B4-BE49-F238E27FC236}">
                      <a16:creationId xmlns:a16="http://schemas.microsoft.com/office/drawing/2014/main" id="{37000F4F-F6EA-682C-2E3F-9A82F0676844}"/>
                    </a:ext>
                  </a:extLst>
                </p14:cNvPr>
                <p14:cNvContentPartPr/>
                <p14:nvPr/>
              </p14:nvContentPartPr>
              <p14:xfrm>
                <a:off x="6846624" y="882576"/>
                <a:ext cx="138960" cy="3960"/>
              </p14:xfrm>
            </p:contentPart>
          </mc:Choice>
          <mc:Fallback xmlns="">
            <p:pic>
              <p:nvPicPr>
                <p:cNvPr id="302" name="Ink 301">
                  <a:extLst>
                    <a:ext uri="{FF2B5EF4-FFF2-40B4-BE49-F238E27FC236}">
                      <a16:creationId xmlns:a16="http://schemas.microsoft.com/office/drawing/2014/main" id="{37000F4F-F6EA-682C-2E3F-9A82F0676844}"/>
                    </a:ext>
                  </a:extLst>
                </p:cNvPr>
                <p:cNvPicPr/>
                <p:nvPr/>
              </p:nvPicPr>
              <p:blipFill>
                <a:blip r:embed="rId504"/>
                <a:stretch>
                  <a:fillRect/>
                </a:stretch>
              </p:blipFill>
              <p:spPr>
                <a:xfrm>
                  <a:off x="6842304" y="878256"/>
                  <a:ext cx="147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03" name="Ink 302">
                  <a:extLst>
                    <a:ext uri="{FF2B5EF4-FFF2-40B4-BE49-F238E27FC236}">
                      <a16:creationId xmlns:a16="http://schemas.microsoft.com/office/drawing/2014/main" id="{0CE9A12D-BFD2-6145-8279-0B0F26F52CB5}"/>
                    </a:ext>
                  </a:extLst>
                </p14:cNvPr>
                <p14:cNvContentPartPr/>
                <p14:nvPr/>
              </p14:nvContentPartPr>
              <p14:xfrm>
                <a:off x="7075224" y="791136"/>
                <a:ext cx="124920" cy="188640"/>
              </p14:xfrm>
            </p:contentPart>
          </mc:Choice>
          <mc:Fallback xmlns="">
            <p:pic>
              <p:nvPicPr>
                <p:cNvPr id="303" name="Ink 302">
                  <a:extLst>
                    <a:ext uri="{FF2B5EF4-FFF2-40B4-BE49-F238E27FC236}">
                      <a16:creationId xmlns:a16="http://schemas.microsoft.com/office/drawing/2014/main" id="{0CE9A12D-BFD2-6145-8279-0B0F26F52CB5}"/>
                    </a:ext>
                  </a:extLst>
                </p:cNvPr>
                <p:cNvPicPr/>
                <p:nvPr/>
              </p:nvPicPr>
              <p:blipFill>
                <a:blip r:embed="rId506"/>
                <a:stretch>
                  <a:fillRect/>
                </a:stretch>
              </p:blipFill>
              <p:spPr>
                <a:xfrm>
                  <a:off x="7070904" y="786816"/>
                  <a:ext cx="1335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05" name="Ink 304">
                  <a:extLst>
                    <a:ext uri="{FF2B5EF4-FFF2-40B4-BE49-F238E27FC236}">
                      <a16:creationId xmlns:a16="http://schemas.microsoft.com/office/drawing/2014/main" id="{90AB5525-3404-C0CE-6286-56FD4B2147A9}"/>
                    </a:ext>
                  </a:extLst>
                </p14:cNvPr>
                <p14:cNvContentPartPr/>
                <p14:nvPr/>
              </p14:nvContentPartPr>
              <p14:xfrm>
                <a:off x="7114464" y="785016"/>
                <a:ext cx="277920" cy="164880"/>
              </p14:xfrm>
            </p:contentPart>
          </mc:Choice>
          <mc:Fallback xmlns="">
            <p:pic>
              <p:nvPicPr>
                <p:cNvPr id="305" name="Ink 304">
                  <a:extLst>
                    <a:ext uri="{FF2B5EF4-FFF2-40B4-BE49-F238E27FC236}">
                      <a16:creationId xmlns:a16="http://schemas.microsoft.com/office/drawing/2014/main" id="{90AB5525-3404-C0CE-6286-56FD4B2147A9}"/>
                    </a:ext>
                  </a:extLst>
                </p:cNvPr>
                <p:cNvPicPr/>
                <p:nvPr/>
              </p:nvPicPr>
              <p:blipFill>
                <a:blip r:embed="rId508"/>
                <a:stretch>
                  <a:fillRect/>
                </a:stretch>
              </p:blipFill>
              <p:spPr>
                <a:xfrm>
                  <a:off x="7110144" y="780696"/>
                  <a:ext cx="2865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06" name="Ink 305">
                  <a:extLst>
                    <a:ext uri="{FF2B5EF4-FFF2-40B4-BE49-F238E27FC236}">
                      <a16:creationId xmlns:a16="http://schemas.microsoft.com/office/drawing/2014/main" id="{CF8CCA26-CA2F-07A0-B3A7-62DFDEA5E233}"/>
                    </a:ext>
                  </a:extLst>
                </p14:cNvPr>
                <p14:cNvContentPartPr/>
                <p14:nvPr/>
              </p14:nvContentPartPr>
              <p14:xfrm>
                <a:off x="7396344" y="883296"/>
                <a:ext cx="67320" cy="88560"/>
              </p14:xfrm>
            </p:contentPart>
          </mc:Choice>
          <mc:Fallback xmlns="">
            <p:pic>
              <p:nvPicPr>
                <p:cNvPr id="306" name="Ink 305">
                  <a:extLst>
                    <a:ext uri="{FF2B5EF4-FFF2-40B4-BE49-F238E27FC236}">
                      <a16:creationId xmlns:a16="http://schemas.microsoft.com/office/drawing/2014/main" id="{CF8CCA26-CA2F-07A0-B3A7-62DFDEA5E233}"/>
                    </a:ext>
                  </a:extLst>
                </p:cNvPr>
                <p:cNvPicPr/>
                <p:nvPr/>
              </p:nvPicPr>
              <p:blipFill>
                <a:blip r:embed="rId510"/>
                <a:stretch>
                  <a:fillRect/>
                </a:stretch>
              </p:blipFill>
              <p:spPr>
                <a:xfrm>
                  <a:off x="7392024" y="878976"/>
                  <a:ext cx="759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07" name="Ink 306">
                  <a:extLst>
                    <a:ext uri="{FF2B5EF4-FFF2-40B4-BE49-F238E27FC236}">
                      <a16:creationId xmlns:a16="http://schemas.microsoft.com/office/drawing/2014/main" id="{75EEC660-7096-1C91-FFC7-0CCA39F27075}"/>
                    </a:ext>
                  </a:extLst>
                </p14:cNvPr>
                <p14:cNvContentPartPr/>
                <p14:nvPr/>
              </p14:nvContentPartPr>
              <p14:xfrm>
                <a:off x="7652664" y="872136"/>
                <a:ext cx="86040" cy="63000"/>
              </p14:xfrm>
            </p:contentPart>
          </mc:Choice>
          <mc:Fallback xmlns="">
            <p:pic>
              <p:nvPicPr>
                <p:cNvPr id="307" name="Ink 306">
                  <a:extLst>
                    <a:ext uri="{FF2B5EF4-FFF2-40B4-BE49-F238E27FC236}">
                      <a16:creationId xmlns:a16="http://schemas.microsoft.com/office/drawing/2014/main" id="{75EEC660-7096-1C91-FFC7-0CCA39F27075}"/>
                    </a:ext>
                  </a:extLst>
                </p:cNvPr>
                <p:cNvPicPr/>
                <p:nvPr/>
              </p:nvPicPr>
              <p:blipFill>
                <a:blip r:embed="rId512"/>
                <a:stretch>
                  <a:fillRect/>
                </a:stretch>
              </p:blipFill>
              <p:spPr>
                <a:xfrm>
                  <a:off x="7648344" y="867816"/>
                  <a:ext cx="946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08" name="Ink 307">
                  <a:extLst>
                    <a:ext uri="{FF2B5EF4-FFF2-40B4-BE49-F238E27FC236}">
                      <a16:creationId xmlns:a16="http://schemas.microsoft.com/office/drawing/2014/main" id="{0CF68F29-5A25-9D33-B89B-3AAF0A43C92F}"/>
                    </a:ext>
                  </a:extLst>
                </p14:cNvPr>
                <p14:cNvContentPartPr/>
                <p14:nvPr/>
              </p14:nvContentPartPr>
              <p14:xfrm>
                <a:off x="7731504" y="874296"/>
                <a:ext cx="360" cy="360"/>
              </p14:xfrm>
            </p:contentPart>
          </mc:Choice>
          <mc:Fallback xmlns="">
            <p:pic>
              <p:nvPicPr>
                <p:cNvPr id="308" name="Ink 307">
                  <a:extLst>
                    <a:ext uri="{FF2B5EF4-FFF2-40B4-BE49-F238E27FC236}">
                      <a16:creationId xmlns:a16="http://schemas.microsoft.com/office/drawing/2014/main" id="{0CF68F29-5A25-9D33-B89B-3AAF0A43C92F}"/>
                    </a:ext>
                  </a:extLst>
                </p:cNvPr>
                <p:cNvPicPr/>
                <p:nvPr/>
              </p:nvPicPr>
              <p:blipFill>
                <a:blip r:embed="rId97"/>
                <a:stretch>
                  <a:fillRect/>
                </a:stretch>
              </p:blipFill>
              <p:spPr>
                <a:xfrm>
                  <a:off x="7727184" y="8699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09" name="Ink 308">
                  <a:extLst>
                    <a:ext uri="{FF2B5EF4-FFF2-40B4-BE49-F238E27FC236}">
                      <a16:creationId xmlns:a16="http://schemas.microsoft.com/office/drawing/2014/main" id="{461D4B79-8A78-E4E5-3D47-9409067EA421}"/>
                    </a:ext>
                  </a:extLst>
                </p14:cNvPr>
                <p14:cNvContentPartPr/>
                <p14:nvPr/>
              </p14:nvContentPartPr>
              <p14:xfrm>
                <a:off x="7731504" y="837936"/>
                <a:ext cx="122760" cy="91440"/>
              </p14:xfrm>
            </p:contentPart>
          </mc:Choice>
          <mc:Fallback xmlns="">
            <p:pic>
              <p:nvPicPr>
                <p:cNvPr id="309" name="Ink 308">
                  <a:extLst>
                    <a:ext uri="{FF2B5EF4-FFF2-40B4-BE49-F238E27FC236}">
                      <a16:creationId xmlns:a16="http://schemas.microsoft.com/office/drawing/2014/main" id="{461D4B79-8A78-E4E5-3D47-9409067EA421}"/>
                    </a:ext>
                  </a:extLst>
                </p:cNvPr>
                <p:cNvPicPr/>
                <p:nvPr/>
              </p:nvPicPr>
              <p:blipFill>
                <a:blip r:embed="rId515"/>
                <a:stretch>
                  <a:fillRect/>
                </a:stretch>
              </p:blipFill>
              <p:spPr>
                <a:xfrm>
                  <a:off x="7727184" y="833616"/>
                  <a:ext cx="1314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10" name="Ink 309">
                  <a:extLst>
                    <a:ext uri="{FF2B5EF4-FFF2-40B4-BE49-F238E27FC236}">
                      <a16:creationId xmlns:a16="http://schemas.microsoft.com/office/drawing/2014/main" id="{99B3167E-3835-720F-F5DF-AE68B9DFAD33}"/>
                    </a:ext>
                  </a:extLst>
                </p14:cNvPr>
                <p14:cNvContentPartPr/>
                <p14:nvPr/>
              </p14:nvContentPartPr>
              <p14:xfrm>
                <a:off x="7890264" y="814536"/>
                <a:ext cx="104760" cy="85680"/>
              </p14:xfrm>
            </p:contentPart>
          </mc:Choice>
          <mc:Fallback xmlns="">
            <p:pic>
              <p:nvPicPr>
                <p:cNvPr id="310" name="Ink 309">
                  <a:extLst>
                    <a:ext uri="{FF2B5EF4-FFF2-40B4-BE49-F238E27FC236}">
                      <a16:creationId xmlns:a16="http://schemas.microsoft.com/office/drawing/2014/main" id="{99B3167E-3835-720F-F5DF-AE68B9DFAD33}"/>
                    </a:ext>
                  </a:extLst>
                </p:cNvPr>
                <p:cNvPicPr/>
                <p:nvPr/>
              </p:nvPicPr>
              <p:blipFill>
                <a:blip r:embed="rId517"/>
                <a:stretch>
                  <a:fillRect/>
                </a:stretch>
              </p:blipFill>
              <p:spPr>
                <a:xfrm>
                  <a:off x="7885944" y="810216"/>
                  <a:ext cx="11340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11" name="Ink 310">
                  <a:extLst>
                    <a:ext uri="{FF2B5EF4-FFF2-40B4-BE49-F238E27FC236}">
                      <a16:creationId xmlns:a16="http://schemas.microsoft.com/office/drawing/2014/main" id="{CC2CA563-4D72-0114-4DB6-FFE88A2548F9}"/>
                    </a:ext>
                  </a:extLst>
                </p14:cNvPr>
                <p14:cNvContentPartPr/>
                <p14:nvPr/>
              </p14:nvContentPartPr>
              <p14:xfrm>
                <a:off x="8010864" y="814536"/>
                <a:ext cx="92880" cy="67320"/>
              </p14:xfrm>
            </p:contentPart>
          </mc:Choice>
          <mc:Fallback xmlns="">
            <p:pic>
              <p:nvPicPr>
                <p:cNvPr id="311" name="Ink 310">
                  <a:extLst>
                    <a:ext uri="{FF2B5EF4-FFF2-40B4-BE49-F238E27FC236}">
                      <a16:creationId xmlns:a16="http://schemas.microsoft.com/office/drawing/2014/main" id="{CC2CA563-4D72-0114-4DB6-FFE88A2548F9}"/>
                    </a:ext>
                  </a:extLst>
                </p:cNvPr>
                <p:cNvPicPr/>
                <p:nvPr/>
              </p:nvPicPr>
              <p:blipFill>
                <a:blip r:embed="rId519"/>
                <a:stretch>
                  <a:fillRect/>
                </a:stretch>
              </p:blipFill>
              <p:spPr>
                <a:xfrm>
                  <a:off x="8006544" y="810216"/>
                  <a:ext cx="10152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12" name="Ink 311">
                  <a:extLst>
                    <a:ext uri="{FF2B5EF4-FFF2-40B4-BE49-F238E27FC236}">
                      <a16:creationId xmlns:a16="http://schemas.microsoft.com/office/drawing/2014/main" id="{B4E95926-E9B9-F9C9-3F1B-3B86A6C44096}"/>
                    </a:ext>
                  </a:extLst>
                </p14:cNvPr>
                <p14:cNvContentPartPr/>
                <p14:nvPr/>
              </p14:nvContentPartPr>
              <p14:xfrm>
                <a:off x="8063784" y="814536"/>
                <a:ext cx="360" cy="360"/>
              </p14:xfrm>
            </p:contentPart>
          </mc:Choice>
          <mc:Fallback xmlns="">
            <p:pic>
              <p:nvPicPr>
                <p:cNvPr id="312" name="Ink 311">
                  <a:extLst>
                    <a:ext uri="{FF2B5EF4-FFF2-40B4-BE49-F238E27FC236}">
                      <a16:creationId xmlns:a16="http://schemas.microsoft.com/office/drawing/2014/main" id="{B4E95926-E9B9-F9C9-3F1B-3B86A6C44096}"/>
                    </a:ext>
                  </a:extLst>
                </p:cNvPr>
                <p:cNvPicPr/>
                <p:nvPr/>
              </p:nvPicPr>
              <p:blipFill>
                <a:blip r:embed="rId97"/>
                <a:stretch>
                  <a:fillRect/>
                </a:stretch>
              </p:blipFill>
              <p:spPr>
                <a:xfrm>
                  <a:off x="8059464" y="81021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13" name="Ink 312">
                  <a:extLst>
                    <a:ext uri="{FF2B5EF4-FFF2-40B4-BE49-F238E27FC236}">
                      <a16:creationId xmlns:a16="http://schemas.microsoft.com/office/drawing/2014/main" id="{249DC416-8CB0-B88D-3A76-9738824CA085}"/>
                    </a:ext>
                  </a:extLst>
                </p14:cNvPr>
                <p14:cNvContentPartPr/>
                <p14:nvPr/>
              </p14:nvContentPartPr>
              <p14:xfrm>
                <a:off x="8063784" y="814536"/>
                <a:ext cx="148320" cy="53280"/>
              </p14:xfrm>
            </p:contentPart>
          </mc:Choice>
          <mc:Fallback xmlns="">
            <p:pic>
              <p:nvPicPr>
                <p:cNvPr id="313" name="Ink 312">
                  <a:extLst>
                    <a:ext uri="{FF2B5EF4-FFF2-40B4-BE49-F238E27FC236}">
                      <a16:creationId xmlns:a16="http://schemas.microsoft.com/office/drawing/2014/main" id="{249DC416-8CB0-B88D-3A76-9738824CA085}"/>
                    </a:ext>
                  </a:extLst>
                </p:cNvPr>
                <p:cNvPicPr/>
                <p:nvPr/>
              </p:nvPicPr>
              <p:blipFill>
                <a:blip r:embed="rId522"/>
                <a:stretch>
                  <a:fillRect/>
                </a:stretch>
              </p:blipFill>
              <p:spPr>
                <a:xfrm>
                  <a:off x="8059464" y="810216"/>
                  <a:ext cx="1569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14" name="Ink 313">
                  <a:extLst>
                    <a:ext uri="{FF2B5EF4-FFF2-40B4-BE49-F238E27FC236}">
                      <a16:creationId xmlns:a16="http://schemas.microsoft.com/office/drawing/2014/main" id="{29CDF711-A7D7-89BF-1407-F17BF61A5655}"/>
                    </a:ext>
                  </a:extLst>
                </p14:cNvPr>
                <p14:cNvContentPartPr/>
                <p14:nvPr/>
              </p14:nvContentPartPr>
              <p14:xfrm>
                <a:off x="8038584" y="814536"/>
                <a:ext cx="196560" cy="291240"/>
              </p14:xfrm>
            </p:contentPart>
          </mc:Choice>
          <mc:Fallback xmlns="">
            <p:pic>
              <p:nvPicPr>
                <p:cNvPr id="314" name="Ink 313">
                  <a:extLst>
                    <a:ext uri="{FF2B5EF4-FFF2-40B4-BE49-F238E27FC236}">
                      <a16:creationId xmlns:a16="http://schemas.microsoft.com/office/drawing/2014/main" id="{29CDF711-A7D7-89BF-1407-F17BF61A5655}"/>
                    </a:ext>
                  </a:extLst>
                </p:cNvPr>
                <p:cNvPicPr/>
                <p:nvPr/>
              </p:nvPicPr>
              <p:blipFill>
                <a:blip r:embed="rId524"/>
                <a:stretch>
                  <a:fillRect/>
                </a:stretch>
              </p:blipFill>
              <p:spPr>
                <a:xfrm>
                  <a:off x="8034264" y="810216"/>
                  <a:ext cx="20520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25" name="Ink 324">
                  <a:extLst>
                    <a:ext uri="{FF2B5EF4-FFF2-40B4-BE49-F238E27FC236}">
                      <a16:creationId xmlns:a16="http://schemas.microsoft.com/office/drawing/2014/main" id="{A18E0AFF-76D8-B317-B0E8-495CEE5DDED3}"/>
                    </a:ext>
                  </a:extLst>
                </p14:cNvPr>
                <p14:cNvContentPartPr/>
                <p14:nvPr/>
              </p14:nvContentPartPr>
              <p14:xfrm>
                <a:off x="6678504" y="1209096"/>
                <a:ext cx="95040" cy="58320"/>
              </p14:xfrm>
            </p:contentPart>
          </mc:Choice>
          <mc:Fallback xmlns="">
            <p:pic>
              <p:nvPicPr>
                <p:cNvPr id="325" name="Ink 324">
                  <a:extLst>
                    <a:ext uri="{FF2B5EF4-FFF2-40B4-BE49-F238E27FC236}">
                      <a16:creationId xmlns:a16="http://schemas.microsoft.com/office/drawing/2014/main" id="{A18E0AFF-76D8-B317-B0E8-495CEE5DDED3}"/>
                    </a:ext>
                  </a:extLst>
                </p:cNvPr>
                <p:cNvPicPr/>
                <p:nvPr/>
              </p:nvPicPr>
              <p:blipFill>
                <a:blip r:embed="rId526"/>
                <a:stretch>
                  <a:fillRect/>
                </a:stretch>
              </p:blipFill>
              <p:spPr>
                <a:xfrm>
                  <a:off x="6674184" y="1204776"/>
                  <a:ext cx="1036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26" name="Ink 325">
                  <a:extLst>
                    <a:ext uri="{FF2B5EF4-FFF2-40B4-BE49-F238E27FC236}">
                      <a16:creationId xmlns:a16="http://schemas.microsoft.com/office/drawing/2014/main" id="{166A693F-7BFF-3FF3-3B2E-9116AE0B5910}"/>
                    </a:ext>
                  </a:extLst>
                </p14:cNvPr>
                <p14:cNvContentPartPr/>
                <p14:nvPr/>
              </p14:nvContentPartPr>
              <p14:xfrm>
                <a:off x="6839784" y="1079856"/>
                <a:ext cx="145800" cy="244800"/>
              </p14:xfrm>
            </p:contentPart>
          </mc:Choice>
          <mc:Fallback xmlns="">
            <p:pic>
              <p:nvPicPr>
                <p:cNvPr id="326" name="Ink 325">
                  <a:extLst>
                    <a:ext uri="{FF2B5EF4-FFF2-40B4-BE49-F238E27FC236}">
                      <a16:creationId xmlns:a16="http://schemas.microsoft.com/office/drawing/2014/main" id="{166A693F-7BFF-3FF3-3B2E-9116AE0B5910}"/>
                    </a:ext>
                  </a:extLst>
                </p:cNvPr>
                <p:cNvPicPr/>
                <p:nvPr/>
              </p:nvPicPr>
              <p:blipFill>
                <a:blip r:embed="rId528"/>
                <a:stretch>
                  <a:fillRect/>
                </a:stretch>
              </p:blipFill>
              <p:spPr>
                <a:xfrm>
                  <a:off x="6835464" y="1075536"/>
                  <a:ext cx="15444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27" name="Ink 326">
                  <a:extLst>
                    <a:ext uri="{FF2B5EF4-FFF2-40B4-BE49-F238E27FC236}">
                      <a16:creationId xmlns:a16="http://schemas.microsoft.com/office/drawing/2014/main" id="{02543115-EAD4-BBD0-D7A5-C681D79A4A45}"/>
                    </a:ext>
                  </a:extLst>
                </p14:cNvPr>
                <p14:cNvContentPartPr/>
                <p14:nvPr/>
              </p14:nvContentPartPr>
              <p14:xfrm>
                <a:off x="6839784" y="1196856"/>
                <a:ext cx="118080" cy="11880"/>
              </p14:xfrm>
            </p:contentPart>
          </mc:Choice>
          <mc:Fallback xmlns="">
            <p:pic>
              <p:nvPicPr>
                <p:cNvPr id="327" name="Ink 326">
                  <a:extLst>
                    <a:ext uri="{FF2B5EF4-FFF2-40B4-BE49-F238E27FC236}">
                      <a16:creationId xmlns:a16="http://schemas.microsoft.com/office/drawing/2014/main" id="{02543115-EAD4-BBD0-D7A5-C681D79A4A45}"/>
                    </a:ext>
                  </a:extLst>
                </p:cNvPr>
                <p:cNvPicPr/>
                <p:nvPr/>
              </p:nvPicPr>
              <p:blipFill>
                <a:blip r:embed="rId530"/>
                <a:stretch>
                  <a:fillRect/>
                </a:stretch>
              </p:blipFill>
              <p:spPr>
                <a:xfrm>
                  <a:off x="6835464" y="1192536"/>
                  <a:ext cx="126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28" name="Ink 327">
                  <a:extLst>
                    <a:ext uri="{FF2B5EF4-FFF2-40B4-BE49-F238E27FC236}">
                      <a16:creationId xmlns:a16="http://schemas.microsoft.com/office/drawing/2014/main" id="{687A147A-9458-BB4E-6053-160D4866FA89}"/>
                    </a:ext>
                  </a:extLst>
                </p14:cNvPr>
                <p14:cNvContentPartPr/>
                <p14:nvPr/>
              </p14:nvContentPartPr>
              <p14:xfrm>
                <a:off x="6962184" y="1077696"/>
                <a:ext cx="166680" cy="246600"/>
              </p14:xfrm>
            </p:contentPart>
          </mc:Choice>
          <mc:Fallback xmlns="">
            <p:pic>
              <p:nvPicPr>
                <p:cNvPr id="328" name="Ink 327">
                  <a:extLst>
                    <a:ext uri="{FF2B5EF4-FFF2-40B4-BE49-F238E27FC236}">
                      <a16:creationId xmlns:a16="http://schemas.microsoft.com/office/drawing/2014/main" id="{687A147A-9458-BB4E-6053-160D4866FA89}"/>
                    </a:ext>
                  </a:extLst>
                </p:cNvPr>
                <p:cNvPicPr/>
                <p:nvPr/>
              </p:nvPicPr>
              <p:blipFill>
                <a:blip r:embed="rId532"/>
                <a:stretch>
                  <a:fillRect/>
                </a:stretch>
              </p:blipFill>
              <p:spPr>
                <a:xfrm>
                  <a:off x="6957864" y="1073376"/>
                  <a:ext cx="1753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329" name="Ink 328">
                  <a:extLst>
                    <a:ext uri="{FF2B5EF4-FFF2-40B4-BE49-F238E27FC236}">
                      <a16:creationId xmlns:a16="http://schemas.microsoft.com/office/drawing/2014/main" id="{D424670B-D604-CBAA-B4EE-78C0E20D83A4}"/>
                    </a:ext>
                  </a:extLst>
                </p14:cNvPr>
                <p14:cNvContentPartPr/>
                <p14:nvPr/>
              </p14:nvContentPartPr>
              <p14:xfrm>
                <a:off x="6983064" y="1204776"/>
                <a:ext cx="134280" cy="23400"/>
              </p14:xfrm>
            </p:contentPart>
          </mc:Choice>
          <mc:Fallback xmlns="">
            <p:pic>
              <p:nvPicPr>
                <p:cNvPr id="329" name="Ink 328">
                  <a:extLst>
                    <a:ext uri="{FF2B5EF4-FFF2-40B4-BE49-F238E27FC236}">
                      <a16:creationId xmlns:a16="http://schemas.microsoft.com/office/drawing/2014/main" id="{D424670B-D604-CBAA-B4EE-78C0E20D83A4}"/>
                    </a:ext>
                  </a:extLst>
                </p:cNvPr>
                <p:cNvPicPr/>
                <p:nvPr/>
              </p:nvPicPr>
              <p:blipFill>
                <a:blip r:embed="rId534"/>
                <a:stretch>
                  <a:fillRect/>
                </a:stretch>
              </p:blipFill>
              <p:spPr>
                <a:xfrm>
                  <a:off x="6978744" y="1200456"/>
                  <a:ext cx="1429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330" name="Ink 329">
                  <a:extLst>
                    <a:ext uri="{FF2B5EF4-FFF2-40B4-BE49-F238E27FC236}">
                      <a16:creationId xmlns:a16="http://schemas.microsoft.com/office/drawing/2014/main" id="{666AD4B4-9F56-3E77-8145-B78FF40AE9BC}"/>
                    </a:ext>
                  </a:extLst>
                </p14:cNvPr>
                <p14:cNvContentPartPr/>
                <p14:nvPr/>
              </p14:nvContentPartPr>
              <p14:xfrm>
                <a:off x="7313184" y="1205856"/>
                <a:ext cx="100440" cy="78840"/>
              </p14:xfrm>
            </p:contentPart>
          </mc:Choice>
          <mc:Fallback xmlns="">
            <p:pic>
              <p:nvPicPr>
                <p:cNvPr id="330" name="Ink 329">
                  <a:extLst>
                    <a:ext uri="{FF2B5EF4-FFF2-40B4-BE49-F238E27FC236}">
                      <a16:creationId xmlns:a16="http://schemas.microsoft.com/office/drawing/2014/main" id="{666AD4B4-9F56-3E77-8145-B78FF40AE9BC}"/>
                    </a:ext>
                  </a:extLst>
                </p:cNvPr>
                <p:cNvPicPr/>
                <p:nvPr/>
              </p:nvPicPr>
              <p:blipFill>
                <a:blip r:embed="rId536"/>
                <a:stretch>
                  <a:fillRect/>
                </a:stretch>
              </p:blipFill>
              <p:spPr>
                <a:xfrm>
                  <a:off x="7308864" y="1201536"/>
                  <a:ext cx="1090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331" name="Ink 330">
                  <a:extLst>
                    <a:ext uri="{FF2B5EF4-FFF2-40B4-BE49-F238E27FC236}">
                      <a16:creationId xmlns:a16="http://schemas.microsoft.com/office/drawing/2014/main" id="{EBE4CA5F-7E86-9E9D-D775-558AE882A21E}"/>
                    </a:ext>
                  </a:extLst>
                </p14:cNvPr>
                <p14:cNvContentPartPr/>
                <p14:nvPr/>
              </p14:nvContentPartPr>
              <p14:xfrm>
                <a:off x="7456464" y="1218456"/>
                <a:ext cx="226800" cy="53640"/>
              </p14:xfrm>
            </p:contentPart>
          </mc:Choice>
          <mc:Fallback xmlns="">
            <p:pic>
              <p:nvPicPr>
                <p:cNvPr id="331" name="Ink 330">
                  <a:extLst>
                    <a:ext uri="{FF2B5EF4-FFF2-40B4-BE49-F238E27FC236}">
                      <a16:creationId xmlns:a16="http://schemas.microsoft.com/office/drawing/2014/main" id="{EBE4CA5F-7E86-9E9D-D775-558AE882A21E}"/>
                    </a:ext>
                  </a:extLst>
                </p:cNvPr>
                <p:cNvPicPr/>
                <p:nvPr/>
              </p:nvPicPr>
              <p:blipFill>
                <a:blip r:embed="rId538"/>
                <a:stretch>
                  <a:fillRect/>
                </a:stretch>
              </p:blipFill>
              <p:spPr>
                <a:xfrm>
                  <a:off x="7452144" y="1214136"/>
                  <a:ext cx="2354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32" name="Ink 331">
                  <a:extLst>
                    <a:ext uri="{FF2B5EF4-FFF2-40B4-BE49-F238E27FC236}">
                      <a16:creationId xmlns:a16="http://schemas.microsoft.com/office/drawing/2014/main" id="{10920B61-932E-EEF9-C5D8-705AC30239E1}"/>
                    </a:ext>
                  </a:extLst>
                </p14:cNvPr>
                <p14:cNvContentPartPr/>
                <p14:nvPr/>
              </p14:nvContentPartPr>
              <p14:xfrm>
                <a:off x="7716024" y="1162296"/>
                <a:ext cx="110880" cy="214920"/>
              </p14:xfrm>
            </p:contentPart>
          </mc:Choice>
          <mc:Fallback xmlns="">
            <p:pic>
              <p:nvPicPr>
                <p:cNvPr id="332" name="Ink 331">
                  <a:extLst>
                    <a:ext uri="{FF2B5EF4-FFF2-40B4-BE49-F238E27FC236}">
                      <a16:creationId xmlns:a16="http://schemas.microsoft.com/office/drawing/2014/main" id="{10920B61-932E-EEF9-C5D8-705AC30239E1}"/>
                    </a:ext>
                  </a:extLst>
                </p:cNvPr>
                <p:cNvPicPr/>
                <p:nvPr/>
              </p:nvPicPr>
              <p:blipFill>
                <a:blip r:embed="rId540"/>
                <a:stretch>
                  <a:fillRect/>
                </a:stretch>
              </p:blipFill>
              <p:spPr>
                <a:xfrm>
                  <a:off x="7711704" y="1157976"/>
                  <a:ext cx="1195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333" name="Ink 332">
                  <a:extLst>
                    <a:ext uri="{FF2B5EF4-FFF2-40B4-BE49-F238E27FC236}">
                      <a16:creationId xmlns:a16="http://schemas.microsoft.com/office/drawing/2014/main" id="{74DEF140-0187-58D4-4714-3C1A08C4A0AD}"/>
                    </a:ext>
                  </a:extLst>
                </p14:cNvPr>
                <p14:cNvContentPartPr/>
                <p14:nvPr/>
              </p14:nvContentPartPr>
              <p14:xfrm>
                <a:off x="7876584" y="1032696"/>
                <a:ext cx="76680" cy="206640"/>
              </p14:xfrm>
            </p:contentPart>
          </mc:Choice>
          <mc:Fallback xmlns="">
            <p:pic>
              <p:nvPicPr>
                <p:cNvPr id="333" name="Ink 332">
                  <a:extLst>
                    <a:ext uri="{FF2B5EF4-FFF2-40B4-BE49-F238E27FC236}">
                      <a16:creationId xmlns:a16="http://schemas.microsoft.com/office/drawing/2014/main" id="{74DEF140-0187-58D4-4714-3C1A08C4A0AD}"/>
                    </a:ext>
                  </a:extLst>
                </p:cNvPr>
                <p:cNvPicPr/>
                <p:nvPr/>
              </p:nvPicPr>
              <p:blipFill>
                <a:blip r:embed="rId542"/>
                <a:stretch>
                  <a:fillRect/>
                </a:stretch>
              </p:blipFill>
              <p:spPr>
                <a:xfrm>
                  <a:off x="7872264" y="1028376"/>
                  <a:ext cx="853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334" name="Ink 333">
                  <a:extLst>
                    <a:ext uri="{FF2B5EF4-FFF2-40B4-BE49-F238E27FC236}">
                      <a16:creationId xmlns:a16="http://schemas.microsoft.com/office/drawing/2014/main" id="{8F0A324D-AF54-E593-437E-61619C6C43C9}"/>
                    </a:ext>
                  </a:extLst>
                </p14:cNvPr>
                <p14:cNvContentPartPr/>
                <p14:nvPr/>
              </p14:nvContentPartPr>
              <p14:xfrm>
                <a:off x="7844544" y="1138896"/>
                <a:ext cx="127440" cy="54720"/>
              </p14:xfrm>
            </p:contentPart>
          </mc:Choice>
          <mc:Fallback xmlns="">
            <p:pic>
              <p:nvPicPr>
                <p:cNvPr id="334" name="Ink 333">
                  <a:extLst>
                    <a:ext uri="{FF2B5EF4-FFF2-40B4-BE49-F238E27FC236}">
                      <a16:creationId xmlns:a16="http://schemas.microsoft.com/office/drawing/2014/main" id="{8F0A324D-AF54-E593-437E-61619C6C43C9}"/>
                    </a:ext>
                  </a:extLst>
                </p:cNvPr>
                <p:cNvPicPr/>
                <p:nvPr/>
              </p:nvPicPr>
              <p:blipFill>
                <a:blip r:embed="rId544"/>
                <a:stretch>
                  <a:fillRect/>
                </a:stretch>
              </p:blipFill>
              <p:spPr>
                <a:xfrm>
                  <a:off x="7840224" y="1134576"/>
                  <a:ext cx="1360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35" name="Ink 334">
                  <a:extLst>
                    <a:ext uri="{FF2B5EF4-FFF2-40B4-BE49-F238E27FC236}">
                      <a16:creationId xmlns:a16="http://schemas.microsoft.com/office/drawing/2014/main" id="{39AD0ACF-5101-3D6B-D307-49956F7B3395}"/>
                    </a:ext>
                  </a:extLst>
                </p14:cNvPr>
                <p14:cNvContentPartPr/>
                <p14:nvPr/>
              </p14:nvContentPartPr>
              <p14:xfrm>
                <a:off x="7978464" y="1214136"/>
                <a:ext cx="72000" cy="22320"/>
              </p14:xfrm>
            </p:contentPart>
          </mc:Choice>
          <mc:Fallback xmlns="">
            <p:pic>
              <p:nvPicPr>
                <p:cNvPr id="335" name="Ink 334">
                  <a:extLst>
                    <a:ext uri="{FF2B5EF4-FFF2-40B4-BE49-F238E27FC236}">
                      <a16:creationId xmlns:a16="http://schemas.microsoft.com/office/drawing/2014/main" id="{39AD0ACF-5101-3D6B-D307-49956F7B3395}"/>
                    </a:ext>
                  </a:extLst>
                </p:cNvPr>
                <p:cNvPicPr/>
                <p:nvPr/>
              </p:nvPicPr>
              <p:blipFill>
                <a:blip r:embed="rId546"/>
                <a:stretch>
                  <a:fillRect/>
                </a:stretch>
              </p:blipFill>
              <p:spPr>
                <a:xfrm>
                  <a:off x="7974144" y="1209816"/>
                  <a:ext cx="806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336" name="Ink 335">
                  <a:extLst>
                    <a:ext uri="{FF2B5EF4-FFF2-40B4-BE49-F238E27FC236}">
                      <a16:creationId xmlns:a16="http://schemas.microsoft.com/office/drawing/2014/main" id="{A3F93032-FB11-4592-6CE2-5ECFB313834D}"/>
                    </a:ext>
                  </a:extLst>
                </p14:cNvPr>
                <p14:cNvContentPartPr/>
                <p14:nvPr/>
              </p14:nvContentPartPr>
              <p14:xfrm>
                <a:off x="7904664" y="1181736"/>
                <a:ext cx="162000" cy="279360"/>
              </p14:xfrm>
            </p:contentPart>
          </mc:Choice>
          <mc:Fallback xmlns="">
            <p:pic>
              <p:nvPicPr>
                <p:cNvPr id="336" name="Ink 335">
                  <a:extLst>
                    <a:ext uri="{FF2B5EF4-FFF2-40B4-BE49-F238E27FC236}">
                      <a16:creationId xmlns:a16="http://schemas.microsoft.com/office/drawing/2014/main" id="{A3F93032-FB11-4592-6CE2-5ECFB313834D}"/>
                    </a:ext>
                  </a:extLst>
                </p:cNvPr>
                <p:cNvPicPr/>
                <p:nvPr/>
              </p:nvPicPr>
              <p:blipFill>
                <a:blip r:embed="rId548"/>
                <a:stretch>
                  <a:fillRect/>
                </a:stretch>
              </p:blipFill>
              <p:spPr>
                <a:xfrm>
                  <a:off x="7900344" y="1177416"/>
                  <a:ext cx="1706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337" name="Ink 336">
                  <a:extLst>
                    <a:ext uri="{FF2B5EF4-FFF2-40B4-BE49-F238E27FC236}">
                      <a16:creationId xmlns:a16="http://schemas.microsoft.com/office/drawing/2014/main" id="{D9C0F764-9F2F-8C18-BC04-A9FC91CA881A}"/>
                    </a:ext>
                  </a:extLst>
                </p14:cNvPr>
                <p14:cNvContentPartPr/>
                <p14:nvPr/>
              </p14:nvContentPartPr>
              <p14:xfrm>
                <a:off x="8153424" y="1237176"/>
                <a:ext cx="25920" cy="18720"/>
              </p14:xfrm>
            </p:contentPart>
          </mc:Choice>
          <mc:Fallback xmlns="">
            <p:pic>
              <p:nvPicPr>
                <p:cNvPr id="337" name="Ink 336">
                  <a:extLst>
                    <a:ext uri="{FF2B5EF4-FFF2-40B4-BE49-F238E27FC236}">
                      <a16:creationId xmlns:a16="http://schemas.microsoft.com/office/drawing/2014/main" id="{D9C0F764-9F2F-8C18-BC04-A9FC91CA881A}"/>
                    </a:ext>
                  </a:extLst>
                </p:cNvPr>
                <p:cNvPicPr/>
                <p:nvPr/>
              </p:nvPicPr>
              <p:blipFill>
                <a:blip r:embed="rId550"/>
                <a:stretch>
                  <a:fillRect/>
                </a:stretch>
              </p:blipFill>
              <p:spPr>
                <a:xfrm>
                  <a:off x="8149104" y="1232856"/>
                  <a:ext cx="34560" cy="27360"/>
                </a:xfrm>
                <a:prstGeom prst="rect">
                  <a:avLst/>
                </a:prstGeom>
              </p:spPr>
            </p:pic>
          </mc:Fallback>
        </mc:AlternateContent>
      </p:grpSp>
    </p:spTree>
    <p:extLst>
      <p:ext uri="{BB962C8B-B14F-4D97-AF65-F5344CB8AC3E}">
        <p14:creationId xmlns:p14="http://schemas.microsoft.com/office/powerpoint/2010/main" val="170685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C51F85-07BA-CE08-390D-0C963732A007}"/>
              </a:ext>
            </a:extLst>
          </p:cNvPr>
          <p:cNvSpPr>
            <a:spLocks noGrp="1"/>
          </p:cNvSpPr>
          <p:nvPr>
            <p:ph type="sldNum" sz="quarter" idx="12"/>
          </p:nvPr>
        </p:nvSpPr>
        <p:spPr/>
        <p:txBody>
          <a:bodyPr/>
          <a:lstStyle/>
          <a:p>
            <a:fld id="{AD2B2EE5-B8BC-4D24-A25E-F2DF61737E68}" type="slidenum">
              <a:rPr lang="en-US" smtClean="0"/>
              <a:pPr/>
              <a:t>13</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25C7B6A-162A-0498-71F4-6E5A1C9E5810}"/>
                  </a:ext>
                </a:extLst>
              </p14:cNvPr>
              <p14:cNvContentPartPr/>
              <p14:nvPr/>
            </p14:nvContentPartPr>
            <p14:xfrm>
              <a:off x="2047040" y="698504"/>
              <a:ext cx="155520" cy="172440"/>
            </p14:xfrm>
          </p:contentPart>
        </mc:Choice>
        <mc:Fallback xmlns="">
          <p:pic>
            <p:nvPicPr>
              <p:cNvPr id="3" name="Ink 2">
                <a:extLst>
                  <a:ext uri="{FF2B5EF4-FFF2-40B4-BE49-F238E27FC236}">
                    <a16:creationId xmlns:a16="http://schemas.microsoft.com/office/drawing/2014/main" id="{F25C7B6A-162A-0498-71F4-6E5A1C9E5810}"/>
                  </a:ext>
                </a:extLst>
              </p:cNvPr>
              <p:cNvPicPr/>
              <p:nvPr/>
            </p:nvPicPr>
            <p:blipFill>
              <a:blip r:embed="rId3"/>
              <a:stretch>
                <a:fillRect/>
              </a:stretch>
            </p:blipFill>
            <p:spPr>
              <a:xfrm>
                <a:off x="2042720" y="694184"/>
                <a:ext cx="1641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B3D231F-C298-6D8C-B695-006FB8BDD730}"/>
                  </a:ext>
                </a:extLst>
              </p14:cNvPr>
              <p14:cNvContentPartPr/>
              <p14:nvPr/>
            </p14:nvContentPartPr>
            <p14:xfrm>
              <a:off x="2690720" y="628664"/>
              <a:ext cx="58680" cy="202680"/>
            </p14:xfrm>
          </p:contentPart>
        </mc:Choice>
        <mc:Fallback xmlns="">
          <p:pic>
            <p:nvPicPr>
              <p:cNvPr id="4" name="Ink 3">
                <a:extLst>
                  <a:ext uri="{FF2B5EF4-FFF2-40B4-BE49-F238E27FC236}">
                    <a16:creationId xmlns:a16="http://schemas.microsoft.com/office/drawing/2014/main" id="{5B3D231F-C298-6D8C-B695-006FB8BDD730}"/>
                  </a:ext>
                </a:extLst>
              </p:cNvPr>
              <p:cNvPicPr/>
              <p:nvPr/>
            </p:nvPicPr>
            <p:blipFill>
              <a:blip r:embed="rId5"/>
              <a:stretch>
                <a:fillRect/>
              </a:stretch>
            </p:blipFill>
            <p:spPr>
              <a:xfrm>
                <a:off x="2686400" y="624344"/>
                <a:ext cx="673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2525E2E1-EC55-B2AB-BB20-03DC1CEC5188}"/>
                  </a:ext>
                </a:extLst>
              </p14:cNvPr>
              <p14:cNvContentPartPr/>
              <p14:nvPr/>
            </p14:nvContentPartPr>
            <p14:xfrm>
              <a:off x="5417000" y="509864"/>
              <a:ext cx="232560" cy="249840"/>
            </p14:xfrm>
          </p:contentPart>
        </mc:Choice>
        <mc:Fallback xmlns="">
          <p:pic>
            <p:nvPicPr>
              <p:cNvPr id="5" name="Ink 4">
                <a:extLst>
                  <a:ext uri="{FF2B5EF4-FFF2-40B4-BE49-F238E27FC236}">
                    <a16:creationId xmlns:a16="http://schemas.microsoft.com/office/drawing/2014/main" id="{2525E2E1-EC55-B2AB-BB20-03DC1CEC5188}"/>
                  </a:ext>
                </a:extLst>
              </p:cNvPr>
              <p:cNvPicPr/>
              <p:nvPr/>
            </p:nvPicPr>
            <p:blipFill>
              <a:blip r:embed="rId7"/>
              <a:stretch>
                <a:fillRect/>
              </a:stretch>
            </p:blipFill>
            <p:spPr>
              <a:xfrm>
                <a:off x="5412680" y="505544"/>
                <a:ext cx="2412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B6D3CAD6-A23C-8306-3B03-DFCF9B1E5E58}"/>
                  </a:ext>
                </a:extLst>
              </p14:cNvPr>
              <p14:cNvContentPartPr/>
              <p14:nvPr/>
            </p14:nvContentPartPr>
            <p14:xfrm>
              <a:off x="3215960" y="524264"/>
              <a:ext cx="161280" cy="240120"/>
            </p14:xfrm>
          </p:contentPart>
        </mc:Choice>
        <mc:Fallback xmlns="">
          <p:pic>
            <p:nvPicPr>
              <p:cNvPr id="6" name="Ink 5">
                <a:extLst>
                  <a:ext uri="{FF2B5EF4-FFF2-40B4-BE49-F238E27FC236}">
                    <a16:creationId xmlns:a16="http://schemas.microsoft.com/office/drawing/2014/main" id="{B6D3CAD6-A23C-8306-3B03-DFCF9B1E5E58}"/>
                  </a:ext>
                </a:extLst>
              </p:cNvPr>
              <p:cNvPicPr/>
              <p:nvPr/>
            </p:nvPicPr>
            <p:blipFill>
              <a:blip r:embed="rId9"/>
              <a:stretch>
                <a:fillRect/>
              </a:stretch>
            </p:blipFill>
            <p:spPr>
              <a:xfrm>
                <a:off x="3211640" y="519944"/>
                <a:ext cx="1699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CA4FC9FC-2DAB-FA7A-EC58-2D3577218F13}"/>
                  </a:ext>
                </a:extLst>
              </p14:cNvPr>
              <p14:cNvContentPartPr/>
              <p14:nvPr/>
            </p14:nvContentPartPr>
            <p14:xfrm>
              <a:off x="3305960" y="626504"/>
              <a:ext cx="155160" cy="12960"/>
            </p14:xfrm>
          </p:contentPart>
        </mc:Choice>
        <mc:Fallback xmlns="">
          <p:pic>
            <p:nvPicPr>
              <p:cNvPr id="7" name="Ink 6">
                <a:extLst>
                  <a:ext uri="{FF2B5EF4-FFF2-40B4-BE49-F238E27FC236}">
                    <a16:creationId xmlns:a16="http://schemas.microsoft.com/office/drawing/2014/main" id="{CA4FC9FC-2DAB-FA7A-EC58-2D3577218F13}"/>
                  </a:ext>
                </a:extLst>
              </p:cNvPr>
              <p:cNvPicPr/>
              <p:nvPr/>
            </p:nvPicPr>
            <p:blipFill>
              <a:blip r:embed="rId11"/>
              <a:stretch>
                <a:fillRect/>
              </a:stretch>
            </p:blipFill>
            <p:spPr>
              <a:xfrm>
                <a:off x="3301640" y="622184"/>
                <a:ext cx="1638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643FC569-AF2C-C55D-8E0E-38DE4A2877AF}"/>
                  </a:ext>
                </a:extLst>
              </p14:cNvPr>
              <p14:cNvContentPartPr/>
              <p14:nvPr/>
            </p14:nvContentPartPr>
            <p14:xfrm>
              <a:off x="3703040" y="548024"/>
              <a:ext cx="123840" cy="165600"/>
            </p14:xfrm>
          </p:contentPart>
        </mc:Choice>
        <mc:Fallback xmlns="">
          <p:pic>
            <p:nvPicPr>
              <p:cNvPr id="8" name="Ink 7">
                <a:extLst>
                  <a:ext uri="{FF2B5EF4-FFF2-40B4-BE49-F238E27FC236}">
                    <a16:creationId xmlns:a16="http://schemas.microsoft.com/office/drawing/2014/main" id="{643FC569-AF2C-C55D-8E0E-38DE4A2877AF}"/>
                  </a:ext>
                </a:extLst>
              </p:cNvPr>
              <p:cNvPicPr/>
              <p:nvPr/>
            </p:nvPicPr>
            <p:blipFill>
              <a:blip r:embed="rId13"/>
              <a:stretch>
                <a:fillRect/>
              </a:stretch>
            </p:blipFill>
            <p:spPr>
              <a:xfrm>
                <a:off x="3698720" y="543704"/>
                <a:ext cx="1324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33F01AFB-7AB8-3B82-47B7-101075EAD68A}"/>
                  </a:ext>
                </a:extLst>
              </p14:cNvPr>
              <p14:cNvContentPartPr/>
              <p14:nvPr/>
            </p14:nvContentPartPr>
            <p14:xfrm>
              <a:off x="3802400" y="499424"/>
              <a:ext cx="231480" cy="3960"/>
            </p14:xfrm>
          </p:contentPart>
        </mc:Choice>
        <mc:Fallback xmlns="">
          <p:pic>
            <p:nvPicPr>
              <p:cNvPr id="9" name="Ink 8">
                <a:extLst>
                  <a:ext uri="{FF2B5EF4-FFF2-40B4-BE49-F238E27FC236}">
                    <a16:creationId xmlns:a16="http://schemas.microsoft.com/office/drawing/2014/main" id="{33F01AFB-7AB8-3B82-47B7-101075EAD68A}"/>
                  </a:ext>
                </a:extLst>
              </p:cNvPr>
              <p:cNvPicPr/>
              <p:nvPr/>
            </p:nvPicPr>
            <p:blipFill>
              <a:blip r:embed="rId15"/>
              <a:stretch>
                <a:fillRect/>
              </a:stretch>
            </p:blipFill>
            <p:spPr>
              <a:xfrm>
                <a:off x="3798080" y="495104"/>
                <a:ext cx="2401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7496A49-3FAE-DFDC-8B64-C135A7FCF7B7}"/>
                  </a:ext>
                </a:extLst>
              </p14:cNvPr>
              <p14:cNvContentPartPr/>
              <p14:nvPr/>
            </p14:nvContentPartPr>
            <p14:xfrm>
              <a:off x="4289840" y="563504"/>
              <a:ext cx="284400" cy="109080"/>
            </p14:xfrm>
          </p:contentPart>
        </mc:Choice>
        <mc:Fallback xmlns="">
          <p:pic>
            <p:nvPicPr>
              <p:cNvPr id="10" name="Ink 9">
                <a:extLst>
                  <a:ext uri="{FF2B5EF4-FFF2-40B4-BE49-F238E27FC236}">
                    <a16:creationId xmlns:a16="http://schemas.microsoft.com/office/drawing/2014/main" id="{87496A49-3FAE-DFDC-8B64-C135A7FCF7B7}"/>
                  </a:ext>
                </a:extLst>
              </p:cNvPr>
              <p:cNvPicPr/>
              <p:nvPr/>
            </p:nvPicPr>
            <p:blipFill>
              <a:blip r:embed="rId17"/>
              <a:stretch>
                <a:fillRect/>
              </a:stretch>
            </p:blipFill>
            <p:spPr>
              <a:xfrm>
                <a:off x="4285520" y="559184"/>
                <a:ext cx="2930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0EDC9E1-16C9-2C07-222B-4DAFBAE3FBA6}"/>
                  </a:ext>
                </a:extLst>
              </p14:cNvPr>
              <p14:cNvContentPartPr/>
              <p14:nvPr/>
            </p14:nvContentPartPr>
            <p14:xfrm>
              <a:off x="1866680" y="630824"/>
              <a:ext cx="25920" cy="304920"/>
            </p14:xfrm>
          </p:contentPart>
        </mc:Choice>
        <mc:Fallback xmlns="">
          <p:pic>
            <p:nvPicPr>
              <p:cNvPr id="11" name="Ink 10">
                <a:extLst>
                  <a:ext uri="{FF2B5EF4-FFF2-40B4-BE49-F238E27FC236}">
                    <a16:creationId xmlns:a16="http://schemas.microsoft.com/office/drawing/2014/main" id="{C0EDC9E1-16C9-2C07-222B-4DAFBAE3FBA6}"/>
                  </a:ext>
                </a:extLst>
              </p:cNvPr>
              <p:cNvPicPr/>
              <p:nvPr/>
            </p:nvPicPr>
            <p:blipFill>
              <a:blip r:embed="rId19"/>
              <a:stretch>
                <a:fillRect/>
              </a:stretch>
            </p:blipFill>
            <p:spPr>
              <a:xfrm>
                <a:off x="1862360" y="626504"/>
                <a:ext cx="345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C7B16A8-5714-677C-ECBD-3385AD20B7E5}"/>
                  </a:ext>
                </a:extLst>
              </p14:cNvPr>
              <p14:cNvContentPartPr/>
              <p14:nvPr/>
            </p14:nvContentPartPr>
            <p14:xfrm>
              <a:off x="1896920" y="321224"/>
              <a:ext cx="4086360" cy="651960"/>
            </p14:xfrm>
          </p:contentPart>
        </mc:Choice>
        <mc:Fallback xmlns="">
          <p:pic>
            <p:nvPicPr>
              <p:cNvPr id="12" name="Ink 11">
                <a:extLst>
                  <a:ext uri="{FF2B5EF4-FFF2-40B4-BE49-F238E27FC236}">
                    <a16:creationId xmlns:a16="http://schemas.microsoft.com/office/drawing/2014/main" id="{0C7B16A8-5714-677C-ECBD-3385AD20B7E5}"/>
                  </a:ext>
                </a:extLst>
              </p:cNvPr>
              <p:cNvPicPr/>
              <p:nvPr/>
            </p:nvPicPr>
            <p:blipFill>
              <a:blip r:embed="rId21"/>
              <a:stretch>
                <a:fillRect/>
              </a:stretch>
            </p:blipFill>
            <p:spPr>
              <a:xfrm>
                <a:off x="1892600" y="316904"/>
                <a:ext cx="409500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A403BE0C-914E-93F2-B392-79777F5637C1}"/>
                  </a:ext>
                </a:extLst>
              </p14:cNvPr>
              <p14:cNvContentPartPr/>
              <p14:nvPr/>
            </p14:nvContentPartPr>
            <p14:xfrm>
              <a:off x="2476520" y="524984"/>
              <a:ext cx="69480" cy="378720"/>
            </p14:xfrm>
          </p:contentPart>
        </mc:Choice>
        <mc:Fallback xmlns="">
          <p:pic>
            <p:nvPicPr>
              <p:cNvPr id="13" name="Ink 12">
                <a:extLst>
                  <a:ext uri="{FF2B5EF4-FFF2-40B4-BE49-F238E27FC236}">
                    <a16:creationId xmlns:a16="http://schemas.microsoft.com/office/drawing/2014/main" id="{A403BE0C-914E-93F2-B392-79777F5637C1}"/>
                  </a:ext>
                </a:extLst>
              </p:cNvPr>
              <p:cNvPicPr/>
              <p:nvPr/>
            </p:nvPicPr>
            <p:blipFill>
              <a:blip r:embed="rId23"/>
              <a:stretch>
                <a:fillRect/>
              </a:stretch>
            </p:blipFill>
            <p:spPr>
              <a:xfrm>
                <a:off x="2472200" y="520664"/>
                <a:ext cx="7812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4A4072D1-630F-4E6E-335D-67AF5F79A904}"/>
                  </a:ext>
                </a:extLst>
              </p14:cNvPr>
              <p14:cNvContentPartPr/>
              <p14:nvPr/>
            </p14:nvContentPartPr>
            <p14:xfrm>
              <a:off x="3030920" y="464144"/>
              <a:ext cx="28080" cy="400680"/>
            </p14:xfrm>
          </p:contentPart>
        </mc:Choice>
        <mc:Fallback xmlns="">
          <p:pic>
            <p:nvPicPr>
              <p:cNvPr id="14" name="Ink 13">
                <a:extLst>
                  <a:ext uri="{FF2B5EF4-FFF2-40B4-BE49-F238E27FC236}">
                    <a16:creationId xmlns:a16="http://schemas.microsoft.com/office/drawing/2014/main" id="{4A4072D1-630F-4E6E-335D-67AF5F79A904}"/>
                  </a:ext>
                </a:extLst>
              </p:cNvPr>
              <p:cNvPicPr/>
              <p:nvPr/>
            </p:nvPicPr>
            <p:blipFill>
              <a:blip r:embed="rId25"/>
              <a:stretch>
                <a:fillRect/>
              </a:stretch>
            </p:blipFill>
            <p:spPr>
              <a:xfrm>
                <a:off x="3026600" y="459824"/>
                <a:ext cx="3672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746FC072-4BA2-99E6-BB99-740585080049}"/>
                  </a:ext>
                </a:extLst>
              </p14:cNvPr>
              <p14:cNvContentPartPr/>
              <p14:nvPr/>
            </p14:nvContentPartPr>
            <p14:xfrm>
              <a:off x="3633920" y="368024"/>
              <a:ext cx="95040" cy="551520"/>
            </p14:xfrm>
          </p:contentPart>
        </mc:Choice>
        <mc:Fallback xmlns="">
          <p:pic>
            <p:nvPicPr>
              <p:cNvPr id="15" name="Ink 14">
                <a:extLst>
                  <a:ext uri="{FF2B5EF4-FFF2-40B4-BE49-F238E27FC236}">
                    <a16:creationId xmlns:a16="http://schemas.microsoft.com/office/drawing/2014/main" id="{746FC072-4BA2-99E6-BB99-740585080049}"/>
                  </a:ext>
                </a:extLst>
              </p:cNvPr>
              <p:cNvPicPr/>
              <p:nvPr/>
            </p:nvPicPr>
            <p:blipFill>
              <a:blip r:embed="rId27"/>
              <a:stretch>
                <a:fillRect/>
              </a:stretch>
            </p:blipFill>
            <p:spPr>
              <a:xfrm>
                <a:off x="3629600" y="363704"/>
                <a:ext cx="103680" cy="560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9EFC1323-8883-E915-E95C-3AAF8E7006C6}"/>
                  </a:ext>
                </a:extLst>
              </p14:cNvPr>
              <p14:cNvContentPartPr/>
              <p14:nvPr/>
            </p14:nvContentPartPr>
            <p14:xfrm>
              <a:off x="4177520" y="365504"/>
              <a:ext cx="52560" cy="494640"/>
            </p14:xfrm>
          </p:contentPart>
        </mc:Choice>
        <mc:Fallback xmlns="">
          <p:pic>
            <p:nvPicPr>
              <p:cNvPr id="16" name="Ink 15">
                <a:extLst>
                  <a:ext uri="{FF2B5EF4-FFF2-40B4-BE49-F238E27FC236}">
                    <a16:creationId xmlns:a16="http://schemas.microsoft.com/office/drawing/2014/main" id="{9EFC1323-8883-E915-E95C-3AAF8E7006C6}"/>
                  </a:ext>
                </a:extLst>
              </p:cNvPr>
              <p:cNvPicPr/>
              <p:nvPr/>
            </p:nvPicPr>
            <p:blipFill>
              <a:blip r:embed="rId29"/>
              <a:stretch>
                <a:fillRect/>
              </a:stretch>
            </p:blipFill>
            <p:spPr>
              <a:xfrm>
                <a:off x="4173200" y="361184"/>
                <a:ext cx="6120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5D18D425-9073-7681-5C1D-1EBA4FA33FE4}"/>
                  </a:ext>
                </a:extLst>
              </p14:cNvPr>
              <p14:cNvContentPartPr/>
              <p14:nvPr/>
            </p14:nvContentPartPr>
            <p14:xfrm>
              <a:off x="5024600" y="347144"/>
              <a:ext cx="43920" cy="499680"/>
            </p14:xfrm>
          </p:contentPart>
        </mc:Choice>
        <mc:Fallback xmlns="">
          <p:pic>
            <p:nvPicPr>
              <p:cNvPr id="17" name="Ink 16">
                <a:extLst>
                  <a:ext uri="{FF2B5EF4-FFF2-40B4-BE49-F238E27FC236}">
                    <a16:creationId xmlns:a16="http://schemas.microsoft.com/office/drawing/2014/main" id="{5D18D425-9073-7681-5C1D-1EBA4FA33FE4}"/>
                  </a:ext>
                </a:extLst>
              </p:cNvPr>
              <p:cNvPicPr/>
              <p:nvPr/>
            </p:nvPicPr>
            <p:blipFill>
              <a:blip r:embed="rId31"/>
              <a:stretch>
                <a:fillRect/>
              </a:stretch>
            </p:blipFill>
            <p:spPr>
              <a:xfrm>
                <a:off x="5020280" y="342824"/>
                <a:ext cx="5256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F1632B0E-7F6E-B630-01B8-1961D8A1FAD8}"/>
                  </a:ext>
                </a:extLst>
              </p14:cNvPr>
              <p14:cNvContentPartPr/>
              <p14:nvPr/>
            </p14:nvContentPartPr>
            <p14:xfrm>
              <a:off x="1943000" y="1054904"/>
              <a:ext cx="1028160" cy="154800"/>
            </p14:xfrm>
          </p:contentPart>
        </mc:Choice>
        <mc:Fallback xmlns="">
          <p:pic>
            <p:nvPicPr>
              <p:cNvPr id="18" name="Ink 17">
                <a:extLst>
                  <a:ext uri="{FF2B5EF4-FFF2-40B4-BE49-F238E27FC236}">
                    <a16:creationId xmlns:a16="http://schemas.microsoft.com/office/drawing/2014/main" id="{F1632B0E-7F6E-B630-01B8-1961D8A1FAD8}"/>
                  </a:ext>
                </a:extLst>
              </p:cNvPr>
              <p:cNvPicPr/>
              <p:nvPr/>
            </p:nvPicPr>
            <p:blipFill>
              <a:blip r:embed="rId33"/>
              <a:stretch>
                <a:fillRect/>
              </a:stretch>
            </p:blipFill>
            <p:spPr>
              <a:xfrm>
                <a:off x="1938680" y="1050584"/>
                <a:ext cx="10368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76AD7B85-AF4A-4B1C-1FFD-39F0DF4EFB47}"/>
                  </a:ext>
                </a:extLst>
              </p14:cNvPr>
              <p14:cNvContentPartPr/>
              <p14:nvPr/>
            </p14:nvContentPartPr>
            <p14:xfrm>
              <a:off x="2059640" y="1368464"/>
              <a:ext cx="92880" cy="95760"/>
            </p14:xfrm>
          </p:contentPart>
        </mc:Choice>
        <mc:Fallback xmlns="">
          <p:pic>
            <p:nvPicPr>
              <p:cNvPr id="19" name="Ink 18">
                <a:extLst>
                  <a:ext uri="{FF2B5EF4-FFF2-40B4-BE49-F238E27FC236}">
                    <a16:creationId xmlns:a16="http://schemas.microsoft.com/office/drawing/2014/main" id="{76AD7B85-AF4A-4B1C-1FFD-39F0DF4EFB47}"/>
                  </a:ext>
                </a:extLst>
              </p:cNvPr>
              <p:cNvPicPr/>
              <p:nvPr/>
            </p:nvPicPr>
            <p:blipFill>
              <a:blip r:embed="rId35"/>
              <a:stretch>
                <a:fillRect/>
              </a:stretch>
            </p:blipFill>
            <p:spPr>
              <a:xfrm>
                <a:off x="2055320" y="1364144"/>
                <a:ext cx="1015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2A4441C3-58C3-F6DD-85F1-B4645838098E}"/>
                  </a:ext>
                </a:extLst>
              </p14:cNvPr>
              <p14:cNvContentPartPr/>
              <p14:nvPr/>
            </p14:nvContentPartPr>
            <p14:xfrm>
              <a:off x="2205440" y="1323464"/>
              <a:ext cx="172080" cy="116280"/>
            </p14:xfrm>
          </p:contentPart>
        </mc:Choice>
        <mc:Fallback xmlns="">
          <p:pic>
            <p:nvPicPr>
              <p:cNvPr id="20" name="Ink 19">
                <a:extLst>
                  <a:ext uri="{FF2B5EF4-FFF2-40B4-BE49-F238E27FC236}">
                    <a16:creationId xmlns:a16="http://schemas.microsoft.com/office/drawing/2014/main" id="{2A4441C3-58C3-F6DD-85F1-B4645838098E}"/>
                  </a:ext>
                </a:extLst>
              </p:cNvPr>
              <p:cNvPicPr/>
              <p:nvPr/>
            </p:nvPicPr>
            <p:blipFill>
              <a:blip r:embed="rId37"/>
              <a:stretch>
                <a:fillRect/>
              </a:stretch>
            </p:blipFill>
            <p:spPr>
              <a:xfrm>
                <a:off x="2201120" y="1319144"/>
                <a:ext cx="1807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11091495-5880-5CF9-E592-E3083654110E}"/>
                  </a:ext>
                </a:extLst>
              </p14:cNvPr>
              <p14:cNvContentPartPr/>
              <p14:nvPr/>
            </p14:nvContentPartPr>
            <p14:xfrm>
              <a:off x="2465000" y="1258304"/>
              <a:ext cx="2520" cy="138240"/>
            </p14:xfrm>
          </p:contentPart>
        </mc:Choice>
        <mc:Fallback xmlns="">
          <p:pic>
            <p:nvPicPr>
              <p:cNvPr id="21" name="Ink 20">
                <a:extLst>
                  <a:ext uri="{FF2B5EF4-FFF2-40B4-BE49-F238E27FC236}">
                    <a16:creationId xmlns:a16="http://schemas.microsoft.com/office/drawing/2014/main" id="{11091495-5880-5CF9-E592-E3083654110E}"/>
                  </a:ext>
                </a:extLst>
              </p:cNvPr>
              <p:cNvPicPr/>
              <p:nvPr/>
            </p:nvPicPr>
            <p:blipFill>
              <a:blip r:embed="rId39"/>
              <a:stretch>
                <a:fillRect/>
              </a:stretch>
            </p:blipFill>
            <p:spPr>
              <a:xfrm>
                <a:off x="2460680" y="1253984"/>
                <a:ext cx="11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37B1CCA4-BEF6-6B73-545C-AB04CB6B9631}"/>
                  </a:ext>
                </a:extLst>
              </p14:cNvPr>
              <p14:cNvContentPartPr/>
              <p14:nvPr/>
            </p14:nvContentPartPr>
            <p14:xfrm>
              <a:off x="2469680" y="1341104"/>
              <a:ext cx="189720" cy="77040"/>
            </p14:xfrm>
          </p:contentPart>
        </mc:Choice>
        <mc:Fallback xmlns="">
          <p:pic>
            <p:nvPicPr>
              <p:cNvPr id="22" name="Ink 21">
                <a:extLst>
                  <a:ext uri="{FF2B5EF4-FFF2-40B4-BE49-F238E27FC236}">
                    <a16:creationId xmlns:a16="http://schemas.microsoft.com/office/drawing/2014/main" id="{37B1CCA4-BEF6-6B73-545C-AB04CB6B9631}"/>
                  </a:ext>
                </a:extLst>
              </p:cNvPr>
              <p:cNvPicPr/>
              <p:nvPr/>
            </p:nvPicPr>
            <p:blipFill>
              <a:blip r:embed="rId41"/>
              <a:stretch>
                <a:fillRect/>
              </a:stretch>
            </p:blipFill>
            <p:spPr>
              <a:xfrm>
                <a:off x="2465360" y="1336784"/>
                <a:ext cx="1983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063FF0D7-9204-647C-32F0-864EA9346129}"/>
                  </a:ext>
                </a:extLst>
              </p14:cNvPr>
              <p14:cNvContentPartPr/>
              <p14:nvPr/>
            </p14:nvContentPartPr>
            <p14:xfrm>
              <a:off x="2711960" y="1256864"/>
              <a:ext cx="176040" cy="184320"/>
            </p14:xfrm>
          </p:contentPart>
        </mc:Choice>
        <mc:Fallback xmlns="">
          <p:pic>
            <p:nvPicPr>
              <p:cNvPr id="23" name="Ink 22">
                <a:extLst>
                  <a:ext uri="{FF2B5EF4-FFF2-40B4-BE49-F238E27FC236}">
                    <a16:creationId xmlns:a16="http://schemas.microsoft.com/office/drawing/2014/main" id="{063FF0D7-9204-647C-32F0-864EA9346129}"/>
                  </a:ext>
                </a:extLst>
              </p:cNvPr>
              <p:cNvPicPr/>
              <p:nvPr/>
            </p:nvPicPr>
            <p:blipFill>
              <a:blip r:embed="rId43"/>
              <a:stretch>
                <a:fillRect/>
              </a:stretch>
            </p:blipFill>
            <p:spPr>
              <a:xfrm>
                <a:off x="2707640" y="1252544"/>
                <a:ext cx="1846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986D7D26-FCBB-E0F7-212D-A79B54EB7BB3}"/>
                  </a:ext>
                </a:extLst>
              </p14:cNvPr>
              <p14:cNvContentPartPr/>
              <p14:nvPr/>
            </p14:nvContentPartPr>
            <p14:xfrm>
              <a:off x="3139640" y="978944"/>
              <a:ext cx="3065400" cy="194400"/>
            </p14:xfrm>
          </p:contentPart>
        </mc:Choice>
        <mc:Fallback xmlns="">
          <p:pic>
            <p:nvPicPr>
              <p:cNvPr id="24" name="Ink 23">
                <a:extLst>
                  <a:ext uri="{FF2B5EF4-FFF2-40B4-BE49-F238E27FC236}">
                    <a16:creationId xmlns:a16="http://schemas.microsoft.com/office/drawing/2014/main" id="{986D7D26-FCBB-E0F7-212D-A79B54EB7BB3}"/>
                  </a:ext>
                </a:extLst>
              </p:cNvPr>
              <p:cNvPicPr/>
              <p:nvPr/>
            </p:nvPicPr>
            <p:blipFill>
              <a:blip r:embed="rId45"/>
              <a:stretch>
                <a:fillRect/>
              </a:stretch>
            </p:blipFill>
            <p:spPr>
              <a:xfrm>
                <a:off x="3135320" y="974624"/>
                <a:ext cx="3074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DD2AA07A-0506-81BF-78DC-7F5C3BFDBB09}"/>
                  </a:ext>
                </a:extLst>
              </p14:cNvPr>
              <p14:cNvContentPartPr/>
              <p14:nvPr/>
            </p14:nvContentPartPr>
            <p14:xfrm>
              <a:off x="3945680" y="1304384"/>
              <a:ext cx="152640" cy="53280"/>
            </p14:xfrm>
          </p:contentPart>
        </mc:Choice>
        <mc:Fallback xmlns="">
          <p:pic>
            <p:nvPicPr>
              <p:cNvPr id="25" name="Ink 24">
                <a:extLst>
                  <a:ext uri="{FF2B5EF4-FFF2-40B4-BE49-F238E27FC236}">
                    <a16:creationId xmlns:a16="http://schemas.microsoft.com/office/drawing/2014/main" id="{DD2AA07A-0506-81BF-78DC-7F5C3BFDBB09}"/>
                  </a:ext>
                </a:extLst>
              </p:cNvPr>
              <p:cNvPicPr/>
              <p:nvPr/>
            </p:nvPicPr>
            <p:blipFill>
              <a:blip r:embed="rId47"/>
              <a:stretch>
                <a:fillRect/>
              </a:stretch>
            </p:blipFill>
            <p:spPr>
              <a:xfrm>
                <a:off x="3941360" y="1300064"/>
                <a:ext cx="1612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A94540DA-169A-B0FB-F682-352A9C3C2C76}"/>
                  </a:ext>
                </a:extLst>
              </p14:cNvPr>
              <p14:cNvContentPartPr/>
              <p14:nvPr/>
            </p14:nvContentPartPr>
            <p14:xfrm>
              <a:off x="4151240" y="1286024"/>
              <a:ext cx="132120" cy="46440"/>
            </p14:xfrm>
          </p:contentPart>
        </mc:Choice>
        <mc:Fallback xmlns="">
          <p:pic>
            <p:nvPicPr>
              <p:cNvPr id="26" name="Ink 25">
                <a:extLst>
                  <a:ext uri="{FF2B5EF4-FFF2-40B4-BE49-F238E27FC236}">
                    <a16:creationId xmlns:a16="http://schemas.microsoft.com/office/drawing/2014/main" id="{A94540DA-169A-B0FB-F682-352A9C3C2C76}"/>
                  </a:ext>
                </a:extLst>
              </p:cNvPr>
              <p:cNvPicPr/>
              <p:nvPr/>
            </p:nvPicPr>
            <p:blipFill>
              <a:blip r:embed="rId49"/>
              <a:stretch>
                <a:fillRect/>
              </a:stretch>
            </p:blipFill>
            <p:spPr>
              <a:xfrm>
                <a:off x="4146920" y="1281704"/>
                <a:ext cx="1407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72FC4E93-92D0-7AE9-4CAA-A8C891278471}"/>
                  </a:ext>
                </a:extLst>
              </p14:cNvPr>
              <p14:cNvContentPartPr/>
              <p14:nvPr/>
            </p14:nvContentPartPr>
            <p14:xfrm>
              <a:off x="4381280" y="1263344"/>
              <a:ext cx="56880" cy="87840"/>
            </p14:xfrm>
          </p:contentPart>
        </mc:Choice>
        <mc:Fallback xmlns="">
          <p:pic>
            <p:nvPicPr>
              <p:cNvPr id="27" name="Ink 26">
                <a:extLst>
                  <a:ext uri="{FF2B5EF4-FFF2-40B4-BE49-F238E27FC236}">
                    <a16:creationId xmlns:a16="http://schemas.microsoft.com/office/drawing/2014/main" id="{72FC4E93-92D0-7AE9-4CAA-A8C891278471}"/>
                  </a:ext>
                </a:extLst>
              </p:cNvPr>
              <p:cNvPicPr/>
              <p:nvPr/>
            </p:nvPicPr>
            <p:blipFill>
              <a:blip r:embed="rId51"/>
              <a:stretch>
                <a:fillRect/>
              </a:stretch>
            </p:blipFill>
            <p:spPr>
              <a:xfrm>
                <a:off x="4376960" y="1259024"/>
                <a:ext cx="6552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ECF57B4C-CD27-BC3E-6B5B-FCE77A49BBF7}"/>
                  </a:ext>
                </a:extLst>
              </p14:cNvPr>
              <p14:cNvContentPartPr/>
              <p14:nvPr/>
            </p14:nvContentPartPr>
            <p14:xfrm>
              <a:off x="4527440" y="1204304"/>
              <a:ext cx="183240" cy="109080"/>
            </p14:xfrm>
          </p:contentPart>
        </mc:Choice>
        <mc:Fallback xmlns="">
          <p:pic>
            <p:nvPicPr>
              <p:cNvPr id="28" name="Ink 27">
                <a:extLst>
                  <a:ext uri="{FF2B5EF4-FFF2-40B4-BE49-F238E27FC236}">
                    <a16:creationId xmlns:a16="http://schemas.microsoft.com/office/drawing/2014/main" id="{ECF57B4C-CD27-BC3E-6B5B-FCE77A49BBF7}"/>
                  </a:ext>
                </a:extLst>
              </p:cNvPr>
              <p:cNvPicPr/>
              <p:nvPr/>
            </p:nvPicPr>
            <p:blipFill>
              <a:blip r:embed="rId53"/>
              <a:stretch>
                <a:fillRect/>
              </a:stretch>
            </p:blipFill>
            <p:spPr>
              <a:xfrm>
                <a:off x="4523120" y="1199984"/>
                <a:ext cx="1918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C390BD92-74B0-DB98-4B3F-5CC53AC3D5E3}"/>
                  </a:ext>
                </a:extLst>
              </p14:cNvPr>
              <p14:cNvContentPartPr/>
              <p14:nvPr/>
            </p14:nvContentPartPr>
            <p14:xfrm>
              <a:off x="4825880" y="1168304"/>
              <a:ext cx="18720" cy="142560"/>
            </p14:xfrm>
          </p:contentPart>
        </mc:Choice>
        <mc:Fallback xmlns="">
          <p:pic>
            <p:nvPicPr>
              <p:cNvPr id="29" name="Ink 28">
                <a:extLst>
                  <a:ext uri="{FF2B5EF4-FFF2-40B4-BE49-F238E27FC236}">
                    <a16:creationId xmlns:a16="http://schemas.microsoft.com/office/drawing/2014/main" id="{C390BD92-74B0-DB98-4B3F-5CC53AC3D5E3}"/>
                  </a:ext>
                </a:extLst>
              </p:cNvPr>
              <p:cNvPicPr/>
              <p:nvPr/>
            </p:nvPicPr>
            <p:blipFill>
              <a:blip r:embed="rId55"/>
              <a:stretch>
                <a:fillRect/>
              </a:stretch>
            </p:blipFill>
            <p:spPr>
              <a:xfrm>
                <a:off x="4821560" y="1163984"/>
                <a:ext cx="273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FEDEAA39-96DC-3D10-DCF5-5993DEBDA75A}"/>
                  </a:ext>
                </a:extLst>
              </p14:cNvPr>
              <p14:cNvContentPartPr/>
              <p14:nvPr/>
            </p14:nvContentPartPr>
            <p14:xfrm>
              <a:off x="4791320" y="1231664"/>
              <a:ext cx="150480" cy="6120"/>
            </p14:xfrm>
          </p:contentPart>
        </mc:Choice>
        <mc:Fallback xmlns="">
          <p:pic>
            <p:nvPicPr>
              <p:cNvPr id="30" name="Ink 29">
                <a:extLst>
                  <a:ext uri="{FF2B5EF4-FFF2-40B4-BE49-F238E27FC236}">
                    <a16:creationId xmlns:a16="http://schemas.microsoft.com/office/drawing/2014/main" id="{FEDEAA39-96DC-3D10-DCF5-5993DEBDA75A}"/>
                  </a:ext>
                </a:extLst>
              </p:cNvPr>
              <p:cNvPicPr/>
              <p:nvPr/>
            </p:nvPicPr>
            <p:blipFill>
              <a:blip r:embed="rId57"/>
              <a:stretch>
                <a:fillRect/>
              </a:stretch>
            </p:blipFill>
            <p:spPr>
              <a:xfrm>
                <a:off x="4787000" y="1227344"/>
                <a:ext cx="1591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E3F74E75-7747-B274-4F9C-1FFDE0009294}"/>
                  </a:ext>
                </a:extLst>
              </p14:cNvPr>
              <p14:cNvContentPartPr/>
              <p14:nvPr/>
            </p14:nvContentPartPr>
            <p14:xfrm>
              <a:off x="4969160" y="1219064"/>
              <a:ext cx="240480" cy="117000"/>
            </p14:xfrm>
          </p:contentPart>
        </mc:Choice>
        <mc:Fallback xmlns="">
          <p:pic>
            <p:nvPicPr>
              <p:cNvPr id="31" name="Ink 30">
                <a:extLst>
                  <a:ext uri="{FF2B5EF4-FFF2-40B4-BE49-F238E27FC236}">
                    <a16:creationId xmlns:a16="http://schemas.microsoft.com/office/drawing/2014/main" id="{E3F74E75-7747-B274-4F9C-1FFDE0009294}"/>
                  </a:ext>
                </a:extLst>
              </p:cNvPr>
              <p:cNvPicPr/>
              <p:nvPr/>
            </p:nvPicPr>
            <p:blipFill>
              <a:blip r:embed="rId59"/>
              <a:stretch>
                <a:fillRect/>
              </a:stretch>
            </p:blipFill>
            <p:spPr>
              <a:xfrm>
                <a:off x="4964840" y="1214744"/>
                <a:ext cx="2491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8840C130-E225-30FE-446C-7C46A00E108E}"/>
                  </a:ext>
                </a:extLst>
              </p14:cNvPr>
              <p14:cNvContentPartPr/>
              <p14:nvPr/>
            </p14:nvContentPartPr>
            <p14:xfrm>
              <a:off x="5292080" y="1124744"/>
              <a:ext cx="328680" cy="217800"/>
            </p14:xfrm>
          </p:contentPart>
        </mc:Choice>
        <mc:Fallback xmlns="">
          <p:pic>
            <p:nvPicPr>
              <p:cNvPr id="32" name="Ink 31">
                <a:extLst>
                  <a:ext uri="{FF2B5EF4-FFF2-40B4-BE49-F238E27FC236}">
                    <a16:creationId xmlns:a16="http://schemas.microsoft.com/office/drawing/2014/main" id="{8840C130-E225-30FE-446C-7C46A00E108E}"/>
                  </a:ext>
                </a:extLst>
              </p:cNvPr>
              <p:cNvPicPr/>
              <p:nvPr/>
            </p:nvPicPr>
            <p:blipFill>
              <a:blip r:embed="rId61"/>
              <a:stretch>
                <a:fillRect/>
              </a:stretch>
            </p:blipFill>
            <p:spPr>
              <a:xfrm>
                <a:off x="5287760" y="1120424"/>
                <a:ext cx="3373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BBFB3FF6-30B0-37B5-E254-B35AD2B21715}"/>
                  </a:ext>
                </a:extLst>
              </p14:cNvPr>
              <p14:cNvContentPartPr/>
              <p14:nvPr/>
            </p14:nvContentPartPr>
            <p14:xfrm>
              <a:off x="4924944" y="2887416"/>
              <a:ext cx="9720" cy="32400"/>
            </p14:xfrm>
          </p:contentPart>
        </mc:Choice>
        <mc:Fallback xmlns="">
          <p:pic>
            <p:nvPicPr>
              <p:cNvPr id="33" name="Ink 32">
                <a:extLst>
                  <a:ext uri="{FF2B5EF4-FFF2-40B4-BE49-F238E27FC236}">
                    <a16:creationId xmlns:a16="http://schemas.microsoft.com/office/drawing/2014/main" id="{BBFB3FF6-30B0-37B5-E254-B35AD2B21715}"/>
                  </a:ext>
                </a:extLst>
              </p:cNvPr>
              <p:cNvPicPr/>
              <p:nvPr/>
            </p:nvPicPr>
            <p:blipFill>
              <a:blip r:embed="rId63"/>
              <a:stretch>
                <a:fillRect/>
              </a:stretch>
            </p:blipFill>
            <p:spPr>
              <a:xfrm>
                <a:off x="4920624" y="2883096"/>
                <a:ext cx="183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C02D7ED9-7E70-B318-86A2-337D8E3ED6E6}"/>
                  </a:ext>
                </a:extLst>
              </p14:cNvPr>
              <p14:cNvContentPartPr/>
              <p14:nvPr/>
            </p14:nvContentPartPr>
            <p14:xfrm>
              <a:off x="6268320" y="2364120"/>
              <a:ext cx="115200" cy="144720"/>
            </p14:xfrm>
          </p:contentPart>
        </mc:Choice>
        <mc:Fallback xmlns="">
          <p:pic>
            <p:nvPicPr>
              <p:cNvPr id="34" name="Ink 33">
                <a:extLst>
                  <a:ext uri="{FF2B5EF4-FFF2-40B4-BE49-F238E27FC236}">
                    <a16:creationId xmlns:a16="http://schemas.microsoft.com/office/drawing/2014/main" id="{C02D7ED9-7E70-B318-86A2-337D8E3ED6E6}"/>
                  </a:ext>
                </a:extLst>
              </p:cNvPr>
              <p:cNvPicPr/>
              <p:nvPr/>
            </p:nvPicPr>
            <p:blipFill>
              <a:blip r:embed="rId65"/>
              <a:stretch>
                <a:fillRect/>
              </a:stretch>
            </p:blipFill>
            <p:spPr>
              <a:xfrm>
                <a:off x="6264000" y="2359800"/>
                <a:ext cx="1238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E1CBAF36-6E0A-B47F-C634-359A75A57045}"/>
                  </a:ext>
                </a:extLst>
              </p14:cNvPr>
              <p14:cNvContentPartPr/>
              <p14:nvPr/>
            </p14:nvContentPartPr>
            <p14:xfrm>
              <a:off x="6414120" y="2374200"/>
              <a:ext cx="113400" cy="73440"/>
            </p14:xfrm>
          </p:contentPart>
        </mc:Choice>
        <mc:Fallback xmlns="">
          <p:pic>
            <p:nvPicPr>
              <p:cNvPr id="35" name="Ink 34">
                <a:extLst>
                  <a:ext uri="{FF2B5EF4-FFF2-40B4-BE49-F238E27FC236}">
                    <a16:creationId xmlns:a16="http://schemas.microsoft.com/office/drawing/2014/main" id="{E1CBAF36-6E0A-B47F-C634-359A75A57045}"/>
                  </a:ext>
                </a:extLst>
              </p:cNvPr>
              <p:cNvPicPr/>
              <p:nvPr/>
            </p:nvPicPr>
            <p:blipFill>
              <a:blip r:embed="rId67"/>
              <a:stretch>
                <a:fillRect/>
              </a:stretch>
            </p:blipFill>
            <p:spPr>
              <a:xfrm>
                <a:off x="6409800" y="2369880"/>
                <a:ext cx="1220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7E91CAE3-1621-2BC8-8F0E-C3375FC7B800}"/>
                  </a:ext>
                </a:extLst>
              </p14:cNvPr>
              <p14:cNvContentPartPr/>
              <p14:nvPr/>
            </p14:nvContentPartPr>
            <p14:xfrm>
              <a:off x="6518160" y="2386080"/>
              <a:ext cx="118080" cy="82440"/>
            </p14:xfrm>
          </p:contentPart>
        </mc:Choice>
        <mc:Fallback xmlns="">
          <p:pic>
            <p:nvPicPr>
              <p:cNvPr id="36" name="Ink 35">
                <a:extLst>
                  <a:ext uri="{FF2B5EF4-FFF2-40B4-BE49-F238E27FC236}">
                    <a16:creationId xmlns:a16="http://schemas.microsoft.com/office/drawing/2014/main" id="{7E91CAE3-1621-2BC8-8F0E-C3375FC7B800}"/>
                  </a:ext>
                </a:extLst>
              </p:cNvPr>
              <p:cNvPicPr/>
              <p:nvPr/>
            </p:nvPicPr>
            <p:blipFill>
              <a:blip r:embed="rId69"/>
              <a:stretch>
                <a:fillRect/>
              </a:stretch>
            </p:blipFill>
            <p:spPr>
              <a:xfrm>
                <a:off x="6513840" y="2381760"/>
                <a:ext cx="1267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0E429118-EBA0-C8B9-9D9C-BC49798CF456}"/>
                  </a:ext>
                </a:extLst>
              </p14:cNvPr>
              <p14:cNvContentPartPr/>
              <p14:nvPr/>
            </p14:nvContentPartPr>
            <p14:xfrm>
              <a:off x="6670440" y="2344320"/>
              <a:ext cx="37440" cy="108720"/>
            </p14:xfrm>
          </p:contentPart>
        </mc:Choice>
        <mc:Fallback xmlns="">
          <p:pic>
            <p:nvPicPr>
              <p:cNvPr id="37" name="Ink 36">
                <a:extLst>
                  <a:ext uri="{FF2B5EF4-FFF2-40B4-BE49-F238E27FC236}">
                    <a16:creationId xmlns:a16="http://schemas.microsoft.com/office/drawing/2014/main" id="{0E429118-EBA0-C8B9-9D9C-BC49798CF456}"/>
                  </a:ext>
                </a:extLst>
              </p:cNvPr>
              <p:cNvPicPr/>
              <p:nvPr/>
            </p:nvPicPr>
            <p:blipFill>
              <a:blip r:embed="rId71"/>
              <a:stretch>
                <a:fillRect/>
              </a:stretch>
            </p:blipFill>
            <p:spPr>
              <a:xfrm>
                <a:off x="6666120" y="2340000"/>
                <a:ext cx="460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ABA173FB-C3BD-922D-9D54-04FAE57AE24B}"/>
                  </a:ext>
                </a:extLst>
              </p14:cNvPr>
              <p14:cNvContentPartPr/>
              <p14:nvPr/>
            </p14:nvContentPartPr>
            <p14:xfrm>
              <a:off x="6785640" y="2276280"/>
              <a:ext cx="178560" cy="153720"/>
            </p14:xfrm>
          </p:contentPart>
        </mc:Choice>
        <mc:Fallback xmlns="">
          <p:pic>
            <p:nvPicPr>
              <p:cNvPr id="38" name="Ink 37">
                <a:extLst>
                  <a:ext uri="{FF2B5EF4-FFF2-40B4-BE49-F238E27FC236}">
                    <a16:creationId xmlns:a16="http://schemas.microsoft.com/office/drawing/2014/main" id="{ABA173FB-C3BD-922D-9D54-04FAE57AE24B}"/>
                  </a:ext>
                </a:extLst>
              </p:cNvPr>
              <p:cNvPicPr/>
              <p:nvPr/>
            </p:nvPicPr>
            <p:blipFill>
              <a:blip r:embed="rId73"/>
              <a:stretch>
                <a:fillRect/>
              </a:stretch>
            </p:blipFill>
            <p:spPr>
              <a:xfrm>
                <a:off x="6781320" y="2271960"/>
                <a:ext cx="1872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860886F3-1763-FBEC-1ECF-482CE5DF6CBF}"/>
                  </a:ext>
                </a:extLst>
              </p14:cNvPr>
              <p14:cNvContentPartPr/>
              <p14:nvPr/>
            </p14:nvContentPartPr>
            <p14:xfrm>
              <a:off x="6857280" y="2187360"/>
              <a:ext cx="139320" cy="260280"/>
            </p14:xfrm>
          </p:contentPart>
        </mc:Choice>
        <mc:Fallback xmlns="">
          <p:pic>
            <p:nvPicPr>
              <p:cNvPr id="39" name="Ink 38">
                <a:extLst>
                  <a:ext uri="{FF2B5EF4-FFF2-40B4-BE49-F238E27FC236}">
                    <a16:creationId xmlns:a16="http://schemas.microsoft.com/office/drawing/2014/main" id="{860886F3-1763-FBEC-1ECF-482CE5DF6CBF}"/>
                  </a:ext>
                </a:extLst>
              </p:cNvPr>
              <p:cNvPicPr/>
              <p:nvPr/>
            </p:nvPicPr>
            <p:blipFill>
              <a:blip r:embed="rId75"/>
              <a:stretch>
                <a:fillRect/>
              </a:stretch>
            </p:blipFill>
            <p:spPr>
              <a:xfrm>
                <a:off x="6852960" y="2183040"/>
                <a:ext cx="1479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F9E51301-96AD-15C1-C530-AA1BB794A8A7}"/>
                  </a:ext>
                </a:extLst>
              </p14:cNvPr>
              <p14:cNvContentPartPr/>
              <p14:nvPr/>
            </p14:nvContentPartPr>
            <p14:xfrm>
              <a:off x="7111800" y="2210400"/>
              <a:ext cx="288720" cy="330840"/>
            </p14:xfrm>
          </p:contentPart>
        </mc:Choice>
        <mc:Fallback xmlns="">
          <p:pic>
            <p:nvPicPr>
              <p:cNvPr id="40" name="Ink 39">
                <a:extLst>
                  <a:ext uri="{FF2B5EF4-FFF2-40B4-BE49-F238E27FC236}">
                    <a16:creationId xmlns:a16="http://schemas.microsoft.com/office/drawing/2014/main" id="{F9E51301-96AD-15C1-C530-AA1BB794A8A7}"/>
                  </a:ext>
                </a:extLst>
              </p:cNvPr>
              <p:cNvPicPr/>
              <p:nvPr/>
            </p:nvPicPr>
            <p:blipFill>
              <a:blip r:embed="rId77"/>
              <a:stretch>
                <a:fillRect/>
              </a:stretch>
            </p:blipFill>
            <p:spPr>
              <a:xfrm>
                <a:off x="7107480" y="2206080"/>
                <a:ext cx="2973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C6FDCB6E-F5FE-AA58-4BEE-01B9280AF612}"/>
                  </a:ext>
                </a:extLst>
              </p14:cNvPr>
              <p14:cNvContentPartPr/>
              <p14:nvPr/>
            </p14:nvContentPartPr>
            <p14:xfrm>
              <a:off x="7084080" y="2314080"/>
              <a:ext cx="337680" cy="159840"/>
            </p14:xfrm>
          </p:contentPart>
        </mc:Choice>
        <mc:Fallback xmlns="">
          <p:pic>
            <p:nvPicPr>
              <p:cNvPr id="41" name="Ink 40">
                <a:extLst>
                  <a:ext uri="{FF2B5EF4-FFF2-40B4-BE49-F238E27FC236}">
                    <a16:creationId xmlns:a16="http://schemas.microsoft.com/office/drawing/2014/main" id="{C6FDCB6E-F5FE-AA58-4BEE-01B9280AF612}"/>
                  </a:ext>
                </a:extLst>
              </p:cNvPr>
              <p:cNvPicPr/>
              <p:nvPr/>
            </p:nvPicPr>
            <p:blipFill>
              <a:blip r:embed="rId79"/>
              <a:stretch>
                <a:fillRect/>
              </a:stretch>
            </p:blipFill>
            <p:spPr>
              <a:xfrm>
                <a:off x="7079760" y="2309760"/>
                <a:ext cx="3463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69D9E6C9-7A67-2404-85E3-FF177EBE70DC}"/>
                  </a:ext>
                </a:extLst>
              </p14:cNvPr>
              <p14:cNvContentPartPr/>
              <p14:nvPr/>
            </p14:nvContentPartPr>
            <p14:xfrm>
              <a:off x="7629120" y="2355840"/>
              <a:ext cx="406800" cy="107640"/>
            </p14:xfrm>
          </p:contentPart>
        </mc:Choice>
        <mc:Fallback xmlns="">
          <p:pic>
            <p:nvPicPr>
              <p:cNvPr id="42" name="Ink 41">
                <a:extLst>
                  <a:ext uri="{FF2B5EF4-FFF2-40B4-BE49-F238E27FC236}">
                    <a16:creationId xmlns:a16="http://schemas.microsoft.com/office/drawing/2014/main" id="{69D9E6C9-7A67-2404-85E3-FF177EBE70DC}"/>
                  </a:ext>
                </a:extLst>
              </p:cNvPr>
              <p:cNvPicPr/>
              <p:nvPr/>
            </p:nvPicPr>
            <p:blipFill>
              <a:blip r:embed="rId81"/>
              <a:stretch>
                <a:fillRect/>
              </a:stretch>
            </p:blipFill>
            <p:spPr>
              <a:xfrm>
                <a:off x="7624800" y="2351520"/>
                <a:ext cx="4154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29EF9D40-851D-94E9-E8D7-047EC90751F7}"/>
                  </a:ext>
                </a:extLst>
              </p14:cNvPr>
              <p14:cNvContentPartPr/>
              <p14:nvPr/>
            </p14:nvContentPartPr>
            <p14:xfrm>
              <a:off x="8012520" y="2377800"/>
              <a:ext cx="134640" cy="96480"/>
            </p14:xfrm>
          </p:contentPart>
        </mc:Choice>
        <mc:Fallback xmlns="">
          <p:pic>
            <p:nvPicPr>
              <p:cNvPr id="43" name="Ink 42">
                <a:extLst>
                  <a:ext uri="{FF2B5EF4-FFF2-40B4-BE49-F238E27FC236}">
                    <a16:creationId xmlns:a16="http://schemas.microsoft.com/office/drawing/2014/main" id="{29EF9D40-851D-94E9-E8D7-047EC90751F7}"/>
                  </a:ext>
                </a:extLst>
              </p:cNvPr>
              <p:cNvPicPr/>
              <p:nvPr/>
            </p:nvPicPr>
            <p:blipFill>
              <a:blip r:embed="rId83"/>
              <a:stretch>
                <a:fillRect/>
              </a:stretch>
            </p:blipFill>
            <p:spPr>
              <a:xfrm>
                <a:off x="8008200" y="2373480"/>
                <a:ext cx="1432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FA56C51F-1DBF-0868-6D14-91DC79367954}"/>
                  </a:ext>
                </a:extLst>
              </p14:cNvPr>
              <p14:cNvContentPartPr/>
              <p14:nvPr/>
            </p14:nvContentPartPr>
            <p14:xfrm>
              <a:off x="8201520" y="2291400"/>
              <a:ext cx="178560" cy="142560"/>
            </p14:xfrm>
          </p:contentPart>
        </mc:Choice>
        <mc:Fallback xmlns="">
          <p:pic>
            <p:nvPicPr>
              <p:cNvPr id="44" name="Ink 43">
                <a:extLst>
                  <a:ext uri="{FF2B5EF4-FFF2-40B4-BE49-F238E27FC236}">
                    <a16:creationId xmlns:a16="http://schemas.microsoft.com/office/drawing/2014/main" id="{FA56C51F-1DBF-0868-6D14-91DC79367954}"/>
                  </a:ext>
                </a:extLst>
              </p:cNvPr>
              <p:cNvPicPr/>
              <p:nvPr/>
            </p:nvPicPr>
            <p:blipFill>
              <a:blip r:embed="rId85"/>
              <a:stretch>
                <a:fillRect/>
              </a:stretch>
            </p:blipFill>
            <p:spPr>
              <a:xfrm>
                <a:off x="8197200" y="2287080"/>
                <a:ext cx="1872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D89B8A01-6056-E9D1-83B1-7BFD19F364D1}"/>
                  </a:ext>
                </a:extLst>
              </p14:cNvPr>
              <p14:cNvContentPartPr/>
              <p14:nvPr/>
            </p14:nvContentPartPr>
            <p14:xfrm>
              <a:off x="8361000" y="2373840"/>
              <a:ext cx="75960" cy="100440"/>
            </p14:xfrm>
          </p:contentPart>
        </mc:Choice>
        <mc:Fallback xmlns="">
          <p:pic>
            <p:nvPicPr>
              <p:cNvPr id="45" name="Ink 44">
                <a:extLst>
                  <a:ext uri="{FF2B5EF4-FFF2-40B4-BE49-F238E27FC236}">
                    <a16:creationId xmlns:a16="http://schemas.microsoft.com/office/drawing/2014/main" id="{D89B8A01-6056-E9D1-83B1-7BFD19F364D1}"/>
                  </a:ext>
                </a:extLst>
              </p:cNvPr>
              <p:cNvPicPr/>
              <p:nvPr/>
            </p:nvPicPr>
            <p:blipFill>
              <a:blip r:embed="rId87"/>
              <a:stretch>
                <a:fillRect/>
              </a:stretch>
            </p:blipFill>
            <p:spPr>
              <a:xfrm>
                <a:off x="8356680" y="2369520"/>
                <a:ext cx="846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BCD5D074-248B-F1A9-02F9-CE59C4B5E9D0}"/>
                  </a:ext>
                </a:extLst>
              </p14:cNvPr>
              <p14:cNvContentPartPr/>
              <p14:nvPr/>
            </p14:nvContentPartPr>
            <p14:xfrm>
              <a:off x="8461440" y="2389320"/>
              <a:ext cx="64440" cy="85680"/>
            </p14:xfrm>
          </p:contentPart>
        </mc:Choice>
        <mc:Fallback xmlns="">
          <p:pic>
            <p:nvPicPr>
              <p:cNvPr id="46" name="Ink 45">
                <a:extLst>
                  <a:ext uri="{FF2B5EF4-FFF2-40B4-BE49-F238E27FC236}">
                    <a16:creationId xmlns:a16="http://schemas.microsoft.com/office/drawing/2014/main" id="{BCD5D074-248B-F1A9-02F9-CE59C4B5E9D0}"/>
                  </a:ext>
                </a:extLst>
              </p:cNvPr>
              <p:cNvPicPr/>
              <p:nvPr/>
            </p:nvPicPr>
            <p:blipFill>
              <a:blip r:embed="rId89"/>
              <a:stretch>
                <a:fillRect/>
              </a:stretch>
            </p:blipFill>
            <p:spPr>
              <a:xfrm>
                <a:off x="8457120" y="2385000"/>
                <a:ext cx="73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9557980D-3E7C-C4C1-3FA5-C224F2BC33FA}"/>
                  </a:ext>
                </a:extLst>
              </p14:cNvPr>
              <p14:cNvContentPartPr/>
              <p14:nvPr/>
            </p14:nvContentPartPr>
            <p14:xfrm>
              <a:off x="8578440" y="2278800"/>
              <a:ext cx="141120" cy="160920"/>
            </p14:xfrm>
          </p:contentPart>
        </mc:Choice>
        <mc:Fallback xmlns="">
          <p:pic>
            <p:nvPicPr>
              <p:cNvPr id="47" name="Ink 46">
                <a:extLst>
                  <a:ext uri="{FF2B5EF4-FFF2-40B4-BE49-F238E27FC236}">
                    <a16:creationId xmlns:a16="http://schemas.microsoft.com/office/drawing/2014/main" id="{9557980D-3E7C-C4C1-3FA5-C224F2BC33FA}"/>
                  </a:ext>
                </a:extLst>
              </p:cNvPr>
              <p:cNvPicPr/>
              <p:nvPr/>
            </p:nvPicPr>
            <p:blipFill>
              <a:blip r:embed="rId91"/>
              <a:stretch>
                <a:fillRect/>
              </a:stretch>
            </p:blipFill>
            <p:spPr>
              <a:xfrm>
                <a:off x="8574120" y="2274480"/>
                <a:ext cx="1497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74B8E491-F973-73F1-2928-5132558033C3}"/>
                  </a:ext>
                </a:extLst>
              </p14:cNvPr>
              <p14:cNvContentPartPr/>
              <p14:nvPr/>
            </p14:nvContentPartPr>
            <p14:xfrm>
              <a:off x="8643240" y="2374560"/>
              <a:ext cx="136800" cy="17640"/>
            </p14:xfrm>
          </p:contentPart>
        </mc:Choice>
        <mc:Fallback xmlns="">
          <p:pic>
            <p:nvPicPr>
              <p:cNvPr id="48" name="Ink 47">
                <a:extLst>
                  <a:ext uri="{FF2B5EF4-FFF2-40B4-BE49-F238E27FC236}">
                    <a16:creationId xmlns:a16="http://schemas.microsoft.com/office/drawing/2014/main" id="{74B8E491-F973-73F1-2928-5132558033C3}"/>
                  </a:ext>
                </a:extLst>
              </p:cNvPr>
              <p:cNvPicPr/>
              <p:nvPr/>
            </p:nvPicPr>
            <p:blipFill>
              <a:blip r:embed="rId93"/>
              <a:stretch>
                <a:fillRect/>
              </a:stretch>
            </p:blipFill>
            <p:spPr>
              <a:xfrm>
                <a:off x="8638920" y="2370240"/>
                <a:ext cx="1454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C147B91D-74DE-B848-FBBA-14810BB407B7}"/>
                  </a:ext>
                </a:extLst>
              </p14:cNvPr>
              <p14:cNvContentPartPr/>
              <p14:nvPr/>
            </p14:nvContentPartPr>
            <p14:xfrm>
              <a:off x="6578280" y="2717640"/>
              <a:ext cx="18720" cy="44280"/>
            </p14:xfrm>
          </p:contentPart>
        </mc:Choice>
        <mc:Fallback xmlns="">
          <p:pic>
            <p:nvPicPr>
              <p:cNvPr id="49" name="Ink 48">
                <a:extLst>
                  <a:ext uri="{FF2B5EF4-FFF2-40B4-BE49-F238E27FC236}">
                    <a16:creationId xmlns:a16="http://schemas.microsoft.com/office/drawing/2014/main" id="{C147B91D-74DE-B848-FBBA-14810BB407B7}"/>
                  </a:ext>
                </a:extLst>
              </p:cNvPr>
              <p:cNvPicPr/>
              <p:nvPr/>
            </p:nvPicPr>
            <p:blipFill>
              <a:blip r:embed="rId95"/>
              <a:stretch>
                <a:fillRect/>
              </a:stretch>
            </p:blipFill>
            <p:spPr>
              <a:xfrm>
                <a:off x="6573960" y="2713320"/>
                <a:ext cx="273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C3B4B8B3-ECA9-51D4-D05C-30A1D38C5005}"/>
                  </a:ext>
                </a:extLst>
              </p14:cNvPr>
              <p14:cNvContentPartPr/>
              <p14:nvPr/>
            </p14:nvContentPartPr>
            <p14:xfrm>
              <a:off x="6658920" y="2599560"/>
              <a:ext cx="5040" cy="22320"/>
            </p14:xfrm>
          </p:contentPart>
        </mc:Choice>
        <mc:Fallback xmlns="">
          <p:pic>
            <p:nvPicPr>
              <p:cNvPr id="50" name="Ink 49">
                <a:extLst>
                  <a:ext uri="{FF2B5EF4-FFF2-40B4-BE49-F238E27FC236}">
                    <a16:creationId xmlns:a16="http://schemas.microsoft.com/office/drawing/2014/main" id="{C3B4B8B3-ECA9-51D4-D05C-30A1D38C5005}"/>
                  </a:ext>
                </a:extLst>
              </p:cNvPr>
              <p:cNvPicPr/>
              <p:nvPr/>
            </p:nvPicPr>
            <p:blipFill>
              <a:blip r:embed="rId97"/>
              <a:stretch>
                <a:fillRect/>
              </a:stretch>
            </p:blipFill>
            <p:spPr>
              <a:xfrm>
                <a:off x="6654600" y="2595240"/>
                <a:ext cx="136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129DDD22-8E86-3512-283C-A781D6339F4C}"/>
                  </a:ext>
                </a:extLst>
              </p14:cNvPr>
              <p14:cNvContentPartPr/>
              <p14:nvPr/>
            </p14:nvContentPartPr>
            <p14:xfrm>
              <a:off x="6675120" y="2706840"/>
              <a:ext cx="157320" cy="42120"/>
            </p14:xfrm>
          </p:contentPart>
        </mc:Choice>
        <mc:Fallback xmlns="">
          <p:pic>
            <p:nvPicPr>
              <p:cNvPr id="51" name="Ink 50">
                <a:extLst>
                  <a:ext uri="{FF2B5EF4-FFF2-40B4-BE49-F238E27FC236}">
                    <a16:creationId xmlns:a16="http://schemas.microsoft.com/office/drawing/2014/main" id="{129DDD22-8E86-3512-283C-A781D6339F4C}"/>
                  </a:ext>
                </a:extLst>
              </p:cNvPr>
              <p:cNvPicPr/>
              <p:nvPr/>
            </p:nvPicPr>
            <p:blipFill>
              <a:blip r:embed="rId99"/>
              <a:stretch>
                <a:fillRect/>
              </a:stretch>
            </p:blipFill>
            <p:spPr>
              <a:xfrm>
                <a:off x="6670800" y="2702520"/>
                <a:ext cx="1659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797678F5-9AE8-975F-3373-A75328C735C9}"/>
                  </a:ext>
                </a:extLst>
              </p14:cNvPr>
              <p14:cNvContentPartPr/>
              <p14:nvPr/>
            </p14:nvContentPartPr>
            <p14:xfrm>
              <a:off x="7095600" y="2596320"/>
              <a:ext cx="78840" cy="132120"/>
            </p14:xfrm>
          </p:contentPart>
        </mc:Choice>
        <mc:Fallback xmlns="">
          <p:pic>
            <p:nvPicPr>
              <p:cNvPr id="52" name="Ink 51">
                <a:extLst>
                  <a:ext uri="{FF2B5EF4-FFF2-40B4-BE49-F238E27FC236}">
                    <a16:creationId xmlns:a16="http://schemas.microsoft.com/office/drawing/2014/main" id="{797678F5-9AE8-975F-3373-A75328C735C9}"/>
                  </a:ext>
                </a:extLst>
              </p:cNvPr>
              <p:cNvPicPr/>
              <p:nvPr/>
            </p:nvPicPr>
            <p:blipFill>
              <a:blip r:embed="rId101"/>
              <a:stretch>
                <a:fillRect/>
              </a:stretch>
            </p:blipFill>
            <p:spPr>
              <a:xfrm>
                <a:off x="7091280" y="2592000"/>
                <a:ext cx="874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Ink 52">
                <a:extLst>
                  <a:ext uri="{FF2B5EF4-FFF2-40B4-BE49-F238E27FC236}">
                    <a16:creationId xmlns:a16="http://schemas.microsoft.com/office/drawing/2014/main" id="{84BF1230-B026-8E12-1E94-607A355B4C88}"/>
                  </a:ext>
                </a:extLst>
              </p14:cNvPr>
              <p14:cNvContentPartPr/>
              <p14:nvPr/>
            </p14:nvContentPartPr>
            <p14:xfrm>
              <a:off x="7070040" y="2550960"/>
              <a:ext cx="330840" cy="153000"/>
            </p14:xfrm>
          </p:contentPart>
        </mc:Choice>
        <mc:Fallback xmlns="">
          <p:pic>
            <p:nvPicPr>
              <p:cNvPr id="53" name="Ink 52">
                <a:extLst>
                  <a:ext uri="{FF2B5EF4-FFF2-40B4-BE49-F238E27FC236}">
                    <a16:creationId xmlns:a16="http://schemas.microsoft.com/office/drawing/2014/main" id="{84BF1230-B026-8E12-1E94-607A355B4C88}"/>
                  </a:ext>
                </a:extLst>
              </p:cNvPr>
              <p:cNvPicPr/>
              <p:nvPr/>
            </p:nvPicPr>
            <p:blipFill>
              <a:blip r:embed="rId103"/>
              <a:stretch>
                <a:fillRect/>
              </a:stretch>
            </p:blipFill>
            <p:spPr>
              <a:xfrm>
                <a:off x="7065720" y="2546640"/>
                <a:ext cx="3394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08F8CD5C-8005-C8CF-F490-7F861E3F9475}"/>
                  </a:ext>
                </a:extLst>
              </p14:cNvPr>
              <p14:cNvContentPartPr/>
              <p14:nvPr/>
            </p14:nvContentPartPr>
            <p14:xfrm>
              <a:off x="7361280" y="2630880"/>
              <a:ext cx="92880" cy="90360"/>
            </p14:xfrm>
          </p:contentPart>
        </mc:Choice>
        <mc:Fallback xmlns="">
          <p:pic>
            <p:nvPicPr>
              <p:cNvPr id="54" name="Ink 53">
                <a:extLst>
                  <a:ext uri="{FF2B5EF4-FFF2-40B4-BE49-F238E27FC236}">
                    <a16:creationId xmlns:a16="http://schemas.microsoft.com/office/drawing/2014/main" id="{08F8CD5C-8005-C8CF-F490-7F861E3F9475}"/>
                  </a:ext>
                </a:extLst>
              </p:cNvPr>
              <p:cNvPicPr/>
              <p:nvPr/>
            </p:nvPicPr>
            <p:blipFill>
              <a:blip r:embed="rId105"/>
              <a:stretch>
                <a:fillRect/>
              </a:stretch>
            </p:blipFill>
            <p:spPr>
              <a:xfrm>
                <a:off x="7356960" y="2626560"/>
                <a:ext cx="1015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Ink 54">
                <a:extLst>
                  <a:ext uri="{FF2B5EF4-FFF2-40B4-BE49-F238E27FC236}">
                    <a16:creationId xmlns:a16="http://schemas.microsoft.com/office/drawing/2014/main" id="{13A65A4F-7649-D8B9-DCED-FC306C8C28F1}"/>
                  </a:ext>
                </a:extLst>
              </p14:cNvPr>
              <p14:cNvContentPartPr/>
              <p14:nvPr/>
            </p14:nvContentPartPr>
            <p14:xfrm>
              <a:off x="7670520" y="2664720"/>
              <a:ext cx="109080" cy="45360"/>
            </p14:xfrm>
          </p:contentPart>
        </mc:Choice>
        <mc:Fallback xmlns="">
          <p:pic>
            <p:nvPicPr>
              <p:cNvPr id="55" name="Ink 54">
                <a:extLst>
                  <a:ext uri="{FF2B5EF4-FFF2-40B4-BE49-F238E27FC236}">
                    <a16:creationId xmlns:a16="http://schemas.microsoft.com/office/drawing/2014/main" id="{13A65A4F-7649-D8B9-DCED-FC306C8C28F1}"/>
                  </a:ext>
                </a:extLst>
              </p:cNvPr>
              <p:cNvPicPr/>
              <p:nvPr/>
            </p:nvPicPr>
            <p:blipFill>
              <a:blip r:embed="rId107"/>
              <a:stretch>
                <a:fillRect/>
              </a:stretch>
            </p:blipFill>
            <p:spPr>
              <a:xfrm>
                <a:off x="7666200" y="2660400"/>
                <a:ext cx="1177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FBECE08D-DCC6-4F9E-ECD8-0E4DF95090E0}"/>
                  </a:ext>
                </a:extLst>
              </p14:cNvPr>
              <p14:cNvContentPartPr/>
              <p14:nvPr/>
            </p14:nvContentPartPr>
            <p14:xfrm>
              <a:off x="7813800" y="2655000"/>
              <a:ext cx="164520" cy="47880"/>
            </p14:xfrm>
          </p:contentPart>
        </mc:Choice>
        <mc:Fallback xmlns="">
          <p:pic>
            <p:nvPicPr>
              <p:cNvPr id="56" name="Ink 55">
                <a:extLst>
                  <a:ext uri="{FF2B5EF4-FFF2-40B4-BE49-F238E27FC236}">
                    <a16:creationId xmlns:a16="http://schemas.microsoft.com/office/drawing/2014/main" id="{FBECE08D-DCC6-4F9E-ECD8-0E4DF95090E0}"/>
                  </a:ext>
                </a:extLst>
              </p:cNvPr>
              <p:cNvPicPr/>
              <p:nvPr/>
            </p:nvPicPr>
            <p:blipFill>
              <a:blip r:embed="rId109"/>
              <a:stretch>
                <a:fillRect/>
              </a:stretch>
            </p:blipFill>
            <p:spPr>
              <a:xfrm>
                <a:off x="7809480" y="2650680"/>
                <a:ext cx="1731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Ink 56">
                <a:extLst>
                  <a:ext uri="{FF2B5EF4-FFF2-40B4-BE49-F238E27FC236}">
                    <a16:creationId xmlns:a16="http://schemas.microsoft.com/office/drawing/2014/main" id="{63F59DFB-36B7-ED03-35FD-0AD2C89C2DED}"/>
                  </a:ext>
                </a:extLst>
              </p14:cNvPr>
              <p14:cNvContentPartPr/>
              <p14:nvPr/>
            </p14:nvContentPartPr>
            <p14:xfrm>
              <a:off x="8010720" y="2652120"/>
              <a:ext cx="101880" cy="97920"/>
            </p14:xfrm>
          </p:contentPart>
        </mc:Choice>
        <mc:Fallback xmlns="">
          <p:pic>
            <p:nvPicPr>
              <p:cNvPr id="57" name="Ink 56">
                <a:extLst>
                  <a:ext uri="{FF2B5EF4-FFF2-40B4-BE49-F238E27FC236}">
                    <a16:creationId xmlns:a16="http://schemas.microsoft.com/office/drawing/2014/main" id="{63F59DFB-36B7-ED03-35FD-0AD2C89C2DED}"/>
                  </a:ext>
                </a:extLst>
              </p:cNvPr>
              <p:cNvPicPr/>
              <p:nvPr/>
            </p:nvPicPr>
            <p:blipFill>
              <a:blip r:embed="rId111"/>
              <a:stretch>
                <a:fillRect/>
              </a:stretch>
            </p:blipFill>
            <p:spPr>
              <a:xfrm>
                <a:off x="8006400" y="2647800"/>
                <a:ext cx="11052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Ink 57">
                <a:extLst>
                  <a:ext uri="{FF2B5EF4-FFF2-40B4-BE49-F238E27FC236}">
                    <a16:creationId xmlns:a16="http://schemas.microsoft.com/office/drawing/2014/main" id="{9A4586F8-0626-A548-1FBA-D9CB7EB0CE4C}"/>
                  </a:ext>
                </a:extLst>
              </p14:cNvPr>
              <p14:cNvContentPartPr/>
              <p14:nvPr/>
            </p14:nvContentPartPr>
            <p14:xfrm>
              <a:off x="8111880" y="2665440"/>
              <a:ext cx="360" cy="360"/>
            </p14:xfrm>
          </p:contentPart>
        </mc:Choice>
        <mc:Fallback xmlns="">
          <p:pic>
            <p:nvPicPr>
              <p:cNvPr id="58" name="Ink 57">
                <a:extLst>
                  <a:ext uri="{FF2B5EF4-FFF2-40B4-BE49-F238E27FC236}">
                    <a16:creationId xmlns:a16="http://schemas.microsoft.com/office/drawing/2014/main" id="{9A4586F8-0626-A548-1FBA-D9CB7EB0CE4C}"/>
                  </a:ext>
                </a:extLst>
              </p:cNvPr>
              <p:cNvPicPr/>
              <p:nvPr/>
            </p:nvPicPr>
            <p:blipFill>
              <a:blip r:embed="rId113"/>
              <a:stretch>
                <a:fillRect/>
              </a:stretch>
            </p:blipFill>
            <p:spPr>
              <a:xfrm>
                <a:off x="8107560" y="266112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Ink 58">
                <a:extLst>
                  <a:ext uri="{FF2B5EF4-FFF2-40B4-BE49-F238E27FC236}">
                    <a16:creationId xmlns:a16="http://schemas.microsoft.com/office/drawing/2014/main" id="{529DBD83-7D32-97F4-FFFD-7862DB7F5F6E}"/>
                  </a:ext>
                </a:extLst>
              </p14:cNvPr>
              <p14:cNvContentPartPr/>
              <p14:nvPr/>
            </p14:nvContentPartPr>
            <p14:xfrm>
              <a:off x="8111880" y="2631960"/>
              <a:ext cx="173520" cy="83880"/>
            </p14:xfrm>
          </p:contentPart>
        </mc:Choice>
        <mc:Fallback xmlns="">
          <p:pic>
            <p:nvPicPr>
              <p:cNvPr id="59" name="Ink 58">
                <a:extLst>
                  <a:ext uri="{FF2B5EF4-FFF2-40B4-BE49-F238E27FC236}">
                    <a16:creationId xmlns:a16="http://schemas.microsoft.com/office/drawing/2014/main" id="{529DBD83-7D32-97F4-FFFD-7862DB7F5F6E}"/>
                  </a:ext>
                </a:extLst>
              </p:cNvPr>
              <p:cNvPicPr/>
              <p:nvPr/>
            </p:nvPicPr>
            <p:blipFill>
              <a:blip r:embed="rId115"/>
              <a:stretch>
                <a:fillRect/>
              </a:stretch>
            </p:blipFill>
            <p:spPr>
              <a:xfrm>
                <a:off x="8107560" y="2627640"/>
                <a:ext cx="1821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Ink 59">
                <a:extLst>
                  <a:ext uri="{FF2B5EF4-FFF2-40B4-BE49-F238E27FC236}">
                    <a16:creationId xmlns:a16="http://schemas.microsoft.com/office/drawing/2014/main" id="{201D9052-4222-26D6-CD12-5F45DAD9F3F7}"/>
                  </a:ext>
                </a:extLst>
              </p14:cNvPr>
              <p14:cNvContentPartPr/>
              <p14:nvPr/>
            </p14:nvContentPartPr>
            <p14:xfrm>
              <a:off x="8369280" y="2569680"/>
              <a:ext cx="57240" cy="146160"/>
            </p14:xfrm>
          </p:contentPart>
        </mc:Choice>
        <mc:Fallback xmlns="">
          <p:pic>
            <p:nvPicPr>
              <p:cNvPr id="60" name="Ink 59">
                <a:extLst>
                  <a:ext uri="{FF2B5EF4-FFF2-40B4-BE49-F238E27FC236}">
                    <a16:creationId xmlns:a16="http://schemas.microsoft.com/office/drawing/2014/main" id="{201D9052-4222-26D6-CD12-5F45DAD9F3F7}"/>
                  </a:ext>
                </a:extLst>
              </p:cNvPr>
              <p:cNvPicPr/>
              <p:nvPr/>
            </p:nvPicPr>
            <p:blipFill>
              <a:blip r:embed="rId117"/>
              <a:stretch>
                <a:fillRect/>
              </a:stretch>
            </p:blipFill>
            <p:spPr>
              <a:xfrm>
                <a:off x="8364960" y="2565360"/>
                <a:ext cx="658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Ink 60">
                <a:extLst>
                  <a:ext uri="{FF2B5EF4-FFF2-40B4-BE49-F238E27FC236}">
                    <a16:creationId xmlns:a16="http://schemas.microsoft.com/office/drawing/2014/main" id="{B6130E9D-BF9E-13F2-EE14-224B5DEFC44A}"/>
                  </a:ext>
                </a:extLst>
              </p14:cNvPr>
              <p14:cNvContentPartPr/>
              <p14:nvPr/>
            </p14:nvContentPartPr>
            <p14:xfrm>
              <a:off x="8363520" y="2626200"/>
              <a:ext cx="145800" cy="12960"/>
            </p14:xfrm>
          </p:contentPart>
        </mc:Choice>
        <mc:Fallback xmlns="">
          <p:pic>
            <p:nvPicPr>
              <p:cNvPr id="61" name="Ink 60">
                <a:extLst>
                  <a:ext uri="{FF2B5EF4-FFF2-40B4-BE49-F238E27FC236}">
                    <a16:creationId xmlns:a16="http://schemas.microsoft.com/office/drawing/2014/main" id="{B6130E9D-BF9E-13F2-EE14-224B5DEFC44A}"/>
                  </a:ext>
                </a:extLst>
              </p:cNvPr>
              <p:cNvPicPr/>
              <p:nvPr/>
            </p:nvPicPr>
            <p:blipFill>
              <a:blip r:embed="rId119"/>
              <a:stretch>
                <a:fillRect/>
              </a:stretch>
            </p:blipFill>
            <p:spPr>
              <a:xfrm>
                <a:off x="8359200" y="2621880"/>
                <a:ext cx="1544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Ink 61">
                <a:extLst>
                  <a:ext uri="{FF2B5EF4-FFF2-40B4-BE49-F238E27FC236}">
                    <a16:creationId xmlns:a16="http://schemas.microsoft.com/office/drawing/2014/main" id="{E8117E63-DD07-B152-C0AE-76D019D126C8}"/>
                  </a:ext>
                </a:extLst>
              </p14:cNvPr>
              <p14:cNvContentPartPr/>
              <p14:nvPr/>
            </p14:nvContentPartPr>
            <p14:xfrm>
              <a:off x="8483760" y="2655000"/>
              <a:ext cx="97200" cy="73440"/>
            </p14:xfrm>
          </p:contentPart>
        </mc:Choice>
        <mc:Fallback xmlns="">
          <p:pic>
            <p:nvPicPr>
              <p:cNvPr id="62" name="Ink 61">
                <a:extLst>
                  <a:ext uri="{FF2B5EF4-FFF2-40B4-BE49-F238E27FC236}">
                    <a16:creationId xmlns:a16="http://schemas.microsoft.com/office/drawing/2014/main" id="{E8117E63-DD07-B152-C0AE-76D019D126C8}"/>
                  </a:ext>
                </a:extLst>
              </p:cNvPr>
              <p:cNvPicPr/>
              <p:nvPr/>
            </p:nvPicPr>
            <p:blipFill>
              <a:blip r:embed="rId121"/>
              <a:stretch>
                <a:fillRect/>
              </a:stretch>
            </p:blipFill>
            <p:spPr>
              <a:xfrm>
                <a:off x="8479440" y="2650680"/>
                <a:ext cx="1058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Ink 62">
                <a:extLst>
                  <a:ext uri="{FF2B5EF4-FFF2-40B4-BE49-F238E27FC236}">
                    <a16:creationId xmlns:a16="http://schemas.microsoft.com/office/drawing/2014/main" id="{3A688261-A497-4DCB-1F53-1BE7C130CBB7}"/>
                  </a:ext>
                </a:extLst>
              </p14:cNvPr>
              <p14:cNvContentPartPr/>
              <p14:nvPr/>
            </p14:nvContentPartPr>
            <p14:xfrm>
              <a:off x="8692560" y="2489040"/>
              <a:ext cx="191880" cy="280800"/>
            </p14:xfrm>
          </p:contentPart>
        </mc:Choice>
        <mc:Fallback xmlns="">
          <p:pic>
            <p:nvPicPr>
              <p:cNvPr id="63" name="Ink 62">
                <a:extLst>
                  <a:ext uri="{FF2B5EF4-FFF2-40B4-BE49-F238E27FC236}">
                    <a16:creationId xmlns:a16="http://schemas.microsoft.com/office/drawing/2014/main" id="{3A688261-A497-4DCB-1F53-1BE7C130CBB7}"/>
                  </a:ext>
                </a:extLst>
              </p:cNvPr>
              <p:cNvPicPr/>
              <p:nvPr/>
            </p:nvPicPr>
            <p:blipFill>
              <a:blip r:embed="rId123"/>
              <a:stretch>
                <a:fillRect/>
              </a:stretch>
            </p:blipFill>
            <p:spPr>
              <a:xfrm>
                <a:off x="8688240" y="2484720"/>
                <a:ext cx="20052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4" name="Ink 63">
                <a:extLst>
                  <a:ext uri="{FF2B5EF4-FFF2-40B4-BE49-F238E27FC236}">
                    <a16:creationId xmlns:a16="http://schemas.microsoft.com/office/drawing/2014/main" id="{4259E81D-E609-4E39-22B6-11714A46247E}"/>
                  </a:ext>
                </a:extLst>
              </p14:cNvPr>
              <p14:cNvContentPartPr/>
              <p14:nvPr/>
            </p14:nvContentPartPr>
            <p14:xfrm>
              <a:off x="6907320" y="3050280"/>
              <a:ext cx="81720" cy="129600"/>
            </p14:xfrm>
          </p:contentPart>
        </mc:Choice>
        <mc:Fallback xmlns="">
          <p:pic>
            <p:nvPicPr>
              <p:cNvPr id="64" name="Ink 63">
                <a:extLst>
                  <a:ext uri="{FF2B5EF4-FFF2-40B4-BE49-F238E27FC236}">
                    <a16:creationId xmlns:a16="http://schemas.microsoft.com/office/drawing/2014/main" id="{4259E81D-E609-4E39-22B6-11714A46247E}"/>
                  </a:ext>
                </a:extLst>
              </p:cNvPr>
              <p:cNvPicPr/>
              <p:nvPr/>
            </p:nvPicPr>
            <p:blipFill>
              <a:blip r:embed="rId125"/>
              <a:stretch>
                <a:fillRect/>
              </a:stretch>
            </p:blipFill>
            <p:spPr>
              <a:xfrm>
                <a:off x="6903000" y="3045960"/>
                <a:ext cx="903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5" name="Ink 64">
                <a:extLst>
                  <a:ext uri="{FF2B5EF4-FFF2-40B4-BE49-F238E27FC236}">
                    <a16:creationId xmlns:a16="http://schemas.microsoft.com/office/drawing/2014/main" id="{B7073CA9-E416-C239-9302-4E9DA16F5549}"/>
                  </a:ext>
                </a:extLst>
              </p14:cNvPr>
              <p14:cNvContentPartPr/>
              <p14:nvPr/>
            </p14:nvContentPartPr>
            <p14:xfrm>
              <a:off x="7037640" y="3050280"/>
              <a:ext cx="318960" cy="117000"/>
            </p14:xfrm>
          </p:contentPart>
        </mc:Choice>
        <mc:Fallback xmlns="">
          <p:pic>
            <p:nvPicPr>
              <p:cNvPr id="65" name="Ink 64">
                <a:extLst>
                  <a:ext uri="{FF2B5EF4-FFF2-40B4-BE49-F238E27FC236}">
                    <a16:creationId xmlns:a16="http://schemas.microsoft.com/office/drawing/2014/main" id="{B7073CA9-E416-C239-9302-4E9DA16F5549}"/>
                  </a:ext>
                </a:extLst>
              </p:cNvPr>
              <p:cNvPicPr/>
              <p:nvPr/>
            </p:nvPicPr>
            <p:blipFill>
              <a:blip r:embed="rId127"/>
              <a:stretch>
                <a:fillRect/>
              </a:stretch>
            </p:blipFill>
            <p:spPr>
              <a:xfrm>
                <a:off x="7033320" y="3045960"/>
                <a:ext cx="3276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6" name="Ink 65">
                <a:extLst>
                  <a:ext uri="{FF2B5EF4-FFF2-40B4-BE49-F238E27FC236}">
                    <a16:creationId xmlns:a16="http://schemas.microsoft.com/office/drawing/2014/main" id="{37A4A667-3FC9-6D76-7EA6-D0D9F98E5670}"/>
                  </a:ext>
                </a:extLst>
              </p14:cNvPr>
              <p14:cNvContentPartPr/>
              <p14:nvPr/>
            </p14:nvContentPartPr>
            <p14:xfrm>
              <a:off x="7368120" y="2971440"/>
              <a:ext cx="83520" cy="182880"/>
            </p14:xfrm>
          </p:contentPart>
        </mc:Choice>
        <mc:Fallback xmlns="">
          <p:pic>
            <p:nvPicPr>
              <p:cNvPr id="66" name="Ink 65">
                <a:extLst>
                  <a:ext uri="{FF2B5EF4-FFF2-40B4-BE49-F238E27FC236}">
                    <a16:creationId xmlns:a16="http://schemas.microsoft.com/office/drawing/2014/main" id="{37A4A667-3FC9-6D76-7EA6-D0D9F98E5670}"/>
                  </a:ext>
                </a:extLst>
              </p:cNvPr>
              <p:cNvPicPr/>
              <p:nvPr/>
            </p:nvPicPr>
            <p:blipFill>
              <a:blip r:embed="rId129"/>
              <a:stretch>
                <a:fillRect/>
              </a:stretch>
            </p:blipFill>
            <p:spPr>
              <a:xfrm>
                <a:off x="7363800" y="2967120"/>
                <a:ext cx="921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7" name="Ink 66">
                <a:extLst>
                  <a:ext uri="{FF2B5EF4-FFF2-40B4-BE49-F238E27FC236}">
                    <a16:creationId xmlns:a16="http://schemas.microsoft.com/office/drawing/2014/main" id="{A24A8083-EEEB-A418-8F54-F01946FF4E9F}"/>
                  </a:ext>
                </a:extLst>
              </p14:cNvPr>
              <p14:cNvContentPartPr/>
              <p14:nvPr/>
            </p14:nvContentPartPr>
            <p14:xfrm>
              <a:off x="7370280" y="3092760"/>
              <a:ext cx="158400" cy="51480"/>
            </p14:xfrm>
          </p:contentPart>
        </mc:Choice>
        <mc:Fallback xmlns="">
          <p:pic>
            <p:nvPicPr>
              <p:cNvPr id="67" name="Ink 66">
                <a:extLst>
                  <a:ext uri="{FF2B5EF4-FFF2-40B4-BE49-F238E27FC236}">
                    <a16:creationId xmlns:a16="http://schemas.microsoft.com/office/drawing/2014/main" id="{A24A8083-EEEB-A418-8F54-F01946FF4E9F}"/>
                  </a:ext>
                </a:extLst>
              </p:cNvPr>
              <p:cNvPicPr/>
              <p:nvPr/>
            </p:nvPicPr>
            <p:blipFill>
              <a:blip r:embed="rId131"/>
              <a:stretch>
                <a:fillRect/>
              </a:stretch>
            </p:blipFill>
            <p:spPr>
              <a:xfrm>
                <a:off x="7365960" y="3088440"/>
                <a:ext cx="167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8" name="Ink 67">
                <a:extLst>
                  <a:ext uri="{FF2B5EF4-FFF2-40B4-BE49-F238E27FC236}">
                    <a16:creationId xmlns:a16="http://schemas.microsoft.com/office/drawing/2014/main" id="{972DF6D0-16EE-CA59-85CD-B3465FC02115}"/>
                  </a:ext>
                </a:extLst>
              </p14:cNvPr>
              <p14:cNvContentPartPr/>
              <p14:nvPr/>
            </p14:nvContentPartPr>
            <p14:xfrm>
              <a:off x="7562160" y="2978640"/>
              <a:ext cx="18720" cy="76680"/>
            </p14:xfrm>
          </p:contentPart>
        </mc:Choice>
        <mc:Fallback xmlns="">
          <p:pic>
            <p:nvPicPr>
              <p:cNvPr id="68" name="Ink 67">
                <a:extLst>
                  <a:ext uri="{FF2B5EF4-FFF2-40B4-BE49-F238E27FC236}">
                    <a16:creationId xmlns:a16="http://schemas.microsoft.com/office/drawing/2014/main" id="{972DF6D0-16EE-CA59-85CD-B3465FC02115}"/>
                  </a:ext>
                </a:extLst>
              </p:cNvPr>
              <p:cNvPicPr/>
              <p:nvPr/>
            </p:nvPicPr>
            <p:blipFill>
              <a:blip r:embed="rId133"/>
              <a:stretch>
                <a:fillRect/>
              </a:stretch>
            </p:blipFill>
            <p:spPr>
              <a:xfrm>
                <a:off x="7557840" y="2974320"/>
                <a:ext cx="2736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9" name="Ink 68">
                <a:extLst>
                  <a:ext uri="{FF2B5EF4-FFF2-40B4-BE49-F238E27FC236}">
                    <a16:creationId xmlns:a16="http://schemas.microsoft.com/office/drawing/2014/main" id="{6DA77AD6-82CC-00BE-D1F2-B172C54A6D67}"/>
                  </a:ext>
                </a:extLst>
              </p14:cNvPr>
              <p14:cNvContentPartPr/>
              <p14:nvPr/>
            </p14:nvContentPartPr>
            <p14:xfrm>
              <a:off x="7625520" y="3064320"/>
              <a:ext cx="172800" cy="80280"/>
            </p14:xfrm>
          </p:contentPart>
        </mc:Choice>
        <mc:Fallback xmlns="">
          <p:pic>
            <p:nvPicPr>
              <p:cNvPr id="69" name="Ink 68">
                <a:extLst>
                  <a:ext uri="{FF2B5EF4-FFF2-40B4-BE49-F238E27FC236}">
                    <a16:creationId xmlns:a16="http://schemas.microsoft.com/office/drawing/2014/main" id="{6DA77AD6-82CC-00BE-D1F2-B172C54A6D67}"/>
                  </a:ext>
                </a:extLst>
              </p:cNvPr>
              <p:cNvPicPr/>
              <p:nvPr/>
            </p:nvPicPr>
            <p:blipFill>
              <a:blip r:embed="rId135"/>
              <a:stretch>
                <a:fillRect/>
              </a:stretch>
            </p:blipFill>
            <p:spPr>
              <a:xfrm>
                <a:off x="7621200" y="3060000"/>
                <a:ext cx="1814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0" name="Ink 69">
                <a:extLst>
                  <a:ext uri="{FF2B5EF4-FFF2-40B4-BE49-F238E27FC236}">
                    <a16:creationId xmlns:a16="http://schemas.microsoft.com/office/drawing/2014/main" id="{229DB3F7-9E2F-48DF-FC05-B38D3CBC67DA}"/>
                  </a:ext>
                </a:extLst>
              </p14:cNvPr>
              <p14:cNvContentPartPr/>
              <p14:nvPr/>
            </p14:nvContentPartPr>
            <p14:xfrm>
              <a:off x="7802280" y="3156480"/>
              <a:ext cx="85680" cy="90360"/>
            </p14:xfrm>
          </p:contentPart>
        </mc:Choice>
        <mc:Fallback xmlns="">
          <p:pic>
            <p:nvPicPr>
              <p:cNvPr id="70" name="Ink 69">
                <a:extLst>
                  <a:ext uri="{FF2B5EF4-FFF2-40B4-BE49-F238E27FC236}">
                    <a16:creationId xmlns:a16="http://schemas.microsoft.com/office/drawing/2014/main" id="{229DB3F7-9E2F-48DF-FC05-B38D3CBC67DA}"/>
                  </a:ext>
                </a:extLst>
              </p:cNvPr>
              <p:cNvPicPr/>
              <p:nvPr/>
            </p:nvPicPr>
            <p:blipFill>
              <a:blip r:embed="rId137"/>
              <a:stretch>
                <a:fillRect/>
              </a:stretch>
            </p:blipFill>
            <p:spPr>
              <a:xfrm>
                <a:off x="7797960" y="3152160"/>
                <a:ext cx="943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1" name="Ink 70">
                <a:extLst>
                  <a:ext uri="{FF2B5EF4-FFF2-40B4-BE49-F238E27FC236}">
                    <a16:creationId xmlns:a16="http://schemas.microsoft.com/office/drawing/2014/main" id="{96CB7585-52A9-2E35-2652-B15D30C09B1B}"/>
                  </a:ext>
                </a:extLst>
              </p14:cNvPr>
              <p14:cNvContentPartPr/>
              <p14:nvPr/>
            </p14:nvContentPartPr>
            <p14:xfrm>
              <a:off x="8146440" y="3031560"/>
              <a:ext cx="316800" cy="86040"/>
            </p14:xfrm>
          </p:contentPart>
        </mc:Choice>
        <mc:Fallback xmlns="">
          <p:pic>
            <p:nvPicPr>
              <p:cNvPr id="71" name="Ink 70">
                <a:extLst>
                  <a:ext uri="{FF2B5EF4-FFF2-40B4-BE49-F238E27FC236}">
                    <a16:creationId xmlns:a16="http://schemas.microsoft.com/office/drawing/2014/main" id="{96CB7585-52A9-2E35-2652-B15D30C09B1B}"/>
                  </a:ext>
                </a:extLst>
              </p:cNvPr>
              <p:cNvPicPr/>
              <p:nvPr/>
            </p:nvPicPr>
            <p:blipFill>
              <a:blip r:embed="rId139"/>
              <a:stretch>
                <a:fillRect/>
              </a:stretch>
            </p:blipFill>
            <p:spPr>
              <a:xfrm>
                <a:off x="8142120" y="3027240"/>
                <a:ext cx="3254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2" name="Ink 71">
                <a:extLst>
                  <a:ext uri="{FF2B5EF4-FFF2-40B4-BE49-F238E27FC236}">
                    <a16:creationId xmlns:a16="http://schemas.microsoft.com/office/drawing/2014/main" id="{2E83735D-8B91-A5BA-4B3D-1AB27AF87F73}"/>
                  </a:ext>
                </a:extLst>
              </p14:cNvPr>
              <p14:cNvContentPartPr/>
              <p14:nvPr/>
            </p14:nvContentPartPr>
            <p14:xfrm>
              <a:off x="8481240" y="2879640"/>
              <a:ext cx="261720" cy="281880"/>
            </p14:xfrm>
          </p:contentPart>
        </mc:Choice>
        <mc:Fallback xmlns="">
          <p:pic>
            <p:nvPicPr>
              <p:cNvPr id="72" name="Ink 71">
                <a:extLst>
                  <a:ext uri="{FF2B5EF4-FFF2-40B4-BE49-F238E27FC236}">
                    <a16:creationId xmlns:a16="http://schemas.microsoft.com/office/drawing/2014/main" id="{2E83735D-8B91-A5BA-4B3D-1AB27AF87F73}"/>
                  </a:ext>
                </a:extLst>
              </p:cNvPr>
              <p:cNvPicPr/>
              <p:nvPr/>
            </p:nvPicPr>
            <p:blipFill>
              <a:blip r:embed="rId141"/>
              <a:stretch>
                <a:fillRect/>
              </a:stretch>
            </p:blipFill>
            <p:spPr>
              <a:xfrm>
                <a:off x="8476920" y="2875320"/>
                <a:ext cx="27036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3" name="Ink 72">
                <a:extLst>
                  <a:ext uri="{FF2B5EF4-FFF2-40B4-BE49-F238E27FC236}">
                    <a16:creationId xmlns:a16="http://schemas.microsoft.com/office/drawing/2014/main" id="{8E5B9372-FC96-1FD6-E670-C2213E457B23}"/>
                  </a:ext>
                </a:extLst>
              </p14:cNvPr>
              <p14:cNvContentPartPr/>
              <p14:nvPr/>
            </p14:nvContentPartPr>
            <p14:xfrm>
              <a:off x="7063200" y="3528360"/>
              <a:ext cx="12240" cy="174600"/>
            </p14:xfrm>
          </p:contentPart>
        </mc:Choice>
        <mc:Fallback xmlns="">
          <p:pic>
            <p:nvPicPr>
              <p:cNvPr id="73" name="Ink 72">
                <a:extLst>
                  <a:ext uri="{FF2B5EF4-FFF2-40B4-BE49-F238E27FC236}">
                    <a16:creationId xmlns:a16="http://schemas.microsoft.com/office/drawing/2014/main" id="{8E5B9372-FC96-1FD6-E670-C2213E457B23}"/>
                  </a:ext>
                </a:extLst>
              </p:cNvPr>
              <p:cNvPicPr/>
              <p:nvPr/>
            </p:nvPicPr>
            <p:blipFill>
              <a:blip r:embed="rId143"/>
              <a:stretch>
                <a:fillRect/>
              </a:stretch>
            </p:blipFill>
            <p:spPr>
              <a:xfrm>
                <a:off x="7058880" y="3524040"/>
                <a:ext cx="208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4" name="Ink 73">
                <a:extLst>
                  <a:ext uri="{FF2B5EF4-FFF2-40B4-BE49-F238E27FC236}">
                    <a16:creationId xmlns:a16="http://schemas.microsoft.com/office/drawing/2014/main" id="{EFFDEB32-A632-D554-EAA0-CDDFC4A0A538}"/>
                  </a:ext>
                </a:extLst>
              </p14:cNvPr>
              <p14:cNvContentPartPr/>
              <p14:nvPr/>
            </p14:nvContentPartPr>
            <p14:xfrm>
              <a:off x="7118640" y="3446280"/>
              <a:ext cx="65160" cy="64080"/>
            </p14:xfrm>
          </p:contentPart>
        </mc:Choice>
        <mc:Fallback xmlns="">
          <p:pic>
            <p:nvPicPr>
              <p:cNvPr id="74" name="Ink 73">
                <a:extLst>
                  <a:ext uri="{FF2B5EF4-FFF2-40B4-BE49-F238E27FC236}">
                    <a16:creationId xmlns:a16="http://schemas.microsoft.com/office/drawing/2014/main" id="{EFFDEB32-A632-D554-EAA0-CDDFC4A0A538}"/>
                  </a:ext>
                </a:extLst>
              </p:cNvPr>
              <p:cNvPicPr/>
              <p:nvPr/>
            </p:nvPicPr>
            <p:blipFill>
              <a:blip r:embed="rId145"/>
              <a:stretch>
                <a:fillRect/>
              </a:stretch>
            </p:blipFill>
            <p:spPr>
              <a:xfrm>
                <a:off x="7114320" y="3441960"/>
                <a:ext cx="738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5" name="Ink 74">
                <a:extLst>
                  <a:ext uri="{FF2B5EF4-FFF2-40B4-BE49-F238E27FC236}">
                    <a16:creationId xmlns:a16="http://schemas.microsoft.com/office/drawing/2014/main" id="{E91DC0CF-4BFE-EF43-3E5F-F455561D62E6}"/>
                  </a:ext>
                </a:extLst>
              </p14:cNvPr>
              <p14:cNvContentPartPr/>
              <p14:nvPr/>
            </p14:nvContentPartPr>
            <p14:xfrm>
              <a:off x="7268760" y="3284640"/>
              <a:ext cx="95040" cy="257760"/>
            </p14:xfrm>
          </p:contentPart>
        </mc:Choice>
        <mc:Fallback xmlns="">
          <p:pic>
            <p:nvPicPr>
              <p:cNvPr id="75" name="Ink 74">
                <a:extLst>
                  <a:ext uri="{FF2B5EF4-FFF2-40B4-BE49-F238E27FC236}">
                    <a16:creationId xmlns:a16="http://schemas.microsoft.com/office/drawing/2014/main" id="{E91DC0CF-4BFE-EF43-3E5F-F455561D62E6}"/>
                  </a:ext>
                </a:extLst>
              </p:cNvPr>
              <p:cNvPicPr/>
              <p:nvPr/>
            </p:nvPicPr>
            <p:blipFill>
              <a:blip r:embed="rId147"/>
              <a:stretch>
                <a:fillRect/>
              </a:stretch>
            </p:blipFill>
            <p:spPr>
              <a:xfrm>
                <a:off x="7264440" y="3280320"/>
                <a:ext cx="1036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6" name="Ink 75">
                <a:extLst>
                  <a:ext uri="{FF2B5EF4-FFF2-40B4-BE49-F238E27FC236}">
                    <a16:creationId xmlns:a16="http://schemas.microsoft.com/office/drawing/2014/main" id="{1E9403A2-3934-63AB-21C6-C5FFC96F0F9D}"/>
                  </a:ext>
                </a:extLst>
              </p14:cNvPr>
              <p14:cNvContentPartPr/>
              <p14:nvPr/>
            </p14:nvContentPartPr>
            <p14:xfrm>
              <a:off x="7320240" y="3432240"/>
              <a:ext cx="255960" cy="99000"/>
            </p14:xfrm>
          </p:contentPart>
        </mc:Choice>
        <mc:Fallback xmlns="">
          <p:pic>
            <p:nvPicPr>
              <p:cNvPr id="76" name="Ink 75">
                <a:extLst>
                  <a:ext uri="{FF2B5EF4-FFF2-40B4-BE49-F238E27FC236}">
                    <a16:creationId xmlns:a16="http://schemas.microsoft.com/office/drawing/2014/main" id="{1E9403A2-3934-63AB-21C6-C5FFC96F0F9D}"/>
                  </a:ext>
                </a:extLst>
              </p:cNvPr>
              <p:cNvPicPr/>
              <p:nvPr/>
            </p:nvPicPr>
            <p:blipFill>
              <a:blip r:embed="rId149"/>
              <a:stretch>
                <a:fillRect/>
              </a:stretch>
            </p:blipFill>
            <p:spPr>
              <a:xfrm>
                <a:off x="7315920" y="3427920"/>
                <a:ext cx="2646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7" name="Ink 76">
                <a:extLst>
                  <a:ext uri="{FF2B5EF4-FFF2-40B4-BE49-F238E27FC236}">
                    <a16:creationId xmlns:a16="http://schemas.microsoft.com/office/drawing/2014/main" id="{870D8DD0-B927-719C-1376-84673C8668A1}"/>
                  </a:ext>
                </a:extLst>
              </p14:cNvPr>
              <p14:cNvContentPartPr/>
              <p14:nvPr/>
            </p14:nvContentPartPr>
            <p14:xfrm>
              <a:off x="7580520" y="3435840"/>
              <a:ext cx="92880" cy="90360"/>
            </p14:xfrm>
          </p:contentPart>
        </mc:Choice>
        <mc:Fallback xmlns="">
          <p:pic>
            <p:nvPicPr>
              <p:cNvPr id="77" name="Ink 76">
                <a:extLst>
                  <a:ext uri="{FF2B5EF4-FFF2-40B4-BE49-F238E27FC236}">
                    <a16:creationId xmlns:a16="http://schemas.microsoft.com/office/drawing/2014/main" id="{870D8DD0-B927-719C-1376-84673C8668A1}"/>
                  </a:ext>
                </a:extLst>
              </p:cNvPr>
              <p:cNvPicPr/>
              <p:nvPr/>
            </p:nvPicPr>
            <p:blipFill>
              <a:blip r:embed="rId151"/>
              <a:stretch>
                <a:fillRect/>
              </a:stretch>
            </p:blipFill>
            <p:spPr>
              <a:xfrm>
                <a:off x="7576200" y="3431520"/>
                <a:ext cx="1015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8" name="Ink 77">
                <a:extLst>
                  <a:ext uri="{FF2B5EF4-FFF2-40B4-BE49-F238E27FC236}">
                    <a16:creationId xmlns:a16="http://schemas.microsoft.com/office/drawing/2014/main" id="{73096007-1AE2-3681-226C-DB30C4C73D2A}"/>
                  </a:ext>
                </a:extLst>
              </p14:cNvPr>
              <p14:cNvContentPartPr/>
              <p14:nvPr/>
            </p14:nvContentPartPr>
            <p14:xfrm>
              <a:off x="7812360" y="3429000"/>
              <a:ext cx="112680" cy="72720"/>
            </p14:xfrm>
          </p:contentPart>
        </mc:Choice>
        <mc:Fallback xmlns="">
          <p:pic>
            <p:nvPicPr>
              <p:cNvPr id="78" name="Ink 77">
                <a:extLst>
                  <a:ext uri="{FF2B5EF4-FFF2-40B4-BE49-F238E27FC236}">
                    <a16:creationId xmlns:a16="http://schemas.microsoft.com/office/drawing/2014/main" id="{73096007-1AE2-3681-226C-DB30C4C73D2A}"/>
                  </a:ext>
                </a:extLst>
              </p:cNvPr>
              <p:cNvPicPr/>
              <p:nvPr/>
            </p:nvPicPr>
            <p:blipFill>
              <a:blip r:embed="rId153"/>
              <a:stretch>
                <a:fillRect/>
              </a:stretch>
            </p:blipFill>
            <p:spPr>
              <a:xfrm>
                <a:off x="7808040" y="3424680"/>
                <a:ext cx="1213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9" name="Ink 78">
                <a:extLst>
                  <a:ext uri="{FF2B5EF4-FFF2-40B4-BE49-F238E27FC236}">
                    <a16:creationId xmlns:a16="http://schemas.microsoft.com/office/drawing/2014/main" id="{023340F3-EFD8-ADA3-BB3F-CC647EF61EEA}"/>
                  </a:ext>
                </a:extLst>
              </p14:cNvPr>
              <p14:cNvContentPartPr/>
              <p14:nvPr/>
            </p14:nvContentPartPr>
            <p14:xfrm>
              <a:off x="8010360" y="3306600"/>
              <a:ext cx="72000" cy="163080"/>
            </p14:xfrm>
          </p:contentPart>
        </mc:Choice>
        <mc:Fallback xmlns="">
          <p:pic>
            <p:nvPicPr>
              <p:cNvPr id="79" name="Ink 78">
                <a:extLst>
                  <a:ext uri="{FF2B5EF4-FFF2-40B4-BE49-F238E27FC236}">
                    <a16:creationId xmlns:a16="http://schemas.microsoft.com/office/drawing/2014/main" id="{023340F3-EFD8-ADA3-BB3F-CC647EF61EEA}"/>
                  </a:ext>
                </a:extLst>
              </p:cNvPr>
              <p:cNvPicPr/>
              <p:nvPr/>
            </p:nvPicPr>
            <p:blipFill>
              <a:blip r:embed="rId155"/>
              <a:stretch>
                <a:fillRect/>
              </a:stretch>
            </p:blipFill>
            <p:spPr>
              <a:xfrm>
                <a:off x="8006040" y="3302280"/>
                <a:ext cx="806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0" name="Ink 79">
                <a:extLst>
                  <a:ext uri="{FF2B5EF4-FFF2-40B4-BE49-F238E27FC236}">
                    <a16:creationId xmlns:a16="http://schemas.microsoft.com/office/drawing/2014/main" id="{2946C291-4482-C598-E356-B5705EB07FB7}"/>
                  </a:ext>
                </a:extLst>
              </p14:cNvPr>
              <p14:cNvContentPartPr/>
              <p14:nvPr/>
            </p14:nvContentPartPr>
            <p14:xfrm>
              <a:off x="8001000" y="3382560"/>
              <a:ext cx="152640" cy="360"/>
            </p14:xfrm>
          </p:contentPart>
        </mc:Choice>
        <mc:Fallback xmlns="">
          <p:pic>
            <p:nvPicPr>
              <p:cNvPr id="80" name="Ink 79">
                <a:extLst>
                  <a:ext uri="{FF2B5EF4-FFF2-40B4-BE49-F238E27FC236}">
                    <a16:creationId xmlns:a16="http://schemas.microsoft.com/office/drawing/2014/main" id="{2946C291-4482-C598-E356-B5705EB07FB7}"/>
                  </a:ext>
                </a:extLst>
              </p:cNvPr>
              <p:cNvPicPr/>
              <p:nvPr/>
            </p:nvPicPr>
            <p:blipFill>
              <a:blip r:embed="rId157"/>
              <a:stretch>
                <a:fillRect/>
              </a:stretch>
            </p:blipFill>
            <p:spPr>
              <a:xfrm>
                <a:off x="7996680" y="3378240"/>
                <a:ext cx="1612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1" name="Ink 80">
                <a:extLst>
                  <a:ext uri="{FF2B5EF4-FFF2-40B4-BE49-F238E27FC236}">
                    <a16:creationId xmlns:a16="http://schemas.microsoft.com/office/drawing/2014/main" id="{EACFF15D-ECC6-6E54-E5EC-740973A93E7A}"/>
                  </a:ext>
                </a:extLst>
              </p14:cNvPr>
              <p14:cNvContentPartPr/>
              <p14:nvPr/>
            </p14:nvContentPartPr>
            <p14:xfrm>
              <a:off x="8305920" y="3304080"/>
              <a:ext cx="155160" cy="157320"/>
            </p14:xfrm>
          </p:contentPart>
        </mc:Choice>
        <mc:Fallback xmlns="">
          <p:pic>
            <p:nvPicPr>
              <p:cNvPr id="81" name="Ink 80">
                <a:extLst>
                  <a:ext uri="{FF2B5EF4-FFF2-40B4-BE49-F238E27FC236}">
                    <a16:creationId xmlns:a16="http://schemas.microsoft.com/office/drawing/2014/main" id="{EACFF15D-ECC6-6E54-E5EC-740973A93E7A}"/>
                  </a:ext>
                </a:extLst>
              </p:cNvPr>
              <p:cNvPicPr/>
              <p:nvPr/>
            </p:nvPicPr>
            <p:blipFill>
              <a:blip r:embed="rId159"/>
              <a:stretch>
                <a:fillRect/>
              </a:stretch>
            </p:blipFill>
            <p:spPr>
              <a:xfrm>
                <a:off x="8301600" y="3299760"/>
                <a:ext cx="1638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2" name="Ink 81">
                <a:extLst>
                  <a:ext uri="{FF2B5EF4-FFF2-40B4-BE49-F238E27FC236}">
                    <a16:creationId xmlns:a16="http://schemas.microsoft.com/office/drawing/2014/main" id="{A4A3D142-830C-CDA4-6D97-3C355E150887}"/>
                  </a:ext>
                </a:extLst>
              </p14:cNvPr>
              <p14:cNvContentPartPr/>
              <p14:nvPr/>
            </p14:nvContentPartPr>
            <p14:xfrm>
              <a:off x="8315280" y="3228840"/>
              <a:ext cx="411480" cy="222480"/>
            </p14:xfrm>
          </p:contentPart>
        </mc:Choice>
        <mc:Fallback xmlns="">
          <p:pic>
            <p:nvPicPr>
              <p:cNvPr id="82" name="Ink 81">
                <a:extLst>
                  <a:ext uri="{FF2B5EF4-FFF2-40B4-BE49-F238E27FC236}">
                    <a16:creationId xmlns:a16="http://schemas.microsoft.com/office/drawing/2014/main" id="{A4A3D142-830C-CDA4-6D97-3C355E150887}"/>
                  </a:ext>
                </a:extLst>
              </p:cNvPr>
              <p:cNvPicPr/>
              <p:nvPr/>
            </p:nvPicPr>
            <p:blipFill>
              <a:blip r:embed="rId161"/>
              <a:stretch>
                <a:fillRect/>
              </a:stretch>
            </p:blipFill>
            <p:spPr>
              <a:xfrm>
                <a:off x="8310960" y="3224520"/>
                <a:ext cx="4201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3" name="Ink 82">
                <a:extLst>
                  <a:ext uri="{FF2B5EF4-FFF2-40B4-BE49-F238E27FC236}">
                    <a16:creationId xmlns:a16="http://schemas.microsoft.com/office/drawing/2014/main" id="{0985275F-7922-E328-D1DE-0009164EF026}"/>
                  </a:ext>
                </a:extLst>
              </p14:cNvPr>
              <p14:cNvContentPartPr/>
              <p14:nvPr/>
            </p14:nvContentPartPr>
            <p14:xfrm>
              <a:off x="8677800" y="3364560"/>
              <a:ext cx="101880" cy="99360"/>
            </p14:xfrm>
          </p:contentPart>
        </mc:Choice>
        <mc:Fallback xmlns="">
          <p:pic>
            <p:nvPicPr>
              <p:cNvPr id="83" name="Ink 82">
                <a:extLst>
                  <a:ext uri="{FF2B5EF4-FFF2-40B4-BE49-F238E27FC236}">
                    <a16:creationId xmlns:a16="http://schemas.microsoft.com/office/drawing/2014/main" id="{0985275F-7922-E328-D1DE-0009164EF026}"/>
                  </a:ext>
                </a:extLst>
              </p:cNvPr>
              <p:cNvPicPr/>
              <p:nvPr/>
            </p:nvPicPr>
            <p:blipFill>
              <a:blip r:embed="rId163"/>
              <a:stretch>
                <a:fillRect/>
              </a:stretch>
            </p:blipFill>
            <p:spPr>
              <a:xfrm>
                <a:off x="8673480" y="3360240"/>
                <a:ext cx="110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4" name="Ink 83">
                <a:extLst>
                  <a:ext uri="{FF2B5EF4-FFF2-40B4-BE49-F238E27FC236}">
                    <a16:creationId xmlns:a16="http://schemas.microsoft.com/office/drawing/2014/main" id="{FEC1313B-E0BE-8082-0802-D169DA29EED8}"/>
                  </a:ext>
                </a:extLst>
              </p14:cNvPr>
              <p14:cNvContentPartPr/>
              <p14:nvPr/>
            </p14:nvContentPartPr>
            <p14:xfrm>
              <a:off x="6773760" y="3871440"/>
              <a:ext cx="289800" cy="96120"/>
            </p14:xfrm>
          </p:contentPart>
        </mc:Choice>
        <mc:Fallback xmlns="">
          <p:pic>
            <p:nvPicPr>
              <p:cNvPr id="84" name="Ink 83">
                <a:extLst>
                  <a:ext uri="{FF2B5EF4-FFF2-40B4-BE49-F238E27FC236}">
                    <a16:creationId xmlns:a16="http://schemas.microsoft.com/office/drawing/2014/main" id="{FEC1313B-E0BE-8082-0802-D169DA29EED8}"/>
                  </a:ext>
                </a:extLst>
              </p:cNvPr>
              <p:cNvPicPr/>
              <p:nvPr/>
            </p:nvPicPr>
            <p:blipFill>
              <a:blip r:embed="rId165"/>
              <a:stretch>
                <a:fillRect/>
              </a:stretch>
            </p:blipFill>
            <p:spPr>
              <a:xfrm>
                <a:off x="6769440" y="3867120"/>
                <a:ext cx="2984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5" name="Ink 84">
                <a:extLst>
                  <a:ext uri="{FF2B5EF4-FFF2-40B4-BE49-F238E27FC236}">
                    <a16:creationId xmlns:a16="http://schemas.microsoft.com/office/drawing/2014/main" id="{D151E5A7-9FBC-78F8-FB6E-AC38F2288E3E}"/>
                  </a:ext>
                </a:extLst>
              </p14:cNvPr>
              <p14:cNvContentPartPr/>
              <p14:nvPr/>
            </p14:nvContentPartPr>
            <p14:xfrm>
              <a:off x="7069680" y="3663000"/>
              <a:ext cx="252360" cy="260280"/>
            </p14:xfrm>
          </p:contentPart>
        </mc:Choice>
        <mc:Fallback xmlns="">
          <p:pic>
            <p:nvPicPr>
              <p:cNvPr id="85" name="Ink 84">
                <a:extLst>
                  <a:ext uri="{FF2B5EF4-FFF2-40B4-BE49-F238E27FC236}">
                    <a16:creationId xmlns:a16="http://schemas.microsoft.com/office/drawing/2014/main" id="{D151E5A7-9FBC-78F8-FB6E-AC38F2288E3E}"/>
                  </a:ext>
                </a:extLst>
              </p:cNvPr>
              <p:cNvPicPr/>
              <p:nvPr/>
            </p:nvPicPr>
            <p:blipFill>
              <a:blip r:embed="rId167"/>
              <a:stretch>
                <a:fillRect/>
              </a:stretch>
            </p:blipFill>
            <p:spPr>
              <a:xfrm>
                <a:off x="7065360" y="3658680"/>
                <a:ext cx="2610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6" name="Ink 85">
                <a:extLst>
                  <a:ext uri="{FF2B5EF4-FFF2-40B4-BE49-F238E27FC236}">
                    <a16:creationId xmlns:a16="http://schemas.microsoft.com/office/drawing/2014/main" id="{35E0B42B-1B66-D1AB-E1F5-5CD3121484DB}"/>
                  </a:ext>
                </a:extLst>
              </p14:cNvPr>
              <p14:cNvContentPartPr/>
              <p14:nvPr/>
            </p14:nvContentPartPr>
            <p14:xfrm>
              <a:off x="7463880" y="3849120"/>
              <a:ext cx="60120" cy="77760"/>
            </p14:xfrm>
          </p:contentPart>
        </mc:Choice>
        <mc:Fallback xmlns="">
          <p:pic>
            <p:nvPicPr>
              <p:cNvPr id="86" name="Ink 85">
                <a:extLst>
                  <a:ext uri="{FF2B5EF4-FFF2-40B4-BE49-F238E27FC236}">
                    <a16:creationId xmlns:a16="http://schemas.microsoft.com/office/drawing/2014/main" id="{35E0B42B-1B66-D1AB-E1F5-5CD3121484DB}"/>
                  </a:ext>
                </a:extLst>
              </p:cNvPr>
              <p:cNvPicPr/>
              <p:nvPr/>
            </p:nvPicPr>
            <p:blipFill>
              <a:blip r:embed="rId169"/>
              <a:stretch>
                <a:fillRect/>
              </a:stretch>
            </p:blipFill>
            <p:spPr>
              <a:xfrm>
                <a:off x="7459560" y="3844800"/>
                <a:ext cx="687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7" name="Ink 86">
                <a:extLst>
                  <a:ext uri="{FF2B5EF4-FFF2-40B4-BE49-F238E27FC236}">
                    <a16:creationId xmlns:a16="http://schemas.microsoft.com/office/drawing/2014/main" id="{57AE7ADD-DA0F-CC68-2C82-6880E5887529}"/>
                  </a:ext>
                </a:extLst>
              </p14:cNvPr>
              <p14:cNvContentPartPr/>
              <p14:nvPr/>
            </p14:nvContentPartPr>
            <p14:xfrm>
              <a:off x="7580520" y="3687840"/>
              <a:ext cx="277560" cy="276120"/>
            </p14:xfrm>
          </p:contentPart>
        </mc:Choice>
        <mc:Fallback xmlns="">
          <p:pic>
            <p:nvPicPr>
              <p:cNvPr id="87" name="Ink 86">
                <a:extLst>
                  <a:ext uri="{FF2B5EF4-FFF2-40B4-BE49-F238E27FC236}">
                    <a16:creationId xmlns:a16="http://schemas.microsoft.com/office/drawing/2014/main" id="{57AE7ADD-DA0F-CC68-2C82-6880E5887529}"/>
                  </a:ext>
                </a:extLst>
              </p:cNvPr>
              <p:cNvPicPr/>
              <p:nvPr/>
            </p:nvPicPr>
            <p:blipFill>
              <a:blip r:embed="rId171"/>
              <a:stretch>
                <a:fillRect/>
              </a:stretch>
            </p:blipFill>
            <p:spPr>
              <a:xfrm>
                <a:off x="7576200" y="3683520"/>
                <a:ext cx="2862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8" name="Ink 87">
                <a:extLst>
                  <a:ext uri="{FF2B5EF4-FFF2-40B4-BE49-F238E27FC236}">
                    <a16:creationId xmlns:a16="http://schemas.microsoft.com/office/drawing/2014/main" id="{A46B9C7A-B799-6643-2CA5-B7F1F5168F16}"/>
                  </a:ext>
                </a:extLst>
              </p14:cNvPr>
              <p14:cNvContentPartPr/>
              <p14:nvPr/>
            </p14:nvContentPartPr>
            <p14:xfrm>
              <a:off x="7596720" y="3823920"/>
              <a:ext cx="210600" cy="23400"/>
            </p14:xfrm>
          </p:contentPart>
        </mc:Choice>
        <mc:Fallback xmlns="">
          <p:pic>
            <p:nvPicPr>
              <p:cNvPr id="88" name="Ink 87">
                <a:extLst>
                  <a:ext uri="{FF2B5EF4-FFF2-40B4-BE49-F238E27FC236}">
                    <a16:creationId xmlns:a16="http://schemas.microsoft.com/office/drawing/2014/main" id="{A46B9C7A-B799-6643-2CA5-B7F1F5168F16}"/>
                  </a:ext>
                </a:extLst>
              </p:cNvPr>
              <p:cNvPicPr/>
              <p:nvPr/>
            </p:nvPicPr>
            <p:blipFill>
              <a:blip r:embed="rId173"/>
              <a:stretch>
                <a:fillRect/>
              </a:stretch>
            </p:blipFill>
            <p:spPr>
              <a:xfrm>
                <a:off x="7592400" y="3819600"/>
                <a:ext cx="2192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9" name="Ink 88">
                <a:extLst>
                  <a:ext uri="{FF2B5EF4-FFF2-40B4-BE49-F238E27FC236}">
                    <a16:creationId xmlns:a16="http://schemas.microsoft.com/office/drawing/2014/main" id="{10FD133F-F13C-4EF8-8C7F-902FEB8B03A4}"/>
                  </a:ext>
                </a:extLst>
              </p14:cNvPr>
              <p14:cNvContentPartPr/>
              <p14:nvPr/>
            </p14:nvContentPartPr>
            <p14:xfrm>
              <a:off x="7963920" y="3736080"/>
              <a:ext cx="143640" cy="171360"/>
            </p14:xfrm>
          </p:contentPart>
        </mc:Choice>
        <mc:Fallback xmlns="">
          <p:pic>
            <p:nvPicPr>
              <p:cNvPr id="89" name="Ink 88">
                <a:extLst>
                  <a:ext uri="{FF2B5EF4-FFF2-40B4-BE49-F238E27FC236}">
                    <a16:creationId xmlns:a16="http://schemas.microsoft.com/office/drawing/2014/main" id="{10FD133F-F13C-4EF8-8C7F-902FEB8B03A4}"/>
                  </a:ext>
                </a:extLst>
              </p:cNvPr>
              <p:cNvPicPr/>
              <p:nvPr/>
            </p:nvPicPr>
            <p:blipFill>
              <a:blip r:embed="rId175"/>
              <a:stretch>
                <a:fillRect/>
              </a:stretch>
            </p:blipFill>
            <p:spPr>
              <a:xfrm>
                <a:off x="7959600" y="3731760"/>
                <a:ext cx="1522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0" name="Ink 89">
                <a:extLst>
                  <a:ext uri="{FF2B5EF4-FFF2-40B4-BE49-F238E27FC236}">
                    <a16:creationId xmlns:a16="http://schemas.microsoft.com/office/drawing/2014/main" id="{7D7028EB-6F18-936A-0E75-6404BA9B942D}"/>
                  </a:ext>
                </a:extLst>
              </p14:cNvPr>
              <p14:cNvContentPartPr/>
              <p14:nvPr/>
            </p14:nvContentPartPr>
            <p14:xfrm>
              <a:off x="7938720" y="3685320"/>
              <a:ext cx="416160" cy="213480"/>
            </p14:xfrm>
          </p:contentPart>
        </mc:Choice>
        <mc:Fallback xmlns="">
          <p:pic>
            <p:nvPicPr>
              <p:cNvPr id="90" name="Ink 89">
                <a:extLst>
                  <a:ext uri="{FF2B5EF4-FFF2-40B4-BE49-F238E27FC236}">
                    <a16:creationId xmlns:a16="http://schemas.microsoft.com/office/drawing/2014/main" id="{7D7028EB-6F18-936A-0E75-6404BA9B942D}"/>
                  </a:ext>
                </a:extLst>
              </p:cNvPr>
              <p:cNvPicPr/>
              <p:nvPr/>
            </p:nvPicPr>
            <p:blipFill>
              <a:blip r:embed="rId177"/>
              <a:stretch>
                <a:fillRect/>
              </a:stretch>
            </p:blipFill>
            <p:spPr>
              <a:xfrm>
                <a:off x="7934400" y="3681000"/>
                <a:ext cx="424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1" name="Ink 90">
                <a:extLst>
                  <a:ext uri="{FF2B5EF4-FFF2-40B4-BE49-F238E27FC236}">
                    <a16:creationId xmlns:a16="http://schemas.microsoft.com/office/drawing/2014/main" id="{2BC3464A-5ECB-3A16-DF44-25A48FD0CE57}"/>
                  </a:ext>
                </a:extLst>
              </p14:cNvPr>
              <p14:cNvContentPartPr/>
              <p14:nvPr/>
            </p14:nvContentPartPr>
            <p14:xfrm>
              <a:off x="8307000" y="3836160"/>
              <a:ext cx="86040" cy="93240"/>
            </p14:xfrm>
          </p:contentPart>
        </mc:Choice>
        <mc:Fallback xmlns="">
          <p:pic>
            <p:nvPicPr>
              <p:cNvPr id="91" name="Ink 90">
                <a:extLst>
                  <a:ext uri="{FF2B5EF4-FFF2-40B4-BE49-F238E27FC236}">
                    <a16:creationId xmlns:a16="http://schemas.microsoft.com/office/drawing/2014/main" id="{2BC3464A-5ECB-3A16-DF44-25A48FD0CE57}"/>
                  </a:ext>
                </a:extLst>
              </p:cNvPr>
              <p:cNvPicPr/>
              <p:nvPr/>
            </p:nvPicPr>
            <p:blipFill>
              <a:blip r:embed="rId179"/>
              <a:stretch>
                <a:fillRect/>
              </a:stretch>
            </p:blipFill>
            <p:spPr>
              <a:xfrm>
                <a:off x="8302680" y="3831840"/>
                <a:ext cx="946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2" name="Ink 91">
                <a:extLst>
                  <a:ext uri="{FF2B5EF4-FFF2-40B4-BE49-F238E27FC236}">
                    <a16:creationId xmlns:a16="http://schemas.microsoft.com/office/drawing/2014/main" id="{0ACD4596-ABE5-85F6-A346-D26EB3192D3B}"/>
                  </a:ext>
                </a:extLst>
              </p14:cNvPr>
              <p14:cNvContentPartPr/>
              <p14:nvPr/>
            </p14:nvContentPartPr>
            <p14:xfrm>
              <a:off x="6954480" y="4229280"/>
              <a:ext cx="113760" cy="128520"/>
            </p14:xfrm>
          </p:contentPart>
        </mc:Choice>
        <mc:Fallback xmlns="">
          <p:pic>
            <p:nvPicPr>
              <p:cNvPr id="92" name="Ink 91">
                <a:extLst>
                  <a:ext uri="{FF2B5EF4-FFF2-40B4-BE49-F238E27FC236}">
                    <a16:creationId xmlns:a16="http://schemas.microsoft.com/office/drawing/2014/main" id="{0ACD4596-ABE5-85F6-A346-D26EB3192D3B}"/>
                  </a:ext>
                </a:extLst>
              </p:cNvPr>
              <p:cNvPicPr/>
              <p:nvPr/>
            </p:nvPicPr>
            <p:blipFill>
              <a:blip r:embed="rId181"/>
              <a:stretch>
                <a:fillRect/>
              </a:stretch>
            </p:blipFill>
            <p:spPr>
              <a:xfrm>
                <a:off x="6950160" y="4224960"/>
                <a:ext cx="1224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3" name="Ink 92">
                <a:extLst>
                  <a:ext uri="{FF2B5EF4-FFF2-40B4-BE49-F238E27FC236}">
                    <a16:creationId xmlns:a16="http://schemas.microsoft.com/office/drawing/2014/main" id="{2ECE793C-45E3-1319-851A-6A17642C381C}"/>
                  </a:ext>
                </a:extLst>
              </p14:cNvPr>
              <p14:cNvContentPartPr/>
              <p14:nvPr/>
            </p14:nvContentPartPr>
            <p14:xfrm>
              <a:off x="7099560" y="4241880"/>
              <a:ext cx="190440" cy="97560"/>
            </p14:xfrm>
          </p:contentPart>
        </mc:Choice>
        <mc:Fallback xmlns="">
          <p:pic>
            <p:nvPicPr>
              <p:cNvPr id="93" name="Ink 92">
                <a:extLst>
                  <a:ext uri="{FF2B5EF4-FFF2-40B4-BE49-F238E27FC236}">
                    <a16:creationId xmlns:a16="http://schemas.microsoft.com/office/drawing/2014/main" id="{2ECE793C-45E3-1319-851A-6A17642C381C}"/>
                  </a:ext>
                </a:extLst>
              </p:cNvPr>
              <p:cNvPicPr/>
              <p:nvPr/>
            </p:nvPicPr>
            <p:blipFill>
              <a:blip r:embed="rId183"/>
              <a:stretch>
                <a:fillRect/>
              </a:stretch>
            </p:blipFill>
            <p:spPr>
              <a:xfrm>
                <a:off x="7095240" y="4237560"/>
                <a:ext cx="1990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4" name="Ink 93">
                <a:extLst>
                  <a:ext uri="{FF2B5EF4-FFF2-40B4-BE49-F238E27FC236}">
                    <a16:creationId xmlns:a16="http://schemas.microsoft.com/office/drawing/2014/main" id="{A86BBF1D-14D3-10E8-D0D8-74923310075A}"/>
                  </a:ext>
                </a:extLst>
              </p14:cNvPr>
              <p14:cNvContentPartPr/>
              <p14:nvPr/>
            </p14:nvContentPartPr>
            <p14:xfrm>
              <a:off x="7364520" y="4106880"/>
              <a:ext cx="87120" cy="212040"/>
            </p14:xfrm>
          </p:contentPart>
        </mc:Choice>
        <mc:Fallback xmlns="">
          <p:pic>
            <p:nvPicPr>
              <p:cNvPr id="94" name="Ink 93">
                <a:extLst>
                  <a:ext uri="{FF2B5EF4-FFF2-40B4-BE49-F238E27FC236}">
                    <a16:creationId xmlns:a16="http://schemas.microsoft.com/office/drawing/2014/main" id="{A86BBF1D-14D3-10E8-D0D8-74923310075A}"/>
                  </a:ext>
                </a:extLst>
              </p:cNvPr>
              <p:cNvPicPr/>
              <p:nvPr/>
            </p:nvPicPr>
            <p:blipFill>
              <a:blip r:embed="rId185"/>
              <a:stretch>
                <a:fillRect/>
              </a:stretch>
            </p:blipFill>
            <p:spPr>
              <a:xfrm>
                <a:off x="7359840" y="4102560"/>
                <a:ext cx="957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5" name="Ink 94">
                <a:extLst>
                  <a:ext uri="{FF2B5EF4-FFF2-40B4-BE49-F238E27FC236}">
                    <a16:creationId xmlns:a16="http://schemas.microsoft.com/office/drawing/2014/main" id="{71C796AD-0C73-EBB5-B8A2-2B78F9DD5CAD}"/>
                  </a:ext>
                </a:extLst>
              </p14:cNvPr>
              <p14:cNvContentPartPr/>
              <p14:nvPr/>
            </p14:nvContentPartPr>
            <p14:xfrm>
              <a:off x="7331040" y="4212000"/>
              <a:ext cx="199080" cy="3960"/>
            </p14:xfrm>
          </p:contentPart>
        </mc:Choice>
        <mc:Fallback xmlns="">
          <p:pic>
            <p:nvPicPr>
              <p:cNvPr id="95" name="Ink 94">
                <a:extLst>
                  <a:ext uri="{FF2B5EF4-FFF2-40B4-BE49-F238E27FC236}">
                    <a16:creationId xmlns:a16="http://schemas.microsoft.com/office/drawing/2014/main" id="{71C796AD-0C73-EBB5-B8A2-2B78F9DD5CAD}"/>
                  </a:ext>
                </a:extLst>
              </p:cNvPr>
              <p:cNvPicPr/>
              <p:nvPr/>
            </p:nvPicPr>
            <p:blipFill>
              <a:blip r:embed="rId187"/>
              <a:stretch>
                <a:fillRect/>
              </a:stretch>
            </p:blipFill>
            <p:spPr>
              <a:xfrm>
                <a:off x="7326720" y="4207680"/>
                <a:ext cx="2077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6" name="Ink 95">
                <a:extLst>
                  <a:ext uri="{FF2B5EF4-FFF2-40B4-BE49-F238E27FC236}">
                    <a16:creationId xmlns:a16="http://schemas.microsoft.com/office/drawing/2014/main" id="{4A29DA2B-B463-E75E-80EA-95BCD2175E3C}"/>
                  </a:ext>
                </a:extLst>
              </p14:cNvPr>
              <p14:cNvContentPartPr/>
              <p14:nvPr/>
            </p14:nvContentPartPr>
            <p14:xfrm>
              <a:off x="7508880" y="4267440"/>
              <a:ext cx="124920" cy="72000"/>
            </p14:xfrm>
          </p:contentPart>
        </mc:Choice>
        <mc:Fallback xmlns="">
          <p:pic>
            <p:nvPicPr>
              <p:cNvPr id="96" name="Ink 95">
                <a:extLst>
                  <a:ext uri="{FF2B5EF4-FFF2-40B4-BE49-F238E27FC236}">
                    <a16:creationId xmlns:a16="http://schemas.microsoft.com/office/drawing/2014/main" id="{4A29DA2B-B463-E75E-80EA-95BCD2175E3C}"/>
                  </a:ext>
                </a:extLst>
              </p:cNvPr>
              <p:cNvPicPr/>
              <p:nvPr/>
            </p:nvPicPr>
            <p:blipFill>
              <a:blip r:embed="rId189"/>
              <a:stretch>
                <a:fillRect/>
              </a:stretch>
            </p:blipFill>
            <p:spPr>
              <a:xfrm>
                <a:off x="7504560" y="4263120"/>
                <a:ext cx="1335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97" name="Ink 96">
                <a:extLst>
                  <a:ext uri="{FF2B5EF4-FFF2-40B4-BE49-F238E27FC236}">
                    <a16:creationId xmlns:a16="http://schemas.microsoft.com/office/drawing/2014/main" id="{D2D2003C-9562-5C25-362A-FB92F4A8CB2E}"/>
                  </a:ext>
                </a:extLst>
              </p14:cNvPr>
              <p14:cNvContentPartPr/>
              <p14:nvPr/>
            </p14:nvContentPartPr>
            <p14:xfrm>
              <a:off x="7660080" y="4072320"/>
              <a:ext cx="259200" cy="259200"/>
            </p14:xfrm>
          </p:contentPart>
        </mc:Choice>
        <mc:Fallback xmlns="">
          <p:pic>
            <p:nvPicPr>
              <p:cNvPr id="97" name="Ink 96">
                <a:extLst>
                  <a:ext uri="{FF2B5EF4-FFF2-40B4-BE49-F238E27FC236}">
                    <a16:creationId xmlns:a16="http://schemas.microsoft.com/office/drawing/2014/main" id="{D2D2003C-9562-5C25-362A-FB92F4A8CB2E}"/>
                  </a:ext>
                </a:extLst>
              </p:cNvPr>
              <p:cNvPicPr/>
              <p:nvPr/>
            </p:nvPicPr>
            <p:blipFill>
              <a:blip r:embed="rId191"/>
              <a:stretch>
                <a:fillRect/>
              </a:stretch>
            </p:blipFill>
            <p:spPr>
              <a:xfrm>
                <a:off x="7655760" y="4068000"/>
                <a:ext cx="26784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98" name="Ink 97">
                <a:extLst>
                  <a:ext uri="{FF2B5EF4-FFF2-40B4-BE49-F238E27FC236}">
                    <a16:creationId xmlns:a16="http://schemas.microsoft.com/office/drawing/2014/main" id="{8615879F-5819-AB7B-8DE8-0157B4F68A9D}"/>
                  </a:ext>
                </a:extLst>
              </p14:cNvPr>
              <p14:cNvContentPartPr/>
              <p14:nvPr/>
            </p14:nvContentPartPr>
            <p14:xfrm>
              <a:off x="8100360" y="4259160"/>
              <a:ext cx="57960" cy="187560"/>
            </p14:xfrm>
          </p:contentPart>
        </mc:Choice>
        <mc:Fallback xmlns="">
          <p:pic>
            <p:nvPicPr>
              <p:cNvPr id="98" name="Ink 97">
                <a:extLst>
                  <a:ext uri="{FF2B5EF4-FFF2-40B4-BE49-F238E27FC236}">
                    <a16:creationId xmlns:a16="http://schemas.microsoft.com/office/drawing/2014/main" id="{8615879F-5819-AB7B-8DE8-0157B4F68A9D}"/>
                  </a:ext>
                </a:extLst>
              </p:cNvPr>
              <p:cNvPicPr/>
              <p:nvPr/>
            </p:nvPicPr>
            <p:blipFill>
              <a:blip r:embed="rId193"/>
              <a:stretch>
                <a:fillRect/>
              </a:stretch>
            </p:blipFill>
            <p:spPr>
              <a:xfrm>
                <a:off x="8096040" y="4254840"/>
                <a:ext cx="666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99" name="Ink 98">
                <a:extLst>
                  <a:ext uri="{FF2B5EF4-FFF2-40B4-BE49-F238E27FC236}">
                    <a16:creationId xmlns:a16="http://schemas.microsoft.com/office/drawing/2014/main" id="{E6CDED55-899F-1735-C091-DADC22350D89}"/>
                  </a:ext>
                </a:extLst>
              </p14:cNvPr>
              <p14:cNvContentPartPr/>
              <p14:nvPr/>
            </p14:nvContentPartPr>
            <p14:xfrm>
              <a:off x="8187120" y="4183200"/>
              <a:ext cx="75960" cy="51480"/>
            </p14:xfrm>
          </p:contentPart>
        </mc:Choice>
        <mc:Fallback xmlns="">
          <p:pic>
            <p:nvPicPr>
              <p:cNvPr id="99" name="Ink 98">
                <a:extLst>
                  <a:ext uri="{FF2B5EF4-FFF2-40B4-BE49-F238E27FC236}">
                    <a16:creationId xmlns:a16="http://schemas.microsoft.com/office/drawing/2014/main" id="{E6CDED55-899F-1735-C091-DADC22350D89}"/>
                  </a:ext>
                </a:extLst>
              </p:cNvPr>
              <p:cNvPicPr/>
              <p:nvPr/>
            </p:nvPicPr>
            <p:blipFill>
              <a:blip r:embed="rId195"/>
              <a:stretch>
                <a:fillRect/>
              </a:stretch>
            </p:blipFill>
            <p:spPr>
              <a:xfrm>
                <a:off x="8182800" y="4178880"/>
                <a:ext cx="846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0" name="Ink 99">
                <a:extLst>
                  <a:ext uri="{FF2B5EF4-FFF2-40B4-BE49-F238E27FC236}">
                    <a16:creationId xmlns:a16="http://schemas.microsoft.com/office/drawing/2014/main" id="{60C0D23D-AA47-2D8A-1295-77686E122477}"/>
                  </a:ext>
                </a:extLst>
              </p14:cNvPr>
              <p14:cNvContentPartPr/>
              <p14:nvPr/>
            </p14:nvContentPartPr>
            <p14:xfrm>
              <a:off x="8285040" y="4178520"/>
              <a:ext cx="139320" cy="79920"/>
            </p14:xfrm>
          </p:contentPart>
        </mc:Choice>
        <mc:Fallback xmlns="">
          <p:pic>
            <p:nvPicPr>
              <p:cNvPr id="100" name="Ink 99">
                <a:extLst>
                  <a:ext uri="{FF2B5EF4-FFF2-40B4-BE49-F238E27FC236}">
                    <a16:creationId xmlns:a16="http://schemas.microsoft.com/office/drawing/2014/main" id="{60C0D23D-AA47-2D8A-1295-77686E122477}"/>
                  </a:ext>
                </a:extLst>
              </p:cNvPr>
              <p:cNvPicPr/>
              <p:nvPr/>
            </p:nvPicPr>
            <p:blipFill>
              <a:blip r:embed="rId197"/>
              <a:stretch>
                <a:fillRect/>
              </a:stretch>
            </p:blipFill>
            <p:spPr>
              <a:xfrm>
                <a:off x="8280720" y="4174200"/>
                <a:ext cx="1479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1" name="Ink 100">
                <a:extLst>
                  <a:ext uri="{FF2B5EF4-FFF2-40B4-BE49-F238E27FC236}">
                    <a16:creationId xmlns:a16="http://schemas.microsoft.com/office/drawing/2014/main" id="{0B6916F5-7273-F8F9-1B88-E0D8922E3F3F}"/>
                  </a:ext>
                </a:extLst>
              </p14:cNvPr>
              <p14:cNvContentPartPr/>
              <p14:nvPr/>
            </p14:nvContentPartPr>
            <p14:xfrm>
              <a:off x="8458200" y="4187520"/>
              <a:ext cx="46800" cy="68760"/>
            </p14:xfrm>
          </p:contentPart>
        </mc:Choice>
        <mc:Fallback xmlns="">
          <p:pic>
            <p:nvPicPr>
              <p:cNvPr id="101" name="Ink 100">
                <a:extLst>
                  <a:ext uri="{FF2B5EF4-FFF2-40B4-BE49-F238E27FC236}">
                    <a16:creationId xmlns:a16="http://schemas.microsoft.com/office/drawing/2014/main" id="{0B6916F5-7273-F8F9-1B88-E0D8922E3F3F}"/>
                  </a:ext>
                </a:extLst>
              </p:cNvPr>
              <p:cNvPicPr/>
              <p:nvPr/>
            </p:nvPicPr>
            <p:blipFill>
              <a:blip r:embed="rId199"/>
              <a:stretch>
                <a:fillRect/>
              </a:stretch>
            </p:blipFill>
            <p:spPr>
              <a:xfrm>
                <a:off x="8453880" y="4183200"/>
                <a:ext cx="554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2" name="Ink 101">
                <a:extLst>
                  <a:ext uri="{FF2B5EF4-FFF2-40B4-BE49-F238E27FC236}">
                    <a16:creationId xmlns:a16="http://schemas.microsoft.com/office/drawing/2014/main" id="{40D05BD1-5E2D-9157-FB51-CF2003527D77}"/>
                  </a:ext>
                </a:extLst>
              </p14:cNvPr>
              <p14:cNvContentPartPr/>
              <p14:nvPr/>
            </p14:nvContentPartPr>
            <p14:xfrm>
              <a:off x="8613000" y="4046760"/>
              <a:ext cx="99720" cy="199440"/>
            </p14:xfrm>
          </p:contentPart>
        </mc:Choice>
        <mc:Fallback xmlns="">
          <p:pic>
            <p:nvPicPr>
              <p:cNvPr id="102" name="Ink 101">
                <a:extLst>
                  <a:ext uri="{FF2B5EF4-FFF2-40B4-BE49-F238E27FC236}">
                    <a16:creationId xmlns:a16="http://schemas.microsoft.com/office/drawing/2014/main" id="{40D05BD1-5E2D-9157-FB51-CF2003527D77}"/>
                  </a:ext>
                </a:extLst>
              </p:cNvPr>
              <p:cNvPicPr/>
              <p:nvPr/>
            </p:nvPicPr>
            <p:blipFill>
              <a:blip r:embed="rId201"/>
              <a:stretch>
                <a:fillRect/>
              </a:stretch>
            </p:blipFill>
            <p:spPr>
              <a:xfrm>
                <a:off x="8608680" y="4042440"/>
                <a:ext cx="1083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03" name="Ink 102">
                <a:extLst>
                  <a:ext uri="{FF2B5EF4-FFF2-40B4-BE49-F238E27FC236}">
                    <a16:creationId xmlns:a16="http://schemas.microsoft.com/office/drawing/2014/main" id="{D8DC2B2A-F9F8-A764-4B20-EF0953256B10}"/>
                  </a:ext>
                </a:extLst>
              </p14:cNvPr>
              <p14:cNvContentPartPr/>
              <p14:nvPr/>
            </p14:nvContentPartPr>
            <p14:xfrm>
              <a:off x="8571600" y="4157640"/>
              <a:ext cx="196560" cy="7200"/>
            </p14:xfrm>
          </p:contentPart>
        </mc:Choice>
        <mc:Fallback xmlns="">
          <p:pic>
            <p:nvPicPr>
              <p:cNvPr id="103" name="Ink 102">
                <a:extLst>
                  <a:ext uri="{FF2B5EF4-FFF2-40B4-BE49-F238E27FC236}">
                    <a16:creationId xmlns:a16="http://schemas.microsoft.com/office/drawing/2014/main" id="{D8DC2B2A-F9F8-A764-4B20-EF0953256B10}"/>
                  </a:ext>
                </a:extLst>
              </p:cNvPr>
              <p:cNvPicPr/>
              <p:nvPr/>
            </p:nvPicPr>
            <p:blipFill>
              <a:blip r:embed="rId203"/>
              <a:stretch>
                <a:fillRect/>
              </a:stretch>
            </p:blipFill>
            <p:spPr>
              <a:xfrm>
                <a:off x="8567280" y="4153320"/>
                <a:ext cx="20520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04" name="Ink 103">
                <a:extLst>
                  <a:ext uri="{FF2B5EF4-FFF2-40B4-BE49-F238E27FC236}">
                    <a16:creationId xmlns:a16="http://schemas.microsoft.com/office/drawing/2014/main" id="{CFD7D72E-1DA4-4156-E71C-FFDD45A6CCD5}"/>
                  </a:ext>
                </a:extLst>
              </p14:cNvPr>
              <p14:cNvContentPartPr/>
              <p14:nvPr/>
            </p14:nvContentPartPr>
            <p14:xfrm>
              <a:off x="7527600" y="2821320"/>
              <a:ext cx="360" cy="37440"/>
            </p14:xfrm>
          </p:contentPart>
        </mc:Choice>
        <mc:Fallback xmlns="">
          <p:pic>
            <p:nvPicPr>
              <p:cNvPr id="104" name="Ink 103">
                <a:extLst>
                  <a:ext uri="{FF2B5EF4-FFF2-40B4-BE49-F238E27FC236}">
                    <a16:creationId xmlns:a16="http://schemas.microsoft.com/office/drawing/2014/main" id="{CFD7D72E-1DA4-4156-E71C-FFDD45A6CCD5}"/>
                  </a:ext>
                </a:extLst>
              </p:cNvPr>
              <p:cNvPicPr/>
              <p:nvPr/>
            </p:nvPicPr>
            <p:blipFill>
              <a:blip r:embed="rId205"/>
              <a:stretch>
                <a:fillRect/>
              </a:stretch>
            </p:blipFill>
            <p:spPr>
              <a:xfrm>
                <a:off x="7523280" y="2817000"/>
                <a:ext cx="90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05" name="Ink 104">
                <a:extLst>
                  <a:ext uri="{FF2B5EF4-FFF2-40B4-BE49-F238E27FC236}">
                    <a16:creationId xmlns:a16="http://schemas.microsoft.com/office/drawing/2014/main" id="{094EDE00-001E-1272-D69C-39A79CA7DFFE}"/>
                  </a:ext>
                </a:extLst>
              </p14:cNvPr>
              <p14:cNvContentPartPr/>
              <p14:nvPr/>
            </p14:nvContentPartPr>
            <p14:xfrm>
              <a:off x="7338744" y="5509296"/>
              <a:ext cx="14040" cy="5040"/>
            </p14:xfrm>
          </p:contentPart>
        </mc:Choice>
        <mc:Fallback xmlns="">
          <p:pic>
            <p:nvPicPr>
              <p:cNvPr id="105" name="Ink 104">
                <a:extLst>
                  <a:ext uri="{FF2B5EF4-FFF2-40B4-BE49-F238E27FC236}">
                    <a16:creationId xmlns:a16="http://schemas.microsoft.com/office/drawing/2014/main" id="{094EDE00-001E-1272-D69C-39A79CA7DFFE}"/>
                  </a:ext>
                </a:extLst>
              </p:cNvPr>
              <p:cNvPicPr/>
              <p:nvPr/>
            </p:nvPicPr>
            <p:blipFill>
              <a:blip r:embed="rId207"/>
              <a:stretch>
                <a:fillRect/>
              </a:stretch>
            </p:blipFill>
            <p:spPr>
              <a:xfrm>
                <a:off x="7334424" y="5504976"/>
                <a:ext cx="22680" cy="13680"/>
              </a:xfrm>
              <a:prstGeom prst="rect">
                <a:avLst/>
              </a:prstGeom>
            </p:spPr>
          </p:pic>
        </mc:Fallback>
      </mc:AlternateContent>
      <p:grpSp>
        <p:nvGrpSpPr>
          <p:cNvPr id="109" name="Group 108">
            <a:extLst>
              <a:ext uri="{FF2B5EF4-FFF2-40B4-BE49-F238E27FC236}">
                <a16:creationId xmlns:a16="http://schemas.microsoft.com/office/drawing/2014/main" id="{694745F5-54EA-A672-DB75-E02751E8757A}"/>
              </a:ext>
            </a:extLst>
          </p:cNvPr>
          <p:cNvGrpSpPr/>
          <p:nvPr/>
        </p:nvGrpSpPr>
        <p:grpSpPr>
          <a:xfrm>
            <a:off x="4520664" y="35856"/>
            <a:ext cx="147960" cy="243000"/>
            <a:chOff x="4520664" y="35856"/>
            <a:chExt cx="147960" cy="243000"/>
          </a:xfrm>
        </p:grpSpPr>
        <mc:AlternateContent xmlns:mc="http://schemas.openxmlformats.org/markup-compatibility/2006" xmlns:p14="http://schemas.microsoft.com/office/powerpoint/2010/main">
          <mc:Choice Requires="p14">
            <p:contentPart p14:bwMode="auto" r:id="rId208">
              <p14:nvContentPartPr>
                <p14:cNvPr id="106" name="Ink 105">
                  <a:extLst>
                    <a:ext uri="{FF2B5EF4-FFF2-40B4-BE49-F238E27FC236}">
                      <a16:creationId xmlns:a16="http://schemas.microsoft.com/office/drawing/2014/main" id="{F08408AE-5039-5353-FFD4-68047A81164A}"/>
                    </a:ext>
                  </a:extLst>
                </p14:cNvPr>
                <p14:cNvContentPartPr/>
                <p14:nvPr/>
              </p14:nvContentPartPr>
              <p14:xfrm>
                <a:off x="4566744" y="35856"/>
                <a:ext cx="23400" cy="212760"/>
              </p14:xfrm>
            </p:contentPart>
          </mc:Choice>
          <mc:Fallback xmlns="">
            <p:pic>
              <p:nvPicPr>
                <p:cNvPr id="106" name="Ink 105">
                  <a:extLst>
                    <a:ext uri="{FF2B5EF4-FFF2-40B4-BE49-F238E27FC236}">
                      <a16:creationId xmlns:a16="http://schemas.microsoft.com/office/drawing/2014/main" id="{F08408AE-5039-5353-FFD4-68047A81164A}"/>
                    </a:ext>
                  </a:extLst>
                </p:cNvPr>
                <p:cNvPicPr/>
                <p:nvPr/>
              </p:nvPicPr>
              <p:blipFill>
                <a:blip r:embed="rId209"/>
                <a:stretch>
                  <a:fillRect/>
                </a:stretch>
              </p:blipFill>
              <p:spPr>
                <a:xfrm>
                  <a:off x="4562424" y="31536"/>
                  <a:ext cx="320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07" name="Ink 106">
                  <a:extLst>
                    <a:ext uri="{FF2B5EF4-FFF2-40B4-BE49-F238E27FC236}">
                      <a16:creationId xmlns:a16="http://schemas.microsoft.com/office/drawing/2014/main" id="{609C44C9-757A-3CFC-B32A-BA2A0A79EEEC}"/>
                    </a:ext>
                  </a:extLst>
                </p14:cNvPr>
                <p14:cNvContentPartPr/>
                <p14:nvPr/>
              </p14:nvContentPartPr>
              <p14:xfrm>
                <a:off x="4520664" y="206856"/>
                <a:ext cx="74160" cy="63000"/>
              </p14:xfrm>
            </p:contentPart>
          </mc:Choice>
          <mc:Fallback xmlns="">
            <p:pic>
              <p:nvPicPr>
                <p:cNvPr id="107" name="Ink 106">
                  <a:extLst>
                    <a:ext uri="{FF2B5EF4-FFF2-40B4-BE49-F238E27FC236}">
                      <a16:creationId xmlns:a16="http://schemas.microsoft.com/office/drawing/2014/main" id="{609C44C9-757A-3CFC-B32A-BA2A0A79EEEC}"/>
                    </a:ext>
                  </a:extLst>
                </p:cNvPr>
                <p:cNvPicPr/>
                <p:nvPr/>
              </p:nvPicPr>
              <p:blipFill>
                <a:blip r:embed="rId211"/>
                <a:stretch>
                  <a:fillRect/>
                </a:stretch>
              </p:blipFill>
              <p:spPr>
                <a:xfrm>
                  <a:off x="4516344" y="202536"/>
                  <a:ext cx="8280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08" name="Ink 107">
                  <a:extLst>
                    <a:ext uri="{FF2B5EF4-FFF2-40B4-BE49-F238E27FC236}">
                      <a16:creationId xmlns:a16="http://schemas.microsoft.com/office/drawing/2014/main" id="{CD2652FE-2291-186B-9C93-19B44E0BEF2F}"/>
                    </a:ext>
                  </a:extLst>
                </p14:cNvPr>
                <p14:cNvContentPartPr/>
                <p14:nvPr/>
              </p14:nvContentPartPr>
              <p14:xfrm>
                <a:off x="4596624" y="200016"/>
                <a:ext cx="72000" cy="78840"/>
              </p14:xfrm>
            </p:contentPart>
          </mc:Choice>
          <mc:Fallback xmlns="">
            <p:pic>
              <p:nvPicPr>
                <p:cNvPr id="108" name="Ink 107">
                  <a:extLst>
                    <a:ext uri="{FF2B5EF4-FFF2-40B4-BE49-F238E27FC236}">
                      <a16:creationId xmlns:a16="http://schemas.microsoft.com/office/drawing/2014/main" id="{CD2652FE-2291-186B-9C93-19B44E0BEF2F}"/>
                    </a:ext>
                  </a:extLst>
                </p:cNvPr>
                <p:cNvPicPr/>
                <p:nvPr/>
              </p:nvPicPr>
              <p:blipFill>
                <a:blip r:embed="rId213"/>
                <a:stretch>
                  <a:fillRect/>
                </a:stretch>
              </p:blipFill>
              <p:spPr>
                <a:xfrm>
                  <a:off x="4592304" y="195696"/>
                  <a:ext cx="80640" cy="87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4">
            <p14:nvContentPartPr>
              <p14:cNvPr id="110" name="Ink 109">
                <a:extLst>
                  <a:ext uri="{FF2B5EF4-FFF2-40B4-BE49-F238E27FC236}">
                    <a16:creationId xmlns:a16="http://schemas.microsoft.com/office/drawing/2014/main" id="{0333EE49-9796-5308-D660-3114D2E89862}"/>
                  </a:ext>
                </a:extLst>
              </p14:cNvPr>
              <p14:cNvContentPartPr/>
              <p14:nvPr/>
            </p14:nvContentPartPr>
            <p14:xfrm>
              <a:off x="3291624" y="1907856"/>
              <a:ext cx="178200" cy="201600"/>
            </p14:xfrm>
          </p:contentPart>
        </mc:Choice>
        <mc:Fallback xmlns="">
          <p:pic>
            <p:nvPicPr>
              <p:cNvPr id="110" name="Ink 109">
                <a:extLst>
                  <a:ext uri="{FF2B5EF4-FFF2-40B4-BE49-F238E27FC236}">
                    <a16:creationId xmlns:a16="http://schemas.microsoft.com/office/drawing/2014/main" id="{0333EE49-9796-5308-D660-3114D2E89862}"/>
                  </a:ext>
                </a:extLst>
              </p:cNvPr>
              <p:cNvPicPr/>
              <p:nvPr/>
            </p:nvPicPr>
            <p:blipFill>
              <a:blip r:embed="rId215"/>
              <a:stretch>
                <a:fillRect/>
              </a:stretch>
            </p:blipFill>
            <p:spPr>
              <a:xfrm>
                <a:off x="3287304" y="1903536"/>
                <a:ext cx="1868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1" name="Ink 110">
                <a:extLst>
                  <a:ext uri="{FF2B5EF4-FFF2-40B4-BE49-F238E27FC236}">
                    <a16:creationId xmlns:a16="http://schemas.microsoft.com/office/drawing/2014/main" id="{34539298-1FC7-4F43-418C-F16571478058}"/>
                  </a:ext>
                </a:extLst>
              </p14:cNvPr>
              <p14:cNvContentPartPr/>
              <p14:nvPr/>
            </p14:nvContentPartPr>
            <p14:xfrm>
              <a:off x="2746584" y="1863936"/>
              <a:ext cx="57960" cy="237240"/>
            </p14:xfrm>
          </p:contentPart>
        </mc:Choice>
        <mc:Fallback xmlns="">
          <p:pic>
            <p:nvPicPr>
              <p:cNvPr id="111" name="Ink 110">
                <a:extLst>
                  <a:ext uri="{FF2B5EF4-FFF2-40B4-BE49-F238E27FC236}">
                    <a16:creationId xmlns:a16="http://schemas.microsoft.com/office/drawing/2014/main" id="{34539298-1FC7-4F43-418C-F16571478058}"/>
                  </a:ext>
                </a:extLst>
              </p:cNvPr>
              <p:cNvPicPr/>
              <p:nvPr/>
            </p:nvPicPr>
            <p:blipFill>
              <a:blip r:embed="rId217"/>
              <a:stretch>
                <a:fillRect/>
              </a:stretch>
            </p:blipFill>
            <p:spPr>
              <a:xfrm>
                <a:off x="2742264" y="1859616"/>
                <a:ext cx="6660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2" name="Ink 111">
                <a:extLst>
                  <a:ext uri="{FF2B5EF4-FFF2-40B4-BE49-F238E27FC236}">
                    <a16:creationId xmlns:a16="http://schemas.microsoft.com/office/drawing/2014/main" id="{D001FAC2-E3E5-23C6-7EA3-0C4D03B67640}"/>
                  </a:ext>
                </a:extLst>
              </p14:cNvPr>
              <p14:cNvContentPartPr/>
              <p14:nvPr/>
            </p14:nvContentPartPr>
            <p14:xfrm>
              <a:off x="2210544" y="1923696"/>
              <a:ext cx="189360" cy="180720"/>
            </p14:xfrm>
          </p:contentPart>
        </mc:Choice>
        <mc:Fallback xmlns="">
          <p:pic>
            <p:nvPicPr>
              <p:cNvPr id="112" name="Ink 111">
                <a:extLst>
                  <a:ext uri="{FF2B5EF4-FFF2-40B4-BE49-F238E27FC236}">
                    <a16:creationId xmlns:a16="http://schemas.microsoft.com/office/drawing/2014/main" id="{D001FAC2-E3E5-23C6-7EA3-0C4D03B67640}"/>
                  </a:ext>
                </a:extLst>
              </p:cNvPr>
              <p:cNvPicPr/>
              <p:nvPr/>
            </p:nvPicPr>
            <p:blipFill>
              <a:blip r:embed="rId219"/>
              <a:stretch>
                <a:fillRect/>
              </a:stretch>
            </p:blipFill>
            <p:spPr>
              <a:xfrm>
                <a:off x="2206224" y="1919376"/>
                <a:ext cx="198000" cy="189360"/>
              </a:xfrm>
              <a:prstGeom prst="rect">
                <a:avLst/>
              </a:prstGeom>
            </p:spPr>
          </p:pic>
        </mc:Fallback>
      </mc:AlternateContent>
      <p:grpSp>
        <p:nvGrpSpPr>
          <p:cNvPr id="139" name="Group 138">
            <a:extLst>
              <a:ext uri="{FF2B5EF4-FFF2-40B4-BE49-F238E27FC236}">
                <a16:creationId xmlns:a16="http://schemas.microsoft.com/office/drawing/2014/main" id="{2EF9040E-59B7-C06C-2ADE-5F3CD29D65CB}"/>
              </a:ext>
            </a:extLst>
          </p:cNvPr>
          <p:cNvGrpSpPr/>
          <p:nvPr/>
        </p:nvGrpSpPr>
        <p:grpSpPr>
          <a:xfrm>
            <a:off x="1820664" y="1544256"/>
            <a:ext cx="4291920" cy="1421280"/>
            <a:chOff x="1820664" y="1544256"/>
            <a:chExt cx="4291920" cy="1421280"/>
          </a:xfrm>
        </p:grpSpPr>
        <mc:AlternateContent xmlns:mc="http://schemas.openxmlformats.org/markup-compatibility/2006" xmlns:p14="http://schemas.microsoft.com/office/powerpoint/2010/main">
          <mc:Choice Requires="p14">
            <p:contentPart p14:bwMode="auto" r:id="rId220">
              <p14:nvContentPartPr>
                <p14:cNvPr id="113" name="Ink 112">
                  <a:extLst>
                    <a:ext uri="{FF2B5EF4-FFF2-40B4-BE49-F238E27FC236}">
                      <a16:creationId xmlns:a16="http://schemas.microsoft.com/office/drawing/2014/main" id="{4543514F-B81A-CCCA-8165-60FE4D9F8EE2}"/>
                    </a:ext>
                  </a:extLst>
                </p14:cNvPr>
                <p14:cNvContentPartPr/>
                <p14:nvPr/>
              </p14:nvContentPartPr>
              <p14:xfrm>
                <a:off x="3940704" y="1824336"/>
                <a:ext cx="87480" cy="203040"/>
              </p14:xfrm>
            </p:contentPart>
          </mc:Choice>
          <mc:Fallback xmlns="">
            <p:pic>
              <p:nvPicPr>
                <p:cNvPr id="113" name="Ink 112">
                  <a:extLst>
                    <a:ext uri="{FF2B5EF4-FFF2-40B4-BE49-F238E27FC236}">
                      <a16:creationId xmlns:a16="http://schemas.microsoft.com/office/drawing/2014/main" id="{4543514F-B81A-CCCA-8165-60FE4D9F8EE2}"/>
                    </a:ext>
                  </a:extLst>
                </p:cNvPr>
                <p:cNvPicPr/>
                <p:nvPr/>
              </p:nvPicPr>
              <p:blipFill>
                <a:blip r:embed="rId221"/>
                <a:stretch>
                  <a:fillRect/>
                </a:stretch>
              </p:blipFill>
              <p:spPr>
                <a:xfrm>
                  <a:off x="3936384" y="1820016"/>
                  <a:ext cx="9612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4" name="Ink 113">
                  <a:extLst>
                    <a:ext uri="{FF2B5EF4-FFF2-40B4-BE49-F238E27FC236}">
                      <a16:creationId xmlns:a16="http://schemas.microsoft.com/office/drawing/2014/main" id="{80057AFE-99C5-8441-1C3B-9D7A85B96B30}"/>
                    </a:ext>
                  </a:extLst>
                </p14:cNvPr>
                <p14:cNvContentPartPr/>
                <p14:nvPr/>
              </p14:nvContentPartPr>
              <p14:xfrm>
                <a:off x="4044744" y="1807776"/>
                <a:ext cx="127440" cy="21240"/>
              </p14:xfrm>
            </p:contentPart>
          </mc:Choice>
          <mc:Fallback xmlns="">
            <p:pic>
              <p:nvPicPr>
                <p:cNvPr id="114" name="Ink 113">
                  <a:extLst>
                    <a:ext uri="{FF2B5EF4-FFF2-40B4-BE49-F238E27FC236}">
                      <a16:creationId xmlns:a16="http://schemas.microsoft.com/office/drawing/2014/main" id="{80057AFE-99C5-8441-1C3B-9D7A85B96B30}"/>
                    </a:ext>
                  </a:extLst>
                </p:cNvPr>
                <p:cNvPicPr/>
                <p:nvPr/>
              </p:nvPicPr>
              <p:blipFill>
                <a:blip r:embed="rId223"/>
                <a:stretch>
                  <a:fillRect/>
                </a:stretch>
              </p:blipFill>
              <p:spPr>
                <a:xfrm>
                  <a:off x="4040424" y="1803456"/>
                  <a:ext cx="1360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15" name="Ink 114">
                  <a:extLst>
                    <a:ext uri="{FF2B5EF4-FFF2-40B4-BE49-F238E27FC236}">
                      <a16:creationId xmlns:a16="http://schemas.microsoft.com/office/drawing/2014/main" id="{D5E7543D-EDA3-47C9-4764-173A52D80C59}"/>
                    </a:ext>
                  </a:extLst>
                </p14:cNvPr>
                <p14:cNvContentPartPr/>
                <p14:nvPr/>
              </p14:nvContentPartPr>
              <p14:xfrm>
                <a:off x="4589784" y="1723176"/>
                <a:ext cx="167040" cy="305640"/>
              </p14:xfrm>
            </p:contentPart>
          </mc:Choice>
          <mc:Fallback xmlns="">
            <p:pic>
              <p:nvPicPr>
                <p:cNvPr id="115" name="Ink 114">
                  <a:extLst>
                    <a:ext uri="{FF2B5EF4-FFF2-40B4-BE49-F238E27FC236}">
                      <a16:creationId xmlns:a16="http://schemas.microsoft.com/office/drawing/2014/main" id="{D5E7543D-EDA3-47C9-4764-173A52D80C59}"/>
                    </a:ext>
                  </a:extLst>
                </p:cNvPr>
                <p:cNvPicPr/>
                <p:nvPr/>
              </p:nvPicPr>
              <p:blipFill>
                <a:blip r:embed="rId225"/>
                <a:stretch>
                  <a:fillRect/>
                </a:stretch>
              </p:blipFill>
              <p:spPr>
                <a:xfrm>
                  <a:off x="4585464" y="1718856"/>
                  <a:ext cx="1756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6" name="Ink 115">
                  <a:extLst>
                    <a:ext uri="{FF2B5EF4-FFF2-40B4-BE49-F238E27FC236}">
                      <a16:creationId xmlns:a16="http://schemas.microsoft.com/office/drawing/2014/main" id="{9661E014-24B6-43EC-7479-16CA70464F32}"/>
                    </a:ext>
                  </a:extLst>
                </p14:cNvPr>
                <p14:cNvContentPartPr/>
                <p14:nvPr/>
              </p14:nvContentPartPr>
              <p14:xfrm>
                <a:off x="4693824" y="1822536"/>
                <a:ext cx="277560" cy="40680"/>
              </p14:xfrm>
            </p:contentPart>
          </mc:Choice>
          <mc:Fallback xmlns="">
            <p:pic>
              <p:nvPicPr>
                <p:cNvPr id="116" name="Ink 115">
                  <a:extLst>
                    <a:ext uri="{FF2B5EF4-FFF2-40B4-BE49-F238E27FC236}">
                      <a16:creationId xmlns:a16="http://schemas.microsoft.com/office/drawing/2014/main" id="{9661E014-24B6-43EC-7479-16CA70464F32}"/>
                    </a:ext>
                  </a:extLst>
                </p:cNvPr>
                <p:cNvPicPr/>
                <p:nvPr/>
              </p:nvPicPr>
              <p:blipFill>
                <a:blip r:embed="rId227"/>
                <a:stretch>
                  <a:fillRect/>
                </a:stretch>
              </p:blipFill>
              <p:spPr>
                <a:xfrm>
                  <a:off x="4689504" y="1818216"/>
                  <a:ext cx="2862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17" name="Ink 116">
                  <a:extLst>
                    <a:ext uri="{FF2B5EF4-FFF2-40B4-BE49-F238E27FC236}">
                      <a16:creationId xmlns:a16="http://schemas.microsoft.com/office/drawing/2014/main" id="{A6AE7252-6367-FD78-9957-1A74FD7CB865}"/>
                    </a:ext>
                  </a:extLst>
                </p14:cNvPr>
                <p14:cNvContentPartPr/>
                <p14:nvPr/>
              </p14:nvContentPartPr>
              <p14:xfrm>
                <a:off x="5497704" y="1719936"/>
                <a:ext cx="311760" cy="232560"/>
              </p14:xfrm>
            </p:contentPart>
          </mc:Choice>
          <mc:Fallback xmlns="">
            <p:pic>
              <p:nvPicPr>
                <p:cNvPr id="117" name="Ink 116">
                  <a:extLst>
                    <a:ext uri="{FF2B5EF4-FFF2-40B4-BE49-F238E27FC236}">
                      <a16:creationId xmlns:a16="http://schemas.microsoft.com/office/drawing/2014/main" id="{A6AE7252-6367-FD78-9957-1A74FD7CB865}"/>
                    </a:ext>
                  </a:extLst>
                </p:cNvPr>
                <p:cNvPicPr/>
                <p:nvPr/>
              </p:nvPicPr>
              <p:blipFill>
                <a:blip r:embed="rId229"/>
                <a:stretch>
                  <a:fillRect/>
                </a:stretch>
              </p:blipFill>
              <p:spPr>
                <a:xfrm>
                  <a:off x="5493384" y="1715616"/>
                  <a:ext cx="3204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18" name="Ink 117">
                  <a:extLst>
                    <a:ext uri="{FF2B5EF4-FFF2-40B4-BE49-F238E27FC236}">
                      <a16:creationId xmlns:a16="http://schemas.microsoft.com/office/drawing/2014/main" id="{5531BB57-50D4-9C28-4CEA-4A0E62F7C125}"/>
                    </a:ext>
                  </a:extLst>
                </p14:cNvPr>
                <p14:cNvContentPartPr/>
                <p14:nvPr/>
              </p14:nvContentPartPr>
              <p14:xfrm>
                <a:off x="1956384" y="1944936"/>
                <a:ext cx="23400" cy="317520"/>
              </p14:xfrm>
            </p:contentPart>
          </mc:Choice>
          <mc:Fallback xmlns="">
            <p:pic>
              <p:nvPicPr>
                <p:cNvPr id="118" name="Ink 117">
                  <a:extLst>
                    <a:ext uri="{FF2B5EF4-FFF2-40B4-BE49-F238E27FC236}">
                      <a16:creationId xmlns:a16="http://schemas.microsoft.com/office/drawing/2014/main" id="{5531BB57-50D4-9C28-4CEA-4A0E62F7C125}"/>
                    </a:ext>
                  </a:extLst>
                </p:cNvPr>
                <p:cNvPicPr/>
                <p:nvPr/>
              </p:nvPicPr>
              <p:blipFill>
                <a:blip r:embed="rId231"/>
                <a:stretch>
                  <a:fillRect/>
                </a:stretch>
              </p:blipFill>
              <p:spPr>
                <a:xfrm>
                  <a:off x="1952064" y="1940616"/>
                  <a:ext cx="320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19" name="Ink 118">
                  <a:extLst>
                    <a:ext uri="{FF2B5EF4-FFF2-40B4-BE49-F238E27FC236}">
                      <a16:creationId xmlns:a16="http://schemas.microsoft.com/office/drawing/2014/main" id="{9BDC913A-9EFB-3368-96C8-784A75992985}"/>
                    </a:ext>
                  </a:extLst>
                </p14:cNvPr>
                <p14:cNvContentPartPr/>
                <p14:nvPr/>
              </p14:nvContentPartPr>
              <p14:xfrm>
                <a:off x="1820664" y="1577016"/>
                <a:ext cx="4291920" cy="716760"/>
              </p14:xfrm>
            </p:contentPart>
          </mc:Choice>
          <mc:Fallback xmlns="">
            <p:pic>
              <p:nvPicPr>
                <p:cNvPr id="119" name="Ink 118">
                  <a:extLst>
                    <a:ext uri="{FF2B5EF4-FFF2-40B4-BE49-F238E27FC236}">
                      <a16:creationId xmlns:a16="http://schemas.microsoft.com/office/drawing/2014/main" id="{9BDC913A-9EFB-3368-96C8-784A75992985}"/>
                    </a:ext>
                  </a:extLst>
                </p:cNvPr>
                <p:cNvPicPr/>
                <p:nvPr/>
              </p:nvPicPr>
              <p:blipFill>
                <a:blip r:embed="rId233"/>
                <a:stretch>
                  <a:fillRect/>
                </a:stretch>
              </p:blipFill>
              <p:spPr>
                <a:xfrm>
                  <a:off x="1816344" y="1572696"/>
                  <a:ext cx="430056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20" name="Ink 119">
                  <a:extLst>
                    <a:ext uri="{FF2B5EF4-FFF2-40B4-BE49-F238E27FC236}">
                      <a16:creationId xmlns:a16="http://schemas.microsoft.com/office/drawing/2014/main" id="{760E1379-A129-FA23-71F9-F8FE46BC7C75}"/>
                    </a:ext>
                  </a:extLst>
                </p14:cNvPr>
                <p14:cNvContentPartPr/>
                <p14:nvPr/>
              </p14:nvContentPartPr>
              <p14:xfrm>
                <a:off x="2358504" y="1802736"/>
                <a:ext cx="136800" cy="538200"/>
              </p14:xfrm>
            </p:contentPart>
          </mc:Choice>
          <mc:Fallback xmlns="">
            <p:pic>
              <p:nvPicPr>
                <p:cNvPr id="120" name="Ink 119">
                  <a:extLst>
                    <a:ext uri="{FF2B5EF4-FFF2-40B4-BE49-F238E27FC236}">
                      <a16:creationId xmlns:a16="http://schemas.microsoft.com/office/drawing/2014/main" id="{760E1379-A129-FA23-71F9-F8FE46BC7C75}"/>
                    </a:ext>
                  </a:extLst>
                </p:cNvPr>
                <p:cNvPicPr/>
                <p:nvPr/>
              </p:nvPicPr>
              <p:blipFill>
                <a:blip r:embed="rId235"/>
                <a:stretch>
                  <a:fillRect/>
                </a:stretch>
              </p:blipFill>
              <p:spPr>
                <a:xfrm>
                  <a:off x="2354184" y="1798416"/>
                  <a:ext cx="14544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21" name="Ink 120">
                  <a:extLst>
                    <a:ext uri="{FF2B5EF4-FFF2-40B4-BE49-F238E27FC236}">
                      <a16:creationId xmlns:a16="http://schemas.microsoft.com/office/drawing/2014/main" id="{83259FED-FBDA-2727-668A-50EBC1637AA0}"/>
                    </a:ext>
                  </a:extLst>
                </p14:cNvPr>
                <p14:cNvContentPartPr/>
                <p14:nvPr/>
              </p14:nvContentPartPr>
              <p14:xfrm>
                <a:off x="2979864" y="1665576"/>
                <a:ext cx="129600" cy="578160"/>
              </p14:xfrm>
            </p:contentPart>
          </mc:Choice>
          <mc:Fallback xmlns="">
            <p:pic>
              <p:nvPicPr>
                <p:cNvPr id="121" name="Ink 120">
                  <a:extLst>
                    <a:ext uri="{FF2B5EF4-FFF2-40B4-BE49-F238E27FC236}">
                      <a16:creationId xmlns:a16="http://schemas.microsoft.com/office/drawing/2014/main" id="{83259FED-FBDA-2727-668A-50EBC1637AA0}"/>
                    </a:ext>
                  </a:extLst>
                </p:cNvPr>
                <p:cNvPicPr/>
                <p:nvPr/>
              </p:nvPicPr>
              <p:blipFill>
                <a:blip r:embed="rId237"/>
                <a:stretch>
                  <a:fillRect/>
                </a:stretch>
              </p:blipFill>
              <p:spPr>
                <a:xfrm>
                  <a:off x="2975544" y="1661256"/>
                  <a:ext cx="138240" cy="5868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22" name="Ink 121">
                  <a:extLst>
                    <a:ext uri="{FF2B5EF4-FFF2-40B4-BE49-F238E27FC236}">
                      <a16:creationId xmlns:a16="http://schemas.microsoft.com/office/drawing/2014/main" id="{B5153B16-3E7F-8A4E-8CEB-1AAE1EBA9EE3}"/>
                    </a:ext>
                  </a:extLst>
                </p14:cNvPr>
                <p14:cNvContentPartPr/>
                <p14:nvPr/>
              </p14:nvContentPartPr>
              <p14:xfrm>
                <a:off x="3753504" y="1605456"/>
                <a:ext cx="32760" cy="668880"/>
              </p14:xfrm>
            </p:contentPart>
          </mc:Choice>
          <mc:Fallback xmlns="">
            <p:pic>
              <p:nvPicPr>
                <p:cNvPr id="122" name="Ink 121">
                  <a:extLst>
                    <a:ext uri="{FF2B5EF4-FFF2-40B4-BE49-F238E27FC236}">
                      <a16:creationId xmlns:a16="http://schemas.microsoft.com/office/drawing/2014/main" id="{B5153B16-3E7F-8A4E-8CEB-1AAE1EBA9EE3}"/>
                    </a:ext>
                  </a:extLst>
                </p:cNvPr>
                <p:cNvPicPr/>
                <p:nvPr/>
              </p:nvPicPr>
              <p:blipFill>
                <a:blip r:embed="rId239"/>
                <a:stretch>
                  <a:fillRect/>
                </a:stretch>
              </p:blipFill>
              <p:spPr>
                <a:xfrm>
                  <a:off x="3749184" y="1601136"/>
                  <a:ext cx="41400" cy="6775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23" name="Ink 122">
                  <a:extLst>
                    <a:ext uri="{FF2B5EF4-FFF2-40B4-BE49-F238E27FC236}">
                      <a16:creationId xmlns:a16="http://schemas.microsoft.com/office/drawing/2014/main" id="{FA25CCB7-A61D-40CF-3CE0-50375E92C2AC}"/>
                    </a:ext>
                  </a:extLst>
                </p14:cNvPr>
                <p14:cNvContentPartPr/>
                <p14:nvPr/>
              </p14:nvContentPartPr>
              <p14:xfrm>
                <a:off x="4461264" y="1544256"/>
                <a:ext cx="38880" cy="662040"/>
              </p14:xfrm>
            </p:contentPart>
          </mc:Choice>
          <mc:Fallback xmlns="">
            <p:pic>
              <p:nvPicPr>
                <p:cNvPr id="123" name="Ink 122">
                  <a:extLst>
                    <a:ext uri="{FF2B5EF4-FFF2-40B4-BE49-F238E27FC236}">
                      <a16:creationId xmlns:a16="http://schemas.microsoft.com/office/drawing/2014/main" id="{FA25CCB7-A61D-40CF-3CE0-50375E92C2AC}"/>
                    </a:ext>
                  </a:extLst>
                </p:cNvPr>
                <p:cNvPicPr/>
                <p:nvPr/>
              </p:nvPicPr>
              <p:blipFill>
                <a:blip r:embed="rId241"/>
                <a:stretch>
                  <a:fillRect/>
                </a:stretch>
              </p:blipFill>
              <p:spPr>
                <a:xfrm>
                  <a:off x="4456944" y="1539936"/>
                  <a:ext cx="4752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24" name="Ink 123">
                  <a:extLst>
                    <a:ext uri="{FF2B5EF4-FFF2-40B4-BE49-F238E27FC236}">
                      <a16:creationId xmlns:a16="http://schemas.microsoft.com/office/drawing/2014/main" id="{DD1FBCC9-67DE-FADA-35EF-5A91856C2B3B}"/>
                    </a:ext>
                  </a:extLst>
                </p14:cNvPr>
                <p14:cNvContentPartPr/>
                <p14:nvPr/>
              </p14:nvContentPartPr>
              <p14:xfrm>
                <a:off x="5155704" y="1553616"/>
                <a:ext cx="65160" cy="681840"/>
              </p14:xfrm>
            </p:contentPart>
          </mc:Choice>
          <mc:Fallback xmlns="">
            <p:pic>
              <p:nvPicPr>
                <p:cNvPr id="124" name="Ink 123">
                  <a:extLst>
                    <a:ext uri="{FF2B5EF4-FFF2-40B4-BE49-F238E27FC236}">
                      <a16:creationId xmlns:a16="http://schemas.microsoft.com/office/drawing/2014/main" id="{DD1FBCC9-67DE-FADA-35EF-5A91856C2B3B}"/>
                    </a:ext>
                  </a:extLst>
                </p:cNvPr>
                <p:cNvPicPr/>
                <p:nvPr/>
              </p:nvPicPr>
              <p:blipFill>
                <a:blip r:embed="rId243"/>
                <a:stretch>
                  <a:fillRect/>
                </a:stretch>
              </p:blipFill>
              <p:spPr>
                <a:xfrm>
                  <a:off x="5151384" y="1549296"/>
                  <a:ext cx="73800" cy="690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25" name="Ink 124">
                  <a:extLst>
                    <a:ext uri="{FF2B5EF4-FFF2-40B4-BE49-F238E27FC236}">
                      <a16:creationId xmlns:a16="http://schemas.microsoft.com/office/drawing/2014/main" id="{B93C914A-58C2-CA18-1F82-5BC74EAD809A}"/>
                    </a:ext>
                  </a:extLst>
                </p14:cNvPr>
                <p14:cNvContentPartPr/>
                <p14:nvPr/>
              </p14:nvContentPartPr>
              <p14:xfrm>
                <a:off x="2083464" y="2523816"/>
                <a:ext cx="360" cy="360"/>
              </p14:xfrm>
            </p:contentPart>
          </mc:Choice>
          <mc:Fallback xmlns="">
            <p:pic>
              <p:nvPicPr>
                <p:cNvPr id="125" name="Ink 124">
                  <a:extLst>
                    <a:ext uri="{FF2B5EF4-FFF2-40B4-BE49-F238E27FC236}">
                      <a16:creationId xmlns:a16="http://schemas.microsoft.com/office/drawing/2014/main" id="{B93C914A-58C2-CA18-1F82-5BC74EAD809A}"/>
                    </a:ext>
                  </a:extLst>
                </p:cNvPr>
                <p:cNvPicPr/>
                <p:nvPr/>
              </p:nvPicPr>
              <p:blipFill>
                <a:blip r:embed="rId113"/>
                <a:stretch>
                  <a:fillRect/>
                </a:stretch>
              </p:blipFill>
              <p:spPr>
                <a:xfrm>
                  <a:off x="2079144" y="25194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26" name="Ink 125">
                  <a:extLst>
                    <a:ext uri="{FF2B5EF4-FFF2-40B4-BE49-F238E27FC236}">
                      <a16:creationId xmlns:a16="http://schemas.microsoft.com/office/drawing/2014/main" id="{4B6E91AC-12A8-EF3A-822F-272D09BA61B4}"/>
                    </a:ext>
                  </a:extLst>
                </p14:cNvPr>
                <p14:cNvContentPartPr/>
                <p14:nvPr/>
              </p14:nvContentPartPr>
              <p14:xfrm>
                <a:off x="2058264" y="2439576"/>
                <a:ext cx="1585440" cy="235800"/>
              </p14:xfrm>
            </p:contentPart>
          </mc:Choice>
          <mc:Fallback xmlns="">
            <p:pic>
              <p:nvPicPr>
                <p:cNvPr id="126" name="Ink 125">
                  <a:extLst>
                    <a:ext uri="{FF2B5EF4-FFF2-40B4-BE49-F238E27FC236}">
                      <a16:creationId xmlns:a16="http://schemas.microsoft.com/office/drawing/2014/main" id="{4B6E91AC-12A8-EF3A-822F-272D09BA61B4}"/>
                    </a:ext>
                  </a:extLst>
                </p:cNvPr>
                <p:cNvPicPr/>
                <p:nvPr/>
              </p:nvPicPr>
              <p:blipFill>
                <a:blip r:embed="rId246"/>
                <a:stretch>
                  <a:fillRect/>
                </a:stretch>
              </p:blipFill>
              <p:spPr>
                <a:xfrm>
                  <a:off x="2053944" y="2435256"/>
                  <a:ext cx="159408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27" name="Ink 126">
                  <a:extLst>
                    <a:ext uri="{FF2B5EF4-FFF2-40B4-BE49-F238E27FC236}">
                      <a16:creationId xmlns:a16="http://schemas.microsoft.com/office/drawing/2014/main" id="{E14D1591-8F50-C4B2-A15D-74A38726C9AF}"/>
                    </a:ext>
                  </a:extLst>
                </p14:cNvPr>
                <p14:cNvContentPartPr/>
                <p14:nvPr/>
              </p14:nvContentPartPr>
              <p14:xfrm>
                <a:off x="2256624" y="2813616"/>
                <a:ext cx="141480" cy="151920"/>
              </p14:xfrm>
            </p:contentPart>
          </mc:Choice>
          <mc:Fallback xmlns="">
            <p:pic>
              <p:nvPicPr>
                <p:cNvPr id="127" name="Ink 126">
                  <a:extLst>
                    <a:ext uri="{FF2B5EF4-FFF2-40B4-BE49-F238E27FC236}">
                      <a16:creationId xmlns:a16="http://schemas.microsoft.com/office/drawing/2014/main" id="{E14D1591-8F50-C4B2-A15D-74A38726C9AF}"/>
                    </a:ext>
                  </a:extLst>
                </p:cNvPr>
                <p:cNvPicPr/>
                <p:nvPr/>
              </p:nvPicPr>
              <p:blipFill>
                <a:blip r:embed="rId248"/>
                <a:stretch>
                  <a:fillRect/>
                </a:stretch>
              </p:blipFill>
              <p:spPr>
                <a:xfrm>
                  <a:off x="2252304" y="2809296"/>
                  <a:ext cx="1501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28" name="Ink 127">
                  <a:extLst>
                    <a:ext uri="{FF2B5EF4-FFF2-40B4-BE49-F238E27FC236}">
                      <a16:creationId xmlns:a16="http://schemas.microsoft.com/office/drawing/2014/main" id="{00D13884-1D84-B9F9-4AE7-1248A8468DF9}"/>
                    </a:ext>
                  </a:extLst>
                </p14:cNvPr>
                <p14:cNvContentPartPr/>
                <p14:nvPr/>
              </p14:nvContentPartPr>
              <p14:xfrm>
                <a:off x="2422224" y="2815776"/>
                <a:ext cx="160560" cy="128880"/>
              </p14:xfrm>
            </p:contentPart>
          </mc:Choice>
          <mc:Fallback xmlns="">
            <p:pic>
              <p:nvPicPr>
                <p:cNvPr id="128" name="Ink 127">
                  <a:extLst>
                    <a:ext uri="{FF2B5EF4-FFF2-40B4-BE49-F238E27FC236}">
                      <a16:creationId xmlns:a16="http://schemas.microsoft.com/office/drawing/2014/main" id="{00D13884-1D84-B9F9-4AE7-1248A8468DF9}"/>
                    </a:ext>
                  </a:extLst>
                </p:cNvPr>
                <p:cNvPicPr/>
                <p:nvPr/>
              </p:nvPicPr>
              <p:blipFill>
                <a:blip r:embed="rId250"/>
                <a:stretch>
                  <a:fillRect/>
                </a:stretch>
              </p:blipFill>
              <p:spPr>
                <a:xfrm>
                  <a:off x="2417904" y="2811456"/>
                  <a:ext cx="1692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29" name="Ink 128">
                  <a:extLst>
                    <a:ext uri="{FF2B5EF4-FFF2-40B4-BE49-F238E27FC236}">
                      <a16:creationId xmlns:a16="http://schemas.microsoft.com/office/drawing/2014/main" id="{E8C60C1F-A182-4249-F6E5-341F4D0A7FD2}"/>
                    </a:ext>
                  </a:extLst>
                </p14:cNvPr>
                <p14:cNvContentPartPr/>
                <p14:nvPr/>
              </p14:nvContentPartPr>
              <p14:xfrm>
                <a:off x="2637864" y="2702736"/>
                <a:ext cx="39600" cy="235800"/>
              </p14:xfrm>
            </p:contentPart>
          </mc:Choice>
          <mc:Fallback xmlns="">
            <p:pic>
              <p:nvPicPr>
                <p:cNvPr id="129" name="Ink 128">
                  <a:extLst>
                    <a:ext uri="{FF2B5EF4-FFF2-40B4-BE49-F238E27FC236}">
                      <a16:creationId xmlns:a16="http://schemas.microsoft.com/office/drawing/2014/main" id="{E8C60C1F-A182-4249-F6E5-341F4D0A7FD2}"/>
                    </a:ext>
                  </a:extLst>
                </p:cNvPr>
                <p:cNvPicPr/>
                <p:nvPr/>
              </p:nvPicPr>
              <p:blipFill>
                <a:blip r:embed="rId252"/>
                <a:stretch>
                  <a:fillRect/>
                </a:stretch>
              </p:blipFill>
              <p:spPr>
                <a:xfrm>
                  <a:off x="2633544" y="2698416"/>
                  <a:ext cx="4824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30" name="Ink 129">
                  <a:extLst>
                    <a:ext uri="{FF2B5EF4-FFF2-40B4-BE49-F238E27FC236}">
                      <a16:creationId xmlns:a16="http://schemas.microsoft.com/office/drawing/2014/main" id="{57556555-18A7-37CA-51CA-2F7E1CA9EF53}"/>
                    </a:ext>
                  </a:extLst>
                </p14:cNvPr>
                <p14:cNvContentPartPr/>
                <p14:nvPr/>
              </p14:nvContentPartPr>
              <p14:xfrm>
                <a:off x="2665584" y="2830896"/>
                <a:ext cx="164520" cy="66240"/>
              </p14:xfrm>
            </p:contentPart>
          </mc:Choice>
          <mc:Fallback xmlns="">
            <p:pic>
              <p:nvPicPr>
                <p:cNvPr id="130" name="Ink 129">
                  <a:extLst>
                    <a:ext uri="{FF2B5EF4-FFF2-40B4-BE49-F238E27FC236}">
                      <a16:creationId xmlns:a16="http://schemas.microsoft.com/office/drawing/2014/main" id="{57556555-18A7-37CA-51CA-2F7E1CA9EF53}"/>
                    </a:ext>
                  </a:extLst>
                </p:cNvPr>
                <p:cNvPicPr/>
                <p:nvPr/>
              </p:nvPicPr>
              <p:blipFill>
                <a:blip r:embed="rId254"/>
                <a:stretch>
                  <a:fillRect/>
                </a:stretch>
              </p:blipFill>
              <p:spPr>
                <a:xfrm>
                  <a:off x="2661264" y="2826576"/>
                  <a:ext cx="1731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31" name="Ink 130">
                  <a:extLst>
                    <a:ext uri="{FF2B5EF4-FFF2-40B4-BE49-F238E27FC236}">
                      <a16:creationId xmlns:a16="http://schemas.microsoft.com/office/drawing/2014/main" id="{21C19B9D-E61A-FE88-5EE2-C13621625356}"/>
                    </a:ext>
                  </a:extLst>
                </p14:cNvPr>
                <p14:cNvContentPartPr/>
                <p14:nvPr/>
              </p14:nvContentPartPr>
              <p14:xfrm>
                <a:off x="2939904" y="2659896"/>
                <a:ext cx="220320" cy="254520"/>
              </p14:xfrm>
            </p:contentPart>
          </mc:Choice>
          <mc:Fallback xmlns="">
            <p:pic>
              <p:nvPicPr>
                <p:cNvPr id="131" name="Ink 130">
                  <a:extLst>
                    <a:ext uri="{FF2B5EF4-FFF2-40B4-BE49-F238E27FC236}">
                      <a16:creationId xmlns:a16="http://schemas.microsoft.com/office/drawing/2014/main" id="{21C19B9D-E61A-FE88-5EE2-C13621625356}"/>
                    </a:ext>
                  </a:extLst>
                </p:cNvPr>
                <p:cNvPicPr/>
                <p:nvPr/>
              </p:nvPicPr>
              <p:blipFill>
                <a:blip r:embed="rId256"/>
                <a:stretch>
                  <a:fillRect/>
                </a:stretch>
              </p:blipFill>
              <p:spPr>
                <a:xfrm>
                  <a:off x="2935584" y="2655576"/>
                  <a:ext cx="2289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32" name="Ink 131">
                  <a:extLst>
                    <a:ext uri="{FF2B5EF4-FFF2-40B4-BE49-F238E27FC236}">
                      <a16:creationId xmlns:a16="http://schemas.microsoft.com/office/drawing/2014/main" id="{AED500B3-974D-8FEF-115A-B35C17369350}"/>
                    </a:ext>
                  </a:extLst>
                </p14:cNvPr>
                <p14:cNvContentPartPr/>
                <p14:nvPr/>
              </p14:nvContentPartPr>
              <p14:xfrm>
                <a:off x="3804624" y="2383056"/>
                <a:ext cx="2229480" cy="144720"/>
              </p14:xfrm>
            </p:contentPart>
          </mc:Choice>
          <mc:Fallback xmlns="">
            <p:pic>
              <p:nvPicPr>
                <p:cNvPr id="132" name="Ink 131">
                  <a:extLst>
                    <a:ext uri="{FF2B5EF4-FFF2-40B4-BE49-F238E27FC236}">
                      <a16:creationId xmlns:a16="http://schemas.microsoft.com/office/drawing/2014/main" id="{AED500B3-974D-8FEF-115A-B35C17369350}"/>
                    </a:ext>
                  </a:extLst>
                </p:cNvPr>
                <p:cNvPicPr/>
                <p:nvPr/>
              </p:nvPicPr>
              <p:blipFill>
                <a:blip r:embed="rId258"/>
                <a:stretch>
                  <a:fillRect/>
                </a:stretch>
              </p:blipFill>
              <p:spPr>
                <a:xfrm>
                  <a:off x="3800304" y="2378736"/>
                  <a:ext cx="22381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33" name="Ink 132">
                  <a:extLst>
                    <a:ext uri="{FF2B5EF4-FFF2-40B4-BE49-F238E27FC236}">
                      <a16:creationId xmlns:a16="http://schemas.microsoft.com/office/drawing/2014/main" id="{44E3E48C-A787-E4C5-A493-89446A61CC66}"/>
                    </a:ext>
                  </a:extLst>
                </p14:cNvPr>
                <p14:cNvContentPartPr/>
                <p14:nvPr/>
              </p14:nvContentPartPr>
              <p14:xfrm>
                <a:off x="4224024" y="2762856"/>
                <a:ext cx="129240" cy="117720"/>
              </p14:xfrm>
            </p:contentPart>
          </mc:Choice>
          <mc:Fallback xmlns="">
            <p:pic>
              <p:nvPicPr>
                <p:cNvPr id="133" name="Ink 132">
                  <a:extLst>
                    <a:ext uri="{FF2B5EF4-FFF2-40B4-BE49-F238E27FC236}">
                      <a16:creationId xmlns:a16="http://schemas.microsoft.com/office/drawing/2014/main" id="{44E3E48C-A787-E4C5-A493-89446A61CC66}"/>
                    </a:ext>
                  </a:extLst>
                </p:cNvPr>
                <p:cNvPicPr/>
                <p:nvPr/>
              </p:nvPicPr>
              <p:blipFill>
                <a:blip r:embed="rId260"/>
                <a:stretch>
                  <a:fillRect/>
                </a:stretch>
              </p:blipFill>
              <p:spPr>
                <a:xfrm>
                  <a:off x="4219704" y="2758536"/>
                  <a:ext cx="1378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34" name="Ink 133">
                  <a:extLst>
                    <a:ext uri="{FF2B5EF4-FFF2-40B4-BE49-F238E27FC236}">
                      <a16:creationId xmlns:a16="http://schemas.microsoft.com/office/drawing/2014/main" id="{F8A5C84C-907C-1F7C-81AC-1019EA8B55D7}"/>
                    </a:ext>
                  </a:extLst>
                </p14:cNvPr>
                <p14:cNvContentPartPr/>
                <p14:nvPr/>
              </p14:nvContentPartPr>
              <p14:xfrm>
                <a:off x="4446504" y="2698056"/>
                <a:ext cx="152640" cy="140760"/>
              </p14:xfrm>
            </p:contentPart>
          </mc:Choice>
          <mc:Fallback xmlns="">
            <p:pic>
              <p:nvPicPr>
                <p:cNvPr id="134" name="Ink 133">
                  <a:extLst>
                    <a:ext uri="{FF2B5EF4-FFF2-40B4-BE49-F238E27FC236}">
                      <a16:creationId xmlns:a16="http://schemas.microsoft.com/office/drawing/2014/main" id="{F8A5C84C-907C-1F7C-81AC-1019EA8B55D7}"/>
                    </a:ext>
                  </a:extLst>
                </p:cNvPr>
                <p:cNvPicPr/>
                <p:nvPr/>
              </p:nvPicPr>
              <p:blipFill>
                <a:blip r:embed="rId262"/>
                <a:stretch>
                  <a:fillRect/>
                </a:stretch>
              </p:blipFill>
              <p:spPr>
                <a:xfrm>
                  <a:off x="4442184" y="2693736"/>
                  <a:ext cx="1612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35" name="Ink 134">
                  <a:extLst>
                    <a:ext uri="{FF2B5EF4-FFF2-40B4-BE49-F238E27FC236}">
                      <a16:creationId xmlns:a16="http://schemas.microsoft.com/office/drawing/2014/main" id="{1FF3C49F-A412-13A1-D6A6-B16DF26DDB02}"/>
                    </a:ext>
                  </a:extLst>
                </p14:cNvPr>
                <p14:cNvContentPartPr/>
                <p14:nvPr/>
              </p14:nvContentPartPr>
              <p14:xfrm>
                <a:off x="4714704" y="2602296"/>
                <a:ext cx="34920" cy="228960"/>
              </p14:xfrm>
            </p:contentPart>
          </mc:Choice>
          <mc:Fallback xmlns="">
            <p:pic>
              <p:nvPicPr>
                <p:cNvPr id="135" name="Ink 134">
                  <a:extLst>
                    <a:ext uri="{FF2B5EF4-FFF2-40B4-BE49-F238E27FC236}">
                      <a16:creationId xmlns:a16="http://schemas.microsoft.com/office/drawing/2014/main" id="{1FF3C49F-A412-13A1-D6A6-B16DF26DDB02}"/>
                    </a:ext>
                  </a:extLst>
                </p:cNvPr>
                <p:cNvPicPr/>
                <p:nvPr/>
              </p:nvPicPr>
              <p:blipFill>
                <a:blip r:embed="rId264"/>
                <a:stretch>
                  <a:fillRect/>
                </a:stretch>
              </p:blipFill>
              <p:spPr>
                <a:xfrm>
                  <a:off x="4710384" y="2597976"/>
                  <a:ext cx="435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36" name="Ink 135">
                  <a:extLst>
                    <a:ext uri="{FF2B5EF4-FFF2-40B4-BE49-F238E27FC236}">
                      <a16:creationId xmlns:a16="http://schemas.microsoft.com/office/drawing/2014/main" id="{BA05662B-C7DC-42E2-CAEC-D17B7C18CB62}"/>
                    </a:ext>
                  </a:extLst>
                </p14:cNvPr>
                <p14:cNvContentPartPr/>
                <p14:nvPr/>
              </p14:nvContentPartPr>
              <p14:xfrm>
                <a:off x="4670784" y="2711736"/>
                <a:ext cx="243000" cy="95040"/>
              </p14:xfrm>
            </p:contentPart>
          </mc:Choice>
          <mc:Fallback xmlns="">
            <p:pic>
              <p:nvPicPr>
                <p:cNvPr id="136" name="Ink 135">
                  <a:extLst>
                    <a:ext uri="{FF2B5EF4-FFF2-40B4-BE49-F238E27FC236}">
                      <a16:creationId xmlns:a16="http://schemas.microsoft.com/office/drawing/2014/main" id="{BA05662B-C7DC-42E2-CAEC-D17B7C18CB62}"/>
                    </a:ext>
                  </a:extLst>
                </p:cNvPr>
                <p:cNvPicPr/>
                <p:nvPr/>
              </p:nvPicPr>
              <p:blipFill>
                <a:blip r:embed="rId266"/>
                <a:stretch>
                  <a:fillRect/>
                </a:stretch>
              </p:blipFill>
              <p:spPr>
                <a:xfrm>
                  <a:off x="4666464" y="2707416"/>
                  <a:ext cx="2516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37" name="Ink 136">
                  <a:extLst>
                    <a:ext uri="{FF2B5EF4-FFF2-40B4-BE49-F238E27FC236}">
                      <a16:creationId xmlns:a16="http://schemas.microsoft.com/office/drawing/2014/main" id="{4C2D5D35-BE2F-CDDB-10F6-F22DACAD927E}"/>
                    </a:ext>
                  </a:extLst>
                </p14:cNvPr>
                <p14:cNvContentPartPr/>
                <p14:nvPr/>
              </p14:nvContentPartPr>
              <p14:xfrm>
                <a:off x="5032584" y="2504376"/>
                <a:ext cx="282600" cy="325800"/>
              </p14:xfrm>
            </p:contentPart>
          </mc:Choice>
          <mc:Fallback xmlns="">
            <p:pic>
              <p:nvPicPr>
                <p:cNvPr id="137" name="Ink 136">
                  <a:extLst>
                    <a:ext uri="{FF2B5EF4-FFF2-40B4-BE49-F238E27FC236}">
                      <a16:creationId xmlns:a16="http://schemas.microsoft.com/office/drawing/2014/main" id="{4C2D5D35-BE2F-CDDB-10F6-F22DACAD927E}"/>
                    </a:ext>
                  </a:extLst>
                </p:cNvPr>
                <p:cNvPicPr/>
                <p:nvPr/>
              </p:nvPicPr>
              <p:blipFill>
                <a:blip r:embed="rId268"/>
                <a:stretch>
                  <a:fillRect/>
                </a:stretch>
              </p:blipFill>
              <p:spPr>
                <a:xfrm>
                  <a:off x="5028264" y="2500056"/>
                  <a:ext cx="29124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38" name="Ink 137">
                  <a:extLst>
                    <a:ext uri="{FF2B5EF4-FFF2-40B4-BE49-F238E27FC236}">
                      <a16:creationId xmlns:a16="http://schemas.microsoft.com/office/drawing/2014/main" id="{D071C236-D3B6-F393-36F1-D2853760E6D0}"/>
                    </a:ext>
                  </a:extLst>
                </p14:cNvPr>
                <p14:cNvContentPartPr/>
                <p14:nvPr/>
              </p14:nvContentPartPr>
              <p14:xfrm>
                <a:off x="4370544" y="2756016"/>
                <a:ext cx="187560" cy="57240"/>
              </p14:xfrm>
            </p:contentPart>
          </mc:Choice>
          <mc:Fallback xmlns="">
            <p:pic>
              <p:nvPicPr>
                <p:cNvPr id="138" name="Ink 137">
                  <a:extLst>
                    <a:ext uri="{FF2B5EF4-FFF2-40B4-BE49-F238E27FC236}">
                      <a16:creationId xmlns:a16="http://schemas.microsoft.com/office/drawing/2014/main" id="{D071C236-D3B6-F393-36F1-D2853760E6D0}"/>
                    </a:ext>
                  </a:extLst>
                </p:cNvPr>
                <p:cNvPicPr/>
                <p:nvPr/>
              </p:nvPicPr>
              <p:blipFill>
                <a:blip r:embed="rId270"/>
                <a:stretch>
                  <a:fillRect/>
                </a:stretch>
              </p:blipFill>
              <p:spPr>
                <a:xfrm>
                  <a:off x="4366224" y="2751696"/>
                  <a:ext cx="196200" cy="65880"/>
                </a:xfrm>
                <a:prstGeom prst="rect">
                  <a:avLst/>
                </a:prstGeom>
              </p:spPr>
            </p:pic>
          </mc:Fallback>
        </mc:AlternateContent>
      </p:grpSp>
      <p:grpSp>
        <p:nvGrpSpPr>
          <p:cNvPr id="164" name="Group 163">
            <a:extLst>
              <a:ext uri="{FF2B5EF4-FFF2-40B4-BE49-F238E27FC236}">
                <a16:creationId xmlns:a16="http://schemas.microsoft.com/office/drawing/2014/main" id="{D7CCCB18-87B8-264D-2F61-6536A4E95C45}"/>
              </a:ext>
            </a:extLst>
          </p:cNvPr>
          <p:cNvGrpSpPr/>
          <p:nvPr/>
        </p:nvGrpSpPr>
        <p:grpSpPr>
          <a:xfrm>
            <a:off x="1014264" y="3239856"/>
            <a:ext cx="4471920" cy="580320"/>
            <a:chOff x="1014264" y="3239856"/>
            <a:chExt cx="4471920" cy="580320"/>
          </a:xfrm>
        </p:grpSpPr>
        <mc:AlternateContent xmlns:mc="http://schemas.openxmlformats.org/markup-compatibility/2006" xmlns:p14="http://schemas.microsoft.com/office/powerpoint/2010/main">
          <mc:Choice Requires="p14">
            <p:contentPart p14:bwMode="auto" r:id="rId271">
              <p14:nvContentPartPr>
                <p14:cNvPr id="140" name="Ink 139">
                  <a:extLst>
                    <a:ext uri="{FF2B5EF4-FFF2-40B4-BE49-F238E27FC236}">
                      <a16:creationId xmlns:a16="http://schemas.microsoft.com/office/drawing/2014/main" id="{DF55A3B0-C3EB-1E6F-D48F-28ED4B630C50}"/>
                    </a:ext>
                  </a:extLst>
                </p14:cNvPr>
                <p14:cNvContentPartPr/>
                <p14:nvPr/>
              </p14:nvContentPartPr>
              <p14:xfrm>
                <a:off x="1085544" y="3500856"/>
                <a:ext cx="106560" cy="70200"/>
              </p14:xfrm>
            </p:contentPart>
          </mc:Choice>
          <mc:Fallback xmlns="">
            <p:pic>
              <p:nvPicPr>
                <p:cNvPr id="140" name="Ink 139">
                  <a:extLst>
                    <a:ext uri="{FF2B5EF4-FFF2-40B4-BE49-F238E27FC236}">
                      <a16:creationId xmlns:a16="http://schemas.microsoft.com/office/drawing/2014/main" id="{DF55A3B0-C3EB-1E6F-D48F-28ED4B630C50}"/>
                    </a:ext>
                  </a:extLst>
                </p:cNvPr>
                <p:cNvPicPr/>
                <p:nvPr/>
              </p:nvPicPr>
              <p:blipFill>
                <a:blip r:embed="rId272"/>
                <a:stretch>
                  <a:fillRect/>
                </a:stretch>
              </p:blipFill>
              <p:spPr>
                <a:xfrm>
                  <a:off x="1081224" y="3496536"/>
                  <a:ext cx="1152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41" name="Ink 140">
                  <a:extLst>
                    <a:ext uri="{FF2B5EF4-FFF2-40B4-BE49-F238E27FC236}">
                      <a16:creationId xmlns:a16="http://schemas.microsoft.com/office/drawing/2014/main" id="{8CDA7F9A-2B94-9C86-042D-CE827B219270}"/>
                    </a:ext>
                  </a:extLst>
                </p14:cNvPr>
                <p14:cNvContentPartPr/>
                <p14:nvPr/>
              </p14:nvContentPartPr>
              <p14:xfrm>
                <a:off x="1014264" y="3469536"/>
                <a:ext cx="295920" cy="317880"/>
              </p14:xfrm>
            </p:contentPart>
          </mc:Choice>
          <mc:Fallback xmlns="">
            <p:pic>
              <p:nvPicPr>
                <p:cNvPr id="141" name="Ink 140">
                  <a:extLst>
                    <a:ext uri="{FF2B5EF4-FFF2-40B4-BE49-F238E27FC236}">
                      <a16:creationId xmlns:a16="http://schemas.microsoft.com/office/drawing/2014/main" id="{8CDA7F9A-2B94-9C86-042D-CE827B219270}"/>
                    </a:ext>
                  </a:extLst>
                </p:cNvPr>
                <p:cNvPicPr/>
                <p:nvPr/>
              </p:nvPicPr>
              <p:blipFill>
                <a:blip r:embed="rId274"/>
                <a:stretch>
                  <a:fillRect/>
                </a:stretch>
              </p:blipFill>
              <p:spPr>
                <a:xfrm>
                  <a:off x="1009944" y="3465216"/>
                  <a:ext cx="30456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42" name="Ink 141">
                  <a:extLst>
                    <a:ext uri="{FF2B5EF4-FFF2-40B4-BE49-F238E27FC236}">
                      <a16:creationId xmlns:a16="http://schemas.microsoft.com/office/drawing/2014/main" id="{998746D3-AC7C-A43B-06D7-227138397CCF}"/>
                    </a:ext>
                  </a:extLst>
                </p14:cNvPr>
                <p14:cNvContentPartPr/>
                <p14:nvPr/>
              </p14:nvContentPartPr>
              <p14:xfrm>
                <a:off x="1218384" y="3632256"/>
                <a:ext cx="267120" cy="97200"/>
              </p14:xfrm>
            </p:contentPart>
          </mc:Choice>
          <mc:Fallback xmlns="">
            <p:pic>
              <p:nvPicPr>
                <p:cNvPr id="142" name="Ink 141">
                  <a:extLst>
                    <a:ext uri="{FF2B5EF4-FFF2-40B4-BE49-F238E27FC236}">
                      <a16:creationId xmlns:a16="http://schemas.microsoft.com/office/drawing/2014/main" id="{998746D3-AC7C-A43B-06D7-227138397CCF}"/>
                    </a:ext>
                  </a:extLst>
                </p:cNvPr>
                <p:cNvPicPr/>
                <p:nvPr/>
              </p:nvPicPr>
              <p:blipFill>
                <a:blip r:embed="rId276"/>
                <a:stretch>
                  <a:fillRect/>
                </a:stretch>
              </p:blipFill>
              <p:spPr>
                <a:xfrm>
                  <a:off x="1214064" y="3627936"/>
                  <a:ext cx="2757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43" name="Ink 142">
                  <a:extLst>
                    <a:ext uri="{FF2B5EF4-FFF2-40B4-BE49-F238E27FC236}">
                      <a16:creationId xmlns:a16="http://schemas.microsoft.com/office/drawing/2014/main" id="{E7AD181B-3D10-863E-EAAE-B64D841441C1}"/>
                    </a:ext>
                  </a:extLst>
                </p14:cNvPr>
                <p14:cNvContentPartPr/>
                <p14:nvPr/>
              </p14:nvContentPartPr>
              <p14:xfrm>
                <a:off x="1785744" y="3568896"/>
                <a:ext cx="132120" cy="110160"/>
              </p14:xfrm>
            </p:contentPart>
          </mc:Choice>
          <mc:Fallback xmlns="">
            <p:pic>
              <p:nvPicPr>
                <p:cNvPr id="143" name="Ink 142">
                  <a:extLst>
                    <a:ext uri="{FF2B5EF4-FFF2-40B4-BE49-F238E27FC236}">
                      <a16:creationId xmlns:a16="http://schemas.microsoft.com/office/drawing/2014/main" id="{E7AD181B-3D10-863E-EAAE-B64D841441C1}"/>
                    </a:ext>
                  </a:extLst>
                </p:cNvPr>
                <p:cNvPicPr/>
                <p:nvPr/>
              </p:nvPicPr>
              <p:blipFill>
                <a:blip r:embed="rId278"/>
                <a:stretch>
                  <a:fillRect/>
                </a:stretch>
              </p:blipFill>
              <p:spPr>
                <a:xfrm>
                  <a:off x="1781424" y="3564576"/>
                  <a:ext cx="1407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44" name="Ink 143">
                  <a:extLst>
                    <a:ext uri="{FF2B5EF4-FFF2-40B4-BE49-F238E27FC236}">
                      <a16:creationId xmlns:a16="http://schemas.microsoft.com/office/drawing/2014/main" id="{3244B074-837D-74C8-C263-35EAB25ECB0E}"/>
                    </a:ext>
                  </a:extLst>
                </p14:cNvPr>
                <p14:cNvContentPartPr/>
                <p14:nvPr/>
              </p14:nvContentPartPr>
              <p14:xfrm>
                <a:off x="1940184" y="3580056"/>
                <a:ext cx="333000" cy="92520"/>
              </p14:xfrm>
            </p:contentPart>
          </mc:Choice>
          <mc:Fallback xmlns="">
            <p:pic>
              <p:nvPicPr>
                <p:cNvPr id="144" name="Ink 143">
                  <a:extLst>
                    <a:ext uri="{FF2B5EF4-FFF2-40B4-BE49-F238E27FC236}">
                      <a16:creationId xmlns:a16="http://schemas.microsoft.com/office/drawing/2014/main" id="{3244B074-837D-74C8-C263-35EAB25ECB0E}"/>
                    </a:ext>
                  </a:extLst>
                </p:cNvPr>
                <p:cNvPicPr/>
                <p:nvPr/>
              </p:nvPicPr>
              <p:blipFill>
                <a:blip r:embed="rId280"/>
                <a:stretch>
                  <a:fillRect/>
                </a:stretch>
              </p:blipFill>
              <p:spPr>
                <a:xfrm>
                  <a:off x="1935864" y="3575736"/>
                  <a:ext cx="3416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45" name="Ink 144">
                  <a:extLst>
                    <a:ext uri="{FF2B5EF4-FFF2-40B4-BE49-F238E27FC236}">
                      <a16:creationId xmlns:a16="http://schemas.microsoft.com/office/drawing/2014/main" id="{5FA00357-6541-1C30-8EA7-C1C22E907812}"/>
                    </a:ext>
                  </a:extLst>
                </p14:cNvPr>
                <p14:cNvContentPartPr/>
                <p14:nvPr/>
              </p14:nvContentPartPr>
              <p14:xfrm>
                <a:off x="2580264" y="3367656"/>
                <a:ext cx="227880" cy="452520"/>
              </p14:xfrm>
            </p:contentPart>
          </mc:Choice>
          <mc:Fallback xmlns="">
            <p:pic>
              <p:nvPicPr>
                <p:cNvPr id="145" name="Ink 144">
                  <a:extLst>
                    <a:ext uri="{FF2B5EF4-FFF2-40B4-BE49-F238E27FC236}">
                      <a16:creationId xmlns:a16="http://schemas.microsoft.com/office/drawing/2014/main" id="{5FA00357-6541-1C30-8EA7-C1C22E907812}"/>
                    </a:ext>
                  </a:extLst>
                </p:cNvPr>
                <p:cNvPicPr/>
                <p:nvPr/>
              </p:nvPicPr>
              <p:blipFill>
                <a:blip r:embed="rId282"/>
                <a:stretch>
                  <a:fillRect/>
                </a:stretch>
              </p:blipFill>
              <p:spPr>
                <a:xfrm>
                  <a:off x="2575944" y="3363336"/>
                  <a:ext cx="23652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46" name="Ink 145">
                  <a:extLst>
                    <a:ext uri="{FF2B5EF4-FFF2-40B4-BE49-F238E27FC236}">
                      <a16:creationId xmlns:a16="http://schemas.microsoft.com/office/drawing/2014/main" id="{652DAA23-77FB-A6EF-2D75-DC807AF7E79C}"/>
                    </a:ext>
                  </a:extLst>
                </p14:cNvPr>
                <p14:cNvContentPartPr/>
                <p14:nvPr/>
              </p14:nvContentPartPr>
              <p14:xfrm>
                <a:off x="2864304" y="3479976"/>
                <a:ext cx="16560" cy="37440"/>
              </p14:xfrm>
            </p:contentPart>
          </mc:Choice>
          <mc:Fallback xmlns="">
            <p:pic>
              <p:nvPicPr>
                <p:cNvPr id="146" name="Ink 145">
                  <a:extLst>
                    <a:ext uri="{FF2B5EF4-FFF2-40B4-BE49-F238E27FC236}">
                      <a16:creationId xmlns:a16="http://schemas.microsoft.com/office/drawing/2014/main" id="{652DAA23-77FB-A6EF-2D75-DC807AF7E79C}"/>
                    </a:ext>
                  </a:extLst>
                </p:cNvPr>
                <p:cNvPicPr/>
                <p:nvPr/>
              </p:nvPicPr>
              <p:blipFill>
                <a:blip r:embed="rId284"/>
                <a:stretch>
                  <a:fillRect/>
                </a:stretch>
              </p:blipFill>
              <p:spPr>
                <a:xfrm>
                  <a:off x="2859984" y="3475656"/>
                  <a:ext cx="252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47" name="Ink 146">
                  <a:extLst>
                    <a:ext uri="{FF2B5EF4-FFF2-40B4-BE49-F238E27FC236}">
                      <a16:creationId xmlns:a16="http://schemas.microsoft.com/office/drawing/2014/main" id="{C6B06863-A70A-D04D-9DF9-D2EF83DAC630}"/>
                    </a:ext>
                  </a:extLst>
                </p14:cNvPr>
                <p14:cNvContentPartPr/>
                <p14:nvPr/>
              </p14:nvContentPartPr>
              <p14:xfrm>
                <a:off x="2880504" y="3562056"/>
                <a:ext cx="178200" cy="62280"/>
              </p14:xfrm>
            </p:contentPart>
          </mc:Choice>
          <mc:Fallback xmlns="">
            <p:pic>
              <p:nvPicPr>
                <p:cNvPr id="147" name="Ink 146">
                  <a:extLst>
                    <a:ext uri="{FF2B5EF4-FFF2-40B4-BE49-F238E27FC236}">
                      <a16:creationId xmlns:a16="http://schemas.microsoft.com/office/drawing/2014/main" id="{C6B06863-A70A-D04D-9DF9-D2EF83DAC630}"/>
                    </a:ext>
                  </a:extLst>
                </p:cNvPr>
                <p:cNvPicPr/>
                <p:nvPr/>
              </p:nvPicPr>
              <p:blipFill>
                <a:blip r:embed="rId286"/>
                <a:stretch>
                  <a:fillRect/>
                </a:stretch>
              </p:blipFill>
              <p:spPr>
                <a:xfrm>
                  <a:off x="2876184" y="3557736"/>
                  <a:ext cx="1868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48" name="Ink 147">
                  <a:extLst>
                    <a:ext uri="{FF2B5EF4-FFF2-40B4-BE49-F238E27FC236}">
                      <a16:creationId xmlns:a16="http://schemas.microsoft.com/office/drawing/2014/main" id="{5A69C6D2-15A0-4878-ED77-7E471EC58659}"/>
                    </a:ext>
                  </a:extLst>
                </p14:cNvPr>
                <p14:cNvContentPartPr/>
                <p14:nvPr/>
              </p14:nvContentPartPr>
              <p14:xfrm>
                <a:off x="3118464" y="3535416"/>
                <a:ext cx="16560" cy="74160"/>
              </p14:xfrm>
            </p:contentPart>
          </mc:Choice>
          <mc:Fallback xmlns="">
            <p:pic>
              <p:nvPicPr>
                <p:cNvPr id="148" name="Ink 147">
                  <a:extLst>
                    <a:ext uri="{FF2B5EF4-FFF2-40B4-BE49-F238E27FC236}">
                      <a16:creationId xmlns:a16="http://schemas.microsoft.com/office/drawing/2014/main" id="{5A69C6D2-15A0-4878-ED77-7E471EC58659}"/>
                    </a:ext>
                  </a:extLst>
                </p:cNvPr>
                <p:cNvPicPr/>
                <p:nvPr/>
              </p:nvPicPr>
              <p:blipFill>
                <a:blip r:embed="rId288"/>
                <a:stretch>
                  <a:fillRect/>
                </a:stretch>
              </p:blipFill>
              <p:spPr>
                <a:xfrm>
                  <a:off x="3114144" y="3531096"/>
                  <a:ext cx="2520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49" name="Ink 148">
                  <a:extLst>
                    <a:ext uri="{FF2B5EF4-FFF2-40B4-BE49-F238E27FC236}">
                      <a16:creationId xmlns:a16="http://schemas.microsoft.com/office/drawing/2014/main" id="{920B1668-3675-352A-AAB6-92FE6547AFC8}"/>
                    </a:ext>
                  </a:extLst>
                </p14:cNvPr>
                <p14:cNvContentPartPr/>
                <p14:nvPr/>
              </p14:nvContentPartPr>
              <p14:xfrm>
                <a:off x="3203784" y="3396816"/>
                <a:ext cx="34920" cy="70920"/>
              </p14:xfrm>
            </p:contentPart>
          </mc:Choice>
          <mc:Fallback xmlns="">
            <p:pic>
              <p:nvPicPr>
                <p:cNvPr id="149" name="Ink 148">
                  <a:extLst>
                    <a:ext uri="{FF2B5EF4-FFF2-40B4-BE49-F238E27FC236}">
                      <a16:creationId xmlns:a16="http://schemas.microsoft.com/office/drawing/2014/main" id="{920B1668-3675-352A-AAB6-92FE6547AFC8}"/>
                    </a:ext>
                  </a:extLst>
                </p:cNvPr>
                <p:cNvPicPr/>
                <p:nvPr/>
              </p:nvPicPr>
              <p:blipFill>
                <a:blip r:embed="rId290"/>
                <a:stretch>
                  <a:fillRect/>
                </a:stretch>
              </p:blipFill>
              <p:spPr>
                <a:xfrm>
                  <a:off x="3199464" y="3392496"/>
                  <a:ext cx="43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50" name="Ink 149">
                  <a:extLst>
                    <a:ext uri="{FF2B5EF4-FFF2-40B4-BE49-F238E27FC236}">
                      <a16:creationId xmlns:a16="http://schemas.microsoft.com/office/drawing/2014/main" id="{2605B24A-1107-DC88-1E46-33D20D44534D}"/>
                    </a:ext>
                  </a:extLst>
                </p14:cNvPr>
                <p14:cNvContentPartPr/>
                <p14:nvPr/>
              </p14:nvContentPartPr>
              <p14:xfrm>
                <a:off x="3245544" y="3239856"/>
                <a:ext cx="282240" cy="379440"/>
              </p14:xfrm>
            </p:contentPart>
          </mc:Choice>
          <mc:Fallback xmlns="">
            <p:pic>
              <p:nvPicPr>
                <p:cNvPr id="150" name="Ink 149">
                  <a:extLst>
                    <a:ext uri="{FF2B5EF4-FFF2-40B4-BE49-F238E27FC236}">
                      <a16:creationId xmlns:a16="http://schemas.microsoft.com/office/drawing/2014/main" id="{2605B24A-1107-DC88-1E46-33D20D44534D}"/>
                    </a:ext>
                  </a:extLst>
                </p:cNvPr>
                <p:cNvPicPr/>
                <p:nvPr/>
              </p:nvPicPr>
              <p:blipFill>
                <a:blip r:embed="rId292"/>
                <a:stretch>
                  <a:fillRect/>
                </a:stretch>
              </p:blipFill>
              <p:spPr>
                <a:xfrm>
                  <a:off x="3241224" y="3235536"/>
                  <a:ext cx="29088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52" name="Ink 151">
                  <a:extLst>
                    <a:ext uri="{FF2B5EF4-FFF2-40B4-BE49-F238E27FC236}">
                      <a16:creationId xmlns:a16="http://schemas.microsoft.com/office/drawing/2014/main" id="{84DBA8F4-D7C7-51CA-C980-89DF519F1E7C}"/>
                    </a:ext>
                  </a:extLst>
                </p14:cNvPr>
                <p14:cNvContentPartPr/>
                <p14:nvPr/>
              </p14:nvContentPartPr>
              <p14:xfrm>
                <a:off x="3702744" y="3350736"/>
                <a:ext cx="120600" cy="268200"/>
              </p14:xfrm>
            </p:contentPart>
          </mc:Choice>
          <mc:Fallback xmlns="">
            <p:pic>
              <p:nvPicPr>
                <p:cNvPr id="152" name="Ink 151">
                  <a:extLst>
                    <a:ext uri="{FF2B5EF4-FFF2-40B4-BE49-F238E27FC236}">
                      <a16:creationId xmlns:a16="http://schemas.microsoft.com/office/drawing/2014/main" id="{84DBA8F4-D7C7-51CA-C980-89DF519F1E7C}"/>
                    </a:ext>
                  </a:extLst>
                </p:cNvPr>
                <p:cNvPicPr/>
                <p:nvPr/>
              </p:nvPicPr>
              <p:blipFill>
                <a:blip r:embed="rId294"/>
                <a:stretch>
                  <a:fillRect/>
                </a:stretch>
              </p:blipFill>
              <p:spPr>
                <a:xfrm>
                  <a:off x="3698424" y="3346416"/>
                  <a:ext cx="1292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53" name="Ink 152">
                  <a:extLst>
                    <a:ext uri="{FF2B5EF4-FFF2-40B4-BE49-F238E27FC236}">
                      <a16:creationId xmlns:a16="http://schemas.microsoft.com/office/drawing/2014/main" id="{8DE46A58-5FB1-A55D-27A3-0F241483E070}"/>
                    </a:ext>
                  </a:extLst>
                </p14:cNvPr>
                <p14:cNvContentPartPr/>
                <p14:nvPr/>
              </p14:nvContentPartPr>
              <p14:xfrm>
                <a:off x="3698064" y="3270456"/>
                <a:ext cx="404640" cy="266400"/>
              </p14:xfrm>
            </p:contentPart>
          </mc:Choice>
          <mc:Fallback xmlns="">
            <p:pic>
              <p:nvPicPr>
                <p:cNvPr id="153" name="Ink 152">
                  <a:extLst>
                    <a:ext uri="{FF2B5EF4-FFF2-40B4-BE49-F238E27FC236}">
                      <a16:creationId xmlns:a16="http://schemas.microsoft.com/office/drawing/2014/main" id="{8DE46A58-5FB1-A55D-27A3-0F241483E070}"/>
                    </a:ext>
                  </a:extLst>
                </p:cNvPr>
                <p:cNvPicPr/>
                <p:nvPr/>
              </p:nvPicPr>
              <p:blipFill>
                <a:blip r:embed="rId296"/>
                <a:stretch>
                  <a:fillRect/>
                </a:stretch>
              </p:blipFill>
              <p:spPr>
                <a:xfrm>
                  <a:off x="3693744" y="3266136"/>
                  <a:ext cx="4132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54" name="Ink 153">
                  <a:extLst>
                    <a:ext uri="{FF2B5EF4-FFF2-40B4-BE49-F238E27FC236}">
                      <a16:creationId xmlns:a16="http://schemas.microsoft.com/office/drawing/2014/main" id="{2BF6B4F1-991B-7C56-E0DB-94C5C0DE2AFE}"/>
                    </a:ext>
                  </a:extLst>
                </p14:cNvPr>
                <p14:cNvContentPartPr/>
                <p14:nvPr/>
              </p14:nvContentPartPr>
              <p14:xfrm>
                <a:off x="4028544" y="3455496"/>
                <a:ext cx="97200" cy="77760"/>
              </p14:xfrm>
            </p:contentPart>
          </mc:Choice>
          <mc:Fallback xmlns="">
            <p:pic>
              <p:nvPicPr>
                <p:cNvPr id="154" name="Ink 153">
                  <a:extLst>
                    <a:ext uri="{FF2B5EF4-FFF2-40B4-BE49-F238E27FC236}">
                      <a16:creationId xmlns:a16="http://schemas.microsoft.com/office/drawing/2014/main" id="{2BF6B4F1-991B-7C56-E0DB-94C5C0DE2AFE}"/>
                    </a:ext>
                  </a:extLst>
                </p:cNvPr>
                <p:cNvPicPr/>
                <p:nvPr/>
              </p:nvPicPr>
              <p:blipFill>
                <a:blip r:embed="rId298"/>
                <a:stretch>
                  <a:fillRect/>
                </a:stretch>
              </p:blipFill>
              <p:spPr>
                <a:xfrm>
                  <a:off x="4024224" y="3451176"/>
                  <a:ext cx="1058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55" name="Ink 154">
                  <a:extLst>
                    <a:ext uri="{FF2B5EF4-FFF2-40B4-BE49-F238E27FC236}">
                      <a16:creationId xmlns:a16="http://schemas.microsoft.com/office/drawing/2014/main" id="{4EF2E1D5-27E4-244A-8E14-A7470E0EA3B8}"/>
                    </a:ext>
                  </a:extLst>
                </p14:cNvPr>
                <p14:cNvContentPartPr/>
                <p14:nvPr/>
              </p14:nvContentPartPr>
              <p14:xfrm>
                <a:off x="4434984" y="3415176"/>
                <a:ext cx="101880" cy="271800"/>
              </p14:xfrm>
            </p:contentPart>
          </mc:Choice>
          <mc:Fallback xmlns="">
            <p:pic>
              <p:nvPicPr>
                <p:cNvPr id="155" name="Ink 154">
                  <a:extLst>
                    <a:ext uri="{FF2B5EF4-FFF2-40B4-BE49-F238E27FC236}">
                      <a16:creationId xmlns:a16="http://schemas.microsoft.com/office/drawing/2014/main" id="{4EF2E1D5-27E4-244A-8E14-A7470E0EA3B8}"/>
                    </a:ext>
                  </a:extLst>
                </p:cNvPr>
                <p:cNvPicPr/>
                <p:nvPr/>
              </p:nvPicPr>
              <p:blipFill>
                <a:blip r:embed="rId300"/>
                <a:stretch>
                  <a:fillRect/>
                </a:stretch>
              </p:blipFill>
              <p:spPr>
                <a:xfrm>
                  <a:off x="4430664" y="3410856"/>
                  <a:ext cx="1105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56" name="Ink 155">
                  <a:extLst>
                    <a:ext uri="{FF2B5EF4-FFF2-40B4-BE49-F238E27FC236}">
                      <a16:creationId xmlns:a16="http://schemas.microsoft.com/office/drawing/2014/main" id="{1AADC2BD-FA08-44F7-4774-9D1F4392C85C}"/>
                    </a:ext>
                  </a:extLst>
                </p14:cNvPr>
                <p14:cNvContentPartPr/>
                <p14:nvPr/>
              </p14:nvContentPartPr>
              <p14:xfrm>
                <a:off x="4522824" y="3392496"/>
                <a:ext cx="59400" cy="49680"/>
              </p14:xfrm>
            </p:contentPart>
          </mc:Choice>
          <mc:Fallback xmlns="">
            <p:pic>
              <p:nvPicPr>
                <p:cNvPr id="156" name="Ink 155">
                  <a:extLst>
                    <a:ext uri="{FF2B5EF4-FFF2-40B4-BE49-F238E27FC236}">
                      <a16:creationId xmlns:a16="http://schemas.microsoft.com/office/drawing/2014/main" id="{1AADC2BD-FA08-44F7-4774-9D1F4392C85C}"/>
                    </a:ext>
                  </a:extLst>
                </p:cNvPr>
                <p:cNvPicPr/>
                <p:nvPr/>
              </p:nvPicPr>
              <p:blipFill>
                <a:blip r:embed="rId302"/>
                <a:stretch>
                  <a:fillRect/>
                </a:stretch>
              </p:blipFill>
              <p:spPr>
                <a:xfrm>
                  <a:off x="4518504" y="3388176"/>
                  <a:ext cx="6804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57" name="Ink 156">
                  <a:extLst>
                    <a:ext uri="{FF2B5EF4-FFF2-40B4-BE49-F238E27FC236}">
                      <a16:creationId xmlns:a16="http://schemas.microsoft.com/office/drawing/2014/main" id="{811D40AF-A94D-2F81-3CA0-CF1AA2FEA7B6}"/>
                    </a:ext>
                  </a:extLst>
                </p14:cNvPr>
                <p14:cNvContentPartPr/>
                <p14:nvPr/>
              </p14:nvContentPartPr>
              <p14:xfrm>
                <a:off x="4636224" y="3343536"/>
                <a:ext cx="208440" cy="112320"/>
              </p14:xfrm>
            </p:contentPart>
          </mc:Choice>
          <mc:Fallback xmlns="">
            <p:pic>
              <p:nvPicPr>
                <p:cNvPr id="157" name="Ink 156">
                  <a:extLst>
                    <a:ext uri="{FF2B5EF4-FFF2-40B4-BE49-F238E27FC236}">
                      <a16:creationId xmlns:a16="http://schemas.microsoft.com/office/drawing/2014/main" id="{811D40AF-A94D-2F81-3CA0-CF1AA2FEA7B6}"/>
                    </a:ext>
                  </a:extLst>
                </p:cNvPr>
                <p:cNvPicPr/>
                <p:nvPr/>
              </p:nvPicPr>
              <p:blipFill>
                <a:blip r:embed="rId304"/>
                <a:stretch>
                  <a:fillRect/>
                </a:stretch>
              </p:blipFill>
              <p:spPr>
                <a:xfrm>
                  <a:off x="4631904" y="3339216"/>
                  <a:ext cx="2170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58" name="Ink 157">
                  <a:extLst>
                    <a:ext uri="{FF2B5EF4-FFF2-40B4-BE49-F238E27FC236}">
                      <a16:creationId xmlns:a16="http://schemas.microsoft.com/office/drawing/2014/main" id="{6A03B671-4919-34E3-87E2-252287982A7F}"/>
                    </a:ext>
                  </a:extLst>
                </p14:cNvPr>
                <p14:cNvContentPartPr/>
                <p14:nvPr/>
              </p14:nvContentPartPr>
              <p14:xfrm>
                <a:off x="4907664" y="3328776"/>
                <a:ext cx="82080" cy="87840"/>
              </p14:xfrm>
            </p:contentPart>
          </mc:Choice>
          <mc:Fallback xmlns="">
            <p:pic>
              <p:nvPicPr>
                <p:cNvPr id="158" name="Ink 157">
                  <a:extLst>
                    <a:ext uri="{FF2B5EF4-FFF2-40B4-BE49-F238E27FC236}">
                      <a16:creationId xmlns:a16="http://schemas.microsoft.com/office/drawing/2014/main" id="{6A03B671-4919-34E3-87E2-252287982A7F}"/>
                    </a:ext>
                  </a:extLst>
                </p:cNvPr>
                <p:cNvPicPr/>
                <p:nvPr/>
              </p:nvPicPr>
              <p:blipFill>
                <a:blip r:embed="rId306"/>
                <a:stretch>
                  <a:fillRect/>
                </a:stretch>
              </p:blipFill>
              <p:spPr>
                <a:xfrm>
                  <a:off x="4903344" y="3324456"/>
                  <a:ext cx="9072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59" name="Ink 158">
                  <a:extLst>
                    <a:ext uri="{FF2B5EF4-FFF2-40B4-BE49-F238E27FC236}">
                      <a16:creationId xmlns:a16="http://schemas.microsoft.com/office/drawing/2014/main" id="{5080FA84-531B-074E-E483-0D916509F6FF}"/>
                    </a:ext>
                  </a:extLst>
                </p14:cNvPr>
                <p14:cNvContentPartPr/>
                <p14:nvPr/>
              </p14:nvContentPartPr>
              <p14:xfrm>
                <a:off x="4977864" y="3321216"/>
                <a:ext cx="148320" cy="71280"/>
              </p14:xfrm>
            </p:contentPart>
          </mc:Choice>
          <mc:Fallback xmlns="">
            <p:pic>
              <p:nvPicPr>
                <p:cNvPr id="159" name="Ink 158">
                  <a:extLst>
                    <a:ext uri="{FF2B5EF4-FFF2-40B4-BE49-F238E27FC236}">
                      <a16:creationId xmlns:a16="http://schemas.microsoft.com/office/drawing/2014/main" id="{5080FA84-531B-074E-E483-0D916509F6FF}"/>
                    </a:ext>
                  </a:extLst>
                </p:cNvPr>
                <p:cNvPicPr/>
                <p:nvPr/>
              </p:nvPicPr>
              <p:blipFill>
                <a:blip r:embed="rId308"/>
                <a:stretch>
                  <a:fillRect/>
                </a:stretch>
              </p:blipFill>
              <p:spPr>
                <a:xfrm>
                  <a:off x="4973544" y="3316896"/>
                  <a:ext cx="15696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60" name="Ink 159">
                  <a:extLst>
                    <a:ext uri="{FF2B5EF4-FFF2-40B4-BE49-F238E27FC236}">
                      <a16:creationId xmlns:a16="http://schemas.microsoft.com/office/drawing/2014/main" id="{B134CC0F-F0C3-D9D0-C9C5-A499581677A9}"/>
                    </a:ext>
                  </a:extLst>
                </p14:cNvPr>
                <p14:cNvContentPartPr/>
                <p14:nvPr/>
              </p14:nvContentPartPr>
              <p14:xfrm>
                <a:off x="5132664" y="3302136"/>
                <a:ext cx="124920" cy="97560"/>
              </p14:xfrm>
            </p:contentPart>
          </mc:Choice>
          <mc:Fallback xmlns="">
            <p:pic>
              <p:nvPicPr>
                <p:cNvPr id="160" name="Ink 159">
                  <a:extLst>
                    <a:ext uri="{FF2B5EF4-FFF2-40B4-BE49-F238E27FC236}">
                      <a16:creationId xmlns:a16="http://schemas.microsoft.com/office/drawing/2014/main" id="{B134CC0F-F0C3-D9D0-C9C5-A499581677A9}"/>
                    </a:ext>
                  </a:extLst>
                </p:cNvPr>
                <p:cNvPicPr/>
                <p:nvPr/>
              </p:nvPicPr>
              <p:blipFill>
                <a:blip r:embed="rId310"/>
                <a:stretch>
                  <a:fillRect/>
                </a:stretch>
              </p:blipFill>
              <p:spPr>
                <a:xfrm>
                  <a:off x="5128344" y="3297816"/>
                  <a:ext cx="1335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61" name="Ink 160">
                  <a:extLst>
                    <a:ext uri="{FF2B5EF4-FFF2-40B4-BE49-F238E27FC236}">
                      <a16:creationId xmlns:a16="http://schemas.microsoft.com/office/drawing/2014/main" id="{9E57A602-07C1-E69D-BD58-7D827035E8D7}"/>
                    </a:ext>
                  </a:extLst>
                </p14:cNvPr>
                <p14:cNvContentPartPr/>
                <p14:nvPr/>
              </p14:nvContentPartPr>
              <p14:xfrm>
                <a:off x="5294304" y="3281256"/>
                <a:ext cx="92880" cy="143640"/>
              </p14:xfrm>
            </p:contentPart>
          </mc:Choice>
          <mc:Fallback xmlns="">
            <p:pic>
              <p:nvPicPr>
                <p:cNvPr id="161" name="Ink 160">
                  <a:extLst>
                    <a:ext uri="{FF2B5EF4-FFF2-40B4-BE49-F238E27FC236}">
                      <a16:creationId xmlns:a16="http://schemas.microsoft.com/office/drawing/2014/main" id="{9E57A602-07C1-E69D-BD58-7D827035E8D7}"/>
                    </a:ext>
                  </a:extLst>
                </p:cNvPr>
                <p:cNvPicPr/>
                <p:nvPr/>
              </p:nvPicPr>
              <p:blipFill>
                <a:blip r:embed="rId312"/>
                <a:stretch>
                  <a:fillRect/>
                </a:stretch>
              </p:blipFill>
              <p:spPr>
                <a:xfrm>
                  <a:off x="5289984" y="3276936"/>
                  <a:ext cx="1015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62" name="Ink 161">
                  <a:extLst>
                    <a:ext uri="{FF2B5EF4-FFF2-40B4-BE49-F238E27FC236}">
                      <a16:creationId xmlns:a16="http://schemas.microsoft.com/office/drawing/2014/main" id="{E033D69A-2AA3-3075-88DF-B73AE2F66740}"/>
                    </a:ext>
                  </a:extLst>
                </p14:cNvPr>
                <p14:cNvContentPartPr/>
                <p14:nvPr/>
              </p14:nvContentPartPr>
              <p14:xfrm>
                <a:off x="5472144" y="3384216"/>
                <a:ext cx="14040" cy="8280"/>
              </p14:xfrm>
            </p:contentPart>
          </mc:Choice>
          <mc:Fallback xmlns="">
            <p:pic>
              <p:nvPicPr>
                <p:cNvPr id="162" name="Ink 161">
                  <a:extLst>
                    <a:ext uri="{FF2B5EF4-FFF2-40B4-BE49-F238E27FC236}">
                      <a16:creationId xmlns:a16="http://schemas.microsoft.com/office/drawing/2014/main" id="{E033D69A-2AA3-3075-88DF-B73AE2F66740}"/>
                    </a:ext>
                  </a:extLst>
                </p:cNvPr>
                <p:cNvPicPr/>
                <p:nvPr/>
              </p:nvPicPr>
              <p:blipFill>
                <a:blip r:embed="rId314"/>
                <a:stretch>
                  <a:fillRect/>
                </a:stretch>
              </p:blipFill>
              <p:spPr>
                <a:xfrm>
                  <a:off x="5467824" y="3379896"/>
                  <a:ext cx="22680" cy="16920"/>
                </a:xfrm>
                <a:prstGeom prst="rect">
                  <a:avLst/>
                </a:prstGeom>
              </p:spPr>
            </p:pic>
          </mc:Fallback>
        </mc:AlternateContent>
      </p:grpSp>
    </p:spTree>
    <p:extLst>
      <p:ext uri="{BB962C8B-B14F-4D97-AF65-F5344CB8AC3E}">
        <p14:creationId xmlns:p14="http://schemas.microsoft.com/office/powerpoint/2010/main" val="1350213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A36B6-B6C3-09B6-1397-212454EF88CB}"/>
              </a:ext>
            </a:extLst>
          </p:cNvPr>
          <p:cNvSpPr>
            <a:spLocks noGrp="1"/>
          </p:cNvSpPr>
          <p:nvPr>
            <p:ph type="sldNum" sz="quarter" idx="12"/>
          </p:nvPr>
        </p:nvSpPr>
        <p:spPr/>
        <p:txBody>
          <a:bodyPr/>
          <a:lstStyle/>
          <a:p>
            <a:fld id="{AD2B2EE5-B8BC-4D24-A25E-F2DF61737E68}" type="slidenum">
              <a:rPr lang="en-US" smtClean="0"/>
              <a:pPr/>
              <a:t>14</a:t>
            </a:fld>
            <a:endParaRPr lang="en-US"/>
          </a:p>
        </p:txBody>
      </p:sp>
      <mc:AlternateContent xmlns:mc="http://schemas.openxmlformats.org/markup-compatibility/2006" xmlns:p14="http://schemas.microsoft.com/office/powerpoint/2010/main">
        <mc:Choice Requires="p14">
          <p:contentPart p14:bwMode="auto" r:id="rId2">
            <p14:nvContentPartPr>
              <p14:cNvPr id="17" name="Ink 16">
                <a:extLst>
                  <a:ext uri="{FF2B5EF4-FFF2-40B4-BE49-F238E27FC236}">
                    <a16:creationId xmlns:a16="http://schemas.microsoft.com/office/drawing/2014/main" id="{D9EC42D5-FFDD-14E4-8CBB-834767B3DCA4}"/>
                  </a:ext>
                </a:extLst>
              </p14:cNvPr>
              <p14:cNvContentPartPr/>
              <p14:nvPr/>
            </p14:nvContentPartPr>
            <p14:xfrm>
              <a:off x="6371901" y="880335"/>
              <a:ext cx="243769" cy="333507"/>
            </p14:xfrm>
          </p:contentPart>
        </mc:Choice>
        <mc:Fallback xmlns="">
          <p:pic>
            <p:nvPicPr>
              <p:cNvPr id="17" name="Ink 16">
                <a:extLst>
                  <a:ext uri="{FF2B5EF4-FFF2-40B4-BE49-F238E27FC236}">
                    <a16:creationId xmlns:a16="http://schemas.microsoft.com/office/drawing/2014/main" id="{D9EC42D5-FFDD-14E4-8CBB-834767B3DCA4}"/>
                  </a:ext>
                </a:extLst>
              </p:cNvPr>
              <p:cNvPicPr/>
              <p:nvPr/>
            </p:nvPicPr>
            <p:blipFill>
              <a:blip r:embed="rId3"/>
              <a:stretch>
                <a:fillRect/>
              </a:stretch>
            </p:blipFill>
            <p:spPr>
              <a:xfrm>
                <a:off x="6367580" y="876013"/>
                <a:ext cx="252411" cy="342151"/>
              </a:xfrm>
              <a:prstGeom prst="rect">
                <a:avLst/>
              </a:prstGeom>
            </p:spPr>
          </p:pic>
        </mc:Fallback>
      </mc:AlternateContent>
      <p:grpSp>
        <p:nvGrpSpPr>
          <p:cNvPr id="43" name="Group 42">
            <a:extLst>
              <a:ext uri="{FF2B5EF4-FFF2-40B4-BE49-F238E27FC236}">
                <a16:creationId xmlns:a16="http://schemas.microsoft.com/office/drawing/2014/main" id="{6FB032EC-C173-2ACE-E8AE-D054CD236D9D}"/>
              </a:ext>
            </a:extLst>
          </p:cNvPr>
          <p:cNvGrpSpPr/>
          <p:nvPr/>
        </p:nvGrpSpPr>
        <p:grpSpPr>
          <a:xfrm>
            <a:off x="7499635" y="647224"/>
            <a:ext cx="440435" cy="156783"/>
            <a:chOff x="7499635" y="647224"/>
            <a:chExt cx="440435" cy="156783"/>
          </a:xfrm>
        </p:grpSpPr>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6E7FBE8D-FC78-5825-0B78-7B8B1F86A35B}"/>
                    </a:ext>
                  </a:extLst>
                </p14:cNvPr>
                <p14:cNvContentPartPr/>
                <p14:nvPr/>
              </p14:nvContentPartPr>
              <p14:xfrm>
                <a:off x="7499635" y="647224"/>
                <a:ext cx="216951" cy="156783"/>
              </p14:xfrm>
            </p:contentPart>
          </mc:Choice>
          <mc:Fallback xmlns="">
            <p:pic>
              <p:nvPicPr>
                <p:cNvPr id="39" name="Ink 38">
                  <a:extLst>
                    <a:ext uri="{FF2B5EF4-FFF2-40B4-BE49-F238E27FC236}">
                      <a16:creationId xmlns:a16="http://schemas.microsoft.com/office/drawing/2014/main" id="{6E7FBE8D-FC78-5825-0B78-7B8B1F86A35B}"/>
                    </a:ext>
                  </a:extLst>
                </p:cNvPr>
                <p:cNvPicPr/>
                <p:nvPr/>
              </p:nvPicPr>
              <p:blipFill>
                <a:blip r:embed="rId5"/>
                <a:stretch>
                  <a:fillRect/>
                </a:stretch>
              </p:blipFill>
              <p:spPr>
                <a:xfrm>
                  <a:off x="7495318" y="642909"/>
                  <a:ext cx="225586" cy="16541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0" name="Ink 39">
                  <a:extLst>
                    <a:ext uri="{FF2B5EF4-FFF2-40B4-BE49-F238E27FC236}">
                      <a16:creationId xmlns:a16="http://schemas.microsoft.com/office/drawing/2014/main" id="{7FEF572B-6AA1-6ED1-44EC-A01C81BB765A}"/>
                    </a:ext>
                  </a:extLst>
                </p14:cNvPr>
                <p14:cNvContentPartPr/>
                <p14:nvPr/>
              </p14:nvContentPartPr>
              <p14:xfrm>
                <a:off x="7827297" y="699485"/>
                <a:ext cx="112086" cy="11690"/>
              </p14:xfrm>
            </p:contentPart>
          </mc:Choice>
          <mc:Fallback xmlns="">
            <p:pic>
              <p:nvPicPr>
                <p:cNvPr id="40" name="Ink 39">
                  <a:extLst>
                    <a:ext uri="{FF2B5EF4-FFF2-40B4-BE49-F238E27FC236}">
                      <a16:creationId xmlns:a16="http://schemas.microsoft.com/office/drawing/2014/main" id="{7FEF572B-6AA1-6ED1-44EC-A01C81BB765A}"/>
                    </a:ext>
                  </a:extLst>
                </p:cNvPr>
                <p:cNvPicPr/>
                <p:nvPr/>
              </p:nvPicPr>
              <p:blipFill>
                <a:blip r:embed="rId7"/>
                <a:stretch>
                  <a:fillRect/>
                </a:stretch>
              </p:blipFill>
              <p:spPr>
                <a:xfrm>
                  <a:off x="7822972" y="695234"/>
                  <a:ext cx="120736" cy="2019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1" name="Ink 40">
                  <a:extLst>
                    <a:ext uri="{FF2B5EF4-FFF2-40B4-BE49-F238E27FC236}">
                      <a16:creationId xmlns:a16="http://schemas.microsoft.com/office/drawing/2014/main" id="{17B94FFF-E4B7-C475-B535-C106AD5C5EC0}"/>
                    </a:ext>
                  </a:extLst>
                </p14:cNvPr>
                <p14:cNvContentPartPr/>
                <p14:nvPr/>
              </p14:nvContentPartPr>
              <p14:xfrm>
                <a:off x="7808043" y="781315"/>
                <a:ext cx="132027" cy="3438"/>
              </p14:xfrm>
            </p:contentPart>
          </mc:Choice>
          <mc:Fallback xmlns="">
            <p:pic>
              <p:nvPicPr>
                <p:cNvPr id="41" name="Ink 40">
                  <a:extLst>
                    <a:ext uri="{FF2B5EF4-FFF2-40B4-BE49-F238E27FC236}">
                      <a16:creationId xmlns:a16="http://schemas.microsoft.com/office/drawing/2014/main" id="{17B94FFF-E4B7-C475-B535-C106AD5C5EC0}"/>
                    </a:ext>
                  </a:extLst>
                </p:cNvPr>
                <p:cNvPicPr/>
                <p:nvPr/>
              </p:nvPicPr>
              <p:blipFill>
                <a:blip r:embed="rId9"/>
                <a:stretch>
                  <a:fillRect/>
                </a:stretch>
              </p:blipFill>
              <p:spPr>
                <a:xfrm>
                  <a:off x="7803726" y="777189"/>
                  <a:ext cx="140661" cy="11689"/>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42" name="Ink 41">
                <a:extLst>
                  <a:ext uri="{FF2B5EF4-FFF2-40B4-BE49-F238E27FC236}">
                    <a16:creationId xmlns:a16="http://schemas.microsoft.com/office/drawing/2014/main" id="{81846929-785B-EE1E-5CB3-F6DA97142EF8}"/>
                  </a:ext>
                </a:extLst>
              </p14:cNvPr>
              <p14:cNvContentPartPr/>
              <p14:nvPr/>
            </p14:nvContentPartPr>
            <p14:xfrm>
              <a:off x="8250541" y="612842"/>
              <a:ext cx="149219" cy="224515"/>
            </p14:xfrm>
          </p:contentPart>
        </mc:Choice>
        <mc:Fallback xmlns="">
          <p:pic>
            <p:nvPicPr>
              <p:cNvPr id="42" name="Ink 41">
                <a:extLst>
                  <a:ext uri="{FF2B5EF4-FFF2-40B4-BE49-F238E27FC236}">
                    <a16:creationId xmlns:a16="http://schemas.microsoft.com/office/drawing/2014/main" id="{81846929-785B-EE1E-5CB3-F6DA97142EF8}"/>
                  </a:ext>
                </a:extLst>
              </p:cNvPr>
              <p:cNvPicPr/>
              <p:nvPr/>
            </p:nvPicPr>
            <p:blipFill>
              <a:blip r:embed="rId11"/>
              <a:stretch>
                <a:fillRect/>
              </a:stretch>
            </p:blipFill>
            <p:spPr>
              <a:xfrm>
                <a:off x="8246226" y="608524"/>
                <a:ext cx="157849" cy="23315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BBB74B0C-02BD-21D4-42FA-71C2097001A0}"/>
                  </a:ext>
                </a:extLst>
              </p14:cNvPr>
              <p14:cNvContentPartPr/>
              <p14:nvPr/>
            </p14:nvContentPartPr>
            <p14:xfrm>
              <a:off x="1991271" y="883086"/>
              <a:ext cx="16847" cy="383705"/>
            </p14:xfrm>
          </p:contentPart>
        </mc:Choice>
        <mc:Fallback xmlns="">
          <p:pic>
            <p:nvPicPr>
              <p:cNvPr id="3" name="Ink 2">
                <a:extLst>
                  <a:ext uri="{FF2B5EF4-FFF2-40B4-BE49-F238E27FC236}">
                    <a16:creationId xmlns:a16="http://schemas.microsoft.com/office/drawing/2014/main" id="{BBB74B0C-02BD-21D4-42FA-71C2097001A0}"/>
                  </a:ext>
                </a:extLst>
              </p:cNvPr>
              <p:cNvPicPr/>
              <p:nvPr/>
            </p:nvPicPr>
            <p:blipFill>
              <a:blip r:embed="rId13"/>
              <a:stretch>
                <a:fillRect/>
              </a:stretch>
            </p:blipFill>
            <p:spPr>
              <a:xfrm>
                <a:off x="1986970" y="878767"/>
                <a:ext cx="25450" cy="392344"/>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56E9A83F-A6D6-D919-27D3-B7CAD5DE1E9F}"/>
                  </a:ext>
                </a:extLst>
              </p14:cNvPr>
              <p14:cNvContentPartPr/>
              <p14:nvPr/>
            </p14:nvContentPartPr>
            <p14:xfrm>
              <a:off x="2216130" y="943942"/>
              <a:ext cx="140279" cy="159533"/>
            </p14:xfrm>
          </p:contentPart>
        </mc:Choice>
        <mc:Fallback xmlns="">
          <p:pic>
            <p:nvPicPr>
              <p:cNvPr id="4" name="Ink 3">
                <a:extLst>
                  <a:ext uri="{FF2B5EF4-FFF2-40B4-BE49-F238E27FC236}">
                    <a16:creationId xmlns:a16="http://schemas.microsoft.com/office/drawing/2014/main" id="{56E9A83F-A6D6-D919-27D3-B7CAD5DE1E9F}"/>
                  </a:ext>
                </a:extLst>
              </p:cNvPr>
              <p:cNvPicPr/>
              <p:nvPr/>
            </p:nvPicPr>
            <p:blipFill>
              <a:blip r:embed="rId15"/>
              <a:stretch>
                <a:fillRect/>
              </a:stretch>
            </p:blipFill>
            <p:spPr>
              <a:xfrm>
                <a:off x="2211814" y="939630"/>
                <a:ext cx="148912" cy="168156"/>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Ink 4">
                <a:extLst>
                  <a:ext uri="{FF2B5EF4-FFF2-40B4-BE49-F238E27FC236}">
                    <a16:creationId xmlns:a16="http://schemas.microsoft.com/office/drawing/2014/main" id="{AE76ED36-0AFD-22BC-8695-790D90FDE72F}"/>
                  </a:ext>
                </a:extLst>
              </p14:cNvPr>
              <p14:cNvContentPartPr/>
              <p14:nvPr/>
            </p14:nvContentPartPr>
            <p14:xfrm>
              <a:off x="2325465" y="1024396"/>
              <a:ext cx="2407" cy="215920"/>
            </p14:xfrm>
          </p:contentPart>
        </mc:Choice>
        <mc:Fallback xmlns="">
          <p:pic>
            <p:nvPicPr>
              <p:cNvPr id="5" name="Ink 4">
                <a:extLst>
                  <a:ext uri="{FF2B5EF4-FFF2-40B4-BE49-F238E27FC236}">
                    <a16:creationId xmlns:a16="http://schemas.microsoft.com/office/drawing/2014/main" id="{AE76ED36-0AFD-22BC-8695-790D90FDE72F}"/>
                  </a:ext>
                </a:extLst>
              </p:cNvPr>
              <p:cNvPicPr/>
              <p:nvPr/>
            </p:nvPicPr>
            <p:blipFill>
              <a:blip r:embed="rId17"/>
              <a:stretch>
                <a:fillRect/>
              </a:stretch>
            </p:blipFill>
            <p:spPr>
              <a:xfrm>
                <a:off x="2321339" y="1020070"/>
                <a:ext cx="10660" cy="224571"/>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Ink 6">
                <a:extLst>
                  <a:ext uri="{FF2B5EF4-FFF2-40B4-BE49-F238E27FC236}">
                    <a16:creationId xmlns:a16="http://schemas.microsoft.com/office/drawing/2014/main" id="{F795DB1C-09DD-D533-CB9C-51DDE0865AF0}"/>
                  </a:ext>
                </a:extLst>
              </p14:cNvPr>
              <p14:cNvContentPartPr/>
              <p14:nvPr/>
            </p14:nvContentPartPr>
            <p14:xfrm>
              <a:off x="2706419" y="934315"/>
              <a:ext cx="219014" cy="153001"/>
            </p14:xfrm>
          </p:contentPart>
        </mc:Choice>
        <mc:Fallback xmlns="">
          <p:pic>
            <p:nvPicPr>
              <p:cNvPr id="7" name="Ink 6">
                <a:extLst>
                  <a:ext uri="{FF2B5EF4-FFF2-40B4-BE49-F238E27FC236}">
                    <a16:creationId xmlns:a16="http://schemas.microsoft.com/office/drawing/2014/main" id="{F795DB1C-09DD-D533-CB9C-51DDE0865AF0}"/>
                  </a:ext>
                </a:extLst>
              </p:cNvPr>
              <p:cNvPicPr/>
              <p:nvPr/>
            </p:nvPicPr>
            <p:blipFill>
              <a:blip r:embed="rId19"/>
              <a:stretch>
                <a:fillRect/>
              </a:stretch>
            </p:blipFill>
            <p:spPr>
              <a:xfrm>
                <a:off x="2702096" y="929995"/>
                <a:ext cx="227659" cy="161641"/>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 name="Ink 7">
                <a:extLst>
                  <a:ext uri="{FF2B5EF4-FFF2-40B4-BE49-F238E27FC236}">
                    <a16:creationId xmlns:a16="http://schemas.microsoft.com/office/drawing/2014/main" id="{53ECDB40-1A72-356F-C6EE-73104F0A67D8}"/>
                  </a:ext>
                </a:extLst>
              </p14:cNvPr>
              <p14:cNvContentPartPr/>
              <p14:nvPr/>
            </p14:nvContentPartPr>
            <p14:xfrm>
              <a:off x="3319797" y="935691"/>
              <a:ext cx="112086" cy="199416"/>
            </p14:xfrm>
          </p:contentPart>
        </mc:Choice>
        <mc:Fallback xmlns="">
          <p:pic>
            <p:nvPicPr>
              <p:cNvPr id="8" name="Ink 7">
                <a:extLst>
                  <a:ext uri="{FF2B5EF4-FFF2-40B4-BE49-F238E27FC236}">
                    <a16:creationId xmlns:a16="http://schemas.microsoft.com/office/drawing/2014/main" id="{53ECDB40-1A72-356F-C6EE-73104F0A67D8}"/>
                  </a:ext>
                </a:extLst>
              </p:cNvPr>
              <p:cNvPicPr/>
              <p:nvPr/>
            </p:nvPicPr>
            <p:blipFill>
              <a:blip r:embed="rId21"/>
              <a:stretch>
                <a:fillRect/>
              </a:stretch>
            </p:blipFill>
            <p:spPr>
              <a:xfrm>
                <a:off x="3315458" y="931379"/>
                <a:ext cx="120764" cy="208039"/>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Ink 8">
                <a:extLst>
                  <a:ext uri="{FF2B5EF4-FFF2-40B4-BE49-F238E27FC236}">
                    <a16:creationId xmlns:a16="http://schemas.microsoft.com/office/drawing/2014/main" id="{D5E3A522-A00E-BF0D-F9BA-3049042EFE03}"/>
                  </a:ext>
                </a:extLst>
              </p14:cNvPr>
              <p14:cNvContentPartPr/>
              <p14:nvPr/>
            </p14:nvContentPartPr>
            <p14:xfrm>
              <a:off x="3923891" y="917124"/>
              <a:ext cx="159533" cy="269212"/>
            </p14:xfrm>
          </p:contentPart>
        </mc:Choice>
        <mc:Fallback xmlns="">
          <p:pic>
            <p:nvPicPr>
              <p:cNvPr id="9" name="Ink 8">
                <a:extLst>
                  <a:ext uri="{FF2B5EF4-FFF2-40B4-BE49-F238E27FC236}">
                    <a16:creationId xmlns:a16="http://schemas.microsoft.com/office/drawing/2014/main" id="{D5E3A522-A00E-BF0D-F9BA-3049042EFE03}"/>
                  </a:ext>
                </a:extLst>
              </p:cNvPr>
              <p:cNvPicPr/>
              <p:nvPr/>
            </p:nvPicPr>
            <p:blipFill>
              <a:blip r:embed="rId23"/>
              <a:stretch>
                <a:fillRect/>
              </a:stretch>
            </p:blipFill>
            <p:spPr>
              <a:xfrm>
                <a:off x="3919570" y="912805"/>
                <a:ext cx="168176" cy="27785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 name="Ink 9">
                <a:extLst>
                  <a:ext uri="{FF2B5EF4-FFF2-40B4-BE49-F238E27FC236}">
                    <a16:creationId xmlns:a16="http://schemas.microsoft.com/office/drawing/2014/main" id="{84CB766B-91EF-78A0-68AD-1484EB9F700F}"/>
                  </a:ext>
                </a:extLst>
              </p14:cNvPr>
              <p14:cNvContentPartPr/>
              <p14:nvPr/>
            </p14:nvContentPartPr>
            <p14:xfrm>
              <a:off x="3991280" y="918156"/>
              <a:ext cx="240331" cy="16847"/>
            </p14:xfrm>
          </p:contentPart>
        </mc:Choice>
        <mc:Fallback xmlns="">
          <p:pic>
            <p:nvPicPr>
              <p:cNvPr id="10" name="Ink 9">
                <a:extLst>
                  <a:ext uri="{FF2B5EF4-FFF2-40B4-BE49-F238E27FC236}">
                    <a16:creationId xmlns:a16="http://schemas.microsoft.com/office/drawing/2014/main" id="{84CB766B-91EF-78A0-68AD-1484EB9F700F}"/>
                  </a:ext>
                </a:extLst>
              </p:cNvPr>
              <p:cNvPicPr/>
              <p:nvPr/>
            </p:nvPicPr>
            <p:blipFill>
              <a:blip r:embed="rId25"/>
              <a:stretch>
                <a:fillRect/>
              </a:stretch>
            </p:blipFill>
            <p:spPr>
              <a:xfrm>
                <a:off x="3986963" y="913855"/>
                <a:ext cx="248966" cy="2545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CF9E0D88-57AA-06C1-132F-B1C6D7C93958}"/>
                  </a:ext>
                </a:extLst>
              </p14:cNvPr>
              <p14:cNvContentPartPr/>
              <p14:nvPr/>
            </p14:nvContentPartPr>
            <p14:xfrm>
              <a:off x="1966859" y="698798"/>
              <a:ext cx="4927994" cy="777724"/>
            </p14:xfrm>
          </p:contentPart>
        </mc:Choice>
        <mc:Fallback xmlns="">
          <p:pic>
            <p:nvPicPr>
              <p:cNvPr id="18" name="Ink 17">
                <a:extLst>
                  <a:ext uri="{FF2B5EF4-FFF2-40B4-BE49-F238E27FC236}">
                    <a16:creationId xmlns:a16="http://schemas.microsoft.com/office/drawing/2014/main" id="{CF9E0D88-57AA-06C1-132F-B1C6D7C93958}"/>
                  </a:ext>
                </a:extLst>
              </p:cNvPr>
              <p:cNvPicPr/>
              <p:nvPr/>
            </p:nvPicPr>
            <p:blipFill>
              <a:blip r:embed="rId27"/>
              <a:stretch>
                <a:fillRect/>
              </a:stretch>
            </p:blipFill>
            <p:spPr>
              <a:xfrm>
                <a:off x="1962539" y="694477"/>
                <a:ext cx="4936634" cy="78636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50A970B6-0780-C187-666A-B3EA978A1280}"/>
                  </a:ext>
                </a:extLst>
              </p14:cNvPr>
              <p14:cNvContentPartPr/>
              <p14:nvPr/>
            </p14:nvContentPartPr>
            <p14:xfrm>
              <a:off x="2500470" y="842515"/>
              <a:ext cx="96958" cy="548051"/>
            </p14:xfrm>
          </p:contentPart>
        </mc:Choice>
        <mc:Fallback xmlns="">
          <p:pic>
            <p:nvPicPr>
              <p:cNvPr id="19" name="Ink 18">
                <a:extLst>
                  <a:ext uri="{FF2B5EF4-FFF2-40B4-BE49-F238E27FC236}">
                    <a16:creationId xmlns:a16="http://schemas.microsoft.com/office/drawing/2014/main" id="{50A970B6-0780-C187-666A-B3EA978A1280}"/>
                  </a:ext>
                </a:extLst>
              </p:cNvPr>
              <p:cNvPicPr/>
              <p:nvPr/>
            </p:nvPicPr>
            <p:blipFill>
              <a:blip r:embed="rId29"/>
              <a:stretch>
                <a:fillRect/>
              </a:stretch>
            </p:blipFill>
            <p:spPr>
              <a:xfrm>
                <a:off x="2496145" y="838194"/>
                <a:ext cx="105609" cy="556693"/>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45265F1E-9054-34A9-DEE7-50C22112B6A1}"/>
                  </a:ext>
                </a:extLst>
              </p14:cNvPr>
              <p14:cNvContentPartPr/>
              <p14:nvPr/>
            </p14:nvContentPartPr>
            <p14:xfrm>
              <a:off x="3030987" y="842515"/>
              <a:ext cx="50542" cy="572463"/>
            </p14:xfrm>
          </p:contentPart>
        </mc:Choice>
        <mc:Fallback xmlns="">
          <p:pic>
            <p:nvPicPr>
              <p:cNvPr id="20" name="Ink 19">
                <a:extLst>
                  <a:ext uri="{FF2B5EF4-FFF2-40B4-BE49-F238E27FC236}">
                    <a16:creationId xmlns:a16="http://schemas.microsoft.com/office/drawing/2014/main" id="{45265F1E-9054-34A9-DEE7-50C22112B6A1}"/>
                  </a:ext>
                </a:extLst>
              </p:cNvPr>
              <p:cNvPicPr/>
              <p:nvPr/>
            </p:nvPicPr>
            <p:blipFill>
              <a:blip r:embed="rId31"/>
              <a:stretch>
                <a:fillRect/>
              </a:stretch>
            </p:blipFill>
            <p:spPr>
              <a:xfrm>
                <a:off x="3026655" y="838192"/>
                <a:ext cx="59206" cy="58110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8637E4B-2DC5-D390-061C-0FA6D3C5EC9B}"/>
                  </a:ext>
                </a:extLst>
              </p14:cNvPr>
              <p14:cNvContentPartPr/>
              <p14:nvPr/>
            </p14:nvContentPartPr>
            <p14:xfrm>
              <a:off x="3606200" y="782346"/>
              <a:ext cx="44353" cy="668389"/>
            </p14:xfrm>
          </p:contentPart>
        </mc:Choice>
        <mc:Fallback xmlns="">
          <p:pic>
            <p:nvPicPr>
              <p:cNvPr id="21" name="Ink 20">
                <a:extLst>
                  <a:ext uri="{FF2B5EF4-FFF2-40B4-BE49-F238E27FC236}">
                    <a16:creationId xmlns:a16="http://schemas.microsoft.com/office/drawing/2014/main" id="{E8637E4B-2DC5-D390-061C-0FA6D3C5EC9B}"/>
                  </a:ext>
                </a:extLst>
              </p:cNvPr>
              <p:cNvPicPr/>
              <p:nvPr/>
            </p:nvPicPr>
            <p:blipFill>
              <a:blip r:embed="rId33"/>
              <a:stretch>
                <a:fillRect/>
              </a:stretch>
            </p:blipFill>
            <p:spPr>
              <a:xfrm>
                <a:off x="3601873" y="778025"/>
                <a:ext cx="53007" cy="677032"/>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0D422F9E-1796-48B2-E023-98B3FC41C6D5}"/>
                  </a:ext>
                </a:extLst>
              </p14:cNvPr>
              <p14:cNvContentPartPr/>
              <p14:nvPr/>
            </p14:nvContentPartPr>
            <p14:xfrm>
              <a:off x="4332351" y="787503"/>
              <a:ext cx="42634" cy="716524"/>
            </p14:xfrm>
          </p:contentPart>
        </mc:Choice>
        <mc:Fallback xmlns="">
          <p:pic>
            <p:nvPicPr>
              <p:cNvPr id="22" name="Ink 21">
                <a:extLst>
                  <a:ext uri="{FF2B5EF4-FFF2-40B4-BE49-F238E27FC236}">
                    <a16:creationId xmlns:a16="http://schemas.microsoft.com/office/drawing/2014/main" id="{0D422F9E-1796-48B2-E023-98B3FC41C6D5}"/>
                  </a:ext>
                </a:extLst>
              </p:cNvPr>
              <p:cNvPicPr/>
              <p:nvPr/>
            </p:nvPicPr>
            <p:blipFill>
              <a:blip r:embed="rId35"/>
              <a:stretch>
                <a:fillRect/>
              </a:stretch>
            </p:blipFill>
            <p:spPr>
              <a:xfrm>
                <a:off x="4328052" y="783180"/>
                <a:ext cx="51232" cy="72517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 name="Ink 11">
                <a:extLst>
                  <a:ext uri="{FF2B5EF4-FFF2-40B4-BE49-F238E27FC236}">
                    <a16:creationId xmlns:a16="http://schemas.microsoft.com/office/drawing/2014/main" id="{45516755-F1C3-78CC-F3AC-415F99ED0A93}"/>
                  </a:ext>
                </a:extLst>
              </p14:cNvPr>
              <p14:cNvContentPartPr/>
              <p14:nvPr/>
            </p14:nvContentPartPr>
            <p14:xfrm>
              <a:off x="4720182" y="938785"/>
              <a:ext cx="126870" cy="166066"/>
            </p14:xfrm>
          </p:contentPart>
        </mc:Choice>
        <mc:Fallback xmlns="">
          <p:pic>
            <p:nvPicPr>
              <p:cNvPr id="12" name="Ink 11">
                <a:extLst>
                  <a:ext uri="{FF2B5EF4-FFF2-40B4-BE49-F238E27FC236}">
                    <a16:creationId xmlns:a16="http://schemas.microsoft.com/office/drawing/2014/main" id="{45516755-F1C3-78CC-F3AC-415F99ED0A93}"/>
                  </a:ext>
                </a:extLst>
              </p:cNvPr>
              <p:cNvPicPr/>
              <p:nvPr/>
            </p:nvPicPr>
            <p:blipFill>
              <a:blip r:embed="rId37"/>
              <a:stretch>
                <a:fillRect/>
              </a:stretch>
            </p:blipFill>
            <p:spPr>
              <a:xfrm>
                <a:off x="4715857" y="934462"/>
                <a:ext cx="135520" cy="174712"/>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 name="Ink 12">
                <a:extLst>
                  <a:ext uri="{FF2B5EF4-FFF2-40B4-BE49-F238E27FC236}">
                    <a16:creationId xmlns:a16="http://schemas.microsoft.com/office/drawing/2014/main" id="{8CC3C003-8129-C0CB-D288-3E2BC59DE4DB}"/>
                  </a:ext>
                </a:extLst>
              </p14:cNvPr>
              <p14:cNvContentPartPr/>
              <p14:nvPr/>
            </p14:nvContentPartPr>
            <p14:xfrm>
              <a:off x="5261701" y="943942"/>
              <a:ext cx="49510" cy="264743"/>
            </p14:xfrm>
          </p:contentPart>
        </mc:Choice>
        <mc:Fallback xmlns="">
          <p:pic>
            <p:nvPicPr>
              <p:cNvPr id="13" name="Ink 12">
                <a:extLst>
                  <a:ext uri="{FF2B5EF4-FFF2-40B4-BE49-F238E27FC236}">
                    <a16:creationId xmlns:a16="http://schemas.microsoft.com/office/drawing/2014/main" id="{8CC3C003-8129-C0CB-D288-3E2BC59DE4DB}"/>
                  </a:ext>
                </a:extLst>
              </p:cNvPr>
              <p:cNvPicPr/>
              <p:nvPr/>
            </p:nvPicPr>
            <p:blipFill>
              <a:blip r:embed="rId39"/>
              <a:stretch>
                <a:fillRect/>
              </a:stretch>
            </p:blipFill>
            <p:spPr>
              <a:xfrm>
                <a:off x="5257364" y="939620"/>
                <a:ext cx="58183" cy="273388"/>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 name="Ink 13">
                <a:extLst>
                  <a:ext uri="{FF2B5EF4-FFF2-40B4-BE49-F238E27FC236}">
                    <a16:creationId xmlns:a16="http://schemas.microsoft.com/office/drawing/2014/main" id="{BB56CCA6-2CC9-EF99-CDF7-74B81442FABC}"/>
                  </a:ext>
                </a:extLst>
              </p14:cNvPr>
              <p14:cNvContentPartPr/>
              <p14:nvPr/>
            </p14:nvContentPartPr>
            <p14:xfrm>
              <a:off x="5852042" y="898902"/>
              <a:ext cx="60513" cy="314941"/>
            </p14:xfrm>
          </p:contentPart>
        </mc:Choice>
        <mc:Fallback xmlns="">
          <p:pic>
            <p:nvPicPr>
              <p:cNvPr id="14" name="Ink 13">
                <a:extLst>
                  <a:ext uri="{FF2B5EF4-FFF2-40B4-BE49-F238E27FC236}">
                    <a16:creationId xmlns:a16="http://schemas.microsoft.com/office/drawing/2014/main" id="{BB56CCA6-2CC9-EF99-CDF7-74B81442FABC}"/>
                  </a:ext>
                </a:extLst>
              </p:cNvPr>
              <p:cNvPicPr/>
              <p:nvPr/>
            </p:nvPicPr>
            <p:blipFill>
              <a:blip r:embed="rId41"/>
              <a:stretch>
                <a:fillRect/>
              </a:stretch>
            </p:blipFill>
            <p:spPr>
              <a:xfrm>
                <a:off x="5847720" y="894583"/>
                <a:ext cx="69158" cy="323579"/>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5" name="Ink 14">
                <a:extLst>
                  <a:ext uri="{FF2B5EF4-FFF2-40B4-BE49-F238E27FC236}">
                    <a16:creationId xmlns:a16="http://schemas.microsoft.com/office/drawing/2014/main" id="{65EE5642-1375-20EF-7719-60B8C0F5373F}"/>
                  </a:ext>
                </a:extLst>
              </p14:cNvPr>
              <p14:cNvContentPartPr/>
              <p14:nvPr/>
            </p14:nvContentPartPr>
            <p14:xfrm>
              <a:off x="5816285" y="1077689"/>
              <a:ext cx="152657" cy="2407"/>
            </p14:xfrm>
          </p:contentPart>
        </mc:Choice>
        <mc:Fallback xmlns="">
          <p:pic>
            <p:nvPicPr>
              <p:cNvPr id="15" name="Ink 14">
                <a:extLst>
                  <a:ext uri="{FF2B5EF4-FFF2-40B4-BE49-F238E27FC236}">
                    <a16:creationId xmlns:a16="http://schemas.microsoft.com/office/drawing/2014/main" id="{65EE5642-1375-20EF-7719-60B8C0F5373F}"/>
                  </a:ext>
                </a:extLst>
              </p:cNvPr>
              <p:cNvPicPr/>
              <p:nvPr/>
            </p:nvPicPr>
            <p:blipFill>
              <a:blip r:embed="rId43"/>
              <a:stretch>
                <a:fillRect/>
              </a:stretch>
            </p:blipFill>
            <p:spPr>
              <a:xfrm>
                <a:off x="5811954" y="1073563"/>
                <a:ext cx="161318" cy="106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Ink 22">
                <a:extLst>
                  <a:ext uri="{FF2B5EF4-FFF2-40B4-BE49-F238E27FC236}">
                    <a16:creationId xmlns:a16="http://schemas.microsoft.com/office/drawing/2014/main" id="{452E46DD-FF6B-0BCB-3292-3CB24706D7F9}"/>
                  </a:ext>
                </a:extLst>
              </p14:cNvPr>
              <p14:cNvContentPartPr/>
              <p14:nvPr/>
            </p14:nvContentPartPr>
            <p14:xfrm>
              <a:off x="4924756" y="729398"/>
              <a:ext cx="134090" cy="746436"/>
            </p14:xfrm>
          </p:contentPart>
        </mc:Choice>
        <mc:Fallback xmlns="">
          <p:pic>
            <p:nvPicPr>
              <p:cNvPr id="23" name="Ink 22">
                <a:extLst>
                  <a:ext uri="{FF2B5EF4-FFF2-40B4-BE49-F238E27FC236}">
                    <a16:creationId xmlns:a16="http://schemas.microsoft.com/office/drawing/2014/main" id="{452E46DD-FF6B-0BCB-3292-3CB24706D7F9}"/>
                  </a:ext>
                </a:extLst>
              </p:cNvPr>
              <p:cNvPicPr/>
              <p:nvPr/>
            </p:nvPicPr>
            <p:blipFill>
              <a:blip r:embed="rId45"/>
              <a:stretch>
                <a:fillRect/>
              </a:stretch>
            </p:blipFill>
            <p:spPr>
              <a:xfrm>
                <a:off x="4920442" y="725079"/>
                <a:ext cx="142718" cy="755074"/>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Ink 23">
                <a:extLst>
                  <a:ext uri="{FF2B5EF4-FFF2-40B4-BE49-F238E27FC236}">
                    <a16:creationId xmlns:a16="http://schemas.microsoft.com/office/drawing/2014/main" id="{AC90AF06-C921-E109-6F14-414A379BA8C0}"/>
                  </a:ext>
                </a:extLst>
              </p14:cNvPr>
              <p14:cNvContentPartPr/>
              <p14:nvPr/>
            </p14:nvContentPartPr>
            <p14:xfrm>
              <a:off x="5508909" y="693640"/>
              <a:ext cx="77360" cy="736809"/>
            </p14:xfrm>
          </p:contentPart>
        </mc:Choice>
        <mc:Fallback xmlns="">
          <p:pic>
            <p:nvPicPr>
              <p:cNvPr id="24" name="Ink 23">
                <a:extLst>
                  <a:ext uri="{FF2B5EF4-FFF2-40B4-BE49-F238E27FC236}">
                    <a16:creationId xmlns:a16="http://schemas.microsoft.com/office/drawing/2014/main" id="{AC90AF06-C921-E109-6F14-414A379BA8C0}"/>
                  </a:ext>
                </a:extLst>
              </p:cNvPr>
              <p:cNvPicPr/>
              <p:nvPr/>
            </p:nvPicPr>
            <p:blipFill>
              <a:blip r:embed="rId47"/>
              <a:stretch>
                <a:fillRect/>
              </a:stretch>
            </p:blipFill>
            <p:spPr>
              <a:xfrm>
                <a:off x="5504571" y="689321"/>
                <a:ext cx="86036" cy="745448"/>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8578C1B3-9F47-F419-AD45-07FBCC7D9F1D}"/>
                  </a:ext>
                </a:extLst>
              </p14:cNvPr>
              <p14:cNvContentPartPr/>
              <p14:nvPr/>
            </p14:nvContentPartPr>
            <p14:xfrm>
              <a:off x="6128819" y="701892"/>
              <a:ext cx="82173" cy="751938"/>
            </p14:xfrm>
          </p:contentPart>
        </mc:Choice>
        <mc:Fallback xmlns="">
          <p:pic>
            <p:nvPicPr>
              <p:cNvPr id="26" name="Ink 25">
                <a:extLst>
                  <a:ext uri="{FF2B5EF4-FFF2-40B4-BE49-F238E27FC236}">
                    <a16:creationId xmlns:a16="http://schemas.microsoft.com/office/drawing/2014/main" id="{8578C1B3-9F47-F419-AD45-07FBCC7D9F1D}"/>
                  </a:ext>
                </a:extLst>
              </p:cNvPr>
              <p:cNvPicPr/>
              <p:nvPr/>
            </p:nvPicPr>
            <p:blipFill>
              <a:blip r:embed="rId49"/>
              <a:stretch>
                <a:fillRect/>
              </a:stretch>
            </p:blipFill>
            <p:spPr>
              <a:xfrm>
                <a:off x="6124475" y="697573"/>
                <a:ext cx="90861" cy="760577"/>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D328DE2A-02DC-9F9A-1E68-AEEF8B15AE06}"/>
                  </a:ext>
                </a:extLst>
              </p14:cNvPr>
              <p14:cNvContentPartPr/>
              <p14:nvPr/>
            </p14:nvContentPartPr>
            <p14:xfrm>
              <a:off x="2123298" y="1425980"/>
              <a:ext cx="59481" cy="108304"/>
            </p14:xfrm>
          </p:contentPart>
        </mc:Choice>
        <mc:Fallback xmlns="">
          <p:pic>
            <p:nvPicPr>
              <p:cNvPr id="30" name="Ink 29">
                <a:extLst>
                  <a:ext uri="{FF2B5EF4-FFF2-40B4-BE49-F238E27FC236}">
                    <a16:creationId xmlns:a16="http://schemas.microsoft.com/office/drawing/2014/main" id="{D328DE2A-02DC-9F9A-1E68-AEEF8B15AE06}"/>
                  </a:ext>
                </a:extLst>
              </p:cNvPr>
              <p:cNvPicPr/>
              <p:nvPr/>
            </p:nvPicPr>
            <p:blipFill>
              <a:blip r:embed="rId51"/>
              <a:stretch>
                <a:fillRect/>
              </a:stretch>
            </p:blipFill>
            <p:spPr>
              <a:xfrm>
                <a:off x="2118998" y="1421662"/>
                <a:ext cx="68081" cy="1169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2085FC2F-60F4-E70F-FBA5-39D1FAE4F08E}"/>
                  </a:ext>
                </a:extLst>
              </p14:cNvPr>
              <p14:cNvContentPartPr/>
              <p14:nvPr/>
            </p14:nvContentPartPr>
            <p14:xfrm>
              <a:off x="785832" y="1076657"/>
              <a:ext cx="154032" cy="107272"/>
            </p14:xfrm>
          </p:contentPart>
        </mc:Choice>
        <mc:Fallback xmlns="">
          <p:pic>
            <p:nvPicPr>
              <p:cNvPr id="32" name="Ink 31">
                <a:extLst>
                  <a:ext uri="{FF2B5EF4-FFF2-40B4-BE49-F238E27FC236}">
                    <a16:creationId xmlns:a16="http://schemas.microsoft.com/office/drawing/2014/main" id="{2085FC2F-60F4-E70F-FBA5-39D1FAE4F08E}"/>
                  </a:ext>
                </a:extLst>
              </p:cNvPr>
              <p:cNvPicPr/>
              <p:nvPr/>
            </p:nvPicPr>
            <p:blipFill>
              <a:blip r:embed="rId53"/>
              <a:stretch>
                <a:fillRect/>
              </a:stretch>
            </p:blipFill>
            <p:spPr>
              <a:xfrm>
                <a:off x="781513" y="1072337"/>
                <a:ext cx="162669" cy="115911"/>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C74C09C4-3245-0548-40C4-EF41CF78D669}"/>
                  </a:ext>
                </a:extLst>
              </p14:cNvPr>
              <p14:cNvContentPartPr/>
              <p14:nvPr/>
            </p14:nvContentPartPr>
            <p14:xfrm>
              <a:off x="756607" y="1335899"/>
              <a:ext cx="16160" cy="239300"/>
            </p14:xfrm>
          </p:contentPart>
        </mc:Choice>
        <mc:Fallback xmlns="">
          <p:pic>
            <p:nvPicPr>
              <p:cNvPr id="33" name="Ink 32">
                <a:extLst>
                  <a:ext uri="{FF2B5EF4-FFF2-40B4-BE49-F238E27FC236}">
                    <a16:creationId xmlns:a16="http://schemas.microsoft.com/office/drawing/2014/main" id="{C74C09C4-3245-0548-40C4-EF41CF78D669}"/>
                  </a:ext>
                </a:extLst>
              </p:cNvPr>
              <p:cNvPicPr/>
              <p:nvPr/>
            </p:nvPicPr>
            <p:blipFill>
              <a:blip r:embed="rId55"/>
              <a:stretch>
                <a:fillRect/>
              </a:stretch>
            </p:blipFill>
            <p:spPr>
              <a:xfrm>
                <a:off x="752298" y="1331581"/>
                <a:ext cx="24779" cy="247936"/>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95D00924-2B34-DA17-7FE8-E6572D1ED0C0}"/>
                  </a:ext>
                </a:extLst>
              </p14:cNvPr>
              <p14:cNvContentPartPr/>
              <p14:nvPr/>
            </p14:nvContentPartPr>
            <p14:xfrm>
              <a:off x="755576" y="1282950"/>
              <a:ext cx="486507" cy="327318"/>
            </p14:xfrm>
          </p:contentPart>
        </mc:Choice>
        <mc:Fallback xmlns="">
          <p:pic>
            <p:nvPicPr>
              <p:cNvPr id="34" name="Ink 33">
                <a:extLst>
                  <a:ext uri="{FF2B5EF4-FFF2-40B4-BE49-F238E27FC236}">
                    <a16:creationId xmlns:a16="http://schemas.microsoft.com/office/drawing/2014/main" id="{95D00924-2B34-DA17-7FE8-E6572D1ED0C0}"/>
                  </a:ext>
                </a:extLst>
              </p:cNvPr>
              <p:cNvPicPr/>
              <p:nvPr/>
            </p:nvPicPr>
            <p:blipFill>
              <a:blip r:embed="rId57"/>
              <a:stretch>
                <a:fillRect/>
              </a:stretch>
            </p:blipFill>
            <p:spPr>
              <a:xfrm>
                <a:off x="751255" y="1278629"/>
                <a:ext cx="495150" cy="335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C1A01599-643C-EAD1-5642-F8A7CB152216}"/>
                  </a:ext>
                </a:extLst>
              </p14:cNvPr>
              <p14:cNvContentPartPr/>
              <p14:nvPr/>
            </p14:nvContentPartPr>
            <p14:xfrm>
              <a:off x="1135499" y="1051902"/>
              <a:ext cx="685580" cy="387487"/>
            </p14:xfrm>
          </p:contentPart>
        </mc:Choice>
        <mc:Fallback xmlns="">
          <p:pic>
            <p:nvPicPr>
              <p:cNvPr id="36" name="Ink 35">
                <a:extLst>
                  <a:ext uri="{FF2B5EF4-FFF2-40B4-BE49-F238E27FC236}">
                    <a16:creationId xmlns:a16="http://schemas.microsoft.com/office/drawing/2014/main" id="{C1A01599-643C-EAD1-5642-F8A7CB152216}"/>
                  </a:ext>
                </a:extLst>
              </p:cNvPr>
              <p:cNvPicPr/>
              <p:nvPr/>
            </p:nvPicPr>
            <p:blipFill>
              <a:blip r:embed="rId59"/>
              <a:stretch>
                <a:fillRect/>
              </a:stretch>
            </p:blipFill>
            <p:spPr>
              <a:xfrm>
                <a:off x="1131176" y="1047581"/>
                <a:ext cx="694226" cy="39613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07E233C9-EB5F-9E9E-4132-EFB7086D3884}"/>
                  </a:ext>
                </a:extLst>
              </p14:cNvPr>
              <p14:cNvContentPartPr/>
              <p14:nvPr/>
            </p14:nvContentPartPr>
            <p14:xfrm>
              <a:off x="1759535" y="1005142"/>
              <a:ext cx="103834" cy="177068"/>
            </p14:xfrm>
          </p:contentPart>
        </mc:Choice>
        <mc:Fallback xmlns="">
          <p:pic>
            <p:nvPicPr>
              <p:cNvPr id="37" name="Ink 36">
                <a:extLst>
                  <a:ext uri="{FF2B5EF4-FFF2-40B4-BE49-F238E27FC236}">
                    <a16:creationId xmlns:a16="http://schemas.microsoft.com/office/drawing/2014/main" id="{07E233C9-EB5F-9E9E-4132-EFB7086D3884}"/>
                  </a:ext>
                </a:extLst>
              </p:cNvPr>
              <p:cNvPicPr/>
              <p:nvPr/>
            </p:nvPicPr>
            <p:blipFill>
              <a:blip r:embed="rId61"/>
              <a:stretch>
                <a:fillRect/>
              </a:stretch>
            </p:blipFill>
            <p:spPr>
              <a:xfrm>
                <a:off x="1755209" y="1000823"/>
                <a:ext cx="112487" cy="185705"/>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5" name="Ink 74">
                <a:extLst>
                  <a:ext uri="{FF2B5EF4-FFF2-40B4-BE49-F238E27FC236}">
                    <a16:creationId xmlns:a16="http://schemas.microsoft.com/office/drawing/2014/main" id="{CD47ECAB-5EDE-3B39-9F8A-25A8C40C0226}"/>
                  </a:ext>
                </a:extLst>
              </p14:cNvPr>
              <p14:cNvContentPartPr/>
              <p14:nvPr/>
            </p14:nvContentPartPr>
            <p14:xfrm>
              <a:off x="6254976" y="1626084"/>
              <a:ext cx="94551" cy="97301"/>
            </p14:xfrm>
          </p:contentPart>
        </mc:Choice>
        <mc:Fallback xmlns="">
          <p:pic>
            <p:nvPicPr>
              <p:cNvPr id="75" name="Ink 74">
                <a:extLst>
                  <a:ext uri="{FF2B5EF4-FFF2-40B4-BE49-F238E27FC236}">
                    <a16:creationId xmlns:a16="http://schemas.microsoft.com/office/drawing/2014/main" id="{CD47ECAB-5EDE-3B39-9F8A-25A8C40C0226}"/>
                  </a:ext>
                </a:extLst>
              </p:cNvPr>
              <p:cNvPicPr/>
              <p:nvPr/>
            </p:nvPicPr>
            <p:blipFill>
              <a:blip r:embed="rId63"/>
              <a:stretch>
                <a:fillRect/>
              </a:stretch>
            </p:blipFill>
            <p:spPr>
              <a:xfrm>
                <a:off x="6250662" y="1621760"/>
                <a:ext cx="103179" cy="10595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6" name="Ink 75">
                <a:extLst>
                  <a:ext uri="{FF2B5EF4-FFF2-40B4-BE49-F238E27FC236}">
                    <a16:creationId xmlns:a16="http://schemas.microsoft.com/office/drawing/2014/main" id="{3C43142E-9104-D905-81EF-DB4612D8F93F}"/>
                  </a:ext>
                </a:extLst>
              </p14:cNvPr>
              <p14:cNvContentPartPr/>
              <p14:nvPr/>
            </p14:nvContentPartPr>
            <p14:xfrm>
              <a:off x="6480522" y="1637774"/>
              <a:ext cx="130308" cy="15128"/>
            </p14:xfrm>
          </p:contentPart>
        </mc:Choice>
        <mc:Fallback xmlns="">
          <p:pic>
            <p:nvPicPr>
              <p:cNvPr id="76" name="Ink 75">
                <a:extLst>
                  <a:ext uri="{FF2B5EF4-FFF2-40B4-BE49-F238E27FC236}">
                    <a16:creationId xmlns:a16="http://schemas.microsoft.com/office/drawing/2014/main" id="{3C43142E-9104-D905-81EF-DB4612D8F93F}"/>
                  </a:ext>
                </a:extLst>
              </p:cNvPr>
              <p:cNvPicPr/>
              <p:nvPr/>
            </p:nvPicPr>
            <p:blipFill>
              <a:blip r:embed="rId65"/>
              <a:stretch>
                <a:fillRect/>
              </a:stretch>
            </p:blipFill>
            <p:spPr>
              <a:xfrm>
                <a:off x="6476190" y="1633452"/>
                <a:ext cx="138971" cy="23773"/>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7" name="Ink 76">
                <a:extLst>
                  <a:ext uri="{FF2B5EF4-FFF2-40B4-BE49-F238E27FC236}">
                    <a16:creationId xmlns:a16="http://schemas.microsoft.com/office/drawing/2014/main" id="{7F663AE6-CE5D-4208-1BE2-86FAE2DE77ED}"/>
                  </a:ext>
                </a:extLst>
              </p14:cNvPr>
              <p14:cNvContentPartPr/>
              <p14:nvPr/>
            </p14:nvContentPartPr>
            <p14:xfrm>
              <a:off x="6747328" y="1612675"/>
              <a:ext cx="24411" cy="153688"/>
            </p14:xfrm>
          </p:contentPart>
        </mc:Choice>
        <mc:Fallback xmlns="">
          <p:pic>
            <p:nvPicPr>
              <p:cNvPr id="77" name="Ink 76">
                <a:extLst>
                  <a:ext uri="{FF2B5EF4-FFF2-40B4-BE49-F238E27FC236}">
                    <a16:creationId xmlns:a16="http://schemas.microsoft.com/office/drawing/2014/main" id="{7F663AE6-CE5D-4208-1BE2-86FAE2DE77ED}"/>
                  </a:ext>
                </a:extLst>
              </p:cNvPr>
              <p:cNvPicPr/>
              <p:nvPr/>
            </p:nvPicPr>
            <p:blipFill>
              <a:blip r:embed="rId67"/>
              <a:stretch>
                <a:fillRect/>
              </a:stretch>
            </p:blipFill>
            <p:spPr>
              <a:xfrm>
                <a:off x="6743020" y="1608346"/>
                <a:ext cx="33027" cy="162346"/>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9" name="Ink 78">
                <a:extLst>
                  <a:ext uri="{FF2B5EF4-FFF2-40B4-BE49-F238E27FC236}">
                    <a16:creationId xmlns:a16="http://schemas.microsoft.com/office/drawing/2014/main" id="{847E7F8E-F8B5-4F44-81E2-A8147CC98D4A}"/>
                  </a:ext>
                </a:extLst>
              </p14:cNvPr>
              <p14:cNvContentPartPr/>
              <p14:nvPr/>
            </p14:nvContentPartPr>
            <p14:xfrm>
              <a:off x="2796475" y="1515374"/>
              <a:ext cx="34038" cy="148875"/>
            </p14:xfrm>
          </p:contentPart>
        </mc:Choice>
        <mc:Fallback xmlns="">
          <p:pic>
            <p:nvPicPr>
              <p:cNvPr id="79" name="Ink 78">
                <a:extLst>
                  <a:ext uri="{FF2B5EF4-FFF2-40B4-BE49-F238E27FC236}">
                    <a16:creationId xmlns:a16="http://schemas.microsoft.com/office/drawing/2014/main" id="{847E7F8E-F8B5-4F44-81E2-A8147CC98D4A}"/>
                  </a:ext>
                </a:extLst>
              </p:cNvPr>
              <p:cNvPicPr/>
              <p:nvPr/>
            </p:nvPicPr>
            <p:blipFill>
              <a:blip r:embed="rId69"/>
              <a:stretch>
                <a:fillRect/>
              </a:stretch>
            </p:blipFill>
            <p:spPr>
              <a:xfrm>
                <a:off x="2792175" y="1511059"/>
                <a:ext cx="42637" cy="157505"/>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0" name="Ink 79">
                <a:extLst>
                  <a:ext uri="{FF2B5EF4-FFF2-40B4-BE49-F238E27FC236}">
                    <a16:creationId xmlns:a16="http://schemas.microsoft.com/office/drawing/2014/main" id="{141308F2-DA62-E90A-910C-150CD37115A7}"/>
                  </a:ext>
                </a:extLst>
              </p14:cNvPr>
              <p14:cNvContentPartPr/>
              <p14:nvPr/>
            </p14:nvContentPartPr>
            <p14:xfrm>
              <a:off x="3293985" y="1543223"/>
              <a:ext cx="103834" cy="106928"/>
            </p14:xfrm>
          </p:contentPart>
        </mc:Choice>
        <mc:Fallback xmlns="">
          <p:pic>
            <p:nvPicPr>
              <p:cNvPr id="80" name="Ink 79">
                <a:extLst>
                  <a:ext uri="{FF2B5EF4-FFF2-40B4-BE49-F238E27FC236}">
                    <a16:creationId xmlns:a16="http://schemas.microsoft.com/office/drawing/2014/main" id="{141308F2-DA62-E90A-910C-150CD37115A7}"/>
                  </a:ext>
                </a:extLst>
              </p:cNvPr>
              <p:cNvPicPr/>
              <p:nvPr/>
            </p:nvPicPr>
            <p:blipFill>
              <a:blip r:embed="rId71"/>
              <a:stretch>
                <a:fillRect/>
              </a:stretch>
            </p:blipFill>
            <p:spPr>
              <a:xfrm>
                <a:off x="3289659" y="1538903"/>
                <a:ext cx="112487" cy="115569"/>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1" name="Ink 80">
                <a:extLst>
                  <a:ext uri="{FF2B5EF4-FFF2-40B4-BE49-F238E27FC236}">
                    <a16:creationId xmlns:a16="http://schemas.microsoft.com/office/drawing/2014/main" id="{3A643AC7-4C94-5B1C-9DB1-0DC00DE707E0}"/>
                  </a:ext>
                </a:extLst>
              </p14:cNvPr>
              <p14:cNvContentPartPr/>
              <p14:nvPr/>
            </p14:nvContentPartPr>
            <p14:xfrm>
              <a:off x="3824157" y="1523969"/>
              <a:ext cx="97301" cy="125839"/>
            </p14:xfrm>
          </p:contentPart>
        </mc:Choice>
        <mc:Fallback xmlns="">
          <p:pic>
            <p:nvPicPr>
              <p:cNvPr id="81" name="Ink 80">
                <a:extLst>
                  <a:ext uri="{FF2B5EF4-FFF2-40B4-BE49-F238E27FC236}">
                    <a16:creationId xmlns:a16="http://schemas.microsoft.com/office/drawing/2014/main" id="{3A643AC7-4C94-5B1C-9DB1-0DC00DE707E0}"/>
                  </a:ext>
                </a:extLst>
              </p:cNvPr>
              <p:cNvPicPr/>
              <p:nvPr/>
            </p:nvPicPr>
            <p:blipFill>
              <a:blip r:embed="rId73"/>
              <a:stretch>
                <a:fillRect/>
              </a:stretch>
            </p:blipFill>
            <p:spPr>
              <a:xfrm>
                <a:off x="3819833" y="1519667"/>
                <a:ext cx="105950" cy="134443"/>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3" name="Ink 82">
                <a:extLst>
                  <a:ext uri="{FF2B5EF4-FFF2-40B4-BE49-F238E27FC236}">
                    <a16:creationId xmlns:a16="http://schemas.microsoft.com/office/drawing/2014/main" id="{4A0607F5-5C75-305F-5255-F93F57A689DE}"/>
                  </a:ext>
                </a:extLst>
              </p14:cNvPr>
              <p14:cNvContentPartPr/>
              <p14:nvPr/>
            </p14:nvContentPartPr>
            <p14:xfrm>
              <a:off x="2160405" y="971448"/>
              <a:ext cx="4470" cy="18566"/>
            </p14:xfrm>
          </p:contentPart>
        </mc:Choice>
        <mc:Fallback xmlns="">
          <p:pic>
            <p:nvPicPr>
              <p:cNvPr id="83" name="Ink 82">
                <a:extLst>
                  <a:ext uri="{FF2B5EF4-FFF2-40B4-BE49-F238E27FC236}">
                    <a16:creationId xmlns:a16="http://schemas.microsoft.com/office/drawing/2014/main" id="{4A0607F5-5C75-305F-5255-F93F57A689DE}"/>
                  </a:ext>
                </a:extLst>
              </p:cNvPr>
              <p:cNvPicPr/>
              <p:nvPr/>
            </p:nvPicPr>
            <p:blipFill>
              <a:blip r:embed="rId75"/>
              <a:stretch>
                <a:fillRect/>
              </a:stretch>
            </p:blipFill>
            <p:spPr>
              <a:xfrm>
                <a:off x="2155935" y="967244"/>
                <a:ext cx="13410" cy="26973"/>
              </a:xfrm>
              <a:prstGeom prst="rect">
                <a:avLst/>
              </a:prstGeom>
            </p:spPr>
          </p:pic>
        </mc:Fallback>
      </mc:AlternateContent>
      <p:grpSp>
        <p:nvGrpSpPr>
          <p:cNvPr id="87" name="Group 86">
            <a:extLst>
              <a:ext uri="{FF2B5EF4-FFF2-40B4-BE49-F238E27FC236}">
                <a16:creationId xmlns:a16="http://schemas.microsoft.com/office/drawing/2014/main" id="{38CA2CD8-60C6-0B12-6CDF-9732C1D12450}"/>
              </a:ext>
            </a:extLst>
          </p:cNvPr>
          <p:cNvGrpSpPr/>
          <p:nvPr/>
        </p:nvGrpSpPr>
        <p:grpSpPr>
          <a:xfrm>
            <a:off x="923335" y="2051735"/>
            <a:ext cx="77016" cy="8595"/>
            <a:chOff x="923335" y="2051735"/>
            <a:chExt cx="77016" cy="8595"/>
          </a:xfrm>
        </p:grpSpPr>
        <mc:AlternateContent xmlns:mc="http://schemas.openxmlformats.org/markup-compatibility/2006" xmlns:p14="http://schemas.microsoft.com/office/powerpoint/2010/main">
          <mc:Choice Requires="p14">
            <p:contentPart p14:bwMode="auto" r:id="rId76">
              <p14:nvContentPartPr>
                <p14:cNvPr id="85" name="Ink 84">
                  <a:extLst>
                    <a:ext uri="{FF2B5EF4-FFF2-40B4-BE49-F238E27FC236}">
                      <a16:creationId xmlns:a16="http://schemas.microsoft.com/office/drawing/2014/main" id="{E9A76C4D-D7AB-B744-C5A6-D609CD7897A7}"/>
                    </a:ext>
                  </a:extLst>
                </p14:cNvPr>
                <p14:cNvContentPartPr/>
                <p14:nvPr/>
              </p14:nvContentPartPr>
              <p14:xfrm>
                <a:off x="923335" y="2051735"/>
                <a:ext cx="16847" cy="5501"/>
              </p14:xfrm>
            </p:contentPart>
          </mc:Choice>
          <mc:Fallback xmlns="">
            <p:pic>
              <p:nvPicPr>
                <p:cNvPr id="85" name="Ink 84">
                  <a:extLst>
                    <a:ext uri="{FF2B5EF4-FFF2-40B4-BE49-F238E27FC236}">
                      <a16:creationId xmlns:a16="http://schemas.microsoft.com/office/drawing/2014/main" id="{E9A76C4D-D7AB-B744-C5A6-D609CD7897A7}"/>
                    </a:ext>
                  </a:extLst>
                </p:cNvPr>
                <p:cNvPicPr/>
                <p:nvPr/>
              </p:nvPicPr>
              <p:blipFill>
                <a:blip r:embed="rId77"/>
                <a:stretch>
                  <a:fillRect/>
                </a:stretch>
              </p:blipFill>
              <p:spPr>
                <a:xfrm>
                  <a:off x="918940" y="2047334"/>
                  <a:ext cx="25637" cy="14303"/>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6" name="Ink 85">
                  <a:extLst>
                    <a:ext uri="{FF2B5EF4-FFF2-40B4-BE49-F238E27FC236}">
                      <a16:creationId xmlns:a16="http://schemas.microsoft.com/office/drawing/2014/main" id="{D70E5415-951B-6E0E-DC32-FFB9F3D4337F}"/>
                    </a:ext>
                  </a:extLst>
                </p14:cNvPr>
                <p14:cNvContentPartPr/>
                <p14:nvPr/>
              </p14:nvContentPartPr>
              <p14:xfrm>
                <a:off x="987630" y="2056892"/>
                <a:ext cx="12721" cy="3438"/>
              </p14:xfrm>
            </p:contentPart>
          </mc:Choice>
          <mc:Fallback xmlns="">
            <p:pic>
              <p:nvPicPr>
                <p:cNvPr id="86" name="Ink 85">
                  <a:extLst>
                    <a:ext uri="{FF2B5EF4-FFF2-40B4-BE49-F238E27FC236}">
                      <a16:creationId xmlns:a16="http://schemas.microsoft.com/office/drawing/2014/main" id="{D70E5415-951B-6E0E-DC32-FFB9F3D4337F}"/>
                    </a:ext>
                  </a:extLst>
                </p:cNvPr>
                <p:cNvPicPr/>
                <p:nvPr/>
              </p:nvPicPr>
              <p:blipFill>
                <a:blip r:embed="rId79"/>
                <a:stretch>
                  <a:fillRect/>
                </a:stretch>
              </p:blipFill>
              <p:spPr>
                <a:xfrm>
                  <a:off x="983269" y="2052766"/>
                  <a:ext cx="21444" cy="11689"/>
                </a:xfrm>
                <a:prstGeom prst="rect">
                  <a:avLst/>
                </a:prstGeom>
              </p:spPr>
            </p:pic>
          </mc:Fallback>
        </mc:AlternateContent>
      </p:grpSp>
      <p:grpSp>
        <p:nvGrpSpPr>
          <p:cNvPr id="134" name="Group 133">
            <a:extLst>
              <a:ext uri="{FF2B5EF4-FFF2-40B4-BE49-F238E27FC236}">
                <a16:creationId xmlns:a16="http://schemas.microsoft.com/office/drawing/2014/main" id="{39BAF2C5-F2A0-F6B2-A3C9-508A49FE2D4B}"/>
              </a:ext>
            </a:extLst>
          </p:cNvPr>
          <p:cNvGrpSpPr/>
          <p:nvPr/>
        </p:nvGrpSpPr>
        <p:grpSpPr>
          <a:xfrm>
            <a:off x="2243954" y="364603"/>
            <a:ext cx="146467" cy="301875"/>
            <a:chOff x="2243954" y="364603"/>
            <a:chExt cx="146467" cy="301875"/>
          </a:xfrm>
        </p:grpSpPr>
        <mc:AlternateContent xmlns:mc="http://schemas.openxmlformats.org/markup-compatibility/2006" xmlns:p14="http://schemas.microsoft.com/office/powerpoint/2010/main">
          <mc:Choice Requires="p14">
            <p:contentPart p14:bwMode="auto" r:id="rId80">
              <p14:nvContentPartPr>
                <p14:cNvPr id="132" name="Ink 131">
                  <a:extLst>
                    <a:ext uri="{FF2B5EF4-FFF2-40B4-BE49-F238E27FC236}">
                      <a16:creationId xmlns:a16="http://schemas.microsoft.com/office/drawing/2014/main" id="{A87A5CAC-B8BC-4329-03AD-7CC29F2A8CBC}"/>
                    </a:ext>
                  </a:extLst>
                </p14:cNvPr>
                <p14:cNvContentPartPr/>
                <p14:nvPr/>
              </p14:nvContentPartPr>
              <p14:xfrm>
                <a:off x="2243954" y="408612"/>
                <a:ext cx="126526" cy="257866"/>
              </p14:xfrm>
            </p:contentPart>
          </mc:Choice>
          <mc:Fallback xmlns="">
            <p:pic>
              <p:nvPicPr>
                <p:cNvPr id="132" name="Ink 131">
                  <a:extLst>
                    <a:ext uri="{FF2B5EF4-FFF2-40B4-BE49-F238E27FC236}">
                      <a16:creationId xmlns:a16="http://schemas.microsoft.com/office/drawing/2014/main" id="{A87A5CAC-B8BC-4329-03AD-7CC29F2A8CBC}"/>
                    </a:ext>
                  </a:extLst>
                </p:cNvPr>
                <p:cNvPicPr/>
                <p:nvPr/>
              </p:nvPicPr>
              <p:blipFill>
                <a:blip r:embed="rId81"/>
                <a:stretch>
                  <a:fillRect/>
                </a:stretch>
              </p:blipFill>
              <p:spPr>
                <a:xfrm>
                  <a:off x="2239641" y="404290"/>
                  <a:ext cx="135153" cy="26651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33" name="Ink 132">
                  <a:extLst>
                    <a:ext uri="{FF2B5EF4-FFF2-40B4-BE49-F238E27FC236}">
                      <a16:creationId xmlns:a16="http://schemas.microsoft.com/office/drawing/2014/main" id="{010A5D16-F274-F55E-558D-26EB12B42A6E}"/>
                    </a:ext>
                  </a:extLst>
                </p14:cNvPr>
                <p14:cNvContentPartPr/>
                <p14:nvPr/>
              </p14:nvContentPartPr>
              <p14:xfrm>
                <a:off x="2367729" y="364603"/>
                <a:ext cx="22692" cy="36101"/>
              </p14:xfrm>
            </p:contentPart>
          </mc:Choice>
          <mc:Fallback xmlns="">
            <p:pic>
              <p:nvPicPr>
                <p:cNvPr id="133" name="Ink 132">
                  <a:extLst>
                    <a:ext uri="{FF2B5EF4-FFF2-40B4-BE49-F238E27FC236}">
                      <a16:creationId xmlns:a16="http://schemas.microsoft.com/office/drawing/2014/main" id="{010A5D16-F274-F55E-558D-26EB12B42A6E}"/>
                    </a:ext>
                  </a:extLst>
                </p:cNvPr>
                <p:cNvPicPr/>
                <p:nvPr/>
              </p:nvPicPr>
              <p:blipFill>
                <a:blip r:embed="rId83"/>
                <a:stretch>
                  <a:fillRect/>
                </a:stretch>
              </p:blipFill>
              <p:spPr>
                <a:xfrm>
                  <a:off x="2363407" y="360271"/>
                  <a:ext cx="31337" cy="44765"/>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135" name="Ink 134">
                <a:extLst>
                  <a:ext uri="{FF2B5EF4-FFF2-40B4-BE49-F238E27FC236}">
                    <a16:creationId xmlns:a16="http://schemas.microsoft.com/office/drawing/2014/main" id="{9B38C091-21F4-259B-176E-365F2FEAB762}"/>
                  </a:ext>
                </a:extLst>
              </p14:cNvPr>
              <p14:cNvContentPartPr/>
              <p14:nvPr/>
            </p14:nvContentPartPr>
            <p14:xfrm>
              <a:off x="2606685" y="405518"/>
              <a:ext cx="290185" cy="288466"/>
            </p14:xfrm>
          </p:contentPart>
        </mc:Choice>
        <mc:Fallback xmlns="">
          <p:pic>
            <p:nvPicPr>
              <p:cNvPr id="135" name="Ink 134">
                <a:extLst>
                  <a:ext uri="{FF2B5EF4-FFF2-40B4-BE49-F238E27FC236}">
                    <a16:creationId xmlns:a16="http://schemas.microsoft.com/office/drawing/2014/main" id="{9B38C091-21F4-259B-176E-365F2FEAB762}"/>
                  </a:ext>
                </a:extLst>
              </p:cNvPr>
              <p:cNvPicPr/>
              <p:nvPr/>
            </p:nvPicPr>
            <p:blipFill>
              <a:blip r:embed="rId85"/>
              <a:stretch>
                <a:fillRect/>
              </a:stretch>
            </p:blipFill>
            <p:spPr>
              <a:xfrm>
                <a:off x="2602365" y="401196"/>
                <a:ext cx="298826" cy="297109"/>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36" name="Ink 135">
                <a:extLst>
                  <a:ext uri="{FF2B5EF4-FFF2-40B4-BE49-F238E27FC236}">
                    <a16:creationId xmlns:a16="http://schemas.microsoft.com/office/drawing/2014/main" id="{F8F28B5F-91FD-BA39-639A-603DD9A96118}"/>
                  </a:ext>
                </a:extLst>
              </p14:cNvPr>
              <p14:cNvContentPartPr/>
              <p14:nvPr/>
            </p14:nvContentPartPr>
            <p14:xfrm>
              <a:off x="3600330" y="575366"/>
              <a:ext cx="38164" cy="9283"/>
            </p14:xfrm>
          </p:contentPart>
        </mc:Choice>
        <mc:Fallback xmlns="">
          <p:pic>
            <p:nvPicPr>
              <p:cNvPr id="136" name="Ink 135">
                <a:extLst>
                  <a:ext uri="{FF2B5EF4-FFF2-40B4-BE49-F238E27FC236}">
                    <a16:creationId xmlns:a16="http://schemas.microsoft.com/office/drawing/2014/main" id="{F8F28B5F-91FD-BA39-639A-603DD9A96118}"/>
                  </a:ext>
                </a:extLst>
              </p:cNvPr>
              <p:cNvPicPr/>
              <p:nvPr/>
            </p:nvPicPr>
            <p:blipFill>
              <a:blip r:embed="rId87"/>
              <a:stretch>
                <a:fillRect/>
              </a:stretch>
            </p:blipFill>
            <p:spPr>
              <a:xfrm>
                <a:off x="3596010" y="571082"/>
                <a:ext cx="46805" cy="17852"/>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37" name="Ink 136">
                <a:extLst>
                  <a:ext uri="{FF2B5EF4-FFF2-40B4-BE49-F238E27FC236}">
                    <a16:creationId xmlns:a16="http://schemas.microsoft.com/office/drawing/2014/main" id="{8AD46A77-4A39-097D-5AEF-7BF5E6D725D8}"/>
                  </a:ext>
                </a:extLst>
              </p14:cNvPr>
              <p14:cNvContentPartPr/>
              <p14:nvPr/>
            </p14:nvContentPartPr>
            <p14:xfrm>
              <a:off x="3894641" y="554736"/>
              <a:ext cx="65670" cy="9627"/>
            </p14:xfrm>
          </p:contentPart>
        </mc:Choice>
        <mc:Fallback xmlns="">
          <p:pic>
            <p:nvPicPr>
              <p:cNvPr id="137" name="Ink 136">
                <a:extLst>
                  <a:ext uri="{FF2B5EF4-FFF2-40B4-BE49-F238E27FC236}">
                    <a16:creationId xmlns:a16="http://schemas.microsoft.com/office/drawing/2014/main" id="{8AD46A77-4A39-097D-5AEF-7BF5E6D725D8}"/>
                  </a:ext>
                </a:extLst>
              </p:cNvPr>
              <p:cNvPicPr/>
              <p:nvPr/>
            </p:nvPicPr>
            <p:blipFill>
              <a:blip r:embed="rId89"/>
              <a:stretch>
                <a:fillRect/>
              </a:stretch>
            </p:blipFill>
            <p:spPr>
              <a:xfrm>
                <a:off x="3890311" y="550457"/>
                <a:ext cx="74330" cy="18184"/>
              </a:xfrm>
              <a:prstGeom prst="rect">
                <a:avLst/>
              </a:prstGeom>
            </p:spPr>
          </p:pic>
        </mc:Fallback>
      </mc:AlternateContent>
      <p:grpSp>
        <p:nvGrpSpPr>
          <p:cNvPr id="140" name="Group 139">
            <a:extLst>
              <a:ext uri="{FF2B5EF4-FFF2-40B4-BE49-F238E27FC236}">
                <a16:creationId xmlns:a16="http://schemas.microsoft.com/office/drawing/2014/main" id="{6FCCE2CA-BC83-7B9F-0BD3-B928EF8E4F53}"/>
              </a:ext>
            </a:extLst>
          </p:cNvPr>
          <p:cNvGrpSpPr/>
          <p:nvPr/>
        </p:nvGrpSpPr>
        <p:grpSpPr>
          <a:xfrm>
            <a:off x="4257029" y="486316"/>
            <a:ext cx="164690" cy="81141"/>
            <a:chOff x="4257029" y="486316"/>
            <a:chExt cx="164690" cy="81141"/>
          </a:xfrm>
        </p:grpSpPr>
        <mc:AlternateContent xmlns:mc="http://schemas.openxmlformats.org/markup-compatibility/2006" xmlns:p14="http://schemas.microsoft.com/office/powerpoint/2010/main">
          <mc:Choice Requires="p14">
            <p:contentPart p14:bwMode="auto" r:id="rId90">
              <p14:nvContentPartPr>
                <p14:cNvPr id="138" name="Ink 137">
                  <a:extLst>
                    <a:ext uri="{FF2B5EF4-FFF2-40B4-BE49-F238E27FC236}">
                      <a16:creationId xmlns:a16="http://schemas.microsoft.com/office/drawing/2014/main" id="{ACB3A6ED-FFAA-FC40-D343-1E09BCDB4710}"/>
                    </a:ext>
                  </a:extLst>
                </p14:cNvPr>
                <p14:cNvContentPartPr/>
                <p14:nvPr/>
              </p14:nvContentPartPr>
              <p14:xfrm>
                <a:off x="4257029" y="550610"/>
                <a:ext cx="18566" cy="16847"/>
              </p14:xfrm>
            </p:contentPart>
          </mc:Choice>
          <mc:Fallback xmlns="">
            <p:pic>
              <p:nvPicPr>
                <p:cNvPr id="138" name="Ink 137">
                  <a:extLst>
                    <a:ext uri="{FF2B5EF4-FFF2-40B4-BE49-F238E27FC236}">
                      <a16:creationId xmlns:a16="http://schemas.microsoft.com/office/drawing/2014/main" id="{ACB3A6ED-FFAA-FC40-D343-1E09BCDB4710}"/>
                    </a:ext>
                  </a:extLst>
                </p:cNvPr>
                <p:cNvPicPr/>
                <p:nvPr/>
              </p:nvPicPr>
              <p:blipFill>
                <a:blip r:embed="rId91"/>
                <a:stretch>
                  <a:fillRect/>
                </a:stretch>
              </p:blipFill>
              <p:spPr>
                <a:xfrm>
                  <a:off x="4252745" y="546309"/>
                  <a:ext cx="27135" cy="2545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9" name="Ink 138">
                  <a:extLst>
                    <a:ext uri="{FF2B5EF4-FFF2-40B4-BE49-F238E27FC236}">
                      <a16:creationId xmlns:a16="http://schemas.microsoft.com/office/drawing/2014/main" id="{FE4BC894-5D86-0BFE-EA69-4F2AAD1582EC}"/>
                    </a:ext>
                  </a:extLst>
                </p14:cNvPr>
                <p14:cNvContentPartPr/>
                <p14:nvPr/>
              </p14:nvContentPartPr>
              <p14:xfrm>
                <a:off x="4366364" y="486316"/>
                <a:ext cx="55355" cy="20629"/>
              </p14:xfrm>
            </p:contentPart>
          </mc:Choice>
          <mc:Fallback xmlns="">
            <p:pic>
              <p:nvPicPr>
                <p:cNvPr id="139" name="Ink 138">
                  <a:extLst>
                    <a:ext uri="{FF2B5EF4-FFF2-40B4-BE49-F238E27FC236}">
                      <a16:creationId xmlns:a16="http://schemas.microsoft.com/office/drawing/2014/main" id="{FE4BC894-5D86-0BFE-EA69-4F2AAD1582EC}"/>
                    </a:ext>
                  </a:extLst>
                </p:cNvPr>
                <p:cNvPicPr/>
                <p:nvPr/>
              </p:nvPicPr>
              <p:blipFill>
                <a:blip r:embed="rId93"/>
                <a:stretch>
                  <a:fillRect/>
                </a:stretch>
              </p:blipFill>
              <p:spPr>
                <a:xfrm>
                  <a:off x="4362051" y="482048"/>
                  <a:ext cx="63982" cy="29165"/>
                </a:xfrm>
                <a:prstGeom prst="rect">
                  <a:avLst/>
                </a:prstGeom>
              </p:spPr>
            </p:pic>
          </mc:Fallback>
        </mc:AlternateContent>
      </p:grpSp>
      <p:grpSp>
        <p:nvGrpSpPr>
          <p:cNvPr id="144" name="Group 143">
            <a:extLst>
              <a:ext uri="{FF2B5EF4-FFF2-40B4-BE49-F238E27FC236}">
                <a16:creationId xmlns:a16="http://schemas.microsoft.com/office/drawing/2014/main" id="{902B6CCD-DF4E-F519-754A-DDE5B505644A}"/>
              </a:ext>
            </a:extLst>
          </p:cNvPr>
          <p:cNvGrpSpPr/>
          <p:nvPr/>
        </p:nvGrpSpPr>
        <p:grpSpPr>
          <a:xfrm>
            <a:off x="6593984" y="381106"/>
            <a:ext cx="162627" cy="307721"/>
            <a:chOff x="6593984" y="381106"/>
            <a:chExt cx="162627" cy="307721"/>
          </a:xfrm>
        </p:grpSpPr>
        <mc:AlternateContent xmlns:mc="http://schemas.openxmlformats.org/markup-compatibility/2006" xmlns:p14="http://schemas.microsoft.com/office/powerpoint/2010/main">
          <mc:Choice Requires="p14">
            <p:contentPart p14:bwMode="auto" r:id="rId94">
              <p14:nvContentPartPr>
                <p14:cNvPr id="141" name="Ink 140">
                  <a:extLst>
                    <a:ext uri="{FF2B5EF4-FFF2-40B4-BE49-F238E27FC236}">
                      <a16:creationId xmlns:a16="http://schemas.microsoft.com/office/drawing/2014/main" id="{BC4FCEC5-FD77-88CC-D6E5-68995BC4FC72}"/>
                    </a:ext>
                  </a:extLst>
                </p14:cNvPr>
                <p14:cNvContentPartPr/>
                <p14:nvPr/>
              </p14:nvContentPartPr>
              <p14:xfrm>
                <a:off x="6642119" y="381106"/>
                <a:ext cx="19598" cy="246520"/>
              </p14:xfrm>
            </p:contentPart>
          </mc:Choice>
          <mc:Fallback xmlns="">
            <p:pic>
              <p:nvPicPr>
                <p:cNvPr id="141" name="Ink 140">
                  <a:extLst>
                    <a:ext uri="{FF2B5EF4-FFF2-40B4-BE49-F238E27FC236}">
                      <a16:creationId xmlns:a16="http://schemas.microsoft.com/office/drawing/2014/main" id="{BC4FCEC5-FD77-88CC-D6E5-68995BC4FC72}"/>
                    </a:ext>
                  </a:extLst>
                </p:cNvPr>
                <p:cNvPicPr/>
                <p:nvPr/>
              </p:nvPicPr>
              <p:blipFill>
                <a:blip r:embed="rId95"/>
                <a:stretch>
                  <a:fillRect/>
                </a:stretch>
              </p:blipFill>
              <p:spPr>
                <a:xfrm>
                  <a:off x="6637764" y="376787"/>
                  <a:ext cx="28308" cy="255157"/>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42" name="Ink 141">
                  <a:extLst>
                    <a:ext uri="{FF2B5EF4-FFF2-40B4-BE49-F238E27FC236}">
                      <a16:creationId xmlns:a16="http://schemas.microsoft.com/office/drawing/2014/main" id="{1C31B7AE-19F0-0E5C-96BD-FEE99DCE8212}"/>
                    </a:ext>
                  </a:extLst>
                </p14:cNvPr>
                <p14:cNvContentPartPr/>
                <p14:nvPr/>
              </p14:nvContentPartPr>
              <p14:xfrm>
                <a:off x="6593984" y="581211"/>
                <a:ext cx="111742" cy="96270"/>
              </p14:xfrm>
            </p:contentPart>
          </mc:Choice>
          <mc:Fallback xmlns="">
            <p:pic>
              <p:nvPicPr>
                <p:cNvPr id="142" name="Ink 141">
                  <a:extLst>
                    <a:ext uri="{FF2B5EF4-FFF2-40B4-BE49-F238E27FC236}">
                      <a16:creationId xmlns:a16="http://schemas.microsoft.com/office/drawing/2014/main" id="{1C31B7AE-19F0-0E5C-96BD-FEE99DCE8212}"/>
                    </a:ext>
                  </a:extLst>
                </p:cNvPr>
                <p:cNvPicPr/>
                <p:nvPr/>
              </p:nvPicPr>
              <p:blipFill>
                <a:blip r:embed="rId97"/>
                <a:stretch>
                  <a:fillRect/>
                </a:stretch>
              </p:blipFill>
              <p:spPr>
                <a:xfrm>
                  <a:off x="6589659" y="576900"/>
                  <a:ext cx="120393" cy="104891"/>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43" name="Ink 142">
                  <a:extLst>
                    <a:ext uri="{FF2B5EF4-FFF2-40B4-BE49-F238E27FC236}">
                      <a16:creationId xmlns:a16="http://schemas.microsoft.com/office/drawing/2014/main" id="{1DABEFCC-6402-B0BE-9D0B-CA2D2F3A36FC}"/>
                    </a:ext>
                  </a:extLst>
                </p14:cNvPr>
                <p14:cNvContentPartPr/>
                <p14:nvPr/>
              </p14:nvContentPartPr>
              <p14:xfrm>
                <a:off x="6679595" y="580867"/>
                <a:ext cx="77016" cy="107960"/>
              </p14:xfrm>
            </p:contentPart>
          </mc:Choice>
          <mc:Fallback xmlns="">
            <p:pic>
              <p:nvPicPr>
                <p:cNvPr id="143" name="Ink 142">
                  <a:extLst>
                    <a:ext uri="{FF2B5EF4-FFF2-40B4-BE49-F238E27FC236}">
                      <a16:creationId xmlns:a16="http://schemas.microsoft.com/office/drawing/2014/main" id="{1DABEFCC-6402-B0BE-9D0B-CA2D2F3A36FC}"/>
                    </a:ext>
                  </a:extLst>
                </p:cNvPr>
                <p:cNvPicPr/>
                <p:nvPr/>
              </p:nvPicPr>
              <p:blipFill>
                <a:blip r:embed="rId99"/>
                <a:stretch>
                  <a:fillRect/>
                </a:stretch>
              </p:blipFill>
              <p:spPr>
                <a:xfrm>
                  <a:off x="6675276" y="576549"/>
                  <a:ext cx="85653" cy="116597"/>
                </a:xfrm>
                <a:prstGeom prst="rect">
                  <a:avLst/>
                </a:prstGeom>
              </p:spPr>
            </p:pic>
          </mc:Fallback>
        </mc:AlternateContent>
      </p:grpSp>
      <p:grpSp>
        <p:nvGrpSpPr>
          <p:cNvPr id="148" name="Group 147">
            <a:extLst>
              <a:ext uri="{FF2B5EF4-FFF2-40B4-BE49-F238E27FC236}">
                <a16:creationId xmlns:a16="http://schemas.microsoft.com/office/drawing/2014/main" id="{CD202826-EE6A-39D1-EC37-1F8741FAD7C8}"/>
              </a:ext>
            </a:extLst>
          </p:cNvPr>
          <p:cNvGrpSpPr/>
          <p:nvPr/>
        </p:nvGrpSpPr>
        <p:grpSpPr>
          <a:xfrm>
            <a:off x="3279544" y="3483752"/>
            <a:ext cx="54668" cy="8596"/>
            <a:chOff x="3279544" y="3483752"/>
            <a:chExt cx="54668" cy="8596"/>
          </a:xfrm>
        </p:grpSpPr>
        <mc:AlternateContent xmlns:mc="http://schemas.openxmlformats.org/markup-compatibility/2006" xmlns:p14="http://schemas.microsoft.com/office/powerpoint/2010/main">
          <mc:Choice Requires="p14">
            <p:contentPart p14:bwMode="auto" r:id="rId100">
              <p14:nvContentPartPr>
                <p14:cNvPr id="145" name="Ink 144">
                  <a:extLst>
                    <a:ext uri="{FF2B5EF4-FFF2-40B4-BE49-F238E27FC236}">
                      <a16:creationId xmlns:a16="http://schemas.microsoft.com/office/drawing/2014/main" id="{639A7C78-5A98-EF9C-3EB4-F77EA6029072}"/>
                    </a:ext>
                  </a:extLst>
                </p14:cNvPr>
                <p14:cNvContentPartPr/>
                <p14:nvPr/>
              </p14:nvContentPartPr>
              <p14:xfrm>
                <a:off x="3318396" y="3492003"/>
                <a:ext cx="15816" cy="344"/>
              </p14:xfrm>
            </p:contentPart>
          </mc:Choice>
          <mc:Fallback xmlns="">
            <p:pic>
              <p:nvPicPr>
                <p:cNvPr id="145" name="Ink 144">
                  <a:extLst>
                    <a:ext uri="{FF2B5EF4-FFF2-40B4-BE49-F238E27FC236}">
                      <a16:creationId xmlns:a16="http://schemas.microsoft.com/office/drawing/2014/main" id="{639A7C78-5A98-EF9C-3EB4-F77EA6029072}"/>
                    </a:ext>
                  </a:extLst>
                </p:cNvPr>
                <p:cNvPicPr/>
                <p:nvPr/>
              </p:nvPicPr>
              <p:blipFill>
                <a:blip r:embed="rId101"/>
                <a:stretch>
                  <a:fillRect/>
                </a:stretch>
              </p:blipFill>
              <p:spPr>
                <a:xfrm>
                  <a:off x="3313982" y="3487875"/>
                  <a:ext cx="24644" cy="8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46" name="Ink 145">
                  <a:extLst>
                    <a:ext uri="{FF2B5EF4-FFF2-40B4-BE49-F238E27FC236}">
                      <a16:creationId xmlns:a16="http://schemas.microsoft.com/office/drawing/2014/main" id="{C2CE7919-8523-A240-378D-9AAB5673DFDF}"/>
                    </a:ext>
                  </a:extLst>
                </p14:cNvPr>
                <p14:cNvContentPartPr/>
                <p14:nvPr/>
              </p14:nvContentPartPr>
              <p14:xfrm>
                <a:off x="3286764" y="3483752"/>
                <a:ext cx="47447" cy="8596"/>
              </p14:xfrm>
            </p:contentPart>
          </mc:Choice>
          <mc:Fallback xmlns="">
            <p:pic>
              <p:nvPicPr>
                <p:cNvPr id="146" name="Ink 145">
                  <a:extLst>
                    <a:ext uri="{FF2B5EF4-FFF2-40B4-BE49-F238E27FC236}">
                      <a16:creationId xmlns:a16="http://schemas.microsoft.com/office/drawing/2014/main" id="{C2CE7919-8523-A240-378D-9AAB5673DFDF}"/>
                    </a:ext>
                  </a:extLst>
                </p:cNvPr>
                <p:cNvPicPr/>
                <p:nvPr/>
              </p:nvPicPr>
              <p:blipFill>
                <a:blip r:embed="rId103"/>
                <a:stretch>
                  <a:fillRect/>
                </a:stretch>
              </p:blipFill>
              <p:spPr>
                <a:xfrm>
                  <a:off x="3282418" y="3479267"/>
                  <a:ext cx="56140" cy="17566"/>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47" name="Ink 146">
                  <a:extLst>
                    <a:ext uri="{FF2B5EF4-FFF2-40B4-BE49-F238E27FC236}">
                      <a16:creationId xmlns:a16="http://schemas.microsoft.com/office/drawing/2014/main" id="{F7909DEB-F6A6-3E02-3EF8-C2A5B8FF3FC3}"/>
                    </a:ext>
                  </a:extLst>
                </p14:cNvPr>
                <p14:cNvContentPartPr/>
                <p14:nvPr/>
              </p14:nvContentPartPr>
              <p14:xfrm>
                <a:off x="3279544" y="3487878"/>
                <a:ext cx="2407" cy="344"/>
              </p14:xfrm>
            </p:contentPart>
          </mc:Choice>
          <mc:Fallback xmlns="">
            <p:pic>
              <p:nvPicPr>
                <p:cNvPr id="147" name="Ink 146">
                  <a:extLst>
                    <a:ext uri="{FF2B5EF4-FFF2-40B4-BE49-F238E27FC236}">
                      <a16:creationId xmlns:a16="http://schemas.microsoft.com/office/drawing/2014/main" id="{F7909DEB-F6A6-3E02-3EF8-C2A5B8FF3FC3}"/>
                    </a:ext>
                  </a:extLst>
                </p:cNvPr>
                <p:cNvPicPr/>
                <p:nvPr/>
              </p:nvPicPr>
              <p:blipFill>
                <a:blip r:embed="rId105"/>
                <a:stretch>
                  <a:fillRect/>
                </a:stretch>
              </p:blipFill>
              <p:spPr>
                <a:xfrm>
                  <a:off x="3275418" y="3483750"/>
                  <a:ext cx="10660" cy="8600"/>
                </a:xfrm>
                <a:prstGeom prst="rect">
                  <a:avLst/>
                </a:prstGeom>
              </p:spPr>
            </p:pic>
          </mc:Fallback>
        </mc:AlternateContent>
      </p:grpSp>
      <p:grpSp>
        <p:nvGrpSpPr>
          <p:cNvPr id="220" name="Group 219">
            <a:extLst>
              <a:ext uri="{FF2B5EF4-FFF2-40B4-BE49-F238E27FC236}">
                <a16:creationId xmlns:a16="http://schemas.microsoft.com/office/drawing/2014/main" id="{C5CE53BC-9B29-1607-9C6B-74192BED24A7}"/>
              </a:ext>
            </a:extLst>
          </p:cNvPr>
          <p:cNvGrpSpPr/>
          <p:nvPr/>
        </p:nvGrpSpPr>
        <p:grpSpPr>
          <a:xfrm>
            <a:off x="2606685" y="2207142"/>
            <a:ext cx="5408657" cy="2161262"/>
            <a:chOff x="2606685" y="2207142"/>
            <a:chExt cx="5408657" cy="2161262"/>
          </a:xfrm>
        </p:grpSpPr>
        <mc:AlternateContent xmlns:mc="http://schemas.openxmlformats.org/markup-compatibility/2006" xmlns:p14="http://schemas.microsoft.com/office/powerpoint/2010/main">
          <mc:Choice Requires="p14">
            <p:contentPart p14:bwMode="auto" r:id="rId106">
              <p14:nvContentPartPr>
                <p14:cNvPr id="47" name="Ink 46">
                  <a:extLst>
                    <a:ext uri="{FF2B5EF4-FFF2-40B4-BE49-F238E27FC236}">
                      <a16:creationId xmlns:a16="http://schemas.microsoft.com/office/drawing/2014/main" id="{2078ED10-4244-35A6-9446-1C44E7872A73}"/>
                    </a:ext>
                  </a:extLst>
                </p14:cNvPr>
                <p14:cNvContentPartPr/>
                <p14:nvPr/>
              </p14:nvContentPartPr>
              <p14:xfrm>
                <a:off x="3461426" y="2346046"/>
                <a:ext cx="116899" cy="140279"/>
              </p14:xfrm>
            </p:contentPart>
          </mc:Choice>
          <mc:Fallback xmlns="">
            <p:pic>
              <p:nvPicPr>
                <p:cNvPr id="47" name="Ink 46">
                  <a:extLst>
                    <a:ext uri="{FF2B5EF4-FFF2-40B4-BE49-F238E27FC236}">
                      <a16:creationId xmlns:a16="http://schemas.microsoft.com/office/drawing/2014/main" id="{2078ED10-4244-35A6-9446-1C44E7872A73}"/>
                    </a:ext>
                  </a:extLst>
                </p:cNvPr>
                <p:cNvPicPr/>
                <p:nvPr/>
              </p:nvPicPr>
              <p:blipFill>
                <a:blip r:embed="rId107"/>
                <a:stretch>
                  <a:fillRect/>
                </a:stretch>
              </p:blipFill>
              <p:spPr>
                <a:xfrm>
                  <a:off x="3457096" y="2341730"/>
                  <a:ext cx="125558" cy="148912"/>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48" name="Ink 47">
                  <a:extLst>
                    <a:ext uri="{FF2B5EF4-FFF2-40B4-BE49-F238E27FC236}">
                      <a16:creationId xmlns:a16="http://schemas.microsoft.com/office/drawing/2014/main" id="{6F61D63A-51EA-E937-F493-37E14EC6B6C0}"/>
                    </a:ext>
                  </a:extLst>
                </p14:cNvPr>
                <p14:cNvContentPartPr/>
                <p14:nvPr/>
              </p14:nvContentPartPr>
              <p14:xfrm>
                <a:off x="3688348" y="2374584"/>
                <a:ext cx="272994" cy="91113"/>
              </p14:xfrm>
            </p:contentPart>
          </mc:Choice>
          <mc:Fallback xmlns="">
            <p:pic>
              <p:nvPicPr>
                <p:cNvPr id="48" name="Ink 47">
                  <a:extLst>
                    <a:ext uri="{FF2B5EF4-FFF2-40B4-BE49-F238E27FC236}">
                      <a16:creationId xmlns:a16="http://schemas.microsoft.com/office/drawing/2014/main" id="{6F61D63A-51EA-E937-F493-37E14EC6B6C0}"/>
                    </a:ext>
                  </a:extLst>
                </p:cNvPr>
                <p:cNvPicPr/>
                <p:nvPr/>
              </p:nvPicPr>
              <p:blipFill>
                <a:blip r:embed="rId109"/>
                <a:stretch>
                  <a:fillRect/>
                </a:stretch>
              </p:blipFill>
              <p:spPr>
                <a:xfrm>
                  <a:off x="3684020" y="2370245"/>
                  <a:ext cx="281649" cy="9979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49" name="Ink 48">
                  <a:extLst>
                    <a:ext uri="{FF2B5EF4-FFF2-40B4-BE49-F238E27FC236}">
                      <a16:creationId xmlns:a16="http://schemas.microsoft.com/office/drawing/2014/main" id="{D303C1FE-1476-92A5-1D03-793D7E5EE211}"/>
                    </a:ext>
                  </a:extLst>
                </p14:cNvPr>
                <p14:cNvContentPartPr/>
                <p14:nvPr/>
              </p14:nvContentPartPr>
              <p14:xfrm>
                <a:off x="4040765" y="2338826"/>
                <a:ext cx="118962" cy="106585"/>
              </p14:xfrm>
            </p:contentPart>
          </mc:Choice>
          <mc:Fallback xmlns="">
            <p:pic>
              <p:nvPicPr>
                <p:cNvPr id="49" name="Ink 48">
                  <a:extLst>
                    <a:ext uri="{FF2B5EF4-FFF2-40B4-BE49-F238E27FC236}">
                      <a16:creationId xmlns:a16="http://schemas.microsoft.com/office/drawing/2014/main" id="{D303C1FE-1476-92A5-1D03-793D7E5EE211}"/>
                    </a:ext>
                  </a:extLst>
                </p:cNvPr>
                <p:cNvPicPr/>
                <p:nvPr/>
              </p:nvPicPr>
              <p:blipFill>
                <a:blip r:embed="rId111"/>
                <a:stretch>
                  <a:fillRect/>
                </a:stretch>
              </p:blipFill>
              <p:spPr>
                <a:xfrm>
                  <a:off x="4036439" y="2334505"/>
                  <a:ext cx="127614" cy="115227"/>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0" name="Ink 49">
                  <a:extLst>
                    <a:ext uri="{FF2B5EF4-FFF2-40B4-BE49-F238E27FC236}">
                      <a16:creationId xmlns:a16="http://schemas.microsoft.com/office/drawing/2014/main" id="{EDEC44AB-BDB7-EF70-72D9-456D0AF410FA}"/>
                    </a:ext>
                  </a:extLst>
                </p14:cNvPr>
                <p14:cNvContentPartPr/>
                <p14:nvPr/>
              </p14:nvContentPartPr>
              <p14:xfrm>
                <a:off x="4241900" y="2236711"/>
                <a:ext cx="101427" cy="179131"/>
              </p14:xfrm>
            </p:contentPart>
          </mc:Choice>
          <mc:Fallback xmlns="">
            <p:pic>
              <p:nvPicPr>
                <p:cNvPr id="50" name="Ink 49">
                  <a:extLst>
                    <a:ext uri="{FF2B5EF4-FFF2-40B4-BE49-F238E27FC236}">
                      <a16:creationId xmlns:a16="http://schemas.microsoft.com/office/drawing/2014/main" id="{EDEC44AB-BDB7-EF70-72D9-456D0AF410FA}"/>
                    </a:ext>
                  </a:extLst>
                </p:cNvPr>
                <p:cNvPicPr/>
                <p:nvPr/>
              </p:nvPicPr>
              <p:blipFill>
                <a:blip r:embed="rId113"/>
                <a:stretch>
                  <a:fillRect/>
                </a:stretch>
              </p:blipFill>
              <p:spPr>
                <a:xfrm>
                  <a:off x="4237584" y="2232395"/>
                  <a:ext cx="110059" cy="187764"/>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1" name="Ink 50">
                  <a:extLst>
                    <a:ext uri="{FF2B5EF4-FFF2-40B4-BE49-F238E27FC236}">
                      <a16:creationId xmlns:a16="http://schemas.microsoft.com/office/drawing/2014/main" id="{F9B5585D-5FF3-F448-87AD-BAC38D97ACAD}"/>
                    </a:ext>
                  </a:extLst>
                </p14:cNvPr>
                <p14:cNvContentPartPr/>
                <p14:nvPr/>
              </p14:nvContentPartPr>
              <p14:xfrm>
                <a:off x="4402121" y="2209205"/>
                <a:ext cx="92144" cy="202855"/>
              </p14:xfrm>
            </p:contentPart>
          </mc:Choice>
          <mc:Fallback xmlns="">
            <p:pic>
              <p:nvPicPr>
                <p:cNvPr id="51" name="Ink 50">
                  <a:extLst>
                    <a:ext uri="{FF2B5EF4-FFF2-40B4-BE49-F238E27FC236}">
                      <a16:creationId xmlns:a16="http://schemas.microsoft.com/office/drawing/2014/main" id="{F9B5585D-5FF3-F448-87AD-BAC38D97ACAD}"/>
                    </a:ext>
                  </a:extLst>
                </p:cNvPr>
                <p:cNvPicPr/>
                <p:nvPr/>
              </p:nvPicPr>
              <p:blipFill>
                <a:blip r:embed="rId115"/>
                <a:stretch>
                  <a:fillRect/>
                </a:stretch>
              </p:blipFill>
              <p:spPr>
                <a:xfrm>
                  <a:off x="4397802" y="2204889"/>
                  <a:ext cx="100783" cy="211487"/>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2" name="Ink 51">
                  <a:extLst>
                    <a:ext uri="{FF2B5EF4-FFF2-40B4-BE49-F238E27FC236}">
                      <a16:creationId xmlns:a16="http://schemas.microsoft.com/office/drawing/2014/main" id="{F95E2DCA-7739-A865-23A3-0FA9F0348BA1}"/>
                    </a:ext>
                  </a:extLst>
                </p14:cNvPr>
                <p14:cNvContentPartPr/>
                <p14:nvPr/>
              </p14:nvContentPartPr>
              <p14:xfrm>
                <a:off x="4487733" y="2320604"/>
                <a:ext cx="94551" cy="140279"/>
              </p14:xfrm>
            </p:contentPart>
          </mc:Choice>
          <mc:Fallback xmlns="">
            <p:pic>
              <p:nvPicPr>
                <p:cNvPr id="52" name="Ink 51">
                  <a:extLst>
                    <a:ext uri="{FF2B5EF4-FFF2-40B4-BE49-F238E27FC236}">
                      <a16:creationId xmlns:a16="http://schemas.microsoft.com/office/drawing/2014/main" id="{F95E2DCA-7739-A865-23A3-0FA9F0348BA1}"/>
                    </a:ext>
                  </a:extLst>
                </p:cNvPr>
                <p:cNvPicPr/>
                <p:nvPr/>
              </p:nvPicPr>
              <p:blipFill>
                <a:blip r:embed="rId117"/>
                <a:stretch>
                  <a:fillRect/>
                </a:stretch>
              </p:blipFill>
              <p:spPr>
                <a:xfrm>
                  <a:off x="4483419" y="2316288"/>
                  <a:ext cx="103179" cy="148912"/>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3" name="Ink 52">
                  <a:extLst>
                    <a:ext uri="{FF2B5EF4-FFF2-40B4-BE49-F238E27FC236}">
                      <a16:creationId xmlns:a16="http://schemas.microsoft.com/office/drawing/2014/main" id="{8ABFA99C-5506-E5AF-D80F-B23D03E15767}"/>
                    </a:ext>
                  </a:extLst>
                </p14:cNvPr>
                <p14:cNvContentPartPr/>
                <p14:nvPr/>
              </p14:nvContentPartPr>
              <p14:xfrm>
                <a:off x="4628356" y="2361174"/>
                <a:ext cx="96958" cy="104522"/>
              </p14:xfrm>
            </p:contentPart>
          </mc:Choice>
          <mc:Fallback xmlns="">
            <p:pic>
              <p:nvPicPr>
                <p:cNvPr id="53" name="Ink 52">
                  <a:extLst>
                    <a:ext uri="{FF2B5EF4-FFF2-40B4-BE49-F238E27FC236}">
                      <a16:creationId xmlns:a16="http://schemas.microsoft.com/office/drawing/2014/main" id="{8ABFA99C-5506-E5AF-D80F-B23D03E15767}"/>
                    </a:ext>
                  </a:extLst>
                </p:cNvPr>
                <p:cNvPicPr/>
                <p:nvPr/>
              </p:nvPicPr>
              <p:blipFill>
                <a:blip r:embed="rId119"/>
                <a:stretch>
                  <a:fillRect/>
                </a:stretch>
              </p:blipFill>
              <p:spPr>
                <a:xfrm>
                  <a:off x="4624031" y="2356834"/>
                  <a:ext cx="105609" cy="113202"/>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4" name="Ink 53">
                  <a:extLst>
                    <a:ext uri="{FF2B5EF4-FFF2-40B4-BE49-F238E27FC236}">
                      <a16:creationId xmlns:a16="http://schemas.microsoft.com/office/drawing/2014/main" id="{AEC8951E-0D62-0903-870C-8F9D1A786361}"/>
                    </a:ext>
                  </a:extLst>
                </p14:cNvPr>
                <p14:cNvContentPartPr/>
                <p14:nvPr/>
              </p14:nvContentPartPr>
              <p14:xfrm>
                <a:off x="4792015" y="2244963"/>
                <a:ext cx="128245" cy="202511"/>
              </p14:xfrm>
            </p:contentPart>
          </mc:Choice>
          <mc:Fallback xmlns="">
            <p:pic>
              <p:nvPicPr>
                <p:cNvPr id="54" name="Ink 53">
                  <a:extLst>
                    <a:ext uri="{FF2B5EF4-FFF2-40B4-BE49-F238E27FC236}">
                      <a16:creationId xmlns:a16="http://schemas.microsoft.com/office/drawing/2014/main" id="{AEC8951E-0D62-0903-870C-8F9D1A786361}"/>
                    </a:ext>
                  </a:extLst>
                </p:cNvPr>
                <p:cNvPicPr/>
                <p:nvPr/>
              </p:nvPicPr>
              <p:blipFill>
                <a:blip r:embed="rId121"/>
                <a:stretch>
                  <a:fillRect/>
                </a:stretch>
              </p:blipFill>
              <p:spPr>
                <a:xfrm>
                  <a:off x="4787692" y="2240647"/>
                  <a:ext cx="136891" cy="211144"/>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5" name="Ink 54">
                  <a:extLst>
                    <a:ext uri="{FF2B5EF4-FFF2-40B4-BE49-F238E27FC236}">
                      <a16:creationId xmlns:a16="http://schemas.microsoft.com/office/drawing/2014/main" id="{C895797A-8491-B620-2610-8F16FEAF6022}"/>
                    </a:ext>
                  </a:extLst>
                </p14:cNvPr>
                <p14:cNvContentPartPr/>
                <p14:nvPr/>
              </p14:nvContentPartPr>
              <p14:xfrm>
                <a:off x="4770698" y="2307195"/>
                <a:ext cx="226922" cy="9627"/>
              </p14:xfrm>
            </p:contentPart>
          </mc:Choice>
          <mc:Fallback xmlns="">
            <p:pic>
              <p:nvPicPr>
                <p:cNvPr id="55" name="Ink 54">
                  <a:extLst>
                    <a:ext uri="{FF2B5EF4-FFF2-40B4-BE49-F238E27FC236}">
                      <a16:creationId xmlns:a16="http://schemas.microsoft.com/office/drawing/2014/main" id="{C895797A-8491-B620-2610-8F16FEAF6022}"/>
                    </a:ext>
                  </a:extLst>
                </p:cNvPr>
                <p:cNvPicPr/>
                <p:nvPr/>
              </p:nvPicPr>
              <p:blipFill>
                <a:blip r:embed="rId123"/>
                <a:stretch>
                  <a:fillRect/>
                </a:stretch>
              </p:blipFill>
              <p:spPr>
                <a:xfrm>
                  <a:off x="4766376" y="2302752"/>
                  <a:ext cx="235567" cy="18513"/>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7" name="Ink 56">
                  <a:extLst>
                    <a:ext uri="{FF2B5EF4-FFF2-40B4-BE49-F238E27FC236}">
                      <a16:creationId xmlns:a16="http://schemas.microsoft.com/office/drawing/2014/main" id="{0D8414DA-8241-7619-1740-3629D4D39D0C}"/>
                    </a:ext>
                  </a:extLst>
                </p14:cNvPr>
                <p14:cNvContentPartPr/>
                <p14:nvPr/>
              </p14:nvContentPartPr>
              <p14:xfrm>
                <a:off x="2804039" y="2417217"/>
                <a:ext cx="14441" cy="96614"/>
              </p14:xfrm>
            </p:contentPart>
          </mc:Choice>
          <mc:Fallback xmlns="">
            <p:pic>
              <p:nvPicPr>
                <p:cNvPr id="57" name="Ink 56">
                  <a:extLst>
                    <a:ext uri="{FF2B5EF4-FFF2-40B4-BE49-F238E27FC236}">
                      <a16:creationId xmlns:a16="http://schemas.microsoft.com/office/drawing/2014/main" id="{0D8414DA-8241-7619-1740-3629D4D39D0C}"/>
                    </a:ext>
                  </a:extLst>
                </p:cNvPr>
                <p:cNvPicPr/>
                <p:nvPr/>
              </p:nvPicPr>
              <p:blipFill>
                <a:blip r:embed="rId125"/>
                <a:stretch>
                  <a:fillRect/>
                </a:stretch>
              </p:blipFill>
              <p:spPr>
                <a:xfrm>
                  <a:off x="2799596" y="2412891"/>
                  <a:ext cx="23328" cy="105266"/>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8" name="Ink 57">
                  <a:extLst>
                    <a:ext uri="{FF2B5EF4-FFF2-40B4-BE49-F238E27FC236}">
                      <a16:creationId xmlns:a16="http://schemas.microsoft.com/office/drawing/2014/main" id="{6CD48E81-17DB-9412-2E84-94A17B900515}"/>
                    </a:ext>
                  </a:extLst>
                </p14:cNvPr>
                <p14:cNvContentPartPr/>
                <p14:nvPr/>
              </p14:nvContentPartPr>
              <p14:xfrm>
                <a:off x="2859050" y="2217457"/>
                <a:ext cx="30944" cy="63607"/>
              </p14:xfrm>
            </p:contentPart>
          </mc:Choice>
          <mc:Fallback xmlns="">
            <p:pic>
              <p:nvPicPr>
                <p:cNvPr id="58" name="Ink 57">
                  <a:extLst>
                    <a:ext uri="{FF2B5EF4-FFF2-40B4-BE49-F238E27FC236}">
                      <a16:creationId xmlns:a16="http://schemas.microsoft.com/office/drawing/2014/main" id="{6CD48E81-17DB-9412-2E84-94A17B900515}"/>
                    </a:ext>
                  </a:extLst>
                </p:cNvPr>
                <p:cNvPicPr/>
                <p:nvPr/>
              </p:nvPicPr>
              <p:blipFill>
                <a:blip r:embed="rId127"/>
                <a:stretch>
                  <a:fillRect/>
                </a:stretch>
              </p:blipFill>
              <p:spPr>
                <a:xfrm>
                  <a:off x="2854732" y="2213145"/>
                  <a:ext cx="39580" cy="72232"/>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9" name="Ink 58">
                  <a:extLst>
                    <a:ext uri="{FF2B5EF4-FFF2-40B4-BE49-F238E27FC236}">
                      <a16:creationId xmlns:a16="http://schemas.microsoft.com/office/drawing/2014/main" id="{5BDB05E4-B9CE-BBEC-8DD9-D357334E32BC}"/>
                    </a:ext>
                  </a:extLst>
                </p14:cNvPr>
                <p14:cNvContentPartPr/>
                <p14:nvPr/>
              </p14:nvContentPartPr>
              <p14:xfrm>
                <a:off x="2925408" y="2398307"/>
                <a:ext cx="83205" cy="55355"/>
              </p14:xfrm>
            </p:contentPart>
          </mc:Choice>
          <mc:Fallback xmlns="">
            <p:pic>
              <p:nvPicPr>
                <p:cNvPr id="59" name="Ink 58">
                  <a:extLst>
                    <a:ext uri="{FF2B5EF4-FFF2-40B4-BE49-F238E27FC236}">
                      <a16:creationId xmlns:a16="http://schemas.microsoft.com/office/drawing/2014/main" id="{5BDB05E4-B9CE-BBEC-8DD9-D357334E32BC}"/>
                    </a:ext>
                  </a:extLst>
                </p:cNvPr>
                <p:cNvPicPr/>
                <p:nvPr/>
              </p:nvPicPr>
              <p:blipFill>
                <a:blip r:embed="rId129"/>
                <a:stretch>
                  <a:fillRect/>
                </a:stretch>
              </p:blipFill>
              <p:spPr>
                <a:xfrm>
                  <a:off x="2921104" y="2393965"/>
                  <a:ext cx="91812" cy="64038"/>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0" name="Ink 59">
                  <a:extLst>
                    <a:ext uri="{FF2B5EF4-FFF2-40B4-BE49-F238E27FC236}">
                      <a16:creationId xmlns:a16="http://schemas.microsoft.com/office/drawing/2014/main" id="{FA58E0B2-EB5B-2C58-B8EE-EAA038D61119}"/>
                    </a:ext>
                  </a:extLst>
                </p14:cNvPr>
                <p14:cNvContentPartPr/>
                <p14:nvPr/>
              </p14:nvContentPartPr>
              <p14:xfrm>
                <a:off x="3122418" y="2261122"/>
                <a:ext cx="40227" cy="179475"/>
              </p14:xfrm>
            </p:contentPart>
          </mc:Choice>
          <mc:Fallback xmlns="">
            <p:pic>
              <p:nvPicPr>
                <p:cNvPr id="60" name="Ink 59">
                  <a:extLst>
                    <a:ext uri="{FF2B5EF4-FFF2-40B4-BE49-F238E27FC236}">
                      <a16:creationId xmlns:a16="http://schemas.microsoft.com/office/drawing/2014/main" id="{FA58E0B2-EB5B-2C58-B8EE-EAA038D61119}"/>
                    </a:ext>
                  </a:extLst>
                </p:cNvPr>
                <p:cNvPicPr/>
                <p:nvPr/>
              </p:nvPicPr>
              <p:blipFill>
                <a:blip r:embed="rId131"/>
                <a:stretch>
                  <a:fillRect/>
                </a:stretch>
              </p:blipFill>
              <p:spPr>
                <a:xfrm>
                  <a:off x="3118108" y="2256806"/>
                  <a:ext cx="48847" cy="188107"/>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1" name="Ink 60">
                  <a:extLst>
                    <a:ext uri="{FF2B5EF4-FFF2-40B4-BE49-F238E27FC236}">
                      <a16:creationId xmlns:a16="http://schemas.microsoft.com/office/drawing/2014/main" id="{587A1452-81DF-8B6F-F277-AFB732EEB429}"/>
                    </a:ext>
                  </a:extLst>
                </p14:cNvPr>
                <p14:cNvContentPartPr/>
                <p14:nvPr/>
              </p14:nvContentPartPr>
              <p14:xfrm>
                <a:off x="3106946" y="2360487"/>
                <a:ext cx="111742" cy="3438"/>
              </p14:xfrm>
            </p:contentPart>
          </mc:Choice>
          <mc:Fallback xmlns="">
            <p:pic>
              <p:nvPicPr>
                <p:cNvPr id="61" name="Ink 60">
                  <a:extLst>
                    <a:ext uri="{FF2B5EF4-FFF2-40B4-BE49-F238E27FC236}">
                      <a16:creationId xmlns:a16="http://schemas.microsoft.com/office/drawing/2014/main" id="{587A1452-81DF-8B6F-F277-AFB732EEB429}"/>
                    </a:ext>
                  </a:extLst>
                </p:cNvPr>
                <p:cNvPicPr/>
                <p:nvPr/>
              </p:nvPicPr>
              <p:blipFill>
                <a:blip r:embed="rId133"/>
                <a:stretch>
                  <a:fillRect/>
                </a:stretch>
              </p:blipFill>
              <p:spPr>
                <a:xfrm>
                  <a:off x="3102621" y="2356361"/>
                  <a:ext cx="120393" cy="11689"/>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3" name="Ink 62">
                  <a:extLst>
                    <a:ext uri="{FF2B5EF4-FFF2-40B4-BE49-F238E27FC236}">
                      <a16:creationId xmlns:a16="http://schemas.microsoft.com/office/drawing/2014/main" id="{4983A438-D13C-A322-A0D3-F3EEA31C43BD}"/>
                    </a:ext>
                  </a:extLst>
                </p14:cNvPr>
                <p14:cNvContentPartPr/>
                <p14:nvPr/>
              </p14:nvContentPartPr>
              <p14:xfrm>
                <a:off x="5186378" y="2372521"/>
                <a:ext cx="155407" cy="15816"/>
              </p14:xfrm>
            </p:contentPart>
          </mc:Choice>
          <mc:Fallback xmlns="">
            <p:pic>
              <p:nvPicPr>
                <p:cNvPr id="63" name="Ink 62">
                  <a:extLst>
                    <a:ext uri="{FF2B5EF4-FFF2-40B4-BE49-F238E27FC236}">
                      <a16:creationId xmlns:a16="http://schemas.microsoft.com/office/drawing/2014/main" id="{4983A438-D13C-A322-A0D3-F3EEA31C43BD}"/>
                    </a:ext>
                  </a:extLst>
                </p:cNvPr>
                <p:cNvPicPr/>
                <p:nvPr/>
              </p:nvPicPr>
              <p:blipFill>
                <a:blip r:embed="rId135"/>
                <a:stretch>
                  <a:fillRect/>
                </a:stretch>
              </p:blipFill>
              <p:spPr>
                <a:xfrm>
                  <a:off x="5182061" y="2368107"/>
                  <a:ext cx="164041" cy="24644"/>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64" name="Ink 63">
                  <a:extLst>
                    <a:ext uri="{FF2B5EF4-FFF2-40B4-BE49-F238E27FC236}">
                      <a16:creationId xmlns:a16="http://schemas.microsoft.com/office/drawing/2014/main" id="{9F041832-FB3B-B43B-EAC7-AD24B3C399FC}"/>
                    </a:ext>
                  </a:extLst>
                </p14:cNvPr>
                <p14:cNvContentPartPr/>
                <p14:nvPr/>
              </p14:nvContentPartPr>
              <p14:xfrm>
                <a:off x="5208039" y="2446098"/>
                <a:ext cx="135466" cy="5157"/>
              </p14:xfrm>
            </p:contentPart>
          </mc:Choice>
          <mc:Fallback xmlns="">
            <p:pic>
              <p:nvPicPr>
                <p:cNvPr id="64" name="Ink 63">
                  <a:extLst>
                    <a:ext uri="{FF2B5EF4-FFF2-40B4-BE49-F238E27FC236}">
                      <a16:creationId xmlns:a16="http://schemas.microsoft.com/office/drawing/2014/main" id="{9F041832-FB3B-B43B-EAC7-AD24B3C399FC}"/>
                    </a:ext>
                  </a:extLst>
                </p:cNvPr>
                <p:cNvPicPr/>
                <p:nvPr/>
              </p:nvPicPr>
              <p:blipFill>
                <a:blip r:embed="rId137"/>
                <a:stretch>
                  <a:fillRect/>
                </a:stretch>
              </p:blipFill>
              <p:spPr>
                <a:xfrm>
                  <a:off x="5203716" y="2441678"/>
                  <a:ext cx="144113" cy="13998"/>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66" name="Ink 65">
                  <a:extLst>
                    <a:ext uri="{FF2B5EF4-FFF2-40B4-BE49-F238E27FC236}">
                      <a16:creationId xmlns:a16="http://schemas.microsoft.com/office/drawing/2014/main" id="{9E18B1E4-293F-350A-6ED8-0323D5B1F32A}"/>
                    </a:ext>
                  </a:extLst>
                </p14:cNvPr>
                <p14:cNvContentPartPr/>
                <p14:nvPr/>
              </p14:nvContentPartPr>
              <p14:xfrm>
                <a:off x="5642973" y="2287941"/>
                <a:ext cx="222109" cy="129621"/>
              </p14:xfrm>
            </p:contentPart>
          </mc:Choice>
          <mc:Fallback xmlns="">
            <p:pic>
              <p:nvPicPr>
                <p:cNvPr id="66" name="Ink 65">
                  <a:extLst>
                    <a:ext uri="{FF2B5EF4-FFF2-40B4-BE49-F238E27FC236}">
                      <a16:creationId xmlns:a16="http://schemas.microsoft.com/office/drawing/2014/main" id="{9E18B1E4-293F-350A-6ED8-0323D5B1F32A}"/>
                    </a:ext>
                  </a:extLst>
                </p:cNvPr>
                <p:cNvPicPr/>
                <p:nvPr/>
              </p:nvPicPr>
              <p:blipFill>
                <a:blip r:embed="rId139"/>
                <a:stretch>
                  <a:fillRect/>
                </a:stretch>
              </p:blipFill>
              <p:spPr>
                <a:xfrm>
                  <a:off x="5638653" y="2283620"/>
                  <a:ext cx="230749" cy="138262"/>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7" name="Ink 66">
                  <a:extLst>
                    <a:ext uri="{FF2B5EF4-FFF2-40B4-BE49-F238E27FC236}">
                      <a16:creationId xmlns:a16="http://schemas.microsoft.com/office/drawing/2014/main" id="{369495FB-4180-17CB-E57B-C3145819EC21}"/>
                    </a:ext>
                  </a:extLst>
                </p14:cNvPr>
                <p14:cNvContentPartPr/>
                <p14:nvPr/>
              </p14:nvContentPartPr>
              <p14:xfrm>
                <a:off x="5990577" y="2235680"/>
                <a:ext cx="245145" cy="241707"/>
              </p14:xfrm>
            </p:contentPart>
          </mc:Choice>
          <mc:Fallback xmlns="">
            <p:pic>
              <p:nvPicPr>
                <p:cNvPr id="67" name="Ink 66">
                  <a:extLst>
                    <a:ext uri="{FF2B5EF4-FFF2-40B4-BE49-F238E27FC236}">
                      <a16:creationId xmlns:a16="http://schemas.microsoft.com/office/drawing/2014/main" id="{369495FB-4180-17CB-E57B-C3145819EC21}"/>
                    </a:ext>
                  </a:extLst>
                </p:cNvPr>
                <p:cNvPicPr/>
                <p:nvPr/>
              </p:nvPicPr>
              <p:blipFill>
                <a:blip r:embed="rId141"/>
                <a:stretch>
                  <a:fillRect/>
                </a:stretch>
              </p:blipFill>
              <p:spPr>
                <a:xfrm>
                  <a:off x="5986257" y="2231357"/>
                  <a:ext cx="253784" cy="250352"/>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9" name="Ink 68">
                  <a:extLst>
                    <a:ext uri="{FF2B5EF4-FFF2-40B4-BE49-F238E27FC236}">
                      <a16:creationId xmlns:a16="http://schemas.microsoft.com/office/drawing/2014/main" id="{1FC588C0-C451-F86E-716E-374DF2C97865}"/>
                    </a:ext>
                  </a:extLst>
                </p14:cNvPr>
                <p14:cNvContentPartPr/>
                <p14:nvPr/>
              </p14:nvContentPartPr>
              <p14:xfrm>
                <a:off x="6344713" y="2378709"/>
                <a:ext cx="71859" cy="52949"/>
              </p14:xfrm>
            </p:contentPart>
          </mc:Choice>
          <mc:Fallback xmlns="">
            <p:pic>
              <p:nvPicPr>
                <p:cNvPr id="69" name="Ink 68">
                  <a:extLst>
                    <a:ext uri="{FF2B5EF4-FFF2-40B4-BE49-F238E27FC236}">
                      <a16:creationId xmlns:a16="http://schemas.microsoft.com/office/drawing/2014/main" id="{1FC588C0-C451-F86E-716E-374DF2C97865}"/>
                    </a:ext>
                  </a:extLst>
                </p:cNvPr>
                <p:cNvPicPr/>
                <p:nvPr/>
              </p:nvPicPr>
              <p:blipFill>
                <a:blip r:embed="rId143"/>
                <a:stretch>
                  <a:fillRect/>
                </a:stretch>
              </p:blipFill>
              <p:spPr>
                <a:xfrm>
                  <a:off x="6340401" y="2374387"/>
                  <a:ext cx="80482" cy="61594"/>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0" name="Ink 69">
                  <a:extLst>
                    <a:ext uri="{FF2B5EF4-FFF2-40B4-BE49-F238E27FC236}">
                      <a16:creationId xmlns:a16="http://schemas.microsoft.com/office/drawing/2014/main" id="{F9170BDD-8AEC-C516-E707-637C0E44DF97}"/>
                    </a:ext>
                  </a:extLst>
                </p14:cNvPr>
                <p14:cNvContentPartPr/>
                <p14:nvPr/>
              </p14:nvContentPartPr>
              <p14:xfrm>
                <a:off x="6356059" y="2268343"/>
                <a:ext cx="22692" cy="8596"/>
              </p14:xfrm>
            </p:contentPart>
          </mc:Choice>
          <mc:Fallback xmlns="">
            <p:pic>
              <p:nvPicPr>
                <p:cNvPr id="70" name="Ink 69">
                  <a:extLst>
                    <a:ext uri="{FF2B5EF4-FFF2-40B4-BE49-F238E27FC236}">
                      <a16:creationId xmlns:a16="http://schemas.microsoft.com/office/drawing/2014/main" id="{F9170BDD-8AEC-C516-E707-637C0E44DF97}"/>
                    </a:ext>
                  </a:extLst>
                </p:cNvPr>
                <p:cNvPicPr/>
                <p:nvPr/>
              </p:nvPicPr>
              <p:blipFill>
                <a:blip r:embed="rId145"/>
                <a:stretch>
                  <a:fillRect/>
                </a:stretch>
              </p:blipFill>
              <p:spPr>
                <a:xfrm>
                  <a:off x="6351804" y="2263858"/>
                  <a:ext cx="31202" cy="17566"/>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1" name="Ink 70">
                  <a:extLst>
                    <a:ext uri="{FF2B5EF4-FFF2-40B4-BE49-F238E27FC236}">
                      <a16:creationId xmlns:a16="http://schemas.microsoft.com/office/drawing/2014/main" id="{8FB4DC50-DB27-525E-10F0-F949127D6F9B}"/>
                    </a:ext>
                  </a:extLst>
                </p14:cNvPr>
                <p14:cNvContentPartPr/>
                <p14:nvPr/>
              </p14:nvContentPartPr>
              <p14:xfrm>
                <a:off x="6522125" y="2207142"/>
                <a:ext cx="186351" cy="225891"/>
              </p14:xfrm>
            </p:contentPart>
          </mc:Choice>
          <mc:Fallback xmlns="">
            <p:pic>
              <p:nvPicPr>
                <p:cNvPr id="71" name="Ink 70">
                  <a:extLst>
                    <a:ext uri="{FF2B5EF4-FFF2-40B4-BE49-F238E27FC236}">
                      <a16:creationId xmlns:a16="http://schemas.microsoft.com/office/drawing/2014/main" id="{8FB4DC50-DB27-525E-10F0-F949127D6F9B}"/>
                    </a:ext>
                  </a:extLst>
                </p:cNvPr>
                <p:cNvPicPr/>
                <p:nvPr/>
              </p:nvPicPr>
              <p:blipFill>
                <a:blip r:embed="rId147"/>
                <a:stretch>
                  <a:fillRect/>
                </a:stretch>
              </p:blipFill>
              <p:spPr>
                <a:xfrm>
                  <a:off x="6517808" y="2202826"/>
                  <a:ext cx="194985" cy="234524"/>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2" name="Ink 71">
                  <a:extLst>
                    <a:ext uri="{FF2B5EF4-FFF2-40B4-BE49-F238E27FC236}">
                      <a16:creationId xmlns:a16="http://schemas.microsoft.com/office/drawing/2014/main" id="{13C413E3-4EBB-88D6-1887-F6B24F7623FE}"/>
                    </a:ext>
                  </a:extLst>
                </p14:cNvPr>
                <p14:cNvContentPartPr/>
                <p14:nvPr/>
              </p14:nvContentPartPr>
              <p14:xfrm>
                <a:off x="6899297" y="2371489"/>
                <a:ext cx="18566" cy="21661"/>
              </p14:xfrm>
            </p:contentPart>
          </mc:Choice>
          <mc:Fallback xmlns="">
            <p:pic>
              <p:nvPicPr>
                <p:cNvPr id="72" name="Ink 71">
                  <a:extLst>
                    <a:ext uri="{FF2B5EF4-FFF2-40B4-BE49-F238E27FC236}">
                      <a16:creationId xmlns:a16="http://schemas.microsoft.com/office/drawing/2014/main" id="{13C413E3-4EBB-88D6-1887-F6B24F7623FE}"/>
                    </a:ext>
                  </a:extLst>
                </p:cNvPr>
                <p:cNvPicPr/>
                <p:nvPr/>
              </p:nvPicPr>
              <p:blipFill>
                <a:blip r:embed="rId149"/>
                <a:stretch>
                  <a:fillRect/>
                </a:stretch>
              </p:blipFill>
              <p:spPr>
                <a:xfrm>
                  <a:off x="6895013" y="2367157"/>
                  <a:ext cx="27135" cy="30325"/>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3" name="Ink 72">
                  <a:extLst>
                    <a:ext uri="{FF2B5EF4-FFF2-40B4-BE49-F238E27FC236}">
                      <a16:creationId xmlns:a16="http://schemas.microsoft.com/office/drawing/2014/main" id="{D8C82A1E-8311-ACA6-8806-59F1D54A811B}"/>
                    </a:ext>
                  </a:extLst>
                </p14:cNvPr>
                <p14:cNvContentPartPr/>
                <p14:nvPr/>
              </p14:nvContentPartPr>
              <p14:xfrm>
                <a:off x="6782054" y="2551308"/>
                <a:ext cx="109679" cy="157470"/>
              </p14:xfrm>
            </p:contentPart>
          </mc:Choice>
          <mc:Fallback xmlns="">
            <p:pic>
              <p:nvPicPr>
                <p:cNvPr id="73" name="Ink 72">
                  <a:extLst>
                    <a:ext uri="{FF2B5EF4-FFF2-40B4-BE49-F238E27FC236}">
                      <a16:creationId xmlns:a16="http://schemas.microsoft.com/office/drawing/2014/main" id="{D8C82A1E-8311-ACA6-8806-59F1D54A811B}"/>
                    </a:ext>
                  </a:extLst>
                </p:cNvPr>
                <p:cNvPicPr/>
                <p:nvPr/>
              </p:nvPicPr>
              <p:blipFill>
                <a:blip r:embed="rId151"/>
                <a:stretch>
                  <a:fillRect/>
                </a:stretch>
              </p:blipFill>
              <p:spPr>
                <a:xfrm>
                  <a:off x="6777739" y="2546994"/>
                  <a:ext cx="118309" cy="166098"/>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8" name="Ink 87">
                  <a:extLst>
                    <a:ext uri="{FF2B5EF4-FFF2-40B4-BE49-F238E27FC236}">
                      <a16:creationId xmlns:a16="http://schemas.microsoft.com/office/drawing/2014/main" id="{2B9AC274-787A-8EC8-77F3-963BAA7B27AF}"/>
                    </a:ext>
                  </a:extLst>
                </p14:cNvPr>
                <p14:cNvContentPartPr/>
                <p14:nvPr/>
              </p14:nvContentPartPr>
              <p14:xfrm>
                <a:off x="2672011" y="2791983"/>
                <a:ext cx="182913" cy="501979"/>
              </p14:xfrm>
            </p:contentPart>
          </mc:Choice>
          <mc:Fallback xmlns="">
            <p:pic>
              <p:nvPicPr>
                <p:cNvPr id="88" name="Ink 87">
                  <a:extLst>
                    <a:ext uri="{FF2B5EF4-FFF2-40B4-BE49-F238E27FC236}">
                      <a16:creationId xmlns:a16="http://schemas.microsoft.com/office/drawing/2014/main" id="{2B9AC274-787A-8EC8-77F3-963BAA7B27AF}"/>
                    </a:ext>
                  </a:extLst>
                </p:cNvPr>
                <p:cNvPicPr/>
                <p:nvPr/>
              </p:nvPicPr>
              <p:blipFill>
                <a:blip r:embed="rId153"/>
                <a:stretch>
                  <a:fillRect/>
                </a:stretch>
              </p:blipFill>
              <p:spPr>
                <a:xfrm>
                  <a:off x="2667699" y="2787662"/>
                  <a:ext cx="191538" cy="510621"/>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9" name="Ink 88">
                  <a:extLst>
                    <a:ext uri="{FF2B5EF4-FFF2-40B4-BE49-F238E27FC236}">
                      <a16:creationId xmlns:a16="http://schemas.microsoft.com/office/drawing/2014/main" id="{4723D467-7BB7-158A-75E0-D20BB3685BF6}"/>
                    </a:ext>
                  </a:extLst>
                </p14:cNvPr>
                <p14:cNvContentPartPr/>
                <p14:nvPr/>
              </p14:nvContentPartPr>
              <p14:xfrm>
                <a:off x="2606685" y="3018905"/>
                <a:ext cx="191165" cy="40227"/>
              </p14:xfrm>
            </p:contentPart>
          </mc:Choice>
          <mc:Fallback xmlns="">
            <p:pic>
              <p:nvPicPr>
                <p:cNvPr id="89" name="Ink 88">
                  <a:extLst>
                    <a:ext uri="{FF2B5EF4-FFF2-40B4-BE49-F238E27FC236}">
                      <a16:creationId xmlns:a16="http://schemas.microsoft.com/office/drawing/2014/main" id="{4723D467-7BB7-158A-75E0-D20BB3685BF6}"/>
                    </a:ext>
                  </a:extLst>
                </p:cNvPr>
                <p:cNvPicPr/>
                <p:nvPr/>
              </p:nvPicPr>
              <p:blipFill>
                <a:blip r:embed="rId155"/>
                <a:stretch>
                  <a:fillRect/>
                </a:stretch>
              </p:blipFill>
              <p:spPr>
                <a:xfrm>
                  <a:off x="2602373" y="3014595"/>
                  <a:ext cx="199789" cy="48847"/>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0" name="Ink 89">
                  <a:extLst>
                    <a:ext uri="{FF2B5EF4-FFF2-40B4-BE49-F238E27FC236}">
                      <a16:creationId xmlns:a16="http://schemas.microsoft.com/office/drawing/2014/main" id="{9E6639CB-8C20-F970-A2B5-29A93DBCB4B6}"/>
                    </a:ext>
                  </a:extLst>
                </p14:cNvPr>
                <p14:cNvContentPartPr/>
                <p14:nvPr/>
              </p14:nvContentPartPr>
              <p14:xfrm>
                <a:off x="2828450" y="2975927"/>
                <a:ext cx="130308" cy="149906"/>
              </p14:xfrm>
            </p:contentPart>
          </mc:Choice>
          <mc:Fallback xmlns="">
            <p:pic>
              <p:nvPicPr>
                <p:cNvPr id="90" name="Ink 89">
                  <a:extLst>
                    <a:ext uri="{FF2B5EF4-FFF2-40B4-BE49-F238E27FC236}">
                      <a16:creationId xmlns:a16="http://schemas.microsoft.com/office/drawing/2014/main" id="{9E6639CB-8C20-F970-A2B5-29A93DBCB4B6}"/>
                    </a:ext>
                  </a:extLst>
                </p:cNvPr>
                <p:cNvPicPr/>
                <p:nvPr/>
              </p:nvPicPr>
              <p:blipFill>
                <a:blip r:embed="rId157"/>
                <a:stretch>
                  <a:fillRect/>
                </a:stretch>
              </p:blipFill>
              <p:spPr>
                <a:xfrm>
                  <a:off x="2824130" y="2971613"/>
                  <a:ext cx="138947" cy="158534"/>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1" name="Ink 90">
                  <a:extLst>
                    <a:ext uri="{FF2B5EF4-FFF2-40B4-BE49-F238E27FC236}">
                      <a16:creationId xmlns:a16="http://schemas.microsoft.com/office/drawing/2014/main" id="{0062A2E6-8F72-1508-95DB-74B1AEBF8ACA}"/>
                    </a:ext>
                  </a:extLst>
                </p14:cNvPr>
                <p14:cNvContentPartPr/>
                <p14:nvPr/>
              </p14:nvContentPartPr>
              <p14:xfrm>
                <a:off x="3006894" y="2977303"/>
                <a:ext cx="96270" cy="140967"/>
              </p14:xfrm>
            </p:contentPart>
          </mc:Choice>
          <mc:Fallback xmlns="">
            <p:pic>
              <p:nvPicPr>
                <p:cNvPr id="91" name="Ink 90">
                  <a:extLst>
                    <a:ext uri="{FF2B5EF4-FFF2-40B4-BE49-F238E27FC236}">
                      <a16:creationId xmlns:a16="http://schemas.microsoft.com/office/drawing/2014/main" id="{0062A2E6-8F72-1508-95DB-74B1AEBF8ACA}"/>
                    </a:ext>
                  </a:extLst>
                </p:cNvPr>
                <p:cNvPicPr/>
                <p:nvPr/>
              </p:nvPicPr>
              <p:blipFill>
                <a:blip r:embed="rId159"/>
                <a:stretch>
                  <a:fillRect/>
                </a:stretch>
              </p:blipFill>
              <p:spPr>
                <a:xfrm>
                  <a:off x="3002567" y="2972988"/>
                  <a:ext cx="104923" cy="149598"/>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2" name="Ink 91">
                  <a:extLst>
                    <a:ext uri="{FF2B5EF4-FFF2-40B4-BE49-F238E27FC236}">
                      <a16:creationId xmlns:a16="http://schemas.microsoft.com/office/drawing/2014/main" id="{C76FC4DE-621F-942C-0D02-EEDEAB205061}"/>
                    </a:ext>
                  </a:extLst>
                </p14:cNvPr>
                <p14:cNvContentPartPr/>
                <p14:nvPr/>
              </p14:nvContentPartPr>
              <p14:xfrm>
                <a:off x="3224189" y="2826021"/>
                <a:ext cx="208356" cy="356543"/>
              </p14:xfrm>
            </p:contentPart>
          </mc:Choice>
          <mc:Fallback xmlns="">
            <p:pic>
              <p:nvPicPr>
                <p:cNvPr id="92" name="Ink 91">
                  <a:extLst>
                    <a:ext uri="{FF2B5EF4-FFF2-40B4-BE49-F238E27FC236}">
                      <a16:creationId xmlns:a16="http://schemas.microsoft.com/office/drawing/2014/main" id="{C76FC4DE-621F-942C-0D02-EEDEAB205061}"/>
                    </a:ext>
                  </a:extLst>
                </p:cNvPr>
                <p:cNvPicPr/>
                <p:nvPr/>
              </p:nvPicPr>
              <p:blipFill>
                <a:blip r:embed="rId161"/>
                <a:stretch>
                  <a:fillRect/>
                </a:stretch>
              </p:blipFill>
              <p:spPr>
                <a:xfrm>
                  <a:off x="3219871" y="2821699"/>
                  <a:ext cx="216993" cy="365186"/>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4" name="Ink 93">
                  <a:extLst>
                    <a:ext uri="{FF2B5EF4-FFF2-40B4-BE49-F238E27FC236}">
                      <a16:creationId xmlns:a16="http://schemas.microsoft.com/office/drawing/2014/main" id="{ABBEA17C-FD08-48E1-C829-8435D4BD968A}"/>
                    </a:ext>
                  </a:extLst>
                </p14:cNvPr>
                <p14:cNvContentPartPr/>
                <p14:nvPr/>
              </p14:nvContentPartPr>
              <p14:xfrm>
                <a:off x="3451111" y="3051912"/>
                <a:ext cx="1375" cy="60169"/>
              </p14:xfrm>
            </p:contentPart>
          </mc:Choice>
          <mc:Fallback xmlns="">
            <p:pic>
              <p:nvPicPr>
                <p:cNvPr id="94" name="Ink 93">
                  <a:extLst>
                    <a:ext uri="{FF2B5EF4-FFF2-40B4-BE49-F238E27FC236}">
                      <a16:creationId xmlns:a16="http://schemas.microsoft.com/office/drawing/2014/main" id="{ABBEA17C-FD08-48E1-C829-8435D4BD968A}"/>
                    </a:ext>
                  </a:extLst>
                </p:cNvPr>
                <p:cNvPicPr/>
                <p:nvPr/>
              </p:nvPicPr>
              <p:blipFill>
                <a:blip r:embed="rId163"/>
                <a:stretch>
                  <a:fillRect/>
                </a:stretch>
              </p:blipFill>
              <p:spPr>
                <a:xfrm>
                  <a:off x="3446986" y="3047588"/>
                  <a:ext cx="9625" cy="68816"/>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5" name="Ink 94">
                  <a:extLst>
                    <a:ext uri="{FF2B5EF4-FFF2-40B4-BE49-F238E27FC236}">
                      <a16:creationId xmlns:a16="http://schemas.microsoft.com/office/drawing/2014/main" id="{F40571BE-B0E3-B057-220A-55A3A46E8D21}"/>
                    </a:ext>
                  </a:extLst>
                </p14:cNvPr>
                <p14:cNvContentPartPr/>
                <p14:nvPr/>
              </p14:nvContentPartPr>
              <p14:xfrm>
                <a:off x="3474835" y="2972145"/>
                <a:ext cx="16847" cy="23724"/>
              </p14:xfrm>
            </p:contentPart>
          </mc:Choice>
          <mc:Fallback xmlns="">
            <p:pic>
              <p:nvPicPr>
                <p:cNvPr id="95" name="Ink 94">
                  <a:extLst>
                    <a:ext uri="{FF2B5EF4-FFF2-40B4-BE49-F238E27FC236}">
                      <a16:creationId xmlns:a16="http://schemas.microsoft.com/office/drawing/2014/main" id="{F40571BE-B0E3-B057-220A-55A3A46E8D21}"/>
                    </a:ext>
                  </a:extLst>
                </p:cNvPr>
                <p:cNvPicPr/>
                <p:nvPr/>
              </p:nvPicPr>
              <p:blipFill>
                <a:blip r:embed="rId165"/>
                <a:stretch>
                  <a:fillRect/>
                </a:stretch>
              </p:blipFill>
              <p:spPr>
                <a:xfrm>
                  <a:off x="3470534" y="2967896"/>
                  <a:ext cx="25450" cy="32222"/>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6" name="Ink 95">
                  <a:extLst>
                    <a:ext uri="{FF2B5EF4-FFF2-40B4-BE49-F238E27FC236}">
                      <a16:creationId xmlns:a16="http://schemas.microsoft.com/office/drawing/2014/main" id="{B0410651-EABC-9261-646F-B7790B517F4F}"/>
                    </a:ext>
                  </a:extLst>
                </p14:cNvPr>
                <p14:cNvContentPartPr/>
                <p14:nvPr/>
              </p14:nvContentPartPr>
              <p14:xfrm>
                <a:off x="3474835" y="2972145"/>
                <a:ext cx="152657" cy="112773"/>
              </p14:xfrm>
            </p:contentPart>
          </mc:Choice>
          <mc:Fallback xmlns="">
            <p:pic>
              <p:nvPicPr>
                <p:cNvPr id="96" name="Ink 95">
                  <a:extLst>
                    <a:ext uri="{FF2B5EF4-FFF2-40B4-BE49-F238E27FC236}">
                      <a16:creationId xmlns:a16="http://schemas.microsoft.com/office/drawing/2014/main" id="{B0410651-EABC-9261-646F-B7790B517F4F}"/>
                    </a:ext>
                  </a:extLst>
                </p:cNvPr>
                <p:cNvPicPr/>
                <p:nvPr/>
              </p:nvPicPr>
              <p:blipFill>
                <a:blip r:embed="rId167"/>
                <a:stretch>
                  <a:fillRect/>
                </a:stretch>
              </p:blipFill>
              <p:spPr>
                <a:xfrm>
                  <a:off x="3470515" y="2967821"/>
                  <a:ext cx="161298" cy="1214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7" name="Ink 96">
                  <a:extLst>
                    <a:ext uri="{FF2B5EF4-FFF2-40B4-BE49-F238E27FC236}">
                      <a16:creationId xmlns:a16="http://schemas.microsoft.com/office/drawing/2014/main" id="{DAEA2905-292B-ED37-EB86-7430F3C19317}"/>
                    </a:ext>
                  </a:extLst>
                </p14:cNvPr>
                <p14:cNvContentPartPr/>
                <p14:nvPr/>
              </p14:nvContentPartPr>
              <p14:xfrm>
                <a:off x="3748173" y="2919884"/>
                <a:ext cx="30256" cy="137185"/>
              </p14:xfrm>
            </p:contentPart>
          </mc:Choice>
          <mc:Fallback xmlns="">
            <p:pic>
              <p:nvPicPr>
                <p:cNvPr id="97" name="Ink 96">
                  <a:extLst>
                    <a:ext uri="{FF2B5EF4-FFF2-40B4-BE49-F238E27FC236}">
                      <a16:creationId xmlns:a16="http://schemas.microsoft.com/office/drawing/2014/main" id="{DAEA2905-292B-ED37-EB86-7430F3C19317}"/>
                    </a:ext>
                  </a:extLst>
                </p:cNvPr>
                <p:cNvPicPr/>
                <p:nvPr/>
              </p:nvPicPr>
              <p:blipFill>
                <a:blip r:embed="rId169"/>
                <a:stretch>
                  <a:fillRect/>
                </a:stretch>
              </p:blipFill>
              <p:spPr>
                <a:xfrm>
                  <a:off x="3743851" y="2915563"/>
                  <a:ext cx="38901" cy="145827"/>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8" name="Ink 97">
                  <a:extLst>
                    <a:ext uri="{FF2B5EF4-FFF2-40B4-BE49-F238E27FC236}">
                      <a16:creationId xmlns:a16="http://schemas.microsoft.com/office/drawing/2014/main" id="{D92D9AD5-E923-215A-2649-D0850BCAB4C7}"/>
                    </a:ext>
                  </a:extLst>
                </p14:cNvPr>
                <p14:cNvContentPartPr/>
                <p14:nvPr/>
              </p14:nvContentPartPr>
              <p14:xfrm>
                <a:off x="3674939" y="2998620"/>
                <a:ext cx="155751" cy="1375"/>
              </p14:xfrm>
            </p:contentPart>
          </mc:Choice>
          <mc:Fallback xmlns="">
            <p:pic>
              <p:nvPicPr>
                <p:cNvPr id="98" name="Ink 97">
                  <a:extLst>
                    <a:ext uri="{FF2B5EF4-FFF2-40B4-BE49-F238E27FC236}">
                      <a16:creationId xmlns:a16="http://schemas.microsoft.com/office/drawing/2014/main" id="{D92D9AD5-E923-215A-2649-D0850BCAB4C7}"/>
                    </a:ext>
                  </a:extLst>
                </p:cNvPr>
                <p:cNvPicPr/>
                <p:nvPr/>
              </p:nvPicPr>
              <p:blipFill>
                <a:blip r:embed="rId171"/>
                <a:stretch>
                  <a:fillRect/>
                </a:stretch>
              </p:blipFill>
              <p:spPr>
                <a:xfrm>
                  <a:off x="3670613" y="2994495"/>
                  <a:ext cx="164404" cy="9625"/>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6E1AA624-F4EF-9A79-CEBF-E50B624AFB97}"/>
                    </a:ext>
                  </a:extLst>
                </p14:cNvPr>
                <p14:cNvContentPartPr/>
                <p14:nvPr/>
              </p14:nvContentPartPr>
              <p14:xfrm>
                <a:off x="3914926" y="2943608"/>
                <a:ext cx="112430" cy="383705"/>
              </p14:xfrm>
            </p:contentPart>
          </mc:Choice>
          <mc:Fallback xmlns="">
            <p:pic>
              <p:nvPicPr>
                <p:cNvPr id="104" name="Ink 103">
                  <a:extLst>
                    <a:ext uri="{FF2B5EF4-FFF2-40B4-BE49-F238E27FC236}">
                      <a16:creationId xmlns:a16="http://schemas.microsoft.com/office/drawing/2014/main" id="{6E1AA624-F4EF-9A79-CEBF-E50B624AFB97}"/>
                    </a:ext>
                  </a:extLst>
                </p:cNvPr>
                <p:cNvPicPr/>
                <p:nvPr/>
              </p:nvPicPr>
              <p:blipFill>
                <a:blip r:embed="rId173"/>
                <a:stretch>
                  <a:fillRect/>
                </a:stretch>
              </p:blipFill>
              <p:spPr>
                <a:xfrm>
                  <a:off x="3910602" y="2939289"/>
                  <a:ext cx="121078" cy="392344"/>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7EB40F91-3428-A4B5-4C71-06F3DEA829FC}"/>
                    </a:ext>
                  </a:extLst>
                </p14:cNvPr>
                <p14:cNvContentPartPr/>
                <p14:nvPr/>
              </p14:nvContentPartPr>
              <p14:xfrm>
                <a:off x="4010165" y="2809862"/>
                <a:ext cx="13409" cy="47447"/>
              </p14:xfrm>
            </p:contentPart>
          </mc:Choice>
          <mc:Fallback xmlns="">
            <p:pic>
              <p:nvPicPr>
                <p:cNvPr id="105" name="Ink 104">
                  <a:extLst>
                    <a:ext uri="{FF2B5EF4-FFF2-40B4-BE49-F238E27FC236}">
                      <a16:creationId xmlns:a16="http://schemas.microsoft.com/office/drawing/2014/main" id="{7EB40F91-3428-A4B5-4C71-06F3DEA829FC}"/>
                    </a:ext>
                  </a:extLst>
                </p:cNvPr>
                <p:cNvPicPr/>
                <p:nvPr/>
              </p:nvPicPr>
              <p:blipFill>
                <a:blip r:embed="rId175"/>
                <a:stretch>
                  <a:fillRect/>
                </a:stretch>
              </p:blipFill>
              <p:spPr>
                <a:xfrm>
                  <a:off x="4005931" y="2805549"/>
                  <a:ext cx="21878" cy="56074"/>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1" name="Ink 100">
                  <a:extLst>
                    <a:ext uri="{FF2B5EF4-FFF2-40B4-BE49-F238E27FC236}">
                      <a16:creationId xmlns:a16="http://schemas.microsoft.com/office/drawing/2014/main" id="{14EE4F4D-DD91-0841-C468-EE0B6683EF0E}"/>
                    </a:ext>
                  </a:extLst>
                </p14:cNvPr>
                <p14:cNvContentPartPr/>
                <p14:nvPr/>
              </p14:nvContentPartPr>
              <p14:xfrm>
                <a:off x="4294849" y="2920916"/>
                <a:ext cx="118618" cy="8596"/>
              </p14:xfrm>
            </p:contentPart>
          </mc:Choice>
          <mc:Fallback xmlns="">
            <p:pic>
              <p:nvPicPr>
                <p:cNvPr id="101" name="Ink 100">
                  <a:extLst>
                    <a:ext uri="{FF2B5EF4-FFF2-40B4-BE49-F238E27FC236}">
                      <a16:creationId xmlns:a16="http://schemas.microsoft.com/office/drawing/2014/main" id="{14EE4F4D-DD91-0841-C468-EE0B6683EF0E}"/>
                    </a:ext>
                  </a:extLst>
                </p:cNvPr>
                <p:cNvPicPr/>
                <p:nvPr/>
              </p:nvPicPr>
              <p:blipFill>
                <a:blip r:embed="rId177"/>
                <a:stretch>
                  <a:fillRect/>
                </a:stretch>
              </p:blipFill>
              <p:spPr>
                <a:xfrm>
                  <a:off x="4290523" y="2916618"/>
                  <a:ext cx="127271" cy="17192"/>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2" name="Ink 101">
                  <a:extLst>
                    <a:ext uri="{FF2B5EF4-FFF2-40B4-BE49-F238E27FC236}">
                      <a16:creationId xmlns:a16="http://schemas.microsoft.com/office/drawing/2014/main" id="{B6C42FBC-EE80-1653-1876-929FF65711A8}"/>
                    </a:ext>
                  </a:extLst>
                </p14:cNvPr>
                <p14:cNvContentPartPr/>
                <p14:nvPr/>
              </p14:nvContentPartPr>
              <p14:xfrm>
                <a:off x="4293818" y="2994494"/>
                <a:ext cx="113805" cy="11690"/>
              </p14:xfrm>
            </p:contentPart>
          </mc:Choice>
          <mc:Fallback xmlns="">
            <p:pic>
              <p:nvPicPr>
                <p:cNvPr id="102" name="Ink 101">
                  <a:extLst>
                    <a:ext uri="{FF2B5EF4-FFF2-40B4-BE49-F238E27FC236}">
                      <a16:creationId xmlns:a16="http://schemas.microsoft.com/office/drawing/2014/main" id="{B6C42FBC-EE80-1653-1876-929FF65711A8}"/>
                    </a:ext>
                  </a:extLst>
                </p:cNvPr>
                <p:cNvPicPr/>
                <p:nvPr/>
              </p:nvPicPr>
              <p:blipFill>
                <a:blip r:embed="rId179"/>
                <a:stretch>
                  <a:fillRect/>
                </a:stretch>
              </p:blipFill>
              <p:spPr>
                <a:xfrm>
                  <a:off x="4289483" y="2990110"/>
                  <a:ext cx="122476" cy="20458"/>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 name="Ink 106">
                  <a:extLst>
                    <a:ext uri="{FF2B5EF4-FFF2-40B4-BE49-F238E27FC236}">
                      <a16:creationId xmlns:a16="http://schemas.microsoft.com/office/drawing/2014/main" id="{BD1B76EA-6ED8-92DB-EF3B-8549520FD943}"/>
                    </a:ext>
                  </a:extLst>
                </p14:cNvPr>
                <p14:cNvContentPartPr/>
                <p14:nvPr/>
              </p14:nvContentPartPr>
              <p14:xfrm>
                <a:off x="4609446" y="2906819"/>
                <a:ext cx="128245" cy="114493"/>
              </p14:xfrm>
            </p:contentPart>
          </mc:Choice>
          <mc:Fallback xmlns="">
            <p:pic>
              <p:nvPicPr>
                <p:cNvPr id="107" name="Ink 106">
                  <a:extLst>
                    <a:ext uri="{FF2B5EF4-FFF2-40B4-BE49-F238E27FC236}">
                      <a16:creationId xmlns:a16="http://schemas.microsoft.com/office/drawing/2014/main" id="{BD1B76EA-6ED8-92DB-EF3B-8549520FD943}"/>
                    </a:ext>
                  </a:extLst>
                </p:cNvPr>
                <p:cNvPicPr/>
                <p:nvPr/>
              </p:nvPicPr>
              <p:blipFill>
                <a:blip r:embed="rId181"/>
                <a:stretch>
                  <a:fillRect/>
                </a:stretch>
              </p:blipFill>
              <p:spPr>
                <a:xfrm>
                  <a:off x="4605111" y="2902485"/>
                  <a:ext cx="136915" cy="123161"/>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8" name="Ink 107">
                  <a:extLst>
                    <a:ext uri="{FF2B5EF4-FFF2-40B4-BE49-F238E27FC236}">
                      <a16:creationId xmlns:a16="http://schemas.microsoft.com/office/drawing/2014/main" id="{76B9AB09-CD9C-8B16-FCAC-F74F255B071B}"/>
                    </a:ext>
                  </a:extLst>
                </p14:cNvPr>
                <p14:cNvContentPartPr/>
                <p14:nvPr/>
              </p14:nvContentPartPr>
              <p14:xfrm>
                <a:off x="4687149" y="2771697"/>
                <a:ext cx="21661" cy="33007"/>
              </p14:xfrm>
            </p:contentPart>
          </mc:Choice>
          <mc:Fallback xmlns="">
            <p:pic>
              <p:nvPicPr>
                <p:cNvPr id="108" name="Ink 107">
                  <a:extLst>
                    <a:ext uri="{FF2B5EF4-FFF2-40B4-BE49-F238E27FC236}">
                      <a16:creationId xmlns:a16="http://schemas.microsoft.com/office/drawing/2014/main" id="{76B9AB09-CD9C-8B16-FCAC-F74F255B071B}"/>
                    </a:ext>
                  </a:extLst>
                </p:cNvPr>
                <p:cNvPicPr/>
                <p:nvPr/>
              </p:nvPicPr>
              <p:blipFill>
                <a:blip r:embed="rId183"/>
                <a:stretch>
                  <a:fillRect/>
                </a:stretch>
              </p:blipFill>
              <p:spPr>
                <a:xfrm>
                  <a:off x="4682888" y="2767392"/>
                  <a:ext cx="30183" cy="41618"/>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9" name="Ink 108">
                  <a:extLst>
                    <a:ext uri="{FF2B5EF4-FFF2-40B4-BE49-F238E27FC236}">
                      <a16:creationId xmlns:a16="http://schemas.microsoft.com/office/drawing/2014/main" id="{F0175FC5-15B6-08A2-B662-862392347541}"/>
                    </a:ext>
                  </a:extLst>
                </p14:cNvPr>
                <p14:cNvContentPartPr/>
                <p14:nvPr/>
              </p14:nvContentPartPr>
              <p14:xfrm>
                <a:off x="4917854" y="2815707"/>
                <a:ext cx="13065" cy="157126"/>
              </p14:xfrm>
            </p:contentPart>
          </mc:Choice>
          <mc:Fallback xmlns="">
            <p:pic>
              <p:nvPicPr>
                <p:cNvPr id="109" name="Ink 108">
                  <a:extLst>
                    <a:ext uri="{FF2B5EF4-FFF2-40B4-BE49-F238E27FC236}">
                      <a16:creationId xmlns:a16="http://schemas.microsoft.com/office/drawing/2014/main" id="{F0175FC5-15B6-08A2-B662-862392347541}"/>
                    </a:ext>
                  </a:extLst>
                </p:cNvPr>
                <p:cNvPicPr/>
                <p:nvPr/>
              </p:nvPicPr>
              <p:blipFill>
                <a:blip r:embed="rId185"/>
                <a:stretch>
                  <a:fillRect/>
                </a:stretch>
              </p:blipFill>
              <p:spPr>
                <a:xfrm>
                  <a:off x="4913499" y="2811392"/>
                  <a:ext cx="21775" cy="165755"/>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0" name="Ink 109">
                  <a:extLst>
                    <a:ext uri="{FF2B5EF4-FFF2-40B4-BE49-F238E27FC236}">
                      <a16:creationId xmlns:a16="http://schemas.microsoft.com/office/drawing/2014/main" id="{184AF67E-FBCF-136B-1042-A0A40C831F8A}"/>
                    </a:ext>
                  </a:extLst>
                </p14:cNvPr>
                <p14:cNvContentPartPr/>
                <p14:nvPr/>
              </p14:nvContentPartPr>
              <p14:xfrm>
                <a:off x="4880033" y="2895473"/>
                <a:ext cx="114836" cy="11690"/>
              </p14:xfrm>
            </p:contentPart>
          </mc:Choice>
          <mc:Fallback xmlns="">
            <p:pic>
              <p:nvPicPr>
                <p:cNvPr id="110" name="Ink 109">
                  <a:extLst>
                    <a:ext uri="{FF2B5EF4-FFF2-40B4-BE49-F238E27FC236}">
                      <a16:creationId xmlns:a16="http://schemas.microsoft.com/office/drawing/2014/main" id="{184AF67E-FBCF-136B-1042-A0A40C831F8A}"/>
                    </a:ext>
                  </a:extLst>
                </p:cNvPr>
                <p:cNvPicPr/>
                <p:nvPr/>
              </p:nvPicPr>
              <p:blipFill>
                <a:blip r:embed="rId187"/>
                <a:stretch>
                  <a:fillRect/>
                </a:stretch>
              </p:blipFill>
              <p:spPr>
                <a:xfrm>
                  <a:off x="4875713" y="2891089"/>
                  <a:ext cx="123476" cy="20458"/>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1" name="Ink 110">
                  <a:extLst>
                    <a:ext uri="{FF2B5EF4-FFF2-40B4-BE49-F238E27FC236}">
                      <a16:creationId xmlns:a16="http://schemas.microsoft.com/office/drawing/2014/main" id="{FF0AE70D-0A68-880D-02EC-EFA36914C602}"/>
                    </a:ext>
                  </a:extLst>
                </p14:cNvPr>
                <p14:cNvContentPartPr/>
                <p14:nvPr/>
              </p14:nvContentPartPr>
              <p14:xfrm>
                <a:off x="5169187" y="2727001"/>
                <a:ext cx="4470" cy="273338"/>
              </p14:xfrm>
            </p:contentPart>
          </mc:Choice>
          <mc:Fallback xmlns="">
            <p:pic>
              <p:nvPicPr>
                <p:cNvPr id="111" name="Ink 110">
                  <a:extLst>
                    <a:ext uri="{FF2B5EF4-FFF2-40B4-BE49-F238E27FC236}">
                      <a16:creationId xmlns:a16="http://schemas.microsoft.com/office/drawing/2014/main" id="{FF0AE70D-0A68-880D-02EC-EFA36914C602}"/>
                    </a:ext>
                  </a:extLst>
                </p:cNvPr>
                <p:cNvPicPr/>
                <p:nvPr/>
              </p:nvPicPr>
              <p:blipFill>
                <a:blip r:embed="rId189"/>
                <a:stretch>
                  <a:fillRect/>
                </a:stretch>
              </p:blipFill>
              <p:spPr>
                <a:xfrm>
                  <a:off x="5164717" y="2722679"/>
                  <a:ext cx="13410" cy="281981"/>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3" name="Ink 112">
                  <a:extLst>
                    <a:ext uri="{FF2B5EF4-FFF2-40B4-BE49-F238E27FC236}">
                      <a16:creationId xmlns:a16="http://schemas.microsoft.com/office/drawing/2014/main" id="{5BF099D0-88A0-0629-9A1B-601B8D5EE986}"/>
                    </a:ext>
                  </a:extLst>
                </p14:cNvPr>
                <p14:cNvContentPartPr/>
                <p14:nvPr/>
              </p14:nvContentPartPr>
              <p14:xfrm>
                <a:off x="5412269" y="2853871"/>
                <a:ext cx="25099" cy="33695"/>
              </p14:xfrm>
            </p:contentPart>
          </mc:Choice>
          <mc:Fallback xmlns="">
            <p:pic>
              <p:nvPicPr>
                <p:cNvPr id="113" name="Ink 112">
                  <a:extLst>
                    <a:ext uri="{FF2B5EF4-FFF2-40B4-BE49-F238E27FC236}">
                      <a16:creationId xmlns:a16="http://schemas.microsoft.com/office/drawing/2014/main" id="{5BF099D0-88A0-0629-9A1B-601B8D5EE986}"/>
                    </a:ext>
                  </a:extLst>
                </p:cNvPr>
                <p:cNvPicPr/>
                <p:nvPr/>
              </p:nvPicPr>
              <p:blipFill>
                <a:blip r:embed="rId191"/>
                <a:stretch>
                  <a:fillRect/>
                </a:stretch>
              </p:blipFill>
              <p:spPr>
                <a:xfrm>
                  <a:off x="5408027" y="2849570"/>
                  <a:ext cx="33583" cy="42298"/>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4" name="Ink 113">
                  <a:extLst>
                    <a:ext uri="{FF2B5EF4-FFF2-40B4-BE49-F238E27FC236}">
                      <a16:creationId xmlns:a16="http://schemas.microsoft.com/office/drawing/2014/main" id="{AC8CADD4-9245-EE85-0B52-FE49980CFE1E}"/>
                    </a:ext>
                  </a:extLst>
                </p14:cNvPr>
                <p14:cNvContentPartPr/>
                <p14:nvPr/>
              </p14:nvContentPartPr>
              <p14:xfrm>
                <a:off x="5336628" y="3021999"/>
                <a:ext cx="119306" cy="194947"/>
              </p14:xfrm>
            </p:contentPart>
          </mc:Choice>
          <mc:Fallback xmlns="">
            <p:pic>
              <p:nvPicPr>
                <p:cNvPr id="114" name="Ink 113">
                  <a:extLst>
                    <a:ext uri="{FF2B5EF4-FFF2-40B4-BE49-F238E27FC236}">
                      <a16:creationId xmlns:a16="http://schemas.microsoft.com/office/drawing/2014/main" id="{AC8CADD4-9245-EE85-0B52-FE49980CFE1E}"/>
                    </a:ext>
                  </a:extLst>
                </p:cNvPr>
                <p:cNvPicPr/>
                <p:nvPr/>
              </p:nvPicPr>
              <p:blipFill>
                <a:blip r:embed="rId193"/>
                <a:stretch>
                  <a:fillRect/>
                </a:stretch>
              </p:blipFill>
              <p:spPr>
                <a:xfrm>
                  <a:off x="5332303" y="3017683"/>
                  <a:ext cx="127957" cy="203579"/>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5" name="Ink 114">
                  <a:extLst>
                    <a:ext uri="{FF2B5EF4-FFF2-40B4-BE49-F238E27FC236}">
                      <a16:creationId xmlns:a16="http://schemas.microsoft.com/office/drawing/2014/main" id="{A642C533-84CE-2E4D-E5EB-599037A22BA6}"/>
                    </a:ext>
                  </a:extLst>
                </p14:cNvPr>
                <p14:cNvContentPartPr/>
                <p14:nvPr/>
              </p14:nvContentPartPr>
              <p14:xfrm>
                <a:off x="5811446" y="2945327"/>
                <a:ext cx="102115" cy="406053"/>
              </p14:xfrm>
            </p:contentPart>
          </mc:Choice>
          <mc:Fallback xmlns="">
            <p:pic>
              <p:nvPicPr>
                <p:cNvPr id="115" name="Ink 114">
                  <a:extLst>
                    <a:ext uri="{FF2B5EF4-FFF2-40B4-BE49-F238E27FC236}">
                      <a16:creationId xmlns:a16="http://schemas.microsoft.com/office/drawing/2014/main" id="{A642C533-84CE-2E4D-E5EB-599037A22BA6}"/>
                    </a:ext>
                  </a:extLst>
                </p:cNvPr>
                <p:cNvPicPr/>
                <p:nvPr/>
              </p:nvPicPr>
              <p:blipFill>
                <a:blip r:embed="rId195"/>
                <a:stretch>
                  <a:fillRect/>
                </a:stretch>
              </p:blipFill>
              <p:spPr>
                <a:xfrm>
                  <a:off x="5807131" y="2941003"/>
                  <a:ext cx="110744" cy="4147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6" name="Ink 115">
                  <a:extLst>
                    <a:ext uri="{FF2B5EF4-FFF2-40B4-BE49-F238E27FC236}">
                      <a16:creationId xmlns:a16="http://schemas.microsoft.com/office/drawing/2014/main" id="{F1D4DAC8-9CA8-1A1B-5A77-422910FA9B03}"/>
                    </a:ext>
                  </a:extLst>
                </p14:cNvPr>
                <p14:cNvContentPartPr/>
                <p14:nvPr/>
              </p14:nvContentPartPr>
              <p14:xfrm>
                <a:off x="5882961" y="2856621"/>
                <a:ext cx="17191" cy="24755"/>
              </p14:xfrm>
            </p:contentPart>
          </mc:Choice>
          <mc:Fallback xmlns="">
            <p:pic>
              <p:nvPicPr>
                <p:cNvPr id="116" name="Ink 115">
                  <a:extLst>
                    <a:ext uri="{FF2B5EF4-FFF2-40B4-BE49-F238E27FC236}">
                      <a16:creationId xmlns:a16="http://schemas.microsoft.com/office/drawing/2014/main" id="{F1D4DAC8-9CA8-1A1B-5A77-422910FA9B03}"/>
                    </a:ext>
                  </a:extLst>
                </p:cNvPr>
                <p:cNvPicPr/>
                <p:nvPr/>
              </p:nvPicPr>
              <p:blipFill>
                <a:blip r:embed="rId197"/>
                <a:stretch>
                  <a:fillRect/>
                </a:stretch>
              </p:blipFill>
              <p:spPr>
                <a:xfrm>
                  <a:off x="5878663" y="2852316"/>
                  <a:ext cx="25787" cy="33365"/>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7" name="Ink 116">
                  <a:extLst>
                    <a:ext uri="{FF2B5EF4-FFF2-40B4-BE49-F238E27FC236}">
                      <a16:creationId xmlns:a16="http://schemas.microsoft.com/office/drawing/2014/main" id="{01AEEC6B-48DE-556A-4CE5-7A2D638802F9}"/>
                    </a:ext>
                  </a:extLst>
                </p14:cNvPr>
                <p14:cNvContentPartPr/>
                <p14:nvPr/>
              </p14:nvContentPartPr>
              <p14:xfrm>
                <a:off x="6054871" y="2847338"/>
                <a:ext cx="242738" cy="198385"/>
              </p14:xfrm>
            </p:contentPart>
          </mc:Choice>
          <mc:Fallback xmlns="">
            <p:pic>
              <p:nvPicPr>
                <p:cNvPr id="117" name="Ink 116">
                  <a:extLst>
                    <a:ext uri="{FF2B5EF4-FFF2-40B4-BE49-F238E27FC236}">
                      <a16:creationId xmlns:a16="http://schemas.microsoft.com/office/drawing/2014/main" id="{01AEEC6B-48DE-556A-4CE5-7A2D638802F9}"/>
                    </a:ext>
                  </a:extLst>
                </p:cNvPr>
                <p:cNvPicPr/>
                <p:nvPr/>
              </p:nvPicPr>
              <p:blipFill>
                <a:blip r:embed="rId199"/>
                <a:stretch>
                  <a:fillRect/>
                </a:stretch>
              </p:blipFill>
              <p:spPr>
                <a:xfrm>
                  <a:off x="6050549" y="2843017"/>
                  <a:ext cx="251381" cy="207026"/>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9" name="Ink 118">
                  <a:extLst>
                    <a:ext uri="{FF2B5EF4-FFF2-40B4-BE49-F238E27FC236}">
                      <a16:creationId xmlns:a16="http://schemas.microsoft.com/office/drawing/2014/main" id="{0BFE137F-4C56-3769-57B7-9B07780D67F4}"/>
                    </a:ext>
                  </a:extLst>
                </p14:cNvPr>
                <p14:cNvContentPartPr/>
                <p14:nvPr/>
              </p14:nvContentPartPr>
              <p14:xfrm>
                <a:off x="6504246" y="2862810"/>
                <a:ext cx="259929" cy="150594"/>
              </p14:xfrm>
            </p:contentPart>
          </mc:Choice>
          <mc:Fallback xmlns="">
            <p:pic>
              <p:nvPicPr>
                <p:cNvPr id="119" name="Ink 118">
                  <a:extLst>
                    <a:ext uri="{FF2B5EF4-FFF2-40B4-BE49-F238E27FC236}">
                      <a16:creationId xmlns:a16="http://schemas.microsoft.com/office/drawing/2014/main" id="{0BFE137F-4C56-3769-57B7-9B07780D67F4}"/>
                    </a:ext>
                  </a:extLst>
                </p:cNvPr>
                <p:cNvPicPr/>
                <p:nvPr/>
              </p:nvPicPr>
              <p:blipFill>
                <a:blip r:embed="rId201"/>
                <a:stretch>
                  <a:fillRect/>
                </a:stretch>
              </p:blipFill>
              <p:spPr>
                <a:xfrm>
                  <a:off x="6499926" y="2858487"/>
                  <a:ext cx="268569" cy="159241"/>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0" name="Ink 119">
                  <a:extLst>
                    <a:ext uri="{FF2B5EF4-FFF2-40B4-BE49-F238E27FC236}">
                      <a16:creationId xmlns:a16="http://schemas.microsoft.com/office/drawing/2014/main" id="{E3196654-BF0F-BE1B-A776-7174ED6A7DDD}"/>
                    </a:ext>
                  </a:extLst>
                </p14:cNvPr>
                <p14:cNvContentPartPr/>
                <p14:nvPr/>
              </p14:nvContentPartPr>
              <p14:xfrm>
                <a:off x="6898266" y="2867967"/>
                <a:ext cx="15816" cy="33007"/>
              </p14:xfrm>
            </p:contentPart>
          </mc:Choice>
          <mc:Fallback xmlns="">
            <p:pic>
              <p:nvPicPr>
                <p:cNvPr id="120" name="Ink 119">
                  <a:extLst>
                    <a:ext uri="{FF2B5EF4-FFF2-40B4-BE49-F238E27FC236}">
                      <a16:creationId xmlns:a16="http://schemas.microsoft.com/office/drawing/2014/main" id="{E3196654-BF0F-BE1B-A776-7174ED6A7DDD}"/>
                    </a:ext>
                  </a:extLst>
                </p:cNvPr>
                <p:cNvPicPr/>
                <p:nvPr/>
              </p:nvPicPr>
              <p:blipFill>
                <a:blip r:embed="rId203"/>
                <a:stretch>
                  <a:fillRect/>
                </a:stretch>
              </p:blipFill>
              <p:spPr>
                <a:xfrm>
                  <a:off x="6893852" y="2863662"/>
                  <a:ext cx="24644" cy="41618"/>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1" name="Ink 120">
                  <a:extLst>
                    <a:ext uri="{FF2B5EF4-FFF2-40B4-BE49-F238E27FC236}">
                      <a16:creationId xmlns:a16="http://schemas.microsoft.com/office/drawing/2014/main" id="{FAB7CFA1-3EC8-57F9-688A-78FA64145BE6}"/>
                    </a:ext>
                  </a:extLst>
                </p14:cNvPr>
                <p14:cNvContentPartPr/>
                <p14:nvPr/>
              </p14:nvContentPartPr>
              <p14:xfrm>
                <a:off x="6758330" y="3125146"/>
                <a:ext cx="167785" cy="202511"/>
              </p14:xfrm>
            </p:contentPart>
          </mc:Choice>
          <mc:Fallback xmlns="">
            <p:pic>
              <p:nvPicPr>
                <p:cNvPr id="121" name="Ink 120">
                  <a:extLst>
                    <a:ext uri="{FF2B5EF4-FFF2-40B4-BE49-F238E27FC236}">
                      <a16:creationId xmlns:a16="http://schemas.microsoft.com/office/drawing/2014/main" id="{FAB7CFA1-3EC8-57F9-688A-78FA64145BE6}"/>
                    </a:ext>
                  </a:extLst>
                </p:cNvPr>
                <p:cNvPicPr/>
                <p:nvPr/>
              </p:nvPicPr>
              <p:blipFill>
                <a:blip r:embed="rId205"/>
                <a:stretch>
                  <a:fillRect/>
                </a:stretch>
              </p:blipFill>
              <p:spPr>
                <a:xfrm>
                  <a:off x="6754009" y="3120830"/>
                  <a:ext cx="176426" cy="211144"/>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2" name="Ink 121">
                  <a:extLst>
                    <a:ext uri="{FF2B5EF4-FFF2-40B4-BE49-F238E27FC236}">
                      <a16:creationId xmlns:a16="http://schemas.microsoft.com/office/drawing/2014/main" id="{C7DEB3BA-B15F-7D92-DB70-80B01703FD88}"/>
                    </a:ext>
                  </a:extLst>
                </p14:cNvPr>
                <p14:cNvContentPartPr/>
                <p14:nvPr/>
              </p14:nvContentPartPr>
              <p14:xfrm>
                <a:off x="7183981" y="2906819"/>
                <a:ext cx="164003" cy="319410"/>
              </p14:xfrm>
            </p:contentPart>
          </mc:Choice>
          <mc:Fallback xmlns="">
            <p:pic>
              <p:nvPicPr>
                <p:cNvPr id="122" name="Ink 121">
                  <a:extLst>
                    <a:ext uri="{FF2B5EF4-FFF2-40B4-BE49-F238E27FC236}">
                      <a16:creationId xmlns:a16="http://schemas.microsoft.com/office/drawing/2014/main" id="{C7DEB3BA-B15F-7D92-DB70-80B01703FD88}"/>
                    </a:ext>
                  </a:extLst>
                </p:cNvPr>
                <p:cNvPicPr/>
                <p:nvPr/>
              </p:nvPicPr>
              <p:blipFill>
                <a:blip r:embed="rId207"/>
                <a:stretch>
                  <a:fillRect/>
                </a:stretch>
              </p:blipFill>
              <p:spPr>
                <a:xfrm>
                  <a:off x="7179665" y="2902498"/>
                  <a:ext cx="172635" cy="328052"/>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3" name="Ink 122">
                  <a:extLst>
                    <a:ext uri="{FF2B5EF4-FFF2-40B4-BE49-F238E27FC236}">
                      <a16:creationId xmlns:a16="http://schemas.microsoft.com/office/drawing/2014/main" id="{91B811C4-0F03-B797-42EE-00BBC81FA475}"/>
                    </a:ext>
                  </a:extLst>
                </p14:cNvPr>
                <p14:cNvContentPartPr/>
                <p14:nvPr/>
              </p14:nvContentPartPr>
              <p14:xfrm>
                <a:off x="7316009" y="2795421"/>
                <a:ext cx="9627" cy="15816"/>
              </p14:xfrm>
            </p:contentPart>
          </mc:Choice>
          <mc:Fallback xmlns="">
            <p:pic>
              <p:nvPicPr>
                <p:cNvPr id="123" name="Ink 122">
                  <a:extLst>
                    <a:ext uri="{FF2B5EF4-FFF2-40B4-BE49-F238E27FC236}">
                      <a16:creationId xmlns:a16="http://schemas.microsoft.com/office/drawing/2014/main" id="{91B811C4-0F03-B797-42EE-00BBC81FA475}"/>
                    </a:ext>
                  </a:extLst>
                </p:cNvPr>
                <p:cNvPicPr/>
                <p:nvPr/>
              </p:nvPicPr>
              <p:blipFill>
                <a:blip r:embed="rId209"/>
                <a:stretch>
                  <a:fillRect/>
                </a:stretch>
              </p:blipFill>
              <p:spPr>
                <a:xfrm>
                  <a:off x="7311566" y="2791108"/>
                  <a:ext cx="18513" cy="24443"/>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4" name="Ink 123">
                  <a:extLst>
                    <a:ext uri="{FF2B5EF4-FFF2-40B4-BE49-F238E27FC236}">
                      <a16:creationId xmlns:a16="http://schemas.microsoft.com/office/drawing/2014/main" id="{E845CEA7-5CDF-821C-FA88-002B896176F1}"/>
                    </a:ext>
                  </a:extLst>
                </p14:cNvPr>
                <p14:cNvContentPartPr/>
                <p14:nvPr/>
              </p14:nvContentPartPr>
              <p14:xfrm>
                <a:off x="7484481" y="2852495"/>
                <a:ext cx="8596" cy="145780"/>
              </p14:xfrm>
            </p:contentPart>
          </mc:Choice>
          <mc:Fallback xmlns="">
            <p:pic>
              <p:nvPicPr>
                <p:cNvPr id="124" name="Ink 123">
                  <a:extLst>
                    <a:ext uri="{FF2B5EF4-FFF2-40B4-BE49-F238E27FC236}">
                      <a16:creationId xmlns:a16="http://schemas.microsoft.com/office/drawing/2014/main" id="{E845CEA7-5CDF-821C-FA88-002B896176F1}"/>
                    </a:ext>
                  </a:extLst>
                </p:cNvPr>
                <p:cNvPicPr/>
                <p:nvPr/>
              </p:nvPicPr>
              <p:blipFill>
                <a:blip r:embed="rId211"/>
                <a:stretch>
                  <a:fillRect/>
                </a:stretch>
              </p:blipFill>
              <p:spPr>
                <a:xfrm>
                  <a:off x="7480183" y="2848176"/>
                  <a:ext cx="17192" cy="154419"/>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5" name="Ink 124">
                  <a:extLst>
                    <a:ext uri="{FF2B5EF4-FFF2-40B4-BE49-F238E27FC236}">
                      <a16:creationId xmlns:a16="http://schemas.microsoft.com/office/drawing/2014/main" id="{07BCE0E9-5E15-6256-3520-02C80606A127}"/>
                    </a:ext>
                  </a:extLst>
                </p14:cNvPr>
                <p14:cNvContentPartPr/>
                <p14:nvPr/>
              </p14:nvContentPartPr>
              <p14:xfrm>
                <a:off x="7427407" y="2914727"/>
                <a:ext cx="96270" cy="27850"/>
              </p14:xfrm>
            </p:contentPart>
          </mc:Choice>
          <mc:Fallback xmlns="">
            <p:pic>
              <p:nvPicPr>
                <p:cNvPr id="125" name="Ink 124">
                  <a:extLst>
                    <a:ext uri="{FF2B5EF4-FFF2-40B4-BE49-F238E27FC236}">
                      <a16:creationId xmlns:a16="http://schemas.microsoft.com/office/drawing/2014/main" id="{07BCE0E9-5E15-6256-3520-02C80606A127}"/>
                    </a:ext>
                  </a:extLst>
                </p:cNvPr>
                <p:cNvPicPr/>
                <p:nvPr/>
              </p:nvPicPr>
              <p:blipFill>
                <a:blip r:embed="rId213"/>
                <a:stretch>
                  <a:fillRect/>
                </a:stretch>
              </p:blipFill>
              <p:spPr>
                <a:xfrm>
                  <a:off x="7423096" y="2910387"/>
                  <a:ext cx="104891" cy="36531"/>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6" name="Ink 125">
                  <a:extLst>
                    <a:ext uri="{FF2B5EF4-FFF2-40B4-BE49-F238E27FC236}">
                      <a16:creationId xmlns:a16="http://schemas.microsoft.com/office/drawing/2014/main" id="{EAF8A314-93AF-97B9-B011-3D19749334A4}"/>
                    </a:ext>
                  </a:extLst>
                </p14:cNvPr>
                <p14:cNvContentPartPr/>
                <p14:nvPr/>
              </p14:nvContentPartPr>
              <p14:xfrm>
                <a:off x="7628543" y="2866936"/>
                <a:ext cx="25787" cy="138904"/>
              </p14:xfrm>
            </p:contentPart>
          </mc:Choice>
          <mc:Fallback xmlns="">
            <p:pic>
              <p:nvPicPr>
                <p:cNvPr id="126" name="Ink 125">
                  <a:extLst>
                    <a:ext uri="{FF2B5EF4-FFF2-40B4-BE49-F238E27FC236}">
                      <a16:creationId xmlns:a16="http://schemas.microsoft.com/office/drawing/2014/main" id="{EAF8A314-93AF-97B9-B011-3D19749334A4}"/>
                    </a:ext>
                  </a:extLst>
                </p:cNvPr>
                <p:cNvPicPr/>
                <p:nvPr/>
              </p:nvPicPr>
              <p:blipFill>
                <a:blip r:embed="rId215"/>
                <a:stretch>
                  <a:fillRect/>
                </a:stretch>
              </p:blipFill>
              <p:spPr>
                <a:xfrm>
                  <a:off x="7624185" y="2862618"/>
                  <a:ext cx="34504" cy="147541"/>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7" name="Ink 126">
                  <a:extLst>
                    <a:ext uri="{FF2B5EF4-FFF2-40B4-BE49-F238E27FC236}">
                      <a16:creationId xmlns:a16="http://schemas.microsoft.com/office/drawing/2014/main" id="{A9A114DF-E545-5C95-AE88-70BE574540FC}"/>
                    </a:ext>
                  </a:extLst>
                </p14:cNvPr>
                <p14:cNvContentPartPr/>
                <p14:nvPr/>
              </p14:nvContentPartPr>
              <p14:xfrm>
                <a:off x="7576625" y="2933293"/>
                <a:ext cx="153001" cy="22692"/>
              </p14:xfrm>
            </p:contentPart>
          </mc:Choice>
          <mc:Fallback xmlns="">
            <p:pic>
              <p:nvPicPr>
                <p:cNvPr id="127" name="Ink 126">
                  <a:extLst>
                    <a:ext uri="{FF2B5EF4-FFF2-40B4-BE49-F238E27FC236}">
                      <a16:creationId xmlns:a16="http://schemas.microsoft.com/office/drawing/2014/main" id="{A9A114DF-E545-5C95-AE88-70BE574540FC}"/>
                    </a:ext>
                  </a:extLst>
                </p:cNvPr>
                <p:cNvPicPr/>
                <p:nvPr/>
              </p:nvPicPr>
              <p:blipFill>
                <a:blip r:embed="rId217"/>
                <a:stretch>
                  <a:fillRect/>
                </a:stretch>
              </p:blipFill>
              <p:spPr>
                <a:xfrm>
                  <a:off x="7572305" y="2929038"/>
                  <a:ext cx="161641" cy="31202"/>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8" name="Ink 127">
                  <a:extLst>
                    <a:ext uri="{FF2B5EF4-FFF2-40B4-BE49-F238E27FC236}">
                      <a16:creationId xmlns:a16="http://schemas.microsoft.com/office/drawing/2014/main" id="{B51E7D1B-B850-49DD-E15D-6694A0AC4404}"/>
                    </a:ext>
                  </a:extLst>
                </p14:cNvPr>
                <p14:cNvContentPartPr/>
                <p14:nvPr/>
              </p14:nvContentPartPr>
              <p14:xfrm>
                <a:off x="7813519" y="2669926"/>
                <a:ext cx="201823" cy="500948"/>
              </p14:xfrm>
            </p:contentPart>
          </mc:Choice>
          <mc:Fallback xmlns="">
            <p:pic>
              <p:nvPicPr>
                <p:cNvPr id="128" name="Ink 127">
                  <a:extLst>
                    <a:ext uri="{FF2B5EF4-FFF2-40B4-BE49-F238E27FC236}">
                      <a16:creationId xmlns:a16="http://schemas.microsoft.com/office/drawing/2014/main" id="{B51E7D1B-B850-49DD-E15D-6694A0AC4404}"/>
                    </a:ext>
                  </a:extLst>
                </p:cNvPr>
                <p:cNvPicPr/>
                <p:nvPr/>
              </p:nvPicPr>
              <p:blipFill>
                <a:blip r:embed="rId219"/>
                <a:stretch>
                  <a:fillRect/>
                </a:stretch>
              </p:blipFill>
              <p:spPr>
                <a:xfrm>
                  <a:off x="7809210" y="2665607"/>
                  <a:ext cx="210442" cy="509585"/>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9" name="Ink 158">
                  <a:extLst>
                    <a:ext uri="{FF2B5EF4-FFF2-40B4-BE49-F238E27FC236}">
                      <a16:creationId xmlns:a16="http://schemas.microsoft.com/office/drawing/2014/main" id="{61260EB3-F499-5A3F-4EFD-D7D86F53784F}"/>
                    </a:ext>
                  </a:extLst>
                </p14:cNvPr>
                <p14:cNvContentPartPr/>
                <p14:nvPr/>
              </p14:nvContentPartPr>
              <p14:xfrm>
                <a:off x="4990056" y="3478594"/>
                <a:ext cx="269556" cy="174661"/>
              </p14:xfrm>
            </p:contentPart>
          </mc:Choice>
          <mc:Fallback xmlns="">
            <p:pic>
              <p:nvPicPr>
                <p:cNvPr id="159" name="Ink 158">
                  <a:extLst>
                    <a:ext uri="{FF2B5EF4-FFF2-40B4-BE49-F238E27FC236}">
                      <a16:creationId xmlns:a16="http://schemas.microsoft.com/office/drawing/2014/main" id="{61260EB3-F499-5A3F-4EFD-D7D86F53784F}"/>
                    </a:ext>
                  </a:extLst>
                </p:cNvPr>
                <p:cNvPicPr/>
                <p:nvPr/>
              </p:nvPicPr>
              <p:blipFill>
                <a:blip r:embed="rId221"/>
                <a:stretch>
                  <a:fillRect/>
                </a:stretch>
              </p:blipFill>
              <p:spPr>
                <a:xfrm>
                  <a:off x="4985737" y="3474272"/>
                  <a:ext cx="278193" cy="183304"/>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0" name="Ink 159">
                  <a:extLst>
                    <a:ext uri="{FF2B5EF4-FFF2-40B4-BE49-F238E27FC236}">
                      <a16:creationId xmlns:a16="http://schemas.microsoft.com/office/drawing/2014/main" id="{146AF85C-8B05-F10F-18D8-C4CD6AB02683}"/>
                    </a:ext>
                  </a:extLst>
                </p14:cNvPr>
                <p14:cNvContentPartPr/>
                <p14:nvPr/>
              </p14:nvContentPartPr>
              <p14:xfrm>
                <a:off x="5431523" y="3496129"/>
                <a:ext cx="159533" cy="154720"/>
              </p14:xfrm>
            </p:contentPart>
          </mc:Choice>
          <mc:Fallback xmlns="">
            <p:pic>
              <p:nvPicPr>
                <p:cNvPr id="160" name="Ink 159">
                  <a:extLst>
                    <a:ext uri="{FF2B5EF4-FFF2-40B4-BE49-F238E27FC236}">
                      <a16:creationId xmlns:a16="http://schemas.microsoft.com/office/drawing/2014/main" id="{146AF85C-8B05-F10F-18D8-C4CD6AB02683}"/>
                    </a:ext>
                  </a:extLst>
                </p:cNvPr>
                <p:cNvPicPr/>
                <p:nvPr/>
              </p:nvPicPr>
              <p:blipFill>
                <a:blip r:embed="rId223"/>
                <a:stretch>
                  <a:fillRect/>
                </a:stretch>
              </p:blipFill>
              <p:spPr>
                <a:xfrm>
                  <a:off x="5427202" y="3491811"/>
                  <a:ext cx="168176" cy="163356"/>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1" name="Ink 160">
                  <a:extLst>
                    <a:ext uri="{FF2B5EF4-FFF2-40B4-BE49-F238E27FC236}">
                      <a16:creationId xmlns:a16="http://schemas.microsoft.com/office/drawing/2014/main" id="{DCF90546-AC30-9CD8-C7BC-C8A76CC7A780}"/>
                    </a:ext>
                  </a:extLst>
                </p14:cNvPr>
                <p14:cNvContentPartPr/>
                <p14:nvPr/>
              </p14:nvContentPartPr>
              <p14:xfrm>
                <a:off x="5634034" y="3519509"/>
                <a:ext cx="301531" cy="81486"/>
              </p14:xfrm>
            </p:contentPart>
          </mc:Choice>
          <mc:Fallback xmlns="">
            <p:pic>
              <p:nvPicPr>
                <p:cNvPr id="161" name="Ink 160">
                  <a:extLst>
                    <a:ext uri="{FF2B5EF4-FFF2-40B4-BE49-F238E27FC236}">
                      <a16:creationId xmlns:a16="http://schemas.microsoft.com/office/drawing/2014/main" id="{DCF90546-AC30-9CD8-C7BC-C8A76CC7A780}"/>
                    </a:ext>
                  </a:extLst>
                </p:cNvPr>
                <p:cNvPicPr/>
                <p:nvPr/>
              </p:nvPicPr>
              <p:blipFill>
                <a:blip r:embed="rId225"/>
                <a:stretch>
                  <a:fillRect/>
                </a:stretch>
              </p:blipFill>
              <p:spPr>
                <a:xfrm>
                  <a:off x="5629716" y="3515182"/>
                  <a:ext cx="310167" cy="90139"/>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2" name="Ink 161">
                  <a:extLst>
                    <a:ext uri="{FF2B5EF4-FFF2-40B4-BE49-F238E27FC236}">
                      <a16:creationId xmlns:a16="http://schemas.microsoft.com/office/drawing/2014/main" id="{1CD45B1A-DB5B-7C46-A833-B1DC760F8638}"/>
                    </a:ext>
                  </a:extLst>
                </p14:cNvPr>
                <p14:cNvContentPartPr/>
                <p14:nvPr/>
              </p14:nvContentPartPr>
              <p14:xfrm>
                <a:off x="5962727" y="3485815"/>
                <a:ext cx="156783" cy="113117"/>
              </p14:xfrm>
            </p:contentPart>
          </mc:Choice>
          <mc:Fallback xmlns="">
            <p:pic>
              <p:nvPicPr>
                <p:cNvPr id="162" name="Ink 161">
                  <a:extLst>
                    <a:ext uri="{FF2B5EF4-FFF2-40B4-BE49-F238E27FC236}">
                      <a16:creationId xmlns:a16="http://schemas.microsoft.com/office/drawing/2014/main" id="{1CD45B1A-DB5B-7C46-A833-B1DC760F8638}"/>
                    </a:ext>
                  </a:extLst>
                </p:cNvPr>
                <p:cNvPicPr/>
                <p:nvPr/>
              </p:nvPicPr>
              <p:blipFill>
                <a:blip r:embed="rId227"/>
                <a:stretch>
                  <a:fillRect/>
                </a:stretch>
              </p:blipFill>
              <p:spPr>
                <a:xfrm>
                  <a:off x="5958412" y="3481506"/>
                  <a:ext cx="165413" cy="121735"/>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63" name="Ink 162">
                  <a:extLst>
                    <a:ext uri="{FF2B5EF4-FFF2-40B4-BE49-F238E27FC236}">
                      <a16:creationId xmlns:a16="http://schemas.microsoft.com/office/drawing/2014/main" id="{EEC3E2C8-578C-A74B-53C7-EE44409340A9}"/>
                    </a:ext>
                  </a:extLst>
                </p14:cNvPr>
                <p14:cNvContentPartPr/>
                <p14:nvPr/>
              </p14:nvContentPartPr>
              <p14:xfrm>
                <a:off x="6159049" y="3408111"/>
                <a:ext cx="99021" cy="211106"/>
              </p14:xfrm>
            </p:contentPart>
          </mc:Choice>
          <mc:Fallback xmlns="">
            <p:pic>
              <p:nvPicPr>
                <p:cNvPr id="163" name="Ink 162">
                  <a:extLst>
                    <a:ext uri="{FF2B5EF4-FFF2-40B4-BE49-F238E27FC236}">
                      <a16:creationId xmlns:a16="http://schemas.microsoft.com/office/drawing/2014/main" id="{EEC3E2C8-578C-A74B-53C7-EE44409340A9}"/>
                    </a:ext>
                  </a:extLst>
                </p:cNvPr>
                <p:cNvPicPr/>
                <p:nvPr/>
              </p:nvPicPr>
              <p:blipFill>
                <a:blip r:embed="rId229"/>
                <a:stretch>
                  <a:fillRect/>
                </a:stretch>
              </p:blipFill>
              <p:spPr>
                <a:xfrm>
                  <a:off x="6154728" y="3403781"/>
                  <a:ext cx="107663" cy="219767"/>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64" name="Ink 163">
                  <a:extLst>
                    <a:ext uri="{FF2B5EF4-FFF2-40B4-BE49-F238E27FC236}">
                      <a16:creationId xmlns:a16="http://schemas.microsoft.com/office/drawing/2014/main" id="{E3D68949-854C-C7E3-20E8-E5D380E45480}"/>
                    </a:ext>
                  </a:extLst>
                </p14:cNvPr>
                <p14:cNvContentPartPr/>
                <p14:nvPr/>
              </p14:nvContentPartPr>
              <p14:xfrm>
                <a:off x="6269072" y="3386794"/>
                <a:ext cx="61888" cy="246176"/>
              </p14:xfrm>
            </p:contentPart>
          </mc:Choice>
          <mc:Fallback xmlns="">
            <p:pic>
              <p:nvPicPr>
                <p:cNvPr id="164" name="Ink 163">
                  <a:extLst>
                    <a:ext uri="{FF2B5EF4-FFF2-40B4-BE49-F238E27FC236}">
                      <a16:creationId xmlns:a16="http://schemas.microsoft.com/office/drawing/2014/main" id="{E3D68949-854C-C7E3-20E8-E5D380E45480}"/>
                    </a:ext>
                  </a:extLst>
                </p:cNvPr>
                <p:cNvPicPr/>
                <p:nvPr/>
              </p:nvPicPr>
              <p:blipFill>
                <a:blip r:embed="rId231"/>
                <a:stretch>
                  <a:fillRect/>
                </a:stretch>
              </p:blipFill>
              <p:spPr>
                <a:xfrm>
                  <a:off x="6264754" y="3382481"/>
                  <a:ext cx="70524" cy="254801"/>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5" name="Ink 164">
                  <a:extLst>
                    <a:ext uri="{FF2B5EF4-FFF2-40B4-BE49-F238E27FC236}">
                      <a16:creationId xmlns:a16="http://schemas.microsoft.com/office/drawing/2014/main" id="{DC5166CB-8933-9A9C-DA8F-6353AF0B27FC}"/>
                    </a:ext>
                  </a:extLst>
                </p14:cNvPr>
                <p14:cNvContentPartPr/>
                <p14:nvPr/>
              </p14:nvContentPartPr>
              <p14:xfrm>
                <a:off x="6363967" y="3512289"/>
                <a:ext cx="77704" cy="87331"/>
              </p14:xfrm>
            </p:contentPart>
          </mc:Choice>
          <mc:Fallback xmlns="">
            <p:pic>
              <p:nvPicPr>
                <p:cNvPr id="165" name="Ink 164">
                  <a:extLst>
                    <a:ext uri="{FF2B5EF4-FFF2-40B4-BE49-F238E27FC236}">
                      <a16:creationId xmlns:a16="http://schemas.microsoft.com/office/drawing/2014/main" id="{DC5166CB-8933-9A9C-DA8F-6353AF0B27FC}"/>
                    </a:ext>
                  </a:extLst>
                </p:cNvPr>
                <p:cNvPicPr/>
                <p:nvPr/>
              </p:nvPicPr>
              <p:blipFill>
                <a:blip r:embed="rId233"/>
                <a:stretch>
                  <a:fillRect/>
                </a:stretch>
              </p:blipFill>
              <p:spPr>
                <a:xfrm>
                  <a:off x="6359650" y="3507994"/>
                  <a:ext cx="86338" cy="95921"/>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6" name="Ink 165">
                  <a:extLst>
                    <a:ext uri="{FF2B5EF4-FFF2-40B4-BE49-F238E27FC236}">
                      <a16:creationId xmlns:a16="http://schemas.microsoft.com/office/drawing/2014/main" id="{7B99F5A7-7408-52DF-6E57-A05ECFA17E5D}"/>
                    </a:ext>
                  </a:extLst>
                </p14:cNvPr>
                <p14:cNvContentPartPr/>
                <p14:nvPr/>
              </p14:nvContentPartPr>
              <p14:xfrm>
                <a:off x="6461268" y="3524666"/>
                <a:ext cx="123088" cy="104178"/>
              </p14:xfrm>
            </p:contentPart>
          </mc:Choice>
          <mc:Fallback xmlns="">
            <p:pic>
              <p:nvPicPr>
                <p:cNvPr id="166" name="Ink 165">
                  <a:extLst>
                    <a:ext uri="{FF2B5EF4-FFF2-40B4-BE49-F238E27FC236}">
                      <a16:creationId xmlns:a16="http://schemas.microsoft.com/office/drawing/2014/main" id="{7B99F5A7-7408-52DF-6E57-A05ECFA17E5D}"/>
                    </a:ext>
                  </a:extLst>
                </p:cNvPr>
                <p:cNvPicPr/>
                <p:nvPr/>
              </p:nvPicPr>
              <p:blipFill>
                <a:blip r:embed="rId235"/>
                <a:stretch>
                  <a:fillRect/>
                </a:stretch>
              </p:blipFill>
              <p:spPr>
                <a:xfrm>
                  <a:off x="6456949" y="3520355"/>
                  <a:ext cx="131726" cy="1128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7" name="Ink 166">
                  <a:extLst>
                    <a:ext uri="{FF2B5EF4-FFF2-40B4-BE49-F238E27FC236}">
                      <a16:creationId xmlns:a16="http://schemas.microsoft.com/office/drawing/2014/main" id="{799BE303-82F0-5FAD-1186-302D0B3C77CA}"/>
                    </a:ext>
                  </a:extLst>
                </p14:cNvPr>
                <p14:cNvContentPartPr/>
                <p14:nvPr/>
              </p14:nvContentPartPr>
              <p14:xfrm>
                <a:off x="6672719" y="3421520"/>
                <a:ext cx="71859" cy="170535"/>
              </p14:xfrm>
            </p:contentPart>
          </mc:Choice>
          <mc:Fallback xmlns="">
            <p:pic>
              <p:nvPicPr>
                <p:cNvPr id="167" name="Ink 166">
                  <a:extLst>
                    <a:ext uri="{FF2B5EF4-FFF2-40B4-BE49-F238E27FC236}">
                      <a16:creationId xmlns:a16="http://schemas.microsoft.com/office/drawing/2014/main" id="{799BE303-82F0-5FAD-1186-302D0B3C77CA}"/>
                    </a:ext>
                  </a:extLst>
                </p:cNvPr>
                <p:cNvPicPr/>
                <p:nvPr/>
              </p:nvPicPr>
              <p:blipFill>
                <a:blip r:embed="rId237"/>
                <a:stretch>
                  <a:fillRect/>
                </a:stretch>
              </p:blipFill>
              <p:spPr>
                <a:xfrm>
                  <a:off x="6668407" y="3417203"/>
                  <a:ext cx="80482" cy="17917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68" name="Ink 167">
                  <a:extLst>
                    <a:ext uri="{FF2B5EF4-FFF2-40B4-BE49-F238E27FC236}">
                      <a16:creationId xmlns:a16="http://schemas.microsoft.com/office/drawing/2014/main" id="{D3C14E6E-9895-5D3C-575F-0811A0E8E95A}"/>
                    </a:ext>
                  </a:extLst>
                </p14:cNvPr>
                <p14:cNvContentPartPr/>
                <p14:nvPr/>
              </p14:nvContentPartPr>
              <p14:xfrm>
                <a:off x="6670656" y="3490972"/>
                <a:ext cx="138216" cy="16847"/>
              </p14:xfrm>
            </p:contentPart>
          </mc:Choice>
          <mc:Fallback xmlns="">
            <p:pic>
              <p:nvPicPr>
                <p:cNvPr id="168" name="Ink 167">
                  <a:extLst>
                    <a:ext uri="{FF2B5EF4-FFF2-40B4-BE49-F238E27FC236}">
                      <a16:creationId xmlns:a16="http://schemas.microsoft.com/office/drawing/2014/main" id="{D3C14E6E-9895-5D3C-575F-0811A0E8E95A}"/>
                    </a:ext>
                  </a:extLst>
                </p:cNvPr>
                <p:cNvPicPr/>
                <p:nvPr/>
              </p:nvPicPr>
              <p:blipFill>
                <a:blip r:embed="rId239"/>
                <a:stretch>
                  <a:fillRect/>
                </a:stretch>
              </p:blipFill>
              <p:spPr>
                <a:xfrm>
                  <a:off x="6666337" y="3486671"/>
                  <a:ext cx="146855" cy="2545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69" name="Ink 168">
                  <a:extLst>
                    <a:ext uri="{FF2B5EF4-FFF2-40B4-BE49-F238E27FC236}">
                      <a16:creationId xmlns:a16="http://schemas.microsoft.com/office/drawing/2014/main" id="{BE3903F5-CC2C-E8CE-5976-CB1A9A6E813D}"/>
                    </a:ext>
                  </a:extLst>
                </p14:cNvPr>
                <p14:cNvContentPartPr/>
                <p14:nvPr/>
              </p14:nvContentPartPr>
              <p14:xfrm>
                <a:off x="6867665" y="3339690"/>
                <a:ext cx="210075" cy="430465"/>
              </p14:xfrm>
            </p:contentPart>
          </mc:Choice>
          <mc:Fallback xmlns="">
            <p:pic>
              <p:nvPicPr>
                <p:cNvPr id="169" name="Ink 168">
                  <a:extLst>
                    <a:ext uri="{FF2B5EF4-FFF2-40B4-BE49-F238E27FC236}">
                      <a16:creationId xmlns:a16="http://schemas.microsoft.com/office/drawing/2014/main" id="{BE3903F5-CC2C-E8CE-5976-CB1A9A6E813D}"/>
                    </a:ext>
                  </a:extLst>
                </p:cNvPr>
                <p:cNvPicPr/>
                <p:nvPr/>
              </p:nvPicPr>
              <p:blipFill>
                <a:blip r:embed="rId241"/>
                <a:stretch>
                  <a:fillRect/>
                </a:stretch>
              </p:blipFill>
              <p:spPr>
                <a:xfrm>
                  <a:off x="6863341" y="3335367"/>
                  <a:ext cx="218723" cy="43911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9" name="Ink 148">
                  <a:extLst>
                    <a:ext uri="{FF2B5EF4-FFF2-40B4-BE49-F238E27FC236}">
                      <a16:creationId xmlns:a16="http://schemas.microsoft.com/office/drawing/2014/main" id="{290853C3-4EDD-6857-758A-8FB42D2C8523}"/>
                    </a:ext>
                  </a:extLst>
                </p14:cNvPr>
                <p14:cNvContentPartPr/>
                <p14:nvPr/>
              </p14:nvContentPartPr>
              <p14:xfrm>
                <a:off x="3332836" y="3583116"/>
                <a:ext cx="21661" cy="120681"/>
              </p14:xfrm>
            </p:contentPart>
          </mc:Choice>
          <mc:Fallback xmlns="">
            <p:pic>
              <p:nvPicPr>
                <p:cNvPr id="149" name="Ink 148">
                  <a:extLst>
                    <a:ext uri="{FF2B5EF4-FFF2-40B4-BE49-F238E27FC236}">
                      <a16:creationId xmlns:a16="http://schemas.microsoft.com/office/drawing/2014/main" id="{290853C3-4EDD-6857-758A-8FB42D2C8523}"/>
                    </a:ext>
                  </a:extLst>
                </p:cNvPr>
                <p:cNvPicPr/>
                <p:nvPr/>
              </p:nvPicPr>
              <p:blipFill>
                <a:blip r:embed="rId243"/>
                <a:stretch>
                  <a:fillRect/>
                </a:stretch>
              </p:blipFill>
              <p:spPr>
                <a:xfrm>
                  <a:off x="3328575" y="3578780"/>
                  <a:ext cx="30183" cy="129353"/>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022C4730-7DAD-2454-D072-86E2E8A21BA5}"/>
                    </a:ext>
                  </a:extLst>
                </p14:cNvPr>
                <p14:cNvContentPartPr/>
                <p14:nvPr/>
              </p14:nvContentPartPr>
              <p14:xfrm>
                <a:off x="3334212" y="3400891"/>
                <a:ext cx="36789" cy="57418"/>
              </p14:xfrm>
            </p:contentPart>
          </mc:Choice>
          <mc:Fallback xmlns="">
            <p:pic>
              <p:nvPicPr>
                <p:cNvPr id="150" name="Ink 149">
                  <a:extLst>
                    <a:ext uri="{FF2B5EF4-FFF2-40B4-BE49-F238E27FC236}">
                      <a16:creationId xmlns:a16="http://schemas.microsoft.com/office/drawing/2014/main" id="{022C4730-7DAD-2454-D072-86E2E8A21BA5}"/>
                    </a:ext>
                  </a:extLst>
                </p:cNvPr>
                <p:cNvPicPr/>
                <p:nvPr/>
              </p:nvPicPr>
              <p:blipFill>
                <a:blip r:embed="rId245"/>
                <a:stretch>
                  <a:fillRect/>
                </a:stretch>
              </p:blipFill>
              <p:spPr>
                <a:xfrm>
                  <a:off x="3329884" y="3396585"/>
                  <a:ext cx="45445" cy="66031"/>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1" name="Ink 150">
                  <a:extLst>
                    <a:ext uri="{FF2B5EF4-FFF2-40B4-BE49-F238E27FC236}">
                      <a16:creationId xmlns:a16="http://schemas.microsoft.com/office/drawing/2014/main" id="{6AB9BD02-6C2F-E13C-4CAA-8BAF53F2FD94}"/>
                    </a:ext>
                  </a:extLst>
                </p14:cNvPr>
                <p14:cNvContentPartPr/>
                <p14:nvPr/>
              </p14:nvContentPartPr>
              <p14:xfrm>
                <a:off x="3465551" y="3404329"/>
                <a:ext cx="115868" cy="466910"/>
              </p14:xfrm>
            </p:contentPart>
          </mc:Choice>
          <mc:Fallback xmlns="">
            <p:pic>
              <p:nvPicPr>
                <p:cNvPr id="151" name="Ink 150">
                  <a:extLst>
                    <a:ext uri="{FF2B5EF4-FFF2-40B4-BE49-F238E27FC236}">
                      <a16:creationId xmlns:a16="http://schemas.microsoft.com/office/drawing/2014/main" id="{6AB9BD02-6C2F-E13C-4CAA-8BAF53F2FD94}"/>
                    </a:ext>
                  </a:extLst>
                </p:cNvPr>
                <p:cNvPicPr/>
                <p:nvPr/>
              </p:nvPicPr>
              <p:blipFill>
                <a:blip r:embed="rId247"/>
                <a:stretch>
                  <a:fillRect/>
                </a:stretch>
              </p:blipFill>
              <p:spPr>
                <a:xfrm>
                  <a:off x="3461219" y="3400009"/>
                  <a:ext cx="124531" cy="47555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2" name="Ink 151">
                  <a:extLst>
                    <a:ext uri="{FF2B5EF4-FFF2-40B4-BE49-F238E27FC236}">
                      <a16:creationId xmlns:a16="http://schemas.microsoft.com/office/drawing/2014/main" id="{66A6046D-F2A5-FE4A-5DE0-3F1BFDE15CB1}"/>
                    </a:ext>
                  </a:extLst>
                </p14:cNvPr>
                <p14:cNvContentPartPr/>
                <p14:nvPr/>
              </p14:nvContentPartPr>
              <p14:xfrm>
                <a:off x="3410540" y="3713424"/>
                <a:ext cx="95239" cy="21661"/>
              </p14:xfrm>
            </p:contentPart>
          </mc:Choice>
          <mc:Fallback xmlns="">
            <p:pic>
              <p:nvPicPr>
                <p:cNvPr id="152" name="Ink 151">
                  <a:extLst>
                    <a:ext uri="{FF2B5EF4-FFF2-40B4-BE49-F238E27FC236}">
                      <a16:creationId xmlns:a16="http://schemas.microsoft.com/office/drawing/2014/main" id="{66A6046D-F2A5-FE4A-5DE0-3F1BFDE15CB1}"/>
                    </a:ext>
                  </a:extLst>
                </p:cNvPr>
                <p:cNvPicPr/>
                <p:nvPr/>
              </p:nvPicPr>
              <p:blipFill>
                <a:blip r:embed="rId249"/>
                <a:stretch>
                  <a:fillRect/>
                </a:stretch>
              </p:blipFill>
              <p:spPr>
                <a:xfrm>
                  <a:off x="3406227" y="3709092"/>
                  <a:ext cx="103864" cy="30325"/>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4" name="Ink 153">
                  <a:extLst>
                    <a:ext uri="{FF2B5EF4-FFF2-40B4-BE49-F238E27FC236}">
                      <a16:creationId xmlns:a16="http://schemas.microsoft.com/office/drawing/2014/main" id="{3B418E55-427B-8DD3-660F-342C6AF52905}"/>
                    </a:ext>
                  </a:extLst>
                </p14:cNvPr>
                <p14:cNvContentPartPr/>
                <p14:nvPr/>
              </p14:nvContentPartPr>
              <p14:xfrm>
                <a:off x="3881919" y="3610622"/>
                <a:ext cx="181538" cy="81142"/>
              </p14:xfrm>
            </p:contentPart>
          </mc:Choice>
          <mc:Fallback xmlns="">
            <p:pic>
              <p:nvPicPr>
                <p:cNvPr id="154" name="Ink 153">
                  <a:extLst>
                    <a:ext uri="{FF2B5EF4-FFF2-40B4-BE49-F238E27FC236}">
                      <a16:creationId xmlns:a16="http://schemas.microsoft.com/office/drawing/2014/main" id="{3B418E55-427B-8DD3-660F-342C6AF52905}"/>
                    </a:ext>
                  </a:extLst>
                </p:cNvPr>
                <p:cNvPicPr/>
                <p:nvPr/>
              </p:nvPicPr>
              <p:blipFill>
                <a:blip r:embed="rId251"/>
                <a:stretch>
                  <a:fillRect/>
                </a:stretch>
              </p:blipFill>
              <p:spPr>
                <a:xfrm>
                  <a:off x="3877597" y="3606294"/>
                  <a:ext cx="190183" cy="89797"/>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5" name="Ink 154">
                  <a:extLst>
                    <a:ext uri="{FF2B5EF4-FFF2-40B4-BE49-F238E27FC236}">
                      <a16:creationId xmlns:a16="http://schemas.microsoft.com/office/drawing/2014/main" id="{EE0C4B97-D8E1-8661-5F80-4E0320E4A529}"/>
                    </a:ext>
                  </a:extLst>
                </p14:cNvPr>
                <p14:cNvContentPartPr/>
                <p14:nvPr/>
              </p14:nvContentPartPr>
              <p14:xfrm>
                <a:off x="4203392" y="3398828"/>
                <a:ext cx="179819" cy="348979"/>
              </p14:xfrm>
            </p:contentPart>
          </mc:Choice>
          <mc:Fallback xmlns="">
            <p:pic>
              <p:nvPicPr>
                <p:cNvPr id="155" name="Ink 154">
                  <a:extLst>
                    <a:ext uri="{FF2B5EF4-FFF2-40B4-BE49-F238E27FC236}">
                      <a16:creationId xmlns:a16="http://schemas.microsoft.com/office/drawing/2014/main" id="{EE0C4B97-D8E1-8661-5F80-4E0320E4A529}"/>
                    </a:ext>
                  </a:extLst>
                </p:cNvPr>
                <p:cNvPicPr/>
                <p:nvPr/>
              </p:nvPicPr>
              <p:blipFill>
                <a:blip r:embed="rId253"/>
                <a:stretch>
                  <a:fillRect/>
                </a:stretch>
              </p:blipFill>
              <p:spPr>
                <a:xfrm>
                  <a:off x="4199076" y="3394506"/>
                  <a:ext cx="188450" cy="357622"/>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0E546B01-97D5-0C06-5C40-68428686DE9C}"/>
                    </a:ext>
                  </a:extLst>
                </p14:cNvPr>
                <p14:cNvContentPartPr/>
                <p14:nvPr/>
              </p14:nvContentPartPr>
              <p14:xfrm>
                <a:off x="4389744" y="3587930"/>
                <a:ext cx="133747" cy="339008"/>
              </p14:xfrm>
            </p:contentPart>
          </mc:Choice>
          <mc:Fallback xmlns="">
            <p:pic>
              <p:nvPicPr>
                <p:cNvPr id="156" name="Ink 155">
                  <a:extLst>
                    <a:ext uri="{FF2B5EF4-FFF2-40B4-BE49-F238E27FC236}">
                      <a16:creationId xmlns:a16="http://schemas.microsoft.com/office/drawing/2014/main" id="{0E546B01-97D5-0C06-5C40-68428686DE9C}"/>
                    </a:ext>
                  </a:extLst>
                </p:cNvPr>
                <p:cNvPicPr/>
                <p:nvPr/>
              </p:nvPicPr>
              <p:blipFill>
                <a:blip r:embed="rId255"/>
                <a:stretch>
                  <a:fillRect/>
                </a:stretch>
              </p:blipFill>
              <p:spPr>
                <a:xfrm>
                  <a:off x="4385430" y="3583616"/>
                  <a:ext cx="142376" cy="347636"/>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7" name="Ink 156">
                  <a:extLst>
                    <a:ext uri="{FF2B5EF4-FFF2-40B4-BE49-F238E27FC236}">
                      <a16:creationId xmlns:a16="http://schemas.microsoft.com/office/drawing/2014/main" id="{ECC3903F-D51F-78C7-B10F-4F238B2F4836}"/>
                    </a:ext>
                  </a:extLst>
                </p14:cNvPr>
                <p14:cNvContentPartPr/>
                <p14:nvPr/>
              </p14:nvContentPartPr>
              <p14:xfrm>
                <a:off x="4513519" y="3477563"/>
                <a:ext cx="4470" cy="16847"/>
              </p14:xfrm>
            </p:contentPart>
          </mc:Choice>
          <mc:Fallback xmlns="">
            <p:pic>
              <p:nvPicPr>
                <p:cNvPr id="157" name="Ink 156">
                  <a:extLst>
                    <a:ext uri="{FF2B5EF4-FFF2-40B4-BE49-F238E27FC236}">
                      <a16:creationId xmlns:a16="http://schemas.microsoft.com/office/drawing/2014/main" id="{ECC3903F-D51F-78C7-B10F-4F238B2F4836}"/>
                    </a:ext>
                  </a:extLst>
                </p:cNvPr>
                <p:cNvPicPr/>
                <p:nvPr/>
              </p:nvPicPr>
              <p:blipFill>
                <a:blip r:embed="rId257"/>
                <a:stretch>
                  <a:fillRect/>
                </a:stretch>
              </p:blipFill>
              <p:spPr>
                <a:xfrm>
                  <a:off x="4509049" y="3473168"/>
                  <a:ext cx="13410" cy="25637"/>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8" name="Ink 157">
                  <a:extLst>
                    <a:ext uri="{FF2B5EF4-FFF2-40B4-BE49-F238E27FC236}">
                      <a16:creationId xmlns:a16="http://schemas.microsoft.com/office/drawing/2014/main" id="{D7C21929-0FCD-4841-BE2D-7AF173893BDD}"/>
                    </a:ext>
                  </a:extLst>
                </p14:cNvPr>
                <p14:cNvContentPartPr/>
                <p14:nvPr/>
              </p14:nvContentPartPr>
              <p14:xfrm>
                <a:off x="4639014" y="3427709"/>
                <a:ext cx="150594" cy="304626"/>
              </p14:xfrm>
            </p:contentPart>
          </mc:Choice>
          <mc:Fallback xmlns="">
            <p:pic>
              <p:nvPicPr>
                <p:cNvPr id="158" name="Ink 157">
                  <a:extLst>
                    <a:ext uri="{FF2B5EF4-FFF2-40B4-BE49-F238E27FC236}">
                      <a16:creationId xmlns:a16="http://schemas.microsoft.com/office/drawing/2014/main" id="{D7C21929-0FCD-4841-BE2D-7AF173893BDD}"/>
                    </a:ext>
                  </a:extLst>
                </p:cNvPr>
                <p:cNvPicPr/>
                <p:nvPr/>
              </p:nvPicPr>
              <p:blipFill>
                <a:blip r:embed="rId259"/>
                <a:stretch>
                  <a:fillRect/>
                </a:stretch>
              </p:blipFill>
              <p:spPr>
                <a:xfrm>
                  <a:off x="4634680" y="3423388"/>
                  <a:ext cx="159261" cy="313268"/>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3" name="Ink 172">
                  <a:extLst>
                    <a:ext uri="{FF2B5EF4-FFF2-40B4-BE49-F238E27FC236}">
                      <a16:creationId xmlns:a16="http://schemas.microsoft.com/office/drawing/2014/main" id="{E215C567-DA1A-CD5F-9EAF-F519C240A27B}"/>
                    </a:ext>
                  </a:extLst>
                </p14:cNvPr>
                <p14:cNvContentPartPr/>
                <p14:nvPr/>
              </p14:nvContentPartPr>
              <p14:xfrm>
                <a:off x="3647089" y="3403985"/>
                <a:ext cx="174318" cy="509200"/>
              </p14:xfrm>
            </p:contentPart>
          </mc:Choice>
          <mc:Fallback xmlns="">
            <p:pic>
              <p:nvPicPr>
                <p:cNvPr id="173" name="Ink 172">
                  <a:extLst>
                    <a:ext uri="{FF2B5EF4-FFF2-40B4-BE49-F238E27FC236}">
                      <a16:creationId xmlns:a16="http://schemas.microsoft.com/office/drawing/2014/main" id="{E215C567-DA1A-CD5F-9EAF-F519C240A27B}"/>
                    </a:ext>
                  </a:extLst>
                </p:cNvPr>
                <p:cNvPicPr/>
                <p:nvPr/>
              </p:nvPicPr>
              <p:blipFill>
                <a:blip r:embed="rId261"/>
                <a:stretch>
                  <a:fillRect/>
                </a:stretch>
              </p:blipFill>
              <p:spPr>
                <a:xfrm>
                  <a:off x="3642767" y="3399664"/>
                  <a:ext cx="182962" cy="517843"/>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5" name="Ink 174">
                  <a:extLst>
                    <a:ext uri="{FF2B5EF4-FFF2-40B4-BE49-F238E27FC236}">
                      <a16:creationId xmlns:a16="http://schemas.microsoft.com/office/drawing/2014/main" id="{93954D93-1190-0DF0-2A53-DF6275338CFC}"/>
                    </a:ext>
                  </a:extLst>
                </p14:cNvPr>
                <p14:cNvContentPartPr/>
                <p14:nvPr/>
              </p14:nvContentPartPr>
              <p14:xfrm>
                <a:off x="7316009" y="3336252"/>
                <a:ext cx="178100" cy="445249"/>
              </p14:xfrm>
            </p:contentPart>
          </mc:Choice>
          <mc:Fallback xmlns="">
            <p:pic>
              <p:nvPicPr>
                <p:cNvPr id="175" name="Ink 174">
                  <a:extLst>
                    <a:ext uri="{FF2B5EF4-FFF2-40B4-BE49-F238E27FC236}">
                      <a16:creationId xmlns:a16="http://schemas.microsoft.com/office/drawing/2014/main" id="{93954D93-1190-0DF0-2A53-DF6275338CFC}"/>
                    </a:ext>
                  </a:extLst>
                </p:cNvPr>
                <p:cNvPicPr/>
                <p:nvPr/>
              </p:nvPicPr>
              <p:blipFill>
                <a:blip r:embed="rId263"/>
                <a:stretch>
                  <a:fillRect/>
                </a:stretch>
              </p:blipFill>
              <p:spPr>
                <a:xfrm>
                  <a:off x="7311691" y="3331933"/>
                  <a:ext cx="186735" cy="453888"/>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6" name="Ink 175">
                  <a:extLst>
                    <a:ext uri="{FF2B5EF4-FFF2-40B4-BE49-F238E27FC236}">
                      <a16:creationId xmlns:a16="http://schemas.microsoft.com/office/drawing/2014/main" id="{DE0E6C53-8A1F-EE69-A3E2-54FF182BCBCE}"/>
                    </a:ext>
                  </a:extLst>
                </p14:cNvPr>
                <p14:cNvContentPartPr/>
                <p14:nvPr/>
              </p14:nvContentPartPr>
              <p14:xfrm>
                <a:off x="4170386" y="4068936"/>
                <a:ext cx="166753" cy="175349"/>
              </p14:xfrm>
            </p:contentPart>
          </mc:Choice>
          <mc:Fallback xmlns="">
            <p:pic>
              <p:nvPicPr>
                <p:cNvPr id="176" name="Ink 175">
                  <a:extLst>
                    <a:ext uri="{FF2B5EF4-FFF2-40B4-BE49-F238E27FC236}">
                      <a16:creationId xmlns:a16="http://schemas.microsoft.com/office/drawing/2014/main" id="{DE0E6C53-8A1F-EE69-A3E2-54FF182BCBCE}"/>
                    </a:ext>
                  </a:extLst>
                </p:cNvPr>
                <p:cNvPicPr/>
                <p:nvPr/>
              </p:nvPicPr>
              <p:blipFill>
                <a:blip r:embed="rId265"/>
                <a:stretch>
                  <a:fillRect/>
                </a:stretch>
              </p:blipFill>
              <p:spPr>
                <a:xfrm>
                  <a:off x="4166064" y="4064615"/>
                  <a:ext cx="175397" cy="18399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7" name="Ink 176">
                  <a:extLst>
                    <a:ext uri="{FF2B5EF4-FFF2-40B4-BE49-F238E27FC236}">
                      <a16:creationId xmlns:a16="http://schemas.microsoft.com/office/drawing/2014/main" id="{00D7956C-03B4-0CD1-08C2-241FEEF3CC4F}"/>
                    </a:ext>
                  </a:extLst>
                </p14:cNvPr>
                <p14:cNvContentPartPr/>
                <p14:nvPr/>
              </p14:nvContentPartPr>
              <p14:xfrm>
                <a:off x="4375647" y="4088190"/>
                <a:ext cx="238268" cy="65670"/>
              </p14:xfrm>
            </p:contentPart>
          </mc:Choice>
          <mc:Fallback xmlns="">
            <p:pic>
              <p:nvPicPr>
                <p:cNvPr id="177" name="Ink 176">
                  <a:extLst>
                    <a:ext uri="{FF2B5EF4-FFF2-40B4-BE49-F238E27FC236}">
                      <a16:creationId xmlns:a16="http://schemas.microsoft.com/office/drawing/2014/main" id="{00D7956C-03B4-0CD1-08C2-241FEEF3CC4F}"/>
                    </a:ext>
                  </a:extLst>
                </p:cNvPr>
                <p:cNvPicPr/>
                <p:nvPr/>
              </p:nvPicPr>
              <p:blipFill>
                <a:blip r:embed="rId267"/>
                <a:stretch>
                  <a:fillRect/>
                </a:stretch>
              </p:blipFill>
              <p:spPr>
                <a:xfrm>
                  <a:off x="4371328" y="4083884"/>
                  <a:ext cx="246906" cy="74282"/>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8" name="Ink 177">
                  <a:extLst>
                    <a:ext uri="{FF2B5EF4-FFF2-40B4-BE49-F238E27FC236}">
                      <a16:creationId xmlns:a16="http://schemas.microsoft.com/office/drawing/2014/main" id="{DA846451-18C6-7D90-A73D-B477A6D78DFC}"/>
                    </a:ext>
                  </a:extLst>
                </p14:cNvPr>
                <p14:cNvContentPartPr/>
                <p14:nvPr/>
              </p14:nvContentPartPr>
              <p14:xfrm>
                <a:off x="4654143" y="4054495"/>
                <a:ext cx="125151" cy="99708"/>
              </p14:xfrm>
            </p:contentPart>
          </mc:Choice>
          <mc:Fallback xmlns="">
            <p:pic>
              <p:nvPicPr>
                <p:cNvPr id="178" name="Ink 177">
                  <a:extLst>
                    <a:ext uri="{FF2B5EF4-FFF2-40B4-BE49-F238E27FC236}">
                      <a16:creationId xmlns:a16="http://schemas.microsoft.com/office/drawing/2014/main" id="{DA846451-18C6-7D90-A73D-B477A6D78DFC}"/>
                    </a:ext>
                  </a:extLst>
                </p:cNvPr>
                <p:cNvPicPr/>
                <p:nvPr/>
              </p:nvPicPr>
              <p:blipFill>
                <a:blip r:embed="rId269"/>
                <a:stretch>
                  <a:fillRect/>
                </a:stretch>
              </p:blipFill>
              <p:spPr>
                <a:xfrm>
                  <a:off x="4649827" y="4050176"/>
                  <a:ext cx="133782" cy="108347"/>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9" name="Ink 178">
                  <a:extLst>
                    <a:ext uri="{FF2B5EF4-FFF2-40B4-BE49-F238E27FC236}">
                      <a16:creationId xmlns:a16="http://schemas.microsoft.com/office/drawing/2014/main" id="{DA37D92E-95C3-DD23-98EE-2610E91D40DF}"/>
                    </a:ext>
                  </a:extLst>
                </p14:cNvPr>
                <p14:cNvContentPartPr/>
                <p14:nvPr/>
              </p14:nvContentPartPr>
              <p14:xfrm>
                <a:off x="4882096" y="3910778"/>
                <a:ext cx="53292" cy="222796"/>
              </p14:xfrm>
            </p:contentPart>
          </mc:Choice>
          <mc:Fallback xmlns="">
            <p:pic>
              <p:nvPicPr>
                <p:cNvPr id="179" name="Ink 178">
                  <a:extLst>
                    <a:ext uri="{FF2B5EF4-FFF2-40B4-BE49-F238E27FC236}">
                      <a16:creationId xmlns:a16="http://schemas.microsoft.com/office/drawing/2014/main" id="{DA37D92E-95C3-DD23-98EE-2610E91D40DF}"/>
                    </a:ext>
                  </a:extLst>
                </p:cNvPr>
                <p:cNvPicPr/>
                <p:nvPr/>
              </p:nvPicPr>
              <p:blipFill>
                <a:blip r:embed="rId271"/>
                <a:stretch>
                  <a:fillRect/>
                </a:stretch>
              </p:blipFill>
              <p:spPr>
                <a:xfrm>
                  <a:off x="4877775" y="3906459"/>
                  <a:ext cx="61934" cy="231434"/>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0" name="Ink 179">
                  <a:extLst>
                    <a:ext uri="{FF2B5EF4-FFF2-40B4-BE49-F238E27FC236}">
                      <a16:creationId xmlns:a16="http://schemas.microsoft.com/office/drawing/2014/main" id="{A84CF604-7F21-B621-6630-ED9C57CD3287}"/>
                    </a:ext>
                  </a:extLst>
                </p14:cNvPr>
                <p14:cNvContentPartPr/>
                <p14:nvPr/>
              </p14:nvContentPartPr>
              <p14:xfrm>
                <a:off x="4983180" y="3931063"/>
                <a:ext cx="72890" cy="221077"/>
              </p14:xfrm>
            </p:contentPart>
          </mc:Choice>
          <mc:Fallback xmlns="">
            <p:pic>
              <p:nvPicPr>
                <p:cNvPr id="180" name="Ink 179">
                  <a:extLst>
                    <a:ext uri="{FF2B5EF4-FFF2-40B4-BE49-F238E27FC236}">
                      <a16:creationId xmlns:a16="http://schemas.microsoft.com/office/drawing/2014/main" id="{A84CF604-7F21-B621-6630-ED9C57CD3287}"/>
                    </a:ext>
                  </a:extLst>
                </p:cNvPr>
                <p:cNvPicPr/>
                <p:nvPr/>
              </p:nvPicPr>
              <p:blipFill>
                <a:blip r:embed="rId273"/>
                <a:stretch>
                  <a:fillRect/>
                </a:stretch>
              </p:blipFill>
              <p:spPr>
                <a:xfrm>
                  <a:off x="4978871" y="3926735"/>
                  <a:ext cx="81508" cy="229733"/>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1" name="Ink 180">
                  <a:extLst>
                    <a:ext uri="{FF2B5EF4-FFF2-40B4-BE49-F238E27FC236}">
                      <a16:creationId xmlns:a16="http://schemas.microsoft.com/office/drawing/2014/main" id="{E3F1D25C-4E40-3F13-F0D6-F69F32485056}"/>
                    </a:ext>
                  </a:extLst>
                </p14:cNvPr>
                <p14:cNvContentPartPr/>
                <p14:nvPr/>
              </p14:nvContentPartPr>
              <p14:xfrm>
                <a:off x="5027189" y="4044181"/>
                <a:ext cx="105209" cy="90081"/>
              </p14:xfrm>
            </p:contentPart>
          </mc:Choice>
          <mc:Fallback xmlns="">
            <p:pic>
              <p:nvPicPr>
                <p:cNvPr id="181" name="Ink 180">
                  <a:extLst>
                    <a:ext uri="{FF2B5EF4-FFF2-40B4-BE49-F238E27FC236}">
                      <a16:creationId xmlns:a16="http://schemas.microsoft.com/office/drawing/2014/main" id="{E3F1D25C-4E40-3F13-F0D6-F69F32485056}"/>
                    </a:ext>
                  </a:extLst>
                </p:cNvPr>
                <p:cNvPicPr/>
                <p:nvPr/>
              </p:nvPicPr>
              <p:blipFill>
                <a:blip r:embed="rId275"/>
                <a:stretch>
                  <a:fillRect/>
                </a:stretch>
              </p:blipFill>
              <p:spPr>
                <a:xfrm>
                  <a:off x="5022865" y="4039874"/>
                  <a:ext cx="113856" cy="98694"/>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2" name="Ink 181">
                  <a:extLst>
                    <a:ext uri="{FF2B5EF4-FFF2-40B4-BE49-F238E27FC236}">
                      <a16:creationId xmlns:a16="http://schemas.microsoft.com/office/drawing/2014/main" id="{8800921C-ADC3-C9C6-FB1B-197A7A920492}"/>
                    </a:ext>
                  </a:extLst>
                </p14:cNvPr>
                <p14:cNvContentPartPr/>
                <p14:nvPr/>
              </p14:nvContentPartPr>
              <p14:xfrm>
                <a:off x="5171594" y="4001547"/>
                <a:ext cx="99021" cy="139248"/>
              </p14:xfrm>
            </p:contentPart>
          </mc:Choice>
          <mc:Fallback xmlns="">
            <p:pic>
              <p:nvPicPr>
                <p:cNvPr id="182" name="Ink 181">
                  <a:extLst>
                    <a:ext uri="{FF2B5EF4-FFF2-40B4-BE49-F238E27FC236}">
                      <a16:creationId xmlns:a16="http://schemas.microsoft.com/office/drawing/2014/main" id="{8800921C-ADC3-C9C6-FB1B-197A7A920492}"/>
                    </a:ext>
                  </a:extLst>
                </p:cNvPr>
                <p:cNvPicPr/>
                <p:nvPr/>
              </p:nvPicPr>
              <p:blipFill>
                <a:blip r:embed="rId277"/>
                <a:stretch>
                  <a:fillRect/>
                </a:stretch>
              </p:blipFill>
              <p:spPr>
                <a:xfrm>
                  <a:off x="5167289" y="3997229"/>
                  <a:ext cx="107632" cy="147884"/>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3" name="Ink 182">
                  <a:extLst>
                    <a:ext uri="{FF2B5EF4-FFF2-40B4-BE49-F238E27FC236}">
                      <a16:creationId xmlns:a16="http://schemas.microsoft.com/office/drawing/2014/main" id="{1E8720C1-A1E5-FA9D-DC96-09F17AC852DE}"/>
                    </a:ext>
                  </a:extLst>
                </p14:cNvPr>
                <p14:cNvContentPartPr/>
                <p14:nvPr/>
              </p14:nvContentPartPr>
              <p14:xfrm>
                <a:off x="5338004" y="3932095"/>
                <a:ext cx="51917" cy="207324"/>
              </p14:xfrm>
            </p:contentPart>
          </mc:Choice>
          <mc:Fallback xmlns="">
            <p:pic>
              <p:nvPicPr>
                <p:cNvPr id="183" name="Ink 182">
                  <a:extLst>
                    <a:ext uri="{FF2B5EF4-FFF2-40B4-BE49-F238E27FC236}">
                      <a16:creationId xmlns:a16="http://schemas.microsoft.com/office/drawing/2014/main" id="{1E8720C1-A1E5-FA9D-DC96-09F17AC852DE}"/>
                    </a:ext>
                  </a:extLst>
                </p:cNvPr>
                <p:cNvPicPr/>
                <p:nvPr/>
              </p:nvPicPr>
              <p:blipFill>
                <a:blip r:embed="rId279"/>
                <a:stretch>
                  <a:fillRect/>
                </a:stretch>
              </p:blipFill>
              <p:spPr>
                <a:xfrm>
                  <a:off x="5333678" y="3927768"/>
                  <a:ext cx="60570" cy="215978"/>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4" name="Ink 183">
                  <a:extLst>
                    <a:ext uri="{FF2B5EF4-FFF2-40B4-BE49-F238E27FC236}">
                      <a16:creationId xmlns:a16="http://schemas.microsoft.com/office/drawing/2014/main" id="{B8A3853E-BEA6-85B3-07A5-49BD12EF3074}"/>
                    </a:ext>
                  </a:extLst>
                </p14:cNvPr>
                <p14:cNvContentPartPr/>
                <p14:nvPr/>
              </p14:nvContentPartPr>
              <p14:xfrm>
                <a:off x="5322532" y="4022864"/>
                <a:ext cx="125839" cy="2407"/>
              </p14:xfrm>
            </p:contentPart>
          </mc:Choice>
          <mc:Fallback xmlns="">
            <p:pic>
              <p:nvPicPr>
                <p:cNvPr id="184" name="Ink 183">
                  <a:extLst>
                    <a:ext uri="{FF2B5EF4-FFF2-40B4-BE49-F238E27FC236}">
                      <a16:creationId xmlns:a16="http://schemas.microsoft.com/office/drawing/2014/main" id="{B8A3853E-BEA6-85B3-07A5-49BD12EF3074}"/>
                    </a:ext>
                  </a:extLst>
                </p:cNvPr>
                <p:cNvPicPr/>
                <p:nvPr/>
              </p:nvPicPr>
              <p:blipFill>
                <a:blip r:embed="rId281"/>
                <a:stretch>
                  <a:fillRect/>
                </a:stretch>
              </p:blipFill>
              <p:spPr>
                <a:xfrm>
                  <a:off x="5318218" y="4018738"/>
                  <a:ext cx="134468" cy="106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5" name="Ink 184">
                  <a:extLst>
                    <a:ext uri="{FF2B5EF4-FFF2-40B4-BE49-F238E27FC236}">
                      <a16:creationId xmlns:a16="http://schemas.microsoft.com/office/drawing/2014/main" id="{A2E59546-A5F2-FCCF-D21F-2B2E823E1466}"/>
                    </a:ext>
                  </a:extLst>
                </p14:cNvPr>
                <p14:cNvContentPartPr/>
                <p14:nvPr/>
              </p14:nvContentPartPr>
              <p14:xfrm>
                <a:off x="5559425" y="4012893"/>
                <a:ext cx="160908" cy="11690"/>
              </p14:xfrm>
            </p:contentPart>
          </mc:Choice>
          <mc:Fallback xmlns="">
            <p:pic>
              <p:nvPicPr>
                <p:cNvPr id="185" name="Ink 184">
                  <a:extLst>
                    <a:ext uri="{FF2B5EF4-FFF2-40B4-BE49-F238E27FC236}">
                      <a16:creationId xmlns:a16="http://schemas.microsoft.com/office/drawing/2014/main" id="{A2E59546-A5F2-FCCF-D21F-2B2E823E1466}"/>
                    </a:ext>
                  </a:extLst>
                </p:cNvPr>
                <p:cNvPicPr/>
                <p:nvPr/>
              </p:nvPicPr>
              <p:blipFill>
                <a:blip r:embed="rId283"/>
                <a:stretch>
                  <a:fillRect/>
                </a:stretch>
              </p:blipFill>
              <p:spPr>
                <a:xfrm>
                  <a:off x="5555115" y="4008642"/>
                  <a:ext cx="169528" cy="20192"/>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6" name="Ink 185">
                  <a:extLst>
                    <a:ext uri="{FF2B5EF4-FFF2-40B4-BE49-F238E27FC236}">
                      <a16:creationId xmlns:a16="http://schemas.microsoft.com/office/drawing/2014/main" id="{EFD27085-C088-9DD2-110C-FB9BA00671CE}"/>
                    </a:ext>
                  </a:extLst>
                </p14:cNvPr>
                <p14:cNvContentPartPr/>
                <p14:nvPr/>
              </p14:nvContentPartPr>
              <p14:xfrm>
                <a:off x="5580742" y="4088534"/>
                <a:ext cx="175005" cy="9627"/>
              </p14:xfrm>
            </p:contentPart>
          </mc:Choice>
          <mc:Fallback xmlns="">
            <p:pic>
              <p:nvPicPr>
                <p:cNvPr id="186" name="Ink 185">
                  <a:extLst>
                    <a:ext uri="{FF2B5EF4-FFF2-40B4-BE49-F238E27FC236}">
                      <a16:creationId xmlns:a16="http://schemas.microsoft.com/office/drawing/2014/main" id="{EFD27085-C088-9DD2-110C-FB9BA00671CE}"/>
                    </a:ext>
                  </a:extLst>
                </p:cNvPr>
                <p:cNvPicPr/>
                <p:nvPr/>
              </p:nvPicPr>
              <p:blipFill>
                <a:blip r:embed="rId285"/>
                <a:stretch>
                  <a:fillRect/>
                </a:stretch>
              </p:blipFill>
              <p:spPr>
                <a:xfrm>
                  <a:off x="5576421" y="4084255"/>
                  <a:ext cx="183647" cy="18184"/>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7" name="Ink 186">
                  <a:extLst>
                    <a:ext uri="{FF2B5EF4-FFF2-40B4-BE49-F238E27FC236}">
                      <a16:creationId xmlns:a16="http://schemas.microsoft.com/office/drawing/2014/main" id="{49D5D2C3-2D3C-626F-7702-D78011244D0D}"/>
                    </a:ext>
                  </a:extLst>
                </p14:cNvPr>
                <p14:cNvContentPartPr/>
                <p14:nvPr/>
              </p14:nvContentPartPr>
              <p14:xfrm>
                <a:off x="6023927" y="3969915"/>
                <a:ext cx="197697" cy="163659"/>
              </p14:xfrm>
            </p:contentPart>
          </mc:Choice>
          <mc:Fallback xmlns="">
            <p:pic>
              <p:nvPicPr>
                <p:cNvPr id="187" name="Ink 186">
                  <a:extLst>
                    <a:ext uri="{FF2B5EF4-FFF2-40B4-BE49-F238E27FC236}">
                      <a16:creationId xmlns:a16="http://schemas.microsoft.com/office/drawing/2014/main" id="{49D5D2C3-2D3C-626F-7702-D78011244D0D}"/>
                    </a:ext>
                  </a:extLst>
                </p:cNvPr>
                <p:cNvPicPr/>
                <p:nvPr/>
              </p:nvPicPr>
              <p:blipFill>
                <a:blip r:embed="rId287"/>
                <a:stretch>
                  <a:fillRect/>
                </a:stretch>
              </p:blipFill>
              <p:spPr>
                <a:xfrm>
                  <a:off x="6019606" y="3965608"/>
                  <a:ext cx="206339" cy="172273"/>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8" name="Ink 187">
                  <a:extLst>
                    <a:ext uri="{FF2B5EF4-FFF2-40B4-BE49-F238E27FC236}">
                      <a16:creationId xmlns:a16="http://schemas.microsoft.com/office/drawing/2014/main" id="{5D53CB80-1674-741D-2DC5-39FDA0CB15C9}"/>
                    </a:ext>
                  </a:extLst>
                </p14:cNvPr>
                <p14:cNvContentPartPr/>
                <p14:nvPr/>
              </p14:nvContentPartPr>
              <p14:xfrm>
                <a:off x="6341275" y="3856454"/>
                <a:ext cx="195978" cy="339696"/>
              </p14:xfrm>
            </p:contentPart>
          </mc:Choice>
          <mc:Fallback xmlns="">
            <p:pic>
              <p:nvPicPr>
                <p:cNvPr id="188" name="Ink 187">
                  <a:extLst>
                    <a:ext uri="{FF2B5EF4-FFF2-40B4-BE49-F238E27FC236}">
                      <a16:creationId xmlns:a16="http://schemas.microsoft.com/office/drawing/2014/main" id="{5D53CB80-1674-741D-2DC5-39FDA0CB15C9}"/>
                    </a:ext>
                  </a:extLst>
                </p:cNvPr>
                <p:cNvPicPr/>
                <p:nvPr/>
              </p:nvPicPr>
              <p:blipFill>
                <a:blip r:embed="rId289"/>
                <a:stretch>
                  <a:fillRect/>
                </a:stretch>
              </p:blipFill>
              <p:spPr>
                <a:xfrm>
                  <a:off x="6336952" y="3852136"/>
                  <a:ext cx="204624" cy="348332"/>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9" name="Ink 188">
                  <a:extLst>
                    <a:ext uri="{FF2B5EF4-FFF2-40B4-BE49-F238E27FC236}">
                      <a16:creationId xmlns:a16="http://schemas.microsoft.com/office/drawing/2014/main" id="{0A5C2FEC-181C-FF97-D166-BF1BAECA33A5}"/>
                    </a:ext>
                  </a:extLst>
                </p14:cNvPr>
                <p14:cNvContentPartPr/>
                <p14:nvPr/>
              </p14:nvContentPartPr>
              <p14:xfrm>
                <a:off x="6486367" y="4100567"/>
                <a:ext cx="136841" cy="267837"/>
              </p14:xfrm>
            </p:contentPart>
          </mc:Choice>
          <mc:Fallback xmlns="">
            <p:pic>
              <p:nvPicPr>
                <p:cNvPr id="189" name="Ink 188">
                  <a:extLst>
                    <a:ext uri="{FF2B5EF4-FFF2-40B4-BE49-F238E27FC236}">
                      <a16:creationId xmlns:a16="http://schemas.microsoft.com/office/drawing/2014/main" id="{0A5C2FEC-181C-FF97-D166-BF1BAECA33A5}"/>
                    </a:ext>
                  </a:extLst>
                </p:cNvPr>
                <p:cNvPicPr/>
                <p:nvPr/>
              </p:nvPicPr>
              <p:blipFill>
                <a:blip r:embed="rId291"/>
                <a:stretch>
                  <a:fillRect/>
                </a:stretch>
              </p:blipFill>
              <p:spPr>
                <a:xfrm>
                  <a:off x="6482034" y="4096247"/>
                  <a:ext cx="145506" cy="276477"/>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0" name="Ink 189">
                  <a:extLst>
                    <a:ext uri="{FF2B5EF4-FFF2-40B4-BE49-F238E27FC236}">
                      <a16:creationId xmlns:a16="http://schemas.microsoft.com/office/drawing/2014/main" id="{543246D5-5C97-B5F9-FEFB-EE4435ECA2A5}"/>
                    </a:ext>
                  </a:extLst>
                </p14:cNvPr>
                <p14:cNvContentPartPr/>
                <p14:nvPr/>
              </p14:nvContentPartPr>
              <p14:xfrm>
                <a:off x="6621489" y="3978167"/>
                <a:ext cx="36101" cy="11690"/>
              </p14:xfrm>
            </p:contentPart>
          </mc:Choice>
          <mc:Fallback xmlns="">
            <p:pic>
              <p:nvPicPr>
                <p:cNvPr id="190" name="Ink 189">
                  <a:extLst>
                    <a:ext uri="{FF2B5EF4-FFF2-40B4-BE49-F238E27FC236}">
                      <a16:creationId xmlns:a16="http://schemas.microsoft.com/office/drawing/2014/main" id="{543246D5-5C97-B5F9-FEFB-EE4435ECA2A5}"/>
                    </a:ext>
                  </a:extLst>
                </p:cNvPr>
                <p:cNvPicPr/>
                <p:nvPr/>
              </p:nvPicPr>
              <p:blipFill>
                <a:blip r:embed="rId293"/>
                <a:stretch>
                  <a:fillRect/>
                </a:stretch>
              </p:blipFill>
              <p:spPr>
                <a:xfrm>
                  <a:off x="6617157" y="3973916"/>
                  <a:ext cx="44765" cy="20192"/>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1" name="Ink 190">
                  <a:extLst>
                    <a:ext uri="{FF2B5EF4-FFF2-40B4-BE49-F238E27FC236}">
                      <a16:creationId xmlns:a16="http://schemas.microsoft.com/office/drawing/2014/main" id="{EF125D21-BB35-E50C-549A-2923478EB856}"/>
                    </a:ext>
                  </a:extLst>
                </p14:cNvPr>
                <p14:cNvContentPartPr/>
                <p14:nvPr/>
              </p14:nvContentPartPr>
              <p14:xfrm>
                <a:off x="6756611" y="3861612"/>
                <a:ext cx="170879" cy="304282"/>
              </p14:xfrm>
            </p:contentPart>
          </mc:Choice>
          <mc:Fallback xmlns="">
            <p:pic>
              <p:nvPicPr>
                <p:cNvPr id="191" name="Ink 190">
                  <a:extLst>
                    <a:ext uri="{FF2B5EF4-FFF2-40B4-BE49-F238E27FC236}">
                      <a16:creationId xmlns:a16="http://schemas.microsoft.com/office/drawing/2014/main" id="{EF125D21-BB35-E50C-549A-2923478EB856}"/>
                    </a:ext>
                  </a:extLst>
                </p:cNvPr>
                <p:cNvPicPr/>
                <p:nvPr/>
              </p:nvPicPr>
              <p:blipFill>
                <a:blip r:embed="rId295"/>
                <a:stretch>
                  <a:fillRect/>
                </a:stretch>
              </p:blipFill>
              <p:spPr>
                <a:xfrm>
                  <a:off x="6752294" y="3857291"/>
                  <a:ext cx="179513" cy="312924"/>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2" name="Ink 191">
                  <a:extLst>
                    <a:ext uri="{FF2B5EF4-FFF2-40B4-BE49-F238E27FC236}">
                      <a16:creationId xmlns:a16="http://schemas.microsoft.com/office/drawing/2014/main" id="{0D3B38F8-7AA5-C219-40B7-DFBDA3B75EA1}"/>
                    </a:ext>
                  </a:extLst>
                </p14:cNvPr>
                <p14:cNvContentPartPr/>
                <p14:nvPr/>
              </p14:nvContentPartPr>
              <p14:xfrm>
                <a:off x="7046109" y="4029053"/>
                <a:ext cx="3438" cy="16847"/>
              </p14:xfrm>
            </p:contentPart>
          </mc:Choice>
          <mc:Fallback xmlns="">
            <p:pic>
              <p:nvPicPr>
                <p:cNvPr id="192" name="Ink 191">
                  <a:extLst>
                    <a:ext uri="{FF2B5EF4-FFF2-40B4-BE49-F238E27FC236}">
                      <a16:creationId xmlns:a16="http://schemas.microsoft.com/office/drawing/2014/main" id="{0D3B38F8-7AA5-C219-40B7-DFBDA3B75EA1}"/>
                    </a:ext>
                  </a:extLst>
                </p:cNvPr>
                <p:cNvPicPr/>
                <p:nvPr/>
              </p:nvPicPr>
              <p:blipFill>
                <a:blip r:embed="rId297"/>
                <a:stretch>
                  <a:fillRect/>
                </a:stretch>
              </p:blipFill>
              <p:spPr>
                <a:xfrm>
                  <a:off x="7041983" y="4024658"/>
                  <a:ext cx="11689" cy="25637"/>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3" name="Ink 192">
                  <a:extLst>
                    <a:ext uri="{FF2B5EF4-FFF2-40B4-BE49-F238E27FC236}">
                      <a16:creationId xmlns:a16="http://schemas.microsoft.com/office/drawing/2014/main" id="{7CAB0F00-773D-A826-27BF-D14BEFB358F9}"/>
                    </a:ext>
                  </a:extLst>
                </p14:cNvPr>
                <p14:cNvContentPartPr/>
                <p14:nvPr/>
              </p14:nvContentPartPr>
              <p14:xfrm>
                <a:off x="6915801" y="4167957"/>
                <a:ext cx="157470" cy="188414"/>
              </p14:xfrm>
            </p:contentPart>
          </mc:Choice>
          <mc:Fallback xmlns="">
            <p:pic>
              <p:nvPicPr>
                <p:cNvPr id="193" name="Ink 192">
                  <a:extLst>
                    <a:ext uri="{FF2B5EF4-FFF2-40B4-BE49-F238E27FC236}">
                      <a16:creationId xmlns:a16="http://schemas.microsoft.com/office/drawing/2014/main" id="{7CAB0F00-773D-A826-27BF-D14BEFB358F9}"/>
                    </a:ext>
                  </a:extLst>
                </p:cNvPr>
                <p:cNvPicPr/>
                <p:nvPr/>
              </p:nvPicPr>
              <p:blipFill>
                <a:blip r:embed="rId299"/>
                <a:stretch>
                  <a:fillRect/>
                </a:stretch>
              </p:blipFill>
              <p:spPr>
                <a:xfrm>
                  <a:off x="6911487" y="4163626"/>
                  <a:ext cx="166098" cy="197077"/>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6" name="Ink 195">
                  <a:extLst>
                    <a:ext uri="{FF2B5EF4-FFF2-40B4-BE49-F238E27FC236}">
                      <a16:creationId xmlns:a16="http://schemas.microsoft.com/office/drawing/2014/main" id="{3BB95F3F-EC9D-3782-4170-2772EE4B5D35}"/>
                    </a:ext>
                  </a:extLst>
                </p14:cNvPr>
                <p14:cNvContentPartPr/>
                <p14:nvPr/>
              </p14:nvContentPartPr>
              <p14:xfrm>
                <a:off x="2806789" y="2643108"/>
                <a:ext cx="13753" cy="101427"/>
              </p14:xfrm>
            </p:contentPart>
          </mc:Choice>
          <mc:Fallback xmlns="">
            <p:pic>
              <p:nvPicPr>
                <p:cNvPr id="196" name="Ink 195">
                  <a:extLst>
                    <a:ext uri="{FF2B5EF4-FFF2-40B4-BE49-F238E27FC236}">
                      <a16:creationId xmlns:a16="http://schemas.microsoft.com/office/drawing/2014/main" id="{3BB95F3F-EC9D-3782-4170-2772EE4B5D35}"/>
                    </a:ext>
                  </a:extLst>
                </p:cNvPr>
                <p:cNvPicPr/>
                <p:nvPr/>
              </p:nvPicPr>
              <p:blipFill>
                <a:blip r:embed="rId301"/>
                <a:stretch>
                  <a:fillRect/>
                </a:stretch>
              </p:blipFill>
              <p:spPr>
                <a:xfrm>
                  <a:off x="2802329" y="2638792"/>
                  <a:ext cx="22674" cy="110059"/>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7" name="Ink 196">
                  <a:extLst>
                    <a:ext uri="{FF2B5EF4-FFF2-40B4-BE49-F238E27FC236}">
                      <a16:creationId xmlns:a16="http://schemas.microsoft.com/office/drawing/2014/main" id="{211127C6-B334-08D1-9B73-6DC5DC9CBB1F}"/>
                    </a:ext>
                  </a:extLst>
                </p14:cNvPr>
                <p14:cNvContentPartPr/>
                <p14:nvPr/>
              </p14:nvContentPartPr>
              <p14:xfrm>
                <a:off x="2820198" y="2555434"/>
                <a:ext cx="7564" cy="24755"/>
              </p14:xfrm>
            </p:contentPart>
          </mc:Choice>
          <mc:Fallback xmlns="">
            <p:pic>
              <p:nvPicPr>
                <p:cNvPr id="197" name="Ink 196">
                  <a:extLst>
                    <a:ext uri="{FF2B5EF4-FFF2-40B4-BE49-F238E27FC236}">
                      <a16:creationId xmlns:a16="http://schemas.microsoft.com/office/drawing/2014/main" id="{211127C6-B334-08D1-9B73-6DC5DC9CBB1F}"/>
                    </a:ext>
                  </a:extLst>
                </p:cNvPr>
                <p:cNvPicPr/>
                <p:nvPr/>
              </p:nvPicPr>
              <p:blipFill>
                <a:blip r:embed="rId303"/>
                <a:stretch>
                  <a:fillRect/>
                </a:stretch>
              </p:blipFill>
              <p:spPr>
                <a:xfrm>
                  <a:off x="2815876" y="2551190"/>
                  <a:ext cx="16209" cy="33242"/>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9" name="Ink 198">
                  <a:extLst>
                    <a:ext uri="{FF2B5EF4-FFF2-40B4-BE49-F238E27FC236}">
                      <a16:creationId xmlns:a16="http://schemas.microsoft.com/office/drawing/2014/main" id="{0360421C-E292-AB24-C8F8-C7A4C9ED513A}"/>
                    </a:ext>
                  </a:extLst>
                </p14:cNvPr>
                <p14:cNvContentPartPr/>
                <p14:nvPr/>
              </p14:nvContentPartPr>
              <p14:xfrm>
                <a:off x="2927471" y="2605288"/>
                <a:ext cx="71171" cy="65670"/>
              </p14:xfrm>
            </p:contentPart>
          </mc:Choice>
          <mc:Fallback xmlns="">
            <p:pic>
              <p:nvPicPr>
                <p:cNvPr id="199" name="Ink 198">
                  <a:extLst>
                    <a:ext uri="{FF2B5EF4-FFF2-40B4-BE49-F238E27FC236}">
                      <a16:creationId xmlns:a16="http://schemas.microsoft.com/office/drawing/2014/main" id="{0360421C-E292-AB24-C8F8-C7A4C9ED513A}"/>
                    </a:ext>
                  </a:extLst>
                </p:cNvPr>
                <p:cNvPicPr/>
                <p:nvPr/>
              </p:nvPicPr>
              <p:blipFill>
                <a:blip r:embed="rId305"/>
                <a:stretch>
                  <a:fillRect/>
                </a:stretch>
              </p:blipFill>
              <p:spPr>
                <a:xfrm>
                  <a:off x="2923179" y="2600958"/>
                  <a:ext cx="79754" cy="7433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00" name="Ink 199">
                  <a:extLst>
                    <a:ext uri="{FF2B5EF4-FFF2-40B4-BE49-F238E27FC236}">
                      <a16:creationId xmlns:a16="http://schemas.microsoft.com/office/drawing/2014/main" id="{E6F9ABEB-C6F6-3383-9245-46FCE498CD5A}"/>
                    </a:ext>
                  </a:extLst>
                </p14:cNvPr>
                <p14:cNvContentPartPr/>
                <p14:nvPr/>
              </p14:nvContentPartPr>
              <p14:xfrm>
                <a:off x="3114166" y="2529991"/>
                <a:ext cx="33007" cy="166066"/>
              </p14:xfrm>
            </p:contentPart>
          </mc:Choice>
          <mc:Fallback xmlns="">
            <p:pic>
              <p:nvPicPr>
                <p:cNvPr id="200" name="Ink 199">
                  <a:extLst>
                    <a:ext uri="{FF2B5EF4-FFF2-40B4-BE49-F238E27FC236}">
                      <a16:creationId xmlns:a16="http://schemas.microsoft.com/office/drawing/2014/main" id="{E6F9ABEB-C6F6-3383-9245-46FCE498CD5A}"/>
                    </a:ext>
                  </a:extLst>
                </p:cNvPr>
                <p:cNvPicPr/>
                <p:nvPr/>
              </p:nvPicPr>
              <p:blipFill>
                <a:blip r:embed="rId307"/>
                <a:stretch>
                  <a:fillRect/>
                </a:stretch>
              </p:blipFill>
              <p:spPr>
                <a:xfrm>
                  <a:off x="3109861" y="2525668"/>
                  <a:ext cx="41618" cy="174712"/>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01" name="Ink 200">
                  <a:extLst>
                    <a:ext uri="{FF2B5EF4-FFF2-40B4-BE49-F238E27FC236}">
                      <a16:creationId xmlns:a16="http://schemas.microsoft.com/office/drawing/2014/main" id="{4392FC7D-C586-965C-7FF1-E7962BD0BF91}"/>
                    </a:ext>
                  </a:extLst>
                </p14:cNvPr>
                <p14:cNvContentPartPr/>
                <p14:nvPr/>
              </p14:nvContentPartPr>
              <p14:xfrm>
                <a:off x="3094912" y="2609414"/>
                <a:ext cx="102459" cy="7564"/>
              </p14:xfrm>
            </p:contentPart>
          </mc:Choice>
          <mc:Fallback xmlns="">
            <p:pic>
              <p:nvPicPr>
                <p:cNvPr id="201" name="Ink 200">
                  <a:extLst>
                    <a:ext uri="{FF2B5EF4-FFF2-40B4-BE49-F238E27FC236}">
                      <a16:creationId xmlns:a16="http://schemas.microsoft.com/office/drawing/2014/main" id="{4392FC7D-C586-965C-7FF1-E7962BD0BF91}"/>
                    </a:ext>
                  </a:extLst>
                </p:cNvPr>
                <p:cNvPicPr/>
                <p:nvPr/>
              </p:nvPicPr>
              <p:blipFill>
                <a:blip r:embed="rId309"/>
                <a:stretch>
                  <a:fillRect/>
                </a:stretch>
              </p:blipFill>
              <p:spPr>
                <a:xfrm>
                  <a:off x="3090598" y="2605092"/>
                  <a:ext cx="111087" cy="16209"/>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02" name="Ink 201">
                  <a:extLst>
                    <a:ext uri="{FF2B5EF4-FFF2-40B4-BE49-F238E27FC236}">
                      <a16:creationId xmlns:a16="http://schemas.microsoft.com/office/drawing/2014/main" id="{26EE0A5D-D45F-F0D9-4AA5-498D561E9882}"/>
                    </a:ext>
                  </a:extLst>
                </p14:cNvPr>
                <p14:cNvContentPartPr/>
                <p14:nvPr/>
              </p14:nvContentPartPr>
              <p14:xfrm>
                <a:off x="3538098" y="2614571"/>
                <a:ext cx="45384" cy="182225"/>
              </p14:xfrm>
            </p:contentPart>
          </mc:Choice>
          <mc:Fallback xmlns="">
            <p:pic>
              <p:nvPicPr>
                <p:cNvPr id="202" name="Ink 201">
                  <a:extLst>
                    <a:ext uri="{FF2B5EF4-FFF2-40B4-BE49-F238E27FC236}">
                      <a16:creationId xmlns:a16="http://schemas.microsoft.com/office/drawing/2014/main" id="{26EE0A5D-D45F-F0D9-4AA5-498D561E9882}"/>
                    </a:ext>
                  </a:extLst>
                </p:cNvPr>
                <p:cNvPicPr/>
                <p:nvPr/>
              </p:nvPicPr>
              <p:blipFill>
                <a:blip r:embed="rId311"/>
                <a:stretch>
                  <a:fillRect/>
                </a:stretch>
              </p:blipFill>
              <p:spPr>
                <a:xfrm>
                  <a:off x="3533776" y="2610241"/>
                  <a:ext cx="54029" cy="190885"/>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03" name="Ink 202">
                  <a:extLst>
                    <a:ext uri="{FF2B5EF4-FFF2-40B4-BE49-F238E27FC236}">
                      <a16:creationId xmlns:a16="http://schemas.microsoft.com/office/drawing/2014/main" id="{B55BE5A8-37D1-01BD-E674-431FB10C49CF}"/>
                    </a:ext>
                  </a:extLst>
                </p14:cNvPr>
                <p14:cNvContentPartPr/>
                <p14:nvPr/>
              </p14:nvContentPartPr>
              <p14:xfrm>
                <a:off x="3603424" y="2569874"/>
                <a:ext cx="75641" cy="56387"/>
              </p14:xfrm>
            </p:contentPart>
          </mc:Choice>
          <mc:Fallback xmlns="">
            <p:pic>
              <p:nvPicPr>
                <p:cNvPr id="203" name="Ink 202">
                  <a:extLst>
                    <a:ext uri="{FF2B5EF4-FFF2-40B4-BE49-F238E27FC236}">
                      <a16:creationId xmlns:a16="http://schemas.microsoft.com/office/drawing/2014/main" id="{B55BE5A8-37D1-01BD-E674-431FB10C49CF}"/>
                    </a:ext>
                  </a:extLst>
                </p:cNvPr>
                <p:cNvPicPr/>
                <p:nvPr/>
              </p:nvPicPr>
              <p:blipFill>
                <a:blip r:embed="rId313"/>
                <a:stretch>
                  <a:fillRect/>
                </a:stretch>
              </p:blipFill>
              <p:spPr>
                <a:xfrm>
                  <a:off x="3599081" y="2565564"/>
                  <a:ext cx="84327" cy="65007"/>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04" name="Ink 203">
                  <a:extLst>
                    <a:ext uri="{FF2B5EF4-FFF2-40B4-BE49-F238E27FC236}">
                      <a16:creationId xmlns:a16="http://schemas.microsoft.com/office/drawing/2014/main" id="{3180032D-ED1F-3C4C-16E9-6DA91FC5C7BE}"/>
                    </a:ext>
                  </a:extLst>
                </p14:cNvPr>
                <p14:cNvContentPartPr/>
                <p14:nvPr/>
              </p14:nvContentPartPr>
              <p14:xfrm>
                <a:off x="3700038" y="2570562"/>
                <a:ext cx="61888" cy="77704"/>
              </p14:xfrm>
            </p:contentPart>
          </mc:Choice>
          <mc:Fallback xmlns="">
            <p:pic>
              <p:nvPicPr>
                <p:cNvPr id="204" name="Ink 203">
                  <a:extLst>
                    <a:ext uri="{FF2B5EF4-FFF2-40B4-BE49-F238E27FC236}">
                      <a16:creationId xmlns:a16="http://schemas.microsoft.com/office/drawing/2014/main" id="{3180032D-ED1F-3C4C-16E9-6DA91FC5C7BE}"/>
                    </a:ext>
                  </a:extLst>
                </p:cNvPr>
                <p:cNvPicPr/>
                <p:nvPr/>
              </p:nvPicPr>
              <p:blipFill>
                <a:blip r:embed="rId315"/>
                <a:stretch>
                  <a:fillRect/>
                </a:stretch>
              </p:blipFill>
              <p:spPr>
                <a:xfrm>
                  <a:off x="3695720" y="2566245"/>
                  <a:ext cx="70524" cy="86338"/>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05" name="Ink 204">
                  <a:extLst>
                    <a:ext uri="{FF2B5EF4-FFF2-40B4-BE49-F238E27FC236}">
                      <a16:creationId xmlns:a16="http://schemas.microsoft.com/office/drawing/2014/main" id="{9297A2A2-898E-44DD-AE88-9504876E3958}"/>
                    </a:ext>
                  </a:extLst>
                </p14:cNvPr>
                <p14:cNvContentPartPr/>
                <p14:nvPr/>
              </p14:nvContentPartPr>
              <p14:xfrm>
                <a:off x="3811780" y="2576751"/>
                <a:ext cx="66701" cy="92144"/>
              </p14:xfrm>
            </p:contentPart>
          </mc:Choice>
          <mc:Fallback xmlns="">
            <p:pic>
              <p:nvPicPr>
                <p:cNvPr id="205" name="Ink 204">
                  <a:extLst>
                    <a:ext uri="{FF2B5EF4-FFF2-40B4-BE49-F238E27FC236}">
                      <a16:creationId xmlns:a16="http://schemas.microsoft.com/office/drawing/2014/main" id="{9297A2A2-898E-44DD-AE88-9504876E3958}"/>
                    </a:ext>
                  </a:extLst>
                </p:cNvPr>
                <p:cNvPicPr/>
                <p:nvPr/>
              </p:nvPicPr>
              <p:blipFill>
                <a:blip r:embed="rId317"/>
                <a:stretch>
                  <a:fillRect/>
                </a:stretch>
              </p:blipFill>
              <p:spPr>
                <a:xfrm>
                  <a:off x="3807453" y="2572432"/>
                  <a:ext cx="75354" cy="100783"/>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6" name="Ink 205">
                  <a:extLst>
                    <a:ext uri="{FF2B5EF4-FFF2-40B4-BE49-F238E27FC236}">
                      <a16:creationId xmlns:a16="http://schemas.microsoft.com/office/drawing/2014/main" id="{EC9F74E8-198D-4D3B-7D9E-3901593755DD}"/>
                    </a:ext>
                  </a:extLst>
                </p14:cNvPr>
                <p14:cNvContentPartPr/>
                <p14:nvPr/>
              </p14:nvContentPartPr>
              <p14:xfrm>
                <a:off x="3953778" y="2589128"/>
                <a:ext cx="5501" cy="63607"/>
              </p14:xfrm>
            </p:contentPart>
          </mc:Choice>
          <mc:Fallback xmlns="">
            <p:pic>
              <p:nvPicPr>
                <p:cNvPr id="206" name="Ink 205">
                  <a:extLst>
                    <a:ext uri="{FF2B5EF4-FFF2-40B4-BE49-F238E27FC236}">
                      <a16:creationId xmlns:a16="http://schemas.microsoft.com/office/drawing/2014/main" id="{EC9F74E8-198D-4D3B-7D9E-3901593755DD}"/>
                    </a:ext>
                  </a:extLst>
                </p:cNvPr>
                <p:cNvPicPr/>
                <p:nvPr/>
              </p:nvPicPr>
              <p:blipFill>
                <a:blip r:embed="rId319"/>
                <a:stretch>
                  <a:fillRect/>
                </a:stretch>
              </p:blipFill>
              <p:spPr>
                <a:xfrm>
                  <a:off x="3949063" y="2584840"/>
                  <a:ext cx="14931" cy="72183"/>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7" name="Ink 206">
                  <a:extLst>
                    <a:ext uri="{FF2B5EF4-FFF2-40B4-BE49-F238E27FC236}">
                      <a16:creationId xmlns:a16="http://schemas.microsoft.com/office/drawing/2014/main" id="{DC3B5312-6CD5-9601-2F9A-C28DCF340A4A}"/>
                    </a:ext>
                  </a:extLst>
                </p14:cNvPr>
                <p14:cNvContentPartPr/>
                <p14:nvPr/>
              </p14:nvContentPartPr>
              <p14:xfrm>
                <a:off x="3990567" y="2505236"/>
                <a:ext cx="14784" cy="25787"/>
              </p14:xfrm>
            </p:contentPart>
          </mc:Choice>
          <mc:Fallback xmlns="">
            <p:pic>
              <p:nvPicPr>
                <p:cNvPr id="207" name="Ink 206">
                  <a:extLst>
                    <a:ext uri="{FF2B5EF4-FFF2-40B4-BE49-F238E27FC236}">
                      <a16:creationId xmlns:a16="http://schemas.microsoft.com/office/drawing/2014/main" id="{DC3B5312-6CD5-9601-2F9A-C28DCF340A4A}"/>
                    </a:ext>
                  </a:extLst>
                </p:cNvPr>
                <p:cNvPicPr/>
                <p:nvPr/>
              </p:nvPicPr>
              <p:blipFill>
                <a:blip r:embed="rId321"/>
                <a:stretch>
                  <a:fillRect/>
                </a:stretch>
              </p:blipFill>
              <p:spPr>
                <a:xfrm>
                  <a:off x="3986240" y="2500938"/>
                  <a:ext cx="23438" cy="34383"/>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08" name="Ink 207">
                  <a:extLst>
                    <a:ext uri="{FF2B5EF4-FFF2-40B4-BE49-F238E27FC236}">
                      <a16:creationId xmlns:a16="http://schemas.microsoft.com/office/drawing/2014/main" id="{69FF324E-3EE8-92F4-376D-9F152C36CE8C}"/>
                    </a:ext>
                  </a:extLst>
                </p14:cNvPr>
                <p14:cNvContentPartPr/>
                <p14:nvPr/>
              </p14:nvContentPartPr>
              <p14:xfrm>
                <a:off x="4156977" y="2538930"/>
                <a:ext cx="47447" cy="153688"/>
              </p14:xfrm>
            </p:contentPart>
          </mc:Choice>
          <mc:Fallback xmlns="">
            <p:pic>
              <p:nvPicPr>
                <p:cNvPr id="208" name="Ink 207">
                  <a:extLst>
                    <a:ext uri="{FF2B5EF4-FFF2-40B4-BE49-F238E27FC236}">
                      <a16:creationId xmlns:a16="http://schemas.microsoft.com/office/drawing/2014/main" id="{69FF324E-3EE8-92F4-376D-9F152C36CE8C}"/>
                    </a:ext>
                  </a:extLst>
                </p:cNvPr>
                <p:cNvPicPr/>
                <p:nvPr/>
              </p:nvPicPr>
              <p:blipFill>
                <a:blip r:embed="rId323"/>
                <a:stretch>
                  <a:fillRect/>
                </a:stretch>
              </p:blipFill>
              <p:spPr>
                <a:xfrm>
                  <a:off x="4152631" y="2534601"/>
                  <a:ext cx="56140" cy="162346"/>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09" name="Ink 208">
                  <a:extLst>
                    <a:ext uri="{FF2B5EF4-FFF2-40B4-BE49-F238E27FC236}">
                      <a16:creationId xmlns:a16="http://schemas.microsoft.com/office/drawing/2014/main" id="{B90F4A85-9DBC-2FCA-EB76-C846CB1D1346}"/>
                    </a:ext>
                  </a:extLst>
                </p14:cNvPr>
                <p14:cNvContentPartPr/>
                <p14:nvPr/>
              </p14:nvContentPartPr>
              <p14:xfrm>
                <a:off x="4160071" y="2589128"/>
                <a:ext cx="167097" cy="80110"/>
              </p14:xfrm>
            </p:contentPart>
          </mc:Choice>
          <mc:Fallback xmlns="">
            <p:pic>
              <p:nvPicPr>
                <p:cNvPr id="209" name="Ink 208">
                  <a:extLst>
                    <a:ext uri="{FF2B5EF4-FFF2-40B4-BE49-F238E27FC236}">
                      <a16:creationId xmlns:a16="http://schemas.microsoft.com/office/drawing/2014/main" id="{B90F4A85-9DBC-2FCA-EB76-C846CB1D1346}"/>
                    </a:ext>
                  </a:extLst>
                </p:cNvPr>
                <p:cNvPicPr/>
                <p:nvPr/>
              </p:nvPicPr>
              <p:blipFill>
                <a:blip r:embed="rId325"/>
                <a:stretch>
                  <a:fillRect/>
                </a:stretch>
              </p:blipFill>
              <p:spPr>
                <a:xfrm>
                  <a:off x="4155740" y="2584817"/>
                  <a:ext cx="175759" cy="88732"/>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10" name="Ink 209">
                  <a:extLst>
                    <a:ext uri="{FF2B5EF4-FFF2-40B4-BE49-F238E27FC236}">
                      <a16:creationId xmlns:a16="http://schemas.microsoft.com/office/drawing/2014/main" id="{6057B501-890B-0AF4-A5CA-2F4F64406D98}"/>
                    </a:ext>
                  </a:extLst>
                </p14:cNvPr>
                <p14:cNvContentPartPr/>
                <p14:nvPr/>
              </p14:nvContentPartPr>
              <p14:xfrm>
                <a:off x="4356049" y="2510393"/>
                <a:ext cx="7564" cy="60513"/>
              </p14:xfrm>
            </p:contentPart>
          </mc:Choice>
          <mc:Fallback xmlns="">
            <p:pic>
              <p:nvPicPr>
                <p:cNvPr id="210" name="Ink 209">
                  <a:extLst>
                    <a:ext uri="{FF2B5EF4-FFF2-40B4-BE49-F238E27FC236}">
                      <a16:creationId xmlns:a16="http://schemas.microsoft.com/office/drawing/2014/main" id="{6057B501-890B-0AF4-A5CA-2F4F64406D98}"/>
                    </a:ext>
                  </a:extLst>
                </p:cNvPr>
                <p:cNvPicPr/>
                <p:nvPr/>
              </p:nvPicPr>
              <p:blipFill>
                <a:blip r:embed="rId327"/>
                <a:stretch>
                  <a:fillRect/>
                </a:stretch>
              </p:blipFill>
              <p:spPr>
                <a:xfrm>
                  <a:off x="4351727" y="2506071"/>
                  <a:ext cx="16209" cy="69158"/>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11" name="Ink 210">
                  <a:extLst>
                    <a:ext uri="{FF2B5EF4-FFF2-40B4-BE49-F238E27FC236}">
                      <a16:creationId xmlns:a16="http://schemas.microsoft.com/office/drawing/2014/main" id="{B66DC856-DB7D-EBE6-4800-4FF18EA76A7F}"/>
                    </a:ext>
                  </a:extLst>
                </p14:cNvPr>
                <p14:cNvContentPartPr/>
                <p14:nvPr/>
              </p14:nvContentPartPr>
              <p14:xfrm>
                <a:off x="4426189" y="2579501"/>
                <a:ext cx="243769" cy="96614"/>
              </p14:xfrm>
            </p:contentPart>
          </mc:Choice>
          <mc:Fallback xmlns="">
            <p:pic>
              <p:nvPicPr>
                <p:cNvPr id="211" name="Ink 210">
                  <a:extLst>
                    <a:ext uri="{FF2B5EF4-FFF2-40B4-BE49-F238E27FC236}">
                      <a16:creationId xmlns:a16="http://schemas.microsoft.com/office/drawing/2014/main" id="{B66DC856-DB7D-EBE6-4800-4FF18EA76A7F}"/>
                    </a:ext>
                  </a:extLst>
                </p:cNvPr>
                <p:cNvPicPr/>
                <p:nvPr/>
              </p:nvPicPr>
              <p:blipFill>
                <a:blip r:embed="rId329"/>
                <a:stretch>
                  <a:fillRect/>
                </a:stretch>
              </p:blipFill>
              <p:spPr>
                <a:xfrm>
                  <a:off x="4421868" y="2575175"/>
                  <a:ext cx="252411" cy="105266"/>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12" name="Ink 211">
                  <a:extLst>
                    <a:ext uri="{FF2B5EF4-FFF2-40B4-BE49-F238E27FC236}">
                      <a16:creationId xmlns:a16="http://schemas.microsoft.com/office/drawing/2014/main" id="{035D7A4C-2778-4B6B-382B-22A95FB54D14}"/>
                    </a:ext>
                  </a:extLst>
                </p14:cNvPr>
                <p14:cNvContentPartPr/>
                <p14:nvPr/>
              </p14:nvContentPartPr>
              <p14:xfrm>
                <a:off x="5011029" y="2581564"/>
                <a:ext cx="155064" cy="20285"/>
              </p14:xfrm>
            </p:contentPart>
          </mc:Choice>
          <mc:Fallback xmlns="">
            <p:pic>
              <p:nvPicPr>
                <p:cNvPr id="212" name="Ink 211">
                  <a:extLst>
                    <a:ext uri="{FF2B5EF4-FFF2-40B4-BE49-F238E27FC236}">
                      <a16:creationId xmlns:a16="http://schemas.microsoft.com/office/drawing/2014/main" id="{035D7A4C-2778-4B6B-382B-22A95FB54D14}"/>
                    </a:ext>
                  </a:extLst>
                </p:cNvPr>
                <p:cNvPicPr/>
                <p:nvPr/>
              </p:nvPicPr>
              <p:blipFill>
                <a:blip r:embed="rId331"/>
                <a:stretch>
                  <a:fillRect/>
                </a:stretch>
              </p:blipFill>
              <p:spPr>
                <a:xfrm>
                  <a:off x="5006712" y="2577138"/>
                  <a:ext cx="163699" cy="29137"/>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13" name="Ink 212">
                  <a:extLst>
                    <a:ext uri="{FF2B5EF4-FFF2-40B4-BE49-F238E27FC236}">
                      <a16:creationId xmlns:a16="http://schemas.microsoft.com/office/drawing/2014/main" id="{A0DCA610-7A4E-22CB-F509-777D47DD337E}"/>
                    </a:ext>
                  </a:extLst>
                </p14:cNvPr>
                <p14:cNvContentPartPr/>
                <p14:nvPr/>
              </p14:nvContentPartPr>
              <p14:xfrm>
                <a:off x="5028220" y="2647234"/>
                <a:ext cx="128933" cy="2407"/>
              </p14:xfrm>
            </p:contentPart>
          </mc:Choice>
          <mc:Fallback xmlns="">
            <p:pic>
              <p:nvPicPr>
                <p:cNvPr id="213" name="Ink 212">
                  <a:extLst>
                    <a:ext uri="{FF2B5EF4-FFF2-40B4-BE49-F238E27FC236}">
                      <a16:creationId xmlns:a16="http://schemas.microsoft.com/office/drawing/2014/main" id="{A0DCA610-7A4E-22CB-F509-777D47DD337E}"/>
                    </a:ext>
                  </a:extLst>
                </p:cNvPr>
                <p:cNvPicPr/>
                <p:nvPr/>
              </p:nvPicPr>
              <p:blipFill>
                <a:blip r:embed="rId281"/>
                <a:stretch>
                  <a:fillRect/>
                </a:stretch>
              </p:blipFill>
              <p:spPr>
                <a:xfrm>
                  <a:off x="5023898" y="2643108"/>
                  <a:ext cx="137577" cy="106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14" name="Ink 213">
                  <a:extLst>
                    <a:ext uri="{FF2B5EF4-FFF2-40B4-BE49-F238E27FC236}">
                      <a16:creationId xmlns:a16="http://schemas.microsoft.com/office/drawing/2014/main" id="{300443BB-B3B6-9179-53BC-68044F2A2B78}"/>
                    </a:ext>
                  </a:extLst>
                </p14:cNvPr>
                <p14:cNvContentPartPr/>
                <p14:nvPr/>
              </p14:nvContentPartPr>
              <p14:xfrm>
                <a:off x="5548078" y="2632106"/>
                <a:ext cx="164691" cy="81830"/>
              </p14:xfrm>
            </p:contentPart>
          </mc:Choice>
          <mc:Fallback xmlns="">
            <p:pic>
              <p:nvPicPr>
                <p:cNvPr id="214" name="Ink 213">
                  <a:extLst>
                    <a:ext uri="{FF2B5EF4-FFF2-40B4-BE49-F238E27FC236}">
                      <a16:creationId xmlns:a16="http://schemas.microsoft.com/office/drawing/2014/main" id="{300443BB-B3B6-9179-53BC-68044F2A2B78}"/>
                    </a:ext>
                  </a:extLst>
                </p:cNvPr>
                <p:cNvPicPr/>
                <p:nvPr/>
              </p:nvPicPr>
              <p:blipFill>
                <a:blip r:embed="rId334"/>
                <a:stretch>
                  <a:fillRect/>
                </a:stretch>
              </p:blipFill>
              <p:spPr>
                <a:xfrm>
                  <a:off x="5543763" y="2627780"/>
                  <a:ext cx="173321" cy="90482"/>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15" name="Ink 214">
                  <a:extLst>
                    <a:ext uri="{FF2B5EF4-FFF2-40B4-BE49-F238E27FC236}">
                      <a16:creationId xmlns:a16="http://schemas.microsoft.com/office/drawing/2014/main" id="{04C161DE-F55A-2F32-3653-5A704D4DDC8B}"/>
                    </a:ext>
                  </a:extLst>
                </p14:cNvPr>
                <p14:cNvContentPartPr/>
                <p14:nvPr/>
              </p14:nvContentPartPr>
              <p14:xfrm>
                <a:off x="5678731" y="2550276"/>
                <a:ext cx="25099" cy="31975"/>
              </p14:xfrm>
            </p:contentPart>
          </mc:Choice>
          <mc:Fallback xmlns="">
            <p:pic>
              <p:nvPicPr>
                <p:cNvPr id="215" name="Ink 214">
                  <a:extLst>
                    <a:ext uri="{FF2B5EF4-FFF2-40B4-BE49-F238E27FC236}">
                      <a16:creationId xmlns:a16="http://schemas.microsoft.com/office/drawing/2014/main" id="{04C161DE-F55A-2F32-3653-5A704D4DDC8B}"/>
                    </a:ext>
                  </a:extLst>
                </p:cNvPr>
                <p:cNvPicPr/>
                <p:nvPr/>
              </p:nvPicPr>
              <p:blipFill>
                <a:blip r:embed="rId336"/>
                <a:stretch>
                  <a:fillRect/>
                </a:stretch>
              </p:blipFill>
              <p:spPr>
                <a:xfrm>
                  <a:off x="5674366" y="2545965"/>
                  <a:ext cx="33829" cy="40597"/>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16" name="Ink 215">
                  <a:extLst>
                    <a:ext uri="{FF2B5EF4-FFF2-40B4-BE49-F238E27FC236}">
                      <a16:creationId xmlns:a16="http://schemas.microsoft.com/office/drawing/2014/main" id="{5A99BC0C-60EF-DFC4-499B-C52035DAA61C}"/>
                    </a:ext>
                  </a:extLst>
                </p14:cNvPr>
                <p14:cNvContentPartPr/>
                <p14:nvPr/>
              </p14:nvContentPartPr>
              <p14:xfrm>
                <a:off x="5834138" y="2632106"/>
                <a:ext cx="3438" cy="9627"/>
              </p14:xfrm>
            </p:contentPart>
          </mc:Choice>
          <mc:Fallback xmlns="">
            <p:pic>
              <p:nvPicPr>
                <p:cNvPr id="216" name="Ink 215">
                  <a:extLst>
                    <a:ext uri="{FF2B5EF4-FFF2-40B4-BE49-F238E27FC236}">
                      <a16:creationId xmlns:a16="http://schemas.microsoft.com/office/drawing/2014/main" id="{5A99BC0C-60EF-DFC4-499B-C52035DAA61C}"/>
                    </a:ext>
                  </a:extLst>
                </p:cNvPr>
                <p:cNvPicPr/>
                <p:nvPr/>
              </p:nvPicPr>
              <p:blipFill>
                <a:blip r:embed="rId338"/>
                <a:stretch>
                  <a:fillRect/>
                </a:stretch>
              </p:blipFill>
              <p:spPr>
                <a:xfrm>
                  <a:off x="5830012" y="2627827"/>
                  <a:ext cx="11689" cy="18184"/>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17" name="Ink 216">
                  <a:extLst>
                    <a:ext uri="{FF2B5EF4-FFF2-40B4-BE49-F238E27FC236}">
                      <a16:creationId xmlns:a16="http://schemas.microsoft.com/office/drawing/2014/main" id="{B1152EA9-DAF8-BF41-6D23-89B8CB59A036}"/>
                    </a:ext>
                  </a:extLst>
                </p14:cNvPr>
                <p14:cNvContentPartPr/>
                <p14:nvPr/>
              </p14:nvContentPartPr>
              <p14:xfrm>
                <a:off x="5732023" y="2706715"/>
                <a:ext cx="110711" cy="92144"/>
              </p14:xfrm>
            </p:contentPart>
          </mc:Choice>
          <mc:Fallback xmlns="">
            <p:pic>
              <p:nvPicPr>
                <p:cNvPr id="217" name="Ink 216">
                  <a:extLst>
                    <a:ext uri="{FF2B5EF4-FFF2-40B4-BE49-F238E27FC236}">
                      <a16:creationId xmlns:a16="http://schemas.microsoft.com/office/drawing/2014/main" id="{B1152EA9-DAF8-BF41-6D23-89B8CB59A036}"/>
                    </a:ext>
                  </a:extLst>
                </p:cNvPr>
                <p:cNvPicPr/>
                <p:nvPr/>
              </p:nvPicPr>
              <p:blipFill>
                <a:blip r:embed="rId340"/>
                <a:stretch>
                  <a:fillRect/>
                </a:stretch>
              </p:blipFill>
              <p:spPr>
                <a:xfrm>
                  <a:off x="5727710" y="2702396"/>
                  <a:ext cx="119338" cy="100783"/>
                </a:xfrm>
                <a:prstGeom prst="rect">
                  <a:avLst/>
                </a:prstGeom>
              </p:spPr>
            </p:pic>
          </mc:Fallback>
        </mc:AlternateContent>
      </p:grpSp>
      <p:grpSp>
        <p:nvGrpSpPr>
          <p:cNvPr id="236" name="Group 235">
            <a:extLst>
              <a:ext uri="{FF2B5EF4-FFF2-40B4-BE49-F238E27FC236}">
                <a16:creationId xmlns:a16="http://schemas.microsoft.com/office/drawing/2014/main" id="{D9241AB0-A00D-17D7-187B-6ACEAB734C39}"/>
              </a:ext>
            </a:extLst>
          </p:cNvPr>
          <p:cNvGrpSpPr/>
          <p:nvPr/>
        </p:nvGrpSpPr>
        <p:grpSpPr>
          <a:xfrm>
            <a:off x="4204080" y="4371155"/>
            <a:ext cx="1331277" cy="496478"/>
            <a:chOff x="4204080" y="4371155"/>
            <a:chExt cx="1331277" cy="496478"/>
          </a:xfrm>
        </p:grpSpPr>
        <mc:AlternateContent xmlns:mc="http://schemas.openxmlformats.org/markup-compatibility/2006" xmlns:p14="http://schemas.microsoft.com/office/powerpoint/2010/main">
          <mc:Choice Requires="p14">
            <p:contentPart p14:bwMode="auto" r:id="rId341">
              <p14:nvContentPartPr>
                <p14:cNvPr id="221" name="Ink 220">
                  <a:extLst>
                    <a:ext uri="{FF2B5EF4-FFF2-40B4-BE49-F238E27FC236}">
                      <a16:creationId xmlns:a16="http://schemas.microsoft.com/office/drawing/2014/main" id="{0AE540CA-A7B8-79CD-AB08-1C0C6CE05B05}"/>
                    </a:ext>
                  </a:extLst>
                </p14:cNvPr>
                <p14:cNvContentPartPr/>
                <p14:nvPr/>
              </p14:nvContentPartPr>
              <p14:xfrm>
                <a:off x="4204080" y="4584668"/>
                <a:ext cx="64638" cy="282965"/>
              </p14:xfrm>
            </p:contentPart>
          </mc:Choice>
          <mc:Fallback xmlns="">
            <p:pic>
              <p:nvPicPr>
                <p:cNvPr id="221" name="Ink 220">
                  <a:extLst>
                    <a:ext uri="{FF2B5EF4-FFF2-40B4-BE49-F238E27FC236}">
                      <a16:creationId xmlns:a16="http://schemas.microsoft.com/office/drawing/2014/main" id="{0AE540CA-A7B8-79CD-AB08-1C0C6CE05B05}"/>
                    </a:ext>
                  </a:extLst>
                </p:cNvPr>
                <p:cNvPicPr/>
                <p:nvPr/>
              </p:nvPicPr>
              <p:blipFill>
                <a:blip r:embed="rId342"/>
                <a:stretch>
                  <a:fillRect/>
                </a:stretch>
              </p:blipFill>
              <p:spPr>
                <a:xfrm>
                  <a:off x="4199771" y="4580348"/>
                  <a:ext cx="73256" cy="291605"/>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22" name="Ink 221">
                  <a:extLst>
                    <a:ext uri="{FF2B5EF4-FFF2-40B4-BE49-F238E27FC236}">
                      <a16:creationId xmlns:a16="http://schemas.microsoft.com/office/drawing/2014/main" id="{A07AC49A-821D-82F3-31D4-301C6D346C67}"/>
                    </a:ext>
                  </a:extLst>
                </p14:cNvPr>
                <p14:cNvContentPartPr/>
                <p14:nvPr/>
              </p14:nvContentPartPr>
              <p14:xfrm>
                <a:off x="4307227" y="4532063"/>
                <a:ext cx="92144" cy="64295"/>
              </p14:xfrm>
            </p:contentPart>
          </mc:Choice>
          <mc:Fallback xmlns="">
            <p:pic>
              <p:nvPicPr>
                <p:cNvPr id="222" name="Ink 221">
                  <a:extLst>
                    <a:ext uri="{FF2B5EF4-FFF2-40B4-BE49-F238E27FC236}">
                      <a16:creationId xmlns:a16="http://schemas.microsoft.com/office/drawing/2014/main" id="{A07AC49A-821D-82F3-31D4-301C6D346C67}"/>
                    </a:ext>
                  </a:extLst>
                </p:cNvPr>
                <p:cNvPicPr/>
                <p:nvPr/>
              </p:nvPicPr>
              <p:blipFill>
                <a:blip r:embed="rId344"/>
                <a:stretch>
                  <a:fillRect/>
                </a:stretch>
              </p:blipFill>
              <p:spPr>
                <a:xfrm>
                  <a:off x="4302925" y="4527753"/>
                  <a:ext cx="100749" cy="72916"/>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23" name="Ink 222">
                  <a:extLst>
                    <a:ext uri="{FF2B5EF4-FFF2-40B4-BE49-F238E27FC236}">
                      <a16:creationId xmlns:a16="http://schemas.microsoft.com/office/drawing/2014/main" id="{FFA97258-5E95-3112-B8BE-9EFB2E935D87}"/>
                    </a:ext>
                  </a:extLst>
                </p14:cNvPr>
                <p14:cNvContentPartPr/>
                <p14:nvPr/>
              </p14:nvContentPartPr>
              <p14:xfrm>
                <a:off x="4472605" y="4495962"/>
                <a:ext cx="66701" cy="91457"/>
              </p14:xfrm>
            </p:contentPart>
          </mc:Choice>
          <mc:Fallback xmlns="">
            <p:pic>
              <p:nvPicPr>
                <p:cNvPr id="223" name="Ink 222">
                  <a:extLst>
                    <a:ext uri="{FF2B5EF4-FFF2-40B4-BE49-F238E27FC236}">
                      <a16:creationId xmlns:a16="http://schemas.microsoft.com/office/drawing/2014/main" id="{FFA97258-5E95-3112-B8BE-9EFB2E935D87}"/>
                    </a:ext>
                  </a:extLst>
                </p:cNvPr>
                <p:cNvPicPr/>
                <p:nvPr/>
              </p:nvPicPr>
              <p:blipFill>
                <a:blip r:embed="rId346"/>
                <a:stretch>
                  <a:fillRect/>
                </a:stretch>
              </p:blipFill>
              <p:spPr>
                <a:xfrm>
                  <a:off x="4468302" y="4491641"/>
                  <a:ext cx="75308" cy="100099"/>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24" name="Ink 223">
                  <a:extLst>
                    <a:ext uri="{FF2B5EF4-FFF2-40B4-BE49-F238E27FC236}">
                      <a16:creationId xmlns:a16="http://schemas.microsoft.com/office/drawing/2014/main" id="{44F5C5B8-9D26-3401-59F9-E66233CC1EB7}"/>
                    </a:ext>
                  </a:extLst>
                </p14:cNvPr>
                <p14:cNvContentPartPr/>
                <p14:nvPr/>
              </p14:nvContentPartPr>
              <p14:xfrm>
                <a:off x="4668583" y="4493899"/>
                <a:ext cx="95239" cy="107960"/>
              </p14:xfrm>
            </p:contentPart>
          </mc:Choice>
          <mc:Fallback xmlns="">
            <p:pic>
              <p:nvPicPr>
                <p:cNvPr id="224" name="Ink 223">
                  <a:extLst>
                    <a:ext uri="{FF2B5EF4-FFF2-40B4-BE49-F238E27FC236}">
                      <a16:creationId xmlns:a16="http://schemas.microsoft.com/office/drawing/2014/main" id="{44F5C5B8-9D26-3401-59F9-E66233CC1EB7}"/>
                    </a:ext>
                  </a:extLst>
                </p:cNvPr>
                <p:cNvPicPr/>
                <p:nvPr/>
              </p:nvPicPr>
              <p:blipFill>
                <a:blip r:embed="rId348"/>
                <a:stretch>
                  <a:fillRect/>
                </a:stretch>
              </p:blipFill>
              <p:spPr>
                <a:xfrm>
                  <a:off x="4664270" y="4489581"/>
                  <a:ext cx="103864" cy="116597"/>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25" name="Ink 224">
                  <a:extLst>
                    <a:ext uri="{FF2B5EF4-FFF2-40B4-BE49-F238E27FC236}">
                      <a16:creationId xmlns:a16="http://schemas.microsoft.com/office/drawing/2014/main" id="{6CF1FC87-ED31-DC23-9EA3-A10B1DB95EC1}"/>
                    </a:ext>
                  </a:extLst>
                </p14:cNvPr>
                <p14:cNvContentPartPr/>
                <p14:nvPr/>
              </p14:nvContentPartPr>
              <p14:xfrm>
                <a:off x="4845307" y="4512122"/>
                <a:ext cx="4470" cy="60513"/>
              </p14:xfrm>
            </p:contentPart>
          </mc:Choice>
          <mc:Fallback xmlns="">
            <p:pic>
              <p:nvPicPr>
                <p:cNvPr id="225" name="Ink 224">
                  <a:extLst>
                    <a:ext uri="{FF2B5EF4-FFF2-40B4-BE49-F238E27FC236}">
                      <a16:creationId xmlns:a16="http://schemas.microsoft.com/office/drawing/2014/main" id="{6CF1FC87-ED31-DC23-9EA3-A10B1DB95EC1}"/>
                    </a:ext>
                  </a:extLst>
                </p:cNvPr>
                <p:cNvPicPr/>
                <p:nvPr/>
              </p:nvPicPr>
              <p:blipFill>
                <a:blip r:embed="rId350"/>
                <a:stretch>
                  <a:fillRect/>
                </a:stretch>
              </p:blipFill>
              <p:spPr>
                <a:xfrm>
                  <a:off x="4840837" y="4507800"/>
                  <a:ext cx="13410" cy="69158"/>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26" name="Ink 225">
                  <a:extLst>
                    <a:ext uri="{FF2B5EF4-FFF2-40B4-BE49-F238E27FC236}">
                      <a16:creationId xmlns:a16="http://schemas.microsoft.com/office/drawing/2014/main" id="{D6AF861C-7822-352D-B3BB-5442046D8C6F}"/>
                    </a:ext>
                  </a:extLst>
                </p14:cNvPr>
                <p14:cNvContentPartPr/>
                <p14:nvPr/>
              </p14:nvContentPartPr>
              <p14:xfrm>
                <a:off x="4897568" y="4371155"/>
                <a:ext cx="30944" cy="29912"/>
              </p14:xfrm>
            </p:contentPart>
          </mc:Choice>
          <mc:Fallback xmlns="">
            <p:pic>
              <p:nvPicPr>
                <p:cNvPr id="226" name="Ink 225">
                  <a:extLst>
                    <a:ext uri="{FF2B5EF4-FFF2-40B4-BE49-F238E27FC236}">
                      <a16:creationId xmlns:a16="http://schemas.microsoft.com/office/drawing/2014/main" id="{D6AF861C-7822-352D-B3BB-5442046D8C6F}"/>
                    </a:ext>
                  </a:extLst>
                </p:cNvPr>
                <p:cNvPicPr/>
                <p:nvPr/>
              </p:nvPicPr>
              <p:blipFill>
                <a:blip r:embed="rId352"/>
                <a:stretch>
                  <a:fillRect/>
                </a:stretch>
              </p:blipFill>
              <p:spPr>
                <a:xfrm>
                  <a:off x="4893250" y="4366830"/>
                  <a:ext cx="39580" cy="38561"/>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27" name="Ink 226">
                  <a:extLst>
                    <a:ext uri="{FF2B5EF4-FFF2-40B4-BE49-F238E27FC236}">
                      <a16:creationId xmlns:a16="http://schemas.microsoft.com/office/drawing/2014/main" id="{336A375A-38EC-11EC-E3E6-8182141B13B5}"/>
                    </a:ext>
                  </a:extLst>
                </p14:cNvPr>
                <p14:cNvContentPartPr/>
                <p14:nvPr/>
              </p14:nvContentPartPr>
              <p14:xfrm>
                <a:off x="5012748" y="4389721"/>
                <a:ext cx="72890" cy="207668"/>
              </p14:xfrm>
            </p:contentPart>
          </mc:Choice>
          <mc:Fallback xmlns="">
            <p:pic>
              <p:nvPicPr>
                <p:cNvPr id="227" name="Ink 226">
                  <a:extLst>
                    <a:ext uri="{FF2B5EF4-FFF2-40B4-BE49-F238E27FC236}">
                      <a16:creationId xmlns:a16="http://schemas.microsoft.com/office/drawing/2014/main" id="{336A375A-38EC-11EC-E3E6-8182141B13B5}"/>
                    </a:ext>
                  </a:extLst>
                </p:cNvPr>
                <p:cNvPicPr/>
                <p:nvPr/>
              </p:nvPicPr>
              <p:blipFill>
                <a:blip r:embed="rId354"/>
                <a:stretch>
                  <a:fillRect/>
                </a:stretch>
              </p:blipFill>
              <p:spPr>
                <a:xfrm>
                  <a:off x="5008439" y="4385402"/>
                  <a:ext cx="81508" cy="216306"/>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28" name="Ink 227">
                  <a:extLst>
                    <a:ext uri="{FF2B5EF4-FFF2-40B4-BE49-F238E27FC236}">
                      <a16:creationId xmlns:a16="http://schemas.microsoft.com/office/drawing/2014/main" id="{048EB2D1-F454-1F96-506B-0291351A72A5}"/>
                    </a:ext>
                  </a:extLst>
                </p14:cNvPr>
                <p14:cNvContentPartPr/>
                <p14:nvPr/>
              </p14:nvContentPartPr>
              <p14:xfrm>
                <a:off x="5085295" y="4496994"/>
                <a:ext cx="77016" cy="85955"/>
              </p14:xfrm>
            </p:contentPart>
          </mc:Choice>
          <mc:Fallback xmlns="">
            <p:pic>
              <p:nvPicPr>
                <p:cNvPr id="228" name="Ink 227">
                  <a:extLst>
                    <a:ext uri="{FF2B5EF4-FFF2-40B4-BE49-F238E27FC236}">
                      <a16:creationId xmlns:a16="http://schemas.microsoft.com/office/drawing/2014/main" id="{048EB2D1-F454-1F96-506B-0291351A72A5}"/>
                    </a:ext>
                  </a:extLst>
                </p:cNvPr>
                <p:cNvPicPr/>
                <p:nvPr/>
              </p:nvPicPr>
              <p:blipFill>
                <a:blip r:embed="rId356"/>
                <a:stretch>
                  <a:fillRect/>
                </a:stretch>
              </p:blipFill>
              <p:spPr>
                <a:xfrm>
                  <a:off x="5080976" y="4492678"/>
                  <a:ext cx="85653" cy="94586"/>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29" name="Ink 228">
                  <a:extLst>
                    <a:ext uri="{FF2B5EF4-FFF2-40B4-BE49-F238E27FC236}">
                      <a16:creationId xmlns:a16="http://schemas.microsoft.com/office/drawing/2014/main" id="{E16D189E-B267-B0E4-B34A-0F9AD3DD7A18}"/>
                    </a:ext>
                  </a:extLst>
                </p14:cNvPr>
                <p14:cNvContentPartPr/>
                <p14:nvPr/>
              </p14:nvContentPartPr>
              <p14:xfrm>
                <a:off x="5258925" y="4405881"/>
                <a:ext cx="2407" cy="30944"/>
              </p14:xfrm>
            </p:contentPart>
          </mc:Choice>
          <mc:Fallback xmlns="">
            <p:pic>
              <p:nvPicPr>
                <p:cNvPr id="229" name="Ink 228">
                  <a:extLst>
                    <a:ext uri="{FF2B5EF4-FFF2-40B4-BE49-F238E27FC236}">
                      <a16:creationId xmlns:a16="http://schemas.microsoft.com/office/drawing/2014/main" id="{E16D189E-B267-B0E4-B34A-0F9AD3DD7A18}"/>
                    </a:ext>
                  </a:extLst>
                </p:cNvPr>
                <p:cNvPicPr/>
                <p:nvPr/>
              </p:nvPicPr>
              <p:blipFill>
                <a:blip r:embed="rId358"/>
                <a:stretch>
                  <a:fillRect/>
                </a:stretch>
              </p:blipFill>
              <p:spPr>
                <a:xfrm>
                  <a:off x="5254799" y="4401563"/>
                  <a:ext cx="10660" cy="395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30" name="Ink 229">
                  <a:extLst>
                    <a:ext uri="{FF2B5EF4-FFF2-40B4-BE49-F238E27FC236}">
                      <a16:creationId xmlns:a16="http://schemas.microsoft.com/office/drawing/2014/main" id="{8042D8A6-58D4-9E29-4AD6-D23E4A5EA54B}"/>
                    </a:ext>
                  </a:extLst>
                </p14:cNvPr>
                <p14:cNvContentPartPr/>
                <p14:nvPr/>
              </p14:nvContentPartPr>
              <p14:xfrm>
                <a:off x="5299839" y="4469488"/>
                <a:ext cx="235518" cy="113805"/>
              </p14:xfrm>
            </p:contentPart>
          </mc:Choice>
          <mc:Fallback xmlns="">
            <p:pic>
              <p:nvPicPr>
                <p:cNvPr id="230" name="Ink 229">
                  <a:extLst>
                    <a:ext uri="{FF2B5EF4-FFF2-40B4-BE49-F238E27FC236}">
                      <a16:creationId xmlns:a16="http://schemas.microsoft.com/office/drawing/2014/main" id="{8042D8A6-58D4-9E29-4AD6-D23E4A5EA54B}"/>
                    </a:ext>
                  </a:extLst>
                </p:cNvPr>
                <p:cNvPicPr/>
                <p:nvPr/>
              </p:nvPicPr>
              <p:blipFill>
                <a:blip r:embed="rId360"/>
                <a:stretch>
                  <a:fillRect/>
                </a:stretch>
              </p:blipFill>
              <p:spPr>
                <a:xfrm>
                  <a:off x="5295518" y="4465166"/>
                  <a:ext cx="244161" cy="122448"/>
                </a:xfrm>
                <a:prstGeom prst="rect">
                  <a:avLst/>
                </a:prstGeom>
              </p:spPr>
            </p:pic>
          </mc:Fallback>
        </mc:AlternateContent>
      </p:grpSp>
      <p:grpSp>
        <p:nvGrpSpPr>
          <p:cNvPr id="235" name="Group 234">
            <a:extLst>
              <a:ext uri="{FF2B5EF4-FFF2-40B4-BE49-F238E27FC236}">
                <a16:creationId xmlns:a16="http://schemas.microsoft.com/office/drawing/2014/main" id="{BA6D7D66-257A-10E0-0B87-C9E33FDBFE05}"/>
              </a:ext>
            </a:extLst>
          </p:cNvPr>
          <p:cNvGrpSpPr/>
          <p:nvPr/>
        </p:nvGrpSpPr>
        <p:grpSpPr>
          <a:xfrm>
            <a:off x="5808695" y="4460205"/>
            <a:ext cx="157471" cy="75640"/>
            <a:chOff x="5808695" y="4460205"/>
            <a:chExt cx="157471" cy="75640"/>
          </a:xfrm>
        </p:grpSpPr>
        <mc:AlternateContent xmlns:mc="http://schemas.openxmlformats.org/markup-compatibility/2006" xmlns:p14="http://schemas.microsoft.com/office/powerpoint/2010/main">
          <mc:Choice Requires="p14">
            <p:contentPart p14:bwMode="auto" r:id="rId361">
              <p14:nvContentPartPr>
                <p14:cNvPr id="231" name="Ink 230">
                  <a:extLst>
                    <a:ext uri="{FF2B5EF4-FFF2-40B4-BE49-F238E27FC236}">
                      <a16:creationId xmlns:a16="http://schemas.microsoft.com/office/drawing/2014/main" id="{113643DE-3F1B-205A-65E0-EB1491BE2E44}"/>
                    </a:ext>
                  </a:extLst>
                </p14:cNvPr>
                <p14:cNvContentPartPr/>
                <p14:nvPr/>
              </p14:nvContentPartPr>
              <p14:xfrm>
                <a:off x="5808695" y="4460205"/>
                <a:ext cx="132715" cy="6533"/>
              </p14:xfrm>
            </p:contentPart>
          </mc:Choice>
          <mc:Fallback xmlns="">
            <p:pic>
              <p:nvPicPr>
                <p:cNvPr id="231" name="Ink 230">
                  <a:extLst>
                    <a:ext uri="{FF2B5EF4-FFF2-40B4-BE49-F238E27FC236}">
                      <a16:creationId xmlns:a16="http://schemas.microsoft.com/office/drawing/2014/main" id="{113643DE-3F1B-205A-65E0-EB1491BE2E44}"/>
                    </a:ext>
                  </a:extLst>
                </p:cNvPr>
                <p:cNvPicPr/>
                <p:nvPr/>
              </p:nvPicPr>
              <p:blipFill>
                <a:blip r:embed="rId362"/>
                <a:stretch>
                  <a:fillRect/>
                </a:stretch>
              </p:blipFill>
              <p:spPr>
                <a:xfrm>
                  <a:off x="5804379" y="4455850"/>
                  <a:ext cx="141347" cy="15244"/>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32" name="Ink 231">
                  <a:extLst>
                    <a:ext uri="{FF2B5EF4-FFF2-40B4-BE49-F238E27FC236}">
                      <a16:creationId xmlns:a16="http://schemas.microsoft.com/office/drawing/2014/main" id="{13F6F15D-9C78-8EF5-5319-73B47873E1D4}"/>
                    </a:ext>
                  </a:extLst>
                </p14:cNvPr>
                <p14:cNvContentPartPr/>
                <p14:nvPr/>
              </p14:nvContentPartPr>
              <p14:xfrm>
                <a:off x="5826918" y="4515216"/>
                <a:ext cx="139248" cy="20629"/>
              </p14:xfrm>
            </p:contentPart>
          </mc:Choice>
          <mc:Fallback xmlns="">
            <p:pic>
              <p:nvPicPr>
                <p:cNvPr id="232" name="Ink 231">
                  <a:extLst>
                    <a:ext uri="{FF2B5EF4-FFF2-40B4-BE49-F238E27FC236}">
                      <a16:creationId xmlns:a16="http://schemas.microsoft.com/office/drawing/2014/main" id="{13F6F15D-9C78-8EF5-5319-73B47873E1D4}"/>
                    </a:ext>
                  </a:extLst>
                </p:cNvPr>
                <p:cNvPicPr/>
                <p:nvPr/>
              </p:nvPicPr>
              <p:blipFill>
                <a:blip r:embed="rId364"/>
                <a:stretch>
                  <a:fillRect/>
                </a:stretch>
              </p:blipFill>
              <p:spPr>
                <a:xfrm>
                  <a:off x="5822600" y="4510873"/>
                  <a:ext cx="147884" cy="29315"/>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5">
            <p14:nvContentPartPr>
              <p14:cNvPr id="233" name="Ink 232">
                <a:extLst>
                  <a:ext uri="{FF2B5EF4-FFF2-40B4-BE49-F238E27FC236}">
                    <a16:creationId xmlns:a16="http://schemas.microsoft.com/office/drawing/2014/main" id="{8C608ED8-6F8C-42B6-3D19-BFEEAD12FFAD}"/>
                  </a:ext>
                </a:extLst>
              </p14:cNvPr>
              <p14:cNvContentPartPr/>
              <p14:nvPr/>
            </p14:nvContentPartPr>
            <p14:xfrm>
              <a:off x="6251881" y="4510059"/>
              <a:ext cx="153344" cy="254772"/>
            </p14:xfrm>
          </p:contentPart>
        </mc:Choice>
        <mc:Fallback xmlns="">
          <p:pic>
            <p:nvPicPr>
              <p:cNvPr id="233" name="Ink 232">
                <a:extLst>
                  <a:ext uri="{FF2B5EF4-FFF2-40B4-BE49-F238E27FC236}">
                    <a16:creationId xmlns:a16="http://schemas.microsoft.com/office/drawing/2014/main" id="{8C608ED8-6F8C-42B6-3D19-BFEEAD12FFAD}"/>
                  </a:ext>
                </a:extLst>
              </p:cNvPr>
              <p:cNvPicPr/>
              <p:nvPr/>
            </p:nvPicPr>
            <p:blipFill>
              <a:blip r:embed="rId366"/>
              <a:stretch>
                <a:fillRect/>
              </a:stretch>
            </p:blipFill>
            <p:spPr>
              <a:xfrm>
                <a:off x="6247561" y="4505735"/>
                <a:ext cx="161983" cy="263421"/>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34" name="Ink 233">
                <a:extLst>
                  <a:ext uri="{FF2B5EF4-FFF2-40B4-BE49-F238E27FC236}">
                    <a16:creationId xmlns:a16="http://schemas.microsoft.com/office/drawing/2014/main" id="{CE0072CE-133C-6E22-6859-A04E21B61063}"/>
                  </a:ext>
                </a:extLst>
              </p14:cNvPr>
              <p14:cNvContentPartPr/>
              <p14:nvPr/>
            </p14:nvContentPartPr>
            <p14:xfrm>
              <a:off x="6344713" y="4393847"/>
              <a:ext cx="11690" cy="20629"/>
            </p14:xfrm>
          </p:contentPart>
        </mc:Choice>
        <mc:Fallback xmlns="">
          <p:pic>
            <p:nvPicPr>
              <p:cNvPr id="234" name="Ink 233">
                <a:extLst>
                  <a:ext uri="{FF2B5EF4-FFF2-40B4-BE49-F238E27FC236}">
                    <a16:creationId xmlns:a16="http://schemas.microsoft.com/office/drawing/2014/main" id="{CE0072CE-133C-6E22-6859-A04E21B61063}"/>
                  </a:ext>
                </a:extLst>
              </p:cNvPr>
              <p:cNvPicPr/>
              <p:nvPr/>
            </p:nvPicPr>
            <p:blipFill>
              <a:blip r:embed="rId368"/>
              <a:stretch>
                <a:fillRect/>
              </a:stretch>
            </p:blipFill>
            <p:spPr>
              <a:xfrm>
                <a:off x="6340462" y="4389579"/>
                <a:ext cx="20192" cy="29165"/>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37" name="Ink 236">
                <a:extLst>
                  <a:ext uri="{FF2B5EF4-FFF2-40B4-BE49-F238E27FC236}">
                    <a16:creationId xmlns:a16="http://schemas.microsoft.com/office/drawing/2014/main" id="{8E01DAD6-1DC9-CFAC-365E-F185BC9A4257}"/>
                  </a:ext>
                </a:extLst>
              </p14:cNvPr>
              <p14:cNvContentPartPr/>
              <p14:nvPr/>
            </p14:nvContentPartPr>
            <p14:xfrm>
              <a:off x="3273699" y="4734574"/>
              <a:ext cx="188414" cy="411211"/>
            </p14:xfrm>
          </p:contentPart>
        </mc:Choice>
        <mc:Fallback xmlns="">
          <p:pic>
            <p:nvPicPr>
              <p:cNvPr id="237" name="Ink 236">
                <a:extLst>
                  <a:ext uri="{FF2B5EF4-FFF2-40B4-BE49-F238E27FC236}">
                    <a16:creationId xmlns:a16="http://schemas.microsoft.com/office/drawing/2014/main" id="{8E01DAD6-1DC9-CFAC-365E-F185BC9A4257}"/>
                  </a:ext>
                </a:extLst>
              </p:cNvPr>
              <p:cNvPicPr/>
              <p:nvPr/>
            </p:nvPicPr>
            <p:blipFill>
              <a:blip r:embed="rId370"/>
              <a:stretch>
                <a:fillRect/>
              </a:stretch>
            </p:blipFill>
            <p:spPr>
              <a:xfrm>
                <a:off x="3269376" y="4730249"/>
                <a:ext cx="197060" cy="419860"/>
              </a:xfrm>
              <a:prstGeom prst="rect">
                <a:avLst/>
              </a:prstGeom>
            </p:spPr>
          </p:pic>
        </mc:Fallback>
      </mc:AlternateContent>
      <p:grpSp>
        <p:nvGrpSpPr>
          <p:cNvPr id="257" name="Group 256">
            <a:extLst>
              <a:ext uri="{FF2B5EF4-FFF2-40B4-BE49-F238E27FC236}">
                <a16:creationId xmlns:a16="http://schemas.microsoft.com/office/drawing/2014/main" id="{E7F23AFF-6B6C-4A81-3254-291A016A1251}"/>
              </a:ext>
            </a:extLst>
          </p:cNvPr>
          <p:cNvGrpSpPr/>
          <p:nvPr/>
        </p:nvGrpSpPr>
        <p:grpSpPr>
          <a:xfrm>
            <a:off x="2829825" y="5101432"/>
            <a:ext cx="1875204" cy="582434"/>
            <a:chOff x="2829825" y="5101432"/>
            <a:chExt cx="1875204" cy="582434"/>
          </a:xfrm>
        </p:grpSpPr>
        <mc:AlternateContent xmlns:mc="http://schemas.openxmlformats.org/markup-compatibility/2006" xmlns:p14="http://schemas.microsoft.com/office/powerpoint/2010/main">
          <mc:Choice Requires="p14">
            <p:contentPart p14:bwMode="auto" r:id="rId371">
              <p14:nvContentPartPr>
                <p14:cNvPr id="238" name="Ink 237">
                  <a:extLst>
                    <a:ext uri="{FF2B5EF4-FFF2-40B4-BE49-F238E27FC236}">
                      <a16:creationId xmlns:a16="http://schemas.microsoft.com/office/drawing/2014/main" id="{54E7B434-E187-0587-5590-03DCB126F4E1}"/>
                    </a:ext>
                  </a:extLst>
                </p14:cNvPr>
                <p14:cNvContentPartPr/>
                <p14:nvPr/>
              </p14:nvContentPartPr>
              <p14:xfrm>
                <a:off x="2829825" y="5296379"/>
                <a:ext cx="218670" cy="117243"/>
              </p14:xfrm>
            </p:contentPart>
          </mc:Choice>
          <mc:Fallback xmlns="">
            <p:pic>
              <p:nvPicPr>
                <p:cNvPr id="238" name="Ink 237">
                  <a:extLst>
                    <a:ext uri="{FF2B5EF4-FFF2-40B4-BE49-F238E27FC236}">
                      <a16:creationId xmlns:a16="http://schemas.microsoft.com/office/drawing/2014/main" id="{54E7B434-E187-0587-5590-03DCB126F4E1}"/>
                    </a:ext>
                  </a:extLst>
                </p:cNvPr>
                <p:cNvPicPr/>
                <p:nvPr/>
              </p:nvPicPr>
              <p:blipFill>
                <a:blip r:embed="rId372"/>
                <a:stretch>
                  <a:fillRect/>
                </a:stretch>
              </p:blipFill>
              <p:spPr>
                <a:xfrm>
                  <a:off x="2825502" y="5292050"/>
                  <a:ext cx="227316" cy="125901"/>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39" name="Ink 238">
                  <a:extLst>
                    <a:ext uri="{FF2B5EF4-FFF2-40B4-BE49-F238E27FC236}">
                      <a16:creationId xmlns:a16="http://schemas.microsoft.com/office/drawing/2014/main" id="{D8A28899-E056-46B7-A667-527931292156}"/>
                    </a:ext>
                  </a:extLst>
                </p14:cNvPr>
                <p14:cNvContentPartPr/>
                <p14:nvPr/>
              </p14:nvContentPartPr>
              <p14:xfrm>
                <a:off x="3149580" y="5216612"/>
                <a:ext cx="169160" cy="328006"/>
              </p14:xfrm>
            </p:contentPart>
          </mc:Choice>
          <mc:Fallback xmlns="">
            <p:pic>
              <p:nvPicPr>
                <p:cNvPr id="239" name="Ink 238">
                  <a:extLst>
                    <a:ext uri="{FF2B5EF4-FFF2-40B4-BE49-F238E27FC236}">
                      <a16:creationId xmlns:a16="http://schemas.microsoft.com/office/drawing/2014/main" id="{D8A28899-E056-46B7-A667-527931292156}"/>
                    </a:ext>
                  </a:extLst>
                </p:cNvPr>
                <p:cNvPicPr/>
                <p:nvPr/>
              </p:nvPicPr>
              <p:blipFill>
                <a:blip r:embed="rId374"/>
                <a:stretch>
                  <a:fillRect/>
                </a:stretch>
              </p:blipFill>
              <p:spPr>
                <a:xfrm>
                  <a:off x="3145261" y="5212291"/>
                  <a:ext cx="177798" cy="336647"/>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40" name="Ink 239">
                  <a:extLst>
                    <a:ext uri="{FF2B5EF4-FFF2-40B4-BE49-F238E27FC236}">
                      <a16:creationId xmlns:a16="http://schemas.microsoft.com/office/drawing/2014/main" id="{3F4949F0-C378-E6E4-C702-70F23E5C0141}"/>
                    </a:ext>
                  </a:extLst>
                </p14:cNvPr>
                <p14:cNvContentPartPr/>
                <p14:nvPr/>
              </p14:nvContentPartPr>
              <p14:xfrm>
                <a:off x="3398162" y="5359642"/>
                <a:ext cx="36101" cy="324224"/>
              </p14:xfrm>
            </p:contentPart>
          </mc:Choice>
          <mc:Fallback xmlns="">
            <p:pic>
              <p:nvPicPr>
                <p:cNvPr id="240" name="Ink 239">
                  <a:extLst>
                    <a:ext uri="{FF2B5EF4-FFF2-40B4-BE49-F238E27FC236}">
                      <a16:creationId xmlns:a16="http://schemas.microsoft.com/office/drawing/2014/main" id="{3F4949F0-C378-E6E4-C702-70F23E5C0141}"/>
                    </a:ext>
                  </a:extLst>
                </p:cNvPr>
                <p:cNvPicPr/>
                <p:nvPr/>
              </p:nvPicPr>
              <p:blipFill>
                <a:blip r:embed="rId376"/>
                <a:stretch>
                  <a:fillRect/>
                </a:stretch>
              </p:blipFill>
              <p:spPr>
                <a:xfrm>
                  <a:off x="3393786" y="5355329"/>
                  <a:ext cx="44853" cy="332851"/>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41" name="Ink 240">
                  <a:extLst>
                    <a:ext uri="{FF2B5EF4-FFF2-40B4-BE49-F238E27FC236}">
                      <a16:creationId xmlns:a16="http://schemas.microsoft.com/office/drawing/2014/main" id="{49D4CFA0-5085-2C54-1B35-673D985BB0AB}"/>
                    </a:ext>
                  </a:extLst>
                </p14:cNvPr>
                <p14:cNvContentPartPr/>
                <p14:nvPr/>
              </p14:nvContentPartPr>
              <p14:xfrm>
                <a:off x="3459363" y="5291909"/>
                <a:ext cx="63951" cy="68077"/>
              </p14:xfrm>
            </p:contentPart>
          </mc:Choice>
          <mc:Fallback xmlns="">
            <p:pic>
              <p:nvPicPr>
                <p:cNvPr id="241" name="Ink 240">
                  <a:extLst>
                    <a:ext uri="{FF2B5EF4-FFF2-40B4-BE49-F238E27FC236}">
                      <a16:creationId xmlns:a16="http://schemas.microsoft.com/office/drawing/2014/main" id="{49D4CFA0-5085-2C54-1B35-673D985BB0AB}"/>
                    </a:ext>
                  </a:extLst>
                </p:cNvPr>
                <p:cNvPicPr/>
                <p:nvPr/>
              </p:nvPicPr>
              <p:blipFill>
                <a:blip r:embed="rId378"/>
                <a:stretch>
                  <a:fillRect/>
                </a:stretch>
              </p:blipFill>
              <p:spPr>
                <a:xfrm>
                  <a:off x="3455052" y="5287587"/>
                  <a:ext cx="72574" cy="76722"/>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42" name="Ink 241">
                  <a:extLst>
                    <a:ext uri="{FF2B5EF4-FFF2-40B4-BE49-F238E27FC236}">
                      <a16:creationId xmlns:a16="http://schemas.microsoft.com/office/drawing/2014/main" id="{6030786A-EB94-DC2B-CE15-FA7D9D85BBB9}"/>
                    </a:ext>
                  </a:extLst>
                </p14:cNvPr>
                <p14:cNvContentPartPr/>
                <p14:nvPr/>
              </p14:nvContentPartPr>
              <p14:xfrm>
                <a:off x="3608581" y="5285376"/>
                <a:ext cx="59825" cy="78735"/>
              </p14:xfrm>
            </p:contentPart>
          </mc:Choice>
          <mc:Fallback xmlns="">
            <p:pic>
              <p:nvPicPr>
                <p:cNvPr id="242" name="Ink 241">
                  <a:extLst>
                    <a:ext uri="{FF2B5EF4-FFF2-40B4-BE49-F238E27FC236}">
                      <a16:creationId xmlns:a16="http://schemas.microsoft.com/office/drawing/2014/main" id="{6030786A-EB94-DC2B-CE15-FA7D9D85BBB9}"/>
                    </a:ext>
                  </a:extLst>
                </p:cNvPr>
                <p:cNvPicPr/>
                <p:nvPr/>
              </p:nvPicPr>
              <p:blipFill>
                <a:blip r:embed="rId380"/>
                <a:stretch>
                  <a:fillRect/>
                </a:stretch>
              </p:blipFill>
              <p:spPr>
                <a:xfrm>
                  <a:off x="3604282" y="5281062"/>
                  <a:ext cx="68423" cy="87363"/>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43" name="Ink 242">
                  <a:extLst>
                    <a:ext uri="{FF2B5EF4-FFF2-40B4-BE49-F238E27FC236}">
                      <a16:creationId xmlns:a16="http://schemas.microsoft.com/office/drawing/2014/main" id="{DAF69D51-1D93-A87B-5FAD-E1C190141DEB}"/>
                    </a:ext>
                  </a:extLst>
                </p14:cNvPr>
                <p14:cNvContentPartPr/>
                <p14:nvPr/>
              </p14:nvContentPartPr>
              <p14:xfrm>
                <a:off x="3735451" y="5299473"/>
                <a:ext cx="94895" cy="90081"/>
              </p14:xfrm>
            </p:contentPart>
          </mc:Choice>
          <mc:Fallback xmlns="">
            <p:pic>
              <p:nvPicPr>
                <p:cNvPr id="243" name="Ink 242">
                  <a:extLst>
                    <a:ext uri="{FF2B5EF4-FFF2-40B4-BE49-F238E27FC236}">
                      <a16:creationId xmlns:a16="http://schemas.microsoft.com/office/drawing/2014/main" id="{DAF69D51-1D93-A87B-5FAD-E1C190141DEB}"/>
                    </a:ext>
                  </a:extLst>
                </p:cNvPr>
                <p:cNvPicPr/>
                <p:nvPr/>
              </p:nvPicPr>
              <p:blipFill>
                <a:blip r:embed="rId382"/>
                <a:stretch>
                  <a:fillRect/>
                </a:stretch>
              </p:blipFill>
              <p:spPr>
                <a:xfrm>
                  <a:off x="3731138" y="5295149"/>
                  <a:ext cx="103522" cy="98729"/>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44" name="Ink 243">
                  <a:extLst>
                    <a:ext uri="{FF2B5EF4-FFF2-40B4-BE49-F238E27FC236}">
                      <a16:creationId xmlns:a16="http://schemas.microsoft.com/office/drawing/2014/main" id="{D43A91EB-5E8D-5EF7-D874-E583450DAE43}"/>
                    </a:ext>
                  </a:extLst>
                </p14:cNvPr>
                <p14:cNvContentPartPr/>
                <p14:nvPr/>
              </p14:nvContentPartPr>
              <p14:xfrm>
                <a:off x="3884326" y="5312882"/>
                <a:ext cx="30944" cy="31975"/>
              </p14:xfrm>
            </p:contentPart>
          </mc:Choice>
          <mc:Fallback xmlns="">
            <p:pic>
              <p:nvPicPr>
                <p:cNvPr id="244" name="Ink 243">
                  <a:extLst>
                    <a:ext uri="{FF2B5EF4-FFF2-40B4-BE49-F238E27FC236}">
                      <a16:creationId xmlns:a16="http://schemas.microsoft.com/office/drawing/2014/main" id="{D43A91EB-5E8D-5EF7-D874-E583450DAE43}"/>
                    </a:ext>
                  </a:extLst>
                </p:cNvPr>
                <p:cNvPicPr/>
                <p:nvPr/>
              </p:nvPicPr>
              <p:blipFill>
                <a:blip r:embed="rId384"/>
                <a:stretch>
                  <a:fillRect/>
                </a:stretch>
              </p:blipFill>
              <p:spPr>
                <a:xfrm>
                  <a:off x="3880008" y="5308571"/>
                  <a:ext cx="39580" cy="40597"/>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45" name="Ink 244">
                  <a:extLst>
                    <a:ext uri="{FF2B5EF4-FFF2-40B4-BE49-F238E27FC236}">
                      <a16:creationId xmlns:a16="http://schemas.microsoft.com/office/drawing/2014/main" id="{CE26CC46-E223-F657-3000-21EE57456FED}"/>
                    </a:ext>
                  </a:extLst>
                </p14:cNvPr>
                <p14:cNvContentPartPr/>
                <p14:nvPr/>
              </p14:nvContentPartPr>
              <p14:xfrm>
                <a:off x="3959967" y="5101432"/>
                <a:ext cx="40227" cy="28881"/>
              </p14:xfrm>
            </p:contentPart>
          </mc:Choice>
          <mc:Fallback xmlns="">
            <p:pic>
              <p:nvPicPr>
                <p:cNvPr id="245" name="Ink 244">
                  <a:extLst>
                    <a:ext uri="{FF2B5EF4-FFF2-40B4-BE49-F238E27FC236}">
                      <a16:creationId xmlns:a16="http://schemas.microsoft.com/office/drawing/2014/main" id="{CE26CC46-E223-F657-3000-21EE57456FED}"/>
                    </a:ext>
                  </a:extLst>
                </p:cNvPr>
                <p:cNvPicPr/>
                <p:nvPr/>
              </p:nvPicPr>
              <p:blipFill>
                <a:blip r:embed="rId386"/>
                <a:stretch>
                  <a:fillRect/>
                </a:stretch>
              </p:blipFill>
              <p:spPr>
                <a:xfrm>
                  <a:off x="3955657" y="5097100"/>
                  <a:ext cx="48847" cy="37545"/>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46" name="Ink 245">
                  <a:extLst>
                    <a:ext uri="{FF2B5EF4-FFF2-40B4-BE49-F238E27FC236}">
                      <a16:creationId xmlns:a16="http://schemas.microsoft.com/office/drawing/2014/main" id="{FCAFBEA9-C79F-7A0D-E7D8-1B789111097C}"/>
                    </a:ext>
                  </a:extLst>
                </p14:cNvPr>
                <p14:cNvContentPartPr/>
                <p14:nvPr/>
              </p14:nvContentPartPr>
              <p14:xfrm>
                <a:off x="3974064" y="5152661"/>
                <a:ext cx="111742" cy="217983"/>
              </p14:xfrm>
            </p:contentPart>
          </mc:Choice>
          <mc:Fallback xmlns="">
            <p:pic>
              <p:nvPicPr>
                <p:cNvPr id="246" name="Ink 245">
                  <a:extLst>
                    <a:ext uri="{FF2B5EF4-FFF2-40B4-BE49-F238E27FC236}">
                      <a16:creationId xmlns:a16="http://schemas.microsoft.com/office/drawing/2014/main" id="{FCAFBEA9-C79F-7A0D-E7D8-1B789111097C}"/>
                    </a:ext>
                  </a:extLst>
                </p:cNvPr>
                <p:cNvPicPr/>
                <p:nvPr/>
              </p:nvPicPr>
              <p:blipFill>
                <a:blip r:embed="rId388"/>
                <a:stretch>
                  <a:fillRect/>
                </a:stretch>
              </p:blipFill>
              <p:spPr>
                <a:xfrm>
                  <a:off x="3969739" y="5148352"/>
                  <a:ext cx="120393" cy="226602"/>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47" name="Ink 246">
                  <a:extLst>
                    <a:ext uri="{FF2B5EF4-FFF2-40B4-BE49-F238E27FC236}">
                      <a16:creationId xmlns:a16="http://schemas.microsoft.com/office/drawing/2014/main" id="{AF0AEDAE-C7AF-2305-F298-F9009955B612}"/>
                    </a:ext>
                  </a:extLst>
                </p14:cNvPr>
                <p14:cNvContentPartPr/>
                <p14:nvPr/>
              </p14:nvContentPartPr>
              <p14:xfrm>
                <a:off x="3975095" y="5281251"/>
                <a:ext cx="112773" cy="66701"/>
              </p14:xfrm>
            </p:contentPart>
          </mc:Choice>
          <mc:Fallback xmlns="">
            <p:pic>
              <p:nvPicPr>
                <p:cNvPr id="247" name="Ink 246">
                  <a:extLst>
                    <a:ext uri="{FF2B5EF4-FFF2-40B4-BE49-F238E27FC236}">
                      <a16:creationId xmlns:a16="http://schemas.microsoft.com/office/drawing/2014/main" id="{AF0AEDAE-C7AF-2305-F298-F9009955B612}"/>
                    </a:ext>
                  </a:extLst>
                </p:cNvPr>
                <p:cNvPicPr/>
                <p:nvPr/>
              </p:nvPicPr>
              <p:blipFill>
                <a:blip r:embed="rId390"/>
                <a:stretch>
                  <a:fillRect/>
                </a:stretch>
              </p:blipFill>
              <p:spPr>
                <a:xfrm>
                  <a:off x="3970771" y="5276924"/>
                  <a:ext cx="121420" cy="75354"/>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48" name="Ink 247">
                  <a:extLst>
                    <a:ext uri="{FF2B5EF4-FFF2-40B4-BE49-F238E27FC236}">
                      <a16:creationId xmlns:a16="http://schemas.microsoft.com/office/drawing/2014/main" id="{6F6060C4-593C-70D3-B07B-2E61AFD3AB86}"/>
                    </a:ext>
                  </a:extLst>
                </p14:cNvPr>
                <p14:cNvContentPartPr/>
                <p14:nvPr/>
              </p14:nvContentPartPr>
              <p14:xfrm>
                <a:off x="4155945" y="5202515"/>
                <a:ext cx="22692" cy="36101"/>
              </p14:xfrm>
            </p:contentPart>
          </mc:Choice>
          <mc:Fallback xmlns="">
            <p:pic>
              <p:nvPicPr>
                <p:cNvPr id="248" name="Ink 247">
                  <a:extLst>
                    <a:ext uri="{FF2B5EF4-FFF2-40B4-BE49-F238E27FC236}">
                      <a16:creationId xmlns:a16="http://schemas.microsoft.com/office/drawing/2014/main" id="{6F6060C4-593C-70D3-B07B-2E61AFD3AB86}"/>
                    </a:ext>
                  </a:extLst>
                </p:cNvPr>
                <p:cNvPicPr/>
                <p:nvPr/>
              </p:nvPicPr>
              <p:blipFill>
                <a:blip r:embed="rId392"/>
                <a:stretch>
                  <a:fillRect/>
                </a:stretch>
              </p:blipFill>
              <p:spPr>
                <a:xfrm>
                  <a:off x="4151623" y="5198183"/>
                  <a:ext cx="31337" cy="44765"/>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49" name="Ink 248">
                  <a:extLst>
                    <a:ext uri="{FF2B5EF4-FFF2-40B4-BE49-F238E27FC236}">
                      <a16:creationId xmlns:a16="http://schemas.microsoft.com/office/drawing/2014/main" id="{68F4BDBE-9E25-BC9F-1ADB-78C636D543C1}"/>
                    </a:ext>
                  </a:extLst>
                </p14:cNvPr>
                <p14:cNvContentPartPr/>
                <p14:nvPr/>
              </p14:nvContentPartPr>
              <p14:xfrm>
                <a:off x="4173136" y="5296379"/>
                <a:ext cx="213857" cy="86987"/>
              </p14:xfrm>
            </p:contentPart>
          </mc:Choice>
          <mc:Fallback xmlns="">
            <p:pic>
              <p:nvPicPr>
                <p:cNvPr id="249" name="Ink 248">
                  <a:extLst>
                    <a:ext uri="{FF2B5EF4-FFF2-40B4-BE49-F238E27FC236}">
                      <a16:creationId xmlns:a16="http://schemas.microsoft.com/office/drawing/2014/main" id="{68F4BDBE-9E25-BC9F-1ADB-78C636D543C1}"/>
                    </a:ext>
                  </a:extLst>
                </p:cNvPr>
                <p:cNvPicPr/>
                <p:nvPr/>
              </p:nvPicPr>
              <p:blipFill>
                <a:blip r:embed="rId394"/>
                <a:stretch>
                  <a:fillRect/>
                </a:stretch>
              </p:blipFill>
              <p:spPr>
                <a:xfrm>
                  <a:off x="4168816" y="5292066"/>
                  <a:ext cx="222498" cy="95614"/>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50" name="Ink 249">
                  <a:extLst>
                    <a:ext uri="{FF2B5EF4-FFF2-40B4-BE49-F238E27FC236}">
                      <a16:creationId xmlns:a16="http://schemas.microsoft.com/office/drawing/2014/main" id="{85076043-1740-FD1C-6F00-C73B1F17009D}"/>
                    </a:ext>
                  </a:extLst>
                </p14:cNvPr>
                <p14:cNvContentPartPr/>
                <p14:nvPr/>
              </p14:nvContentPartPr>
              <p14:xfrm>
                <a:off x="4492203" y="5142347"/>
                <a:ext cx="212826" cy="310815"/>
              </p14:xfrm>
            </p:contentPart>
          </mc:Choice>
          <mc:Fallback xmlns="">
            <p:pic>
              <p:nvPicPr>
                <p:cNvPr id="250" name="Ink 249">
                  <a:extLst>
                    <a:ext uri="{FF2B5EF4-FFF2-40B4-BE49-F238E27FC236}">
                      <a16:creationId xmlns:a16="http://schemas.microsoft.com/office/drawing/2014/main" id="{85076043-1740-FD1C-6F00-C73B1F17009D}"/>
                    </a:ext>
                  </a:extLst>
                </p:cNvPr>
                <p:cNvPicPr/>
                <p:nvPr/>
              </p:nvPicPr>
              <p:blipFill>
                <a:blip r:embed="rId396"/>
                <a:stretch>
                  <a:fillRect/>
                </a:stretch>
              </p:blipFill>
              <p:spPr>
                <a:xfrm>
                  <a:off x="4487882" y="5138025"/>
                  <a:ext cx="221469" cy="319459"/>
                </a:xfrm>
                <a:prstGeom prst="rect">
                  <a:avLst/>
                </a:prstGeom>
              </p:spPr>
            </p:pic>
          </mc:Fallback>
        </mc:AlternateContent>
      </p:grpSp>
      <p:grpSp>
        <p:nvGrpSpPr>
          <p:cNvPr id="256" name="Group 255">
            <a:extLst>
              <a:ext uri="{FF2B5EF4-FFF2-40B4-BE49-F238E27FC236}">
                <a16:creationId xmlns:a16="http://schemas.microsoft.com/office/drawing/2014/main" id="{A5869580-96DE-048B-113E-0E3F3CD7A673}"/>
              </a:ext>
            </a:extLst>
          </p:cNvPr>
          <p:cNvGrpSpPr/>
          <p:nvPr/>
        </p:nvGrpSpPr>
        <p:grpSpPr>
          <a:xfrm>
            <a:off x="4919917" y="5275062"/>
            <a:ext cx="146468" cy="55355"/>
            <a:chOff x="4919917" y="5275062"/>
            <a:chExt cx="146468" cy="55355"/>
          </a:xfrm>
        </p:grpSpPr>
        <mc:AlternateContent xmlns:mc="http://schemas.openxmlformats.org/markup-compatibility/2006" xmlns:p14="http://schemas.microsoft.com/office/powerpoint/2010/main">
          <mc:Choice Requires="p14">
            <p:contentPart p14:bwMode="auto" r:id="rId397">
              <p14:nvContentPartPr>
                <p14:cNvPr id="251" name="Ink 250">
                  <a:extLst>
                    <a:ext uri="{FF2B5EF4-FFF2-40B4-BE49-F238E27FC236}">
                      <a16:creationId xmlns:a16="http://schemas.microsoft.com/office/drawing/2014/main" id="{BF9ECD2B-0608-218F-A05F-B3FAE046D7BD}"/>
                    </a:ext>
                  </a:extLst>
                </p14:cNvPr>
                <p14:cNvContentPartPr/>
                <p14:nvPr/>
              </p14:nvContentPartPr>
              <p14:xfrm>
                <a:off x="4919917" y="5275062"/>
                <a:ext cx="146468" cy="10658"/>
              </p14:xfrm>
            </p:contentPart>
          </mc:Choice>
          <mc:Fallback xmlns="">
            <p:pic>
              <p:nvPicPr>
                <p:cNvPr id="251" name="Ink 250">
                  <a:extLst>
                    <a:ext uri="{FF2B5EF4-FFF2-40B4-BE49-F238E27FC236}">
                      <a16:creationId xmlns:a16="http://schemas.microsoft.com/office/drawing/2014/main" id="{BF9ECD2B-0608-218F-A05F-B3FAE046D7BD}"/>
                    </a:ext>
                  </a:extLst>
                </p:cNvPr>
                <p:cNvPicPr/>
                <p:nvPr/>
              </p:nvPicPr>
              <p:blipFill>
                <a:blip r:embed="rId398"/>
                <a:stretch>
                  <a:fillRect/>
                </a:stretch>
              </p:blipFill>
              <p:spPr>
                <a:xfrm>
                  <a:off x="4915588" y="5270652"/>
                  <a:ext cx="155126" cy="19478"/>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52" name="Ink 251">
                  <a:extLst>
                    <a:ext uri="{FF2B5EF4-FFF2-40B4-BE49-F238E27FC236}">
                      <a16:creationId xmlns:a16="http://schemas.microsoft.com/office/drawing/2014/main" id="{EF7F701D-FA82-0D42-D6F8-CF6058060D27}"/>
                    </a:ext>
                  </a:extLst>
                </p14:cNvPr>
                <p14:cNvContentPartPr/>
                <p14:nvPr/>
              </p14:nvContentPartPr>
              <p14:xfrm>
                <a:off x="4944328" y="5329042"/>
                <a:ext cx="122057" cy="1375"/>
              </p14:xfrm>
            </p:contentPart>
          </mc:Choice>
          <mc:Fallback xmlns="">
            <p:pic>
              <p:nvPicPr>
                <p:cNvPr id="252" name="Ink 251">
                  <a:extLst>
                    <a:ext uri="{FF2B5EF4-FFF2-40B4-BE49-F238E27FC236}">
                      <a16:creationId xmlns:a16="http://schemas.microsoft.com/office/drawing/2014/main" id="{EF7F701D-FA82-0D42-D6F8-CF6058060D27}"/>
                    </a:ext>
                  </a:extLst>
                </p:cNvPr>
                <p:cNvPicPr/>
                <p:nvPr/>
              </p:nvPicPr>
              <p:blipFill>
                <a:blip r:embed="rId400"/>
                <a:stretch>
                  <a:fillRect/>
                </a:stretch>
              </p:blipFill>
              <p:spPr>
                <a:xfrm>
                  <a:off x="4939995" y="5324917"/>
                  <a:ext cx="130724" cy="9625"/>
                </a:xfrm>
                <a:prstGeom prst="rect">
                  <a:avLst/>
                </a:prstGeom>
              </p:spPr>
            </p:pic>
          </mc:Fallback>
        </mc:AlternateContent>
      </p:grpSp>
      <p:grpSp>
        <p:nvGrpSpPr>
          <p:cNvPr id="263" name="Group 262">
            <a:extLst>
              <a:ext uri="{FF2B5EF4-FFF2-40B4-BE49-F238E27FC236}">
                <a16:creationId xmlns:a16="http://schemas.microsoft.com/office/drawing/2014/main" id="{5F3F1072-B110-8F54-2623-288762EADE70}"/>
              </a:ext>
            </a:extLst>
          </p:cNvPr>
          <p:cNvGrpSpPr/>
          <p:nvPr/>
        </p:nvGrpSpPr>
        <p:grpSpPr>
          <a:xfrm>
            <a:off x="5292275" y="5096618"/>
            <a:ext cx="935195" cy="460721"/>
            <a:chOff x="5292275" y="5096618"/>
            <a:chExt cx="935195" cy="460721"/>
          </a:xfrm>
        </p:grpSpPr>
        <mc:AlternateContent xmlns:mc="http://schemas.openxmlformats.org/markup-compatibility/2006" xmlns:p14="http://schemas.microsoft.com/office/powerpoint/2010/main">
          <mc:Choice Requires="p14">
            <p:contentPart p14:bwMode="auto" r:id="rId401">
              <p14:nvContentPartPr>
                <p14:cNvPr id="253" name="Ink 252">
                  <a:extLst>
                    <a:ext uri="{FF2B5EF4-FFF2-40B4-BE49-F238E27FC236}">
                      <a16:creationId xmlns:a16="http://schemas.microsoft.com/office/drawing/2014/main" id="{9A401001-EE9A-DCCF-EAE9-980D6221F3D0}"/>
                    </a:ext>
                  </a:extLst>
                </p14:cNvPr>
                <p14:cNvContentPartPr/>
                <p14:nvPr/>
              </p14:nvContentPartPr>
              <p14:xfrm>
                <a:off x="5292275" y="5214893"/>
                <a:ext cx="182913" cy="125151"/>
              </p14:xfrm>
            </p:contentPart>
          </mc:Choice>
          <mc:Fallback xmlns="">
            <p:pic>
              <p:nvPicPr>
                <p:cNvPr id="253" name="Ink 252">
                  <a:extLst>
                    <a:ext uri="{FF2B5EF4-FFF2-40B4-BE49-F238E27FC236}">
                      <a16:creationId xmlns:a16="http://schemas.microsoft.com/office/drawing/2014/main" id="{9A401001-EE9A-DCCF-EAE9-980D6221F3D0}"/>
                    </a:ext>
                  </a:extLst>
                </p:cNvPr>
                <p:cNvPicPr/>
                <p:nvPr/>
              </p:nvPicPr>
              <p:blipFill>
                <a:blip r:embed="rId402"/>
                <a:stretch>
                  <a:fillRect/>
                </a:stretch>
              </p:blipFill>
              <p:spPr>
                <a:xfrm>
                  <a:off x="5287954" y="5210577"/>
                  <a:ext cx="191555" cy="133782"/>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54" name="Ink 253">
                  <a:extLst>
                    <a:ext uri="{FF2B5EF4-FFF2-40B4-BE49-F238E27FC236}">
                      <a16:creationId xmlns:a16="http://schemas.microsoft.com/office/drawing/2014/main" id="{E460FFA2-6675-69C9-2099-2BFA4B5C8AA8}"/>
                    </a:ext>
                  </a:extLst>
                </p14:cNvPr>
                <p14:cNvContentPartPr/>
                <p14:nvPr/>
              </p14:nvContentPartPr>
              <p14:xfrm>
                <a:off x="5548766" y="5096618"/>
                <a:ext cx="266118" cy="296374"/>
              </p14:xfrm>
            </p:contentPart>
          </mc:Choice>
          <mc:Fallback xmlns="">
            <p:pic>
              <p:nvPicPr>
                <p:cNvPr id="254" name="Ink 253">
                  <a:extLst>
                    <a:ext uri="{FF2B5EF4-FFF2-40B4-BE49-F238E27FC236}">
                      <a16:creationId xmlns:a16="http://schemas.microsoft.com/office/drawing/2014/main" id="{E460FFA2-6675-69C9-2099-2BFA4B5C8AA8}"/>
                    </a:ext>
                  </a:extLst>
                </p:cNvPr>
                <p:cNvPicPr/>
                <p:nvPr/>
              </p:nvPicPr>
              <p:blipFill>
                <a:blip r:embed="rId404"/>
                <a:stretch>
                  <a:fillRect/>
                </a:stretch>
              </p:blipFill>
              <p:spPr>
                <a:xfrm>
                  <a:off x="5544445" y="5092291"/>
                  <a:ext cx="274761" cy="305027"/>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58" name="Ink 257">
                  <a:extLst>
                    <a:ext uri="{FF2B5EF4-FFF2-40B4-BE49-F238E27FC236}">
                      <a16:creationId xmlns:a16="http://schemas.microsoft.com/office/drawing/2014/main" id="{45907737-D9D2-8B96-5791-907F39626402}"/>
                    </a:ext>
                  </a:extLst>
                </p14:cNvPr>
                <p14:cNvContentPartPr/>
                <p14:nvPr/>
              </p14:nvContentPartPr>
              <p14:xfrm>
                <a:off x="5845140" y="5212830"/>
                <a:ext cx="100396" cy="74953"/>
              </p14:xfrm>
            </p:contentPart>
          </mc:Choice>
          <mc:Fallback xmlns="">
            <p:pic>
              <p:nvPicPr>
                <p:cNvPr id="258" name="Ink 257">
                  <a:extLst>
                    <a:ext uri="{FF2B5EF4-FFF2-40B4-BE49-F238E27FC236}">
                      <a16:creationId xmlns:a16="http://schemas.microsoft.com/office/drawing/2014/main" id="{45907737-D9D2-8B96-5791-907F39626402}"/>
                    </a:ext>
                  </a:extLst>
                </p:cNvPr>
                <p:cNvPicPr/>
                <p:nvPr/>
              </p:nvPicPr>
              <p:blipFill>
                <a:blip r:embed="rId406"/>
                <a:stretch>
                  <a:fillRect/>
                </a:stretch>
              </p:blipFill>
              <p:spPr>
                <a:xfrm>
                  <a:off x="5840822" y="5208506"/>
                  <a:ext cx="109032" cy="83601"/>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59" name="Ink 258">
                  <a:extLst>
                    <a:ext uri="{FF2B5EF4-FFF2-40B4-BE49-F238E27FC236}">
                      <a16:creationId xmlns:a16="http://schemas.microsoft.com/office/drawing/2014/main" id="{318ECF2F-5E99-D67D-A9B6-3373440BE110}"/>
                    </a:ext>
                  </a:extLst>
                </p14:cNvPr>
                <p14:cNvContentPartPr/>
                <p14:nvPr/>
              </p14:nvContentPartPr>
              <p14:xfrm>
                <a:off x="5925938" y="5127906"/>
                <a:ext cx="12378" cy="20629"/>
              </p14:xfrm>
            </p:contentPart>
          </mc:Choice>
          <mc:Fallback xmlns="">
            <p:pic>
              <p:nvPicPr>
                <p:cNvPr id="259" name="Ink 258">
                  <a:extLst>
                    <a:ext uri="{FF2B5EF4-FFF2-40B4-BE49-F238E27FC236}">
                      <a16:creationId xmlns:a16="http://schemas.microsoft.com/office/drawing/2014/main" id="{318ECF2F-5E99-D67D-A9B6-3373440BE110}"/>
                    </a:ext>
                  </a:extLst>
                </p:cNvPr>
                <p:cNvPicPr/>
                <p:nvPr/>
              </p:nvPicPr>
              <p:blipFill>
                <a:blip r:embed="rId408"/>
                <a:stretch>
                  <a:fillRect/>
                </a:stretch>
              </p:blipFill>
              <p:spPr>
                <a:xfrm>
                  <a:off x="5921569" y="5123563"/>
                  <a:ext cx="21115" cy="29315"/>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60" name="Ink 259">
                  <a:extLst>
                    <a:ext uri="{FF2B5EF4-FFF2-40B4-BE49-F238E27FC236}">
                      <a16:creationId xmlns:a16="http://schemas.microsoft.com/office/drawing/2014/main" id="{78CE541C-72F1-D1F2-4B2F-DCDDC2B96165}"/>
                    </a:ext>
                  </a:extLst>
                </p14:cNvPr>
                <p14:cNvContentPartPr/>
                <p14:nvPr/>
              </p14:nvContentPartPr>
              <p14:xfrm>
                <a:off x="5978887" y="5117935"/>
                <a:ext cx="122400" cy="190477"/>
              </p14:xfrm>
            </p:contentPart>
          </mc:Choice>
          <mc:Fallback xmlns="">
            <p:pic>
              <p:nvPicPr>
                <p:cNvPr id="260" name="Ink 259">
                  <a:extLst>
                    <a:ext uri="{FF2B5EF4-FFF2-40B4-BE49-F238E27FC236}">
                      <a16:creationId xmlns:a16="http://schemas.microsoft.com/office/drawing/2014/main" id="{78CE541C-72F1-D1F2-4B2F-DCDDC2B96165}"/>
                    </a:ext>
                  </a:extLst>
                </p:cNvPr>
                <p:cNvPicPr/>
                <p:nvPr/>
              </p:nvPicPr>
              <p:blipFill>
                <a:blip r:embed="rId410"/>
                <a:stretch>
                  <a:fillRect/>
                </a:stretch>
              </p:blipFill>
              <p:spPr>
                <a:xfrm>
                  <a:off x="5974567" y="5113614"/>
                  <a:ext cx="131040" cy="199119"/>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61" name="Ink 260">
                  <a:extLst>
                    <a:ext uri="{FF2B5EF4-FFF2-40B4-BE49-F238E27FC236}">
                      <a16:creationId xmlns:a16="http://schemas.microsoft.com/office/drawing/2014/main" id="{5DB1C327-A583-B105-9904-E2B852C91CEA}"/>
                    </a:ext>
                  </a:extLst>
                </p14:cNvPr>
                <p14:cNvContentPartPr/>
                <p14:nvPr/>
              </p14:nvContentPartPr>
              <p14:xfrm>
                <a:off x="6223344" y="5306006"/>
                <a:ext cx="4126" cy="18566"/>
              </p14:xfrm>
            </p:contentPart>
          </mc:Choice>
          <mc:Fallback xmlns="">
            <p:pic>
              <p:nvPicPr>
                <p:cNvPr id="261" name="Ink 260">
                  <a:extLst>
                    <a:ext uri="{FF2B5EF4-FFF2-40B4-BE49-F238E27FC236}">
                      <a16:creationId xmlns:a16="http://schemas.microsoft.com/office/drawing/2014/main" id="{5DB1C327-A583-B105-9904-E2B852C91CEA}"/>
                    </a:ext>
                  </a:extLst>
                </p:cNvPr>
                <p:cNvPicPr/>
                <p:nvPr/>
              </p:nvPicPr>
              <p:blipFill>
                <a:blip r:embed="rId412"/>
                <a:stretch>
                  <a:fillRect/>
                </a:stretch>
              </p:blipFill>
              <p:spPr>
                <a:xfrm>
                  <a:off x="6219218" y="5301722"/>
                  <a:ext cx="12378" cy="27135"/>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62" name="Ink 261">
                  <a:extLst>
                    <a:ext uri="{FF2B5EF4-FFF2-40B4-BE49-F238E27FC236}">
                      <a16:creationId xmlns:a16="http://schemas.microsoft.com/office/drawing/2014/main" id="{C1344FAF-B05C-8B81-82D4-0CA159F8409E}"/>
                    </a:ext>
                  </a:extLst>
                </p14:cNvPr>
                <p14:cNvContentPartPr/>
                <p14:nvPr/>
              </p14:nvContentPartPr>
              <p14:xfrm>
                <a:off x="6045588" y="5409840"/>
                <a:ext cx="145437" cy="147499"/>
              </p14:xfrm>
            </p:contentPart>
          </mc:Choice>
          <mc:Fallback xmlns="">
            <p:pic>
              <p:nvPicPr>
                <p:cNvPr id="262" name="Ink 261">
                  <a:extLst>
                    <a:ext uri="{FF2B5EF4-FFF2-40B4-BE49-F238E27FC236}">
                      <a16:creationId xmlns:a16="http://schemas.microsoft.com/office/drawing/2014/main" id="{C1344FAF-B05C-8B81-82D4-0CA159F8409E}"/>
                    </a:ext>
                  </a:extLst>
                </p:cNvPr>
                <p:cNvPicPr/>
                <p:nvPr/>
              </p:nvPicPr>
              <p:blipFill>
                <a:blip r:embed="rId414"/>
                <a:stretch>
                  <a:fillRect/>
                </a:stretch>
              </p:blipFill>
              <p:spPr>
                <a:xfrm>
                  <a:off x="6041268" y="5405523"/>
                  <a:ext cx="154077" cy="156133"/>
                </a:xfrm>
                <a:prstGeom prst="rect">
                  <a:avLst/>
                </a:prstGeom>
              </p:spPr>
            </p:pic>
          </mc:Fallback>
        </mc:AlternateContent>
      </p:grpSp>
      <p:grpSp>
        <p:nvGrpSpPr>
          <p:cNvPr id="282" name="Group 281">
            <a:extLst>
              <a:ext uri="{FF2B5EF4-FFF2-40B4-BE49-F238E27FC236}">
                <a16:creationId xmlns:a16="http://schemas.microsoft.com/office/drawing/2014/main" id="{E8647D50-5B6D-B1AD-44D5-B55C40A57C60}"/>
              </a:ext>
            </a:extLst>
          </p:cNvPr>
          <p:cNvGrpSpPr/>
          <p:nvPr/>
        </p:nvGrpSpPr>
        <p:grpSpPr>
          <a:xfrm>
            <a:off x="2843235" y="5770509"/>
            <a:ext cx="989174" cy="302906"/>
            <a:chOff x="2843235" y="5770509"/>
            <a:chExt cx="989174" cy="302906"/>
          </a:xfrm>
        </p:grpSpPr>
        <mc:AlternateContent xmlns:mc="http://schemas.openxmlformats.org/markup-compatibility/2006" xmlns:p14="http://schemas.microsoft.com/office/powerpoint/2010/main">
          <mc:Choice Requires="p14">
            <p:contentPart p14:bwMode="auto" r:id="rId415">
              <p14:nvContentPartPr>
                <p14:cNvPr id="264" name="Ink 263">
                  <a:extLst>
                    <a:ext uri="{FF2B5EF4-FFF2-40B4-BE49-F238E27FC236}">
                      <a16:creationId xmlns:a16="http://schemas.microsoft.com/office/drawing/2014/main" id="{04EBA7F0-7FC9-0C11-8D50-49E6909E6BDE}"/>
                    </a:ext>
                  </a:extLst>
                </p14:cNvPr>
                <p14:cNvContentPartPr/>
                <p14:nvPr/>
              </p14:nvContentPartPr>
              <p14:xfrm>
                <a:off x="2843235" y="5845805"/>
                <a:ext cx="236549" cy="111742"/>
              </p14:xfrm>
            </p:contentPart>
          </mc:Choice>
          <mc:Fallback xmlns="">
            <p:pic>
              <p:nvPicPr>
                <p:cNvPr id="264" name="Ink 263">
                  <a:extLst>
                    <a:ext uri="{FF2B5EF4-FFF2-40B4-BE49-F238E27FC236}">
                      <a16:creationId xmlns:a16="http://schemas.microsoft.com/office/drawing/2014/main" id="{04EBA7F0-7FC9-0C11-8D50-49E6909E6BDE}"/>
                    </a:ext>
                  </a:extLst>
                </p:cNvPr>
                <p:cNvPicPr/>
                <p:nvPr/>
              </p:nvPicPr>
              <p:blipFill>
                <a:blip r:embed="rId416"/>
                <a:stretch>
                  <a:fillRect/>
                </a:stretch>
              </p:blipFill>
              <p:spPr>
                <a:xfrm>
                  <a:off x="2838914" y="5841480"/>
                  <a:ext cx="245190" cy="120393"/>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65" name="Ink 264">
                  <a:extLst>
                    <a:ext uri="{FF2B5EF4-FFF2-40B4-BE49-F238E27FC236}">
                      <a16:creationId xmlns:a16="http://schemas.microsoft.com/office/drawing/2014/main" id="{24A77A2E-AD14-7551-827F-7D6F25FCD96F}"/>
                    </a:ext>
                  </a:extLst>
                </p14:cNvPr>
                <p14:cNvContentPartPr/>
                <p14:nvPr/>
              </p14:nvContentPartPr>
              <p14:xfrm>
                <a:off x="3134108" y="5780479"/>
                <a:ext cx="232767" cy="292936"/>
              </p14:xfrm>
            </p:contentPart>
          </mc:Choice>
          <mc:Fallback xmlns="">
            <p:pic>
              <p:nvPicPr>
                <p:cNvPr id="265" name="Ink 264">
                  <a:extLst>
                    <a:ext uri="{FF2B5EF4-FFF2-40B4-BE49-F238E27FC236}">
                      <a16:creationId xmlns:a16="http://schemas.microsoft.com/office/drawing/2014/main" id="{24A77A2E-AD14-7551-827F-7D6F25FCD96F}"/>
                    </a:ext>
                  </a:extLst>
                </p:cNvPr>
                <p:cNvPicPr/>
                <p:nvPr/>
              </p:nvPicPr>
              <p:blipFill>
                <a:blip r:embed="rId418"/>
                <a:stretch>
                  <a:fillRect/>
                </a:stretch>
              </p:blipFill>
              <p:spPr>
                <a:xfrm>
                  <a:off x="3129791" y="5776161"/>
                  <a:ext cx="241401" cy="301573"/>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66" name="Ink 265">
                  <a:extLst>
                    <a:ext uri="{FF2B5EF4-FFF2-40B4-BE49-F238E27FC236}">
                      <a16:creationId xmlns:a16="http://schemas.microsoft.com/office/drawing/2014/main" id="{82DE8D57-16BF-5DDE-3C71-66B4FD67E93E}"/>
                    </a:ext>
                  </a:extLst>
                </p14:cNvPr>
                <p14:cNvContentPartPr/>
                <p14:nvPr/>
              </p14:nvContentPartPr>
              <p14:xfrm>
                <a:off x="3446297" y="5864372"/>
                <a:ext cx="44353" cy="113461"/>
              </p14:xfrm>
            </p:contentPart>
          </mc:Choice>
          <mc:Fallback xmlns="">
            <p:pic>
              <p:nvPicPr>
                <p:cNvPr id="266" name="Ink 265">
                  <a:extLst>
                    <a:ext uri="{FF2B5EF4-FFF2-40B4-BE49-F238E27FC236}">
                      <a16:creationId xmlns:a16="http://schemas.microsoft.com/office/drawing/2014/main" id="{82DE8D57-16BF-5DDE-3C71-66B4FD67E93E}"/>
                    </a:ext>
                  </a:extLst>
                </p:cNvPr>
                <p:cNvPicPr/>
                <p:nvPr/>
              </p:nvPicPr>
              <p:blipFill>
                <a:blip r:embed="rId420"/>
                <a:stretch>
                  <a:fillRect/>
                </a:stretch>
              </p:blipFill>
              <p:spPr>
                <a:xfrm>
                  <a:off x="3441970" y="5860050"/>
                  <a:ext cx="53007" cy="122106"/>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67" name="Ink 266">
                  <a:extLst>
                    <a:ext uri="{FF2B5EF4-FFF2-40B4-BE49-F238E27FC236}">
                      <a16:creationId xmlns:a16="http://schemas.microsoft.com/office/drawing/2014/main" id="{601CA9A4-0E6F-D372-BE47-AC7B59978B0F}"/>
                    </a:ext>
                  </a:extLst>
                </p14:cNvPr>
                <p14:cNvContentPartPr/>
                <p14:nvPr/>
              </p14:nvContentPartPr>
              <p14:xfrm>
                <a:off x="3523657" y="5770509"/>
                <a:ext cx="19598" cy="18566"/>
              </p14:xfrm>
            </p:contentPart>
          </mc:Choice>
          <mc:Fallback xmlns="">
            <p:pic>
              <p:nvPicPr>
                <p:cNvPr id="267" name="Ink 266">
                  <a:extLst>
                    <a:ext uri="{FF2B5EF4-FFF2-40B4-BE49-F238E27FC236}">
                      <a16:creationId xmlns:a16="http://schemas.microsoft.com/office/drawing/2014/main" id="{601CA9A4-0E6F-D372-BE47-AC7B59978B0F}"/>
                    </a:ext>
                  </a:extLst>
                </p:cNvPr>
                <p:cNvPicPr/>
                <p:nvPr/>
              </p:nvPicPr>
              <p:blipFill>
                <a:blip r:embed="rId422"/>
                <a:stretch>
                  <a:fillRect/>
                </a:stretch>
              </p:blipFill>
              <p:spPr>
                <a:xfrm>
                  <a:off x="3519302" y="5766305"/>
                  <a:ext cx="28308" cy="26973"/>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68" name="Ink 267">
                  <a:extLst>
                    <a:ext uri="{FF2B5EF4-FFF2-40B4-BE49-F238E27FC236}">
                      <a16:creationId xmlns:a16="http://schemas.microsoft.com/office/drawing/2014/main" id="{3C437D59-DFC8-F33C-8B6F-F2A0FE59B4DE}"/>
                    </a:ext>
                  </a:extLst>
                </p14:cNvPr>
                <p14:cNvContentPartPr/>
                <p14:nvPr/>
              </p14:nvContentPartPr>
              <p14:xfrm>
                <a:off x="3659467" y="5773603"/>
                <a:ext cx="172942" cy="233111"/>
              </p14:xfrm>
            </p:contentPart>
          </mc:Choice>
          <mc:Fallback xmlns="">
            <p:pic>
              <p:nvPicPr>
                <p:cNvPr id="268" name="Ink 267">
                  <a:extLst>
                    <a:ext uri="{FF2B5EF4-FFF2-40B4-BE49-F238E27FC236}">
                      <a16:creationId xmlns:a16="http://schemas.microsoft.com/office/drawing/2014/main" id="{3C437D59-DFC8-F33C-8B6F-F2A0FE59B4DE}"/>
                    </a:ext>
                  </a:extLst>
                </p:cNvPr>
                <p:cNvPicPr/>
                <p:nvPr/>
              </p:nvPicPr>
              <p:blipFill>
                <a:blip r:embed="rId424"/>
                <a:stretch>
                  <a:fillRect/>
                </a:stretch>
              </p:blipFill>
              <p:spPr>
                <a:xfrm>
                  <a:off x="3655143" y="5769293"/>
                  <a:ext cx="181589" cy="241731"/>
                </a:xfrm>
                <a:prstGeom prst="rect">
                  <a:avLst/>
                </a:prstGeom>
              </p:spPr>
            </p:pic>
          </mc:Fallback>
        </mc:AlternateContent>
      </p:grpSp>
      <p:grpSp>
        <p:nvGrpSpPr>
          <p:cNvPr id="281" name="Group 280">
            <a:extLst>
              <a:ext uri="{FF2B5EF4-FFF2-40B4-BE49-F238E27FC236}">
                <a16:creationId xmlns:a16="http://schemas.microsoft.com/office/drawing/2014/main" id="{7A719B86-0C68-0313-1A2A-843EA7B3F7B6}"/>
              </a:ext>
            </a:extLst>
          </p:cNvPr>
          <p:cNvGrpSpPr/>
          <p:nvPr/>
        </p:nvGrpSpPr>
        <p:grpSpPr>
          <a:xfrm>
            <a:off x="4081336" y="5845118"/>
            <a:ext cx="165034" cy="78047"/>
            <a:chOff x="4081336" y="5845118"/>
            <a:chExt cx="165034" cy="78047"/>
          </a:xfrm>
        </p:grpSpPr>
        <mc:AlternateContent xmlns:mc="http://schemas.openxmlformats.org/markup-compatibility/2006" xmlns:p14="http://schemas.microsoft.com/office/powerpoint/2010/main">
          <mc:Choice Requires="p14">
            <p:contentPart p14:bwMode="auto" r:id="rId425">
              <p14:nvContentPartPr>
                <p14:cNvPr id="269" name="Ink 268">
                  <a:extLst>
                    <a:ext uri="{FF2B5EF4-FFF2-40B4-BE49-F238E27FC236}">
                      <a16:creationId xmlns:a16="http://schemas.microsoft.com/office/drawing/2014/main" id="{24A30BED-2E4D-8172-4C65-414B408D2609}"/>
                    </a:ext>
                  </a:extLst>
                </p14:cNvPr>
                <p14:cNvContentPartPr/>
                <p14:nvPr/>
              </p14:nvContentPartPr>
              <p14:xfrm>
                <a:off x="4085462" y="5845118"/>
                <a:ext cx="160908" cy="31975"/>
              </p14:xfrm>
            </p:contentPart>
          </mc:Choice>
          <mc:Fallback xmlns="">
            <p:pic>
              <p:nvPicPr>
                <p:cNvPr id="269" name="Ink 268">
                  <a:extLst>
                    <a:ext uri="{FF2B5EF4-FFF2-40B4-BE49-F238E27FC236}">
                      <a16:creationId xmlns:a16="http://schemas.microsoft.com/office/drawing/2014/main" id="{24A30BED-2E4D-8172-4C65-414B408D2609}"/>
                    </a:ext>
                  </a:extLst>
                </p:cNvPr>
                <p:cNvPicPr/>
                <p:nvPr/>
              </p:nvPicPr>
              <p:blipFill>
                <a:blip r:embed="rId426"/>
                <a:stretch>
                  <a:fillRect/>
                </a:stretch>
              </p:blipFill>
              <p:spPr>
                <a:xfrm>
                  <a:off x="4081133" y="5840807"/>
                  <a:ext cx="169567" cy="40597"/>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70" name="Ink 269">
                  <a:extLst>
                    <a:ext uri="{FF2B5EF4-FFF2-40B4-BE49-F238E27FC236}">
                      <a16:creationId xmlns:a16="http://schemas.microsoft.com/office/drawing/2014/main" id="{723AC67B-A8C6-FE6E-27D9-1AF8F58747BF}"/>
                    </a:ext>
                  </a:extLst>
                </p14:cNvPr>
                <p14:cNvContentPartPr/>
                <p14:nvPr/>
              </p14:nvContentPartPr>
              <p14:xfrm>
                <a:off x="4081336" y="5917664"/>
                <a:ext cx="160565" cy="5501"/>
              </p14:xfrm>
            </p:contentPart>
          </mc:Choice>
          <mc:Fallback xmlns="">
            <p:pic>
              <p:nvPicPr>
                <p:cNvPr id="270" name="Ink 269">
                  <a:extLst>
                    <a:ext uri="{FF2B5EF4-FFF2-40B4-BE49-F238E27FC236}">
                      <a16:creationId xmlns:a16="http://schemas.microsoft.com/office/drawing/2014/main" id="{723AC67B-A8C6-FE6E-27D9-1AF8F58747BF}"/>
                    </a:ext>
                  </a:extLst>
                </p:cNvPr>
                <p:cNvPicPr/>
                <p:nvPr/>
              </p:nvPicPr>
              <p:blipFill>
                <a:blip r:embed="rId428"/>
                <a:stretch>
                  <a:fillRect/>
                </a:stretch>
              </p:blipFill>
              <p:spPr>
                <a:xfrm>
                  <a:off x="4077016" y="5913263"/>
                  <a:ext cx="169205" cy="14303"/>
                </a:xfrm>
                <a:prstGeom prst="rect">
                  <a:avLst/>
                </a:prstGeom>
              </p:spPr>
            </p:pic>
          </mc:Fallback>
        </mc:AlternateContent>
      </p:grpSp>
      <p:grpSp>
        <p:nvGrpSpPr>
          <p:cNvPr id="280" name="Group 279">
            <a:extLst>
              <a:ext uri="{FF2B5EF4-FFF2-40B4-BE49-F238E27FC236}">
                <a16:creationId xmlns:a16="http://schemas.microsoft.com/office/drawing/2014/main" id="{F82A9CEF-91AC-838F-389C-475965727D2D}"/>
              </a:ext>
            </a:extLst>
          </p:cNvPr>
          <p:cNvGrpSpPr/>
          <p:nvPr/>
        </p:nvGrpSpPr>
        <p:grpSpPr>
          <a:xfrm>
            <a:off x="4580565" y="5642951"/>
            <a:ext cx="1363596" cy="262680"/>
            <a:chOff x="4580565" y="5642951"/>
            <a:chExt cx="1363596" cy="262680"/>
          </a:xfrm>
        </p:grpSpPr>
        <mc:AlternateContent xmlns:mc="http://schemas.openxmlformats.org/markup-compatibility/2006" xmlns:p14="http://schemas.microsoft.com/office/powerpoint/2010/main">
          <mc:Choice Requires="p14">
            <p:contentPart p14:bwMode="auto" r:id="rId429">
              <p14:nvContentPartPr>
                <p14:cNvPr id="271" name="Ink 270">
                  <a:extLst>
                    <a:ext uri="{FF2B5EF4-FFF2-40B4-BE49-F238E27FC236}">
                      <a16:creationId xmlns:a16="http://schemas.microsoft.com/office/drawing/2014/main" id="{7B55D2A9-B965-11D5-D17F-76BED91B97DF}"/>
                    </a:ext>
                  </a:extLst>
                </p14:cNvPr>
                <p14:cNvContentPartPr/>
                <p14:nvPr/>
              </p14:nvContentPartPr>
              <p14:xfrm>
                <a:off x="4580565" y="5756756"/>
                <a:ext cx="200792" cy="148875"/>
              </p14:xfrm>
            </p:contentPart>
          </mc:Choice>
          <mc:Fallback xmlns="">
            <p:pic>
              <p:nvPicPr>
                <p:cNvPr id="271" name="Ink 270">
                  <a:extLst>
                    <a:ext uri="{FF2B5EF4-FFF2-40B4-BE49-F238E27FC236}">
                      <a16:creationId xmlns:a16="http://schemas.microsoft.com/office/drawing/2014/main" id="{7B55D2A9-B965-11D5-D17F-76BED91B97DF}"/>
                    </a:ext>
                  </a:extLst>
                </p:cNvPr>
                <p:cNvPicPr/>
                <p:nvPr/>
              </p:nvPicPr>
              <p:blipFill>
                <a:blip r:embed="rId430"/>
                <a:stretch>
                  <a:fillRect/>
                </a:stretch>
              </p:blipFill>
              <p:spPr>
                <a:xfrm>
                  <a:off x="4576255" y="5752441"/>
                  <a:ext cx="209413" cy="157505"/>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72" name="Ink 271">
                  <a:extLst>
                    <a:ext uri="{FF2B5EF4-FFF2-40B4-BE49-F238E27FC236}">
                      <a16:creationId xmlns:a16="http://schemas.microsoft.com/office/drawing/2014/main" id="{FB544037-0F60-A51D-B6BE-26C5C6620329}"/>
                    </a:ext>
                  </a:extLst>
                </p14:cNvPr>
                <p14:cNvContentPartPr/>
                <p14:nvPr/>
              </p14:nvContentPartPr>
              <p14:xfrm>
                <a:off x="4806455" y="5802140"/>
                <a:ext cx="280215" cy="94207"/>
              </p14:xfrm>
            </p:contentPart>
          </mc:Choice>
          <mc:Fallback xmlns="">
            <p:pic>
              <p:nvPicPr>
                <p:cNvPr id="272" name="Ink 271">
                  <a:extLst>
                    <a:ext uri="{FF2B5EF4-FFF2-40B4-BE49-F238E27FC236}">
                      <a16:creationId xmlns:a16="http://schemas.microsoft.com/office/drawing/2014/main" id="{FB544037-0F60-A51D-B6BE-26C5C6620329}"/>
                    </a:ext>
                  </a:extLst>
                </p:cNvPr>
                <p:cNvPicPr/>
                <p:nvPr/>
              </p:nvPicPr>
              <p:blipFill>
                <a:blip r:embed="rId432"/>
                <a:stretch>
                  <a:fillRect/>
                </a:stretch>
              </p:blipFill>
              <p:spPr>
                <a:xfrm>
                  <a:off x="4802133" y="5797842"/>
                  <a:ext cx="288859" cy="102804"/>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73" name="Ink 272">
                  <a:extLst>
                    <a:ext uri="{FF2B5EF4-FFF2-40B4-BE49-F238E27FC236}">
                      <a16:creationId xmlns:a16="http://schemas.microsoft.com/office/drawing/2014/main" id="{DC761C0D-A778-CDC6-B9CE-E238550901AE}"/>
                    </a:ext>
                  </a:extLst>
                </p14:cNvPr>
                <p14:cNvContentPartPr/>
                <p14:nvPr/>
              </p14:nvContentPartPr>
              <p14:xfrm>
                <a:off x="5103861" y="5796983"/>
                <a:ext cx="155751" cy="77016"/>
              </p14:xfrm>
            </p:contentPart>
          </mc:Choice>
          <mc:Fallback xmlns="">
            <p:pic>
              <p:nvPicPr>
                <p:cNvPr id="273" name="Ink 272">
                  <a:extLst>
                    <a:ext uri="{FF2B5EF4-FFF2-40B4-BE49-F238E27FC236}">
                      <a16:creationId xmlns:a16="http://schemas.microsoft.com/office/drawing/2014/main" id="{DC761C0D-A778-CDC6-B9CE-E238550901AE}"/>
                    </a:ext>
                  </a:extLst>
                </p:cNvPr>
                <p:cNvPicPr/>
                <p:nvPr/>
              </p:nvPicPr>
              <p:blipFill>
                <a:blip r:embed="rId434"/>
                <a:stretch>
                  <a:fillRect/>
                </a:stretch>
              </p:blipFill>
              <p:spPr>
                <a:xfrm>
                  <a:off x="5099545" y="5792644"/>
                  <a:ext cx="164384" cy="85694"/>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74" name="Ink 273">
                  <a:extLst>
                    <a:ext uri="{FF2B5EF4-FFF2-40B4-BE49-F238E27FC236}">
                      <a16:creationId xmlns:a16="http://schemas.microsoft.com/office/drawing/2014/main" id="{57FA3438-4B13-C918-2D1D-96E1599A6A11}"/>
                    </a:ext>
                  </a:extLst>
                </p14:cNvPr>
                <p14:cNvContentPartPr/>
                <p14:nvPr/>
              </p14:nvContentPartPr>
              <p14:xfrm>
                <a:off x="5352100" y="5642951"/>
                <a:ext cx="86299" cy="225891"/>
              </p14:xfrm>
            </p:contentPart>
          </mc:Choice>
          <mc:Fallback xmlns="">
            <p:pic>
              <p:nvPicPr>
                <p:cNvPr id="274" name="Ink 273">
                  <a:extLst>
                    <a:ext uri="{FF2B5EF4-FFF2-40B4-BE49-F238E27FC236}">
                      <a16:creationId xmlns:a16="http://schemas.microsoft.com/office/drawing/2014/main" id="{57FA3438-4B13-C918-2D1D-96E1599A6A11}"/>
                    </a:ext>
                  </a:extLst>
                </p:cNvPr>
                <p:cNvPicPr/>
                <p:nvPr/>
              </p:nvPicPr>
              <p:blipFill>
                <a:blip r:embed="rId436"/>
                <a:stretch>
                  <a:fillRect/>
                </a:stretch>
              </p:blipFill>
              <p:spPr>
                <a:xfrm>
                  <a:off x="5347785" y="5638635"/>
                  <a:ext cx="94929" cy="234524"/>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75" name="Ink 274">
                  <a:extLst>
                    <a:ext uri="{FF2B5EF4-FFF2-40B4-BE49-F238E27FC236}">
                      <a16:creationId xmlns:a16="http://schemas.microsoft.com/office/drawing/2014/main" id="{81884C2A-C03F-4CDE-847E-166258E42532}"/>
                    </a:ext>
                  </a:extLst>
                </p14:cNvPr>
                <p14:cNvContentPartPr/>
                <p14:nvPr/>
              </p14:nvContentPartPr>
              <p14:xfrm>
                <a:off x="5460060" y="5687648"/>
                <a:ext cx="64982" cy="198041"/>
              </p14:xfrm>
            </p:contentPart>
          </mc:Choice>
          <mc:Fallback xmlns="">
            <p:pic>
              <p:nvPicPr>
                <p:cNvPr id="275" name="Ink 274">
                  <a:extLst>
                    <a:ext uri="{FF2B5EF4-FFF2-40B4-BE49-F238E27FC236}">
                      <a16:creationId xmlns:a16="http://schemas.microsoft.com/office/drawing/2014/main" id="{81884C2A-C03F-4CDE-847E-166258E42532}"/>
                    </a:ext>
                  </a:extLst>
                </p:cNvPr>
                <p:cNvPicPr/>
                <p:nvPr/>
              </p:nvPicPr>
              <p:blipFill>
                <a:blip r:embed="rId438"/>
                <a:stretch>
                  <a:fillRect/>
                </a:stretch>
              </p:blipFill>
              <p:spPr>
                <a:xfrm>
                  <a:off x="5455752" y="5683327"/>
                  <a:ext cx="73598" cy="206683"/>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76" name="Ink 275">
                  <a:extLst>
                    <a:ext uri="{FF2B5EF4-FFF2-40B4-BE49-F238E27FC236}">
                      <a16:creationId xmlns:a16="http://schemas.microsoft.com/office/drawing/2014/main" id="{CE3D9EDA-BD47-6C03-3F17-AA1F13BB0FD6}"/>
                    </a:ext>
                  </a:extLst>
                </p14:cNvPr>
                <p14:cNvContentPartPr/>
                <p14:nvPr/>
              </p14:nvContentPartPr>
              <p14:xfrm>
                <a:off x="5546016" y="5772228"/>
                <a:ext cx="86643" cy="90081"/>
              </p14:xfrm>
            </p:contentPart>
          </mc:Choice>
          <mc:Fallback xmlns="">
            <p:pic>
              <p:nvPicPr>
                <p:cNvPr id="276" name="Ink 275">
                  <a:extLst>
                    <a:ext uri="{FF2B5EF4-FFF2-40B4-BE49-F238E27FC236}">
                      <a16:creationId xmlns:a16="http://schemas.microsoft.com/office/drawing/2014/main" id="{CE3D9EDA-BD47-6C03-3F17-AA1F13BB0FD6}"/>
                    </a:ext>
                  </a:extLst>
                </p:cNvPr>
                <p:cNvPicPr/>
                <p:nvPr/>
              </p:nvPicPr>
              <p:blipFill>
                <a:blip r:embed="rId440"/>
                <a:stretch>
                  <a:fillRect/>
                </a:stretch>
              </p:blipFill>
              <p:spPr>
                <a:xfrm>
                  <a:off x="5541702" y="5767904"/>
                  <a:ext cx="95271" cy="98729"/>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77" name="Ink 276">
                  <a:extLst>
                    <a:ext uri="{FF2B5EF4-FFF2-40B4-BE49-F238E27FC236}">
                      <a16:creationId xmlns:a16="http://schemas.microsoft.com/office/drawing/2014/main" id="{BC31814F-2855-F744-7313-B58C4C793DCB}"/>
                    </a:ext>
                  </a:extLst>
                </p14:cNvPr>
                <p14:cNvContentPartPr/>
                <p14:nvPr/>
              </p14:nvContentPartPr>
              <p14:xfrm>
                <a:off x="5683200" y="5752974"/>
                <a:ext cx="100052" cy="100396"/>
              </p14:xfrm>
            </p:contentPart>
          </mc:Choice>
          <mc:Fallback xmlns="">
            <p:pic>
              <p:nvPicPr>
                <p:cNvPr id="277" name="Ink 276">
                  <a:extLst>
                    <a:ext uri="{FF2B5EF4-FFF2-40B4-BE49-F238E27FC236}">
                      <a16:creationId xmlns:a16="http://schemas.microsoft.com/office/drawing/2014/main" id="{BC31814F-2855-F744-7313-B58C4C793DCB}"/>
                    </a:ext>
                  </a:extLst>
                </p:cNvPr>
                <p:cNvPicPr/>
                <p:nvPr/>
              </p:nvPicPr>
              <p:blipFill>
                <a:blip r:embed="rId442"/>
                <a:stretch>
                  <a:fillRect/>
                </a:stretch>
              </p:blipFill>
              <p:spPr>
                <a:xfrm>
                  <a:off x="5678881" y="5748656"/>
                  <a:ext cx="108690" cy="109032"/>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78" name="Ink 277">
                  <a:extLst>
                    <a:ext uri="{FF2B5EF4-FFF2-40B4-BE49-F238E27FC236}">
                      <a16:creationId xmlns:a16="http://schemas.microsoft.com/office/drawing/2014/main" id="{95C43FB6-4757-6EAC-20CF-411F21B95631}"/>
                    </a:ext>
                  </a:extLst>
                </p14:cNvPr>
                <p14:cNvContentPartPr/>
                <p14:nvPr/>
              </p14:nvContentPartPr>
              <p14:xfrm>
                <a:off x="5838608" y="5643982"/>
                <a:ext cx="94895" cy="196666"/>
              </p14:xfrm>
            </p:contentPart>
          </mc:Choice>
          <mc:Fallback xmlns="">
            <p:pic>
              <p:nvPicPr>
                <p:cNvPr id="278" name="Ink 277">
                  <a:extLst>
                    <a:ext uri="{FF2B5EF4-FFF2-40B4-BE49-F238E27FC236}">
                      <a16:creationId xmlns:a16="http://schemas.microsoft.com/office/drawing/2014/main" id="{95C43FB6-4757-6EAC-20CF-411F21B95631}"/>
                    </a:ext>
                  </a:extLst>
                </p:cNvPr>
                <p:cNvPicPr/>
                <p:nvPr/>
              </p:nvPicPr>
              <p:blipFill>
                <a:blip r:embed="rId444"/>
                <a:stretch>
                  <a:fillRect/>
                </a:stretch>
              </p:blipFill>
              <p:spPr>
                <a:xfrm>
                  <a:off x="5834278" y="5639660"/>
                  <a:ext cx="103555" cy="205311"/>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79" name="Ink 278">
                  <a:extLst>
                    <a:ext uri="{FF2B5EF4-FFF2-40B4-BE49-F238E27FC236}">
                      <a16:creationId xmlns:a16="http://schemas.microsoft.com/office/drawing/2014/main" id="{42200911-6F42-2BC3-F2B3-337CB20A0E52}"/>
                    </a:ext>
                  </a:extLst>
                </p14:cNvPr>
                <p14:cNvContentPartPr/>
                <p14:nvPr/>
              </p14:nvContentPartPr>
              <p14:xfrm>
                <a:off x="5827949" y="5739908"/>
                <a:ext cx="116212" cy="12721"/>
              </p14:xfrm>
            </p:contentPart>
          </mc:Choice>
          <mc:Fallback xmlns="">
            <p:pic>
              <p:nvPicPr>
                <p:cNvPr id="279" name="Ink 278">
                  <a:extLst>
                    <a:ext uri="{FF2B5EF4-FFF2-40B4-BE49-F238E27FC236}">
                      <a16:creationId xmlns:a16="http://schemas.microsoft.com/office/drawing/2014/main" id="{42200911-6F42-2BC3-F2B3-337CB20A0E52}"/>
                    </a:ext>
                  </a:extLst>
                </p:cNvPr>
                <p:cNvPicPr/>
                <p:nvPr/>
              </p:nvPicPr>
              <p:blipFill>
                <a:blip r:embed="rId446"/>
                <a:stretch>
                  <a:fillRect/>
                </a:stretch>
              </p:blipFill>
              <p:spPr>
                <a:xfrm>
                  <a:off x="5823645" y="5735547"/>
                  <a:ext cx="124820" cy="2144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7">
            <p14:nvContentPartPr>
              <p14:cNvPr id="284" name="Ink 283">
                <a:extLst>
                  <a:ext uri="{FF2B5EF4-FFF2-40B4-BE49-F238E27FC236}">
                    <a16:creationId xmlns:a16="http://schemas.microsoft.com/office/drawing/2014/main" id="{0CD2D90B-7C34-2413-E3A6-667F297452BE}"/>
                  </a:ext>
                </a:extLst>
              </p14:cNvPr>
              <p14:cNvContentPartPr/>
              <p14:nvPr/>
            </p14:nvContentPartPr>
            <p14:xfrm>
              <a:off x="1394371" y="2065144"/>
              <a:ext cx="14441" cy="21661"/>
            </p14:xfrm>
          </p:contentPart>
        </mc:Choice>
        <mc:Fallback xmlns="">
          <p:pic>
            <p:nvPicPr>
              <p:cNvPr id="284" name="Ink 283">
                <a:extLst>
                  <a:ext uri="{FF2B5EF4-FFF2-40B4-BE49-F238E27FC236}">
                    <a16:creationId xmlns:a16="http://schemas.microsoft.com/office/drawing/2014/main" id="{0CD2D90B-7C34-2413-E3A6-667F297452BE}"/>
                  </a:ext>
                </a:extLst>
              </p:cNvPr>
              <p:cNvPicPr/>
              <p:nvPr/>
            </p:nvPicPr>
            <p:blipFill>
              <a:blip r:embed="rId448"/>
              <a:stretch>
                <a:fillRect/>
              </a:stretch>
            </p:blipFill>
            <p:spPr>
              <a:xfrm>
                <a:off x="1389928" y="2060883"/>
                <a:ext cx="23328" cy="30183"/>
              </a:xfrm>
              <a:prstGeom prst="rect">
                <a:avLst/>
              </a:prstGeom>
            </p:spPr>
          </p:pic>
        </mc:Fallback>
      </mc:AlternateContent>
      <p:grpSp>
        <p:nvGrpSpPr>
          <p:cNvPr id="297" name="Group 296">
            <a:extLst>
              <a:ext uri="{FF2B5EF4-FFF2-40B4-BE49-F238E27FC236}">
                <a16:creationId xmlns:a16="http://schemas.microsoft.com/office/drawing/2014/main" id="{33036367-BB80-0A70-DEC9-0BF3FFCF3FBE}"/>
              </a:ext>
            </a:extLst>
          </p:cNvPr>
          <p:cNvGrpSpPr/>
          <p:nvPr/>
        </p:nvGrpSpPr>
        <p:grpSpPr>
          <a:xfrm>
            <a:off x="1044016" y="1921083"/>
            <a:ext cx="1328183" cy="629881"/>
            <a:chOff x="1044016" y="1921083"/>
            <a:chExt cx="1328183" cy="629881"/>
          </a:xfrm>
        </p:grpSpPr>
        <mc:AlternateContent xmlns:mc="http://schemas.openxmlformats.org/markup-compatibility/2006" xmlns:p14="http://schemas.microsoft.com/office/powerpoint/2010/main">
          <mc:Choice Requires="p14">
            <p:contentPart p14:bwMode="auto" r:id="rId449">
              <p14:nvContentPartPr>
                <p14:cNvPr id="285" name="Ink 284">
                  <a:extLst>
                    <a:ext uri="{FF2B5EF4-FFF2-40B4-BE49-F238E27FC236}">
                      <a16:creationId xmlns:a16="http://schemas.microsoft.com/office/drawing/2014/main" id="{EE17BD8D-9FA5-6432-E365-058D4C5B3ACB}"/>
                    </a:ext>
                  </a:extLst>
                </p14:cNvPr>
                <p14:cNvContentPartPr/>
                <p14:nvPr/>
              </p14:nvContentPartPr>
              <p14:xfrm>
                <a:off x="1119657" y="1977126"/>
                <a:ext cx="284340" cy="573838"/>
              </p14:xfrm>
            </p:contentPart>
          </mc:Choice>
          <mc:Fallback xmlns="">
            <p:pic>
              <p:nvPicPr>
                <p:cNvPr id="285" name="Ink 284">
                  <a:extLst>
                    <a:ext uri="{FF2B5EF4-FFF2-40B4-BE49-F238E27FC236}">
                      <a16:creationId xmlns:a16="http://schemas.microsoft.com/office/drawing/2014/main" id="{EE17BD8D-9FA5-6432-E365-058D4C5B3ACB}"/>
                    </a:ext>
                  </a:extLst>
                </p:cNvPr>
                <p:cNvPicPr/>
                <p:nvPr/>
              </p:nvPicPr>
              <p:blipFill>
                <a:blip r:embed="rId450"/>
                <a:stretch>
                  <a:fillRect/>
                </a:stretch>
              </p:blipFill>
              <p:spPr>
                <a:xfrm>
                  <a:off x="1115338" y="1972806"/>
                  <a:ext cx="292978" cy="582478"/>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86" name="Ink 285">
                  <a:extLst>
                    <a:ext uri="{FF2B5EF4-FFF2-40B4-BE49-F238E27FC236}">
                      <a16:creationId xmlns:a16="http://schemas.microsoft.com/office/drawing/2014/main" id="{B46B079D-0A5E-C998-5313-7AE5743CC6E5}"/>
                    </a:ext>
                  </a:extLst>
                </p14:cNvPr>
                <p14:cNvContentPartPr/>
                <p14:nvPr/>
              </p14:nvContentPartPr>
              <p14:xfrm>
                <a:off x="1044016" y="2162102"/>
                <a:ext cx="429433" cy="116899"/>
              </p14:xfrm>
            </p:contentPart>
          </mc:Choice>
          <mc:Fallback xmlns="">
            <p:pic>
              <p:nvPicPr>
                <p:cNvPr id="286" name="Ink 285">
                  <a:extLst>
                    <a:ext uri="{FF2B5EF4-FFF2-40B4-BE49-F238E27FC236}">
                      <a16:creationId xmlns:a16="http://schemas.microsoft.com/office/drawing/2014/main" id="{B46B079D-0A5E-C998-5313-7AE5743CC6E5}"/>
                    </a:ext>
                  </a:extLst>
                </p:cNvPr>
                <p:cNvPicPr/>
                <p:nvPr/>
              </p:nvPicPr>
              <p:blipFill>
                <a:blip r:embed="rId452"/>
                <a:stretch>
                  <a:fillRect/>
                </a:stretch>
              </p:blipFill>
              <p:spPr>
                <a:xfrm>
                  <a:off x="1039696" y="2157786"/>
                  <a:ext cx="438072" cy="125532"/>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87" name="Ink 286">
                  <a:extLst>
                    <a:ext uri="{FF2B5EF4-FFF2-40B4-BE49-F238E27FC236}">
                      <a16:creationId xmlns:a16="http://schemas.microsoft.com/office/drawing/2014/main" id="{C3A56D9C-2745-FB70-E121-20A5EC40F58C}"/>
                    </a:ext>
                  </a:extLst>
                </p14:cNvPr>
                <p14:cNvContentPartPr/>
                <p14:nvPr/>
              </p14:nvContentPartPr>
              <p14:xfrm>
                <a:off x="1532587" y="2082335"/>
                <a:ext cx="59137" cy="179819"/>
              </p14:xfrm>
            </p:contentPart>
          </mc:Choice>
          <mc:Fallback xmlns="">
            <p:pic>
              <p:nvPicPr>
                <p:cNvPr id="287" name="Ink 286">
                  <a:extLst>
                    <a:ext uri="{FF2B5EF4-FFF2-40B4-BE49-F238E27FC236}">
                      <a16:creationId xmlns:a16="http://schemas.microsoft.com/office/drawing/2014/main" id="{C3A56D9C-2745-FB70-E121-20A5EC40F58C}"/>
                    </a:ext>
                  </a:extLst>
                </p:cNvPr>
                <p:cNvPicPr/>
                <p:nvPr/>
              </p:nvPicPr>
              <p:blipFill>
                <a:blip r:embed="rId454"/>
                <a:stretch>
                  <a:fillRect/>
                </a:stretch>
              </p:blipFill>
              <p:spPr>
                <a:xfrm>
                  <a:off x="1528260" y="2078019"/>
                  <a:ext cx="67791" cy="18845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88" name="Ink 287">
                  <a:extLst>
                    <a:ext uri="{FF2B5EF4-FFF2-40B4-BE49-F238E27FC236}">
                      <a16:creationId xmlns:a16="http://schemas.microsoft.com/office/drawing/2014/main" id="{1D689E67-3A59-60FC-597C-9611B8B64599}"/>
                    </a:ext>
                  </a:extLst>
                </p14:cNvPr>
                <p14:cNvContentPartPr/>
                <p14:nvPr/>
              </p14:nvContentPartPr>
              <p14:xfrm>
                <a:off x="1691089" y="1956840"/>
                <a:ext cx="156095" cy="294655"/>
              </p14:xfrm>
            </p:contentPart>
          </mc:Choice>
          <mc:Fallback xmlns="">
            <p:pic>
              <p:nvPicPr>
                <p:cNvPr id="288" name="Ink 287">
                  <a:extLst>
                    <a:ext uri="{FF2B5EF4-FFF2-40B4-BE49-F238E27FC236}">
                      <a16:creationId xmlns:a16="http://schemas.microsoft.com/office/drawing/2014/main" id="{1D689E67-3A59-60FC-597C-9611B8B64599}"/>
                    </a:ext>
                  </a:extLst>
                </p:cNvPr>
                <p:cNvPicPr/>
                <p:nvPr/>
              </p:nvPicPr>
              <p:blipFill>
                <a:blip r:embed="rId456"/>
                <a:stretch>
                  <a:fillRect/>
                </a:stretch>
              </p:blipFill>
              <p:spPr>
                <a:xfrm>
                  <a:off x="1686763" y="1952517"/>
                  <a:ext cx="164747" cy="30330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89" name="Ink 288">
                  <a:extLst>
                    <a:ext uri="{FF2B5EF4-FFF2-40B4-BE49-F238E27FC236}">
                      <a16:creationId xmlns:a16="http://schemas.microsoft.com/office/drawing/2014/main" id="{DB0885E5-B4DE-0BDB-A60F-71BD5A3E6648}"/>
                    </a:ext>
                  </a:extLst>
                </p14:cNvPr>
                <p14:cNvContentPartPr/>
                <p14:nvPr/>
              </p14:nvContentPartPr>
              <p14:xfrm>
                <a:off x="1914229" y="2126344"/>
                <a:ext cx="23724" cy="69796"/>
              </p14:xfrm>
            </p:contentPart>
          </mc:Choice>
          <mc:Fallback xmlns="">
            <p:pic>
              <p:nvPicPr>
                <p:cNvPr id="289" name="Ink 288">
                  <a:extLst>
                    <a:ext uri="{FF2B5EF4-FFF2-40B4-BE49-F238E27FC236}">
                      <a16:creationId xmlns:a16="http://schemas.microsoft.com/office/drawing/2014/main" id="{DB0885E5-B4DE-0BDB-A60F-71BD5A3E6648}"/>
                    </a:ext>
                  </a:extLst>
                </p:cNvPr>
                <p:cNvPicPr/>
                <p:nvPr/>
              </p:nvPicPr>
              <p:blipFill>
                <a:blip r:embed="rId458"/>
                <a:stretch>
                  <a:fillRect/>
                </a:stretch>
              </p:blipFill>
              <p:spPr>
                <a:xfrm>
                  <a:off x="1909980" y="2122027"/>
                  <a:ext cx="32222" cy="78431"/>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90" name="Ink 289">
                  <a:extLst>
                    <a:ext uri="{FF2B5EF4-FFF2-40B4-BE49-F238E27FC236}">
                      <a16:creationId xmlns:a16="http://schemas.microsoft.com/office/drawing/2014/main" id="{9DB7DF1C-533E-B478-A3D2-0B895FA93343}"/>
                    </a:ext>
                  </a:extLst>
                </p14:cNvPr>
                <p14:cNvContentPartPr/>
                <p14:nvPr/>
              </p14:nvContentPartPr>
              <p14:xfrm>
                <a:off x="1948955" y="1955809"/>
                <a:ext cx="29912" cy="94207"/>
              </p14:xfrm>
            </p:contentPart>
          </mc:Choice>
          <mc:Fallback xmlns="">
            <p:pic>
              <p:nvPicPr>
                <p:cNvPr id="290" name="Ink 289">
                  <a:extLst>
                    <a:ext uri="{FF2B5EF4-FFF2-40B4-BE49-F238E27FC236}">
                      <a16:creationId xmlns:a16="http://schemas.microsoft.com/office/drawing/2014/main" id="{9DB7DF1C-533E-B478-A3D2-0B895FA93343}"/>
                    </a:ext>
                  </a:extLst>
                </p:cNvPr>
                <p:cNvPicPr/>
                <p:nvPr/>
              </p:nvPicPr>
              <p:blipFill>
                <a:blip r:embed="rId460"/>
                <a:stretch>
                  <a:fillRect/>
                </a:stretch>
              </p:blipFill>
              <p:spPr>
                <a:xfrm>
                  <a:off x="1944630" y="1951494"/>
                  <a:ext cx="38561" cy="102837"/>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291" name="Ink 290">
                  <a:extLst>
                    <a:ext uri="{FF2B5EF4-FFF2-40B4-BE49-F238E27FC236}">
                      <a16:creationId xmlns:a16="http://schemas.microsoft.com/office/drawing/2014/main" id="{F0498F12-2B58-0E0F-3B97-B0160DE1EA5E}"/>
                    </a:ext>
                  </a:extLst>
                </p14:cNvPr>
                <p14:cNvContentPartPr/>
                <p14:nvPr/>
              </p14:nvContentPartPr>
              <p14:xfrm>
                <a:off x="2012218" y="2102965"/>
                <a:ext cx="84236" cy="59481"/>
              </p14:xfrm>
            </p:contentPart>
          </mc:Choice>
          <mc:Fallback xmlns="">
            <p:pic>
              <p:nvPicPr>
                <p:cNvPr id="291" name="Ink 290">
                  <a:extLst>
                    <a:ext uri="{FF2B5EF4-FFF2-40B4-BE49-F238E27FC236}">
                      <a16:creationId xmlns:a16="http://schemas.microsoft.com/office/drawing/2014/main" id="{F0498F12-2B58-0E0F-3B97-B0160DE1EA5E}"/>
                    </a:ext>
                  </a:extLst>
                </p:cNvPr>
                <p:cNvPicPr/>
                <p:nvPr/>
              </p:nvPicPr>
              <p:blipFill>
                <a:blip r:embed="rId462"/>
                <a:stretch>
                  <a:fillRect/>
                </a:stretch>
              </p:blipFill>
              <p:spPr>
                <a:xfrm>
                  <a:off x="2007898" y="2098665"/>
                  <a:ext cx="92876" cy="68081"/>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92" name="Ink 291">
                  <a:extLst>
                    <a:ext uri="{FF2B5EF4-FFF2-40B4-BE49-F238E27FC236}">
                      <a16:creationId xmlns:a16="http://schemas.microsoft.com/office/drawing/2014/main" id="{E869EDDD-36FF-A3A4-6018-FF9B92A7E9FA}"/>
                    </a:ext>
                  </a:extLst>
                </p14:cNvPr>
                <p14:cNvContentPartPr/>
                <p14:nvPr/>
              </p14:nvContentPartPr>
              <p14:xfrm>
                <a:off x="2230888" y="1921083"/>
                <a:ext cx="58450" cy="268868"/>
              </p14:xfrm>
            </p:contentPart>
          </mc:Choice>
          <mc:Fallback xmlns="">
            <p:pic>
              <p:nvPicPr>
                <p:cNvPr id="292" name="Ink 291">
                  <a:extLst>
                    <a:ext uri="{FF2B5EF4-FFF2-40B4-BE49-F238E27FC236}">
                      <a16:creationId xmlns:a16="http://schemas.microsoft.com/office/drawing/2014/main" id="{E869EDDD-36FF-A3A4-6018-FF9B92A7E9FA}"/>
                    </a:ext>
                  </a:extLst>
                </p:cNvPr>
                <p:cNvPicPr/>
                <p:nvPr/>
              </p:nvPicPr>
              <p:blipFill>
                <a:blip r:embed="rId464"/>
                <a:stretch>
                  <a:fillRect/>
                </a:stretch>
              </p:blipFill>
              <p:spPr>
                <a:xfrm>
                  <a:off x="2226558" y="1916764"/>
                  <a:ext cx="67109" cy="277506"/>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93" name="Ink 292">
                  <a:extLst>
                    <a:ext uri="{FF2B5EF4-FFF2-40B4-BE49-F238E27FC236}">
                      <a16:creationId xmlns:a16="http://schemas.microsoft.com/office/drawing/2014/main" id="{EEE938F0-E4B8-9EC9-6D16-0839BB4B882C}"/>
                    </a:ext>
                  </a:extLst>
                </p14:cNvPr>
                <p14:cNvContentPartPr/>
                <p14:nvPr/>
              </p14:nvContentPartPr>
              <p14:xfrm>
                <a:off x="2228825" y="2044859"/>
                <a:ext cx="143374" cy="344"/>
              </p14:xfrm>
            </p:contentPart>
          </mc:Choice>
          <mc:Fallback xmlns="">
            <p:pic>
              <p:nvPicPr>
                <p:cNvPr id="293" name="Ink 292">
                  <a:extLst>
                    <a:ext uri="{FF2B5EF4-FFF2-40B4-BE49-F238E27FC236}">
                      <a16:creationId xmlns:a16="http://schemas.microsoft.com/office/drawing/2014/main" id="{EEE938F0-E4B8-9EC9-6D16-0839BB4B882C}"/>
                    </a:ext>
                  </a:extLst>
                </p:cNvPr>
                <p:cNvPicPr/>
                <p:nvPr/>
              </p:nvPicPr>
              <p:blipFill>
                <a:blip r:embed="rId466"/>
                <a:stretch>
                  <a:fillRect/>
                </a:stretch>
              </p:blipFill>
              <p:spPr>
                <a:xfrm>
                  <a:off x="2224502" y="2040731"/>
                  <a:ext cx="152020" cy="8600"/>
                </a:xfrm>
                <a:prstGeom prst="rect">
                  <a:avLst/>
                </a:prstGeom>
              </p:spPr>
            </p:pic>
          </mc:Fallback>
        </mc:AlternateContent>
      </p:grpSp>
      <p:grpSp>
        <p:nvGrpSpPr>
          <p:cNvPr id="309" name="Group 308">
            <a:extLst>
              <a:ext uri="{FF2B5EF4-FFF2-40B4-BE49-F238E27FC236}">
                <a16:creationId xmlns:a16="http://schemas.microsoft.com/office/drawing/2014/main" id="{E2F9DD9D-A11A-54F5-FBF6-B62FFFF86C46}"/>
              </a:ext>
            </a:extLst>
          </p:cNvPr>
          <p:cNvGrpSpPr/>
          <p:nvPr/>
        </p:nvGrpSpPr>
        <p:grpSpPr>
          <a:xfrm>
            <a:off x="2638661" y="1880856"/>
            <a:ext cx="870212" cy="330757"/>
            <a:chOff x="2638661" y="1880856"/>
            <a:chExt cx="870212" cy="330757"/>
          </a:xfrm>
        </p:grpSpPr>
        <mc:AlternateContent xmlns:mc="http://schemas.openxmlformats.org/markup-compatibility/2006" xmlns:p14="http://schemas.microsoft.com/office/powerpoint/2010/main">
          <mc:Choice Requires="p14">
            <p:contentPart p14:bwMode="auto" r:id="rId467">
              <p14:nvContentPartPr>
                <p14:cNvPr id="298" name="Ink 297">
                  <a:extLst>
                    <a:ext uri="{FF2B5EF4-FFF2-40B4-BE49-F238E27FC236}">
                      <a16:creationId xmlns:a16="http://schemas.microsoft.com/office/drawing/2014/main" id="{98793ABA-A70E-CD98-0DE8-BD4B010B0673}"/>
                    </a:ext>
                  </a:extLst>
                </p14:cNvPr>
                <p14:cNvContentPartPr/>
                <p14:nvPr/>
              </p14:nvContentPartPr>
              <p14:xfrm>
                <a:off x="2638661" y="1964061"/>
                <a:ext cx="106241" cy="153001"/>
              </p14:xfrm>
            </p:contentPart>
          </mc:Choice>
          <mc:Fallback xmlns="">
            <p:pic>
              <p:nvPicPr>
                <p:cNvPr id="298" name="Ink 297">
                  <a:extLst>
                    <a:ext uri="{FF2B5EF4-FFF2-40B4-BE49-F238E27FC236}">
                      <a16:creationId xmlns:a16="http://schemas.microsoft.com/office/drawing/2014/main" id="{98793ABA-A70E-CD98-0DE8-BD4B010B0673}"/>
                    </a:ext>
                  </a:extLst>
                </p:cNvPr>
                <p:cNvPicPr/>
                <p:nvPr/>
              </p:nvPicPr>
              <p:blipFill>
                <a:blip r:embed="rId468"/>
                <a:stretch>
                  <a:fillRect/>
                </a:stretch>
              </p:blipFill>
              <p:spPr>
                <a:xfrm>
                  <a:off x="2634339" y="1959741"/>
                  <a:ext cx="114884" cy="161641"/>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99" name="Ink 298">
                  <a:extLst>
                    <a:ext uri="{FF2B5EF4-FFF2-40B4-BE49-F238E27FC236}">
                      <a16:creationId xmlns:a16="http://schemas.microsoft.com/office/drawing/2014/main" id="{B600EC4B-A34A-FC21-5348-CE824D881E19}"/>
                    </a:ext>
                  </a:extLst>
                </p14:cNvPr>
                <p14:cNvContentPartPr/>
                <p14:nvPr/>
              </p14:nvContentPartPr>
              <p14:xfrm>
                <a:off x="2733212" y="1880856"/>
                <a:ext cx="10658" cy="38508"/>
              </p14:xfrm>
            </p:contentPart>
          </mc:Choice>
          <mc:Fallback xmlns="">
            <p:pic>
              <p:nvPicPr>
                <p:cNvPr id="299" name="Ink 298">
                  <a:extLst>
                    <a:ext uri="{FF2B5EF4-FFF2-40B4-BE49-F238E27FC236}">
                      <a16:creationId xmlns:a16="http://schemas.microsoft.com/office/drawing/2014/main" id="{B600EC4B-A34A-FC21-5348-CE824D881E19}"/>
                    </a:ext>
                  </a:extLst>
                </p:cNvPr>
                <p:cNvPicPr/>
                <p:nvPr/>
              </p:nvPicPr>
              <p:blipFill>
                <a:blip r:embed="rId470"/>
                <a:stretch>
                  <a:fillRect/>
                </a:stretch>
              </p:blipFill>
              <p:spPr>
                <a:xfrm>
                  <a:off x="2728949" y="1876537"/>
                  <a:ext cx="19184" cy="47145"/>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300" name="Ink 299">
                  <a:extLst>
                    <a:ext uri="{FF2B5EF4-FFF2-40B4-BE49-F238E27FC236}">
                      <a16:creationId xmlns:a16="http://schemas.microsoft.com/office/drawing/2014/main" id="{8697371D-B471-B032-AA3B-15EF34937A9D}"/>
                    </a:ext>
                  </a:extLst>
                </p14:cNvPr>
                <p14:cNvContentPartPr/>
                <p14:nvPr/>
              </p14:nvContentPartPr>
              <p14:xfrm>
                <a:off x="2888619" y="1957872"/>
                <a:ext cx="126870" cy="29912"/>
              </p14:xfrm>
            </p:contentPart>
          </mc:Choice>
          <mc:Fallback xmlns="">
            <p:pic>
              <p:nvPicPr>
                <p:cNvPr id="300" name="Ink 299">
                  <a:extLst>
                    <a:ext uri="{FF2B5EF4-FFF2-40B4-BE49-F238E27FC236}">
                      <a16:creationId xmlns:a16="http://schemas.microsoft.com/office/drawing/2014/main" id="{8697371D-B471-B032-AA3B-15EF34937A9D}"/>
                    </a:ext>
                  </a:extLst>
                </p:cNvPr>
                <p:cNvPicPr/>
                <p:nvPr/>
              </p:nvPicPr>
              <p:blipFill>
                <a:blip r:embed="rId472"/>
                <a:stretch>
                  <a:fillRect/>
                </a:stretch>
              </p:blipFill>
              <p:spPr>
                <a:xfrm>
                  <a:off x="2884306" y="1953547"/>
                  <a:ext cx="135496" cy="38561"/>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301" name="Ink 300">
                  <a:extLst>
                    <a:ext uri="{FF2B5EF4-FFF2-40B4-BE49-F238E27FC236}">
                      <a16:creationId xmlns:a16="http://schemas.microsoft.com/office/drawing/2014/main" id="{AB603BB5-1D3C-1128-66E8-5867A5A7F573}"/>
                    </a:ext>
                  </a:extLst>
                </p14:cNvPr>
                <p14:cNvContentPartPr/>
                <p14:nvPr/>
              </p14:nvContentPartPr>
              <p14:xfrm>
                <a:off x="2915093" y="2021135"/>
                <a:ext cx="132027" cy="3438"/>
              </p14:xfrm>
            </p:contentPart>
          </mc:Choice>
          <mc:Fallback xmlns="">
            <p:pic>
              <p:nvPicPr>
                <p:cNvPr id="301" name="Ink 300">
                  <a:extLst>
                    <a:ext uri="{FF2B5EF4-FFF2-40B4-BE49-F238E27FC236}">
                      <a16:creationId xmlns:a16="http://schemas.microsoft.com/office/drawing/2014/main" id="{AB603BB5-1D3C-1128-66E8-5867A5A7F573}"/>
                    </a:ext>
                  </a:extLst>
                </p:cNvPr>
                <p:cNvPicPr/>
                <p:nvPr/>
              </p:nvPicPr>
              <p:blipFill>
                <a:blip r:embed="rId474"/>
                <a:stretch>
                  <a:fillRect/>
                </a:stretch>
              </p:blipFill>
              <p:spPr>
                <a:xfrm>
                  <a:off x="2910788" y="2017009"/>
                  <a:ext cx="140637" cy="11689"/>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302" name="Ink 301">
                  <a:extLst>
                    <a:ext uri="{FF2B5EF4-FFF2-40B4-BE49-F238E27FC236}">
                      <a16:creationId xmlns:a16="http://schemas.microsoft.com/office/drawing/2014/main" id="{01E4810D-1596-30B8-AF01-236C0241CB0D}"/>
                    </a:ext>
                  </a:extLst>
                </p14:cNvPr>
                <p14:cNvContentPartPr/>
                <p14:nvPr/>
              </p14:nvContentPartPr>
              <p14:xfrm>
                <a:off x="3214562" y="1903548"/>
                <a:ext cx="96614" cy="142686"/>
              </p14:xfrm>
            </p:contentPart>
          </mc:Choice>
          <mc:Fallback xmlns="">
            <p:pic>
              <p:nvPicPr>
                <p:cNvPr id="302" name="Ink 301">
                  <a:extLst>
                    <a:ext uri="{FF2B5EF4-FFF2-40B4-BE49-F238E27FC236}">
                      <a16:creationId xmlns:a16="http://schemas.microsoft.com/office/drawing/2014/main" id="{01E4810D-1596-30B8-AF01-236C0241CB0D}"/>
                    </a:ext>
                  </a:extLst>
                </p:cNvPr>
                <p:cNvPicPr/>
                <p:nvPr/>
              </p:nvPicPr>
              <p:blipFill>
                <a:blip r:embed="rId476"/>
                <a:stretch>
                  <a:fillRect/>
                </a:stretch>
              </p:blipFill>
              <p:spPr>
                <a:xfrm>
                  <a:off x="3210236" y="1899224"/>
                  <a:ext cx="105266" cy="151334"/>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03" name="Ink 302">
                  <a:extLst>
                    <a:ext uri="{FF2B5EF4-FFF2-40B4-BE49-F238E27FC236}">
                      <a16:creationId xmlns:a16="http://schemas.microsoft.com/office/drawing/2014/main" id="{7F74F405-4A89-EF41-3642-7BE159F96679}"/>
                    </a:ext>
                  </a:extLst>
                </p14:cNvPr>
                <p14:cNvContentPartPr/>
                <p14:nvPr/>
              </p14:nvContentPartPr>
              <p14:xfrm>
                <a:off x="3505435" y="1997068"/>
                <a:ext cx="3438" cy="39883"/>
              </p14:xfrm>
            </p:contentPart>
          </mc:Choice>
          <mc:Fallback xmlns="">
            <p:pic>
              <p:nvPicPr>
                <p:cNvPr id="303" name="Ink 302">
                  <a:extLst>
                    <a:ext uri="{FF2B5EF4-FFF2-40B4-BE49-F238E27FC236}">
                      <a16:creationId xmlns:a16="http://schemas.microsoft.com/office/drawing/2014/main" id="{7F74F405-4A89-EF41-3642-7BE159F96679}"/>
                    </a:ext>
                  </a:extLst>
                </p:cNvPr>
                <p:cNvPicPr/>
                <p:nvPr/>
              </p:nvPicPr>
              <p:blipFill>
                <a:blip r:embed="rId478"/>
                <a:stretch>
                  <a:fillRect/>
                </a:stretch>
              </p:blipFill>
              <p:spPr>
                <a:xfrm>
                  <a:off x="3501684" y="1992717"/>
                  <a:ext cx="10939" cy="48585"/>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04" name="Ink 303">
                  <a:extLst>
                    <a:ext uri="{FF2B5EF4-FFF2-40B4-BE49-F238E27FC236}">
                      <a16:creationId xmlns:a16="http://schemas.microsoft.com/office/drawing/2014/main" id="{856746DB-BD12-F8CD-2CAF-984FC5D6B467}"/>
                    </a:ext>
                  </a:extLst>
                </p14:cNvPr>
                <p14:cNvContentPartPr/>
                <p14:nvPr/>
              </p14:nvContentPartPr>
              <p14:xfrm>
                <a:off x="3402288" y="2102965"/>
                <a:ext cx="102459" cy="108648"/>
              </p14:xfrm>
            </p:contentPart>
          </mc:Choice>
          <mc:Fallback xmlns="">
            <p:pic>
              <p:nvPicPr>
                <p:cNvPr id="304" name="Ink 303">
                  <a:extLst>
                    <a:ext uri="{FF2B5EF4-FFF2-40B4-BE49-F238E27FC236}">
                      <a16:creationId xmlns:a16="http://schemas.microsoft.com/office/drawing/2014/main" id="{856746DB-BD12-F8CD-2CAF-984FC5D6B467}"/>
                    </a:ext>
                  </a:extLst>
                </p:cNvPr>
                <p:cNvPicPr/>
                <p:nvPr/>
              </p:nvPicPr>
              <p:blipFill>
                <a:blip r:embed="rId480"/>
                <a:stretch>
                  <a:fillRect/>
                </a:stretch>
              </p:blipFill>
              <p:spPr>
                <a:xfrm>
                  <a:off x="3397974" y="2098648"/>
                  <a:ext cx="111087" cy="117282"/>
                </a:xfrm>
                <a:prstGeom prst="rect">
                  <a:avLst/>
                </a:prstGeom>
              </p:spPr>
            </p:pic>
          </mc:Fallback>
        </mc:AlternateContent>
      </p:grpSp>
      <p:grpSp>
        <p:nvGrpSpPr>
          <p:cNvPr id="324" name="Group 323">
            <a:extLst>
              <a:ext uri="{FF2B5EF4-FFF2-40B4-BE49-F238E27FC236}">
                <a16:creationId xmlns:a16="http://schemas.microsoft.com/office/drawing/2014/main" id="{50DAC97A-C913-80C8-FD70-29B39152698D}"/>
              </a:ext>
            </a:extLst>
          </p:cNvPr>
          <p:cNvGrpSpPr/>
          <p:nvPr/>
        </p:nvGrpSpPr>
        <p:grpSpPr>
          <a:xfrm>
            <a:off x="3967187" y="1801777"/>
            <a:ext cx="1517972" cy="401583"/>
            <a:chOff x="3967187" y="1801777"/>
            <a:chExt cx="1517972" cy="401583"/>
          </a:xfrm>
        </p:grpSpPr>
        <mc:AlternateContent xmlns:mc="http://schemas.openxmlformats.org/markup-compatibility/2006" xmlns:p14="http://schemas.microsoft.com/office/powerpoint/2010/main">
          <mc:Choice Requires="p14">
            <p:contentPart p14:bwMode="auto" r:id="rId481">
              <p14:nvContentPartPr>
                <p14:cNvPr id="305" name="Ink 304">
                  <a:extLst>
                    <a:ext uri="{FF2B5EF4-FFF2-40B4-BE49-F238E27FC236}">
                      <a16:creationId xmlns:a16="http://schemas.microsoft.com/office/drawing/2014/main" id="{8FE57D88-65D1-4FC6-50D5-242885962E10}"/>
                    </a:ext>
                  </a:extLst>
                </p14:cNvPr>
                <p14:cNvContentPartPr/>
                <p14:nvPr/>
              </p14:nvContentPartPr>
              <p14:xfrm>
                <a:off x="3967187" y="1898047"/>
                <a:ext cx="183257" cy="129277"/>
              </p14:xfrm>
            </p:contentPart>
          </mc:Choice>
          <mc:Fallback xmlns="">
            <p:pic>
              <p:nvPicPr>
                <p:cNvPr id="305" name="Ink 304">
                  <a:extLst>
                    <a:ext uri="{FF2B5EF4-FFF2-40B4-BE49-F238E27FC236}">
                      <a16:creationId xmlns:a16="http://schemas.microsoft.com/office/drawing/2014/main" id="{8FE57D88-65D1-4FC6-50D5-242885962E10}"/>
                    </a:ext>
                  </a:extLst>
                </p:cNvPr>
                <p:cNvPicPr/>
                <p:nvPr/>
              </p:nvPicPr>
              <p:blipFill>
                <a:blip r:embed="rId482"/>
                <a:stretch>
                  <a:fillRect/>
                </a:stretch>
              </p:blipFill>
              <p:spPr>
                <a:xfrm>
                  <a:off x="3962867" y="1893726"/>
                  <a:ext cx="191898" cy="137919"/>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306" name="Ink 305">
                  <a:extLst>
                    <a:ext uri="{FF2B5EF4-FFF2-40B4-BE49-F238E27FC236}">
                      <a16:creationId xmlns:a16="http://schemas.microsoft.com/office/drawing/2014/main" id="{540E6ED5-56DA-0D67-1F01-F45A40FBB752}"/>
                    </a:ext>
                  </a:extLst>
                </p14:cNvPr>
                <p14:cNvContentPartPr/>
                <p14:nvPr/>
              </p14:nvContentPartPr>
              <p14:xfrm>
                <a:off x="4161102" y="1801777"/>
                <a:ext cx="3438" cy="36101"/>
              </p14:xfrm>
            </p:contentPart>
          </mc:Choice>
          <mc:Fallback xmlns="">
            <p:pic>
              <p:nvPicPr>
                <p:cNvPr id="306" name="Ink 305">
                  <a:extLst>
                    <a:ext uri="{FF2B5EF4-FFF2-40B4-BE49-F238E27FC236}">
                      <a16:creationId xmlns:a16="http://schemas.microsoft.com/office/drawing/2014/main" id="{540E6ED5-56DA-0D67-1F01-F45A40FBB752}"/>
                    </a:ext>
                  </a:extLst>
                </p:cNvPr>
                <p:cNvPicPr/>
                <p:nvPr/>
              </p:nvPicPr>
              <p:blipFill>
                <a:blip r:embed="rId484"/>
                <a:stretch>
                  <a:fillRect/>
                </a:stretch>
              </p:blipFill>
              <p:spPr>
                <a:xfrm>
                  <a:off x="4156518" y="1797445"/>
                  <a:ext cx="12606" cy="44765"/>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07" name="Ink 306">
                  <a:extLst>
                    <a:ext uri="{FF2B5EF4-FFF2-40B4-BE49-F238E27FC236}">
                      <a16:creationId xmlns:a16="http://schemas.microsoft.com/office/drawing/2014/main" id="{C2FB64A2-FB54-305B-E2D0-34B16CD1863F}"/>
                    </a:ext>
                  </a:extLst>
                </p14:cNvPr>
                <p14:cNvContentPartPr/>
                <p14:nvPr/>
              </p14:nvContentPartPr>
              <p14:xfrm>
                <a:off x="4208894" y="1895640"/>
                <a:ext cx="231392" cy="124807"/>
              </p14:xfrm>
            </p:contentPart>
          </mc:Choice>
          <mc:Fallback xmlns="">
            <p:pic>
              <p:nvPicPr>
                <p:cNvPr id="307" name="Ink 306">
                  <a:extLst>
                    <a:ext uri="{FF2B5EF4-FFF2-40B4-BE49-F238E27FC236}">
                      <a16:creationId xmlns:a16="http://schemas.microsoft.com/office/drawing/2014/main" id="{C2FB64A2-FB54-305B-E2D0-34B16CD1863F}"/>
                    </a:ext>
                  </a:extLst>
                </p:cNvPr>
                <p:cNvPicPr/>
                <p:nvPr/>
              </p:nvPicPr>
              <p:blipFill>
                <a:blip r:embed="rId486"/>
                <a:stretch>
                  <a:fillRect/>
                </a:stretch>
              </p:blipFill>
              <p:spPr>
                <a:xfrm>
                  <a:off x="4204576" y="1891336"/>
                  <a:ext cx="240029" cy="133414"/>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10" name="Ink 309">
                  <a:extLst>
                    <a:ext uri="{FF2B5EF4-FFF2-40B4-BE49-F238E27FC236}">
                      <a16:creationId xmlns:a16="http://schemas.microsoft.com/office/drawing/2014/main" id="{2A08780E-543A-6A1B-5E5C-ABE5693D4982}"/>
                    </a:ext>
                  </a:extLst>
                </p14:cNvPr>
                <p14:cNvContentPartPr/>
                <p14:nvPr/>
              </p14:nvContentPartPr>
              <p14:xfrm>
                <a:off x="4593286" y="1893233"/>
                <a:ext cx="200448" cy="110023"/>
              </p14:xfrm>
            </p:contentPart>
          </mc:Choice>
          <mc:Fallback xmlns="">
            <p:pic>
              <p:nvPicPr>
                <p:cNvPr id="310" name="Ink 309">
                  <a:extLst>
                    <a:ext uri="{FF2B5EF4-FFF2-40B4-BE49-F238E27FC236}">
                      <a16:creationId xmlns:a16="http://schemas.microsoft.com/office/drawing/2014/main" id="{2A08780E-543A-6A1B-5E5C-ABE5693D4982}"/>
                    </a:ext>
                  </a:extLst>
                </p:cNvPr>
                <p:cNvPicPr/>
                <p:nvPr/>
              </p:nvPicPr>
              <p:blipFill>
                <a:blip r:embed="rId488"/>
                <a:stretch>
                  <a:fillRect/>
                </a:stretch>
              </p:blipFill>
              <p:spPr>
                <a:xfrm>
                  <a:off x="4588968" y="1888918"/>
                  <a:ext cx="209085" cy="118652"/>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11" name="Ink 310">
                  <a:extLst>
                    <a:ext uri="{FF2B5EF4-FFF2-40B4-BE49-F238E27FC236}">
                      <a16:creationId xmlns:a16="http://schemas.microsoft.com/office/drawing/2014/main" id="{E1499D8F-5B17-9B6A-EBBD-71F641E3F42F}"/>
                    </a:ext>
                  </a:extLst>
                </p14:cNvPr>
                <p14:cNvContentPartPr/>
                <p14:nvPr/>
              </p14:nvContentPartPr>
              <p14:xfrm>
                <a:off x="4909602" y="1945150"/>
                <a:ext cx="169504" cy="9971"/>
              </p14:xfrm>
            </p:contentPart>
          </mc:Choice>
          <mc:Fallback xmlns="">
            <p:pic>
              <p:nvPicPr>
                <p:cNvPr id="311" name="Ink 310">
                  <a:extLst>
                    <a:ext uri="{FF2B5EF4-FFF2-40B4-BE49-F238E27FC236}">
                      <a16:creationId xmlns:a16="http://schemas.microsoft.com/office/drawing/2014/main" id="{E1499D8F-5B17-9B6A-EBBD-71F641E3F42F}"/>
                    </a:ext>
                  </a:extLst>
                </p:cNvPr>
                <p:cNvPicPr/>
                <p:nvPr/>
              </p:nvPicPr>
              <p:blipFill>
                <a:blip r:embed="rId490"/>
                <a:stretch>
                  <a:fillRect/>
                </a:stretch>
              </p:blipFill>
              <p:spPr>
                <a:xfrm>
                  <a:off x="4905283" y="1940877"/>
                  <a:ext cx="178141" cy="18518"/>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12" name="Ink 311">
                  <a:extLst>
                    <a:ext uri="{FF2B5EF4-FFF2-40B4-BE49-F238E27FC236}">
                      <a16:creationId xmlns:a16="http://schemas.microsoft.com/office/drawing/2014/main" id="{DA79932E-FDFD-63F1-6151-8F68AFE2A834}"/>
                    </a:ext>
                  </a:extLst>
                </p14:cNvPr>
                <p14:cNvContentPartPr/>
                <p14:nvPr/>
              </p14:nvContentPartPr>
              <p14:xfrm>
                <a:off x="5217322" y="1820343"/>
                <a:ext cx="12721" cy="191852"/>
              </p14:xfrm>
            </p:contentPart>
          </mc:Choice>
          <mc:Fallback xmlns="">
            <p:pic>
              <p:nvPicPr>
                <p:cNvPr id="312" name="Ink 311">
                  <a:extLst>
                    <a:ext uri="{FF2B5EF4-FFF2-40B4-BE49-F238E27FC236}">
                      <a16:creationId xmlns:a16="http://schemas.microsoft.com/office/drawing/2014/main" id="{DA79932E-FDFD-63F1-6151-8F68AFE2A834}"/>
                    </a:ext>
                  </a:extLst>
                </p:cNvPr>
                <p:cNvPicPr/>
                <p:nvPr/>
              </p:nvPicPr>
              <p:blipFill>
                <a:blip r:embed="rId492"/>
                <a:stretch>
                  <a:fillRect/>
                </a:stretch>
              </p:blipFill>
              <p:spPr>
                <a:xfrm>
                  <a:off x="5212961" y="1816024"/>
                  <a:ext cx="21444" cy="200491"/>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13" name="Ink 312">
                  <a:extLst>
                    <a:ext uri="{FF2B5EF4-FFF2-40B4-BE49-F238E27FC236}">
                      <a16:creationId xmlns:a16="http://schemas.microsoft.com/office/drawing/2014/main" id="{7FCCFA0C-91AD-DA67-25E7-6EA73726A6E3}"/>
                    </a:ext>
                  </a:extLst>
                </p14:cNvPr>
                <p14:cNvContentPartPr/>
                <p14:nvPr/>
              </p14:nvContentPartPr>
              <p14:xfrm>
                <a:off x="5444932" y="1926240"/>
                <a:ext cx="344" cy="23724"/>
              </p14:xfrm>
            </p:contentPart>
          </mc:Choice>
          <mc:Fallback xmlns="">
            <p:pic>
              <p:nvPicPr>
                <p:cNvPr id="313" name="Ink 312">
                  <a:extLst>
                    <a:ext uri="{FF2B5EF4-FFF2-40B4-BE49-F238E27FC236}">
                      <a16:creationId xmlns:a16="http://schemas.microsoft.com/office/drawing/2014/main" id="{7FCCFA0C-91AD-DA67-25E7-6EA73726A6E3}"/>
                    </a:ext>
                  </a:extLst>
                </p:cNvPr>
                <p:cNvPicPr/>
                <p:nvPr/>
              </p:nvPicPr>
              <p:blipFill>
                <a:blip r:embed="rId494"/>
                <a:stretch>
                  <a:fillRect/>
                </a:stretch>
              </p:blipFill>
              <p:spPr>
                <a:xfrm>
                  <a:off x="5440804" y="1921927"/>
                  <a:ext cx="8600" cy="32351"/>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14" name="Ink 313">
                  <a:extLst>
                    <a:ext uri="{FF2B5EF4-FFF2-40B4-BE49-F238E27FC236}">
                      <a16:creationId xmlns:a16="http://schemas.microsoft.com/office/drawing/2014/main" id="{C86ACDFB-736B-04EC-763F-D29ACF62520E}"/>
                    </a:ext>
                  </a:extLst>
                </p14:cNvPr>
                <p14:cNvContentPartPr/>
                <p14:nvPr/>
              </p14:nvContentPartPr>
              <p14:xfrm>
                <a:off x="5333534" y="2045890"/>
                <a:ext cx="151625" cy="157470"/>
              </p14:xfrm>
            </p:contentPart>
          </mc:Choice>
          <mc:Fallback xmlns="">
            <p:pic>
              <p:nvPicPr>
                <p:cNvPr id="314" name="Ink 313">
                  <a:extLst>
                    <a:ext uri="{FF2B5EF4-FFF2-40B4-BE49-F238E27FC236}">
                      <a16:creationId xmlns:a16="http://schemas.microsoft.com/office/drawing/2014/main" id="{C86ACDFB-736B-04EC-763F-D29ACF62520E}"/>
                    </a:ext>
                  </a:extLst>
                </p:cNvPr>
                <p:cNvPicPr/>
                <p:nvPr/>
              </p:nvPicPr>
              <p:blipFill>
                <a:blip r:embed="rId496"/>
                <a:stretch>
                  <a:fillRect/>
                </a:stretch>
              </p:blipFill>
              <p:spPr>
                <a:xfrm>
                  <a:off x="5329202" y="2041576"/>
                  <a:ext cx="160289" cy="166098"/>
                </a:xfrm>
                <a:prstGeom prst="rect">
                  <a:avLst/>
                </a:prstGeom>
              </p:spPr>
            </p:pic>
          </mc:Fallback>
        </mc:AlternateContent>
      </p:grpSp>
      <p:grpSp>
        <p:nvGrpSpPr>
          <p:cNvPr id="323" name="Group 322">
            <a:extLst>
              <a:ext uri="{FF2B5EF4-FFF2-40B4-BE49-F238E27FC236}">
                <a16:creationId xmlns:a16="http://schemas.microsoft.com/office/drawing/2014/main" id="{ED72109D-2575-9921-9B57-0A0AC7B7FAFD}"/>
              </a:ext>
            </a:extLst>
          </p:cNvPr>
          <p:cNvGrpSpPr/>
          <p:nvPr/>
        </p:nvGrpSpPr>
        <p:grpSpPr>
          <a:xfrm>
            <a:off x="5862331" y="1814842"/>
            <a:ext cx="786320" cy="227266"/>
            <a:chOff x="5862331" y="1814842"/>
            <a:chExt cx="786320" cy="227266"/>
          </a:xfrm>
        </p:grpSpPr>
        <mc:AlternateContent xmlns:mc="http://schemas.openxmlformats.org/markup-compatibility/2006" xmlns:p14="http://schemas.microsoft.com/office/powerpoint/2010/main">
          <mc:Choice Requires="p14">
            <p:contentPart p14:bwMode="auto" r:id="rId497">
              <p14:nvContentPartPr>
                <p14:cNvPr id="315" name="Ink 314">
                  <a:extLst>
                    <a:ext uri="{FF2B5EF4-FFF2-40B4-BE49-F238E27FC236}">
                      <a16:creationId xmlns:a16="http://schemas.microsoft.com/office/drawing/2014/main" id="{E9A375D0-28E1-E220-B621-93ACC43EAE9C}"/>
                    </a:ext>
                  </a:extLst>
                </p14:cNvPr>
                <p14:cNvContentPartPr/>
                <p14:nvPr/>
              </p14:nvContentPartPr>
              <p14:xfrm>
                <a:off x="5862331" y="1870197"/>
                <a:ext cx="183601" cy="125839"/>
              </p14:xfrm>
            </p:contentPart>
          </mc:Choice>
          <mc:Fallback xmlns="">
            <p:pic>
              <p:nvPicPr>
                <p:cNvPr id="315" name="Ink 314">
                  <a:extLst>
                    <a:ext uri="{FF2B5EF4-FFF2-40B4-BE49-F238E27FC236}">
                      <a16:creationId xmlns:a16="http://schemas.microsoft.com/office/drawing/2014/main" id="{E9A375D0-28E1-E220-B621-93ACC43EAE9C}"/>
                    </a:ext>
                  </a:extLst>
                </p:cNvPr>
                <p:cNvPicPr/>
                <p:nvPr/>
              </p:nvPicPr>
              <p:blipFill>
                <a:blip r:embed="rId498"/>
                <a:stretch>
                  <a:fillRect/>
                </a:stretch>
              </p:blipFill>
              <p:spPr>
                <a:xfrm>
                  <a:off x="5858011" y="1865883"/>
                  <a:ext cx="192241" cy="134468"/>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316" name="Ink 315">
                  <a:extLst>
                    <a:ext uri="{FF2B5EF4-FFF2-40B4-BE49-F238E27FC236}">
                      <a16:creationId xmlns:a16="http://schemas.microsoft.com/office/drawing/2014/main" id="{18B164E4-00F5-8FC4-2DAA-759EA752E7F9}"/>
                    </a:ext>
                  </a:extLst>
                </p14:cNvPr>
                <p14:cNvContentPartPr/>
                <p14:nvPr/>
              </p14:nvContentPartPr>
              <p14:xfrm>
                <a:off x="5989201" y="1814842"/>
                <a:ext cx="52261" cy="33007"/>
              </p14:xfrm>
            </p:contentPart>
          </mc:Choice>
          <mc:Fallback xmlns="">
            <p:pic>
              <p:nvPicPr>
                <p:cNvPr id="316" name="Ink 315">
                  <a:extLst>
                    <a:ext uri="{FF2B5EF4-FFF2-40B4-BE49-F238E27FC236}">
                      <a16:creationId xmlns:a16="http://schemas.microsoft.com/office/drawing/2014/main" id="{18B164E4-00F5-8FC4-2DAA-759EA752E7F9}"/>
                    </a:ext>
                  </a:extLst>
                </p:cNvPr>
                <p:cNvPicPr/>
                <p:nvPr/>
              </p:nvPicPr>
              <p:blipFill>
                <a:blip r:embed="rId500"/>
                <a:stretch>
                  <a:fillRect/>
                </a:stretch>
              </p:blipFill>
              <p:spPr>
                <a:xfrm>
                  <a:off x="5984876" y="1810537"/>
                  <a:ext cx="60911" cy="41618"/>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17" name="Ink 316">
                  <a:extLst>
                    <a:ext uri="{FF2B5EF4-FFF2-40B4-BE49-F238E27FC236}">
                      <a16:creationId xmlns:a16="http://schemas.microsoft.com/office/drawing/2014/main" id="{92C2ED0D-A670-CBCF-E4E7-998227569559}"/>
                    </a:ext>
                  </a:extLst>
                </p14:cNvPr>
                <p14:cNvContentPartPr/>
                <p14:nvPr/>
              </p14:nvContentPartPr>
              <p14:xfrm>
                <a:off x="6221281" y="1850600"/>
                <a:ext cx="344" cy="121713"/>
              </p14:xfrm>
            </p:contentPart>
          </mc:Choice>
          <mc:Fallback xmlns="">
            <p:pic>
              <p:nvPicPr>
                <p:cNvPr id="317" name="Ink 316">
                  <a:extLst>
                    <a:ext uri="{FF2B5EF4-FFF2-40B4-BE49-F238E27FC236}">
                      <a16:creationId xmlns:a16="http://schemas.microsoft.com/office/drawing/2014/main" id="{92C2ED0D-A670-CBCF-E4E7-998227569559}"/>
                    </a:ext>
                  </a:extLst>
                </p:cNvPr>
                <p:cNvPicPr/>
                <p:nvPr/>
              </p:nvPicPr>
              <p:blipFill>
                <a:blip r:embed="rId502"/>
                <a:stretch>
                  <a:fillRect/>
                </a:stretch>
              </p:blipFill>
              <p:spPr>
                <a:xfrm>
                  <a:off x="6217153" y="1846279"/>
                  <a:ext cx="8600" cy="130355"/>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18" name="Ink 317">
                  <a:extLst>
                    <a:ext uri="{FF2B5EF4-FFF2-40B4-BE49-F238E27FC236}">
                      <a16:creationId xmlns:a16="http://schemas.microsoft.com/office/drawing/2014/main" id="{DBA2AE69-DD1C-4D97-B169-B432FC4858BC}"/>
                    </a:ext>
                  </a:extLst>
                </p14:cNvPr>
                <p14:cNvContentPartPr/>
                <p14:nvPr/>
              </p14:nvContentPartPr>
              <p14:xfrm>
                <a:off x="6151829" y="1914894"/>
                <a:ext cx="129965" cy="19598"/>
              </p14:xfrm>
            </p:contentPart>
          </mc:Choice>
          <mc:Fallback xmlns="">
            <p:pic>
              <p:nvPicPr>
                <p:cNvPr id="318" name="Ink 317">
                  <a:extLst>
                    <a:ext uri="{FF2B5EF4-FFF2-40B4-BE49-F238E27FC236}">
                      <a16:creationId xmlns:a16="http://schemas.microsoft.com/office/drawing/2014/main" id="{DBA2AE69-DD1C-4D97-B169-B432FC4858BC}"/>
                    </a:ext>
                  </a:extLst>
                </p:cNvPr>
                <p:cNvPicPr/>
                <p:nvPr/>
              </p:nvPicPr>
              <p:blipFill>
                <a:blip r:embed="rId504"/>
                <a:stretch>
                  <a:fillRect/>
                </a:stretch>
              </p:blipFill>
              <p:spPr>
                <a:xfrm>
                  <a:off x="6147509" y="1910539"/>
                  <a:ext cx="138605" cy="28308"/>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19" name="Ink 318">
                  <a:extLst>
                    <a:ext uri="{FF2B5EF4-FFF2-40B4-BE49-F238E27FC236}">
                      <a16:creationId xmlns:a16="http://schemas.microsoft.com/office/drawing/2014/main" id="{0C904C60-D142-93D1-3874-F1242D9B5AE2}"/>
                    </a:ext>
                  </a:extLst>
                </p14:cNvPr>
                <p14:cNvContentPartPr/>
                <p14:nvPr/>
              </p14:nvContentPartPr>
              <p14:xfrm>
                <a:off x="6370843" y="1856788"/>
                <a:ext cx="19254" cy="123776"/>
              </p14:xfrm>
            </p:contentPart>
          </mc:Choice>
          <mc:Fallback xmlns="">
            <p:pic>
              <p:nvPicPr>
                <p:cNvPr id="319" name="Ink 318">
                  <a:extLst>
                    <a:ext uri="{FF2B5EF4-FFF2-40B4-BE49-F238E27FC236}">
                      <a16:creationId xmlns:a16="http://schemas.microsoft.com/office/drawing/2014/main" id="{0C904C60-D142-93D1-3874-F1242D9B5AE2}"/>
                    </a:ext>
                  </a:extLst>
                </p:cNvPr>
                <p:cNvPicPr/>
                <p:nvPr/>
              </p:nvPicPr>
              <p:blipFill>
                <a:blip r:embed="rId506"/>
                <a:stretch>
                  <a:fillRect/>
                </a:stretch>
              </p:blipFill>
              <p:spPr>
                <a:xfrm>
                  <a:off x="6366484" y="1852470"/>
                  <a:ext cx="27973" cy="132412"/>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20" name="Ink 319">
                  <a:extLst>
                    <a:ext uri="{FF2B5EF4-FFF2-40B4-BE49-F238E27FC236}">
                      <a16:creationId xmlns:a16="http://schemas.microsoft.com/office/drawing/2014/main" id="{4BB218CE-B443-0ADB-A9DB-4B0C64910C39}"/>
                    </a:ext>
                  </a:extLst>
                </p14:cNvPr>
                <p14:cNvContentPartPr/>
                <p14:nvPr/>
              </p14:nvContentPartPr>
              <p14:xfrm>
                <a:off x="6328553" y="1913863"/>
                <a:ext cx="130996" cy="1375"/>
              </p14:xfrm>
            </p:contentPart>
          </mc:Choice>
          <mc:Fallback xmlns="">
            <p:pic>
              <p:nvPicPr>
                <p:cNvPr id="320" name="Ink 319">
                  <a:extLst>
                    <a:ext uri="{FF2B5EF4-FFF2-40B4-BE49-F238E27FC236}">
                      <a16:creationId xmlns:a16="http://schemas.microsoft.com/office/drawing/2014/main" id="{4BB218CE-B443-0ADB-A9DB-4B0C64910C39}"/>
                    </a:ext>
                  </a:extLst>
                </p:cNvPr>
                <p:cNvPicPr/>
                <p:nvPr/>
              </p:nvPicPr>
              <p:blipFill>
                <a:blip r:embed="rId508"/>
                <a:stretch>
                  <a:fillRect/>
                </a:stretch>
              </p:blipFill>
              <p:spPr>
                <a:xfrm>
                  <a:off x="6324234" y="1909738"/>
                  <a:ext cx="139633" cy="9625"/>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21" name="Ink 320">
                  <a:extLst>
                    <a:ext uri="{FF2B5EF4-FFF2-40B4-BE49-F238E27FC236}">
                      <a16:creationId xmlns:a16="http://schemas.microsoft.com/office/drawing/2014/main" id="{0980C5D8-5929-0CA8-9C3C-98D026749C82}"/>
                    </a:ext>
                  </a:extLst>
                </p14:cNvPr>
                <p14:cNvContentPartPr/>
                <p14:nvPr/>
              </p14:nvContentPartPr>
              <p14:xfrm>
                <a:off x="6551350" y="1835815"/>
                <a:ext cx="97301" cy="206293"/>
              </p14:xfrm>
            </p:contentPart>
          </mc:Choice>
          <mc:Fallback xmlns="">
            <p:pic>
              <p:nvPicPr>
                <p:cNvPr id="321" name="Ink 320">
                  <a:extLst>
                    <a:ext uri="{FF2B5EF4-FFF2-40B4-BE49-F238E27FC236}">
                      <a16:creationId xmlns:a16="http://schemas.microsoft.com/office/drawing/2014/main" id="{0980C5D8-5929-0CA8-9C3C-98D026749C82}"/>
                    </a:ext>
                  </a:extLst>
                </p:cNvPr>
                <p:cNvPicPr/>
                <p:nvPr/>
              </p:nvPicPr>
              <p:blipFill>
                <a:blip r:embed="rId510"/>
                <a:stretch>
                  <a:fillRect/>
                </a:stretch>
              </p:blipFill>
              <p:spPr>
                <a:xfrm>
                  <a:off x="6547026" y="1831495"/>
                  <a:ext cx="105950" cy="21493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1">
            <p14:nvContentPartPr>
              <p14:cNvPr id="322" name="Ink 321">
                <a:extLst>
                  <a:ext uri="{FF2B5EF4-FFF2-40B4-BE49-F238E27FC236}">
                    <a16:creationId xmlns:a16="http://schemas.microsoft.com/office/drawing/2014/main" id="{1A979325-4171-0642-AF2A-DF4CCD904192}"/>
                  </a:ext>
                </a:extLst>
              </p14:cNvPr>
              <p14:cNvContentPartPr/>
              <p14:nvPr/>
            </p14:nvContentPartPr>
            <p14:xfrm>
              <a:off x="6930241" y="1756049"/>
              <a:ext cx="253396" cy="400208"/>
            </p14:xfrm>
          </p:contentPart>
        </mc:Choice>
        <mc:Fallback xmlns="">
          <p:pic>
            <p:nvPicPr>
              <p:cNvPr id="322" name="Ink 321">
                <a:extLst>
                  <a:ext uri="{FF2B5EF4-FFF2-40B4-BE49-F238E27FC236}">
                    <a16:creationId xmlns:a16="http://schemas.microsoft.com/office/drawing/2014/main" id="{1A979325-4171-0642-AF2A-DF4CCD904192}"/>
                  </a:ext>
                </a:extLst>
              </p:cNvPr>
              <p:cNvPicPr/>
              <p:nvPr/>
            </p:nvPicPr>
            <p:blipFill>
              <a:blip r:embed="rId512"/>
              <a:stretch>
                <a:fillRect/>
              </a:stretch>
            </p:blipFill>
            <p:spPr>
              <a:xfrm>
                <a:off x="6925916" y="1751734"/>
                <a:ext cx="262047" cy="408838"/>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25" name="Ink 324">
                <a:extLst>
                  <a:ext uri="{FF2B5EF4-FFF2-40B4-BE49-F238E27FC236}">
                    <a16:creationId xmlns:a16="http://schemas.microsoft.com/office/drawing/2014/main" id="{4CB37003-40A3-32BA-F9F1-12F308283D6A}"/>
                  </a:ext>
                </a:extLst>
              </p14:cNvPr>
              <p14:cNvContentPartPr/>
              <p14:nvPr/>
            </p14:nvContentPartPr>
            <p14:xfrm>
              <a:off x="1273689" y="6252546"/>
              <a:ext cx="242394" cy="401240"/>
            </p14:xfrm>
          </p:contentPart>
        </mc:Choice>
        <mc:Fallback xmlns="">
          <p:pic>
            <p:nvPicPr>
              <p:cNvPr id="325" name="Ink 324">
                <a:extLst>
                  <a:ext uri="{FF2B5EF4-FFF2-40B4-BE49-F238E27FC236}">
                    <a16:creationId xmlns:a16="http://schemas.microsoft.com/office/drawing/2014/main" id="{4CB37003-40A3-32BA-F9F1-12F308283D6A}"/>
                  </a:ext>
                </a:extLst>
              </p:cNvPr>
              <p:cNvPicPr/>
              <p:nvPr/>
            </p:nvPicPr>
            <p:blipFill>
              <a:blip r:embed="rId514"/>
              <a:stretch>
                <a:fillRect/>
              </a:stretch>
            </p:blipFill>
            <p:spPr>
              <a:xfrm>
                <a:off x="1269367" y="6248228"/>
                <a:ext cx="251038" cy="409877"/>
              </a:xfrm>
              <a:prstGeom prst="rect">
                <a:avLst/>
              </a:prstGeom>
            </p:spPr>
          </p:pic>
        </mc:Fallback>
      </mc:AlternateContent>
      <p:grpSp>
        <p:nvGrpSpPr>
          <p:cNvPr id="62" name="Group 61">
            <a:extLst>
              <a:ext uri="{FF2B5EF4-FFF2-40B4-BE49-F238E27FC236}">
                <a16:creationId xmlns:a16="http://schemas.microsoft.com/office/drawing/2014/main" id="{1BE074ED-D911-694B-5D08-419B3F870818}"/>
              </a:ext>
            </a:extLst>
          </p:cNvPr>
          <p:cNvGrpSpPr/>
          <p:nvPr/>
        </p:nvGrpSpPr>
        <p:grpSpPr>
          <a:xfrm>
            <a:off x="4616424" y="6363576"/>
            <a:ext cx="1523520" cy="331920"/>
            <a:chOff x="4616424" y="6363576"/>
            <a:chExt cx="1523520" cy="331920"/>
          </a:xfrm>
        </p:grpSpPr>
        <mc:AlternateContent xmlns:mc="http://schemas.openxmlformats.org/markup-compatibility/2006" xmlns:p14="http://schemas.microsoft.com/office/powerpoint/2010/main">
          <mc:Choice Requires="p14">
            <p:contentPart p14:bwMode="auto" r:id="rId515">
              <p14:nvContentPartPr>
                <p14:cNvPr id="6" name="Ink 5">
                  <a:extLst>
                    <a:ext uri="{FF2B5EF4-FFF2-40B4-BE49-F238E27FC236}">
                      <a16:creationId xmlns:a16="http://schemas.microsoft.com/office/drawing/2014/main" id="{6AB69246-ABDF-E4AF-4867-BA5111EC8473}"/>
                    </a:ext>
                  </a:extLst>
                </p14:cNvPr>
                <p14:cNvContentPartPr/>
                <p14:nvPr/>
              </p14:nvContentPartPr>
              <p14:xfrm>
                <a:off x="4616424" y="6427296"/>
                <a:ext cx="230400" cy="268200"/>
              </p14:xfrm>
            </p:contentPart>
          </mc:Choice>
          <mc:Fallback xmlns="">
            <p:pic>
              <p:nvPicPr>
                <p:cNvPr id="6" name="Ink 5">
                  <a:extLst>
                    <a:ext uri="{FF2B5EF4-FFF2-40B4-BE49-F238E27FC236}">
                      <a16:creationId xmlns:a16="http://schemas.microsoft.com/office/drawing/2014/main" id="{6AB69246-ABDF-E4AF-4867-BA5111EC8473}"/>
                    </a:ext>
                  </a:extLst>
                </p:cNvPr>
                <p:cNvPicPr/>
                <p:nvPr/>
              </p:nvPicPr>
              <p:blipFill>
                <a:blip r:embed="rId516"/>
                <a:stretch>
                  <a:fillRect/>
                </a:stretch>
              </p:blipFill>
              <p:spPr>
                <a:xfrm>
                  <a:off x="4612104" y="6422976"/>
                  <a:ext cx="2390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11" name="Ink 10">
                  <a:extLst>
                    <a:ext uri="{FF2B5EF4-FFF2-40B4-BE49-F238E27FC236}">
                      <a16:creationId xmlns:a16="http://schemas.microsoft.com/office/drawing/2014/main" id="{DA10F6E2-365B-C2C0-2683-A50C963D4FE8}"/>
                    </a:ext>
                  </a:extLst>
                </p14:cNvPr>
                <p14:cNvContentPartPr/>
                <p14:nvPr/>
              </p14:nvContentPartPr>
              <p14:xfrm>
                <a:off x="4901544" y="6468696"/>
                <a:ext cx="238320" cy="187920"/>
              </p14:xfrm>
            </p:contentPart>
          </mc:Choice>
          <mc:Fallback xmlns="">
            <p:pic>
              <p:nvPicPr>
                <p:cNvPr id="11" name="Ink 10">
                  <a:extLst>
                    <a:ext uri="{FF2B5EF4-FFF2-40B4-BE49-F238E27FC236}">
                      <a16:creationId xmlns:a16="http://schemas.microsoft.com/office/drawing/2014/main" id="{DA10F6E2-365B-C2C0-2683-A50C963D4FE8}"/>
                    </a:ext>
                  </a:extLst>
                </p:cNvPr>
                <p:cNvPicPr/>
                <p:nvPr/>
              </p:nvPicPr>
              <p:blipFill>
                <a:blip r:embed="rId518"/>
                <a:stretch>
                  <a:fillRect/>
                </a:stretch>
              </p:blipFill>
              <p:spPr>
                <a:xfrm>
                  <a:off x="4897224" y="6464376"/>
                  <a:ext cx="2469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16" name="Ink 15">
                  <a:extLst>
                    <a:ext uri="{FF2B5EF4-FFF2-40B4-BE49-F238E27FC236}">
                      <a16:creationId xmlns:a16="http://schemas.microsoft.com/office/drawing/2014/main" id="{FD4715BE-4CA5-281C-8474-9CE070AC3DF9}"/>
                    </a:ext>
                  </a:extLst>
                </p14:cNvPr>
                <p14:cNvContentPartPr/>
                <p14:nvPr/>
              </p14:nvContentPartPr>
              <p14:xfrm>
                <a:off x="5130144" y="6363576"/>
                <a:ext cx="81360" cy="260280"/>
              </p14:xfrm>
            </p:contentPart>
          </mc:Choice>
          <mc:Fallback xmlns="">
            <p:pic>
              <p:nvPicPr>
                <p:cNvPr id="16" name="Ink 15">
                  <a:extLst>
                    <a:ext uri="{FF2B5EF4-FFF2-40B4-BE49-F238E27FC236}">
                      <a16:creationId xmlns:a16="http://schemas.microsoft.com/office/drawing/2014/main" id="{FD4715BE-4CA5-281C-8474-9CE070AC3DF9}"/>
                    </a:ext>
                  </a:extLst>
                </p:cNvPr>
                <p:cNvPicPr/>
                <p:nvPr/>
              </p:nvPicPr>
              <p:blipFill>
                <a:blip r:embed="rId520"/>
                <a:stretch>
                  <a:fillRect/>
                </a:stretch>
              </p:blipFill>
              <p:spPr>
                <a:xfrm>
                  <a:off x="5125824" y="6359256"/>
                  <a:ext cx="900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25" name="Ink 24">
                  <a:extLst>
                    <a:ext uri="{FF2B5EF4-FFF2-40B4-BE49-F238E27FC236}">
                      <a16:creationId xmlns:a16="http://schemas.microsoft.com/office/drawing/2014/main" id="{4A07FD82-1DC0-8931-1745-FF69C0662D94}"/>
                    </a:ext>
                  </a:extLst>
                </p14:cNvPr>
                <p14:cNvContentPartPr/>
                <p14:nvPr/>
              </p14:nvContentPartPr>
              <p14:xfrm>
                <a:off x="5210064" y="6502176"/>
                <a:ext cx="371160" cy="130320"/>
              </p14:xfrm>
            </p:contentPart>
          </mc:Choice>
          <mc:Fallback xmlns="">
            <p:pic>
              <p:nvPicPr>
                <p:cNvPr id="25" name="Ink 24">
                  <a:extLst>
                    <a:ext uri="{FF2B5EF4-FFF2-40B4-BE49-F238E27FC236}">
                      <a16:creationId xmlns:a16="http://schemas.microsoft.com/office/drawing/2014/main" id="{4A07FD82-1DC0-8931-1745-FF69C0662D94}"/>
                    </a:ext>
                  </a:extLst>
                </p:cNvPr>
                <p:cNvPicPr/>
                <p:nvPr/>
              </p:nvPicPr>
              <p:blipFill>
                <a:blip r:embed="rId522"/>
                <a:stretch>
                  <a:fillRect/>
                </a:stretch>
              </p:blipFill>
              <p:spPr>
                <a:xfrm>
                  <a:off x="5205744" y="6497856"/>
                  <a:ext cx="3798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27" name="Ink 26">
                  <a:extLst>
                    <a:ext uri="{FF2B5EF4-FFF2-40B4-BE49-F238E27FC236}">
                      <a16:creationId xmlns:a16="http://schemas.microsoft.com/office/drawing/2014/main" id="{B10AC5D9-094F-FC0E-DDC5-0E7036E9C0BF}"/>
                    </a:ext>
                  </a:extLst>
                </p14:cNvPr>
                <p14:cNvContentPartPr/>
                <p14:nvPr/>
              </p14:nvContentPartPr>
              <p14:xfrm>
                <a:off x="5592384" y="6378696"/>
                <a:ext cx="129600" cy="228960"/>
              </p14:xfrm>
            </p:contentPart>
          </mc:Choice>
          <mc:Fallback xmlns="">
            <p:pic>
              <p:nvPicPr>
                <p:cNvPr id="27" name="Ink 26">
                  <a:extLst>
                    <a:ext uri="{FF2B5EF4-FFF2-40B4-BE49-F238E27FC236}">
                      <a16:creationId xmlns:a16="http://schemas.microsoft.com/office/drawing/2014/main" id="{B10AC5D9-094F-FC0E-DDC5-0E7036E9C0BF}"/>
                    </a:ext>
                  </a:extLst>
                </p:cNvPr>
                <p:cNvPicPr/>
                <p:nvPr/>
              </p:nvPicPr>
              <p:blipFill>
                <a:blip r:embed="rId524"/>
                <a:stretch>
                  <a:fillRect/>
                </a:stretch>
              </p:blipFill>
              <p:spPr>
                <a:xfrm>
                  <a:off x="5588064" y="6374376"/>
                  <a:ext cx="1382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28" name="Ink 27">
                  <a:extLst>
                    <a:ext uri="{FF2B5EF4-FFF2-40B4-BE49-F238E27FC236}">
                      <a16:creationId xmlns:a16="http://schemas.microsoft.com/office/drawing/2014/main" id="{D4DBDD1B-579C-E3E6-10F1-13A4CCA9CF62}"/>
                    </a:ext>
                  </a:extLst>
                </p14:cNvPr>
                <p14:cNvContentPartPr/>
                <p14:nvPr/>
              </p14:nvContentPartPr>
              <p14:xfrm>
                <a:off x="5606064" y="6523416"/>
                <a:ext cx="172440" cy="97200"/>
              </p14:xfrm>
            </p:contentPart>
          </mc:Choice>
          <mc:Fallback xmlns="">
            <p:pic>
              <p:nvPicPr>
                <p:cNvPr id="28" name="Ink 27">
                  <a:extLst>
                    <a:ext uri="{FF2B5EF4-FFF2-40B4-BE49-F238E27FC236}">
                      <a16:creationId xmlns:a16="http://schemas.microsoft.com/office/drawing/2014/main" id="{D4DBDD1B-579C-E3E6-10F1-13A4CCA9CF62}"/>
                    </a:ext>
                  </a:extLst>
                </p:cNvPr>
                <p:cNvPicPr/>
                <p:nvPr/>
              </p:nvPicPr>
              <p:blipFill>
                <a:blip r:embed="rId526"/>
                <a:stretch>
                  <a:fillRect/>
                </a:stretch>
              </p:blipFill>
              <p:spPr>
                <a:xfrm>
                  <a:off x="5601744" y="6519096"/>
                  <a:ext cx="1810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29" name="Ink 28">
                  <a:extLst>
                    <a:ext uri="{FF2B5EF4-FFF2-40B4-BE49-F238E27FC236}">
                      <a16:creationId xmlns:a16="http://schemas.microsoft.com/office/drawing/2014/main" id="{CA2DD6B4-255D-8C34-A11F-B829E803981E}"/>
                    </a:ext>
                  </a:extLst>
                </p14:cNvPr>
                <p14:cNvContentPartPr/>
                <p14:nvPr/>
              </p14:nvContentPartPr>
              <p14:xfrm>
                <a:off x="5795784" y="6437736"/>
                <a:ext cx="5040" cy="92880"/>
              </p14:xfrm>
            </p:contentPart>
          </mc:Choice>
          <mc:Fallback xmlns="">
            <p:pic>
              <p:nvPicPr>
                <p:cNvPr id="29" name="Ink 28">
                  <a:extLst>
                    <a:ext uri="{FF2B5EF4-FFF2-40B4-BE49-F238E27FC236}">
                      <a16:creationId xmlns:a16="http://schemas.microsoft.com/office/drawing/2014/main" id="{CA2DD6B4-255D-8C34-A11F-B829E803981E}"/>
                    </a:ext>
                  </a:extLst>
                </p:cNvPr>
                <p:cNvPicPr/>
                <p:nvPr/>
              </p:nvPicPr>
              <p:blipFill>
                <a:blip r:embed="rId528"/>
                <a:stretch>
                  <a:fillRect/>
                </a:stretch>
              </p:blipFill>
              <p:spPr>
                <a:xfrm>
                  <a:off x="5791464" y="6433416"/>
                  <a:ext cx="1368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1" name="Ink 30">
                  <a:extLst>
                    <a:ext uri="{FF2B5EF4-FFF2-40B4-BE49-F238E27FC236}">
                      <a16:creationId xmlns:a16="http://schemas.microsoft.com/office/drawing/2014/main" id="{AA1DF117-5FE8-14E6-2056-9F733463ECCE}"/>
                    </a:ext>
                  </a:extLst>
                </p14:cNvPr>
                <p14:cNvContentPartPr/>
                <p14:nvPr/>
              </p14:nvContentPartPr>
              <p14:xfrm>
                <a:off x="5825304" y="6502176"/>
                <a:ext cx="314640" cy="101160"/>
              </p14:xfrm>
            </p:contentPart>
          </mc:Choice>
          <mc:Fallback xmlns="">
            <p:pic>
              <p:nvPicPr>
                <p:cNvPr id="31" name="Ink 30">
                  <a:extLst>
                    <a:ext uri="{FF2B5EF4-FFF2-40B4-BE49-F238E27FC236}">
                      <a16:creationId xmlns:a16="http://schemas.microsoft.com/office/drawing/2014/main" id="{AA1DF117-5FE8-14E6-2056-9F733463ECCE}"/>
                    </a:ext>
                  </a:extLst>
                </p:cNvPr>
                <p:cNvPicPr/>
                <p:nvPr/>
              </p:nvPicPr>
              <p:blipFill>
                <a:blip r:embed="rId530"/>
                <a:stretch>
                  <a:fillRect/>
                </a:stretch>
              </p:blipFill>
              <p:spPr>
                <a:xfrm>
                  <a:off x="5820984" y="6497856"/>
                  <a:ext cx="323280" cy="109800"/>
                </a:xfrm>
                <a:prstGeom prst="rect">
                  <a:avLst/>
                </a:prstGeom>
              </p:spPr>
            </p:pic>
          </mc:Fallback>
        </mc:AlternateContent>
      </p:grpSp>
      <p:grpSp>
        <p:nvGrpSpPr>
          <p:cNvPr id="56" name="Group 55">
            <a:extLst>
              <a:ext uri="{FF2B5EF4-FFF2-40B4-BE49-F238E27FC236}">
                <a16:creationId xmlns:a16="http://schemas.microsoft.com/office/drawing/2014/main" id="{2D457A15-A0B2-2F71-EB25-1E6E1B6932E3}"/>
              </a:ext>
            </a:extLst>
          </p:cNvPr>
          <p:cNvGrpSpPr/>
          <p:nvPr/>
        </p:nvGrpSpPr>
        <p:grpSpPr>
          <a:xfrm>
            <a:off x="6520104" y="6326856"/>
            <a:ext cx="765720" cy="247680"/>
            <a:chOff x="6520104" y="6326856"/>
            <a:chExt cx="765720" cy="247680"/>
          </a:xfrm>
        </p:grpSpPr>
        <mc:AlternateContent xmlns:mc="http://schemas.openxmlformats.org/markup-compatibility/2006" xmlns:p14="http://schemas.microsoft.com/office/powerpoint/2010/main">
          <mc:Choice Requires="p14">
            <p:contentPart p14:bwMode="auto" r:id="rId531">
              <p14:nvContentPartPr>
                <p14:cNvPr id="35" name="Ink 34">
                  <a:extLst>
                    <a:ext uri="{FF2B5EF4-FFF2-40B4-BE49-F238E27FC236}">
                      <a16:creationId xmlns:a16="http://schemas.microsoft.com/office/drawing/2014/main" id="{D20E6DFB-C424-D841-F440-4A4D8D741269}"/>
                    </a:ext>
                  </a:extLst>
                </p14:cNvPr>
                <p14:cNvContentPartPr/>
                <p14:nvPr/>
              </p14:nvContentPartPr>
              <p14:xfrm>
                <a:off x="6520104" y="6330096"/>
                <a:ext cx="197640" cy="243720"/>
              </p14:xfrm>
            </p:contentPart>
          </mc:Choice>
          <mc:Fallback xmlns="">
            <p:pic>
              <p:nvPicPr>
                <p:cNvPr id="35" name="Ink 34">
                  <a:extLst>
                    <a:ext uri="{FF2B5EF4-FFF2-40B4-BE49-F238E27FC236}">
                      <a16:creationId xmlns:a16="http://schemas.microsoft.com/office/drawing/2014/main" id="{D20E6DFB-C424-D841-F440-4A4D8D741269}"/>
                    </a:ext>
                  </a:extLst>
                </p:cNvPr>
                <p:cNvPicPr/>
                <p:nvPr/>
              </p:nvPicPr>
              <p:blipFill>
                <a:blip r:embed="rId532"/>
                <a:stretch>
                  <a:fillRect/>
                </a:stretch>
              </p:blipFill>
              <p:spPr>
                <a:xfrm>
                  <a:off x="6515784" y="6325776"/>
                  <a:ext cx="2062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38" name="Ink 37">
                  <a:extLst>
                    <a:ext uri="{FF2B5EF4-FFF2-40B4-BE49-F238E27FC236}">
                      <a16:creationId xmlns:a16="http://schemas.microsoft.com/office/drawing/2014/main" id="{4D58A32F-0A2B-63C6-AAC6-049676D799B9}"/>
                    </a:ext>
                  </a:extLst>
                </p14:cNvPr>
                <p14:cNvContentPartPr/>
                <p14:nvPr/>
              </p14:nvContentPartPr>
              <p14:xfrm>
                <a:off x="6710544" y="6458616"/>
                <a:ext cx="148680" cy="93960"/>
              </p14:xfrm>
            </p:contentPart>
          </mc:Choice>
          <mc:Fallback xmlns="">
            <p:pic>
              <p:nvPicPr>
                <p:cNvPr id="38" name="Ink 37">
                  <a:extLst>
                    <a:ext uri="{FF2B5EF4-FFF2-40B4-BE49-F238E27FC236}">
                      <a16:creationId xmlns:a16="http://schemas.microsoft.com/office/drawing/2014/main" id="{4D58A32F-0A2B-63C6-AAC6-049676D799B9}"/>
                    </a:ext>
                  </a:extLst>
                </p:cNvPr>
                <p:cNvPicPr/>
                <p:nvPr/>
              </p:nvPicPr>
              <p:blipFill>
                <a:blip r:embed="rId534"/>
                <a:stretch>
                  <a:fillRect/>
                </a:stretch>
              </p:blipFill>
              <p:spPr>
                <a:xfrm>
                  <a:off x="6706224" y="6454296"/>
                  <a:ext cx="1573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44" name="Ink 43">
                  <a:extLst>
                    <a:ext uri="{FF2B5EF4-FFF2-40B4-BE49-F238E27FC236}">
                      <a16:creationId xmlns:a16="http://schemas.microsoft.com/office/drawing/2014/main" id="{98B03AE6-81A7-A9D2-BF1E-BFBBAED8C696}"/>
                    </a:ext>
                  </a:extLst>
                </p14:cNvPr>
                <p14:cNvContentPartPr/>
                <p14:nvPr/>
              </p14:nvContentPartPr>
              <p14:xfrm>
                <a:off x="6899904" y="6437736"/>
                <a:ext cx="60480" cy="123480"/>
              </p14:xfrm>
            </p:contentPart>
          </mc:Choice>
          <mc:Fallback xmlns="">
            <p:pic>
              <p:nvPicPr>
                <p:cNvPr id="44" name="Ink 43">
                  <a:extLst>
                    <a:ext uri="{FF2B5EF4-FFF2-40B4-BE49-F238E27FC236}">
                      <a16:creationId xmlns:a16="http://schemas.microsoft.com/office/drawing/2014/main" id="{98B03AE6-81A7-A9D2-BF1E-BFBBAED8C696}"/>
                    </a:ext>
                  </a:extLst>
                </p:cNvPr>
                <p:cNvPicPr/>
                <p:nvPr/>
              </p:nvPicPr>
              <p:blipFill>
                <a:blip r:embed="rId536"/>
                <a:stretch>
                  <a:fillRect/>
                </a:stretch>
              </p:blipFill>
              <p:spPr>
                <a:xfrm>
                  <a:off x="6895584" y="6433416"/>
                  <a:ext cx="691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45" name="Ink 44">
                  <a:extLst>
                    <a:ext uri="{FF2B5EF4-FFF2-40B4-BE49-F238E27FC236}">
                      <a16:creationId xmlns:a16="http://schemas.microsoft.com/office/drawing/2014/main" id="{EC9C978C-3252-B7AC-56ED-A0A2DE7AACE9}"/>
                    </a:ext>
                  </a:extLst>
                </p14:cNvPr>
                <p14:cNvContentPartPr/>
                <p14:nvPr/>
              </p14:nvContentPartPr>
              <p14:xfrm>
                <a:off x="7102944" y="6326856"/>
                <a:ext cx="97200" cy="247680"/>
              </p14:xfrm>
            </p:contentPart>
          </mc:Choice>
          <mc:Fallback xmlns="">
            <p:pic>
              <p:nvPicPr>
                <p:cNvPr id="45" name="Ink 44">
                  <a:extLst>
                    <a:ext uri="{FF2B5EF4-FFF2-40B4-BE49-F238E27FC236}">
                      <a16:creationId xmlns:a16="http://schemas.microsoft.com/office/drawing/2014/main" id="{EC9C978C-3252-B7AC-56ED-A0A2DE7AACE9}"/>
                    </a:ext>
                  </a:extLst>
                </p:cNvPr>
                <p:cNvPicPr/>
                <p:nvPr/>
              </p:nvPicPr>
              <p:blipFill>
                <a:blip r:embed="rId538"/>
                <a:stretch>
                  <a:fillRect/>
                </a:stretch>
              </p:blipFill>
              <p:spPr>
                <a:xfrm>
                  <a:off x="7098624" y="6322536"/>
                  <a:ext cx="10584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46" name="Ink 45">
                  <a:extLst>
                    <a:ext uri="{FF2B5EF4-FFF2-40B4-BE49-F238E27FC236}">
                      <a16:creationId xmlns:a16="http://schemas.microsoft.com/office/drawing/2014/main" id="{7D73D219-E275-5E85-11B7-6FA55FCEE426}"/>
                    </a:ext>
                  </a:extLst>
                </p14:cNvPr>
                <p14:cNvContentPartPr/>
                <p14:nvPr/>
              </p14:nvContentPartPr>
              <p14:xfrm>
                <a:off x="7084584" y="6427296"/>
                <a:ext cx="201240" cy="16560"/>
              </p14:xfrm>
            </p:contentPart>
          </mc:Choice>
          <mc:Fallback xmlns="">
            <p:pic>
              <p:nvPicPr>
                <p:cNvPr id="46" name="Ink 45">
                  <a:extLst>
                    <a:ext uri="{FF2B5EF4-FFF2-40B4-BE49-F238E27FC236}">
                      <a16:creationId xmlns:a16="http://schemas.microsoft.com/office/drawing/2014/main" id="{7D73D219-E275-5E85-11B7-6FA55FCEE426}"/>
                    </a:ext>
                  </a:extLst>
                </p:cNvPr>
                <p:cNvPicPr/>
                <p:nvPr/>
              </p:nvPicPr>
              <p:blipFill>
                <a:blip r:embed="rId540"/>
                <a:stretch>
                  <a:fillRect/>
                </a:stretch>
              </p:blipFill>
              <p:spPr>
                <a:xfrm>
                  <a:off x="7080264" y="6422976"/>
                  <a:ext cx="209880" cy="2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1">
            <p14:nvContentPartPr>
              <p14:cNvPr id="65" name="Ink 64">
                <a:extLst>
                  <a:ext uri="{FF2B5EF4-FFF2-40B4-BE49-F238E27FC236}">
                    <a16:creationId xmlns:a16="http://schemas.microsoft.com/office/drawing/2014/main" id="{EF4C7C2F-845E-8C27-3831-7CE270E71E26}"/>
                  </a:ext>
                </a:extLst>
              </p14:cNvPr>
              <p14:cNvContentPartPr/>
              <p14:nvPr/>
            </p14:nvContentPartPr>
            <p14:xfrm>
              <a:off x="445824" y="1478376"/>
              <a:ext cx="60480" cy="81360"/>
            </p14:xfrm>
          </p:contentPart>
        </mc:Choice>
        <mc:Fallback xmlns="">
          <p:pic>
            <p:nvPicPr>
              <p:cNvPr id="65" name="Ink 64">
                <a:extLst>
                  <a:ext uri="{FF2B5EF4-FFF2-40B4-BE49-F238E27FC236}">
                    <a16:creationId xmlns:a16="http://schemas.microsoft.com/office/drawing/2014/main" id="{EF4C7C2F-845E-8C27-3831-7CE270E71E26}"/>
                  </a:ext>
                </a:extLst>
              </p:cNvPr>
              <p:cNvPicPr/>
              <p:nvPr/>
            </p:nvPicPr>
            <p:blipFill>
              <a:blip r:embed="rId542"/>
              <a:stretch>
                <a:fillRect/>
              </a:stretch>
            </p:blipFill>
            <p:spPr>
              <a:xfrm>
                <a:off x="441504" y="1474056"/>
                <a:ext cx="69120" cy="90000"/>
              </a:xfrm>
              <a:prstGeom prst="rect">
                <a:avLst/>
              </a:prstGeom>
            </p:spPr>
          </p:pic>
        </mc:Fallback>
      </mc:AlternateContent>
      <p:grpSp>
        <p:nvGrpSpPr>
          <p:cNvPr id="112" name="Group 111">
            <a:extLst>
              <a:ext uri="{FF2B5EF4-FFF2-40B4-BE49-F238E27FC236}">
                <a16:creationId xmlns:a16="http://schemas.microsoft.com/office/drawing/2014/main" id="{0615D9DD-DE8B-D9C3-D822-45649D1025A1}"/>
              </a:ext>
            </a:extLst>
          </p:cNvPr>
          <p:cNvGrpSpPr/>
          <p:nvPr/>
        </p:nvGrpSpPr>
        <p:grpSpPr>
          <a:xfrm>
            <a:off x="7612344" y="4892256"/>
            <a:ext cx="917280" cy="398880"/>
            <a:chOff x="7612344" y="4892256"/>
            <a:chExt cx="917280" cy="398880"/>
          </a:xfrm>
        </p:grpSpPr>
        <mc:AlternateContent xmlns:mc="http://schemas.openxmlformats.org/markup-compatibility/2006" xmlns:p14="http://schemas.microsoft.com/office/powerpoint/2010/main">
          <mc:Choice Requires="p14">
            <p:contentPart p14:bwMode="auto" r:id="rId543">
              <p14:nvContentPartPr>
                <p14:cNvPr id="93" name="Ink 92">
                  <a:extLst>
                    <a:ext uri="{FF2B5EF4-FFF2-40B4-BE49-F238E27FC236}">
                      <a16:creationId xmlns:a16="http://schemas.microsoft.com/office/drawing/2014/main" id="{1161C983-C63D-C000-07A3-66829EB05FB1}"/>
                    </a:ext>
                  </a:extLst>
                </p14:cNvPr>
                <p14:cNvContentPartPr/>
                <p14:nvPr/>
              </p14:nvContentPartPr>
              <p14:xfrm>
                <a:off x="7612344" y="4910976"/>
                <a:ext cx="293400" cy="348840"/>
              </p14:xfrm>
            </p:contentPart>
          </mc:Choice>
          <mc:Fallback xmlns="">
            <p:pic>
              <p:nvPicPr>
                <p:cNvPr id="93" name="Ink 92">
                  <a:extLst>
                    <a:ext uri="{FF2B5EF4-FFF2-40B4-BE49-F238E27FC236}">
                      <a16:creationId xmlns:a16="http://schemas.microsoft.com/office/drawing/2014/main" id="{1161C983-C63D-C000-07A3-66829EB05FB1}"/>
                    </a:ext>
                  </a:extLst>
                </p:cNvPr>
                <p:cNvPicPr/>
                <p:nvPr/>
              </p:nvPicPr>
              <p:blipFill>
                <a:blip r:embed="rId544"/>
                <a:stretch>
                  <a:fillRect/>
                </a:stretch>
              </p:blipFill>
              <p:spPr>
                <a:xfrm>
                  <a:off x="7608024" y="4906656"/>
                  <a:ext cx="30204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99" name="Ink 98">
                  <a:extLst>
                    <a:ext uri="{FF2B5EF4-FFF2-40B4-BE49-F238E27FC236}">
                      <a16:creationId xmlns:a16="http://schemas.microsoft.com/office/drawing/2014/main" id="{E193972B-E263-6473-9D54-EFF14228BF41}"/>
                    </a:ext>
                  </a:extLst>
                </p14:cNvPr>
                <p14:cNvContentPartPr/>
                <p14:nvPr/>
              </p14:nvContentPartPr>
              <p14:xfrm>
                <a:off x="7947504" y="4935816"/>
                <a:ext cx="189000" cy="355320"/>
              </p14:xfrm>
            </p:contentPart>
          </mc:Choice>
          <mc:Fallback xmlns="">
            <p:pic>
              <p:nvPicPr>
                <p:cNvPr id="99" name="Ink 98">
                  <a:extLst>
                    <a:ext uri="{FF2B5EF4-FFF2-40B4-BE49-F238E27FC236}">
                      <a16:creationId xmlns:a16="http://schemas.microsoft.com/office/drawing/2014/main" id="{E193972B-E263-6473-9D54-EFF14228BF41}"/>
                    </a:ext>
                  </a:extLst>
                </p:cNvPr>
                <p:cNvPicPr/>
                <p:nvPr/>
              </p:nvPicPr>
              <p:blipFill>
                <a:blip r:embed="rId546"/>
                <a:stretch>
                  <a:fillRect/>
                </a:stretch>
              </p:blipFill>
              <p:spPr>
                <a:xfrm>
                  <a:off x="7943184" y="4931496"/>
                  <a:ext cx="19764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100" name="Ink 99">
                  <a:extLst>
                    <a:ext uri="{FF2B5EF4-FFF2-40B4-BE49-F238E27FC236}">
                      <a16:creationId xmlns:a16="http://schemas.microsoft.com/office/drawing/2014/main" id="{773AFD72-85EB-5493-F158-C9C232B0ACC9}"/>
                    </a:ext>
                  </a:extLst>
                </p14:cNvPr>
                <p14:cNvContentPartPr/>
                <p14:nvPr/>
              </p14:nvContentPartPr>
              <p14:xfrm>
                <a:off x="8105544" y="5073696"/>
                <a:ext cx="249840" cy="128520"/>
              </p14:xfrm>
            </p:contentPart>
          </mc:Choice>
          <mc:Fallback xmlns="">
            <p:pic>
              <p:nvPicPr>
                <p:cNvPr id="100" name="Ink 99">
                  <a:extLst>
                    <a:ext uri="{FF2B5EF4-FFF2-40B4-BE49-F238E27FC236}">
                      <a16:creationId xmlns:a16="http://schemas.microsoft.com/office/drawing/2014/main" id="{773AFD72-85EB-5493-F158-C9C232B0ACC9}"/>
                    </a:ext>
                  </a:extLst>
                </p:cNvPr>
                <p:cNvPicPr/>
                <p:nvPr/>
              </p:nvPicPr>
              <p:blipFill>
                <a:blip r:embed="rId548"/>
                <a:stretch>
                  <a:fillRect/>
                </a:stretch>
              </p:blipFill>
              <p:spPr>
                <a:xfrm>
                  <a:off x="8101224" y="5069376"/>
                  <a:ext cx="2584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103" name="Ink 102">
                  <a:extLst>
                    <a:ext uri="{FF2B5EF4-FFF2-40B4-BE49-F238E27FC236}">
                      <a16:creationId xmlns:a16="http://schemas.microsoft.com/office/drawing/2014/main" id="{E19632D6-18AC-B2A8-25CE-92861E9BCAC7}"/>
                    </a:ext>
                  </a:extLst>
                </p14:cNvPr>
                <p14:cNvContentPartPr/>
                <p14:nvPr/>
              </p14:nvContentPartPr>
              <p14:xfrm>
                <a:off x="8290224" y="4934016"/>
                <a:ext cx="88200" cy="58680"/>
              </p14:xfrm>
            </p:contentPart>
          </mc:Choice>
          <mc:Fallback xmlns="">
            <p:pic>
              <p:nvPicPr>
                <p:cNvPr id="103" name="Ink 102">
                  <a:extLst>
                    <a:ext uri="{FF2B5EF4-FFF2-40B4-BE49-F238E27FC236}">
                      <a16:creationId xmlns:a16="http://schemas.microsoft.com/office/drawing/2014/main" id="{E19632D6-18AC-B2A8-25CE-92861E9BCAC7}"/>
                    </a:ext>
                  </a:extLst>
                </p:cNvPr>
                <p:cNvPicPr/>
                <p:nvPr/>
              </p:nvPicPr>
              <p:blipFill>
                <a:blip r:embed="rId550"/>
                <a:stretch>
                  <a:fillRect/>
                </a:stretch>
              </p:blipFill>
              <p:spPr>
                <a:xfrm>
                  <a:off x="8285904" y="4929696"/>
                  <a:ext cx="968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106" name="Ink 105">
                  <a:extLst>
                    <a:ext uri="{FF2B5EF4-FFF2-40B4-BE49-F238E27FC236}">
                      <a16:creationId xmlns:a16="http://schemas.microsoft.com/office/drawing/2014/main" id="{0DEA2E06-AF36-7243-6FAC-D5FD76480017}"/>
                    </a:ext>
                  </a:extLst>
                </p14:cNvPr>
                <p14:cNvContentPartPr/>
                <p14:nvPr/>
              </p14:nvContentPartPr>
              <p14:xfrm>
                <a:off x="8431704" y="4892256"/>
                <a:ext cx="97920" cy="390240"/>
              </p14:xfrm>
            </p:contentPart>
          </mc:Choice>
          <mc:Fallback xmlns="">
            <p:pic>
              <p:nvPicPr>
                <p:cNvPr id="106" name="Ink 105">
                  <a:extLst>
                    <a:ext uri="{FF2B5EF4-FFF2-40B4-BE49-F238E27FC236}">
                      <a16:creationId xmlns:a16="http://schemas.microsoft.com/office/drawing/2014/main" id="{0DEA2E06-AF36-7243-6FAC-D5FD76480017}"/>
                    </a:ext>
                  </a:extLst>
                </p:cNvPr>
                <p:cNvPicPr/>
                <p:nvPr/>
              </p:nvPicPr>
              <p:blipFill>
                <a:blip r:embed="rId552"/>
                <a:stretch>
                  <a:fillRect/>
                </a:stretch>
              </p:blipFill>
              <p:spPr>
                <a:xfrm>
                  <a:off x="8427384" y="4887936"/>
                  <a:ext cx="106560" cy="398880"/>
                </a:xfrm>
                <a:prstGeom prst="rect">
                  <a:avLst/>
                </a:prstGeom>
              </p:spPr>
            </p:pic>
          </mc:Fallback>
        </mc:AlternateContent>
      </p:grpSp>
    </p:spTree>
    <p:extLst>
      <p:ext uri="{BB962C8B-B14F-4D97-AF65-F5344CB8AC3E}">
        <p14:creationId xmlns:p14="http://schemas.microsoft.com/office/powerpoint/2010/main" val="2825060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6A5F08-D303-5170-EF94-A0A3B84B3691}"/>
              </a:ext>
            </a:extLst>
          </p:cNvPr>
          <p:cNvSpPr>
            <a:spLocks noGrp="1"/>
          </p:cNvSpPr>
          <p:nvPr>
            <p:ph type="sldNum" sz="quarter" idx="12"/>
          </p:nvPr>
        </p:nvSpPr>
        <p:spPr/>
        <p:txBody>
          <a:bodyPr/>
          <a:lstStyle/>
          <a:p>
            <a:fld id="{AD2B2EE5-B8BC-4D24-A25E-F2DF61737E68}" type="slidenum">
              <a:rPr lang="en-US" smtClean="0"/>
              <a:pPr/>
              <a:t>15</a:t>
            </a:fld>
            <a:endParaRPr lang="en-US"/>
          </a:p>
        </p:txBody>
      </p:sp>
      <p:grpSp>
        <p:nvGrpSpPr>
          <p:cNvPr id="32" name="Group 31">
            <a:extLst>
              <a:ext uri="{FF2B5EF4-FFF2-40B4-BE49-F238E27FC236}">
                <a16:creationId xmlns:a16="http://schemas.microsoft.com/office/drawing/2014/main" id="{BDE60C71-E993-C92B-BB14-2E05C44879AF}"/>
              </a:ext>
            </a:extLst>
          </p:cNvPr>
          <p:cNvGrpSpPr/>
          <p:nvPr/>
        </p:nvGrpSpPr>
        <p:grpSpPr>
          <a:xfrm>
            <a:off x="762264" y="201096"/>
            <a:ext cx="1259280" cy="343440"/>
            <a:chOff x="762264" y="201096"/>
            <a:chExt cx="1259280" cy="34344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BCCD990-99BB-1561-BA29-D818BF710B2B}"/>
                    </a:ext>
                  </a:extLst>
                </p14:cNvPr>
                <p14:cNvContentPartPr/>
                <p14:nvPr/>
              </p14:nvContentPartPr>
              <p14:xfrm>
                <a:off x="954144" y="211176"/>
                <a:ext cx="53640" cy="238320"/>
              </p14:xfrm>
            </p:contentPart>
          </mc:Choice>
          <mc:Fallback xmlns="">
            <p:pic>
              <p:nvPicPr>
                <p:cNvPr id="3" name="Ink 2">
                  <a:extLst>
                    <a:ext uri="{FF2B5EF4-FFF2-40B4-BE49-F238E27FC236}">
                      <a16:creationId xmlns:a16="http://schemas.microsoft.com/office/drawing/2014/main" id="{BBCCD990-99BB-1561-BA29-D818BF710B2B}"/>
                    </a:ext>
                  </a:extLst>
                </p:cNvPr>
                <p:cNvPicPr/>
                <p:nvPr/>
              </p:nvPicPr>
              <p:blipFill>
                <a:blip r:embed="rId3"/>
                <a:stretch>
                  <a:fillRect/>
                </a:stretch>
              </p:blipFill>
              <p:spPr>
                <a:xfrm>
                  <a:off x="949824" y="206856"/>
                  <a:ext cx="6228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3B5A4F5-48BF-6AA1-993F-9D0DCF79650C}"/>
                    </a:ext>
                  </a:extLst>
                </p14:cNvPr>
                <p14:cNvContentPartPr/>
                <p14:nvPr/>
              </p14:nvContentPartPr>
              <p14:xfrm>
                <a:off x="850104" y="201456"/>
                <a:ext cx="414720" cy="25560"/>
              </p14:xfrm>
            </p:contentPart>
          </mc:Choice>
          <mc:Fallback xmlns="">
            <p:pic>
              <p:nvPicPr>
                <p:cNvPr id="4" name="Ink 3">
                  <a:extLst>
                    <a:ext uri="{FF2B5EF4-FFF2-40B4-BE49-F238E27FC236}">
                      <a16:creationId xmlns:a16="http://schemas.microsoft.com/office/drawing/2014/main" id="{43B5A4F5-48BF-6AA1-993F-9D0DCF79650C}"/>
                    </a:ext>
                  </a:extLst>
                </p:cNvPr>
                <p:cNvPicPr/>
                <p:nvPr/>
              </p:nvPicPr>
              <p:blipFill>
                <a:blip r:embed="rId5"/>
                <a:stretch>
                  <a:fillRect/>
                </a:stretch>
              </p:blipFill>
              <p:spPr>
                <a:xfrm>
                  <a:off x="845784" y="197136"/>
                  <a:ext cx="4233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093024E9-592B-6437-9C13-CB67C38E41AE}"/>
                    </a:ext>
                  </a:extLst>
                </p14:cNvPr>
                <p14:cNvContentPartPr/>
                <p14:nvPr/>
              </p14:nvContentPartPr>
              <p14:xfrm>
                <a:off x="762264" y="467856"/>
                <a:ext cx="333000" cy="76680"/>
              </p14:xfrm>
            </p:contentPart>
          </mc:Choice>
          <mc:Fallback xmlns="">
            <p:pic>
              <p:nvPicPr>
                <p:cNvPr id="5" name="Ink 4">
                  <a:extLst>
                    <a:ext uri="{FF2B5EF4-FFF2-40B4-BE49-F238E27FC236}">
                      <a16:creationId xmlns:a16="http://schemas.microsoft.com/office/drawing/2014/main" id="{093024E9-592B-6437-9C13-CB67C38E41AE}"/>
                    </a:ext>
                  </a:extLst>
                </p:cNvPr>
                <p:cNvPicPr/>
                <p:nvPr/>
              </p:nvPicPr>
              <p:blipFill>
                <a:blip r:embed="rId7"/>
                <a:stretch>
                  <a:fillRect/>
                </a:stretch>
              </p:blipFill>
              <p:spPr>
                <a:xfrm>
                  <a:off x="757944" y="463536"/>
                  <a:ext cx="3416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025FD753-EAE8-9D72-CE00-4DCEC1506B5E}"/>
                    </a:ext>
                  </a:extLst>
                </p14:cNvPr>
                <p14:cNvContentPartPr/>
                <p14:nvPr/>
              </p14:nvContentPartPr>
              <p14:xfrm>
                <a:off x="1128024" y="414936"/>
                <a:ext cx="115200" cy="56880"/>
              </p14:xfrm>
            </p:contentPart>
          </mc:Choice>
          <mc:Fallback xmlns="">
            <p:pic>
              <p:nvPicPr>
                <p:cNvPr id="6" name="Ink 5">
                  <a:extLst>
                    <a:ext uri="{FF2B5EF4-FFF2-40B4-BE49-F238E27FC236}">
                      <a16:creationId xmlns:a16="http://schemas.microsoft.com/office/drawing/2014/main" id="{025FD753-EAE8-9D72-CE00-4DCEC1506B5E}"/>
                    </a:ext>
                  </a:extLst>
                </p:cNvPr>
                <p:cNvPicPr/>
                <p:nvPr/>
              </p:nvPicPr>
              <p:blipFill>
                <a:blip r:embed="rId9"/>
                <a:stretch>
                  <a:fillRect/>
                </a:stretch>
              </p:blipFill>
              <p:spPr>
                <a:xfrm>
                  <a:off x="1123704" y="410616"/>
                  <a:ext cx="1238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57B163D-D490-0D5D-1364-5C0462FEABDD}"/>
                    </a:ext>
                  </a:extLst>
                </p14:cNvPr>
                <p14:cNvContentPartPr/>
                <p14:nvPr/>
              </p14:nvContentPartPr>
              <p14:xfrm>
                <a:off x="1242864" y="388656"/>
                <a:ext cx="97560" cy="86760"/>
              </p14:xfrm>
            </p:contentPart>
          </mc:Choice>
          <mc:Fallback xmlns="">
            <p:pic>
              <p:nvPicPr>
                <p:cNvPr id="7" name="Ink 6">
                  <a:extLst>
                    <a:ext uri="{FF2B5EF4-FFF2-40B4-BE49-F238E27FC236}">
                      <a16:creationId xmlns:a16="http://schemas.microsoft.com/office/drawing/2014/main" id="{357B163D-D490-0D5D-1364-5C0462FEABDD}"/>
                    </a:ext>
                  </a:extLst>
                </p:cNvPr>
                <p:cNvPicPr/>
                <p:nvPr/>
              </p:nvPicPr>
              <p:blipFill>
                <a:blip r:embed="rId11"/>
                <a:stretch>
                  <a:fillRect/>
                </a:stretch>
              </p:blipFill>
              <p:spPr>
                <a:xfrm>
                  <a:off x="1238544" y="384336"/>
                  <a:ext cx="1062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ED9ECFD0-101B-D43A-1575-E61B6B14CF79}"/>
                    </a:ext>
                  </a:extLst>
                </p14:cNvPr>
                <p14:cNvContentPartPr/>
                <p14:nvPr/>
              </p14:nvContentPartPr>
              <p14:xfrm>
                <a:off x="1365264" y="406656"/>
                <a:ext cx="85680" cy="79920"/>
              </p14:xfrm>
            </p:contentPart>
          </mc:Choice>
          <mc:Fallback xmlns="">
            <p:pic>
              <p:nvPicPr>
                <p:cNvPr id="8" name="Ink 7">
                  <a:extLst>
                    <a:ext uri="{FF2B5EF4-FFF2-40B4-BE49-F238E27FC236}">
                      <a16:creationId xmlns:a16="http://schemas.microsoft.com/office/drawing/2014/main" id="{ED9ECFD0-101B-D43A-1575-E61B6B14CF79}"/>
                    </a:ext>
                  </a:extLst>
                </p:cNvPr>
                <p:cNvPicPr/>
                <p:nvPr/>
              </p:nvPicPr>
              <p:blipFill>
                <a:blip r:embed="rId13"/>
                <a:stretch>
                  <a:fillRect/>
                </a:stretch>
              </p:blipFill>
              <p:spPr>
                <a:xfrm>
                  <a:off x="1360944" y="402336"/>
                  <a:ext cx="943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1C4F5568-88DF-93C8-14B8-552E5E9CEF90}"/>
                    </a:ext>
                  </a:extLst>
                </p14:cNvPr>
                <p14:cNvContentPartPr/>
                <p14:nvPr/>
              </p14:nvContentPartPr>
              <p14:xfrm>
                <a:off x="1515384" y="377856"/>
                <a:ext cx="28080" cy="83520"/>
              </p14:xfrm>
            </p:contentPart>
          </mc:Choice>
          <mc:Fallback xmlns="">
            <p:pic>
              <p:nvPicPr>
                <p:cNvPr id="9" name="Ink 8">
                  <a:extLst>
                    <a:ext uri="{FF2B5EF4-FFF2-40B4-BE49-F238E27FC236}">
                      <a16:creationId xmlns:a16="http://schemas.microsoft.com/office/drawing/2014/main" id="{1C4F5568-88DF-93C8-14B8-552E5E9CEF90}"/>
                    </a:ext>
                  </a:extLst>
                </p:cNvPr>
                <p:cNvPicPr/>
                <p:nvPr/>
              </p:nvPicPr>
              <p:blipFill>
                <a:blip r:embed="rId15"/>
                <a:stretch>
                  <a:fillRect/>
                </a:stretch>
              </p:blipFill>
              <p:spPr>
                <a:xfrm>
                  <a:off x="1511064" y="373536"/>
                  <a:ext cx="367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827D4F5-50CD-A9F6-96A9-041A8ECDCE4F}"/>
                    </a:ext>
                  </a:extLst>
                </p14:cNvPr>
                <p14:cNvContentPartPr/>
                <p14:nvPr/>
              </p14:nvContentPartPr>
              <p14:xfrm>
                <a:off x="1623744" y="201096"/>
                <a:ext cx="78840" cy="239400"/>
              </p14:xfrm>
            </p:contentPart>
          </mc:Choice>
          <mc:Fallback xmlns="">
            <p:pic>
              <p:nvPicPr>
                <p:cNvPr id="10" name="Ink 9">
                  <a:extLst>
                    <a:ext uri="{FF2B5EF4-FFF2-40B4-BE49-F238E27FC236}">
                      <a16:creationId xmlns:a16="http://schemas.microsoft.com/office/drawing/2014/main" id="{E827D4F5-50CD-A9F6-96A9-041A8ECDCE4F}"/>
                    </a:ext>
                  </a:extLst>
                </p:cNvPr>
                <p:cNvPicPr/>
                <p:nvPr/>
              </p:nvPicPr>
              <p:blipFill>
                <a:blip r:embed="rId17"/>
                <a:stretch>
                  <a:fillRect/>
                </a:stretch>
              </p:blipFill>
              <p:spPr>
                <a:xfrm>
                  <a:off x="1619424" y="196776"/>
                  <a:ext cx="874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10B6EFD1-65FA-72BE-BBA6-D3F8CB0F609C}"/>
                    </a:ext>
                  </a:extLst>
                </p14:cNvPr>
                <p14:cNvContentPartPr/>
                <p14:nvPr/>
              </p14:nvContentPartPr>
              <p14:xfrm>
                <a:off x="1568664" y="343296"/>
                <a:ext cx="162000" cy="5040"/>
              </p14:xfrm>
            </p:contentPart>
          </mc:Choice>
          <mc:Fallback xmlns="">
            <p:pic>
              <p:nvPicPr>
                <p:cNvPr id="11" name="Ink 10">
                  <a:extLst>
                    <a:ext uri="{FF2B5EF4-FFF2-40B4-BE49-F238E27FC236}">
                      <a16:creationId xmlns:a16="http://schemas.microsoft.com/office/drawing/2014/main" id="{10B6EFD1-65FA-72BE-BBA6-D3F8CB0F609C}"/>
                    </a:ext>
                  </a:extLst>
                </p:cNvPr>
                <p:cNvPicPr/>
                <p:nvPr/>
              </p:nvPicPr>
              <p:blipFill>
                <a:blip r:embed="rId19"/>
                <a:stretch>
                  <a:fillRect/>
                </a:stretch>
              </p:blipFill>
              <p:spPr>
                <a:xfrm>
                  <a:off x="1564344" y="338976"/>
                  <a:ext cx="1706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2A328619-0B98-3129-7BAA-B633901B1C84}"/>
                    </a:ext>
                  </a:extLst>
                </p14:cNvPr>
                <p14:cNvContentPartPr/>
                <p14:nvPr/>
              </p14:nvContentPartPr>
              <p14:xfrm>
                <a:off x="1709424" y="367416"/>
                <a:ext cx="18720" cy="41760"/>
              </p14:xfrm>
            </p:contentPart>
          </mc:Choice>
          <mc:Fallback xmlns="">
            <p:pic>
              <p:nvPicPr>
                <p:cNvPr id="12" name="Ink 11">
                  <a:extLst>
                    <a:ext uri="{FF2B5EF4-FFF2-40B4-BE49-F238E27FC236}">
                      <a16:creationId xmlns:a16="http://schemas.microsoft.com/office/drawing/2014/main" id="{2A328619-0B98-3129-7BAA-B633901B1C84}"/>
                    </a:ext>
                  </a:extLst>
                </p:cNvPr>
                <p:cNvPicPr/>
                <p:nvPr/>
              </p:nvPicPr>
              <p:blipFill>
                <a:blip r:embed="rId21"/>
                <a:stretch>
                  <a:fillRect/>
                </a:stretch>
              </p:blipFill>
              <p:spPr>
                <a:xfrm>
                  <a:off x="1705104" y="363096"/>
                  <a:ext cx="273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874D451C-C16A-052B-2AE2-119BC32CFA77}"/>
                    </a:ext>
                  </a:extLst>
                </p14:cNvPr>
                <p14:cNvContentPartPr/>
                <p14:nvPr/>
              </p14:nvContentPartPr>
              <p14:xfrm>
                <a:off x="1801944" y="239256"/>
                <a:ext cx="9720" cy="44280"/>
              </p14:xfrm>
            </p:contentPart>
          </mc:Choice>
          <mc:Fallback xmlns="">
            <p:pic>
              <p:nvPicPr>
                <p:cNvPr id="13" name="Ink 12">
                  <a:extLst>
                    <a:ext uri="{FF2B5EF4-FFF2-40B4-BE49-F238E27FC236}">
                      <a16:creationId xmlns:a16="http://schemas.microsoft.com/office/drawing/2014/main" id="{874D451C-C16A-052B-2AE2-119BC32CFA77}"/>
                    </a:ext>
                  </a:extLst>
                </p:cNvPr>
                <p:cNvPicPr/>
                <p:nvPr/>
              </p:nvPicPr>
              <p:blipFill>
                <a:blip r:embed="rId23"/>
                <a:stretch>
                  <a:fillRect/>
                </a:stretch>
              </p:blipFill>
              <p:spPr>
                <a:xfrm>
                  <a:off x="1797624" y="234936"/>
                  <a:ext cx="183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546A9650-2ABF-51C3-2214-AA17BB747160}"/>
                    </a:ext>
                  </a:extLst>
                </p14:cNvPr>
                <p14:cNvContentPartPr/>
                <p14:nvPr/>
              </p14:nvContentPartPr>
              <p14:xfrm>
                <a:off x="1817064" y="318096"/>
                <a:ext cx="204480" cy="104040"/>
              </p14:xfrm>
            </p:contentPart>
          </mc:Choice>
          <mc:Fallback xmlns="">
            <p:pic>
              <p:nvPicPr>
                <p:cNvPr id="14" name="Ink 13">
                  <a:extLst>
                    <a:ext uri="{FF2B5EF4-FFF2-40B4-BE49-F238E27FC236}">
                      <a16:creationId xmlns:a16="http://schemas.microsoft.com/office/drawing/2014/main" id="{546A9650-2ABF-51C3-2214-AA17BB747160}"/>
                    </a:ext>
                  </a:extLst>
                </p:cNvPr>
                <p:cNvPicPr/>
                <p:nvPr/>
              </p:nvPicPr>
              <p:blipFill>
                <a:blip r:embed="rId25"/>
                <a:stretch>
                  <a:fillRect/>
                </a:stretch>
              </p:blipFill>
              <p:spPr>
                <a:xfrm>
                  <a:off x="1812744" y="313776"/>
                  <a:ext cx="213120" cy="112680"/>
                </a:xfrm>
                <a:prstGeom prst="rect">
                  <a:avLst/>
                </a:prstGeom>
              </p:spPr>
            </p:pic>
          </mc:Fallback>
        </mc:AlternateContent>
      </p:grpSp>
      <p:grpSp>
        <p:nvGrpSpPr>
          <p:cNvPr id="31" name="Group 30">
            <a:extLst>
              <a:ext uri="{FF2B5EF4-FFF2-40B4-BE49-F238E27FC236}">
                <a16:creationId xmlns:a16="http://schemas.microsoft.com/office/drawing/2014/main" id="{748C4CBD-E83F-A71B-50F4-34E96DBD891D}"/>
              </a:ext>
            </a:extLst>
          </p:cNvPr>
          <p:cNvGrpSpPr/>
          <p:nvPr/>
        </p:nvGrpSpPr>
        <p:grpSpPr>
          <a:xfrm>
            <a:off x="2245464" y="185976"/>
            <a:ext cx="568440" cy="266040"/>
            <a:chOff x="2245464" y="185976"/>
            <a:chExt cx="568440" cy="266040"/>
          </a:xfrm>
        </p:grpSpPr>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88375E3C-0470-8855-A670-1C0FEFB055C2}"/>
                    </a:ext>
                  </a:extLst>
                </p14:cNvPr>
                <p14:cNvContentPartPr/>
                <p14:nvPr/>
              </p14:nvContentPartPr>
              <p14:xfrm>
                <a:off x="2245464" y="218736"/>
                <a:ext cx="243000" cy="233280"/>
              </p14:xfrm>
            </p:contentPart>
          </mc:Choice>
          <mc:Fallback xmlns="">
            <p:pic>
              <p:nvPicPr>
                <p:cNvPr id="15" name="Ink 14">
                  <a:extLst>
                    <a:ext uri="{FF2B5EF4-FFF2-40B4-BE49-F238E27FC236}">
                      <a16:creationId xmlns:a16="http://schemas.microsoft.com/office/drawing/2014/main" id="{88375E3C-0470-8855-A670-1C0FEFB055C2}"/>
                    </a:ext>
                  </a:extLst>
                </p:cNvPr>
                <p:cNvPicPr/>
                <p:nvPr/>
              </p:nvPicPr>
              <p:blipFill>
                <a:blip r:embed="rId27"/>
                <a:stretch>
                  <a:fillRect/>
                </a:stretch>
              </p:blipFill>
              <p:spPr>
                <a:xfrm>
                  <a:off x="2241144" y="214416"/>
                  <a:ext cx="2516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6135DF6B-9834-13B2-32E4-BD2EBA5CB522}"/>
                    </a:ext>
                  </a:extLst>
                </p14:cNvPr>
                <p14:cNvContentPartPr/>
                <p14:nvPr/>
              </p14:nvContentPartPr>
              <p14:xfrm>
                <a:off x="2402064" y="350136"/>
                <a:ext cx="79200" cy="90720"/>
              </p14:xfrm>
            </p:contentPart>
          </mc:Choice>
          <mc:Fallback xmlns="">
            <p:pic>
              <p:nvPicPr>
                <p:cNvPr id="16" name="Ink 15">
                  <a:extLst>
                    <a:ext uri="{FF2B5EF4-FFF2-40B4-BE49-F238E27FC236}">
                      <a16:creationId xmlns:a16="http://schemas.microsoft.com/office/drawing/2014/main" id="{6135DF6B-9834-13B2-32E4-BD2EBA5CB522}"/>
                    </a:ext>
                  </a:extLst>
                </p:cNvPr>
                <p:cNvPicPr/>
                <p:nvPr/>
              </p:nvPicPr>
              <p:blipFill>
                <a:blip r:embed="rId29"/>
                <a:stretch>
                  <a:fillRect/>
                </a:stretch>
              </p:blipFill>
              <p:spPr>
                <a:xfrm>
                  <a:off x="2397744" y="345816"/>
                  <a:ext cx="878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BBCD40C4-A91C-58E4-730A-2BD0F6C27BA5}"/>
                    </a:ext>
                  </a:extLst>
                </p14:cNvPr>
                <p14:cNvContentPartPr/>
                <p14:nvPr/>
              </p14:nvContentPartPr>
              <p14:xfrm>
                <a:off x="2555424" y="318456"/>
                <a:ext cx="16200" cy="95400"/>
              </p14:xfrm>
            </p:contentPart>
          </mc:Choice>
          <mc:Fallback xmlns="">
            <p:pic>
              <p:nvPicPr>
                <p:cNvPr id="17" name="Ink 16">
                  <a:extLst>
                    <a:ext uri="{FF2B5EF4-FFF2-40B4-BE49-F238E27FC236}">
                      <a16:creationId xmlns:a16="http://schemas.microsoft.com/office/drawing/2014/main" id="{BBCD40C4-A91C-58E4-730A-2BD0F6C27BA5}"/>
                    </a:ext>
                  </a:extLst>
                </p:cNvPr>
                <p:cNvPicPr/>
                <p:nvPr/>
              </p:nvPicPr>
              <p:blipFill>
                <a:blip r:embed="rId31"/>
                <a:stretch>
                  <a:fillRect/>
                </a:stretch>
              </p:blipFill>
              <p:spPr>
                <a:xfrm>
                  <a:off x="2551104" y="314136"/>
                  <a:ext cx="248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71F9E878-D7D9-80DF-E2B5-0CCF704CC2D1}"/>
                    </a:ext>
                  </a:extLst>
                </p14:cNvPr>
                <p14:cNvContentPartPr/>
                <p14:nvPr/>
              </p14:nvContentPartPr>
              <p14:xfrm>
                <a:off x="2677104" y="185976"/>
                <a:ext cx="127440" cy="234000"/>
              </p14:xfrm>
            </p:contentPart>
          </mc:Choice>
          <mc:Fallback xmlns="">
            <p:pic>
              <p:nvPicPr>
                <p:cNvPr id="18" name="Ink 17">
                  <a:extLst>
                    <a:ext uri="{FF2B5EF4-FFF2-40B4-BE49-F238E27FC236}">
                      <a16:creationId xmlns:a16="http://schemas.microsoft.com/office/drawing/2014/main" id="{71F9E878-D7D9-80DF-E2B5-0CCF704CC2D1}"/>
                    </a:ext>
                  </a:extLst>
                </p:cNvPr>
                <p:cNvPicPr/>
                <p:nvPr/>
              </p:nvPicPr>
              <p:blipFill>
                <a:blip r:embed="rId33"/>
                <a:stretch>
                  <a:fillRect/>
                </a:stretch>
              </p:blipFill>
              <p:spPr>
                <a:xfrm>
                  <a:off x="2672784" y="181656"/>
                  <a:ext cx="13608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FEF3A98D-BA6D-C35E-9309-9C69245D4F17}"/>
                    </a:ext>
                  </a:extLst>
                </p14:cNvPr>
                <p14:cNvContentPartPr/>
                <p14:nvPr/>
              </p14:nvContentPartPr>
              <p14:xfrm>
                <a:off x="2670264" y="330336"/>
                <a:ext cx="143640" cy="16560"/>
              </p14:xfrm>
            </p:contentPart>
          </mc:Choice>
          <mc:Fallback xmlns="">
            <p:pic>
              <p:nvPicPr>
                <p:cNvPr id="19" name="Ink 18">
                  <a:extLst>
                    <a:ext uri="{FF2B5EF4-FFF2-40B4-BE49-F238E27FC236}">
                      <a16:creationId xmlns:a16="http://schemas.microsoft.com/office/drawing/2014/main" id="{FEF3A98D-BA6D-C35E-9309-9C69245D4F17}"/>
                    </a:ext>
                  </a:extLst>
                </p:cNvPr>
                <p:cNvPicPr/>
                <p:nvPr/>
              </p:nvPicPr>
              <p:blipFill>
                <a:blip r:embed="rId35"/>
                <a:stretch>
                  <a:fillRect/>
                </a:stretch>
              </p:blipFill>
              <p:spPr>
                <a:xfrm>
                  <a:off x="2665944" y="326016"/>
                  <a:ext cx="152280" cy="25200"/>
                </a:xfrm>
                <a:prstGeom prst="rect">
                  <a:avLst/>
                </a:prstGeom>
              </p:spPr>
            </p:pic>
          </mc:Fallback>
        </mc:AlternateContent>
      </p:grpSp>
      <p:grpSp>
        <p:nvGrpSpPr>
          <p:cNvPr id="30" name="Group 29">
            <a:extLst>
              <a:ext uri="{FF2B5EF4-FFF2-40B4-BE49-F238E27FC236}">
                <a16:creationId xmlns:a16="http://schemas.microsoft.com/office/drawing/2014/main" id="{10FA8CC7-AD3A-B7AE-81C0-CE8826E5D3C6}"/>
              </a:ext>
            </a:extLst>
          </p:cNvPr>
          <p:cNvGrpSpPr/>
          <p:nvPr/>
        </p:nvGrpSpPr>
        <p:grpSpPr>
          <a:xfrm>
            <a:off x="3073824" y="134136"/>
            <a:ext cx="1179360" cy="510120"/>
            <a:chOff x="3073824" y="134136"/>
            <a:chExt cx="1179360" cy="510120"/>
          </a:xfrm>
        </p:grpSpPr>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A7E2E2D8-B35B-FA30-21DB-21E1A2ABEF99}"/>
                    </a:ext>
                  </a:extLst>
                </p14:cNvPr>
                <p14:cNvContentPartPr/>
                <p14:nvPr/>
              </p14:nvContentPartPr>
              <p14:xfrm>
                <a:off x="3073824" y="209376"/>
                <a:ext cx="240480" cy="231120"/>
              </p14:xfrm>
            </p:contentPart>
          </mc:Choice>
          <mc:Fallback xmlns="">
            <p:pic>
              <p:nvPicPr>
                <p:cNvPr id="20" name="Ink 19">
                  <a:extLst>
                    <a:ext uri="{FF2B5EF4-FFF2-40B4-BE49-F238E27FC236}">
                      <a16:creationId xmlns:a16="http://schemas.microsoft.com/office/drawing/2014/main" id="{A7E2E2D8-B35B-FA30-21DB-21E1A2ABEF99}"/>
                    </a:ext>
                  </a:extLst>
                </p:cNvPr>
                <p:cNvPicPr/>
                <p:nvPr/>
              </p:nvPicPr>
              <p:blipFill>
                <a:blip r:embed="rId37"/>
                <a:stretch>
                  <a:fillRect/>
                </a:stretch>
              </p:blipFill>
              <p:spPr>
                <a:xfrm>
                  <a:off x="3069504" y="205056"/>
                  <a:ext cx="24912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8E020EE7-5BF1-B641-58DC-499C4C613634}"/>
                    </a:ext>
                  </a:extLst>
                </p14:cNvPr>
                <p14:cNvContentPartPr/>
                <p14:nvPr/>
              </p14:nvContentPartPr>
              <p14:xfrm>
                <a:off x="3289464" y="207936"/>
                <a:ext cx="136800" cy="237240"/>
              </p14:xfrm>
            </p:contentPart>
          </mc:Choice>
          <mc:Fallback xmlns="">
            <p:pic>
              <p:nvPicPr>
                <p:cNvPr id="21" name="Ink 20">
                  <a:extLst>
                    <a:ext uri="{FF2B5EF4-FFF2-40B4-BE49-F238E27FC236}">
                      <a16:creationId xmlns:a16="http://schemas.microsoft.com/office/drawing/2014/main" id="{8E020EE7-5BF1-B641-58DC-499C4C613634}"/>
                    </a:ext>
                  </a:extLst>
                </p:cNvPr>
                <p:cNvPicPr/>
                <p:nvPr/>
              </p:nvPicPr>
              <p:blipFill>
                <a:blip r:embed="rId39"/>
                <a:stretch>
                  <a:fillRect/>
                </a:stretch>
              </p:blipFill>
              <p:spPr>
                <a:xfrm>
                  <a:off x="3285144" y="203616"/>
                  <a:ext cx="1454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B8E428C7-E8A4-57A1-ECD9-136A5C572176}"/>
                    </a:ext>
                  </a:extLst>
                </p14:cNvPr>
                <p14:cNvContentPartPr/>
                <p14:nvPr/>
              </p14:nvContentPartPr>
              <p14:xfrm>
                <a:off x="3324024" y="301896"/>
                <a:ext cx="173880" cy="114120"/>
              </p14:xfrm>
            </p:contentPart>
          </mc:Choice>
          <mc:Fallback xmlns="">
            <p:pic>
              <p:nvPicPr>
                <p:cNvPr id="22" name="Ink 21">
                  <a:extLst>
                    <a:ext uri="{FF2B5EF4-FFF2-40B4-BE49-F238E27FC236}">
                      <a16:creationId xmlns:a16="http://schemas.microsoft.com/office/drawing/2014/main" id="{B8E428C7-E8A4-57A1-ECD9-136A5C572176}"/>
                    </a:ext>
                  </a:extLst>
                </p:cNvPr>
                <p:cNvPicPr/>
                <p:nvPr/>
              </p:nvPicPr>
              <p:blipFill>
                <a:blip r:embed="rId41"/>
                <a:stretch>
                  <a:fillRect/>
                </a:stretch>
              </p:blipFill>
              <p:spPr>
                <a:xfrm>
                  <a:off x="3319704" y="297576"/>
                  <a:ext cx="1825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75BED75F-0321-3FED-81A6-65876CFFD468}"/>
                    </a:ext>
                  </a:extLst>
                </p14:cNvPr>
                <p14:cNvContentPartPr/>
                <p14:nvPr/>
              </p14:nvContentPartPr>
              <p14:xfrm>
                <a:off x="3509064" y="351216"/>
                <a:ext cx="106560" cy="76680"/>
              </p14:xfrm>
            </p:contentPart>
          </mc:Choice>
          <mc:Fallback xmlns="">
            <p:pic>
              <p:nvPicPr>
                <p:cNvPr id="23" name="Ink 22">
                  <a:extLst>
                    <a:ext uri="{FF2B5EF4-FFF2-40B4-BE49-F238E27FC236}">
                      <a16:creationId xmlns:a16="http://schemas.microsoft.com/office/drawing/2014/main" id="{75BED75F-0321-3FED-81A6-65876CFFD468}"/>
                    </a:ext>
                  </a:extLst>
                </p:cNvPr>
                <p:cNvPicPr/>
                <p:nvPr/>
              </p:nvPicPr>
              <p:blipFill>
                <a:blip r:embed="rId43"/>
                <a:stretch>
                  <a:fillRect/>
                </a:stretch>
              </p:blipFill>
              <p:spPr>
                <a:xfrm>
                  <a:off x="3504744" y="346896"/>
                  <a:ext cx="1152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BBCDDFB3-F57E-6F95-5250-7606233BB328}"/>
                    </a:ext>
                  </a:extLst>
                </p14:cNvPr>
                <p14:cNvContentPartPr/>
                <p14:nvPr/>
              </p14:nvContentPartPr>
              <p14:xfrm>
                <a:off x="3717864" y="134136"/>
                <a:ext cx="177120" cy="294120"/>
              </p14:xfrm>
            </p:contentPart>
          </mc:Choice>
          <mc:Fallback xmlns="">
            <p:pic>
              <p:nvPicPr>
                <p:cNvPr id="24" name="Ink 23">
                  <a:extLst>
                    <a:ext uri="{FF2B5EF4-FFF2-40B4-BE49-F238E27FC236}">
                      <a16:creationId xmlns:a16="http://schemas.microsoft.com/office/drawing/2014/main" id="{BBCDDFB3-F57E-6F95-5250-7606233BB328}"/>
                    </a:ext>
                  </a:extLst>
                </p:cNvPr>
                <p:cNvPicPr/>
                <p:nvPr/>
              </p:nvPicPr>
              <p:blipFill>
                <a:blip r:embed="rId45"/>
                <a:stretch>
                  <a:fillRect/>
                </a:stretch>
              </p:blipFill>
              <p:spPr>
                <a:xfrm>
                  <a:off x="3713544" y="129816"/>
                  <a:ext cx="18576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9D39F37C-B8B2-B60D-26FB-885413699248}"/>
                    </a:ext>
                  </a:extLst>
                </p14:cNvPr>
                <p14:cNvContentPartPr/>
                <p14:nvPr/>
              </p14:nvContentPartPr>
              <p14:xfrm>
                <a:off x="3668184" y="310896"/>
                <a:ext cx="210600" cy="2520"/>
              </p14:xfrm>
            </p:contentPart>
          </mc:Choice>
          <mc:Fallback xmlns="">
            <p:pic>
              <p:nvPicPr>
                <p:cNvPr id="25" name="Ink 24">
                  <a:extLst>
                    <a:ext uri="{FF2B5EF4-FFF2-40B4-BE49-F238E27FC236}">
                      <a16:creationId xmlns:a16="http://schemas.microsoft.com/office/drawing/2014/main" id="{9D39F37C-B8B2-B60D-26FB-885413699248}"/>
                    </a:ext>
                  </a:extLst>
                </p:cNvPr>
                <p:cNvPicPr/>
                <p:nvPr/>
              </p:nvPicPr>
              <p:blipFill>
                <a:blip r:embed="rId47"/>
                <a:stretch>
                  <a:fillRect/>
                </a:stretch>
              </p:blipFill>
              <p:spPr>
                <a:xfrm>
                  <a:off x="3663864" y="306576"/>
                  <a:ext cx="219240" cy="11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D23283E8-6A6F-05F8-24DC-F44B829FB7BA}"/>
                    </a:ext>
                  </a:extLst>
                </p14:cNvPr>
                <p14:cNvContentPartPr/>
                <p14:nvPr/>
              </p14:nvContentPartPr>
              <p14:xfrm>
                <a:off x="3846024" y="328536"/>
                <a:ext cx="90360" cy="97920"/>
              </p14:xfrm>
            </p:contentPart>
          </mc:Choice>
          <mc:Fallback xmlns="">
            <p:pic>
              <p:nvPicPr>
                <p:cNvPr id="26" name="Ink 25">
                  <a:extLst>
                    <a:ext uri="{FF2B5EF4-FFF2-40B4-BE49-F238E27FC236}">
                      <a16:creationId xmlns:a16="http://schemas.microsoft.com/office/drawing/2014/main" id="{D23283E8-6A6F-05F8-24DC-F44B829FB7BA}"/>
                    </a:ext>
                  </a:extLst>
                </p:cNvPr>
                <p:cNvPicPr/>
                <p:nvPr/>
              </p:nvPicPr>
              <p:blipFill>
                <a:blip r:embed="rId49"/>
                <a:stretch>
                  <a:fillRect/>
                </a:stretch>
              </p:blipFill>
              <p:spPr>
                <a:xfrm>
                  <a:off x="3841704" y="324216"/>
                  <a:ext cx="990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A8DC4BC0-3C0E-3588-E321-D76DAA6CA118}"/>
                    </a:ext>
                  </a:extLst>
                </p14:cNvPr>
                <p14:cNvContentPartPr/>
                <p14:nvPr/>
              </p14:nvContentPartPr>
              <p14:xfrm>
                <a:off x="3868344" y="313056"/>
                <a:ext cx="217800" cy="258840"/>
              </p14:xfrm>
            </p:contentPart>
          </mc:Choice>
          <mc:Fallback xmlns="">
            <p:pic>
              <p:nvPicPr>
                <p:cNvPr id="27" name="Ink 26">
                  <a:extLst>
                    <a:ext uri="{FF2B5EF4-FFF2-40B4-BE49-F238E27FC236}">
                      <a16:creationId xmlns:a16="http://schemas.microsoft.com/office/drawing/2014/main" id="{A8DC4BC0-3C0E-3588-E321-D76DAA6CA118}"/>
                    </a:ext>
                  </a:extLst>
                </p:cNvPr>
                <p:cNvPicPr/>
                <p:nvPr/>
              </p:nvPicPr>
              <p:blipFill>
                <a:blip r:embed="rId51"/>
                <a:stretch>
                  <a:fillRect/>
                </a:stretch>
              </p:blipFill>
              <p:spPr>
                <a:xfrm>
                  <a:off x="3864024" y="308736"/>
                  <a:ext cx="22644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C158F999-D07D-6EF9-BDAC-7312F3D9676E}"/>
                    </a:ext>
                  </a:extLst>
                </p14:cNvPr>
                <p14:cNvContentPartPr/>
                <p14:nvPr/>
              </p14:nvContentPartPr>
              <p14:xfrm>
                <a:off x="4120704" y="311616"/>
                <a:ext cx="83880" cy="66600"/>
              </p14:xfrm>
            </p:contentPart>
          </mc:Choice>
          <mc:Fallback xmlns="">
            <p:pic>
              <p:nvPicPr>
                <p:cNvPr id="28" name="Ink 27">
                  <a:extLst>
                    <a:ext uri="{FF2B5EF4-FFF2-40B4-BE49-F238E27FC236}">
                      <a16:creationId xmlns:a16="http://schemas.microsoft.com/office/drawing/2014/main" id="{C158F999-D07D-6EF9-BDAC-7312F3D9676E}"/>
                    </a:ext>
                  </a:extLst>
                </p:cNvPr>
                <p:cNvPicPr/>
                <p:nvPr/>
              </p:nvPicPr>
              <p:blipFill>
                <a:blip r:embed="rId53"/>
                <a:stretch>
                  <a:fillRect/>
                </a:stretch>
              </p:blipFill>
              <p:spPr>
                <a:xfrm>
                  <a:off x="4116384" y="307296"/>
                  <a:ext cx="925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C0DAB702-0A2B-3A6E-15E7-CB99868738C5}"/>
                    </a:ext>
                  </a:extLst>
                </p14:cNvPr>
                <p14:cNvContentPartPr/>
                <p14:nvPr/>
              </p14:nvContentPartPr>
              <p14:xfrm>
                <a:off x="4021704" y="313416"/>
                <a:ext cx="231480" cy="330840"/>
              </p14:xfrm>
            </p:contentPart>
          </mc:Choice>
          <mc:Fallback xmlns="">
            <p:pic>
              <p:nvPicPr>
                <p:cNvPr id="29" name="Ink 28">
                  <a:extLst>
                    <a:ext uri="{FF2B5EF4-FFF2-40B4-BE49-F238E27FC236}">
                      <a16:creationId xmlns:a16="http://schemas.microsoft.com/office/drawing/2014/main" id="{C0DAB702-0A2B-3A6E-15E7-CB99868738C5}"/>
                    </a:ext>
                  </a:extLst>
                </p:cNvPr>
                <p:cNvPicPr/>
                <p:nvPr/>
              </p:nvPicPr>
              <p:blipFill>
                <a:blip r:embed="rId55"/>
                <a:stretch>
                  <a:fillRect/>
                </a:stretch>
              </p:blipFill>
              <p:spPr>
                <a:xfrm>
                  <a:off x="4017384" y="309096"/>
                  <a:ext cx="240120" cy="33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2F7FC413-37C0-798E-A47B-7A1CA909F04F}"/>
                  </a:ext>
                </a:extLst>
              </p14:cNvPr>
              <p14:cNvContentPartPr/>
              <p14:nvPr/>
            </p14:nvContentPartPr>
            <p14:xfrm>
              <a:off x="1837224" y="871056"/>
              <a:ext cx="18000" cy="506160"/>
            </p14:xfrm>
          </p:contentPart>
        </mc:Choice>
        <mc:Fallback xmlns="">
          <p:pic>
            <p:nvPicPr>
              <p:cNvPr id="34" name="Ink 33">
                <a:extLst>
                  <a:ext uri="{FF2B5EF4-FFF2-40B4-BE49-F238E27FC236}">
                    <a16:creationId xmlns:a16="http://schemas.microsoft.com/office/drawing/2014/main" id="{2F7FC413-37C0-798E-A47B-7A1CA909F04F}"/>
                  </a:ext>
                </a:extLst>
              </p:cNvPr>
              <p:cNvPicPr/>
              <p:nvPr/>
            </p:nvPicPr>
            <p:blipFill>
              <a:blip r:embed="rId57"/>
              <a:stretch>
                <a:fillRect/>
              </a:stretch>
            </p:blipFill>
            <p:spPr>
              <a:xfrm>
                <a:off x="1832904" y="866736"/>
                <a:ext cx="2664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A47FEB1B-5EF7-2D0A-3F52-4197C9B50561}"/>
                  </a:ext>
                </a:extLst>
              </p14:cNvPr>
              <p14:cNvContentPartPr/>
              <p14:nvPr/>
            </p14:nvContentPartPr>
            <p14:xfrm>
              <a:off x="1852704" y="868536"/>
              <a:ext cx="4366440" cy="692280"/>
            </p14:xfrm>
          </p:contentPart>
        </mc:Choice>
        <mc:Fallback xmlns="">
          <p:pic>
            <p:nvPicPr>
              <p:cNvPr id="35" name="Ink 34">
                <a:extLst>
                  <a:ext uri="{FF2B5EF4-FFF2-40B4-BE49-F238E27FC236}">
                    <a16:creationId xmlns:a16="http://schemas.microsoft.com/office/drawing/2014/main" id="{A47FEB1B-5EF7-2D0A-3F52-4197C9B50561}"/>
                  </a:ext>
                </a:extLst>
              </p:cNvPr>
              <p:cNvPicPr/>
              <p:nvPr/>
            </p:nvPicPr>
            <p:blipFill>
              <a:blip r:embed="rId59"/>
              <a:stretch>
                <a:fillRect/>
              </a:stretch>
            </p:blipFill>
            <p:spPr>
              <a:xfrm>
                <a:off x="1848384" y="864216"/>
                <a:ext cx="4375080"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679E76E6-6AA5-F78D-885B-51C32A97F4C2}"/>
                  </a:ext>
                </a:extLst>
              </p14:cNvPr>
              <p14:cNvContentPartPr/>
              <p14:nvPr/>
            </p14:nvContentPartPr>
            <p14:xfrm>
              <a:off x="1820664" y="1377936"/>
              <a:ext cx="4356360" cy="193320"/>
            </p14:xfrm>
          </p:contentPart>
        </mc:Choice>
        <mc:Fallback xmlns="">
          <p:pic>
            <p:nvPicPr>
              <p:cNvPr id="36" name="Ink 35">
                <a:extLst>
                  <a:ext uri="{FF2B5EF4-FFF2-40B4-BE49-F238E27FC236}">
                    <a16:creationId xmlns:a16="http://schemas.microsoft.com/office/drawing/2014/main" id="{679E76E6-6AA5-F78D-885B-51C32A97F4C2}"/>
                  </a:ext>
                </a:extLst>
              </p:cNvPr>
              <p:cNvPicPr/>
              <p:nvPr/>
            </p:nvPicPr>
            <p:blipFill>
              <a:blip r:embed="rId61"/>
              <a:stretch>
                <a:fillRect/>
              </a:stretch>
            </p:blipFill>
            <p:spPr>
              <a:xfrm>
                <a:off x="1816344" y="1373616"/>
                <a:ext cx="43650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62C5AD1E-2AB3-C424-1DEB-DF295C143234}"/>
                  </a:ext>
                </a:extLst>
              </p14:cNvPr>
              <p14:cNvContentPartPr/>
              <p14:nvPr/>
            </p14:nvContentPartPr>
            <p14:xfrm>
              <a:off x="2263824" y="904536"/>
              <a:ext cx="5040" cy="24480"/>
            </p14:xfrm>
          </p:contentPart>
        </mc:Choice>
        <mc:Fallback xmlns="">
          <p:pic>
            <p:nvPicPr>
              <p:cNvPr id="37" name="Ink 36">
                <a:extLst>
                  <a:ext uri="{FF2B5EF4-FFF2-40B4-BE49-F238E27FC236}">
                    <a16:creationId xmlns:a16="http://schemas.microsoft.com/office/drawing/2014/main" id="{62C5AD1E-2AB3-C424-1DEB-DF295C143234}"/>
                  </a:ext>
                </a:extLst>
              </p:cNvPr>
              <p:cNvPicPr/>
              <p:nvPr/>
            </p:nvPicPr>
            <p:blipFill>
              <a:blip r:embed="rId63"/>
              <a:stretch>
                <a:fillRect/>
              </a:stretch>
            </p:blipFill>
            <p:spPr>
              <a:xfrm>
                <a:off x="2259504" y="900216"/>
                <a:ext cx="136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1EE9FEEA-3B0B-021A-C07B-B5FA2715D6D0}"/>
                  </a:ext>
                </a:extLst>
              </p14:cNvPr>
              <p14:cNvContentPartPr/>
              <p14:nvPr/>
            </p14:nvContentPartPr>
            <p14:xfrm>
              <a:off x="2940624" y="884736"/>
              <a:ext cx="29880" cy="615960"/>
            </p14:xfrm>
          </p:contentPart>
        </mc:Choice>
        <mc:Fallback xmlns="">
          <p:pic>
            <p:nvPicPr>
              <p:cNvPr id="38" name="Ink 37">
                <a:extLst>
                  <a:ext uri="{FF2B5EF4-FFF2-40B4-BE49-F238E27FC236}">
                    <a16:creationId xmlns:a16="http://schemas.microsoft.com/office/drawing/2014/main" id="{1EE9FEEA-3B0B-021A-C07B-B5FA2715D6D0}"/>
                  </a:ext>
                </a:extLst>
              </p:cNvPr>
              <p:cNvPicPr/>
              <p:nvPr/>
            </p:nvPicPr>
            <p:blipFill>
              <a:blip r:embed="rId65"/>
              <a:stretch>
                <a:fillRect/>
              </a:stretch>
            </p:blipFill>
            <p:spPr>
              <a:xfrm>
                <a:off x="2936304" y="880416"/>
                <a:ext cx="38520" cy="624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D1B2F3B4-ACC5-6A4C-43F2-F13E927F5A34}"/>
                  </a:ext>
                </a:extLst>
              </p14:cNvPr>
              <p14:cNvContentPartPr/>
              <p14:nvPr/>
            </p14:nvContentPartPr>
            <p14:xfrm>
              <a:off x="1824984" y="1807776"/>
              <a:ext cx="1075320" cy="255960"/>
            </p14:xfrm>
          </p:contentPart>
        </mc:Choice>
        <mc:Fallback xmlns="">
          <p:pic>
            <p:nvPicPr>
              <p:cNvPr id="39" name="Ink 38">
                <a:extLst>
                  <a:ext uri="{FF2B5EF4-FFF2-40B4-BE49-F238E27FC236}">
                    <a16:creationId xmlns:a16="http://schemas.microsoft.com/office/drawing/2014/main" id="{D1B2F3B4-ACC5-6A4C-43F2-F13E927F5A34}"/>
                  </a:ext>
                </a:extLst>
              </p:cNvPr>
              <p:cNvPicPr/>
              <p:nvPr/>
            </p:nvPicPr>
            <p:blipFill>
              <a:blip r:embed="rId67"/>
              <a:stretch>
                <a:fillRect/>
              </a:stretch>
            </p:blipFill>
            <p:spPr>
              <a:xfrm>
                <a:off x="1820664" y="1803456"/>
                <a:ext cx="10839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13BB56C3-9F6C-8366-EC3E-9736E9E3D10C}"/>
                  </a:ext>
                </a:extLst>
              </p14:cNvPr>
              <p14:cNvContentPartPr/>
              <p14:nvPr/>
            </p14:nvContentPartPr>
            <p14:xfrm>
              <a:off x="1857024" y="2312496"/>
              <a:ext cx="90720" cy="124200"/>
            </p14:xfrm>
          </p:contentPart>
        </mc:Choice>
        <mc:Fallback xmlns="">
          <p:pic>
            <p:nvPicPr>
              <p:cNvPr id="40" name="Ink 39">
                <a:extLst>
                  <a:ext uri="{FF2B5EF4-FFF2-40B4-BE49-F238E27FC236}">
                    <a16:creationId xmlns:a16="http://schemas.microsoft.com/office/drawing/2014/main" id="{13BB56C3-9F6C-8366-EC3E-9736E9E3D10C}"/>
                  </a:ext>
                </a:extLst>
              </p:cNvPr>
              <p:cNvPicPr/>
              <p:nvPr/>
            </p:nvPicPr>
            <p:blipFill>
              <a:blip r:embed="rId69"/>
              <a:stretch>
                <a:fillRect/>
              </a:stretch>
            </p:blipFill>
            <p:spPr>
              <a:xfrm>
                <a:off x="1852704" y="2308176"/>
                <a:ext cx="993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632B7A81-36B5-BDE7-5C88-4A017C4F8312}"/>
                  </a:ext>
                </a:extLst>
              </p14:cNvPr>
              <p14:cNvContentPartPr/>
              <p14:nvPr/>
            </p14:nvContentPartPr>
            <p14:xfrm>
              <a:off x="1979424" y="2331576"/>
              <a:ext cx="93600" cy="82800"/>
            </p14:xfrm>
          </p:contentPart>
        </mc:Choice>
        <mc:Fallback xmlns="">
          <p:pic>
            <p:nvPicPr>
              <p:cNvPr id="41" name="Ink 40">
                <a:extLst>
                  <a:ext uri="{FF2B5EF4-FFF2-40B4-BE49-F238E27FC236}">
                    <a16:creationId xmlns:a16="http://schemas.microsoft.com/office/drawing/2014/main" id="{632B7A81-36B5-BDE7-5C88-4A017C4F8312}"/>
                  </a:ext>
                </a:extLst>
              </p:cNvPr>
              <p:cNvPicPr/>
              <p:nvPr/>
            </p:nvPicPr>
            <p:blipFill>
              <a:blip r:embed="rId71"/>
              <a:stretch>
                <a:fillRect/>
              </a:stretch>
            </p:blipFill>
            <p:spPr>
              <a:xfrm>
                <a:off x="1975104" y="2327256"/>
                <a:ext cx="1022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CB207A7E-7E6A-5BCF-AD0F-D4C3FABDD094}"/>
                  </a:ext>
                </a:extLst>
              </p14:cNvPr>
              <p14:cNvContentPartPr/>
              <p14:nvPr/>
            </p14:nvContentPartPr>
            <p14:xfrm>
              <a:off x="2123424" y="2297376"/>
              <a:ext cx="48240" cy="101160"/>
            </p14:xfrm>
          </p:contentPart>
        </mc:Choice>
        <mc:Fallback xmlns="">
          <p:pic>
            <p:nvPicPr>
              <p:cNvPr id="42" name="Ink 41">
                <a:extLst>
                  <a:ext uri="{FF2B5EF4-FFF2-40B4-BE49-F238E27FC236}">
                    <a16:creationId xmlns:a16="http://schemas.microsoft.com/office/drawing/2014/main" id="{CB207A7E-7E6A-5BCF-AD0F-D4C3FABDD094}"/>
                  </a:ext>
                </a:extLst>
              </p:cNvPr>
              <p:cNvPicPr/>
              <p:nvPr/>
            </p:nvPicPr>
            <p:blipFill>
              <a:blip r:embed="rId73"/>
              <a:stretch>
                <a:fillRect/>
              </a:stretch>
            </p:blipFill>
            <p:spPr>
              <a:xfrm>
                <a:off x="2119104" y="2293056"/>
                <a:ext cx="568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46087B3C-57E6-D0F0-92FD-0173AABEC150}"/>
                  </a:ext>
                </a:extLst>
              </p14:cNvPr>
              <p14:cNvContentPartPr/>
              <p14:nvPr/>
            </p14:nvContentPartPr>
            <p14:xfrm>
              <a:off x="2256624" y="2183976"/>
              <a:ext cx="51480" cy="208080"/>
            </p14:xfrm>
          </p:contentPart>
        </mc:Choice>
        <mc:Fallback xmlns="">
          <p:pic>
            <p:nvPicPr>
              <p:cNvPr id="43" name="Ink 42">
                <a:extLst>
                  <a:ext uri="{FF2B5EF4-FFF2-40B4-BE49-F238E27FC236}">
                    <a16:creationId xmlns:a16="http://schemas.microsoft.com/office/drawing/2014/main" id="{46087B3C-57E6-D0F0-92FD-0173AABEC150}"/>
                  </a:ext>
                </a:extLst>
              </p:cNvPr>
              <p:cNvPicPr/>
              <p:nvPr/>
            </p:nvPicPr>
            <p:blipFill>
              <a:blip r:embed="rId75"/>
              <a:stretch>
                <a:fillRect/>
              </a:stretch>
            </p:blipFill>
            <p:spPr>
              <a:xfrm>
                <a:off x="2252304" y="2179656"/>
                <a:ext cx="601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D012A5A4-C0B2-4AC9-5B98-133BF2DBE00C}"/>
                  </a:ext>
                </a:extLst>
              </p14:cNvPr>
              <p14:cNvContentPartPr/>
              <p14:nvPr/>
            </p14:nvContentPartPr>
            <p14:xfrm>
              <a:off x="2224584" y="2314656"/>
              <a:ext cx="109080" cy="9720"/>
            </p14:xfrm>
          </p:contentPart>
        </mc:Choice>
        <mc:Fallback xmlns="">
          <p:pic>
            <p:nvPicPr>
              <p:cNvPr id="44" name="Ink 43">
                <a:extLst>
                  <a:ext uri="{FF2B5EF4-FFF2-40B4-BE49-F238E27FC236}">
                    <a16:creationId xmlns:a16="http://schemas.microsoft.com/office/drawing/2014/main" id="{D012A5A4-C0B2-4AC9-5B98-133BF2DBE00C}"/>
                  </a:ext>
                </a:extLst>
              </p:cNvPr>
              <p:cNvPicPr/>
              <p:nvPr/>
            </p:nvPicPr>
            <p:blipFill>
              <a:blip r:embed="rId77"/>
              <a:stretch>
                <a:fillRect/>
              </a:stretch>
            </p:blipFill>
            <p:spPr>
              <a:xfrm>
                <a:off x="2220264" y="2310336"/>
                <a:ext cx="11772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34770381-C113-918B-57E0-57B007E63220}"/>
                  </a:ext>
                </a:extLst>
              </p14:cNvPr>
              <p14:cNvContentPartPr/>
              <p14:nvPr/>
            </p14:nvContentPartPr>
            <p14:xfrm>
              <a:off x="2355984" y="2300256"/>
              <a:ext cx="129960" cy="94680"/>
            </p14:xfrm>
          </p:contentPart>
        </mc:Choice>
        <mc:Fallback xmlns="">
          <p:pic>
            <p:nvPicPr>
              <p:cNvPr id="45" name="Ink 44">
                <a:extLst>
                  <a:ext uri="{FF2B5EF4-FFF2-40B4-BE49-F238E27FC236}">
                    <a16:creationId xmlns:a16="http://schemas.microsoft.com/office/drawing/2014/main" id="{34770381-C113-918B-57E0-57B007E63220}"/>
                  </a:ext>
                </a:extLst>
              </p:cNvPr>
              <p:cNvPicPr/>
              <p:nvPr/>
            </p:nvPicPr>
            <p:blipFill>
              <a:blip r:embed="rId79"/>
              <a:stretch>
                <a:fillRect/>
              </a:stretch>
            </p:blipFill>
            <p:spPr>
              <a:xfrm>
                <a:off x="2351664" y="2295936"/>
                <a:ext cx="1386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85022E75-DA99-D710-4AA2-4D7F57204B83}"/>
                  </a:ext>
                </a:extLst>
              </p14:cNvPr>
              <p14:cNvContentPartPr/>
              <p14:nvPr/>
            </p14:nvContentPartPr>
            <p14:xfrm>
              <a:off x="2503224" y="2169936"/>
              <a:ext cx="174600" cy="242280"/>
            </p14:xfrm>
          </p:contentPart>
        </mc:Choice>
        <mc:Fallback xmlns="">
          <p:pic>
            <p:nvPicPr>
              <p:cNvPr id="46" name="Ink 45">
                <a:extLst>
                  <a:ext uri="{FF2B5EF4-FFF2-40B4-BE49-F238E27FC236}">
                    <a16:creationId xmlns:a16="http://schemas.microsoft.com/office/drawing/2014/main" id="{85022E75-DA99-D710-4AA2-4D7F57204B83}"/>
                  </a:ext>
                </a:extLst>
              </p:cNvPr>
              <p:cNvPicPr/>
              <p:nvPr/>
            </p:nvPicPr>
            <p:blipFill>
              <a:blip r:embed="rId81"/>
              <a:stretch>
                <a:fillRect/>
              </a:stretch>
            </p:blipFill>
            <p:spPr>
              <a:xfrm>
                <a:off x="2498904" y="2165616"/>
                <a:ext cx="18324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0C030AA7-C0D0-1A80-9C38-78FCA3178F6D}"/>
                  </a:ext>
                </a:extLst>
              </p14:cNvPr>
              <p14:cNvContentPartPr/>
              <p14:nvPr/>
            </p14:nvContentPartPr>
            <p14:xfrm>
              <a:off x="3042144" y="1705896"/>
              <a:ext cx="3159360" cy="281880"/>
            </p14:xfrm>
          </p:contentPart>
        </mc:Choice>
        <mc:Fallback xmlns="">
          <p:pic>
            <p:nvPicPr>
              <p:cNvPr id="47" name="Ink 46">
                <a:extLst>
                  <a:ext uri="{FF2B5EF4-FFF2-40B4-BE49-F238E27FC236}">
                    <a16:creationId xmlns:a16="http://schemas.microsoft.com/office/drawing/2014/main" id="{0C030AA7-C0D0-1A80-9C38-78FCA3178F6D}"/>
                  </a:ext>
                </a:extLst>
              </p:cNvPr>
              <p:cNvPicPr/>
              <p:nvPr/>
            </p:nvPicPr>
            <p:blipFill>
              <a:blip r:embed="rId83"/>
              <a:stretch>
                <a:fillRect/>
              </a:stretch>
            </p:blipFill>
            <p:spPr>
              <a:xfrm>
                <a:off x="3037824" y="1701576"/>
                <a:ext cx="31680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BED8589E-91B2-A601-ED33-F2E6152ABFEF}"/>
                  </a:ext>
                </a:extLst>
              </p14:cNvPr>
              <p14:cNvContentPartPr/>
              <p14:nvPr/>
            </p14:nvContentPartPr>
            <p14:xfrm>
              <a:off x="4076784" y="2136816"/>
              <a:ext cx="153000" cy="105480"/>
            </p14:xfrm>
          </p:contentPart>
        </mc:Choice>
        <mc:Fallback xmlns="">
          <p:pic>
            <p:nvPicPr>
              <p:cNvPr id="48" name="Ink 47">
                <a:extLst>
                  <a:ext uri="{FF2B5EF4-FFF2-40B4-BE49-F238E27FC236}">
                    <a16:creationId xmlns:a16="http://schemas.microsoft.com/office/drawing/2014/main" id="{BED8589E-91B2-A601-ED33-F2E6152ABFEF}"/>
                  </a:ext>
                </a:extLst>
              </p:cNvPr>
              <p:cNvPicPr/>
              <p:nvPr/>
            </p:nvPicPr>
            <p:blipFill>
              <a:blip r:embed="rId85"/>
              <a:stretch>
                <a:fillRect/>
              </a:stretch>
            </p:blipFill>
            <p:spPr>
              <a:xfrm>
                <a:off x="4072464" y="2132496"/>
                <a:ext cx="1616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3EC1CC9C-2F6D-3E4A-F764-2A7CABAD9FB0}"/>
                  </a:ext>
                </a:extLst>
              </p14:cNvPr>
              <p14:cNvContentPartPr/>
              <p14:nvPr/>
            </p14:nvContentPartPr>
            <p14:xfrm>
              <a:off x="4243464" y="2155176"/>
              <a:ext cx="159840" cy="73800"/>
            </p14:xfrm>
          </p:contentPart>
        </mc:Choice>
        <mc:Fallback xmlns="">
          <p:pic>
            <p:nvPicPr>
              <p:cNvPr id="49" name="Ink 48">
                <a:extLst>
                  <a:ext uri="{FF2B5EF4-FFF2-40B4-BE49-F238E27FC236}">
                    <a16:creationId xmlns:a16="http://schemas.microsoft.com/office/drawing/2014/main" id="{3EC1CC9C-2F6D-3E4A-F764-2A7CABAD9FB0}"/>
                  </a:ext>
                </a:extLst>
              </p:cNvPr>
              <p:cNvPicPr/>
              <p:nvPr/>
            </p:nvPicPr>
            <p:blipFill>
              <a:blip r:embed="rId87"/>
              <a:stretch>
                <a:fillRect/>
              </a:stretch>
            </p:blipFill>
            <p:spPr>
              <a:xfrm>
                <a:off x="4239144" y="2150856"/>
                <a:ext cx="1684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661F72D9-CCE2-BB73-3090-F6C864CA7BE8}"/>
                  </a:ext>
                </a:extLst>
              </p14:cNvPr>
              <p14:cNvContentPartPr/>
              <p14:nvPr/>
            </p14:nvContentPartPr>
            <p14:xfrm>
              <a:off x="4423464" y="2133216"/>
              <a:ext cx="143640" cy="126360"/>
            </p14:xfrm>
          </p:contentPart>
        </mc:Choice>
        <mc:Fallback xmlns="">
          <p:pic>
            <p:nvPicPr>
              <p:cNvPr id="50" name="Ink 49">
                <a:extLst>
                  <a:ext uri="{FF2B5EF4-FFF2-40B4-BE49-F238E27FC236}">
                    <a16:creationId xmlns:a16="http://schemas.microsoft.com/office/drawing/2014/main" id="{661F72D9-CCE2-BB73-3090-F6C864CA7BE8}"/>
                  </a:ext>
                </a:extLst>
              </p:cNvPr>
              <p:cNvPicPr/>
              <p:nvPr/>
            </p:nvPicPr>
            <p:blipFill>
              <a:blip r:embed="rId89"/>
              <a:stretch>
                <a:fillRect/>
              </a:stretch>
            </p:blipFill>
            <p:spPr>
              <a:xfrm>
                <a:off x="4419144" y="2128896"/>
                <a:ext cx="1522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0E951E37-2F26-D608-679D-6BA2BDBCFD7C}"/>
                  </a:ext>
                </a:extLst>
              </p14:cNvPr>
              <p14:cNvContentPartPr/>
              <p14:nvPr/>
            </p14:nvContentPartPr>
            <p14:xfrm>
              <a:off x="4573584" y="2105136"/>
              <a:ext cx="101880" cy="115560"/>
            </p14:xfrm>
          </p:contentPart>
        </mc:Choice>
        <mc:Fallback xmlns="">
          <p:pic>
            <p:nvPicPr>
              <p:cNvPr id="51" name="Ink 50">
                <a:extLst>
                  <a:ext uri="{FF2B5EF4-FFF2-40B4-BE49-F238E27FC236}">
                    <a16:creationId xmlns:a16="http://schemas.microsoft.com/office/drawing/2014/main" id="{0E951E37-2F26-D608-679D-6BA2BDBCFD7C}"/>
                  </a:ext>
                </a:extLst>
              </p:cNvPr>
              <p:cNvPicPr/>
              <p:nvPr/>
            </p:nvPicPr>
            <p:blipFill>
              <a:blip r:embed="rId91"/>
              <a:stretch>
                <a:fillRect/>
              </a:stretch>
            </p:blipFill>
            <p:spPr>
              <a:xfrm>
                <a:off x="4569264" y="2100816"/>
                <a:ext cx="1105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15377ACC-5A3A-E7DF-7B9D-69D9A69A069F}"/>
                  </a:ext>
                </a:extLst>
              </p14:cNvPr>
              <p14:cNvContentPartPr/>
              <p14:nvPr/>
            </p14:nvContentPartPr>
            <p14:xfrm>
              <a:off x="4740264" y="2103336"/>
              <a:ext cx="43920" cy="113760"/>
            </p14:xfrm>
          </p:contentPart>
        </mc:Choice>
        <mc:Fallback xmlns="">
          <p:pic>
            <p:nvPicPr>
              <p:cNvPr id="52" name="Ink 51">
                <a:extLst>
                  <a:ext uri="{FF2B5EF4-FFF2-40B4-BE49-F238E27FC236}">
                    <a16:creationId xmlns:a16="http://schemas.microsoft.com/office/drawing/2014/main" id="{15377ACC-5A3A-E7DF-7B9D-69D9A69A069F}"/>
                  </a:ext>
                </a:extLst>
              </p:cNvPr>
              <p:cNvPicPr/>
              <p:nvPr/>
            </p:nvPicPr>
            <p:blipFill>
              <a:blip r:embed="rId93"/>
              <a:stretch>
                <a:fillRect/>
              </a:stretch>
            </p:blipFill>
            <p:spPr>
              <a:xfrm>
                <a:off x="4735944" y="2099016"/>
                <a:ext cx="52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Ink 52">
                <a:extLst>
                  <a:ext uri="{FF2B5EF4-FFF2-40B4-BE49-F238E27FC236}">
                    <a16:creationId xmlns:a16="http://schemas.microsoft.com/office/drawing/2014/main" id="{11DB41D9-EBA7-AC37-21F1-372F2C2875B7}"/>
                  </a:ext>
                </a:extLst>
              </p14:cNvPr>
              <p14:cNvContentPartPr/>
              <p14:nvPr/>
            </p14:nvContentPartPr>
            <p14:xfrm>
              <a:off x="4966344" y="1970496"/>
              <a:ext cx="95040" cy="219960"/>
            </p14:xfrm>
          </p:contentPart>
        </mc:Choice>
        <mc:Fallback xmlns="">
          <p:pic>
            <p:nvPicPr>
              <p:cNvPr id="53" name="Ink 52">
                <a:extLst>
                  <a:ext uri="{FF2B5EF4-FFF2-40B4-BE49-F238E27FC236}">
                    <a16:creationId xmlns:a16="http://schemas.microsoft.com/office/drawing/2014/main" id="{11DB41D9-EBA7-AC37-21F1-372F2C2875B7}"/>
                  </a:ext>
                </a:extLst>
              </p:cNvPr>
              <p:cNvPicPr/>
              <p:nvPr/>
            </p:nvPicPr>
            <p:blipFill>
              <a:blip r:embed="rId95"/>
              <a:stretch>
                <a:fillRect/>
              </a:stretch>
            </p:blipFill>
            <p:spPr>
              <a:xfrm>
                <a:off x="4962024" y="1966176"/>
                <a:ext cx="1036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4" name="Ink 53">
                <a:extLst>
                  <a:ext uri="{FF2B5EF4-FFF2-40B4-BE49-F238E27FC236}">
                    <a16:creationId xmlns:a16="http://schemas.microsoft.com/office/drawing/2014/main" id="{9B9B062F-D013-C0B2-FD01-5261BCD5AF4B}"/>
                  </a:ext>
                </a:extLst>
              </p14:cNvPr>
              <p14:cNvContentPartPr/>
              <p14:nvPr/>
            </p14:nvContentPartPr>
            <p14:xfrm>
              <a:off x="4894704" y="2096496"/>
              <a:ext cx="143640" cy="31680"/>
            </p14:xfrm>
          </p:contentPart>
        </mc:Choice>
        <mc:Fallback xmlns="">
          <p:pic>
            <p:nvPicPr>
              <p:cNvPr id="54" name="Ink 53">
                <a:extLst>
                  <a:ext uri="{FF2B5EF4-FFF2-40B4-BE49-F238E27FC236}">
                    <a16:creationId xmlns:a16="http://schemas.microsoft.com/office/drawing/2014/main" id="{9B9B062F-D013-C0B2-FD01-5261BCD5AF4B}"/>
                  </a:ext>
                </a:extLst>
              </p:cNvPr>
              <p:cNvPicPr/>
              <p:nvPr/>
            </p:nvPicPr>
            <p:blipFill>
              <a:blip r:embed="rId97"/>
              <a:stretch>
                <a:fillRect/>
              </a:stretch>
            </p:blipFill>
            <p:spPr>
              <a:xfrm>
                <a:off x="4890384" y="2092176"/>
                <a:ext cx="1522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Ink 54">
                <a:extLst>
                  <a:ext uri="{FF2B5EF4-FFF2-40B4-BE49-F238E27FC236}">
                    <a16:creationId xmlns:a16="http://schemas.microsoft.com/office/drawing/2014/main" id="{382D225F-8D3D-C490-9AB6-BD67A836F56F}"/>
                  </a:ext>
                </a:extLst>
              </p14:cNvPr>
              <p14:cNvContentPartPr/>
              <p14:nvPr/>
            </p14:nvContentPartPr>
            <p14:xfrm>
              <a:off x="5063544" y="2111256"/>
              <a:ext cx="138960" cy="108000"/>
            </p14:xfrm>
          </p:contentPart>
        </mc:Choice>
        <mc:Fallback xmlns="">
          <p:pic>
            <p:nvPicPr>
              <p:cNvPr id="55" name="Ink 54">
                <a:extLst>
                  <a:ext uri="{FF2B5EF4-FFF2-40B4-BE49-F238E27FC236}">
                    <a16:creationId xmlns:a16="http://schemas.microsoft.com/office/drawing/2014/main" id="{382D225F-8D3D-C490-9AB6-BD67A836F56F}"/>
                  </a:ext>
                </a:extLst>
              </p:cNvPr>
              <p:cNvPicPr/>
              <p:nvPr/>
            </p:nvPicPr>
            <p:blipFill>
              <a:blip r:embed="rId99"/>
              <a:stretch>
                <a:fillRect/>
              </a:stretch>
            </p:blipFill>
            <p:spPr>
              <a:xfrm>
                <a:off x="5059224" y="2106936"/>
                <a:ext cx="1476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Ink 55">
                <a:extLst>
                  <a:ext uri="{FF2B5EF4-FFF2-40B4-BE49-F238E27FC236}">
                    <a16:creationId xmlns:a16="http://schemas.microsoft.com/office/drawing/2014/main" id="{827F2928-E419-83C1-FBD6-403FD2252A16}"/>
                  </a:ext>
                </a:extLst>
              </p14:cNvPr>
              <p14:cNvContentPartPr/>
              <p14:nvPr/>
            </p14:nvContentPartPr>
            <p14:xfrm>
              <a:off x="5250024" y="1905336"/>
              <a:ext cx="264240" cy="302760"/>
            </p14:xfrm>
          </p:contentPart>
        </mc:Choice>
        <mc:Fallback xmlns="">
          <p:pic>
            <p:nvPicPr>
              <p:cNvPr id="56" name="Ink 55">
                <a:extLst>
                  <a:ext uri="{FF2B5EF4-FFF2-40B4-BE49-F238E27FC236}">
                    <a16:creationId xmlns:a16="http://schemas.microsoft.com/office/drawing/2014/main" id="{827F2928-E419-83C1-FBD6-403FD2252A16}"/>
                  </a:ext>
                </a:extLst>
              </p:cNvPr>
              <p:cNvPicPr/>
              <p:nvPr/>
            </p:nvPicPr>
            <p:blipFill>
              <a:blip r:embed="rId101"/>
              <a:stretch>
                <a:fillRect/>
              </a:stretch>
            </p:blipFill>
            <p:spPr>
              <a:xfrm>
                <a:off x="5245704" y="1901016"/>
                <a:ext cx="27288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Ink 56">
                <a:extLst>
                  <a:ext uri="{FF2B5EF4-FFF2-40B4-BE49-F238E27FC236}">
                    <a16:creationId xmlns:a16="http://schemas.microsoft.com/office/drawing/2014/main" id="{4F001383-0AD3-16EB-88F1-B836A006B2D2}"/>
                  </a:ext>
                </a:extLst>
              </p14:cNvPr>
              <p14:cNvContentPartPr/>
              <p14:nvPr/>
            </p14:nvContentPartPr>
            <p14:xfrm>
              <a:off x="1545264" y="2182896"/>
              <a:ext cx="9720" cy="21240"/>
            </p14:xfrm>
          </p:contentPart>
        </mc:Choice>
        <mc:Fallback xmlns="">
          <p:pic>
            <p:nvPicPr>
              <p:cNvPr id="57" name="Ink 56">
                <a:extLst>
                  <a:ext uri="{FF2B5EF4-FFF2-40B4-BE49-F238E27FC236}">
                    <a16:creationId xmlns:a16="http://schemas.microsoft.com/office/drawing/2014/main" id="{4F001383-0AD3-16EB-88F1-B836A006B2D2}"/>
                  </a:ext>
                </a:extLst>
              </p:cNvPr>
              <p:cNvPicPr/>
              <p:nvPr/>
            </p:nvPicPr>
            <p:blipFill>
              <a:blip r:embed="rId103"/>
              <a:stretch>
                <a:fillRect/>
              </a:stretch>
            </p:blipFill>
            <p:spPr>
              <a:xfrm>
                <a:off x="1540944" y="2178576"/>
                <a:ext cx="18360" cy="29880"/>
              </a:xfrm>
              <a:prstGeom prst="rect">
                <a:avLst/>
              </a:prstGeom>
            </p:spPr>
          </p:pic>
        </mc:Fallback>
      </mc:AlternateContent>
      <p:grpSp>
        <p:nvGrpSpPr>
          <p:cNvPr id="58" name="Group 57">
            <a:extLst>
              <a:ext uri="{FF2B5EF4-FFF2-40B4-BE49-F238E27FC236}">
                <a16:creationId xmlns:a16="http://schemas.microsoft.com/office/drawing/2014/main" id="{53D7FC86-8F33-1023-C16E-9D19A50F35ED}"/>
              </a:ext>
            </a:extLst>
          </p:cNvPr>
          <p:cNvGrpSpPr/>
          <p:nvPr/>
        </p:nvGrpSpPr>
        <p:grpSpPr>
          <a:xfrm>
            <a:off x="1743984" y="2960136"/>
            <a:ext cx="3860280" cy="642600"/>
            <a:chOff x="1743984" y="2960136"/>
            <a:chExt cx="3860280" cy="642600"/>
          </a:xfrm>
        </p:grpSpPr>
        <mc:AlternateContent xmlns:mc="http://schemas.openxmlformats.org/markup-compatibility/2006" xmlns:p14="http://schemas.microsoft.com/office/powerpoint/2010/main">
          <mc:Choice Requires="p14">
            <p:contentPart p14:bwMode="auto" r:id="rId104">
              <p14:nvContentPartPr>
                <p14:cNvPr id="59" name="Ink 58">
                  <a:extLst>
                    <a:ext uri="{FF2B5EF4-FFF2-40B4-BE49-F238E27FC236}">
                      <a16:creationId xmlns:a16="http://schemas.microsoft.com/office/drawing/2014/main" id="{938DDD6E-7489-4091-392D-254B09A0695D}"/>
                    </a:ext>
                  </a:extLst>
                </p14:cNvPr>
                <p14:cNvContentPartPr/>
                <p14:nvPr/>
              </p14:nvContentPartPr>
              <p14:xfrm>
                <a:off x="1804104" y="3126456"/>
                <a:ext cx="21240" cy="476280"/>
              </p14:xfrm>
            </p:contentPart>
          </mc:Choice>
          <mc:Fallback xmlns="">
            <p:pic>
              <p:nvPicPr>
                <p:cNvPr id="59" name="Ink 58">
                  <a:extLst>
                    <a:ext uri="{FF2B5EF4-FFF2-40B4-BE49-F238E27FC236}">
                      <a16:creationId xmlns:a16="http://schemas.microsoft.com/office/drawing/2014/main" id="{938DDD6E-7489-4091-392D-254B09A0695D}"/>
                    </a:ext>
                  </a:extLst>
                </p:cNvPr>
                <p:cNvPicPr/>
                <p:nvPr/>
              </p:nvPicPr>
              <p:blipFill>
                <a:blip r:embed="rId105"/>
                <a:stretch>
                  <a:fillRect/>
                </a:stretch>
              </p:blipFill>
              <p:spPr>
                <a:xfrm>
                  <a:off x="1799784" y="3122136"/>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0" name="Ink 59">
                  <a:extLst>
                    <a:ext uri="{FF2B5EF4-FFF2-40B4-BE49-F238E27FC236}">
                      <a16:creationId xmlns:a16="http://schemas.microsoft.com/office/drawing/2014/main" id="{B15185F6-B696-7684-BD4E-4BD39FFBD142}"/>
                    </a:ext>
                  </a:extLst>
                </p14:cNvPr>
                <p14:cNvContentPartPr/>
                <p14:nvPr/>
              </p14:nvContentPartPr>
              <p14:xfrm>
                <a:off x="1743984" y="2960136"/>
                <a:ext cx="3860280" cy="523800"/>
              </p14:xfrm>
            </p:contentPart>
          </mc:Choice>
          <mc:Fallback xmlns="">
            <p:pic>
              <p:nvPicPr>
                <p:cNvPr id="60" name="Ink 59">
                  <a:extLst>
                    <a:ext uri="{FF2B5EF4-FFF2-40B4-BE49-F238E27FC236}">
                      <a16:creationId xmlns:a16="http://schemas.microsoft.com/office/drawing/2014/main" id="{B15185F6-B696-7684-BD4E-4BD39FFBD142}"/>
                    </a:ext>
                  </a:extLst>
                </p:cNvPr>
                <p:cNvPicPr/>
                <p:nvPr/>
              </p:nvPicPr>
              <p:blipFill>
                <a:blip r:embed="rId107"/>
                <a:stretch>
                  <a:fillRect/>
                </a:stretch>
              </p:blipFill>
              <p:spPr>
                <a:xfrm>
                  <a:off x="1739664" y="2955816"/>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1" name="Ink 60">
                  <a:extLst>
                    <a:ext uri="{FF2B5EF4-FFF2-40B4-BE49-F238E27FC236}">
                      <a16:creationId xmlns:a16="http://schemas.microsoft.com/office/drawing/2014/main" id="{A66B35C7-0835-FCE1-7494-C2A123061803}"/>
                    </a:ext>
                  </a:extLst>
                </p14:cNvPr>
                <p14:cNvContentPartPr/>
                <p14:nvPr/>
              </p14:nvContentPartPr>
              <p14:xfrm>
                <a:off x="2104344" y="3081456"/>
                <a:ext cx="25920" cy="314640"/>
              </p14:xfrm>
            </p:contentPart>
          </mc:Choice>
          <mc:Fallback xmlns="">
            <p:pic>
              <p:nvPicPr>
                <p:cNvPr id="61" name="Ink 60">
                  <a:extLst>
                    <a:ext uri="{FF2B5EF4-FFF2-40B4-BE49-F238E27FC236}">
                      <a16:creationId xmlns:a16="http://schemas.microsoft.com/office/drawing/2014/main" id="{A66B35C7-0835-FCE1-7494-C2A123061803}"/>
                    </a:ext>
                  </a:extLst>
                </p:cNvPr>
                <p:cNvPicPr/>
                <p:nvPr/>
              </p:nvPicPr>
              <p:blipFill>
                <a:blip r:embed="rId109"/>
                <a:stretch>
                  <a:fillRect/>
                </a:stretch>
              </p:blipFill>
              <p:spPr>
                <a:xfrm>
                  <a:off x="2100024" y="3077136"/>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2" name="Ink 61">
                  <a:extLst>
                    <a:ext uri="{FF2B5EF4-FFF2-40B4-BE49-F238E27FC236}">
                      <a16:creationId xmlns:a16="http://schemas.microsoft.com/office/drawing/2014/main" id="{75289A83-2AEC-1075-37A0-15AB4F4B6CD8}"/>
                    </a:ext>
                  </a:extLst>
                </p14:cNvPr>
                <p14:cNvContentPartPr/>
                <p14:nvPr/>
              </p14:nvContentPartPr>
              <p14:xfrm>
                <a:off x="2631024" y="3065616"/>
                <a:ext cx="41760" cy="279720"/>
              </p14:xfrm>
            </p:contentPart>
          </mc:Choice>
          <mc:Fallback xmlns="">
            <p:pic>
              <p:nvPicPr>
                <p:cNvPr id="62" name="Ink 61">
                  <a:extLst>
                    <a:ext uri="{FF2B5EF4-FFF2-40B4-BE49-F238E27FC236}">
                      <a16:creationId xmlns:a16="http://schemas.microsoft.com/office/drawing/2014/main" id="{75289A83-2AEC-1075-37A0-15AB4F4B6CD8}"/>
                    </a:ext>
                  </a:extLst>
                </p:cNvPr>
                <p:cNvPicPr/>
                <p:nvPr/>
              </p:nvPicPr>
              <p:blipFill>
                <a:blip r:embed="rId111"/>
                <a:stretch>
                  <a:fillRect/>
                </a:stretch>
              </p:blipFill>
              <p:spPr>
                <a:xfrm>
                  <a:off x="2626704" y="3061296"/>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3" name="Ink 62">
                  <a:extLst>
                    <a:ext uri="{FF2B5EF4-FFF2-40B4-BE49-F238E27FC236}">
                      <a16:creationId xmlns:a16="http://schemas.microsoft.com/office/drawing/2014/main" id="{7C1C310C-3DD3-A33E-948F-111089ACE933}"/>
                    </a:ext>
                  </a:extLst>
                </p14:cNvPr>
                <p14:cNvContentPartPr/>
                <p14:nvPr/>
              </p14:nvContentPartPr>
              <p14:xfrm>
                <a:off x="3270744" y="3069936"/>
                <a:ext cx="44280" cy="303120"/>
              </p14:xfrm>
            </p:contentPart>
          </mc:Choice>
          <mc:Fallback xmlns="">
            <p:pic>
              <p:nvPicPr>
                <p:cNvPr id="63" name="Ink 62">
                  <a:extLst>
                    <a:ext uri="{FF2B5EF4-FFF2-40B4-BE49-F238E27FC236}">
                      <a16:creationId xmlns:a16="http://schemas.microsoft.com/office/drawing/2014/main" id="{7C1C310C-3DD3-A33E-948F-111089ACE933}"/>
                    </a:ext>
                  </a:extLst>
                </p:cNvPr>
                <p:cNvPicPr/>
                <p:nvPr/>
              </p:nvPicPr>
              <p:blipFill>
                <a:blip r:embed="rId113"/>
                <a:stretch>
                  <a:fillRect/>
                </a:stretch>
              </p:blipFill>
              <p:spPr>
                <a:xfrm>
                  <a:off x="3266424" y="3065616"/>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4" name="Ink 63">
                  <a:extLst>
                    <a:ext uri="{FF2B5EF4-FFF2-40B4-BE49-F238E27FC236}">
                      <a16:creationId xmlns:a16="http://schemas.microsoft.com/office/drawing/2014/main" id="{DB1A7C8D-2A05-197E-D331-FA143D1566A8}"/>
                    </a:ext>
                  </a:extLst>
                </p14:cNvPr>
                <p14:cNvContentPartPr/>
                <p14:nvPr/>
              </p14:nvContentPartPr>
              <p14:xfrm>
                <a:off x="3917664" y="3046896"/>
                <a:ext cx="14040" cy="295920"/>
              </p14:xfrm>
            </p:contentPart>
          </mc:Choice>
          <mc:Fallback xmlns="">
            <p:pic>
              <p:nvPicPr>
                <p:cNvPr id="64" name="Ink 63">
                  <a:extLst>
                    <a:ext uri="{FF2B5EF4-FFF2-40B4-BE49-F238E27FC236}">
                      <a16:creationId xmlns:a16="http://schemas.microsoft.com/office/drawing/2014/main" id="{DB1A7C8D-2A05-197E-D331-FA143D1566A8}"/>
                    </a:ext>
                  </a:extLst>
                </p:cNvPr>
                <p:cNvPicPr/>
                <p:nvPr/>
              </p:nvPicPr>
              <p:blipFill>
                <a:blip r:embed="rId115"/>
                <a:stretch>
                  <a:fillRect/>
                </a:stretch>
              </p:blipFill>
              <p:spPr>
                <a:xfrm>
                  <a:off x="3913344" y="3042576"/>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5" name="Ink 64">
                  <a:extLst>
                    <a:ext uri="{FF2B5EF4-FFF2-40B4-BE49-F238E27FC236}">
                      <a16:creationId xmlns:a16="http://schemas.microsoft.com/office/drawing/2014/main" id="{E7C0928E-48F7-D99A-CC3F-734933CBFBF8}"/>
                    </a:ext>
                  </a:extLst>
                </p14:cNvPr>
                <p14:cNvContentPartPr/>
                <p14:nvPr/>
              </p14:nvContentPartPr>
              <p14:xfrm>
                <a:off x="4749264" y="3009816"/>
                <a:ext cx="48960" cy="413640"/>
              </p14:xfrm>
            </p:contentPart>
          </mc:Choice>
          <mc:Fallback xmlns="">
            <p:pic>
              <p:nvPicPr>
                <p:cNvPr id="65" name="Ink 64">
                  <a:extLst>
                    <a:ext uri="{FF2B5EF4-FFF2-40B4-BE49-F238E27FC236}">
                      <a16:creationId xmlns:a16="http://schemas.microsoft.com/office/drawing/2014/main" id="{E7C0928E-48F7-D99A-CC3F-734933CBFBF8}"/>
                    </a:ext>
                  </a:extLst>
                </p:cNvPr>
                <p:cNvPicPr/>
                <p:nvPr/>
              </p:nvPicPr>
              <p:blipFill>
                <a:blip r:embed="rId117"/>
                <a:stretch>
                  <a:fillRect/>
                </a:stretch>
              </p:blipFill>
              <p:spPr>
                <a:xfrm>
                  <a:off x="4744944" y="3005496"/>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6" name="Ink 65">
                  <a:extLst>
                    <a:ext uri="{FF2B5EF4-FFF2-40B4-BE49-F238E27FC236}">
                      <a16:creationId xmlns:a16="http://schemas.microsoft.com/office/drawing/2014/main" id="{30DE1588-8391-9A34-A905-F9AE7844527E}"/>
                    </a:ext>
                  </a:extLst>
                </p14:cNvPr>
                <p14:cNvContentPartPr/>
                <p14:nvPr/>
              </p14:nvContentPartPr>
              <p14:xfrm>
                <a:off x="3506544" y="3150936"/>
                <a:ext cx="100440" cy="154800"/>
              </p14:xfrm>
            </p:contentPart>
          </mc:Choice>
          <mc:Fallback xmlns="">
            <p:pic>
              <p:nvPicPr>
                <p:cNvPr id="66" name="Ink 65">
                  <a:extLst>
                    <a:ext uri="{FF2B5EF4-FFF2-40B4-BE49-F238E27FC236}">
                      <a16:creationId xmlns:a16="http://schemas.microsoft.com/office/drawing/2014/main" id="{30DE1588-8391-9A34-A905-F9AE7844527E}"/>
                    </a:ext>
                  </a:extLst>
                </p:cNvPr>
                <p:cNvPicPr/>
                <p:nvPr/>
              </p:nvPicPr>
              <p:blipFill>
                <a:blip r:embed="rId119"/>
                <a:stretch>
                  <a:fillRect/>
                </a:stretch>
              </p:blipFill>
              <p:spPr>
                <a:xfrm>
                  <a:off x="3502224" y="3146616"/>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7" name="Ink 66">
                  <a:extLst>
                    <a:ext uri="{FF2B5EF4-FFF2-40B4-BE49-F238E27FC236}">
                      <a16:creationId xmlns:a16="http://schemas.microsoft.com/office/drawing/2014/main" id="{5F089B4C-08DE-9086-8A04-C962DB05408D}"/>
                    </a:ext>
                  </a:extLst>
                </p14:cNvPr>
                <p14:cNvContentPartPr/>
                <p14:nvPr/>
              </p14:nvContentPartPr>
              <p14:xfrm>
                <a:off x="3561984" y="3133296"/>
                <a:ext cx="132120" cy="20160"/>
              </p14:xfrm>
            </p:contentPart>
          </mc:Choice>
          <mc:Fallback xmlns="">
            <p:pic>
              <p:nvPicPr>
                <p:cNvPr id="67" name="Ink 66">
                  <a:extLst>
                    <a:ext uri="{FF2B5EF4-FFF2-40B4-BE49-F238E27FC236}">
                      <a16:creationId xmlns:a16="http://schemas.microsoft.com/office/drawing/2014/main" id="{5F089B4C-08DE-9086-8A04-C962DB05408D}"/>
                    </a:ext>
                  </a:extLst>
                </p:cNvPr>
                <p:cNvPicPr/>
                <p:nvPr/>
              </p:nvPicPr>
              <p:blipFill>
                <a:blip r:embed="rId121"/>
                <a:stretch>
                  <a:fillRect/>
                </a:stretch>
              </p:blipFill>
              <p:spPr>
                <a:xfrm>
                  <a:off x="3557664" y="3128976"/>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8" name="Ink 67">
                  <a:extLst>
                    <a:ext uri="{FF2B5EF4-FFF2-40B4-BE49-F238E27FC236}">
                      <a16:creationId xmlns:a16="http://schemas.microsoft.com/office/drawing/2014/main" id="{9BE2FFE8-5D66-1DFF-3E88-F15B2A9A79A3}"/>
                    </a:ext>
                  </a:extLst>
                </p14:cNvPr>
                <p14:cNvContentPartPr/>
                <p14:nvPr/>
              </p14:nvContentPartPr>
              <p14:xfrm>
                <a:off x="2342304" y="3190536"/>
                <a:ext cx="99720" cy="146880"/>
              </p14:xfrm>
            </p:contentPart>
          </mc:Choice>
          <mc:Fallback xmlns="">
            <p:pic>
              <p:nvPicPr>
                <p:cNvPr id="68" name="Ink 67">
                  <a:extLst>
                    <a:ext uri="{FF2B5EF4-FFF2-40B4-BE49-F238E27FC236}">
                      <a16:creationId xmlns:a16="http://schemas.microsoft.com/office/drawing/2014/main" id="{9BE2FFE8-5D66-1DFF-3E88-F15B2A9A79A3}"/>
                    </a:ext>
                  </a:extLst>
                </p:cNvPr>
                <p:cNvPicPr/>
                <p:nvPr/>
              </p:nvPicPr>
              <p:blipFill>
                <a:blip r:embed="rId123"/>
                <a:stretch>
                  <a:fillRect/>
                </a:stretch>
              </p:blipFill>
              <p:spPr>
                <a:xfrm>
                  <a:off x="2337984" y="3186216"/>
                  <a:ext cx="1083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9" name="Ink 68">
                  <a:extLst>
                    <a:ext uri="{FF2B5EF4-FFF2-40B4-BE49-F238E27FC236}">
                      <a16:creationId xmlns:a16="http://schemas.microsoft.com/office/drawing/2014/main" id="{4E557892-16B4-3BD6-215D-03C366CE3453}"/>
                    </a:ext>
                  </a:extLst>
                </p14:cNvPr>
                <p14:cNvContentPartPr/>
                <p14:nvPr/>
              </p14:nvContentPartPr>
              <p14:xfrm>
                <a:off x="4984704" y="3111696"/>
                <a:ext cx="41760" cy="187560"/>
              </p14:xfrm>
            </p:contentPart>
          </mc:Choice>
          <mc:Fallback xmlns="">
            <p:pic>
              <p:nvPicPr>
                <p:cNvPr id="69" name="Ink 68">
                  <a:extLst>
                    <a:ext uri="{FF2B5EF4-FFF2-40B4-BE49-F238E27FC236}">
                      <a16:creationId xmlns:a16="http://schemas.microsoft.com/office/drawing/2014/main" id="{4E557892-16B4-3BD6-215D-03C366CE3453}"/>
                    </a:ext>
                  </a:extLst>
                </p:cNvPr>
                <p:cNvPicPr/>
                <p:nvPr/>
              </p:nvPicPr>
              <p:blipFill>
                <a:blip r:embed="rId125"/>
                <a:stretch>
                  <a:fillRect/>
                </a:stretch>
              </p:blipFill>
              <p:spPr>
                <a:xfrm>
                  <a:off x="4980384" y="3107376"/>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0" name="Ink 69">
                  <a:extLst>
                    <a:ext uri="{FF2B5EF4-FFF2-40B4-BE49-F238E27FC236}">
                      <a16:creationId xmlns:a16="http://schemas.microsoft.com/office/drawing/2014/main" id="{3B86EC73-6EB5-810E-7E2B-9A5EC6C1C849}"/>
                    </a:ext>
                  </a:extLst>
                </p14:cNvPr>
                <p14:cNvContentPartPr/>
                <p14:nvPr/>
              </p14:nvContentPartPr>
              <p14:xfrm>
                <a:off x="4217904" y="3154176"/>
                <a:ext cx="132840" cy="130320"/>
              </p14:xfrm>
            </p:contentPart>
          </mc:Choice>
          <mc:Fallback xmlns="">
            <p:pic>
              <p:nvPicPr>
                <p:cNvPr id="70" name="Ink 69">
                  <a:extLst>
                    <a:ext uri="{FF2B5EF4-FFF2-40B4-BE49-F238E27FC236}">
                      <a16:creationId xmlns:a16="http://schemas.microsoft.com/office/drawing/2014/main" id="{3B86EC73-6EB5-810E-7E2B-9A5EC6C1C849}"/>
                    </a:ext>
                  </a:extLst>
                </p:cNvPr>
                <p:cNvPicPr/>
                <p:nvPr/>
              </p:nvPicPr>
              <p:blipFill>
                <a:blip r:embed="rId127"/>
                <a:stretch>
                  <a:fillRect/>
                </a:stretch>
              </p:blipFill>
              <p:spPr>
                <a:xfrm>
                  <a:off x="4213584" y="3149856"/>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1" name="Ink 70">
                  <a:extLst>
                    <a:ext uri="{FF2B5EF4-FFF2-40B4-BE49-F238E27FC236}">
                      <a16:creationId xmlns:a16="http://schemas.microsoft.com/office/drawing/2014/main" id="{B0FBA3B7-AB22-E56E-1202-5D3739DC36B3}"/>
                    </a:ext>
                  </a:extLst>
                </p14:cNvPr>
                <p14:cNvContentPartPr/>
                <p14:nvPr/>
              </p14:nvContentPartPr>
              <p14:xfrm>
                <a:off x="2883744" y="3145176"/>
                <a:ext cx="190800" cy="133560"/>
              </p14:xfrm>
            </p:contentPart>
          </mc:Choice>
          <mc:Fallback xmlns="">
            <p:pic>
              <p:nvPicPr>
                <p:cNvPr id="71" name="Ink 70">
                  <a:extLst>
                    <a:ext uri="{FF2B5EF4-FFF2-40B4-BE49-F238E27FC236}">
                      <a16:creationId xmlns:a16="http://schemas.microsoft.com/office/drawing/2014/main" id="{B0FBA3B7-AB22-E56E-1202-5D3739DC36B3}"/>
                    </a:ext>
                  </a:extLst>
                </p:cNvPr>
                <p:cNvPicPr/>
                <p:nvPr/>
              </p:nvPicPr>
              <p:blipFill>
                <a:blip r:embed="rId129"/>
                <a:stretch>
                  <a:fillRect/>
                </a:stretch>
              </p:blipFill>
              <p:spPr>
                <a:xfrm>
                  <a:off x="2879424" y="3140856"/>
                  <a:ext cx="199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2" name="Ink 71">
                  <a:extLst>
                    <a:ext uri="{FF2B5EF4-FFF2-40B4-BE49-F238E27FC236}">
                      <a16:creationId xmlns:a16="http://schemas.microsoft.com/office/drawing/2014/main" id="{68369504-0444-5E85-AD33-94550F37F995}"/>
                    </a:ext>
                  </a:extLst>
                </p14:cNvPr>
                <p14:cNvContentPartPr/>
                <p14:nvPr/>
              </p14:nvContentPartPr>
              <p14:xfrm>
                <a:off x="1894104" y="3222576"/>
                <a:ext cx="141120" cy="111960"/>
              </p14:xfrm>
            </p:contentPart>
          </mc:Choice>
          <mc:Fallback xmlns="">
            <p:pic>
              <p:nvPicPr>
                <p:cNvPr id="72" name="Ink 71">
                  <a:extLst>
                    <a:ext uri="{FF2B5EF4-FFF2-40B4-BE49-F238E27FC236}">
                      <a16:creationId xmlns:a16="http://schemas.microsoft.com/office/drawing/2014/main" id="{68369504-0444-5E85-AD33-94550F37F995}"/>
                    </a:ext>
                  </a:extLst>
                </p:cNvPr>
                <p:cNvPicPr/>
                <p:nvPr/>
              </p:nvPicPr>
              <p:blipFill>
                <a:blip r:embed="rId131"/>
                <a:stretch>
                  <a:fillRect/>
                </a:stretch>
              </p:blipFill>
              <p:spPr>
                <a:xfrm>
                  <a:off x="1889784" y="3218256"/>
                  <a:ext cx="1497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3" name="Ink 72">
                  <a:extLst>
                    <a:ext uri="{FF2B5EF4-FFF2-40B4-BE49-F238E27FC236}">
                      <a16:creationId xmlns:a16="http://schemas.microsoft.com/office/drawing/2014/main" id="{7D1BDE24-7AF4-A3E7-5BF2-57559E7ECCD7}"/>
                    </a:ext>
                  </a:extLst>
                </p14:cNvPr>
                <p14:cNvContentPartPr/>
                <p14:nvPr/>
              </p14:nvContentPartPr>
              <p14:xfrm>
                <a:off x="1927584" y="3288096"/>
                <a:ext cx="119160" cy="6120"/>
              </p14:xfrm>
            </p:contentPart>
          </mc:Choice>
          <mc:Fallback xmlns="">
            <p:pic>
              <p:nvPicPr>
                <p:cNvPr id="73" name="Ink 72">
                  <a:extLst>
                    <a:ext uri="{FF2B5EF4-FFF2-40B4-BE49-F238E27FC236}">
                      <a16:creationId xmlns:a16="http://schemas.microsoft.com/office/drawing/2014/main" id="{7D1BDE24-7AF4-A3E7-5BF2-57559E7ECCD7}"/>
                    </a:ext>
                  </a:extLst>
                </p:cNvPr>
                <p:cNvPicPr/>
                <p:nvPr/>
              </p:nvPicPr>
              <p:blipFill>
                <a:blip r:embed="rId133"/>
                <a:stretch>
                  <a:fillRect/>
                </a:stretch>
              </p:blipFill>
              <p:spPr>
                <a:xfrm>
                  <a:off x="1923264" y="3283776"/>
                  <a:ext cx="127800" cy="14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4">
            <p14:nvContentPartPr>
              <p14:cNvPr id="84" name="Ink 83">
                <a:extLst>
                  <a:ext uri="{FF2B5EF4-FFF2-40B4-BE49-F238E27FC236}">
                    <a16:creationId xmlns:a16="http://schemas.microsoft.com/office/drawing/2014/main" id="{C5FB80B4-8656-B908-7F51-D369F54C1CCB}"/>
                  </a:ext>
                </a:extLst>
              </p14:cNvPr>
              <p14:cNvContentPartPr/>
              <p14:nvPr/>
            </p14:nvContentPartPr>
            <p14:xfrm>
              <a:off x="2199024" y="3522816"/>
              <a:ext cx="3391200" cy="239400"/>
            </p14:xfrm>
          </p:contentPart>
        </mc:Choice>
        <mc:Fallback xmlns="">
          <p:pic>
            <p:nvPicPr>
              <p:cNvPr id="84" name="Ink 83">
                <a:extLst>
                  <a:ext uri="{FF2B5EF4-FFF2-40B4-BE49-F238E27FC236}">
                    <a16:creationId xmlns:a16="http://schemas.microsoft.com/office/drawing/2014/main" id="{C5FB80B4-8656-B908-7F51-D369F54C1CCB}"/>
                  </a:ext>
                </a:extLst>
              </p:cNvPr>
              <p:cNvPicPr/>
              <p:nvPr/>
            </p:nvPicPr>
            <p:blipFill>
              <a:blip r:embed="rId135"/>
              <a:stretch>
                <a:fillRect/>
              </a:stretch>
            </p:blipFill>
            <p:spPr>
              <a:xfrm>
                <a:off x="2194704" y="3518496"/>
                <a:ext cx="3399840" cy="248040"/>
              </a:xfrm>
              <a:prstGeom prst="rect">
                <a:avLst/>
              </a:prstGeom>
            </p:spPr>
          </p:pic>
        </mc:Fallback>
      </mc:AlternateContent>
      <p:grpSp>
        <p:nvGrpSpPr>
          <p:cNvPr id="93" name="Group 92">
            <a:extLst>
              <a:ext uri="{FF2B5EF4-FFF2-40B4-BE49-F238E27FC236}">
                <a16:creationId xmlns:a16="http://schemas.microsoft.com/office/drawing/2014/main" id="{06ADEFD3-E326-B569-1B21-4C14060899A1}"/>
              </a:ext>
            </a:extLst>
          </p:cNvPr>
          <p:cNvGrpSpPr/>
          <p:nvPr/>
        </p:nvGrpSpPr>
        <p:grpSpPr>
          <a:xfrm>
            <a:off x="2877984" y="3893976"/>
            <a:ext cx="1486080" cy="371520"/>
            <a:chOff x="2877984" y="3893976"/>
            <a:chExt cx="1486080" cy="371520"/>
          </a:xfrm>
        </p:grpSpPr>
        <mc:AlternateContent xmlns:mc="http://schemas.openxmlformats.org/markup-compatibility/2006" xmlns:p14="http://schemas.microsoft.com/office/powerpoint/2010/main">
          <mc:Choice Requires="p14">
            <p:contentPart p14:bwMode="auto" r:id="rId136">
              <p14:nvContentPartPr>
                <p14:cNvPr id="85" name="Ink 84">
                  <a:extLst>
                    <a:ext uri="{FF2B5EF4-FFF2-40B4-BE49-F238E27FC236}">
                      <a16:creationId xmlns:a16="http://schemas.microsoft.com/office/drawing/2014/main" id="{7324DBDD-ABDC-6EEA-B952-921B825E24A5}"/>
                    </a:ext>
                  </a:extLst>
                </p14:cNvPr>
                <p14:cNvContentPartPr/>
                <p14:nvPr/>
              </p14:nvContentPartPr>
              <p14:xfrm>
                <a:off x="2877984" y="4148496"/>
                <a:ext cx="157680" cy="117000"/>
              </p14:xfrm>
            </p:contentPart>
          </mc:Choice>
          <mc:Fallback xmlns="">
            <p:pic>
              <p:nvPicPr>
                <p:cNvPr id="85" name="Ink 84">
                  <a:extLst>
                    <a:ext uri="{FF2B5EF4-FFF2-40B4-BE49-F238E27FC236}">
                      <a16:creationId xmlns:a16="http://schemas.microsoft.com/office/drawing/2014/main" id="{7324DBDD-ABDC-6EEA-B952-921B825E24A5}"/>
                    </a:ext>
                  </a:extLst>
                </p:cNvPr>
                <p:cNvPicPr/>
                <p:nvPr/>
              </p:nvPicPr>
              <p:blipFill>
                <a:blip r:embed="rId137"/>
                <a:stretch>
                  <a:fillRect/>
                </a:stretch>
              </p:blipFill>
              <p:spPr>
                <a:xfrm>
                  <a:off x="2873664" y="4144176"/>
                  <a:ext cx="1663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6" name="Ink 85">
                  <a:extLst>
                    <a:ext uri="{FF2B5EF4-FFF2-40B4-BE49-F238E27FC236}">
                      <a16:creationId xmlns:a16="http://schemas.microsoft.com/office/drawing/2014/main" id="{016487C4-F55A-0D6E-4BE4-E4D3054EF086}"/>
                    </a:ext>
                  </a:extLst>
                </p14:cNvPr>
                <p14:cNvContentPartPr/>
                <p14:nvPr/>
              </p14:nvContentPartPr>
              <p14:xfrm>
                <a:off x="3111624" y="4153176"/>
                <a:ext cx="157320" cy="66960"/>
              </p14:xfrm>
            </p:contentPart>
          </mc:Choice>
          <mc:Fallback xmlns="">
            <p:pic>
              <p:nvPicPr>
                <p:cNvPr id="86" name="Ink 85">
                  <a:extLst>
                    <a:ext uri="{FF2B5EF4-FFF2-40B4-BE49-F238E27FC236}">
                      <a16:creationId xmlns:a16="http://schemas.microsoft.com/office/drawing/2014/main" id="{016487C4-F55A-0D6E-4BE4-E4D3054EF086}"/>
                    </a:ext>
                  </a:extLst>
                </p:cNvPr>
                <p:cNvPicPr/>
                <p:nvPr/>
              </p:nvPicPr>
              <p:blipFill>
                <a:blip r:embed="rId139"/>
                <a:stretch>
                  <a:fillRect/>
                </a:stretch>
              </p:blipFill>
              <p:spPr>
                <a:xfrm>
                  <a:off x="3107304" y="4148856"/>
                  <a:ext cx="1659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7" name="Ink 86">
                  <a:extLst>
                    <a:ext uri="{FF2B5EF4-FFF2-40B4-BE49-F238E27FC236}">
                      <a16:creationId xmlns:a16="http://schemas.microsoft.com/office/drawing/2014/main" id="{0AFB94F0-0D0A-512C-6332-C45582950FB3}"/>
                    </a:ext>
                  </a:extLst>
                </p14:cNvPr>
                <p14:cNvContentPartPr/>
                <p14:nvPr/>
              </p14:nvContentPartPr>
              <p14:xfrm>
                <a:off x="3363624" y="4140576"/>
                <a:ext cx="83520" cy="80640"/>
              </p14:xfrm>
            </p:contentPart>
          </mc:Choice>
          <mc:Fallback xmlns="">
            <p:pic>
              <p:nvPicPr>
                <p:cNvPr id="87" name="Ink 86">
                  <a:extLst>
                    <a:ext uri="{FF2B5EF4-FFF2-40B4-BE49-F238E27FC236}">
                      <a16:creationId xmlns:a16="http://schemas.microsoft.com/office/drawing/2014/main" id="{0AFB94F0-0D0A-512C-6332-C45582950FB3}"/>
                    </a:ext>
                  </a:extLst>
                </p:cNvPr>
                <p:cNvPicPr/>
                <p:nvPr/>
              </p:nvPicPr>
              <p:blipFill>
                <a:blip r:embed="rId141"/>
                <a:stretch>
                  <a:fillRect/>
                </a:stretch>
              </p:blipFill>
              <p:spPr>
                <a:xfrm>
                  <a:off x="3359304" y="4136256"/>
                  <a:ext cx="92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8" name="Ink 87">
                  <a:extLst>
                    <a:ext uri="{FF2B5EF4-FFF2-40B4-BE49-F238E27FC236}">
                      <a16:creationId xmlns:a16="http://schemas.microsoft.com/office/drawing/2014/main" id="{CD5341D3-1905-0DCF-51B8-14006E4233C9}"/>
                    </a:ext>
                  </a:extLst>
                </p14:cNvPr>
                <p14:cNvContentPartPr/>
                <p14:nvPr/>
              </p14:nvContentPartPr>
              <p14:xfrm>
                <a:off x="3444264" y="4140576"/>
                <a:ext cx="360" cy="360"/>
              </p14:xfrm>
            </p:contentPart>
          </mc:Choice>
          <mc:Fallback xmlns="">
            <p:pic>
              <p:nvPicPr>
                <p:cNvPr id="88" name="Ink 87">
                  <a:extLst>
                    <a:ext uri="{FF2B5EF4-FFF2-40B4-BE49-F238E27FC236}">
                      <a16:creationId xmlns:a16="http://schemas.microsoft.com/office/drawing/2014/main" id="{CD5341D3-1905-0DCF-51B8-14006E4233C9}"/>
                    </a:ext>
                  </a:extLst>
                </p:cNvPr>
                <p:cNvPicPr/>
                <p:nvPr/>
              </p:nvPicPr>
              <p:blipFill>
                <a:blip r:embed="rId143"/>
                <a:stretch>
                  <a:fillRect/>
                </a:stretch>
              </p:blipFill>
              <p:spPr>
                <a:xfrm>
                  <a:off x="3439944" y="413625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9" name="Ink 88">
                  <a:extLst>
                    <a:ext uri="{FF2B5EF4-FFF2-40B4-BE49-F238E27FC236}">
                      <a16:creationId xmlns:a16="http://schemas.microsoft.com/office/drawing/2014/main" id="{7DA54A40-CBF7-2598-FD1A-D2B6304D55CF}"/>
                    </a:ext>
                  </a:extLst>
                </p14:cNvPr>
                <p14:cNvContentPartPr/>
                <p14:nvPr/>
              </p14:nvContentPartPr>
              <p14:xfrm>
                <a:off x="3444264" y="4113936"/>
                <a:ext cx="215280" cy="122040"/>
              </p14:xfrm>
            </p:contentPart>
          </mc:Choice>
          <mc:Fallback xmlns="">
            <p:pic>
              <p:nvPicPr>
                <p:cNvPr id="89" name="Ink 88">
                  <a:extLst>
                    <a:ext uri="{FF2B5EF4-FFF2-40B4-BE49-F238E27FC236}">
                      <a16:creationId xmlns:a16="http://schemas.microsoft.com/office/drawing/2014/main" id="{7DA54A40-CBF7-2598-FD1A-D2B6304D55CF}"/>
                    </a:ext>
                  </a:extLst>
                </p:cNvPr>
                <p:cNvPicPr/>
                <p:nvPr/>
              </p:nvPicPr>
              <p:blipFill>
                <a:blip r:embed="rId145"/>
                <a:stretch>
                  <a:fillRect/>
                </a:stretch>
              </p:blipFill>
              <p:spPr>
                <a:xfrm>
                  <a:off x="3439944" y="4109616"/>
                  <a:ext cx="2239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0" name="Ink 89">
                  <a:extLst>
                    <a:ext uri="{FF2B5EF4-FFF2-40B4-BE49-F238E27FC236}">
                      <a16:creationId xmlns:a16="http://schemas.microsoft.com/office/drawing/2014/main" id="{B3FE4AE3-39B9-9A5A-10AC-A92569FB3B3A}"/>
                    </a:ext>
                  </a:extLst>
                </p14:cNvPr>
                <p14:cNvContentPartPr/>
                <p14:nvPr/>
              </p14:nvContentPartPr>
              <p14:xfrm>
                <a:off x="3788424" y="4013496"/>
                <a:ext cx="57960" cy="173880"/>
              </p14:xfrm>
            </p:contentPart>
          </mc:Choice>
          <mc:Fallback xmlns="">
            <p:pic>
              <p:nvPicPr>
                <p:cNvPr id="90" name="Ink 89">
                  <a:extLst>
                    <a:ext uri="{FF2B5EF4-FFF2-40B4-BE49-F238E27FC236}">
                      <a16:creationId xmlns:a16="http://schemas.microsoft.com/office/drawing/2014/main" id="{B3FE4AE3-39B9-9A5A-10AC-A92569FB3B3A}"/>
                    </a:ext>
                  </a:extLst>
                </p:cNvPr>
                <p:cNvPicPr/>
                <p:nvPr/>
              </p:nvPicPr>
              <p:blipFill>
                <a:blip r:embed="rId147"/>
                <a:stretch>
                  <a:fillRect/>
                </a:stretch>
              </p:blipFill>
              <p:spPr>
                <a:xfrm>
                  <a:off x="3784104" y="4009176"/>
                  <a:ext cx="666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1" name="Ink 90">
                  <a:extLst>
                    <a:ext uri="{FF2B5EF4-FFF2-40B4-BE49-F238E27FC236}">
                      <a16:creationId xmlns:a16="http://schemas.microsoft.com/office/drawing/2014/main" id="{3660B8C2-5AD9-420C-22DC-8EC566A6641F}"/>
                    </a:ext>
                  </a:extLst>
                </p14:cNvPr>
                <p14:cNvContentPartPr/>
                <p14:nvPr/>
              </p14:nvContentPartPr>
              <p14:xfrm>
                <a:off x="3756024" y="4090896"/>
                <a:ext cx="268200" cy="101880"/>
              </p14:xfrm>
            </p:contentPart>
          </mc:Choice>
          <mc:Fallback xmlns="">
            <p:pic>
              <p:nvPicPr>
                <p:cNvPr id="91" name="Ink 90">
                  <a:extLst>
                    <a:ext uri="{FF2B5EF4-FFF2-40B4-BE49-F238E27FC236}">
                      <a16:creationId xmlns:a16="http://schemas.microsoft.com/office/drawing/2014/main" id="{3660B8C2-5AD9-420C-22DC-8EC566A6641F}"/>
                    </a:ext>
                  </a:extLst>
                </p:cNvPr>
                <p:cNvPicPr/>
                <p:nvPr/>
              </p:nvPicPr>
              <p:blipFill>
                <a:blip r:embed="rId149"/>
                <a:stretch>
                  <a:fillRect/>
                </a:stretch>
              </p:blipFill>
              <p:spPr>
                <a:xfrm>
                  <a:off x="3751704" y="4086576"/>
                  <a:ext cx="2768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 name="Ink 91">
                  <a:extLst>
                    <a:ext uri="{FF2B5EF4-FFF2-40B4-BE49-F238E27FC236}">
                      <a16:creationId xmlns:a16="http://schemas.microsoft.com/office/drawing/2014/main" id="{F109D449-E727-69EA-1DFF-BC8B0E68211B}"/>
                    </a:ext>
                  </a:extLst>
                </p14:cNvPr>
                <p14:cNvContentPartPr/>
                <p14:nvPr/>
              </p14:nvContentPartPr>
              <p14:xfrm>
                <a:off x="4108464" y="3893976"/>
                <a:ext cx="255600" cy="290880"/>
              </p14:xfrm>
            </p:contentPart>
          </mc:Choice>
          <mc:Fallback xmlns="">
            <p:pic>
              <p:nvPicPr>
                <p:cNvPr id="92" name="Ink 91">
                  <a:extLst>
                    <a:ext uri="{FF2B5EF4-FFF2-40B4-BE49-F238E27FC236}">
                      <a16:creationId xmlns:a16="http://schemas.microsoft.com/office/drawing/2014/main" id="{F109D449-E727-69EA-1DFF-BC8B0E68211B}"/>
                    </a:ext>
                  </a:extLst>
                </p:cNvPr>
                <p:cNvPicPr/>
                <p:nvPr/>
              </p:nvPicPr>
              <p:blipFill>
                <a:blip r:embed="rId151"/>
                <a:stretch>
                  <a:fillRect/>
                </a:stretch>
              </p:blipFill>
              <p:spPr>
                <a:xfrm>
                  <a:off x="4104144" y="3889656"/>
                  <a:ext cx="264240" cy="299520"/>
                </a:xfrm>
                <a:prstGeom prst="rect">
                  <a:avLst/>
                </a:prstGeom>
              </p:spPr>
            </p:pic>
          </mc:Fallback>
        </mc:AlternateContent>
      </p:grpSp>
      <p:grpSp>
        <p:nvGrpSpPr>
          <p:cNvPr id="133" name="Group 132">
            <a:extLst>
              <a:ext uri="{FF2B5EF4-FFF2-40B4-BE49-F238E27FC236}">
                <a16:creationId xmlns:a16="http://schemas.microsoft.com/office/drawing/2014/main" id="{EA48E58C-AA01-4A57-4D6F-F3052F310D58}"/>
              </a:ext>
            </a:extLst>
          </p:cNvPr>
          <p:cNvGrpSpPr/>
          <p:nvPr/>
        </p:nvGrpSpPr>
        <p:grpSpPr>
          <a:xfrm>
            <a:off x="6569424" y="215856"/>
            <a:ext cx="531720" cy="293760"/>
            <a:chOff x="6569424" y="215856"/>
            <a:chExt cx="531720" cy="293760"/>
          </a:xfrm>
        </p:grpSpPr>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5E557FC0-68A8-6E5E-AAD4-F6E9D653A4CF}"/>
                    </a:ext>
                  </a:extLst>
                </p14:cNvPr>
                <p14:cNvContentPartPr/>
                <p14:nvPr/>
              </p14:nvContentPartPr>
              <p14:xfrm>
                <a:off x="6650424" y="307656"/>
                <a:ext cx="148320" cy="201960"/>
              </p14:xfrm>
            </p:contentPart>
          </mc:Choice>
          <mc:Fallback xmlns="">
            <p:pic>
              <p:nvPicPr>
                <p:cNvPr id="94" name="Ink 93">
                  <a:extLst>
                    <a:ext uri="{FF2B5EF4-FFF2-40B4-BE49-F238E27FC236}">
                      <a16:creationId xmlns:a16="http://schemas.microsoft.com/office/drawing/2014/main" id="{5E557FC0-68A8-6E5E-AAD4-F6E9D653A4CF}"/>
                    </a:ext>
                  </a:extLst>
                </p:cNvPr>
                <p:cNvPicPr/>
                <p:nvPr/>
              </p:nvPicPr>
              <p:blipFill>
                <a:blip r:embed="rId153"/>
                <a:stretch>
                  <a:fillRect/>
                </a:stretch>
              </p:blipFill>
              <p:spPr>
                <a:xfrm>
                  <a:off x="6646104" y="303336"/>
                  <a:ext cx="1569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E904D628-9E50-6158-8647-B6A55FE039B5}"/>
                    </a:ext>
                  </a:extLst>
                </p14:cNvPr>
                <p14:cNvContentPartPr/>
                <p14:nvPr/>
              </p14:nvContentPartPr>
              <p14:xfrm>
                <a:off x="6569424" y="215856"/>
                <a:ext cx="520200" cy="263880"/>
              </p14:xfrm>
            </p:contentPart>
          </mc:Choice>
          <mc:Fallback xmlns="">
            <p:pic>
              <p:nvPicPr>
                <p:cNvPr id="95" name="Ink 94">
                  <a:extLst>
                    <a:ext uri="{FF2B5EF4-FFF2-40B4-BE49-F238E27FC236}">
                      <a16:creationId xmlns:a16="http://schemas.microsoft.com/office/drawing/2014/main" id="{E904D628-9E50-6158-8647-B6A55FE039B5}"/>
                    </a:ext>
                  </a:extLst>
                </p:cNvPr>
                <p:cNvPicPr/>
                <p:nvPr/>
              </p:nvPicPr>
              <p:blipFill>
                <a:blip r:embed="rId155"/>
                <a:stretch>
                  <a:fillRect/>
                </a:stretch>
              </p:blipFill>
              <p:spPr>
                <a:xfrm>
                  <a:off x="6565104" y="211536"/>
                  <a:ext cx="5288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95EBCAF7-5578-1465-71DE-E5E1C133AEA7}"/>
                    </a:ext>
                  </a:extLst>
                </p14:cNvPr>
                <p14:cNvContentPartPr/>
                <p14:nvPr/>
              </p14:nvContentPartPr>
              <p14:xfrm>
                <a:off x="6999264" y="422136"/>
                <a:ext cx="101880" cy="77400"/>
              </p14:xfrm>
            </p:contentPart>
          </mc:Choice>
          <mc:Fallback xmlns="">
            <p:pic>
              <p:nvPicPr>
                <p:cNvPr id="96" name="Ink 95">
                  <a:extLst>
                    <a:ext uri="{FF2B5EF4-FFF2-40B4-BE49-F238E27FC236}">
                      <a16:creationId xmlns:a16="http://schemas.microsoft.com/office/drawing/2014/main" id="{95EBCAF7-5578-1465-71DE-E5E1C133AEA7}"/>
                    </a:ext>
                  </a:extLst>
                </p:cNvPr>
                <p:cNvPicPr/>
                <p:nvPr/>
              </p:nvPicPr>
              <p:blipFill>
                <a:blip r:embed="rId157"/>
                <a:stretch>
                  <a:fillRect/>
                </a:stretch>
              </p:blipFill>
              <p:spPr>
                <a:xfrm>
                  <a:off x="6994944" y="417816"/>
                  <a:ext cx="110520" cy="86040"/>
                </a:xfrm>
                <a:prstGeom prst="rect">
                  <a:avLst/>
                </a:prstGeom>
              </p:spPr>
            </p:pic>
          </mc:Fallback>
        </mc:AlternateContent>
      </p:grpSp>
      <p:grpSp>
        <p:nvGrpSpPr>
          <p:cNvPr id="132" name="Group 131">
            <a:extLst>
              <a:ext uri="{FF2B5EF4-FFF2-40B4-BE49-F238E27FC236}">
                <a16:creationId xmlns:a16="http://schemas.microsoft.com/office/drawing/2014/main" id="{99726B7A-7A96-CAF3-BE7D-4F2EE5C2019B}"/>
              </a:ext>
            </a:extLst>
          </p:cNvPr>
          <p:cNvGrpSpPr/>
          <p:nvPr/>
        </p:nvGrpSpPr>
        <p:grpSpPr>
          <a:xfrm>
            <a:off x="7311024" y="172296"/>
            <a:ext cx="1610280" cy="300600"/>
            <a:chOff x="7311024" y="172296"/>
            <a:chExt cx="1610280" cy="300600"/>
          </a:xfrm>
        </p:grpSpPr>
        <mc:AlternateContent xmlns:mc="http://schemas.openxmlformats.org/markup-compatibility/2006" xmlns:p14="http://schemas.microsoft.com/office/powerpoint/2010/main">
          <mc:Choice Requires="p14">
            <p:contentPart p14:bwMode="auto" r:id="rId158">
              <p14:nvContentPartPr>
                <p14:cNvPr id="97" name="Ink 96">
                  <a:extLst>
                    <a:ext uri="{FF2B5EF4-FFF2-40B4-BE49-F238E27FC236}">
                      <a16:creationId xmlns:a16="http://schemas.microsoft.com/office/drawing/2014/main" id="{01C6183B-D2F9-B56F-2A61-929548BD6ADD}"/>
                    </a:ext>
                  </a:extLst>
                </p14:cNvPr>
                <p14:cNvContentPartPr/>
                <p14:nvPr/>
              </p14:nvContentPartPr>
              <p14:xfrm>
                <a:off x="7311024" y="392976"/>
                <a:ext cx="99720" cy="79920"/>
              </p14:xfrm>
            </p:contentPart>
          </mc:Choice>
          <mc:Fallback xmlns="">
            <p:pic>
              <p:nvPicPr>
                <p:cNvPr id="97" name="Ink 96">
                  <a:extLst>
                    <a:ext uri="{FF2B5EF4-FFF2-40B4-BE49-F238E27FC236}">
                      <a16:creationId xmlns:a16="http://schemas.microsoft.com/office/drawing/2014/main" id="{01C6183B-D2F9-B56F-2A61-929548BD6ADD}"/>
                    </a:ext>
                  </a:extLst>
                </p:cNvPr>
                <p:cNvPicPr/>
                <p:nvPr/>
              </p:nvPicPr>
              <p:blipFill>
                <a:blip r:embed="rId159"/>
                <a:stretch>
                  <a:fillRect/>
                </a:stretch>
              </p:blipFill>
              <p:spPr>
                <a:xfrm>
                  <a:off x="7306704" y="388656"/>
                  <a:ext cx="1083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381F6110-0360-F304-79FE-E2D03E794F6D}"/>
                    </a:ext>
                  </a:extLst>
                </p14:cNvPr>
                <p14:cNvContentPartPr/>
                <p14:nvPr/>
              </p14:nvContentPartPr>
              <p14:xfrm>
                <a:off x="7434864" y="405576"/>
                <a:ext cx="79560" cy="58320"/>
              </p14:xfrm>
            </p:contentPart>
          </mc:Choice>
          <mc:Fallback xmlns="">
            <p:pic>
              <p:nvPicPr>
                <p:cNvPr id="98" name="Ink 97">
                  <a:extLst>
                    <a:ext uri="{FF2B5EF4-FFF2-40B4-BE49-F238E27FC236}">
                      <a16:creationId xmlns:a16="http://schemas.microsoft.com/office/drawing/2014/main" id="{381F6110-0360-F304-79FE-E2D03E794F6D}"/>
                    </a:ext>
                  </a:extLst>
                </p:cNvPr>
                <p:cNvPicPr/>
                <p:nvPr/>
              </p:nvPicPr>
              <p:blipFill>
                <a:blip r:embed="rId161"/>
                <a:stretch>
                  <a:fillRect/>
                </a:stretch>
              </p:blipFill>
              <p:spPr>
                <a:xfrm>
                  <a:off x="7430544" y="401256"/>
                  <a:ext cx="88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DC47F45C-9DB6-9DB9-6C31-ECC202CC7F3B}"/>
                    </a:ext>
                  </a:extLst>
                </p14:cNvPr>
                <p14:cNvContentPartPr/>
                <p14:nvPr/>
              </p14:nvContentPartPr>
              <p14:xfrm>
                <a:off x="7477344" y="418176"/>
                <a:ext cx="360" cy="360"/>
              </p14:xfrm>
            </p:contentPart>
          </mc:Choice>
          <mc:Fallback xmlns="">
            <p:pic>
              <p:nvPicPr>
                <p:cNvPr id="99" name="Ink 98">
                  <a:extLst>
                    <a:ext uri="{FF2B5EF4-FFF2-40B4-BE49-F238E27FC236}">
                      <a16:creationId xmlns:a16="http://schemas.microsoft.com/office/drawing/2014/main" id="{DC47F45C-9DB6-9DB9-6C31-ECC202CC7F3B}"/>
                    </a:ext>
                  </a:extLst>
                </p:cNvPr>
                <p:cNvPicPr/>
                <p:nvPr/>
              </p:nvPicPr>
              <p:blipFill>
                <a:blip r:embed="rId143"/>
                <a:stretch>
                  <a:fillRect/>
                </a:stretch>
              </p:blipFill>
              <p:spPr>
                <a:xfrm>
                  <a:off x="7473024" y="41385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0" name="Ink 99">
                  <a:extLst>
                    <a:ext uri="{FF2B5EF4-FFF2-40B4-BE49-F238E27FC236}">
                      <a16:creationId xmlns:a16="http://schemas.microsoft.com/office/drawing/2014/main" id="{D9E051CD-80F8-841A-91E0-615F4293AF92}"/>
                    </a:ext>
                  </a:extLst>
                </p14:cNvPr>
                <p14:cNvContentPartPr/>
                <p14:nvPr/>
              </p14:nvContentPartPr>
              <p14:xfrm>
                <a:off x="7477344" y="387216"/>
                <a:ext cx="125280" cy="61200"/>
              </p14:xfrm>
            </p:contentPart>
          </mc:Choice>
          <mc:Fallback xmlns="">
            <p:pic>
              <p:nvPicPr>
                <p:cNvPr id="100" name="Ink 99">
                  <a:extLst>
                    <a:ext uri="{FF2B5EF4-FFF2-40B4-BE49-F238E27FC236}">
                      <a16:creationId xmlns:a16="http://schemas.microsoft.com/office/drawing/2014/main" id="{D9E051CD-80F8-841A-91E0-615F4293AF92}"/>
                    </a:ext>
                  </a:extLst>
                </p:cNvPr>
                <p:cNvPicPr/>
                <p:nvPr/>
              </p:nvPicPr>
              <p:blipFill>
                <a:blip r:embed="rId164"/>
                <a:stretch>
                  <a:fillRect/>
                </a:stretch>
              </p:blipFill>
              <p:spPr>
                <a:xfrm>
                  <a:off x="7473024" y="382896"/>
                  <a:ext cx="1339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1" name="Ink 100">
                  <a:extLst>
                    <a:ext uri="{FF2B5EF4-FFF2-40B4-BE49-F238E27FC236}">
                      <a16:creationId xmlns:a16="http://schemas.microsoft.com/office/drawing/2014/main" id="{F765BA2D-FB38-2001-57F9-53DA50379655}"/>
                    </a:ext>
                  </a:extLst>
                </p14:cNvPr>
                <p14:cNvContentPartPr/>
                <p14:nvPr/>
              </p14:nvContentPartPr>
              <p14:xfrm>
                <a:off x="7690104" y="256536"/>
                <a:ext cx="101520" cy="198000"/>
              </p14:xfrm>
            </p:contentPart>
          </mc:Choice>
          <mc:Fallback xmlns="">
            <p:pic>
              <p:nvPicPr>
                <p:cNvPr id="101" name="Ink 100">
                  <a:extLst>
                    <a:ext uri="{FF2B5EF4-FFF2-40B4-BE49-F238E27FC236}">
                      <a16:creationId xmlns:a16="http://schemas.microsoft.com/office/drawing/2014/main" id="{F765BA2D-FB38-2001-57F9-53DA50379655}"/>
                    </a:ext>
                  </a:extLst>
                </p:cNvPr>
                <p:cNvPicPr/>
                <p:nvPr/>
              </p:nvPicPr>
              <p:blipFill>
                <a:blip r:embed="rId166"/>
                <a:stretch>
                  <a:fillRect/>
                </a:stretch>
              </p:blipFill>
              <p:spPr>
                <a:xfrm>
                  <a:off x="7685784" y="252216"/>
                  <a:ext cx="1101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2" name="Ink 101">
                  <a:extLst>
                    <a:ext uri="{FF2B5EF4-FFF2-40B4-BE49-F238E27FC236}">
                      <a16:creationId xmlns:a16="http://schemas.microsoft.com/office/drawing/2014/main" id="{D0B0269C-34DA-765C-2EE9-D64D11B8D23F}"/>
                    </a:ext>
                  </a:extLst>
                </p14:cNvPr>
                <p14:cNvContentPartPr/>
                <p14:nvPr/>
              </p14:nvContentPartPr>
              <p14:xfrm>
                <a:off x="7682904" y="375696"/>
                <a:ext cx="136800" cy="12960"/>
              </p14:xfrm>
            </p:contentPart>
          </mc:Choice>
          <mc:Fallback xmlns="">
            <p:pic>
              <p:nvPicPr>
                <p:cNvPr id="102" name="Ink 101">
                  <a:extLst>
                    <a:ext uri="{FF2B5EF4-FFF2-40B4-BE49-F238E27FC236}">
                      <a16:creationId xmlns:a16="http://schemas.microsoft.com/office/drawing/2014/main" id="{D0B0269C-34DA-765C-2EE9-D64D11B8D23F}"/>
                    </a:ext>
                  </a:extLst>
                </p:cNvPr>
                <p:cNvPicPr/>
                <p:nvPr/>
              </p:nvPicPr>
              <p:blipFill>
                <a:blip r:embed="rId168"/>
                <a:stretch>
                  <a:fillRect/>
                </a:stretch>
              </p:blipFill>
              <p:spPr>
                <a:xfrm>
                  <a:off x="7678584" y="371376"/>
                  <a:ext cx="1454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3" name="Ink 102">
                  <a:extLst>
                    <a:ext uri="{FF2B5EF4-FFF2-40B4-BE49-F238E27FC236}">
                      <a16:creationId xmlns:a16="http://schemas.microsoft.com/office/drawing/2014/main" id="{611ACE1F-440D-17D9-7A5A-6F20F71500B5}"/>
                    </a:ext>
                  </a:extLst>
                </p14:cNvPr>
                <p14:cNvContentPartPr/>
                <p14:nvPr/>
              </p14:nvContentPartPr>
              <p14:xfrm>
                <a:off x="7816824" y="379656"/>
                <a:ext cx="83520" cy="77040"/>
              </p14:xfrm>
            </p:contentPart>
          </mc:Choice>
          <mc:Fallback xmlns="">
            <p:pic>
              <p:nvPicPr>
                <p:cNvPr id="103" name="Ink 102">
                  <a:extLst>
                    <a:ext uri="{FF2B5EF4-FFF2-40B4-BE49-F238E27FC236}">
                      <a16:creationId xmlns:a16="http://schemas.microsoft.com/office/drawing/2014/main" id="{611ACE1F-440D-17D9-7A5A-6F20F71500B5}"/>
                    </a:ext>
                  </a:extLst>
                </p:cNvPr>
                <p:cNvPicPr/>
                <p:nvPr/>
              </p:nvPicPr>
              <p:blipFill>
                <a:blip r:embed="rId170"/>
                <a:stretch>
                  <a:fillRect/>
                </a:stretch>
              </p:blipFill>
              <p:spPr>
                <a:xfrm>
                  <a:off x="7812504" y="375336"/>
                  <a:ext cx="921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4" name="Ink 103">
                  <a:extLst>
                    <a:ext uri="{FF2B5EF4-FFF2-40B4-BE49-F238E27FC236}">
                      <a16:creationId xmlns:a16="http://schemas.microsoft.com/office/drawing/2014/main" id="{660FF2B8-06D0-2005-EBE5-24C60AA2B4C0}"/>
                    </a:ext>
                  </a:extLst>
                </p14:cNvPr>
                <p14:cNvContentPartPr/>
                <p14:nvPr/>
              </p14:nvContentPartPr>
              <p14:xfrm>
                <a:off x="7922664" y="172296"/>
                <a:ext cx="238680" cy="275760"/>
              </p14:xfrm>
            </p:contentPart>
          </mc:Choice>
          <mc:Fallback xmlns="">
            <p:pic>
              <p:nvPicPr>
                <p:cNvPr id="104" name="Ink 103">
                  <a:extLst>
                    <a:ext uri="{FF2B5EF4-FFF2-40B4-BE49-F238E27FC236}">
                      <a16:creationId xmlns:a16="http://schemas.microsoft.com/office/drawing/2014/main" id="{660FF2B8-06D0-2005-EBE5-24C60AA2B4C0}"/>
                    </a:ext>
                  </a:extLst>
                </p:cNvPr>
                <p:cNvPicPr/>
                <p:nvPr/>
              </p:nvPicPr>
              <p:blipFill>
                <a:blip r:embed="rId172"/>
                <a:stretch>
                  <a:fillRect/>
                </a:stretch>
              </p:blipFill>
              <p:spPr>
                <a:xfrm>
                  <a:off x="7918344" y="167976"/>
                  <a:ext cx="2473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5" name="Ink 104">
                  <a:extLst>
                    <a:ext uri="{FF2B5EF4-FFF2-40B4-BE49-F238E27FC236}">
                      <a16:creationId xmlns:a16="http://schemas.microsoft.com/office/drawing/2014/main" id="{4AF1E8A6-94DF-B572-6780-7A28D0C16FE8}"/>
                    </a:ext>
                  </a:extLst>
                </p14:cNvPr>
                <p14:cNvContentPartPr/>
                <p14:nvPr/>
              </p14:nvContentPartPr>
              <p14:xfrm>
                <a:off x="8257464" y="346176"/>
                <a:ext cx="108720" cy="88560"/>
              </p14:xfrm>
            </p:contentPart>
          </mc:Choice>
          <mc:Fallback xmlns="">
            <p:pic>
              <p:nvPicPr>
                <p:cNvPr id="105" name="Ink 104">
                  <a:extLst>
                    <a:ext uri="{FF2B5EF4-FFF2-40B4-BE49-F238E27FC236}">
                      <a16:creationId xmlns:a16="http://schemas.microsoft.com/office/drawing/2014/main" id="{4AF1E8A6-94DF-B572-6780-7A28D0C16FE8}"/>
                    </a:ext>
                  </a:extLst>
                </p:cNvPr>
                <p:cNvPicPr/>
                <p:nvPr/>
              </p:nvPicPr>
              <p:blipFill>
                <a:blip r:embed="rId174"/>
                <a:stretch>
                  <a:fillRect/>
                </a:stretch>
              </p:blipFill>
              <p:spPr>
                <a:xfrm>
                  <a:off x="8253144" y="341856"/>
                  <a:ext cx="117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6" name="Ink 105">
                  <a:extLst>
                    <a:ext uri="{FF2B5EF4-FFF2-40B4-BE49-F238E27FC236}">
                      <a16:creationId xmlns:a16="http://schemas.microsoft.com/office/drawing/2014/main" id="{30D1FB45-627F-2968-19A2-D2B104FA67C2}"/>
                    </a:ext>
                  </a:extLst>
                </p14:cNvPr>
                <p14:cNvContentPartPr/>
                <p14:nvPr/>
              </p14:nvContentPartPr>
              <p14:xfrm>
                <a:off x="8401104" y="242856"/>
                <a:ext cx="122760" cy="198360"/>
              </p14:xfrm>
            </p:contentPart>
          </mc:Choice>
          <mc:Fallback xmlns="">
            <p:pic>
              <p:nvPicPr>
                <p:cNvPr id="106" name="Ink 105">
                  <a:extLst>
                    <a:ext uri="{FF2B5EF4-FFF2-40B4-BE49-F238E27FC236}">
                      <a16:creationId xmlns:a16="http://schemas.microsoft.com/office/drawing/2014/main" id="{30D1FB45-627F-2968-19A2-D2B104FA67C2}"/>
                    </a:ext>
                  </a:extLst>
                </p:cNvPr>
                <p:cNvPicPr/>
                <p:nvPr/>
              </p:nvPicPr>
              <p:blipFill>
                <a:blip r:embed="rId176"/>
                <a:stretch>
                  <a:fillRect/>
                </a:stretch>
              </p:blipFill>
              <p:spPr>
                <a:xfrm>
                  <a:off x="8396784" y="238536"/>
                  <a:ext cx="1314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7" name="Ink 106">
                  <a:extLst>
                    <a:ext uri="{FF2B5EF4-FFF2-40B4-BE49-F238E27FC236}">
                      <a16:creationId xmlns:a16="http://schemas.microsoft.com/office/drawing/2014/main" id="{C1362FF3-616D-4E32-E30B-9453167D08C6}"/>
                    </a:ext>
                  </a:extLst>
                </p14:cNvPr>
                <p14:cNvContentPartPr/>
                <p14:nvPr/>
              </p14:nvContentPartPr>
              <p14:xfrm>
                <a:off x="8445024" y="365256"/>
                <a:ext cx="156600" cy="55440"/>
              </p14:xfrm>
            </p:contentPart>
          </mc:Choice>
          <mc:Fallback xmlns="">
            <p:pic>
              <p:nvPicPr>
                <p:cNvPr id="107" name="Ink 106">
                  <a:extLst>
                    <a:ext uri="{FF2B5EF4-FFF2-40B4-BE49-F238E27FC236}">
                      <a16:creationId xmlns:a16="http://schemas.microsoft.com/office/drawing/2014/main" id="{C1362FF3-616D-4E32-E30B-9453167D08C6}"/>
                    </a:ext>
                  </a:extLst>
                </p:cNvPr>
                <p:cNvPicPr/>
                <p:nvPr/>
              </p:nvPicPr>
              <p:blipFill>
                <a:blip r:embed="rId178"/>
                <a:stretch>
                  <a:fillRect/>
                </a:stretch>
              </p:blipFill>
              <p:spPr>
                <a:xfrm>
                  <a:off x="8440704" y="360936"/>
                  <a:ext cx="1652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8" name="Ink 107">
                  <a:extLst>
                    <a:ext uri="{FF2B5EF4-FFF2-40B4-BE49-F238E27FC236}">
                      <a16:creationId xmlns:a16="http://schemas.microsoft.com/office/drawing/2014/main" id="{C4B30152-8F30-958A-FBC0-3BC1AE2560E3}"/>
                    </a:ext>
                  </a:extLst>
                </p14:cNvPr>
                <p14:cNvContentPartPr/>
                <p14:nvPr/>
              </p14:nvContentPartPr>
              <p14:xfrm>
                <a:off x="8629704" y="299376"/>
                <a:ext cx="72000" cy="118080"/>
              </p14:xfrm>
            </p:contentPart>
          </mc:Choice>
          <mc:Fallback xmlns="">
            <p:pic>
              <p:nvPicPr>
                <p:cNvPr id="108" name="Ink 107">
                  <a:extLst>
                    <a:ext uri="{FF2B5EF4-FFF2-40B4-BE49-F238E27FC236}">
                      <a16:creationId xmlns:a16="http://schemas.microsoft.com/office/drawing/2014/main" id="{C4B30152-8F30-958A-FBC0-3BC1AE2560E3}"/>
                    </a:ext>
                  </a:extLst>
                </p:cNvPr>
                <p:cNvPicPr/>
                <p:nvPr/>
              </p:nvPicPr>
              <p:blipFill>
                <a:blip r:embed="rId180"/>
                <a:stretch>
                  <a:fillRect/>
                </a:stretch>
              </p:blipFill>
              <p:spPr>
                <a:xfrm>
                  <a:off x="8625384" y="295056"/>
                  <a:ext cx="80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9" name="Ink 108">
                  <a:extLst>
                    <a:ext uri="{FF2B5EF4-FFF2-40B4-BE49-F238E27FC236}">
                      <a16:creationId xmlns:a16="http://schemas.microsoft.com/office/drawing/2014/main" id="{F30C0737-A144-970A-8D93-490D03CC3D1D}"/>
                    </a:ext>
                  </a:extLst>
                </p14:cNvPr>
                <p14:cNvContentPartPr/>
                <p14:nvPr/>
              </p14:nvContentPartPr>
              <p14:xfrm>
                <a:off x="8772984" y="235656"/>
                <a:ext cx="101880" cy="189720"/>
              </p14:xfrm>
            </p:contentPart>
          </mc:Choice>
          <mc:Fallback xmlns="">
            <p:pic>
              <p:nvPicPr>
                <p:cNvPr id="109" name="Ink 108">
                  <a:extLst>
                    <a:ext uri="{FF2B5EF4-FFF2-40B4-BE49-F238E27FC236}">
                      <a16:creationId xmlns:a16="http://schemas.microsoft.com/office/drawing/2014/main" id="{F30C0737-A144-970A-8D93-490D03CC3D1D}"/>
                    </a:ext>
                  </a:extLst>
                </p:cNvPr>
                <p:cNvPicPr/>
                <p:nvPr/>
              </p:nvPicPr>
              <p:blipFill>
                <a:blip r:embed="rId182"/>
                <a:stretch>
                  <a:fillRect/>
                </a:stretch>
              </p:blipFill>
              <p:spPr>
                <a:xfrm>
                  <a:off x="8768664" y="231336"/>
                  <a:ext cx="1105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0" name="Ink 109">
                  <a:extLst>
                    <a:ext uri="{FF2B5EF4-FFF2-40B4-BE49-F238E27FC236}">
                      <a16:creationId xmlns:a16="http://schemas.microsoft.com/office/drawing/2014/main" id="{ED9167CB-BD30-A10E-0532-62E857F7202A}"/>
                    </a:ext>
                  </a:extLst>
                </p14:cNvPr>
                <p14:cNvContentPartPr/>
                <p14:nvPr/>
              </p14:nvContentPartPr>
              <p14:xfrm>
                <a:off x="8754624" y="346536"/>
                <a:ext cx="166680" cy="114840"/>
              </p14:xfrm>
            </p:contentPart>
          </mc:Choice>
          <mc:Fallback xmlns="">
            <p:pic>
              <p:nvPicPr>
                <p:cNvPr id="110" name="Ink 109">
                  <a:extLst>
                    <a:ext uri="{FF2B5EF4-FFF2-40B4-BE49-F238E27FC236}">
                      <a16:creationId xmlns:a16="http://schemas.microsoft.com/office/drawing/2014/main" id="{ED9167CB-BD30-A10E-0532-62E857F7202A}"/>
                    </a:ext>
                  </a:extLst>
                </p:cNvPr>
                <p:cNvPicPr/>
                <p:nvPr/>
              </p:nvPicPr>
              <p:blipFill>
                <a:blip r:embed="rId184"/>
                <a:stretch>
                  <a:fillRect/>
                </a:stretch>
              </p:blipFill>
              <p:spPr>
                <a:xfrm>
                  <a:off x="8750304" y="342216"/>
                  <a:ext cx="175320" cy="123480"/>
                </a:xfrm>
                <a:prstGeom prst="rect">
                  <a:avLst/>
                </a:prstGeom>
              </p:spPr>
            </p:pic>
          </mc:Fallback>
        </mc:AlternateContent>
      </p:grpSp>
      <p:grpSp>
        <p:nvGrpSpPr>
          <p:cNvPr id="131" name="Group 130">
            <a:extLst>
              <a:ext uri="{FF2B5EF4-FFF2-40B4-BE49-F238E27FC236}">
                <a16:creationId xmlns:a16="http://schemas.microsoft.com/office/drawing/2014/main" id="{A82E4CFA-4227-9F8F-9666-EAD639FB096D}"/>
              </a:ext>
            </a:extLst>
          </p:cNvPr>
          <p:cNvGrpSpPr/>
          <p:nvPr/>
        </p:nvGrpSpPr>
        <p:grpSpPr>
          <a:xfrm>
            <a:off x="6695064" y="592056"/>
            <a:ext cx="1161360" cy="253800"/>
            <a:chOff x="6695064" y="592056"/>
            <a:chExt cx="1161360" cy="253800"/>
          </a:xfrm>
        </p:grpSpPr>
        <mc:AlternateContent xmlns:mc="http://schemas.openxmlformats.org/markup-compatibility/2006" xmlns:p14="http://schemas.microsoft.com/office/powerpoint/2010/main">
          <mc:Choice Requires="p14">
            <p:contentPart p14:bwMode="auto" r:id="rId185">
              <p14:nvContentPartPr>
                <p14:cNvPr id="111" name="Ink 110">
                  <a:extLst>
                    <a:ext uri="{FF2B5EF4-FFF2-40B4-BE49-F238E27FC236}">
                      <a16:creationId xmlns:a16="http://schemas.microsoft.com/office/drawing/2014/main" id="{2130E13A-B400-283B-CAF6-85169BDED14E}"/>
                    </a:ext>
                  </a:extLst>
                </p14:cNvPr>
                <p14:cNvContentPartPr/>
                <p14:nvPr/>
              </p14:nvContentPartPr>
              <p14:xfrm>
                <a:off x="6695064" y="740376"/>
                <a:ext cx="52920" cy="79200"/>
              </p14:xfrm>
            </p:contentPart>
          </mc:Choice>
          <mc:Fallback xmlns="">
            <p:pic>
              <p:nvPicPr>
                <p:cNvPr id="111" name="Ink 110">
                  <a:extLst>
                    <a:ext uri="{FF2B5EF4-FFF2-40B4-BE49-F238E27FC236}">
                      <a16:creationId xmlns:a16="http://schemas.microsoft.com/office/drawing/2014/main" id="{2130E13A-B400-283B-CAF6-85169BDED14E}"/>
                    </a:ext>
                  </a:extLst>
                </p:cNvPr>
                <p:cNvPicPr/>
                <p:nvPr/>
              </p:nvPicPr>
              <p:blipFill>
                <a:blip r:embed="rId186"/>
                <a:stretch>
                  <a:fillRect/>
                </a:stretch>
              </p:blipFill>
              <p:spPr>
                <a:xfrm>
                  <a:off x="6690384" y="736056"/>
                  <a:ext cx="615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2" name="Ink 111">
                  <a:extLst>
                    <a:ext uri="{FF2B5EF4-FFF2-40B4-BE49-F238E27FC236}">
                      <a16:creationId xmlns:a16="http://schemas.microsoft.com/office/drawing/2014/main" id="{EEC26505-2223-99FF-B02A-2A2238131CBE}"/>
                    </a:ext>
                  </a:extLst>
                </p14:cNvPr>
                <p14:cNvContentPartPr/>
                <p14:nvPr/>
              </p14:nvContentPartPr>
              <p14:xfrm>
                <a:off x="6851304" y="592056"/>
                <a:ext cx="159840" cy="253800"/>
              </p14:xfrm>
            </p:contentPart>
          </mc:Choice>
          <mc:Fallback xmlns="">
            <p:pic>
              <p:nvPicPr>
                <p:cNvPr id="112" name="Ink 111">
                  <a:extLst>
                    <a:ext uri="{FF2B5EF4-FFF2-40B4-BE49-F238E27FC236}">
                      <a16:creationId xmlns:a16="http://schemas.microsoft.com/office/drawing/2014/main" id="{EEC26505-2223-99FF-B02A-2A2238131CBE}"/>
                    </a:ext>
                  </a:extLst>
                </p:cNvPr>
                <p:cNvPicPr/>
                <p:nvPr/>
              </p:nvPicPr>
              <p:blipFill>
                <a:blip r:embed="rId188"/>
                <a:stretch>
                  <a:fillRect/>
                </a:stretch>
              </p:blipFill>
              <p:spPr>
                <a:xfrm>
                  <a:off x="6846984" y="587736"/>
                  <a:ext cx="16848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3" name="Ink 112">
                  <a:extLst>
                    <a:ext uri="{FF2B5EF4-FFF2-40B4-BE49-F238E27FC236}">
                      <a16:creationId xmlns:a16="http://schemas.microsoft.com/office/drawing/2014/main" id="{5FA924DC-E599-ACA3-0FC8-C67C03B086B7}"/>
                    </a:ext>
                  </a:extLst>
                </p14:cNvPr>
                <p14:cNvContentPartPr/>
                <p14:nvPr/>
              </p14:nvContentPartPr>
              <p14:xfrm>
                <a:off x="6858144" y="734616"/>
                <a:ext cx="118080" cy="2520"/>
              </p14:xfrm>
            </p:contentPart>
          </mc:Choice>
          <mc:Fallback xmlns="">
            <p:pic>
              <p:nvPicPr>
                <p:cNvPr id="113" name="Ink 112">
                  <a:extLst>
                    <a:ext uri="{FF2B5EF4-FFF2-40B4-BE49-F238E27FC236}">
                      <a16:creationId xmlns:a16="http://schemas.microsoft.com/office/drawing/2014/main" id="{5FA924DC-E599-ACA3-0FC8-C67C03B086B7}"/>
                    </a:ext>
                  </a:extLst>
                </p:cNvPr>
                <p:cNvPicPr/>
                <p:nvPr/>
              </p:nvPicPr>
              <p:blipFill>
                <a:blip r:embed="rId190"/>
                <a:stretch>
                  <a:fillRect/>
                </a:stretch>
              </p:blipFill>
              <p:spPr>
                <a:xfrm>
                  <a:off x="6853824" y="730296"/>
                  <a:ext cx="126720" cy="111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4" name="Ink 113">
                  <a:extLst>
                    <a:ext uri="{FF2B5EF4-FFF2-40B4-BE49-F238E27FC236}">
                      <a16:creationId xmlns:a16="http://schemas.microsoft.com/office/drawing/2014/main" id="{3C10FF2A-EA19-A8D9-2256-0CAA4314C6B4}"/>
                    </a:ext>
                  </a:extLst>
                </p14:cNvPr>
                <p14:cNvContentPartPr/>
                <p14:nvPr/>
              </p14:nvContentPartPr>
              <p14:xfrm>
                <a:off x="6943824" y="622656"/>
                <a:ext cx="199080" cy="219960"/>
              </p14:xfrm>
            </p:contentPart>
          </mc:Choice>
          <mc:Fallback xmlns="">
            <p:pic>
              <p:nvPicPr>
                <p:cNvPr id="114" name="Ink 113">
                  <a:extLst>
                    <a:ext uri="{FF2B5EF4-FFF2-40B4-BE49-F238E27FC236}">
                      <a16:creationId xmlns:a16="http://schemas.microsoft.com/office/drawing/2014/main" id="{3C10FF2A-EA19-A8D9-2256-0CAA4314C6B4}"/>
                    </a:ext>
                  </a:extLst>
                </p:cNvPr>
                <p:cNvPicPr/>
                <p:nvPr/>
              </p:nvPicPr>
              <p:blipFill>
                <a:blip r:embed="rId192"/>
                <a:stretch>
                  <a:fillRect/>
                </a:stretch>
              </p:blipFill>
              <p:spPr>
                <a:xfrm>
                  <a:off x="6939504" y="618336"/>
                  <a:ext cx="2077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5" name="Ink 114">
                  <a:extLst>
                    <a:ext uri="{FF2B5EF4-FFF2-40B4-BE49-F238E27FC236}">
                      <a16:creationId xmlns:a16="http://schemas.microsoft.com/office/drawing/2014/main" id="{B6BCCF37-10C6-B7F4-258D-F00B9F20E83C}"/>
                    </a:ext>
                  </a:extLst>
                </p14:cNvPr>
                <p14:cNvContentPartPr/>
                <p14:nvPr/>
              </p14:nvContentPartPr>
              <p14:xfrm>
                <a:off x="6957504" y="751896"/>
                <a:ext cx="134280" cy="10800"/>
              </p14:xfrm>
            </p:contentPart>
          </mc:Choice>
          <mc:Fallback xmlns="">
            <p:pic>
              <p:nvPicPr>
                <p:cNvPr id="115" name="Ink 114">
                  <a:extLst>
                    <a:ext uri="{FF2B5EF4-FFF2-40B4-BE49-F238E27FC236}">
                      <a16:creationId xmlns:a16="http://schemas.microsoft.com/office/drawing/2014/main" id="{B6BCCF37-10C6-B7F4-258D-F00B9F20E83C}"/>
                    </a:ext>
                  </a:extLst>
                </p:cNvPr>
                <p:cNvPicPr/>
                <p:nvPr/>
              </p:nvPicPr>
              <p:blipFill>
                <a:blip r:embed="rId194"/>
                <a:stretch>
                  <a:fillRect/>
                </a:stretch>
              </p:blipFill>
              <p:spPr>
                <a:xfrm>
                  <a:off x="6953184" y="747576"/>
                  <a:ext cx="1429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6" name="Ink 115">
                  <a:extLst>
                    <a:ext uri="{FF2B5EF4-FFF2-40B4-BE49-F238E27FC236}">
                      <a16:creationId xmlns:a16="http://schemas.microsoft.com/office/drawing/2014/main" id="{B6AFEE52-2B2D-47AE-CC5B-A5CBA8A98D61}"/>
                    </a:ext>
                  </a:extLst>
                </p14:cNvPr>
                <p14:cNvContentPartPr/>
                <p14:nvPr/>
              </p14:nvContentPartPr>
              <p14:xfrm>
                <a:off x="7259904" y="698256"/>
                <a:ext cx="159840" cy="103320"/>
              </p14:xfrm>
            </p:contentPart>
          </mc:Choice>
          <mc:Fallback xmlns="">
            <p:pic>
              <p:nvPicPr>
                <p:cNvPr id="116" name="Ink 115">
                  <a:extLst>
                    <a:ext uri="{FF2B5EF4-FFF2-40B4-BE49-F238E27FC236}">
                      <a16:creationId xmlns:a16="http://schemas.microsoft.com/office/drawing/2014/main" id="{B6AFEE52-2B2D-47AE-CC5B-A5CBA8A98D61}"/>
                    </a:ext>
                  </a:extLst>
                </p:cNvPr>
                <p:cNvPicPr/>
                <p:nvPr/>
              </p:nvPicPr>
              <p:blipFill>
                <a:blip r:embed="rId196"/>
                <a:stretch>
                  <a:fillRect/>
                </a:stretch>
              </p:blipFill>
              <p:spPr>
                <a:xfrm>
                  <a:off x="7255584" y="693936"/>
                  <a:ext cx="16848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7" name="Ink 116">
                  <a:extLst>
                    <a:ext uri="{FF2B5EF4-FFF2-40B4-BE49-F238E27FC236}">
                      <a16:creationId xmlns:a16="http://schemas.microsoft.com/office/drawing/2014/main" id="{8381669E-7D22-12F1-3D9E-5401559535A5}"/>
                    </a:ext>
                  </a:extLst>
                </p14:cNvPr>
                <p14:cNvContentPartPr/>
                <p14:nvPr/>
              </p14:nvContentPartPr>
              <p14:xfrm>
                <a:off x="7502544" y="727776"/>
                <a:ext cx="25920" cy="43200"/>
              </p14:xfrm>
            </p:contentPart>
          </mc:Choice>
          <mc:Fallback xmlns="">
            <p:pic>
              <p:nvPicPr>
                <p:cNvPr id="117" name="Ink 116">
                  <a:extLst>
                    <a:ext uri="{FF2B5EF4-FFF2-40B4-BE49-F238E27FC236}">
                      <a16:creationId xmlns:a16="http://schemas.microsoft.com/office/drawing/2014/main" id="{8381669E-7D22-12F1-3D9E-5401559535A5}"/>
                    </a:ext>
                  </a:extLst>
                </p:cNvPr>
                <p:cNvPicPr/>
                <p:nvPr/>
              </p:nvPicPr>
              <p:blipFill>
                <a:blip r:embed="rId198"/>
                <a:stretch>
                  <a:fillRect/>
                </a:stretch>
              </p:blipFill>
              <p:spPr>
                <a:xfrm>
                  <a:off x="7498224" y="723456"/>
                  <a:ext cx="345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8" name="Ink 117">
                  <a:extLst>
                    <a:ext uri="{FF2B5EF4-FFF2-40B4-BE49-F238E27FC236}">
                      <a16:creationId xmlns:a16="http://schemas.microsoft.com/office/drawing/2014/main" id="{916FF641-CA9F-B775-F1B8-E7CC7460A8D7}"/>
                    </a:ext>
                  </a:extLst>
                </p14:cNvPr>
                <p14:cNvContentPartPr/>
                <p14:nvPr/>
              </p14:nvContentPartPr>
              <p14:xfrm>
                <a:off x="7562664" y="638856"/>
                <a:ext cx="23400" cy="21240"/>
              </p14:xfrm>
            </p:contentPart>
          </mc:Choice>
          <mc:Fallback xmlns="">
            <p:pic>
              <p:nvPicPr>
                <p:cNvPr id="118" name="Ink 117">
                  <a:extLst>
                    <a:ext uri="{FF2B5EF4-FFF2-40B4-BE49-F238E27FC236}">
                      <a16:creationId xmlns:a16="http://schemas.microsoft.com/office/drawing/2014/main" id="{916FF641-CA9F-B775-F1B8-E7CC7460A8D7}"/>
                    </a:ext>
                  </a:extLst>
                </p:cNvPr>
                <p:cNvPicPr/>
                <p:nvPr/>
              </p:nvPicPr>
              <p:blipFill>
                <a:blip r:embed="rId200"/>
                <a:stretch>
                  <a:fillRect/>
                </a:stretch>
              </p:blipFill>
              <p:spPr>
                <a:xfrm>
                  <a:off x="7558344" y="634536"/>
                  <a:ext cx="320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9" name="Ink 118">
                  <a:extLst>
                    <a:ext uri="{FF2B5EF4-FFF2-40B4-BE49-F238E27FC236}">
                      <a16:creationId xmlns:a16="http://schemas.microsoft.com/office/drawing/2014/main" id="{D3546170-254C-DA2B-EF3F-6D9257A82CC0}"/>
                    </a:ext>
                  </a:extLst>
                </p14:cNvPr>
                <p14:cNvContentPartPr/>
                <p14:nvPr/>
              </p14:nvContentPartPr>
              <p14:xfrm>
                <a:off x="7599744" y="619056"/>
                <a:ext cx="109080" cy="164520"/>
              </p14:xfrm>
            </p:contentPart>
          </mc:Choice>
          <mc:Fallback xmlns="">
            <p:pic>
              <p:nvPicPr>
                <p:cNvPr id="119" name="Ink 118">
                  <a:extLst>
                    <a:ext uri="{FF2B5EF4-FFF2-40B4-BE49-F238E27FC236}">
                      <a16:creationId xmlns:a16="http://schemas.microsoft.com/office/drawing/2014/main" id="{D3546170-254C-DA2B-EF3F-6D9257A82CC0}"/>
                    </a:ext>
                  </a:extLst>
                </p:cNvPr>
                <p:cNvPicPr/>
                <p:nvPr/>
              </p:nvPicPr>
              <p:blipFill>
                <a:blip r:embed="rId202"/>
                <a:stretch>
                  <a:fillRect/>
                </a:stretch>
              </p:blipFill>
              <p:spPr>
                <a:xfrm>
                  <a:off x="7595424" y="614736"/>
                  <a:ext cx="1177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0" name="Ink 119">
                  <a:extLst>
                    <a:ext uri="{FF2B5EF4-FFF2-40B4-BE49-F238E27FC236}">
                      <a16:creationId xmlns:a16="http://schemas.microsoft.com/office/drawing/2014/main" id="{8E6CABFE-EE61-5A51-2CA9-17FE8D5BF04C}"/>
                    </a:ext>
                  </a:extLst>
                </p14:cNvPr>
                <p14:cNvContentPartPr/>
                <p14:nvPr/>
              </p14:nvContentPartPr>
              <p14:xfrm>
                <a:off x="7632144" y="628056"/>
                <a:ext cx="224280" cy="131400"/>
              </p14:xfrm>
            </p:contentPart>
          </mc:Choice>
          <mc:Fallback xmlns="">
            <p:pic>
              <p:nvPicPr>
                <p:cNvPr id="120" name="Ink 119">
                  <a:extLst>
                    <a:ext uri="{FF2B5EF4-FFF2-40B4-BE49-F238E27FC236}">
                      <a16:creationId xmlns:a16="http://schemas.microsoft.com/office/drawing/2014/main" id="{8E6CABFE-EE61-5A51-2CA9-17FE8D5BF04C}"/>
                    </a:ext>
                  </a:extLst>
                </p:cNvPr>
                <p:cNvPicPr/>
                <p:nvPr/>
              </p:nvPicPr>
              <p:blipFill>
                <a:blip r:embed="rId204"/>
                <a:stretch>
                  <a:fillRect/>
                </a:stretch>
              </p:blipFill>
              <p:spPr>
                <a:xfrm>
                  <a:off x="7627824" y="623736"/>
                  <a:ext cx="232920" cy="140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5">
            <p14:nvContentPartPr>
              <p14:cNvPr id="121" name="Ink 120">
                <a:extLst>
                  <a:ext uri="{FF2B5EF4-FFF2-40B4-BE49-F238E27FC236}">
                    <a16:creationId xmlns:a16="http://schemas.microsoft.com/office/drawing/2014/main" id="{CD21CBCC-E5BE-23A5-B9C8-B6A13C98750B}"/>
                  </a:ext>
                </a:extLst>
              </p14:cNvPr>
              <p14:cNvContentPartPr/>
              <p14:nvPr/>
            </p14:nvContentPartPr>
            <p14:xfrm>
              <a:off x="8163144" y="614016"/>
              <a:ext cx="67320" cy="159120"/>
            </p14:xfrm>
          </p:contentPart>
        </mc:Choice>
        <mc:Fallback xmlns="">
          <p:pic>
            <p:nvPicPr>
              <p:cNvPr id="121" name="Ink 120">
                <a:extLst>
                  <a:ext uri="{FF2B5EF4-FFF2-40B4-BE49-F238E27FC236}">
                    <a16:creationId xmlns:a16="http://schemas.microsoft.com/office/drawing/2014/main" id="{CD21CBCC-E5BE-23A5-B9C8-B6A13C98750B}"/>
                  </a:ext>
                </a:extLst>
              </p:cNvPr>
              <p:cNvPicPr/>
              <p:nvPr/>
            </p:nvPicPr>
            <p:blipFill>
              <a:blip r:embed="rId206"/>
              <a:stretch>
                <a:fillRect/>
              </a:stretch>
            </p:blipFill>
            <p:spPr>
              <a:xfrm>
                <a:off x="8158824" y="609696"/>
                <a:ext cx="75960" cy="167760"/>
              </a:xfrm>
              <a:prstGeom prst="rect">
                <a:avLst/>
              </a:prstGeom>
            </p:spPr>
          </p:pic>
        </mc:Fallback>
      </mc:AlternateContent>
      <p:grpSp>
        <p:nvGrpSpPr>
          <p:cNvPr id="130" name="Group 129">
            <a:extLst>
              <a:ext uri="{FF2B5EF4-FFF2-40B4-BE49-F238E27FC236}">
                <a16:creationId xmlns:a16="http://schemas.microsoft.com/office/drawing/2014/main" id="{AADCDF9C-2E2D-CF2F-7F17-6032DFBCD4C6}"/>
              </a:ext>
            </a:extLst>
          </p:cNvPr>
          <p:cNvGrpSpPr/>
          <p:nvPr/>
        </p:nvGrpSpPr>
        <p:grpSpPr>
          <a:xfrm>
            <a:off x="6756624" y="962496"/>
            <a:ext cx="1081440" cy="249480"/>
            <a:chOff x="6756624" y="962496"/>
            <a:chExt cx="1081440" cy="249480"/>
          </a:xfrm>
        </p:grpSpPr>
        <mc:AlternateContent xmlns:mc="http://schemas.openxmlformats.org/markup-compatibility/2006" xmlns:p14="http://schemas.microsoft.com/office/powerpoint/2010/main">
          <mc:Choice Requires="p14">
            <p:contentPart p14:bwMode="auto" r:id="rId207">
              <p14:nvContentPartPr>
                <p14:cNvPr id="122" name="Ink 121">
                  <a:extLst>
                    <a:ext uri="{FF2B5EF4-FFF2-40B4-BE49-F238E27FC236}">
                      <a16:creationId xmlns:a16="http://schemas.microsoft.com/office/drawing/2014/main" id="{D53B96CD-7AB2-226C-530B-4409063E1F50}"/>
                    </a:ext>
                  </a:extLst>
                </p14:cNvPr>
                <p14:cNvContentPartPr/>
                <p14:nvPr/>
              </p14:nvContentPartPr>
              <p14:xfrm>
                <a:off x="6756624" y="962496"/>
                <a:ext cx="263160" cy="245160"/>
              </p14:xfrm>
            </p:contentPart>
          </mc:Choice>
          <mc:Fallback xmlns="">
            <p:pic>
              <p:nvPicPr>
                <p:cNvPr id="122" name="Ink 121">
                  <a:extLst>
                    <a:ext uri="{FF2B5EF4-FFF2-40B4-BE49-F238E27FC236}">
                      <a16:creationId xmlns:a16="http://schemas.microsoft.com/office/drawing/2014/main" id="{D53B96CD-7AB2-226C-530B-4409063E1F50}"/>
                    </a:ext>
                  </a:extLst>
                </p:cNvPr>
                <p:cNvPicPr/>
                <p:nvPr/>
              </p:nvPicPr>
              <p:blipFill>
                <a:blip r:embed="rId208"/>
                <a:stretch>
                  <a:fillRect/>
                </a:stretch>
              </p:blipFill>
              <p:spPr>
                <a:xfrm>
                  <a:off x="6752304" y="958176"/>
                  <a:ext cx="2718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3" name="Ink 122">
                  <a:extLst>
                    <a:ext uri="{FF2B5EF4-FFF2-40B4-BE49-F238E27FC236}">
                      <a16:creationId xmlns:a16="http://schemas.microsoft.com/office/drawing/2014/main" id="{BBEBCDEA-77F1-0037-C9E0-42684EBD745C}"/>
                    </a:ext>
                  </a:extLst>
                </p14:cNvPr>
                <p14:cNvContentPartPr/>
                <p14:nvPr/>
              </p14:nvContentPartPr>
              <p14:xfrm>
                <a:off x="7012944" y="1126296"/>
                <a:ext cx="78840" cy="85680"/>
              </p14:xfrm>
            </p:contentPart>
          </mc:Choice>
          <mc:Fallback xmlns="">
            <p:pic>
              <p:nvPicPr>
                <p:cNvPr id="123" name="Ink 122">
                  <a:extLst>
                    <a:ext uri="{FF2B5EF4-FFF2-40B4-BE49-F238E27FC236}">
                      <a16:creationId xmlns:a16="http://schemas.microsoft.com/office/drawing/2014/main" id="{BBEBCDEA-77F1-0037-C9E0-42684EBD745C}"/>
                    </a:ext>
                  </a:extLst>
                </p:cNvPr>
                <p:cNvPicPr/>
                <p:nvPr/>
              </p:nvPicPr>
              <p:blipFill>
                <a:blip r:embed="rId210"/>
                <a:stretch>
                  <a:fillRect/>
                </a:stretch>
              </p:blipFill>
              <p:spPr>
                <a:xfrm>
                  <a:off x="7008624" y="1121976"/>
                  <a:ext cx="874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4" name="Ink 123">
                  <a:extLst>
                    <a:ext uri="{FF2B5EF4-FFF2-40B4-BE49-F238E27FC236}">
                      <a16:creationId xmlns:a16="http://schemas.microsoft.com/office/drawing/2014/main" id="{3672607C-3D31-5A29-BBBC-6D64A2DD117A}"/>
                    </a:ext>
                  </a:extLst>
                </p14:cNvPr>
                <p14:cNvContentPartPr/>
                <p14:nvPr/>
              </p14:nvContentPartPr>
              <p14:xfrm>
                <a:off x="7137504" y="1125936"/>
                <a:ext cx="210600" cy="66240"/>
              </p14:xfrm>
            </p:contentPart>
          </mc:Choice>
          <mc:Fallback xmlns="">
            <p:pic>
              <p:nvPicPr>
                <p:cNvPr id="124" name="Ink 123">
                  <a:extLst>
                    <a:ext uri="{FF2B5EF4-FFF2-40B4-BE49-F238E27FC236}">
                      <a16:creationId xmlns:a16="http://schemas.microsoft.com/office/drawing/2014/main" id="{3672607C-3D31-5A29-BBBC-6D64A2DD117A}"/>
                    </a:ext>
                  </a:extLst>
                </p:cNvPr>
                <p:cNvPicPr/>
                <p:nvPr/>
              </p:nvPicPr>
              <p:blipFill>
                <a:blip r:embed="rId212"/>
                <a:stretch>
                  <a:fillRect/>
                </a:stretch>
              </p:blipFill>
              <p:spPr>
                <a:xfrm>
                  <a:off x="7133184" y="1121616"/>
                  <a:ext cx="2192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5" name="Ink 124">
                  <a:extLst>
                    <a:ext uri="{FF2B5EF4-FFF2-40B4-BE49-F238E27FC236}">
                      <a16:creationId xmlns:a16="http://schemas.microsoft.com/office/drawing/2014/main" id="{C38E7E0A-F83E-D7B1-476D-1B4A144B848F}"/>
                    </a:ext>
                  </a:extLst>
                </p14:cNvPr>
                <p14:cNvContentPartPr/>
                <p14:nvPr/>
              </p14:nvContentPartPr>
              <p14:xfrm>
                <a:off x="7394184" y="1079136"/>
                <a:ext cx="76680" cy="91440"/>
              </p14:xfrm>
            </p:contentPart>
          </mc:Choice>
          <mc:Fallback xmlns="">
            <p:pic>
              <p:nvPicPr>
                <p:cNvPr id="125" name="Ink 124">
                  <a:extLst>
                    <a:ext uri="{FF2B5EF4-FFF2-40B4-BE49-F238E27FC236}">
                      <a16:creationId xmlns:a16="http://schemas.microsoft.com/office/drawing/2014/main" id="{C38E7E0A-F83E-D7B1-476D-1B4A144B848F}"/>
                    </a:ext>
                  </a:extLst>
                </p:cNvPr>
                <p:cNvPicPr/>
                <p:nvPr/>
              </p:nvPicPr>
              <p:blipFill>
                <a:blip r:embed="rId214"/>
                <a:stretch>
                  <a:fillRect/>
                </a:stretch>
              </p:blipFill>
              <p:spPr>
                <a:xfrm>
                  <a:off x="7389864" y="1074816"/>
                  <a:ext cx="853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6" name="Ink 125">
                  <a:extLst>
                    <a:ext uri="{FF2B5EF4-FFF2-40B4-BE49-F238E27FC236}">
                      <a16:creationId xmlns:a16="http://schemas.microsoft.com/office/drawing/2014/main" id="{523C6D10-DB5C-F8C8-2A45-0679723963EE}"/>
                    </a:ext>
                  </a:extLst>
                </p14:cNvPr>
                <p14:cNvContentPartPr/>
                <p14:nvPr/>
              </p14:nvContentPartPr>
              <p14:xfrm>
                <a:off x="7548984" y="1105776"/>
                <a:ext cx="90360" cy="38880"/>
              </p14:xfrm>
            </p:contentPart>
          </mc:Choice>
          <mc:Fallback xmlns="">
            <p:pic>
              <p:nvPicPr>
                <p:cNvPr id="126" name="Ink 125">
                  <a:extLst>
                    <a:ext uri="{FF2B5EF4-FFF2-40B4-BE49-F238E27FC236}">
                      <a16:creationId xmlns:a16="http://schemas.microsoft.com/office/drawing/2014/main" id="{523C6D10-DB5C-F8C8-2A45-0679723963EE}"/>
                    </a:ext>
                  </a:extLst>
                </p:cNvPr>
                <p:cNvPicPr/>
                <p:nvPr/>
              </p:nvPicPr>
              <p:blipFill>
                <a:blip r:embed="rId216"/>
                <a:stretch>
                  <a:fillRect/>
                </a:stretch>
              </p:blipFill>
              <p:spPr>
                <a:xfrm>
                  <a:off x="7544664" y="1101456"/>
                  <a:ext cx="99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7" name="Ink 126">
                  <a:extLst>
                    <a:ext uri="{FF2B5EF4-FFF2-40B4-BE49-F238E27FC236}">
                      <a16:creationId xmlns:a16="http://schemas.microsoft.com/office/drawing/2014/main" id="{764B5738-72D7-D3A8-227E-0752A8CFBE80}"/>
                    </a:ext>
                  </a:extLst>
                </p14:cNvPr>
                <p14:cNvContentPartPr/>
                <p14:nvPr/>
              </p14:nvContentPartPr>
              <p14:xfrm>
                <a:off x="7692984" y="979416"/>
                <a:ext cx="110520" cy="168120"/>
              </p14:xfrm>
            </p:contentPart>
          </mc:Choice>
          <mc:Fallback xmlns="">
            <p:pic>
              <p:nvPicPr>
                <p:cNvPr id="127" name="Ink 126">
                  <a:extLst>
                    <a:ext uri="{FF2B5EF4-FFF2-40B4-BE49-F238E27FC236}">
                      <a16:creationId xmlns:a16="http://schemas.microsoft.com/office/drawing/2014/main" id="{764B5738-72D7-D3A8-227E-0752A8CFBE80}"/>
                    </a:ext>
                  </a:extLst>
                </p:cNvPr>
                <p:cNvPicPr/>
                <p:nvPr/>
              </p:nvPicPr>
              <p:blipFill>
                <a:blip r:embed="rId218"/>
                <a:stretch>
                  <a:fillRect/>
                </a:stretch>
              </p:blipFill>
              <p:spPr>
                <a:xfrm>
                  <a:off x="7688664" y="975096"/>
                  <a:ext cx="1191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8" name="Ink 127">
                  <a:extLst>
                    <a:ext uri="{FF2B5EF4-FFF2-40B4-BE49-F238E27FC236}">
                      <a16:creationId xmlns:a16="http://schemas.microsoft.com/office/drawing/2014/main" id="{70FB1C9D-0526-F189-2B31-AAB6A9FF8B03}"/>
                    </a:ext>
                  </a:extLst>
                </p14:cNvPr>
                <p14:cNvContentPartPr/>
                <p14:nvPr/>
              </p14:nvContentPartPr>
              <p14:xfrm>
                <a:off x="7701264" y="1029096"/>
                <a:ext cx="136800" cy="360"/>
              </p14:xfrm>
            </p:contentPart>
          </mc:Choice>
          <mc:Fallback xmlns="">
            <p:pic>
              <p:nvPicPr>
                <p:cNvPr id="128" name="Ink 127">
                  <a:extLst>
                    <a:ext uri="{FF2B5EF4-FFF2-40B4-BE49-F238E27FC236}">
                      <a16:creationId xmlns:a16="http://schemas.microsoft.com/office/drawing/2014/main" id="{70FB1C9D-0526-F189-2B31-AAB6A9FF8B03}"/>
                    </a:ext>
                  </a:extLst>
                </p:cNvPr>
                <p:cNvPicPr/>
                <p:nvPr/>
              </p:nvPicPr>
              <p:blipFill>
                <a:blip r:embed="rId220"/>
                <a:stretch>
                  <a:fillRect/>
                </a:stretch>
              </p:blipFill>
              <p:spPr>
                <a:xfrm>
                  <a:off x="7696944" y="1024776"/>
                  <a:ext cx="1454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9" name="Ink 128">
                  <a:extLst>
                    <a:ext uri="{FF2B5EF4-FFF2-40B4-BE49-F238E27FC236}">
                      <a16:creationId xmlns:a16="http://schemas.microsoft.com/office/drawing/2014/main" id="{38EDA5C5-FC25-9D84-EC69-21037628C715}"/>
                    </a:ext>
                  </a:extLst>
                </p14:cNvPr>
                <p14:cNvContentPartPr/>
                <p14:nvPr/>
              </p14:nvContentPartPr>
              <p14:xfrm>
                <a:off x="7833024" y="1142496"/>
                <a:ext cx="4680" cy="5040"/>
              </p14:xfrm>
            </p:contentPart>
          </mc:Choice>
          <mc:Fallback xmlns="">
            <p:pic>
              <p:nvPicPr>
                <p:cNvPr id="129" name="Ink 128">
                  <a:extLst>
                    <a:ext uri="{FF2B5EF4-FFF2-40B4-BE49-F238E27FC236}">
                      <a16:creationId xmlns:a16="http://schemas.microsoft.com/office/drawing/2014/main" id="{38EDA5C5-FC25-9D84-EC69-21037628C715}"/>
                    </a:ext>
                  </a:extLst>
                </p:cNvPr>
                <p:cNvPicPr/>
                <p:nvPr/>
              </p:nvPicPr>
              <p:blipFill>
                <a:blip r:embed="rId222"/>
                <a:stretch>
                  <a:fillRect/>
                </a:stretch>
              </p:blipFill>
              <p:spPr>
                <a:xfrm>
                  <a:off x="7828704" y="1138176"/>
                  <a:ext cx="13320" cy="13680"/>
                </a:xfrm>
                <a:prstGeom prst="rect">
                  <a:avLst/>
                </a:prstGeom>
              </p:spPr>
            </p:pic>
          </mc:Fallback>
        </mc:AlternateContent>
      </p:grpSp>
      <p:grpSp>
        <p:nvGrpSpPr>
          <p:cNvPr id="154" name="Group 153">
            <a:extLst>
              <a:ext uri="{FF2B5EF4-FFF2-40B4-BE49-F238E27FC236}">
                <a16:creationId xmlns:a16="http://schemas.microsoft.com/office/drawing/2014/main" id="{93A05E5D-1F2B-D119-8CBE-BE8273C122EE}"/>
              </a:ext>
            </a:extLst>
          </p:cNvPr>
          <p:cNvGrpSpPr/>
          <p:nvPr/>
        </p:nvGrpSpPr>
        <p:grpSpPr>
          <a:xfrm>
            <a:off x="6518664" y="2362896"/>
            <a:ext cx="1219680" cy="311400"/>
            <a:chOff x="6518664" y="2362896"/>
            <a:chExt cx="1219680" cy="311400"/>
          </a:xfrm>
        </p:grpSpPr>
        <mc:AlternateContent xmlns:mc="http://schemas.openxmlformats.org/markup-compatibility/2006" xmlns:p14="http://schemas.microsoft.com/office/powerpoint/2010/main">
          <mc:Choice Requires="p14">
            <p:contentPart p14:bwMode="auto" r:id="rId223">
              <p14:nvContentPartPr>
                <p14:cNvPr id="134" name="Ink 133">
                  <a:extLst>
                    <a:ext uri="{FF2B5EF4-FFF2-40B4-BE49-F238E27FC236}">
                      <a16:creationId xmlns:a16="http://schemas.microsoft.com/office/drawing/2014/main" id="{A460D1FB-8138-5108-655F-13B538CAF672}"/>
                    </a:ext>
                  </a:extLst>
                </p14:cNvPr>
                <p14:cNvContentPartPr/>
                <p14:nvPr/>
              </p14:nvContentPartPr>
              <p14:xfrm>
                <a:off x="6603984" y="2523816"/>
                <a:ext cx="72000" cy="150480"/>
              </p14:xfrm>
            </p:contentPart>
          </mc:Choice>
          <mc:Fallback xmlns="">
            <p:pic>
              <p:nvPicPr>
                <p:cNvPr id="134" name="Ink 133">
                  <a:extLst>
                    <a:ext uri="{FF2B5EF4-FFF2-40B4-BE49-F238E27FC236}">
                      <a16:creationId xmlns:a16="http://schemas.microsoft.com/office/drawing/2014/main" id="{A460D1FB-8138-5108-655F-13B538CAF672}"/>
                    </a:ext>
                  </a:extLst>
                </p:cNvPr>
                <p:cNvPicPr/>
                <p:nvPr/>
              </p:nvPicPr>
              <p:blipFill>
                <a:blip r:embed="rId224"/>
                <a:stretch>
                  <a:fillRect/>
                </a:stretch>
              </p:blipFill>
              <p:spPr>
                <a:xfrm>
                  <a:off x="6599664" y="2519496"/>
                  <a:ext cx="806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5" name="Ink 134">
                  <a:extLst>
                    <a:ext uri="{FF2B5EF4-FFF2-40B4-BE49-F238E27FC236}">
                      <a16:creationId xmlns:a16="http://schemas.microsoft.com/office/drawing/2014/main" id="{B7440497-68F9-1045-9983-B61FE4B74DE0}"/>
                    </a:ext>
                  </a:extLst>
                </p14:cNvPr>
                <p14:cNvContentPartPr/>
                <p14:nvPr/>
              </p14:nvContentPartPr>
              <p14:xfrm>
                <a:off x="6518664" y="2486376"/>
                <a:ext cx="305280" cy="33120"/>
              </p14:xfrm>
            </p:contentPart>
          </mc:Choice>
          <mc:Fallback xmlns="">
            <p:pic>
              <p:nvPicPr>
                <p:cNvPr id="135" name="Ink 134">
                  <a:extLst>
                    <a:ext uri="{FF2B5EF4-FFF2-40B4-BE49-F238E27FC236}">
                      <a16:creationId xmlns:a16="http://schemas.microsoft.com/office/drawing/2014/main" id="{B7440497-68F9-1045-9983-B61FE4B74DE0}"/>
                    </a:ext>
                  </a:extLst>
                </p:cNvPr>
                <p:cNvPicPr/>
                <p:nvPr/>
              </p:nvPicPr>
              <p:blipFill>
                <a:blip r:embed="rId226"/>
                <a:stretch>
                  <a:fillRect/>
                </a:stretch>
              </p:blipFill>
              <p:spPr>
                <a:xfrm>
                  <a:off x="6514344" y="2482056"/>
                  <a:ext cx="3139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6" name="Ink 135">
                  <a:extLst>
                    <a:ext uri="{FF2B5EF4-FFF2-40B4-BE49-F238E27FC236}">
                      <a16:creationId xmlns:a16="http://schemas.microsoft.com/office/drawing/2014/main" id="{9A312ED6-254F-D43A-18A7-CED07E015C84}"/>
                    </a:ext>
                  </a:extLst>
                </p14:cNvPr>
                <p14:cNvContentPartPr/>
                <p14:nvPr/>
              </p14:nvContentPartPr>
              <p14:xfrm>
                <a:off x="6732504" y="2608776"/>
                <a:ext cx="102960" cy="46800"/>
              </p14:xfrm>
            </p:contentPart>
          </mc:Choice>
          <mc:Fallback xmlns="">
            <p:pic>
              <p:nvPicPr>
                <p:cNvPr id="136" name="Ink 135">
                  <a:extLst>
                    <a:ext uri="{FF2B5EF4-FFF2-40B4-BE49-F238E27FC236}">
                      <a16:creationId xmlns:a16="http://schemas.microsoft.com/office/drawing/2014/main" id="{9A312ED6-254F-D43A-18A7-CED07E015C84}"/>
                    </a:ext>
                  </a:extLst>
                </p:cNvPr>
                <p:cNvPicPr/>
                <p:nvPr/>
              </p:nvPicPr>
              <p:blipFill>
                <a:blip r:embed="rId228"/>
                <a:stretch>
                  <a:fillRect/>
                </a:stretch>
              </p:blipFill>
              <p:spPr>
                <a:xfrm>
                  <a:off x="6728184" y="2604456"/>
                  <a:ext cx="111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7" name="Ink 136">
                  <a:extLst>
                    <a:ext uri="{FF2B5EF4-FFF2-40B4-BE49-F238E27FC236}">
                      <a16:creationId xmlns:a16="http://schemas.microsoft.com/office/drawing/2014/main" id="{9B05E026-B3BE-89D3-A874-05B7E2A3271C}"/>
                    </a:ext>
                  </a:extLst>
                </p14:cNvPr>
                <p14:cNvContentPartPr/>
                <p14:nvPr/>
              </p14:nvContentPartPr>
              <p14:xfrm>
                <a:off x="6864984" y="2415096"/>
                <a:ext cx="118080" cy="247680"/>
              </p14:xfrm>
            </p:contentPart>
          </mc:Choice>
          <mc:Fallback xmlns="">
            <p:pic>
              <p:nvPicPr>
                <p:cNvPr id="137" name="Ink 136">
                  <a:extLst>
                    <a:ext uri="{FF2B5EF4-FFF2-40B4-BE49-F238E27FC236}">
                      <a16:creationId xmlns:a16="http://schemas.microsoft.com/office/drawing/2014/main" id="{9B05E026-B3BE-89D3-A874-05B7E2A3271C}"/>
                    </a:ext>
                  </a:extLst>
                </p:cNvPr>
                <p:cNvPicPr/>
                <p:nvPr/>
              </p:nvPicPr>
              <p:blipFill>
                <a:blip r:embed="rId230"/>
                <a:stretch>
                  <a:fillRect/>
                </a:stretch>
              </p:blipFill>
              <p:spPr>
                <a:xfrm>
                  <a:off x="6860664" y="2410776"/>
                  <a:ext cx="1267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8" name="Ink 137">
                  <a:extLst>
                    <a:ext uri="{FF2B5EF4-FFF2-40B4-BE49-F238E27FC236}">
                      <a16:creationId xmlns:a16="http://schemas.microsoft.com/office/drawing/2014/main" id="{60A54D1E-E1B4-946C-07C6-C89FA0E74EE4}"/>
                    </a:ext>
                  </a:extLst>
                </p14:cNvPr>
                <p14:cNvContentPartPr/>
                <p14:nvPr/>
              </p14:nvContentPartPr>
              <p14:xfrm>
                <a:off x="7009344" y="2564856"/>
                <a:ext cx="133200" cy="68760"/>
              </p14:xfrm>
            </p:contentPart>
          </mc:Choice>
          <mc:Fallback xmlns="">
            <p:pic>
              <p:nvPicPr>
                <p:cNvPr id="138" name="Ink 137">
                  <a:extLst>
                    <a:ext uri="{FF2B5EF4-FFF2-40B4-BE49-F238E27FC236}">
                      <a16:creationId xmlns:a16="http://schemas.microsoft.com/office/drawing/2014/main" id="{60A54D1E-E1B4-946C-07C6-C89FA0E74EE4}"/>
                    </a:ext>
                  </a:extLst>
                </p:cNvPr>
                <p:cNvPicPr/>
                <p:nvPr/>
              </p:nvPicPr>
              <p:blipFill>
                <a:blip r:embed="rId232"/>
                <a:stretch>
                  <a:fillRect/>
                </a:stretch>
              </p:blipFill>
              <p:spPr>
                <a:xfrm>
                  <a:off x="7005024" y="2560536"/>
                  <a:ext cx="1418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9" name="Ink 138">
                  <a:extLst>
                    <a:ext uri="{FF2B5EF4-FFF2-40B4-BE49-F238E27FC236}">
                      <a16:creationId xmlns:a16="http://schemas.microsoft.com/office/drawing/2014/main" id="{306E36A2-D72D-DCEC-147E-13A902FB9FAC}"/>
                    </a:ext>
                  </a:extLst>
                </p14:cNvPr>
                <p14:cNvContentPartPr/>
                <p14:nvPr/>
              </p14:nvContentPartPr>
              <p14:xfrm>
                <a:off x="7294824" y="2407176"/>
                <a:ext cx="127440" cy="230040"/>
              </p14:xfrm>
            </p:contentPart>
          </mc:Choice>
          <mc:Fallback xmlns="">
            <p:pic>
              <p:nvPicPr>
                <p:cNvPr id="139" name="Ink 138">
                  <a:extLst>
                    <a:ext uri="{FF2B5EF4-FFF2-40B4-BE49-F238E27FC236}">
                      <a16:creationId xmlns:a16="http://schemas.microsoft.com/office/drawing/2014/main" id="{306E36A2-D72D-DCEC-147E-13A902FB9FAC}"/>
                    </a:ext>
                  </a:extLst>
                </p:cNvPr>
                <p:cNvPicPr/>
                <p:nvPr/>
              </p:nvPicPr>
              <p:blipFill>
                <a:blip r:embed="rId234"/>
                <a:stretch>
                  <a:fillRect/>
                </a:stretch>
              </p:blipFill>
              <p:spPr>
                <a:xfrm>
                  <a:off x="7290504" y="2402856"/>
                  <a:ext cx="1360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40" name="Ink 139">
                  <a:extLst>
                    <a:ext uri="{FF2B5EF4-FFF2-40B4-BE49-F238E27FC236}">
                      <a16:creationId xmlns:a16="http://schemas.microsoft.com/office/drawing/2014/main" id="{44B72E16-73A4-2A62-B0D0-2B59389775C7}"/>
                    </a:ext>
                  </a:extLst>
                </p14:cNvPr>
                <p14:cNvContentPartPr/>
                <p14:nvPr/>
              </p14:nvContentPartPr>
              <p14:xfrm>
                <a:off x="7308504" y="2362896"/>
                <a:ext cx="353880" cy="209880"/>
              </p14:xfrm>
            </p:contentPart>
          </mc:Choice>
          <mc:Fallback xmlns="">
            <p:pic>
              <p:nvPicPr>
                <p:cNvPr id="140" name="Ink 139">
                  <a:extLst>
                    <a:ext uri="{FF2B5EF4-FFF2-40B4-BE49-F238E27FC236}">
                      <a16:creationId xmlns:a16="http://schemas.microsoft.com/office/drawing/2014/main" id="{44B72E16-73A4-2A62-B0D0-2B59389775C7}"/>
                    </a:ext>
                  </a:extLst>
                </p:cNvPr>
                <p:cNvPicPr/>
                <p:nvPr/>
              </p:nvPicPr>
              <p:blipFill>
                <a:blip r:embed="rId236"/>
                <a:stretch>
                  <a:fillRect/>
                </a:stretch>
              </p:blipFill>
              <p:spPr>
                <a:xfrm>
                  <a:off x="7304184" y="2358576"/>
                  <a:ext cx="3625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41" name="Ink 140">
                  <a:extLst>
                    <a:ext uri="{FF2B5EF4-FFF2-40B4-BE49-F238E27FC236}">
                      <a16:creationId xmlns:a16="http://schemas.microsoft.com/office/drawing/2014/main" id="{535FCABD-16DD-C92D-B00A-8B44898D5259}"/>
                    </a:ext>
                  </a:extLst>
                </p14:cNvPr>
                <p14:cNvContentPartPr/>
                <p14:nvPr/>
              </p14:nvContentPartPr>
              <p14:xfrm>
                <a:off x="7608744" y="2508336"/>
                <a:ext cx="129600" cy="73440"/>
              </p14:xfrm>
            </p:contentPart>
          </mc:Choice>
          <mc:Fallback xmlns="">
            <p:pic>
              <p:nvPicPr>
                <p:cNvPr id="141" name="Ink 140">
                  <a:extLst>
                    <a:ext uri="{FF2B5EF4-FFF2-40B4-BE49-F238E27FC236}">
                      <a16:creationId xmlns:a16="http://schemas.microsoft.com/office/drawing/2014/main" id="{535FCABD-16DD-C92D-B00A-8B44898D5259}"/>
                    </a:ext>
                  </a:extLst>
                </p:cNvPr>
                <p:cNvPicPr/>
                <p:nvPr/>
              </p:nvPicPr>
              <p:blipFill>
                <a:blip r:embed="rId238"/>
                <a:stretch>
                  <a:fillRect/>
                </a:stretch>
              </p:blipFill>
              <p:spPr>
                <a:xfrm>
                  <a:off x="7604424" y="2504016"/>
                  <a:ext cx="138240" cy="82080"/>
                </a:xfrm>
                <a:prstGeom prst="rect">
                  <a:avLst/>
                </a:prstGeom>
              </p:spPr>
            </p:pic>
          </mc:Fallback>
        </mc:AlternateContent>
      </p:grpSp>
      <p:grpSp>
        <p:nvGrpSpPr>
          <p:cNvPr id="153" name="Group 152">
            <a:extLst>
              <a:ext uri="{FF2B5EF4-FFF2-40B4-BE49-F238E27FC236}">
                <a16:creationId xmlns:a16="http://schemas.microsoft.com/office/drawing/2014/main" id="{AE9186BE-08E4-E8C2-5F72-569A5DEC56AC}"/>
              </a:ext>
            </a:extLst>
          </p:cNvPr>
          <p:cNvGrpSpPr/>
          <p:nvPr/>
        </p:nvGrpSpPr>
        <p:grpSpPr>
          <a:xfrm>
            <a:off x="7932384" y="2293776"/>
            <a:ext cx="591840" cy="330480"/>
            <a:chOff x="7932384" y="2293776"/>
            <a:chExt cx="591840" cy="330480"/>
          </a:xfrm>
        </p:grpSpPr>
        <mc:AlternateContent xmlns:mc="http://schemas.openxmlformats.org/markup-compatibility/2006" xmlns:p14="http://schemas.microsoft.com/office/powerpoint/2010/main">
          <mc:Choice Requires="p14">
            <p:contentPart p14:bwMode="auto" r:id="rId239">
              <p14:nvContentPartPr>
                <p14:cNvPr id="142" name="Ink 141">
                  <a:extLst>
                    <a:ext uri="{FF2B5EF4-FFF2-40B4-BE49-F238E27FC236}">
                      <a16:creationId xmlns:a16="http://schemas.microsoft.com/office/drawing/2014/main" id="{F0706F45-094A-6833-ABA6-0DAD4875617B}"/>
                    </a:ext>
                  </a:extLst>
                </p14:cNvPr>
                <p14:cNvContentPartPr/>
                <p14:nvPr/>
              </p14:nvContentPartPr>
              <p14:xfrm>
                <a:off x="7941024" y="2293776"/>
                <a:ext cx="199440" cy="330480"/>
              </p14:xfrm>
            </p:contentPart>
          </mc:Choice>
          <mc:Fallback xmlns="">
            <p:pic>
              <p:nvPicPr>
                <p:cNvPr id="142" name="Ink 141">
                  <a:extLst>
                    <a:ext uri="{FF2B5EF4-FFF2-40B4-BE49-F238E27FC236}">
                      <a16:creationId xmlns:a16="http://schemas.microsoft.com/office/drawing/2014/main" id="{F0706F45-094A-6833-ABA6-0DAD4875617B}"/>
                    </a:ext>
                  </a:extLst>
                </p:cNvPr>
                <p:cNvPicPr/>
                <p:nvPr/>
              </p:nvPicPr>
              <p:blipFill>
                <a:blip r:embed="rId240"/>
                <a:stretch>
                  <a:fillRect/>
                </a:stretch>
              </p:blipFill>
              <p:spPr>
                <a:xfrm>
                  <a:off x="7936704" y="2289456"/>
                  <a:ext cx="20808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3" name="Ink 142">
                  <a:extLst>
                    <a:ext uri="{FF2B5EF4-FFF2-40B4-BE49-F238E27FC236}">
                      <a16:creationId xmlns:a16="http://schemas.microsoft.com/office/drawing/2014/main" id="{355BC1B2-C860-FC10-A6DB-2EEEAF1F02E1}"/>
                    </a:ext>
                  </a:extLst>
                </p14:cNvPr>
                <p14:cNvContentPartPr/>
                <p14:nvPr/>
              </p14:nvContentPartPr>
              <p14:xfrm>
                <a:off x="7932384" y="2513376"/>
                <a:ext cx="129600" cy="81000"/>
              </p14:xfrm>
            </p:contentPart>
          </mc:Choice>
          <mc:Fallback xmlns="">
            <p:pic>
              <p:nvPicPr>
                <p:cNvPr id="143" name="Ink 142">
                  <a:extLst>
                    <a:ext uri="{FF2B5EF4-FFF2-40B4-BE49-F238E27FC236}">
                      <a16:creationId xmlns:a16="http://schemas.microsoft.com/office/drawing/2014/main" id="{355BC1B2-C860-FC10-A6DB-2EEEAF1F02E1}"/>
                    </a:ext>
                  </a:extLst>
                </p:cNvPr>
                <p:cNvPicPr/>
                <p:nvPr/>
              </p:nvPicPr>
              <p:blipFill>
                <a:blip r:embed="rId242"/>
                <a:stretch>
                  <a:fillRect/>
                </a:stretch>
              </p:blipFill>
              <p:spPr>
                <a:xfrm>
                  <a:off x="7928064" y="2509056"/>
                  <a:ext cx="1382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4" name="Ink 143">
                  <a:extLst>
                    <a:ext uri="{FF2B5EF4-FFF2-40B4-BE49-F238E27FC236}">
                      <a16:creationId xmlns:a16="http://schemas.microsoft.com/office/drawing/2014/main" id="{332F1758-B501-95DB-611D-A4845D5285A9}"/>
                    </a:ext>
                  </a:extLst>
                </p14:cNvPr>
                <p14:cNvContentPartPr/>
                <p14:nvPr/>
              </p14:nvContentPartPr>
              <p14:xfrm>
                <a:off x="8050104" y="2466936"/>
                <a:ext cx="9720" cy="29160"/>
              </p14:xfrm>
            </p:contentPart>
          </mc:Choice>
          <mc:Fallback xmlns="">
            <p:pic>
              <p:nvPicPr>
                <p:cNvPr id="144" name="Ink 143">
                  <a:extLst>
                    <a:ext uri="{FF2B5EF4-FFF2-40B4-BE49-F238E27FC236}">
                      <a16:creationId xmlns:a16="http://schemas.microsoft.com/office/drawing/2014/main" id="{332F1758-B501-95DB-611D-A4845D5285A9}"/>
                    </a:ext>
                  </a:extLst>
                </p:cNvPr>
                <p:cNvPicPr/>
                <p:nvPr/>
              </p:nvPicPr>
              <p:blipFill>
                <a:blip r:embed="rId244"/>
                <a:stretch>
                  <a:fillRect/>
                </a:stretch>
              </p:blipFill>
              <p:spPr>
                <a:xfrm>
                  <a:off x="8045784" y="2462616"/>
                  <a:ext cx="183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5" name="Ink 144">
                  <a:extLst>
                    <a:ext uri="{FF2B5EF4-FFF2-40B4-BE49-F238E27FC236}">
                      <a16:creationId xmlns:a16="http://schemas.microsoft.com/office/drawing/2014/main" id="{CB64437F-1336-612D-7440-BFE7B769DB1E}"/>
                    </a:ext>
                  </a:extLst>
                </p14:cNvPr>
                <p14:cNvContentPartPr/>
                <p14:nvPr/>
              </p14:nvContentPartPr>
              <p14:xfrm>
                <a:off x="8059464" y="2478456"/>
                <a:ext cx="360" cy="360"/>
              </p14:xfrm>
            </p:contentPart>
          </mc:Choice>
          <mc:Fallback xmlns="">
            <p:pic>
              <p:nvPicPr>
                <p:cNvPr id="145" name="Ink 144">
                  <a:extLst>
                    <a:ext uri="{FF2B5EF4-FFF2-40B4-BE49-F238E27FC236}">
                      <a16:creationId xmlns:a16="http://schemas.microsoft.com/office/drawing/2014/main" id="{CB64437F-1336-612D-7440-BFE7B769DB1E}"/>
                    </a:ext>
                  </a:extLst>
                </p:cNvPr>
                <p:cNvPicPr/>
                <p:nvPr/>
              </p:nvPicPr>
              <p:blipFill>
                <a:blip r:embed="rId143"/>
                <a:stretch>
                  <a:fillRect/>
                </a:stretch>
              </p:blipFill>
              <p:spPr>
                <a:xfrm>
                  <a:off x="8055144" y="247413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6" name="Ink 145">
                  <a:extLst>
                    <a:ext uri="{FF2B5EF4-FFF2-40B4-BE49-F238E27FC236}">
                      <a16:creationId xmlns:a16="http://schemas.microsoft.com/office/drawing/2014/main" id="{177AA033-BF68-9C0B-DF72-932B4E4E45FA}"/>
                    </a:ext>
                  </a:extLst>
                </p14:cNvPr>
                <p14:cNvContentPartPr/>
                <p14:nvPr/>
              </p14:nvContentPartPr>
              <p14:xfrm>
                <a:off x="8059464" y="2478456"/>
                <a:ext cx="138960" cy="93960"/>
              </p14:xfrm>
            </p:contentPart>
          </mc:Choice>
          <mc:Fallback xmlns="">
            <p:pic>
              <p:nvPicPr>
                <p:cNvPr id="146" name="Ink 145">
                  <a:extLst>
                    <a:ext uri="{FF2B5EF4-FFF2-40B4-BE49-F238E27FC236}">
                      <a16:creationId xmlns:a16="http://schemas.microsoft.com/office/drawing/2014/main" id="{177AA033-BF68-9C0B-DF72-932B4E4E45FA}"/>
                    </a:ext>
                  </a:extLst>
                </p:cNvPr>
                <p:cNvPicPr/>
                <p:nvPr/>
              </p:nvPicPr>
              <p:blipFill>
                <a:blip r:embed="rId247"/>
                <a:stretch>
                  <a:fillRect/>
                </a:stretch>
              </p:blipFill>
              <p:spPr>
                <a:xfrm>
                  <a:off x="8055144" y="2474136"/>
                  <a:ext cx="1476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7" name="Ink 146">
                  <a:extLst>
                    <a:ext uri="{FF2B5EF4-FFF2-40B4-BE49-F238E27FC236}">
                      <a16:creationId xmlns:a16="http://schemas.microsoft.com/office/drawing/2014/main" id="{76A19B5F-9B81-4DFA-A836-D4028913B420}"/>
                    </a:ext>
                  </a:extLst>
                </p14:cNvPr>
                <p14:cNvContentPartPr/>
                <p14:nvPr/>
              </p14:nvContentPartPr>
              <p14:xfrm>
                <a:off x="8234424" y="2497176"/>
                <a:ext cx="53640" cy="55080"/>
              </p14:xfrm>
            </p:contentPart>
          </mc:Choice>
          <mc:Fallback xmlns="">
            <p:pic>
              <p:nvPicPr>
                <p:cNvPr id="147" name="Ink 146">
                  <a:extLst>
                    <a:ext uri="{FF2B5EF4-FFF2-40B4-BE49-F238E27FC236}">
                      <a16:creationId xmlns:a16="http://schemas.microsoft.com/office/drawing/2014/main" id="{76A19B5F-9B81-4DFA-A836-D4028913B420}"/>
                    </a:ext>
                  </a:extLst>
                </p:cNvPr>
                <p:cNvPicPr/>
                <p:nvPr/>
              </p:nvPicPr>
              <p:blipFill>
                <a:blip r:embed="rId249"/>
                <a:stretch>
                  <a:fillRect/>
                </a:stretch>
              </p:blipFill>
              <p:spPr>
                <a:xfrm>
                  <a:off x="8230104" y="2492856"/>
                  <a:ext cx="622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8" name="Ink 147">
                  <a:extLst>
                    <a:ext uri="{FF2B5EF4-FFF2-40B4-BE49-F238E27FC236}">
                      <a16:creationId xmlns:a16="http://schemas.microsoft.com/office/drawing/2014/main" id="{ECDD1E01-C6B8-BD74-AB6D-16A566E47B7D}"/>
                    </a:ext>
                  </a:extLst>
                </p14:cNvPr>
                <p14:cNvContentPartPr/>
                <p14:nvPr/>
              </p14:nvContentPartPr>
              <p14:xfrm>
                <a:off x="8375184" y="2383776"/>
                <a:ext cx="77040" cy="170280"/>
              </p14:xfrm>
            </p:contentPart>
          </mc:Choice>
          <mc:Fallback xmlns="">
            <p:pic>
              <p:nvPicPr>
                <p:cNvPr id="148" name="Ink 147">
                  <a:extLst>
                    <a:ext uri="{FF2B5EF4-FFF2-40B4-BE49-F238E27FC236}">
                      <a16:creationId xmlns:a16="http://schemas.microsoft.com/office/drawing/2014/main" id="{ECDD1E01-C6B8-BD74-AB6D-16A566E47B7D}"/>
                    </a:ext>
                  </a:extLst>
                </p:cNvPr>
                <p:cNvPicPr/>
                <p:nvPr/>
              </p:nvPicPr>
              <p:blipFill>
                <a:blip r:embed="rId251"/>
                <a:stretch>
                  <a:fillRect/>
                </a:stretch>
              </p:blipFill>
              <p:spPr>
                <a:xfrm>
                  <a:off x="8370864" y="2379456"/>
                  <a:ext cx="85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9" name="Ink 148">
                  <a:extLst>
                    <a:ext uri="{FF2B5EF4-FFF2-40B4-BE49-F238E27FC236}">
                      <a16:creationId xmlns:a16="http://schemas.microsoft.com/office/drawing/2014/main" id="{8F314A4E-D33E-CFFB-DC77-FCEF81A757B8}"/>
                    </a:ext>
                  </a:extLst>
                </p14:cNvPr>
                <p14:cNvContentPartPr/>
                <p14:nvPr/>
              </p14:nvContentPartPr>
              <p14:xfrm>
                <a:off x="8348184" y="2472696"/>
                <a:ext cx="176040" cy="25920"/>
              </p14:xfrm>
            </p:contentPart>
          </mc:Choice>
          <mc:Fallback xmlns="">
            <p:pic>
              <p:nvPicPr>
                <p:cNvPr id="149" name="Ink 148">
                  <a:extLst>
                    <a:ext uri="{FF2B5EF4-FFF2-40B4-BE49-F238E27FC236}">
                      <a16:creationId xmlns:a16="http://schemas.microsoft.com/office/drawing/2014/main" id="{8F314A4E-D33E-CFFB-DC77-FCEF81A757B8}"/>
                    </a:ext>
                  </a:extLst>
                </p:cNvPr>
                <p:cNvPicPr/>
                <p:nvPr/>
              </p:nvPicPr>
              <p:blipFill>
                <a:blip r:embed="rId253"/>
                <a:stretch>
                  <a:fillRect/>
                </a:stretch>
              </p:blipFill>
              <p:spPr>
                <a:xfrm>
                  <a:off x="8343864" y="2468376"/>
                  <a:ext cx="184680" cy="34560"/>
                </a:xfrm>
                <a:prstGeom prst="rect">
                  <a:avLst/>
                </a:prstGeom>
              </p:spPr>
            </p:pic>
          </mc:Fallback>
        </mc:AlternateContent>
      </p:grpSp>
      <p:grpSp>
        <p:nvGrpSpPr>
          <p:cNvPr id="184" name="Group 183">
            <a:extLst>
              <a:ext uri="{FF2B5EF4-FFF2-40B4-BE49-F238E27FC236}">
                <a16:creationId xmlns:a16="http://schemas.microsoft.com/office/drawing/2014/main" id="{78063638-41C6-D7BF-39CE-D96D51B3B03B}"/>
              </a:ext>
            </a:extLst>
          </p:cNvPr>
          <p:cNvGrpSpPr/>
          <p:nvPr/>
        </p:nvGrpSpPr>
        <p:grpSpPr>
          <a:xfrm>
            <a:off x="6659424" y="2789136"/>
            <a:ext cx="1400040" cy="243000"/>
            <a:chOff x="6659424" y="2789136"/>
            <a:chExt cx="1400040" cy="243000"/>
          </a:xfrm>
        </p:grpSpPr>
        <mc:AlternateContent xmlns:mc="http://schemas.openxmlformats.org/markup-compatibility/2006" xmlns:p14="http://schemas.microsoft.com/office/powerpoint/2010/main">
          <mc:Choice Requires="p14">
            <p:contentPart p14:bwMode="auto" r:id="rId254">
              <p14:nvContentPartPr>
                <p14:cNvPr id="150" name="Ink 149">
                  <a:extLst>
                    <a:ext uri="{FF2B5EF4-FFF2-40B4-BE49-F238E27FC236}">
                      <a16:creationId xmlns:a16="http://schemas.microsoft.com/office/drawing/2014/main" id="{A7D8CE43-CE59-6D23-4764-AED526FBBB08}"/>
                    </a:ext>
                  </a:extLst>
                </p14:cNvPr>
                <p14:cNvContentPartPr/>
                <p14:nvPr/>
              </p14:nvContentPartPr>
              <p14:xfrm>
                <a:off x="6659424" y="2789136"/>
                <a:ext cx="268560" cy="243000"/>
              </p14:xfrm>
            </p:contentPart>
          </mc:Choice>
          <mc:Fallback xmlns="">
            <p:pic>
              <p:nvPicPr>
                <p:cNvPr id="150" name="Ink 149">
                  <a:extLst>
                    <a:ext uri="{FF2B5EF4-FFF2-40B4-BE49-F238E27FC236}">
                      <a16:creationId xmlns:a16="http://schemas.microsoft.com/office/drawing/2014/main" id="{A7D8CE43-CE59-6D23-4764-AED526FBBB08}"/>
                    </a:ext>
                  </a:extLst>
                </p:cNvPr>
                <p:cNvPicPr/>
                <p:nvPr/>
              </p:nvPicPr>
              <p:blipFill>
                <a:blip r:embed="rId255"/>
                <a:stretch>
                  <a:fillRect/>
                </a:stretch>
              </p:blipFill>
              <p:spPr>
                <a:xfrm>
                  <a:off x="6655104" y="2784816"/>
                  <a:ext cx="2772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1" name="Ink 150">
                  <a:extLst>
                    <a:ext uri="{FF2B5EF4-FFF2-40B4-BE49-F238E27FC236}">
                      <a16:creationId xmlns:a16="http://schemas.microsoft.com/office/drawing/2014/main" id="{CF462DA1-5A8E-3E23-4BD5-894A5417D9BA}"/>
                    </a:ext>
                  </a:extLst>
                </p14:cNvPr>
                <p14:cNvContentPartPr/>
                <p14:nvPr/>
              </p14:nvContentPartPr>
              <p14:xfrm>
                <a:off x="6931944" y="2942136"/>
                <a:ext cx="84240" cy="69480"/>
              </p14:xfrm>
            </p:contentPart>
          </mc:Choice>
          <mc:Fallback xmlns="">
            <p:pic>
              <p:nvPicPr>
                <p:cNvPr id="151" name="Ink 150">
                  <a:extLst>
                    <a:ext uri="{FF2B5EF4-FFF2-40B4-BE49-F238E27FC236}">
                      <a16:creationId xmlns:a16="http://schemas.microsoft.com/office/drawing/2014/main" id="{CF462DA1-5A8E-3E23-4BD5-894A5417D9BA}"/>
                    </a:ext>
                  </a:extLst>
                </p:cNvPr>
                <p:cNvPicPr/>
                <p:nvPr/>
              </p:nvPicPr>
              <p:blipFill>
                <a:blip r:embed="rId257"/>
                <a:stretch>
                  <a:fillRect/>
                </a:stretch>
              </p:blipFill>
              <p:spPr>
                <a:xfrm>
                  <a:off x="6927624" y="2937816"/>
                  <a:ext cx="928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5" name="Ink 154">
                  <a:extLst>
                    <a:ext uri="{FF2B5EF4-FFF2-40B4-BE49-F238E27FC236}">
                      <a16:creationId xmlns:a16="http://schemas.microsoft.com/office/drawing/2014/main" id="{F2C928B5-3FA9-FC25-3F07-C9BF32B06E99}"/>
                    </a:ext>
                  </a:extLst>
                </p14:cNvPr>
                <p14:cNvContentPartPr/>
                <p14:nvPr/>
              </p14:nvContentPartPr>
              <p14:xfrm>
                <a:off x="7079904" y="2921256"/>
                <a:ext cx="240480" cy="66960"/>
              </p14:xfrm>
            </p:contentPart>
          </mc:Choice>
          <mc:Fallback xmlns="">
            <p:pic>
              <p:nvPicPr>
                <p:cNvPr id="155" name="Ink 154">
                  <a:extLst>
                    <a:ext uri="{FF2B5EF4-FFF2-40B4-BE49-F238E27FC236}">
                      <a16:creationId xmlns:a16="http://schemas.microsoft.com/office/drawing/2014/main" id="{F2C928B5-3FA9-FC25-3F07-C9BF32B06E99}"/>
                    </a:ext>
                  </a:extLst>
                </p:cNvPr>
                <p:cNvPicPr/>
                <p:nvPr/>
              </p:nvPicPr>
              <p:blipFill>
                <a:blip r:embed="rId259"/>
                <a:stretch>
                  <a:fillRect/>
                </a:stretch>
              </p:blipFill>
              <p:spPr>
                <a:xfrm>
                  <a:off x="7075584" y="2916936"/>
                  <a:ext cx="2491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6" name="Ink 155">
                  <a:extLst>
                    <a:ext uri="{FF2B5EF4-FFF2-40B4-BE49-F238E27FC236}">
                      <a16:creationId xmlns:a16="http://schemas.microsoft.com/office/drawing/2014/main" id="{6ED5C7BC-4E98-8EEA-66DC-804C8F10FF66}"/>
                    </a:ext>
                  </a:extLst>
                </p14:cNvPr>
                <p14:cNvContentPartPr/>
                <p14:nvPr/>
              </p14:nvContentPartPr>
              <p14:xfrm>
                <a:off x="7317504" y="2893536"/>
                <a:ext cx="259200" cy="79560"/>
              </p14:xfrm>
            </p:contentPart>
          </mc:Choice>
          <mc:Fallback xmlns="">
            <p:pic>
              <p:nvPicPr>
                <p:cNvPr id="156" name="Ink 155">
                  <a:extLst>
                    <a:ext uri="{FF2B5EF4-FFF2-40B4-BE49-F238E27FC236}">
                      <a16:creationId xmlns:a16="http://schemas.microsoft.com/office/drawing/2014/main" id="{6ED5C7BC-4E98-8EEA-66DC-804C8F10FF66}"/>
                    </a:ext>
                  </a:extLst>
                </p:cNvPr>
                <p:cNvPicPr/>
                <p:nvPr/>
              </p:nvPicPr>
              <p:blipFill>
                <a:blip r:embed="rId261"/>
                <a:stretch>
                  <a:fillRect/>
                </a:stretch>
              </p:blipFill>
              <p:spPr>
                <a:xfrm>
                  <a:off x="7313184" y="2889216"/>
                  <a:ext cx="2678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7" name="Ink 156">
                  <a:extLst>
                    <a:ext uri="{FF2B5EF4-FFF2-40B4-BE49-F238E27FC236}">
                      <a16:creationId xmlns:a16="http://schemas.microsoft.com/office/drawing/2014/main" id="{6508A827-A942-B9C9-E9A2-41FD92032908}"/>
                    </a:ext>
                  </a:extLst>
                </p14:cNvPr>
                <p14:cNvContentPartPr/>
                <p14:nvPr/>
              </p14:nvContentPartPr>
              <p14:xfrm>
                <a:off x="7648344" y="2816856"/>
                <a:ext cx="28080" cy="176040"/>
              </p14:xfrm>
            </p:contentPart>
          </mc:Choice>
          <mc:Fallback xmlns="">
            <p:pic>
              <p:nvPicPr>
                <p:cNvPr id="157" name="Ink 156">
                  <a:extLst>
                    <a:ext uri="{FF2B5EF4-FFF2-40B4-BE49-F238E27FC236}">
                      <a16:creationId xmlns:a16="http://schemas.microsoft.com/office/drawing/2014/main" id="{6508A827-A942-B9C9-E9A2-41FD92032908}"/>
                    </a:ext>
                  </a:extLst>
                </p:cNvPr>
                <p:cNvPicPr/>
                <p:nvPr/>
              </p:nvPicPr>
              <p:blipFill>
                <a:blip r:embed="rId263"/>
                <a:stretch>
                  <a:fillRect/>
                </a:stretch>
              </p:blipFill>
              <p:spPr>
                <a:xfrm>
                  <a:off x="7644024" y="2812536"/>
                  <a:ext cx="367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8" name="Ink 157">
                  <a:extLst>
                    <a:ext uri="{FF2B5EF4-FFF2-40B4-BE49-F238E27FC236}">
                      <a16:creationId xmlns:a16="http://schemas.microsoft.com/office/drawing/2014/main" id="{8DF83156-9049-48FB-34D3-05A5C0B1D431}"/>
                    </a:ext>
                  </a:extLst>
                </p14:cNvPr>
                <p14:cNvContentPartPr/>
                <p14:nvPr/>
              </p14:nvContentPartPr>
              <p14:xfrm>
                <a:off x="7618104" y="2893176"/>
                <a:ext cx="159840" cy="14040"/>
              </p14:xfrm>
            </p:contentPart>
          </mc:Choice>
          <mc:Fallback xmlns="">
            <p:pic>
              <p:nvPicPr>
                <p:cNvPr id="158" name="Ink 157">
                  <a:extLst>
                    <a:ext uri="{FF2B5EF4-FFF2-40B4-BE49-F238E27FC236}">
                      <a16:creationId xmlns:a16="http://schemas.microsoft.com/office/drawing/2014/main" id="{8DF83156-9049-48FB-34D3-05A5C0B1D431}"/>
                    </a:ext>
                  </a:extLst>
                </p:cNvPr>
                <p:cNvPicPr/>
                <p:nvPr/>
              </p:nvPicPr>
              <p:blipFill>
                <a:blip r:embed="rId265"/>
                <a:stretch>
                  <a:fillRect/>
                </a:stretch>
              </p:blipFill>
              <p:spPr>
                <a:xfrm>
                  <a:off x="7613784" y="2888856"/>
                  <a:ext cx="1684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9" name="Ink 158">
                  <a:extLst>
                    <a:ext uri="{FF2B5EF4-FFF2-40B4-BE49-F238E27FC236}">
                      <a16:creationId xmlns:a16="http://schemas.microsoft.com/office/drawing/2014/main" id="{C11641C8-D7A3-6E61-A056-0B84AE32AD4B}"/>
                    </a:ext>
                  </a:extLst>
                </p14:cNvPr>
                <p14:cNvContentPartPr/>
                <p14:nvPr/>
              </p14:nvContentPartPr>
              <p14:xfrm>
                <a:off x="7897464" y="2888496"/>
                <a:ext cx="360" cy="38520"/>
              </p14:xfrm>
            </p:contentPart>
          </mc:Choice>
          <mc:Fallback xmlns="">
            <p:pic>
              <p:nvPicPr>
                <p:cNvPr id="159" name="Ink 158">
                  <a:extLst>
                    <a:ext uri="{FF2B5EF4-FFF2-40B4-BE49-F238E27FC236}">
                      <a16:creationId xmlns:a16="http://schemas.microsoft.com/office/drawing/2014/main" id="{C11641C8-D7A3-6E61-A056-0B84AE32AD4B}"/>
                    </a:ext>
                  </a:extLst>
                </p:cNvPr>
                <p:cNvPicPr/>
                <p:nvPr/>
              </p:nvPicPr>
              <p:blipFill>
                <a:blip r:embed="rId267"/>
                <a:stretch>
                  <a:fillRect/>
                </a:stretch>
              </p:blipFill>
              <p:spPr>
                <a:xfrm>
                  <a:off x="7893144" y="2884176"/>
                  <a:ext cx="9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0" name="Ink 159">
                  <a:extLst>
                    <a:ext uri="{FF2B5EF4-FFF2-40B4-BE49-F238E27FC236}">
                      <a16:creationId xmlns:a16="http://schemas.microsoft.com/office/drawing/2014/main" id="{242CF170-3286-F0DD-7CB0-F75AE07AD5A5}"/>
                    </a:ext>
                  </a:extLst>
                </p14:cNvPr>
                <p14:cNvContentPartPr/>
                <p14:nvPr/>
              </p14:nvContentPartPr>
              <p14:xfrm>
                <a:off x="7980624" y="2803176"/>
                <a:ext cx="9720" cy="59400"/>
              </p14:xfrm>
            </p:contentPart>
          </mc:Choice>
          <mc:Fallback xmlns="">
            <p:pic>
              <p:nvPicPr>
                <p:cNvPr id="160" name="Ink 159">
                  <a:extLst>
                    <a:ext uri="{FF2B5EF4-FFF2-40B4-BE49-F238E27FC236}">
                      <a16:creationId xmlns:a16="http://schemas.microsoft.com/office/drawing/2014/main" id="{242CF170-3286-F0DD-7CB0-F75AE07AD5A5}"/>
                    </a:ext>
                  </a:extLst>
                </p:cNvPr>
                <p:cNvPicPr/>
                <p:nvPr/>
              </p:nvPicPr>
              <p:blipFill>
                <a:blip r:embed="rId269"/>
                <a:stretch>
                  <a:fillRect/>
                </a:stretch>
              </p:blipFill>
              <p:spPr>
                <a:xfrm>
                  <a:off x="7976304" y="2798856"/>
                  <a:ext cx="1836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1" name="Ink 160">
                  <a:extLst>
                    <a:ext uri="{FF2B5EF4-FFF2-40B4-BE49-F238E27FC236}">
                      <a16:creationId xmlns:a16="http://schemas.microsoft.com/office/drawing/2014/main" id="{3EF4B9B1-F31C-1D8B-291C-49FC089D205D}"/>
                    </a:ext>
                  </a:extLst>
                </p14:cNvPr>
                <p14:cNvContentPartPr/>
                <p14:nvPr/>
              </p14:nvContentPartPr>
              <p14:xfrm>
                <a:off x="7970544" y="2887416"/>
                <a:ext cx="88920" cy="37440"/>
              </p14:xfrm>
            </p:contentPart>
          </mc:Choice>
          <mc:Fallback xmlns="">
            <p:pic>
              <p:nvPicPr>
                <p:cNvPr id="161" name="Ink 160">
                  <a:extLst>
                    <a:ext uri="{FF2B5EF4-FFF2-40B4-BE49-F238E27FC236}">
                      <a16:creationId xmlns:a16="http://schemas.microsoft.com/office/drawing/2014/main" id="{3EF4B9B1-F31C-1D8B-291C-49FC089D205D}"/>
                    </a:ext>
                  </a:extLst>
                </p:cNvPr>
                <p:cNvPicPr/>
                <p:nvPr/>
              </p:nvPicPr>
              <p:blipFill>
                <a:blip r:embed="rId271"/>
                <a:stretch>
                  <a:fillRect/>
                </a:stretch>
              </p:blipFill>
              <p:spPr>
                <a:xfrm>
                  <a:off x="7966224" y="2883096"/>
                  <a:ext cx="97560" cy="46080"/>
                </a:xfrm>
                <a:prstGeom prst="rect">
                  <a:avLst/>
                </a:prstGeom>
              </p:spPr>
            </p:pic>
          </mc:Fallback>
        </mc:AlternateContent>
      </p:grpSp>
      <p:grpSp>
        <p:nvGrpSpPr>
          <p:cNvPr id="183" name="Group 182">
            <a:extLst>
              <a:ext uri="{FF2B5EF4-FFF2-40B4-BE49-F238E27FC236}">
                <a16:creationId xmlns:a16="http://schemas.microsoft.com/office/drawing/2014/main" id="{A819A191-3F12-4E62-2E95-4683AF45D6B2}"/>
              </a:ext>
            </a:extLst>
          </p:cNvPr>
          <p:cNvGrpSpPr/>
          <p:nvPr/>
        </p:nvGrpSpPr>
        <p:grpSpPr>
          <a:xfrm>
            <a:off x="8262504" y="2701296"/>
            <a:ext cx="405720" cy="246600"/>
            <a:chOff x="8262504" y="2701296"/>
            <a:chExt cx="405720" cy="246600"/>
          </a:xfrm>
        </p:grpSpPr>
        <mc:AlternateContent xmlns:mc="http://schemas.openxmlformats.org/markup-compatibility/2006" xmlns:p14="http://schemas.microsoft.com/office/powerpoint/2010/main">
          <mc:Choice Requires="p14">
            <p:contentPart p14:bwMode="auto" r:id="rId272">
              <p14:nvContentPartPr>
                <p14:cNvPr id="162" name="Ink 161">
                  <a:extLst>
                    <a:ext uri="{FF2B5EF4-FFF2-40B4-BE49-F238E27FC236}">
                      <a16:creationId xmlns:a16="http://schemas.microsoft.com/office/drawing/2014/main" id="{9E2B9943-E7E9-64E5-3F0A-8866B2595EBE}"/>
                    </a:ext>
                  </a:extLst>
                </p14:cNvPr>
                <p14:cNvContentPartPr/>
                <p14:nvPr/>
              </p14:nvContentPartPr>
              <p14:xfrm>
                <a:off x="8292744" y="2766096"/>
                <a:ext cx="65160" cy="162000"/>
              </p14:xfrm>
            </p:contentPart>
          </mc:Choice>
          <mc:Fallback xmlns="">
            <p:pic>
              <p:nvPicPr>
                <p:cNvPr id="162" name="Ink 161">
                  <a:extLst>
                    <a:ext uri="{FF2B5EF4-FFF2-40B4-BE49-F238E27FC236}">
                      <a16:creationId xmlns:a16="http://schemas.microsoft.com/office/drawing/2014/main" id="{9E2B9943-E7E9-64E5-3F0A-8866B2595EBE}"/>
                    </a:ext>
                  </a:extLst>
                </p:cNvPr>
                <p:cNvPicPr/>
                <p:nvPr/>
              </p:nvPicPr>
              <p:blipFill>
                <a:blip r:embed="rId273"/>
                <a:stretch>
                  <a:fillRect/>
                </a:stretch>
              </p:blipFill>
              <p:spPr>
                <a:xfrm>
                  <a:off x="8288424" y="2761776"/>
                  <a:ext cx="738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3" name="Ink 162">
                  <a:extLst>
                    <a:ext uri="{FF2B5EF4-FFF2-40B4-BE49-F238E27FC236}">
                      <a16:creationId xmlns:a16="http://schemas.microsoft.com/office/drawing/2014/main" id="{5178441E-4AA0-C47C-B73B-6D8F080144C5}"/>
                    </a:ext>
                  </a:extLst>
                </p14:cNvPr>
                <p14:cNvContentPartPr/>
                <p14:nvPr/>
              </p14:nvContentPartPr>
              <p14:xfrm>
                <a:off x="8262504" y="2701296"/>
                <a:ext cx="388440" cy="217440"/>
              </p14:xfrm>
            </p:contentPart>
          </mc:Choice>
          <mc:Fallback xmlns="">
            <p:pic>
              <p:nvPicPr>
                <p:cNvPr id="163" name="Ink 162">
                  <a:extLst>
                    <a:ext uri="{FF2B5EF4-FFF2-40B4-BE49-F238E27FC236}">
                      <a16:creationId xmlns:a16="http://schemas.microsoft.com/office/drawing/2014/main" id="{5178441E-4AA0-C47C-B73B-6D8F080144C5}"/>
                    </a:ext>
                  </a:extLst>
                </p:cNvPr>
                <p:cNvPicPr/>
                <p:nvPr/>
              </p:nvPicPr>
              <p:blipFill>
                <a:blip r:embed="rId275"/>
                <a:stretch>
                  <a:fillRect/>
                </a:stretch>
              </p:blipFill>
              <p:spPr>
                <a:xfrm>
                  <a:off x="8258184" y="2696976"/>
                  <a:ext cx="3970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4" name="Ink 163">
                  <a:extLst>
                    <a:ext uri="{FF2B5EF4-FFF2-40B4-BE49-F238E27FC236}">
                      <a16:creationId xmlns:a16="http://schemas.microsoft.com/office/drawing/2014/main" id="{DAB81B48-51F6-1F00-A569-E1A3AEC6F61A}"/>
                    </a:ext>
                  </a:extLst>
                </p14:cNvPr>
                <p14:cNvContentPartPr/>
                <p14:nvPr/>
              </p14:nvContentPartPr>
              <p14:xfrm>
                <a:off x="8604504" y="2849616"/>
                <a:ext cx="63720" cy="98280"/>
              </p14:xfrm>
            </p:contentPart>
          </mc:Choice>
          <mc:Fallback xmlns="">
            <p:pic>
              <p:nvPicPr>
                <p:cNvPr id="164" name="Ink 163">
                  <a:extLst>
                    <a:ext uri="{FF2B5EF4-FFF2-40B4-BE49-F238E27FC236}">
                      <a16:creationId xmlns:a16="http://schemas.microsoft.com/office/drawing/2014/main" id="{DAB81B48-51F6-1F00-A569-E1A3AEC6F61A}"/>
                    </a:ext>
                  </a:extLst>
                </p:cNvPr>
                <p:cNvPicPr/>
                <p:nvPr/>
              </p:nvPicPr>
              <p:blipFill>
                <a:blip r:embed="rId277"/>
                <a:stretch>
                  <a:fillRect/>
                </a:stretch>
              </p:blipFill>
              <p:spPr>
                <a:xfrm>
                  <a:off x="8600184" y="2845296"/>
                  <a:ext cx="72360" cy="106920"/>
                </a:xfrm>
                <a:prstGeom prst="rect">
                  <a:avLst/>
                </a:prstGeom>
              </p:spPr>
            </p:pic>
          </mc:Fallback>
        </mc:AlternateContent>
      </p:grpSp>
      <p:grpSp>
        <p:nvGrpSpPr>
          <p:cNvPr id="182" name="Group 181">
            <a:extLst>
              <a:ext uri="{FF2B5EF4-FFF2-40B4-BE49-F238E27FC236}">
                <a16:creationId xmlns:a16="http://schemas.microsoft.com/office/drawing/2014/main" id="{3B592F15-BB0C-91A4-CD2F-EFE5F1D29C78}"/>
              </a:ext>
            </a:extLst>
          </p:cNvPr>
          <p:cNvGrpSpPr/>
          <p:nvPr/>
        </p:nvGrpSpPr>
        <p:grpSpPr>
          <a:xfrm>
            <a:off x="6547824" y="3130776"/>
            <a:ext cx="1294920" cy="259560"/>
            <a:chOff x="6547824" y="3130776"/>
            <a:chExt cx="1294920" cy="259560"/>
          </a:xfrm>
        </p:grpSpPr>
        <mc:AlternateContent xmlns:mc="http://schemas.openxmlformats.org/markup-compatibility/2006" xmlns:p14="http://schemas.microsoft.com/office/powerpoint/2010/main">
          <mc:Choice Requires="p14">
            <p:contentPart p14:bwMode="auto" r:id="rId278">
              <p14:nvContentPartPr>
                <p14:cNvPr id="165" name="Ink 164">
                  <a:extLst>
                    <a:ext uri="{FF2B5EF4-FFF2-40B4-BE49-F238E27FC236}">
                      <a16:creationId xmlns:a16="http://schemas.microsoft.com/office/drawing/2014/main" id="{E2D5BA70-DA5D-5090-C3E0-F0E3DB60FE85}"/>
                    </a:ext>
                  </a:extLst>
                </p14:cNvPr>
                <p14:cNvContentPartPr/>
                <p14:nvPr/>
              </p14:nvContentPartPr>
              <p14:xfrm>
                <a:off x="6547824" y="3321576"/>
                <a:ext cx="174240" cy="68760"/>
              </p14:xfrm>
            </p:contentPart>
          </mc:Choice>
          <mc:Fallback xmlns="">
            <p:pic>
              <p:nvPicPr>
                <p:cNvPr id="165" name="Ink 164">
                  <a:extLst>
                    <a:ext uri="{FF2B5EF4-FFF2-40B4-BE49-F238E27FC236}">
                      <a16:creationId xmlns:a16="http://schemas.microsoft.com/office/drawing/2014/main" id="{E2D5BA70-DA5D-5090-C3E0-F0E3DB60FE85}"/>
                    </a:ext>
                  </a:extLst>
                </p:cNvPr>
                <p:cNvPicPr/>
                <p:nvPr/>
              </p:nvPicPr>
              <p:blipFill>
                <a:blip r:embed="rId279"/>
                <a:stretch>
                  <a:fillRect/>
                </a:stretch>
              </p:blipFill>
              <p:spPr>
                <a:xfrm>
                  <a:off x="6543504" y="3317256"/>
                  <a:ext cx="18288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6" name="Ink 165">
                  <a:extLst>
                    <a:ext uri="{FF2B5EF4-FFF2-40B4-BE49-F238E27FC236}">
                      <a16:creationId xmlns:a16="http://schemas.microsoft.com/office/drawing/2014/main" id="{FB10A254-8842-1603-1BDD-548E960B69FA}"/>
                    </a:ext>
                  </a:extLst>
                </p14:cNvPr>
                <p14:cNvContentPartPr/>
                <p14:nvPr/>
              </p14:nvContentPartPr>
              <p14:xfrm>
                <a:off x="6772824" y="3312576"/>
                <a:ext cx="145800" cy="59400"/>
              </p14:xfrm>
            </p:contentPart>
          </mc:Choice>
          <mc:Fallback xmlns="">
            <p:pic>
              <p:nvPicPr>
                <p:cNvPr id="166" name="Ink 165">
                  <a:extLst>
                    <a:ext uri="{FF2B5EF4-FFF2-40B4-BE49-F238E27FC236}">
                      <a16:creationId xmlns:a16="http://schemas.microsoft.com/office/drawing/2014/main" id="{FB10A254-8842-1603-1BDD-548E960B69FA}"/>
                    </a:ext>
                  </a:extLst>
                </p:cNvPr>
                <p:cNvPicPr/>
                <p:nvPr/>
              </p:nvPicPr>
              <p:blipFill>
                <a:blip r:embed="rId281"/>
                <a:stretch>
                  <a:fillRect/>
                </a:stretch>
              </p:blipFill>
              <p:spPr>
                <a:xfrm>
                  <a:off x="6768504" y="3308256"/>
                  <a:ext cx="1544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7" name="Ink 166">
                  <a:extLst>
                    <a:ext uri="{FF2B5EF4-FFF2-40B4-BE49-F238E27FC236}">
                      <a16:creationId xmlns:a16="http://schemas.microsoft.com/office/drawing/2014/main" id="{58452EC0-EBEF-5BBB-8FB4-882B7E3DAD6D}"/>
                    </a:ext>
                  </a:extLst>
                </p14:cNvPr>
                <p14:cNvContentPartPr/>
                <p14:nvPr/>
              </p14:nvContentPartPr>
              <p14:xfrm>
                <a:off x="6952824" y="3270816"/>
                <a:ext cx="109080" cy="98640"/>
              </p14:xfrm>
            </p:contentPart>
          </mc:Choice>
          <mc:Fallback xmlns="">
            <p:pic>
              <p:nvPicPr>
                <p:cNvPr id="167" name="Ink 166">
                  <a:extLst>
                    <a:ext uri="{FF2B5EF4-FFF2-40B4-BE49-F238E27FC236}">
                      <a16:creationId xmlns:a16="http://schemas.microsoft.com/office/drawing/2014/main" id="{58452EC0-EBEF-5BBB-8FB4-882B7E3DAD6D}"/>
                    </a:ext>
                  </a:extLst>
                </p:cNvPr>
                <p:cNvPicPr/>
                <p:nvPr/>
              </p:nvPicPr>
              <p:blipFill>
                <a:blip r:embed="rId283"/>
                <a:stretch>
                  <a:fillRect/>
                </a:stretch>
              </p:blipFill>
              <p:spPr>
                <a:xfrm>
                  <a:off x="6948504" y="3266496"/>
                  <a:ext cx="11772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8" name="Ink 167">
                  <a:extLst>
                    <a:ext uri="{FF2B5EF4-FFF2-40B4-BE49-F238E27FC236}">
                      <a16:creationId xmlns:a16="http://schemas.microsoft.com/office/drawing/2014/main" id="{0DE2CAEF-19AC-E78C-64A6-A8609475B873}"/>
                    </a:ext>
                  </a:extLst>
                </p14:cNvPr>
                <p14:cNvContentPartPr/>
                <p14:nvPr/>
              </p14:nvContentPartPr>
              <p14:xfrm>
                <a:off x="7111224" y="3258216"/>
                <a:ext cx="77760" cy="89640"/>
              </p14:xfrm>
            </p:contentPart>
          </mc:Choice>
          <mc:Fallback xmlns="">
            <p:pic>
              <p:nvPicPr>
                <p:cNvPr id="168" name="Ink 167">
                  <a:extLst>
                    <a:ext uri="{FF2B5EF4-FFF2-40B4-BE49-F238E27FC236}">
                      <a16:creationId xmlns:a16="http://schemas.microsoft.com/office/drawing/2014/main" id="{0DE2CAEF-19AC-E78C-64A6-A8609475B873}"/>
                    </a:ext>
                  </a:extLst>
                </p:cNvPr>
                <p:cNvPicPr/>
                <p:nvPr/>
              </p:nvPicPr>
              <p:blipFill>
                <a:blip r:embed="rId285"/>
                <a:stretch>
                  <a:fillRect/>
                </a:stretch>
              </p:blipFill>
              <p:spPr>
                <a:xfrm>
                  <a:off x="7106904" y="3253896"/>
                  <a:ext cx="86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9" name="Ink 168">
                  <a:extLst>
                    <a:ext uri="{FF2B5EF4-FFF2-40B4-BE49-F238E27FC236}">
                      <a16:creationId xmlns:a16="http://schemas.microsoft.com/office/drawing/2014/main" id="{6BE5F99B-34F9-A5CC-DB5D-2FA79331F755}"/>
                    </a:ext>
                  </a:extLst>
                </p14:cNvPr>
                <p14:cNvContentPartPr/>
                <p14:nvPr/>
              </p14:nvContentPartPr>
              <p14:xfrm>
                <a:off x="7246224" y="3276576"/>
                <a:ext cx="57960" cy="60480"/>
              </p14:xfrm>
            </p:contentPart>
          </mc:Choice>
          <mc:Fallback xmlns="">
            <p:pic>
              <p:nvPicPr>
                <p:cNvPr id="169" name="Ink 168">
                  <a:extLst>
                    <a:ext uri="{FF2B5EF4-FFF2-40B4-BE49-F238E27FC236}">
                      <a16:creationId xmlns:a16="http://schemas.microsoft.com/office/drawing/2014/main" id="{6BE5F99B-34F9-A5CC-DB5D-2FA79331F755}"/>
                    </a:ext>
                  </a:extLst>
                </p:cNvPr>
                <p:cNvPicPr/>
                <p:nvPr/>
              </p:nvPicPr>
              <p:blipFill>
                <a:blip r:embed="rId287"/>
                <a:stretch>
                  <a:fillRect/>
                </a:stretch>
              </p:blipFill>
              <p:spPr>
                <a:xfrm>
                  <a:off x="7241904" y="3272256"/>
                  <a:ext cx="666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0" name="Ink 169">
                  <a:extLst>
                    <a:ext uri="{FF2B5EF4-FFF2-40B4-BE49-F238E27FC236}">
                      <a16:creationId xmlns:a16="http://schemas.microsoft.com/office/drawing/2014/main" id="{3CF2B5B5-2CEC-AD9D-3A47-D546F477E3D5}"/>
                    </a:ext>
                  </a:extLst>
                </p14:cNvPr>
                <p14:cNvContentPartPr/>
                <p14:nvPr/>
              </p14:nvContentPartPr>
              <p14:xfrm>
                <a:off x="7376904" y="3131136"/>
                <a:ext cx="59040" cy="188640"/>
              </p14:xfrm>
            </p:contentPart>
          </mc:Choice>
          <mc:Fallback xmlns="">
            <p:pic>
              <p:nvPicPr>
                <p:cNvPr id="170" name="Ink 169">
                  <a:extLst>
                    <a:ext uri="{FF2B5EF4-FFF2-40B4-BE49-F238E27FC236}">
                      <a16:creationId xmlns:a16="http://schemas.microsoft.com/office/drawing/2014/main" id="{3CF2B5B5-2CEC-AD9D-3A47-D546F477E3D5}"/>
                    </a:ext>
                  </a:extLst>
                </p:cNvPr>
                <p:cNvPicPr/>
                <p:nvPr/>
              </p:nvPicPr>
              <p:blipFill>
                <a:blip r:embed="rId289"/>
                <a:stretch>
                  <a:fillRect/>
                </a:stretch>
              </p:blipFill>
              <p:spPr>
                <a:xfrm>
                  <a:off x="7372584" y="3126816"/>
                  <a:ext cx="676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1" name="Ink 170">
                  <a:extLst>
                    <a:ext uri="{FF2B5EF4-FFF2-40B4-BE49-F238E27FC236}">
                      <a16:creationId xmlns:a16="http://schemas.microsoft.com/office/drawing/2014/main" id="{F21F55A5-3E23-460E-2D2F-44A373C46950}"/>
                    </a:ext>
                  </a:extLst>
                </p14:cNvPr>
                <p14:cNvContentPartPr/>
                <p14:nvPr/>
              </p14:nvContentPartPr>
              <p14:xfrm>
                <a:off x="7359264" y="3247776"/>
                <a:ext cx="150480" cy="15480"/>
              </p14:xfrm>
            </p:contentPart>
          </mc:Choice>
          <mc:Fallback xmlns="">
            <p:pic>
              <p:nvPicPr>
                <p:cNvPr id="171" name="Ink 170">
                  <a:extLst>
                    <a:ext uri="{FF2B5EF4-FFF2-40B4-BE49-F238E27FC236}">
                      <a16:creationId xmlns:a16="http://schemas.microsoft.com/office/drawing/2014/main" id="{F21F55A5-3E23-460E-2D2F-44A373C46950}"/>
                    </a:ext>
                  </a:extLst>
                </p:cNvPr>
                <p:cNvPicPr/>
                <p:nvPr/>
              </p:nvPicPr>
              <p:blipFill>
                <a:blip r:embed="rId291"/>
                <a:stretch>
                  <a:fillRect/>
                </a:stretch>
              </p:blipFill>
              <p:spPr>
                <a:xfrm>
                  <a:off x="7354944" y="3243456"/>
                  <a:ext cx="159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2" name="Ink 171">
                  <a:extLst>
                    <a:ext uri="{FF2B5EF4-FFF2-40B4-BE49-F238E27FC236}">
                      <a16:creationId xmlns:a16="http://schemas.microsoft.com/office/drawing/2014/main" id="{6E35849D-9BCA-4250-CD88-7204B5F3AF39}"/>
                    </a:ext>
                  </a:extLst>
                </p14:cNvPr>
                <p14:cNvContentPartPr/>
                <p14:nvPr/>
              </p14:nvContentPartPr>
              <p14:xfrm>
                <a:off x="7502544" y="3266856"/>
                <a:ext cx="95040" cy="57600"/>
              </p14:xfrm>
            </p:contentPart>
          </mc:Choice>
          <mc:Fallback xmlns="">
            <p:pic>
              <p:nvPicPr>
                <p:cNvPr id="172" name="Ink 171">
                  <a:extLst>
                    <a:ext uri="{FF2B5EF4-FFF2-40B4-BE49-F238E27FC236}">
                      <a16:creationId xmlns:a16="http://schemas.microsoft.com/office/drawing/2014/main" id="{6E35849D-9BCA-4250-CD88-7204B5F3AF39}"/>
                    </a:ext>
                  </a:extLst>
                </p:cNvPr>
                <p:cNvPicPr/>
                <p:nvPr/>
              </p:nvPicPr>
              <p:blipFill>
                <a:blip r:embed="rId293"/>
                <a:stretch>
                  <a:fillRect/>
                </a:stretch>
              </p:blipFill>
              <p:spPr>
                <a:xfrm>
                  <a:off x="7498224" y="3262536"/>
                  <a:ext cx="103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3" name="Ink 172">
                  <a:extLst>
                    <a:ext uri="{FF2B5EF4-FFF2-40B4-BE49-F238E27FC236}">
                      <a16:creationId xmlns:a16="http://schemas.microsoft.com/office/drawing/2014/main" id="{8DEBD002-801B-6538-352E-E4CAECCE86F4}"/>
                    </a:ext>
                  </a:extLst>
                </p14:cNvPr>
                <p14:cNvContentPartPr/>
                <p14:nvPr/>
              </p14:nvContentPartPr>
              <p14:xfrm>
                <a:off x="7659504" y="3130776"/>
                <a:ext cx="183240" cy="194760"/>
              </p14:xfrm>
            </p:contentPart>
          </mc:Choice>
          <mc:Fallback xmlns="">
            <p:pic>
              <p:nvPicPr>
                <p:cNvPr id="173" name="Ink 172">
                  <a:extLst>
                    <a:ext uri="{FF2B5EF4-FFF2-40B4-BE49-F238E27FC236}">
                      <a16:creationId xmlns:a16="http://schemas.microsoft.com/office/drawing/2014/main" id="{8DEBD002-801B-6538-352E-E4CAECCE86F4}"/>
                    </a:ext>
                  </a:extLst>
                </p:cNvPr>
                <p:cNvPicPr/>
                <p:nvPr/>
              </p:nvPicPr>
              <p:blipFill>
                <a:blip r:embed="rId295"/>
                <a:stretch>
                  <a:fillRect/>
                </a:stretch>
              </p:blipFill>
              <p:spPr>
                <a:xfrm>
                  <a:off x="7655184" y="3126456"/>
                  <a:ext cx="191880" cy="203400"/>
                </a:xfrm>
                <a:prstGeom prst="rect">
                  <a:avLst/>
                </a:prstGeom>
              </p:spPr>
            </p:pic>
          </mc:Fallback>
        </mc:AlternateContent>
      </p:grpSp>
      <p:grpSp>
        <p:nvGrpSpPr>
          <p:cNvPr id="181" name="Group 180">
            <a:extLst>
              <a:ext uri="{FF2B5EF4-FFF2-40B4-BE49-F238E27FC236}">
                <a16:creationId xmlns:a16="http://schemas.microsoft.com/office/drawing/2014/main" id="{FDA68538-47CA-2E61-6037-33BA1E8281BE}"/>
              </a:ext>
            </a:extLst>
          </p:cNvPr>
          <p:cNvGrpSpPr/>
          <p:nvPr/>
        </p:nvGrpSpPr>
        <p:grpSpPr>
          <a:xfrm>
            <a:off x="8010864" y="3117456"/>
            <a:ext cx="628560" cy="349560"/>
            <a:chOff x="8010864" y="3117456"/>
            <a:chExt cx="628560" cy="349560"/>
          </a:xfrm>
        </p:grpSpPr>
        <mc:AlternateContent xmlns:mc="http://schemas.openxmlformats.org/markup-compatibility/2006" xmlns:p14="http://schemas.microsoft.com/office/powerpoint/2010/main">
          <mc:Choice Requires="p14">
            <p:contentPart p14:bwMode="auto" r:id="rId296">
              <p14:nvContentPartPr>
                <p14:cNvPr id="174" name="Ink 173">
                  <a:extLst>
                    <a:ext uri="{FF2B5EF4-FFF2-40B4-BE49-F238E27FC236}">
                      <a16:creationId xmlns:a16="http://schemas.microsoft.com/office/drawing/2014/main" id="{0D41EF38-A262-817E-1BFB-ACB6639ABB92}"/>
                    </a:ext>
                  </a:extLst>
                </p14:cNvPr>
                <p14:cNvContentPartPr/>
                <p14:nvPr/>
              </p14:nvContentPartPr>
              <p14:xfrm>
                <a:off x="8010864" y="3297456"/>
                <a:ext cx="16560" cy="169560"/>
              </p14:xfrm>
            </p:contentPart>
          </mc:Choice>
          <mc:Fallback xmlns="">
            <p:pic>
              <p:nvPicPr>
                <p:cNvPr id="174" name="Ink 173">
                  <a:extLst>
                    <a:ext uri="{FF2B5EF4-FFF2-40B4-BE49-F238E27FC236}">
                      <a16:creationId xmlns:a16="http://schemas.microsoft.com/office/drawing/2014/main" id="{0D41EF38-A262-817E-1BFB-ACB6639ABB92}"/>
                    </a:ext>
                  </a:extLst>
                </p:cNvPr>
                <p:cNvPicPr/>
                <p:nvPr/>
              </p:nvPicPr>
              <p:blipFill>
                <a:blip r:embed="rId297"/>
                <a:stretch>
                  <a:fillRect/>
                </a:stretch>
              </p:blipFill>
              <p:spPr>
                <a:xfrm>
                  <a:off x="8006544" y="3293136"/>
                  <a:ext cx="252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5" name="Ink 174">
                  <a:extLst>
                    <a:ext uri="{FF2B5EF4-FFF2-40B4-BE49-F238E27FC236}">
                      <a16:creationId xmlns:a16="http://schemas.microsoft.com/office/drawing/2014/main" id="{3E5C96D6-16C1-2503-BA11-CBF82D7533E3}"/>
                    </a:ext>
                  </a:extLst>
                </p14:cNvPr>
                <p14:cNvContentPartPr/>
                <p14:nvPr/>
              </p14:nvContentPartPr>
              <p14:xfrm>
                <a:off x="8059464" y="3241656"/>
                <a:ext cx="91080" cy="50400"/>
              </p14:xfrm>
            </p:contentPart>
          </mc:Choice>
          <mc:Fallback xmlns="">
            <p:pic>
              <p:nvPicPr>
                <p:cNvPr id="175" name="Ink 174">
                  <a:extLst>
                    <a:ext uri="{FF2B5EF4-FFF2-40B4-BE49-F238E27FC236}">
                      <a16:creationId xmlns:a16="http://schemas.microsoft.com/office/drawing/2014/main" id="{3E5C96D6-16C1-2503-BA11-CBF82D7533E3}"/>
                    </a:ext>
                  </a:extLst>
                </p:cNvPr>
                <p:cNvPicPr/>
                <p:nvPr/>
              </p:nvPicPr>
              <p:blipFill>
                <a:blip r:embed="rId299"/>
                <a:stretch>
                  <a:fillRect/>
                </a:stretch>
              </p:blipFill>
              <p:spPr>
                <a:xfrm>
                  <a:off x="8055144" y="3237336"/>
                  <a:ext cx="997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6" name="Ink 175">
                  <a:extLst>
                    <a:ext uri="{FF2B5EF4-FFF2-40B4-BE49-F238E27FC236}">
                      <a16:creationId xmlns:a16="http://schemas.microsoft.com/office/drawing/2014/main" id="{DA00C4A6-E758-7DFC-A5A1-AB2ECEC254E3}"/>
                    </a:ext>
                  </a:extLst>
                </p14:cNvPr>
                <p14:cNvContentPartPr/>
                <p14:nvPr/>
              </p14:nvContentPartPr>
              <p14:xfrm>
                <a:off x="8181504" y="3229056"/>
                <a:ext cx="102240" cy="56160"/>
              </p14:xfrm>
            </p:contentPart>
          </mc:Choice>
          <mc:Fallback xmlns="">
            <p:pic>
              <p:nvPicPr>
                <p:cNvPr id="176" name="Ink 175">
                  <a:extLst>
                    <a:ext uri="{FF2B5EF4-FFF2-40B4-BE49-F238E27FC236}">
                      <a16:creationId xmlns:a16="http://schemas.microsoft.com/office/drawing/2014/main" id="{DA00C4A6-E758-7DFC-A5A1-AB2ECEC254E3}"/>
                    </a:ext>
                  </a:extLst>
                </p:cNvPr>
                <p:cNvPicPr/>
                <p:nvPr/>
              </p:nvPicPr>
              <p:blipFill>
                <a:blip r:embed="rId301"/>
                <a:stretch>
                  <a:fillRect/>
                </a:stretch>
              </p:blipFill>
              <p:spPr>
                <a:xfrm>
                  <a:off x="8177184" y="3224736"/>
                  <a:ext cx="1108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7" name="Ink 176">
                  <a:extLst>
                    <a:ext uri="{FF2B5EF4-FFF2-40B4-BE49-F238E27FC236}">
                      <a16:creationId xmlns:a16="http://schemas.microsoft.com/office/drawing/2014/main" id="{EEFAF327-C5F1-8F58-8DEF-B378C4C25CC9}"/>
                    </a:ext>
                  </a:extLst>
                </p14:cNvPr>
                <p14:cNvContentPartPr/>
                <p14:nvPr/>
              </p14:nvContentPartPr>
              <p14:xfrm>
                <a:off x="8342424" y="3190176"/>
                <a:ext cx="31320" cy="102600"/>
              </p14:xfrm>
            </p:contentPart>
          </mc:Choice>
          <mc:Fallback xmlns="">
            <p:pic>
              <p:nvPicPr>
                <p:cNvPr id="177" name="Ink 176">
                  <a:extLst>
                    <a:ext uri="{FF2B5EF4-FFF2-40B4-BE49-F238E27FC236}">
                      <a16:creationId xmlns:a16="http://schemas.microsoft.com/office/drawing/2014/main" id="{EEFAF327-C5F1-8F58-8DEF-B378C4C25CC9}"/>
                    </a:ext>
                  </a:extLst>
                </p:cNvPr>
                <p:cNvPicPr/>
                <p:nvPr/>
              </p:nvPicPr>
              <p:blipFill>
                <a:blip r:embed="rId303"/>
                <a:stretch>
                  <a:fillRect/>
                </a:stretch>
              </p:blipFill>
              <p:spPr>
                <a:xfrm>
                  <a:off x="8338104" y="3185856"/>
                  <a:ext cx="399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78" name="Ink 177">
                  <a:extLst>
                    <a:ext uri="{FF2B5EF4-FFF2-40B4-BE49-F238E27FC236}">
                      <a16:creationId xmlns:a16="http://schemas.microsoft.com/office/drawing/2014/main" id="{9C5906F7-A2EE-9FAC-B742-31D31B56C624}"/>
                    </a:ext>
                  </a:extLst>
                </p14:cNvPr>
                <p14:cNvContentPartPr/>
                <p14:nvPr/>
              </p14:nvContentPartPr>
              <p14:xfrm>
                <a:off x="8489664" y="3117456"/>
                <a:ext cx="38880" cy="140760"/>
              </p14:xfrm>
            </p:contentPart>
          </mc:Choice>
          <mc:Fallback xmlns="">
            <p:pic>
              <p:nvPicPr>
                <p:cNvPr id="178" name="Ink 177">
                  <a:extLst>
                    <a:ext uri="{FF2B5EF4-FFF2-40B4-BE49-F238E27FC236}">
                      <a16:creationId xmlns:a16="http://schemas.microsoft.com/office/drawing/2014/main" id="{9C5906F7-A2EE-9FAC-B742-31D31B56C624}"/>
                    </a:ext>
                  </a:extLst>
                </p:cNvPr>
                <p:cNvPicPr/>
                <p:nvPr/>
              </p:nvPicPr>
              <p:blipFill>
                <a:blip r:embed="rId305"/>
                <a:stretch>
                  <a:fillRect/>
                </a:stretch>
              </p:blipFill>
              <p:spPr>
                <a:xfrm>
                  <a:off x="8485344" y="3113136"/>
                  <a:ext cx="47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79" name="Ink 178">
                  <a:extLst>
                    <a:ext uri="{FF2B5EF4-FFF2-40B4-BE49-F238E27FC236}">
                      <a16:creationId xmlns:a16="http://schemas.microsoft.com/office/drawing/2014/main" id="{B6212BCF-9631-52AF-6A76-FF3EA69BC611}"/>
                    </a:ext>
                  </a:extLst>
                </p14:cNvPr>
                <p14:cNvContentPartPr/>
                <p14:nvPr/>
              </p14:nvContentPartPr>
              <p14:xfrm>
                <a:off x="8424144" y="3192336"/>
                <a:ext cx="155160" cy="20160"/>
              </p14:xfrm>
            </p:contentPart>
          </mc:Choice>
          <mc:Fallback xmlns="">
            <p:pic>
              <p:nvPicPr>
                <p:cNvPr id="179" name="Ink 178">
                  <a:extLst>
                    <a:ext uri="{FF2B5EF4-FFF2-40B4-BE49-F238E27FC236}">
                      <a16:creationId xmlns:a16="http://schemas.microsoft.com/office/drawing/2014/main" id="{B6212BCF-9631-52AF-6A76-FF3EA69BC611}"/>
                    </a:ext>
                  </a:extLst>
                </p:cNvPr>
                <p:cNvPicPr/>
                <p:nvPr/>
              </p:nvPicPr>
              <p:blipFill>
                <a:blip r:embed="rId307"/>
                <a:stretch>
                  <a:fillRect/>
                </a:stretch>
              </p:blipFill>
              <p:spPr>
                <a:xfrm>
                  <a:off x="8419824" y="3188016"/>
                  <a:ext cx="1638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0" name="Ink 179">
                  <a:extLst>
                    <a:ext uri="{FF2B5EF4-FFF2-40B4-BE49-F238E27FC236}">
                      <a16:creationId xmlns:a16="http://schemas.microsoft.com/office/drawing/2014/main" id="{D3133D2D-03DD-C386-1ED4-9E1C0B6EF395}"/>
                    </a:ext>
                  </a:extLst>
                </p14:cNvPr>
                <p14:cNvContentPartPr/>
                <p14:nvPr/>
              </p14:nvContentPartPr>
              <p14:xfrm>
                <a:off x="8516664" y="3319416"/>
                <a:ext cx="122760" cy="105480"/>
              </p14:xfrm>
            </p:contentPart>
          </mc:Choice>
          <mc:Fallback xmlns="">
            <p:pic>
              <p:nvPicPr>
                <p:cNvPr id="180" name="Ink 179">
                  <a:extLst>
                    <a:ext uri="{FF2B5EF4-FFF2-40B4-BE49-F238E27FC236}">
                      <a16:creationId xmlns:a16="http://schemas.microsoft.com/office/drawing/2014/main" id="{D3133D2D-03DD-C386-1ED4-9E1C0B6EF395}"/>
                    </a:ext>
                  </a:extLst>
                </p:cNvPr>
                <p:cNvPicPr/>
                <p:nvPr/>
              </p:nvPicPr>
              <p:blipFill>
                <a:blip r:embed="rId309"/>
                <a:stretch>
                  <a:fillRect/>
                </a:stretch>
              </p:blipFill>
              <p:spPr>
                <a:xfrm>
                  <a:off x="8512344" y="3315096"/>
                  <a:ext cx="131400" cy="114120"/>
                </a:xfrm>
                <a:prstGeom prst="rect">
                  <a:avLst/>
                </a:prstGeom>
              </p:spPr>
            </p:pic>
          </mc:Fallback>
        </mc:AlternateContent>
      </p:grpSp>
      <p:grpSp>
        <p:nvGrpSpPr>
          <p:cNvPr id="199" name="Group 198">
            <a:extLst>
              <a:ext uri="{FF2B5EF4-FFF2-40B4-BE49-F238E27FC236}">
                <a16:creationId xmlns:a16="http://schemas.microsoft.com/office/drawing/2014/main" id="{F4802B6D-034B-9C15-D1B2-353A864607B5}"/>
              </a:ext>
            </a:extLst>
          </p:cNvPr>
          <p:cNvGrpSpPr/>
          <p:nvPr/>
        </p:nvGrpSpPr>
        <p:grpSpPr>
          <a:xfrm>
            <a:off x="6498144" y="3474216"/>
            <a:ext cx="649080" cy="285480"/>
            <a:chOff x="6498144" y="3474216"/>
            <a:chExt cx="649080" cy="285480"/>
          </a:xfrm>
        </p:grpSpPr>
        <mc:AlternateContent xmlns:mc="http://schemas.openxmlformats.org/markup-compatibility/2006" xmlns:p14="http://schemas.microsoft.com/office/powerpoint/2010/main">
          <mc:Choice Requires="p14">
            <p:contentPart p14:bwMode="auto" r:id="rId310">
              <p14:nvContentPartPr>
                <p14:cNvPr id="185" name="Ink 184">
                  <a:extLst>
                    <a:ext uri="{FF2B5EF4-FFF2-40B4-BE49-F238E27FC236}">
                      <a16:creationId xmlns:a16="http://schemas.microsoft.com/office/drawing/2014/main" id="{98B7ACE3-62B6-5188-0A41-D3572DCCD2AA}"/>
                    </a:ext>
                  </a:extLst>
                </p14:cNvPr>
                <p14:cNvContentPartPr/>
                <p14:nvPr/>
              </p14:nvContentPartPr>
              <p14:xfrm>
                <a:off x="6498144" y="3657096"/>
                <a:ext cx="175680" cy="102600"/>
              </p14:xfrm>
            </p:contentPart>
          </mc:Choice>
          <mc:Fallback xmlns="">
            <p:pic>
              <p:nvPicPr>
                <p:cNvPr id="185" name="Ink 184">
                  <a:extLst>
                    <a:ext uri="{FF2B5EF4-FFF2-40B4-BE49-F238E27FC236}">
                      <a16:creationId xmlns:a16="http://schemas.microsoft.com/office/drawing/2014/main" id="{98B7ACE3-62B6-5188-0A41-D3572DCCD2AA}"/>
                    </a:ext>
                  </a:extLst>
                </p:cNvPr>
                <p:cNvPicPr/>
                <p:nvPr/>
              </p:nvPicPr>
              <p:blipFill>
                <a:blip r:embed="rId311"/>
                <a:stretch>
                  <a:fillRect/>
                </a:stretch>
              </p:blipFill>
              <p:spPr>
                <a:xfrm>
                  <a:off x="6493824" y="3652776"/>
                  <a:ext cx="184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86" name="Ink 185">
                  <a:extLst>
                    <a:ext uri="{FF2B5EF4-FFF2-40B4-BE49-F238E27FC236}">
                      <a16:creationId xmlns:a16="http://schemas.microsoft.com/office/drawing/2014/main" id="{D20C2881-D42E-4678-E92A-626FF6ADCBD1}"/>
                    </a:ext>
                  </a:extLst>
                </p14:cNvPr>
                <p14:cNvContentPartPr/>
                <p14:nvPr/>
              </p14:nvContentPartPr>
              <p14:xfrm>
                <a:off x="6645744" y="3670416"/>
                <a:ext cx="360" cy="360"/>
              </p14:xfrm>
            </p:contentPart>
          </mc:Choice>
          <mc:Fallback xmlns="">
            <p:pic>
              <p:nvPicPr>
                <p:cNvPr id="186" name="Ink 185">
                  <a:extLst>
                    <a:ext uri="{FF2B5EF4-FFF2-40B4-BE49-F238E27FC236}">
                      <a16:creationId xmlns:a16="http://schemas.microsoft.com/office/drawing/2014/main" id="{D20C2881-D42E-4678-E92A-626FF6ADCBD1}"/>
                    </a:ext>
                  </a:extLst>
                </p:cNvPr>
                <p:cNvPicPr/>
                <p:nvPr/>
              </p:nvPicPr>
              <p:blipFill>
                <a:blip r:embed="rId143"/>
                <a:stretch>
                  <a:fillRect/>
                </a:stretch>
              </p:blipFill>
              <p:spPr>
                <a:xfrm>
                  <a:off x="6641424" y="36660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87" name="Ink 186">
                  <a:extLst>
                    <a:ext uri="{FF2B5EF4-FFF2-40B4-BE49-F238E27FC236}">
                      <a16:creationId xmlns:a16="http://schemas.microsoft.com/office/drawing/2014/main" id="{9E9FD88D-61A1-ABEB-837C-595EE3C10170}"/>
                    </a:ext>
                  </a:extLst>
                </p14:cNvPr>
                <p14:cNvContentPartPr/>
                <p14:nvPr/>
              </p14:nvContentPartPr>
              <p14:xfrm>
                <a:off x="6645744" y="3670416"/>
                <a:ext cx="212760" cy="72000"/>
              </p14:xfrm>
            </p:contentPart>
          </mc:Choice>
          <mc:Fallback xmlns="">
            <p:pic>
              <p:nvPicPr>
                <p:cNvPr id="187" name="Ink 186">
                  <a:extLst>
                    <a:ext uri="{FF2B5EF4-FFF2-40B4-BE49-F238E27FC236}">
                      <a16:creationId xmlns:a16="http://schemas.microsoft.com/office/drawing/2014/main" id="{9E9FD88D-61A1-ABEB-837C-595EE3C10170}"/>
                    </a:ext>
                  </a:extLst>
                </p:cNvPr>
                <p:cNvPicPr/>
                <p:nvPr/>
              </p:nvPicPr>
              <p:blipFill>
                <a:blip r:embed="rId314"/>
                <a:stretch>
                  <a:fillRect/>
                </a:stretch>
              </p:blipFill>
              <p:spPr>
                <a:xfrm>
                  <a:off x="6641424" y="3666096"/>
                  <a:ext cx="2214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88" name="Ink 187">
                  <a:extLst>
                    <a:ext uri="{FF2B5EF4-FFF2-40B4-BE49-F238E27FC236}">
                      <a16:creationId xmlns:a16="http://schemas.microsoft.com/office/drawing/2014/main" id="{EA5D9712-EB85-1A2F-3A1B-F943CDD1CB1D}"/>
                    </a:ext>
                  </a:extLst>
                </p14:cNvPr>
                <p14:cNvContentPartPr/>
                <p14:nvPr/>
              </p14:nvContentPartPr>
              <p14:xfrm>
                <a:off x="6866424" y="3474216"/>
                <a:ext cx="280800" cy="281880"/>
              </p14:xfrm>
            </p:contentPart>
          </mc:Choice>
          <mc:Fallback xmlns="">
            <p:pic>
              <p:nvPicPr>
                <p:cNvPr id="188" name="Ink 187">
                  <a:extLst>
                    <a:ext uri="{FF2B5EF4-FFF2-40B4-BE49-F238E27FC236}">
                      <a16:creationId xmlns:a16="http://schemas.microsoft.com/office/drawing/2014/main" id="{EA5D9712-EB85-1A2F-3A1B-F943CDD1CB1D}"/>
                    </a:ext>
                  </a:extLst>
                </p:cNvPr>
                <p:cNvPicPr/>
                <p:nvPr/>
              </p:nvPicPr>
              <p:blipFill>
                <a:blip r:embed="rId316"/>
                <a:stretch>
                  <a:fillRect/>
                </a:stretch>
              </p:blipFill>
              <p:spPr>
                <a:xfrm>
                  <a:off x="6862104" y="3469896"/>
                  <a:ext cx="289440" cy="290520"/>
                </a:xfrm>
                <a:prstGeom prst="rect">
                  <a:avLst/>
                </a:prstGeom>
              </p:spPr>
            </p:pic>
          </mc:Fallback>
        </mc:AlternateContent>
      </p:grpSp>
      <p:grpSp>
        <p:nvGrpSpPr>
          <p:cNvPr id="198" name="Group 197">
            <a:extLst>
              <a:ext uri="{FF2B5EF4-FFF2-40B4-BE49-F238E27FC236}">
                <a16:creationId xmlns:a16="http://schemas.microsoft.com/office/drawing/2014/main" id="{6D20E303-7F80-0E7C-06B1-14A2EC3BC0EA}"/>
              </a:ext>
            </a:extLst>
          </p:cNvPr>
          <p:cNvGrpSpPr/>
          <p:nvPr/>
        </p:nvGrpSpPr>
        <p:grpSpPr>
          <a:xfrm>
            <a:off x="7403184" y="3493656"/>
            <a:ext cx="848160" cy="219960"/>
            <a:chOff x="7403184" y="3493656"/>
            <a:chExt cx="848160" cy="219960"/>
          </a:xfrm>
        </p:grpSpPr>
        <mc:AlternateContent xmlns:mc="http://schemas.openxmlformats.org/markup-compatibility/2006" xmlns:p14="http://schemas.microsoft.com/office/powerpoint/2010/main">
          <mc:Choice Requires="p14">
            <p:contentPart p14:bwMode="auto" r:id="rId317">
              <p14:nvContentPartPr>
                <p14:cNvPr id="189" name="Ink 188">
                  <a:extLst>
                    <a:ext uri="{FF2B5EF4-FFF2-40B4-BE49-F238E27FC236}">
                      <a16:creationId xmlns:a16="http://schemas.microsoft.com/office/drawing/2014/main" id="{393E8343-CBF2-E55C-813C-FC67EE7DB681}"/>
                    </a:ext>
                  </a:extLst>
                </p14:cNvPr>
                <p14:cNvContentPartPr/>
                <p14:nvPr/>
              </p14:nvContentPartPr>
              <p14:xfrm>
                <a:off x="7403184" y="3646296"/>
                <a:ext cx="109080" cy="65160"/>
              </p14:xfrm>
            </p:contentPart>
          </mc:Choice>
          <mc:Fallback xmlns="">
            <p:pic>
              <p:nvPicPr>
                <p:cNvPr id="189" name="Ink 188">
                  <a:extLst>
                    <a:ext uri="{FF2B5EF4-FFF2-40B4-BE49-F238E27FC236}">
                      <a16:creationId xmlns:a16="http://schemas.microsoft.com/office/drawing/2014/main" id="{393E8343-CBF2-E55C-813C-FC67EE7DB681}"/>
                    </a:ext>
                  </a:extLst>
                </p:cNvPr>
                <p:cNvPicPr/>
                <p:nvPr/>
              </p:nvPicPr>
              <p:blipFill>
                <a:blip r:embed="rId318"/>
                <a:stretch>
                  <a:fillRect/>
                </a:stretch>
              </p:blipFill>
              <p:spPr>
                <a:xfrm>
                  <a:off x="7398864" y="3641976"/>
                  <a:ext cx="1177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0" name="Ink 189">
                  <a:extLst>
                    <a:ext uri="{FF2B5EF4-FFF2-40B4-BE49-F238E27FC236}">
                      <a16:creationId xmlns:a16="http://schemas.microsoft.com/office/drawing/2014/main" id="{F9633939-22F8-B134-2E0B-4D893CECB74F}"/>
                    </a:ext>
                  </a:extLst>
                </p14:cNvPr>
                <p14:cNvContentPartPr/>
                <p14:nvPr/>
              </p14:nvContentPartPr>
              <p14:xfrm>
                <a:off x="7525584" y="3565296"/>
                <a:ext cx="23400" cy="72000"/>
              </p14:xfrm>
            </p:contentPart>
          </mc:Choice>
          <mc:Fallback xmlns="">
            <p:pic>
              <p:nvPicPr>
                <p:cNvPr id="190" name="Ink 189">
                  <a:extLst>
                    <a:ext uri="{FF2B5EF4-FFF2-40B4-BE49-F238E27FC236}">
                      <a16:creationId xmlns:a16="http://schemas.microsoft.com/office/drawing/2014/main" id="{F9633939-22F8-B134-2E0B-4D893CECB74F}"/>
                    </a:ext>
                  </a:extLst>
                </p:cNvPr>
                <p:cNvPicPr/>
                <p:nvPr/>
              </p:nvPicPr>
              <p:blipFill>
                <a:blip r:embed="rId320"/>
                <a:stretch>
                  <a:fillRect/>
                </a:stretch>
              </p:blipFill>
              <p:spPr>
                <a:xfrm>
                  <a:off x="7521264" y="3560976"/>
                  <a:ext cx="32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1" name="Ink 190">
                  <a:extLst>
                    <a:ext uri="{FF2B5EF4-FFF2-40B4-BE49-F238E27FC236}">
                      <a16:creationId xmlns:a16="http://schemas.microsoft.com/office/drawing/2014/main" id="{4F32C79C-04E7-1BB1-9AC3-251730ADEDD4}"/>
                    </a:ext>
                  </a:extLst>
                </p14:cNvPr>
                <p14:cNvContentPartPr/>
                <p14:nvPr/>
              </p14:nvContentPartPr>
              <p14:xfrm>
                <a:off x="7534944" y="3661776"/>
                <a:ext cx="168840" cy="45000"/>
              </p14:xfrm>
            </p:contentPart>
          </mc:Choice>
          <mc:Fallback xmlns="">
            <p:pic>
              <p:nvPicPr>
                <p:cNvPr id="191" name="Ink 190">
                  <a:extLst>
                    <a:ext uri="{FF2B5EF4-FFF2-40B4-BE49-F238E27FC236}">
                      <a16:creationId xmlns:a16="http://schemas.microsoft.com/office/drawing/2014/main" id="{4F32C79C-04E7-1BB1-9AC3-251730ADEDD4}"/>
                    </a:ext>
                  </a:extLst>
                </p:cNvPr>
                <p:cNvPicPr/>
                <p:nvPr/>
              </p:nvPicPr>
              <p:blipFill>
                <a:blip r:embed="rId322"/>
                <a:stretch>
                  <a:fillRect/>
                </a:stretch>
              </p:blipFill>
              <p:spPr>
                <a:xfrm>
                  <a:off x="7530624" y="3657456"/>
                  <a:ext cx="1774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2" name="Ink 191">
                  <a:extLst>
                    <a:ext uri="{FF2B5EF4-FFF2-40B4-BE49-F238E27FC236}">
                      <a16:creationId xmlns:a16="http://schemas.microsoft.com/office/drawing/2014/main" id="{A5930180-490C-8CED-41E9-DD4024B3DE7B}"/>
                    </a:ext>
                  </a:extLst>
                </p14:cNvPr>
                <p14:cNvContentPartPr/>
                <p14:nvPr/>
              </p14:nvContentPartPr>
              <p14:xfrm>
                <a:off x="7726824" y="3628296"/>
                <a:ext cx="95040" cy="85320"/>
              </p14:xfrm>
            </p:contentPart>
          </mc:Choice>
          <mc:Fallback xmlns="">
            <p:pic>
              <p:nvPicPr>
                <p:cNvPr id="192" name="Ink 191">
                  <a:extLst>
                    <a:ext uri="{FF2B5EF4-FFF2-40B4-BE49-F238E27FC236}">
                      <a16:creationId xmlns:a16="http://schemas.microsoft.com/office/drawing/2014/main" id="{A5930180-490C-8CED-41E9-DD4024B3DE7B}"/>
                    </a:ext>
                  </a:extLst>
                </p:cNvPr>
                <p:cNvPicPr/>
                <p:nvPr/>
              </p:nvPicPr>
              <p:blipFill>
                <a:blip r:embed="rId324"/>
                <a:stretch>
                  <a:fillRect/>
                </a:stretch>
              </p:blipFill>
              <p:spPr>
                <a:xfrm>
                  <a:off x="7722504" y="3623976"/>
                  <a:ext cx="1036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3" name="Ink 192">
                  <a:extLst>
                    <a:ext uri="{FF2B5EF4-FFF2-40B4-BE49-F238E27FC236}">
                      <a16:creationId xmlns:a16="http://schemas.microsoft.com/office/drawing/2014/main" id="{B73A7D79-05BF-05B2-6851-AF89260B8AF2}"/>
                    </a:ext>
                  </a:extLst>
                </p14:cNvPr>
                <p14:cNvContentPartPr/>
                <p14:nvPr/>
              </p14:nvContentPartPr>
              <p14:xfrm>
                <a:off x="7821504" y="3630096"/>
                <a:ext cx="360" cy="360"/>
              </p14:xfrm>
            </p:contentPart>
          </mc:Choice>
          <mc:Fallback xmlns="">
            <p:pic>
              <p:nvPicPr>
                <p:cNvPr id="193" name="Ink 192">
                  <a:extLst>
                    <a:ext uri="{FF2B5EF4-FFF2-40B4-BE49-F238E27FC236}">
                      <a16:creationId xmlns:a16="http://schemas.microsoft.com/office/drawing/2014/main" id="{B73A7D79-05BF-05B2-6851-AF89260B8AF2}"/>
                    </a:ext>
                  </a:extLst>
                </p:cNvPr>
                <p:cNvPicPr/>
                <p:nvPr/>
              </p:nvPicPr>
              <p:blipFill>
                <a:blip r:embed="rId143"/>
                <a:stretch>
                  <a:fillRect/>
                </a:stretch>
              </p:blipFill>
              <p:spPr>
                <a:xfrm>
                  <a:off x="7817184" y="36257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94" name="Ink 193">
                  <a:extLst>
                    <a:ext uri="{FF2B5EF4-FFF2-40B4-BE49-F238E27FC236}">
                      <a16:creationId xmlns:a16="http://schemas.microsoft.com/office/drawing/2014/main" id="{B15142A1-68FE-D72E-9662-4620D88D7152}"/>
                    </a:ext>
                  </a:extLst>
                </p14:cNvPr>
                <p14:cNvContentPartPr/>
                <p14:nvPr/>
              </p14:nvContentPartPr>
              <p14:xfrm>
                <a:off x="7821504" y="3624336"/>
                <a:ext cx="136800" cy="77760"/>
              </p14:xfrm>
            </p:contentPart>
          </mc:Choice>
          <mc:Fallback xmlns="">
            <p:pic>
              <p:nvPicPr>
                <p:cNvPr id="194" name="Ink 193">
                  <a:extLst>
                    <a:ext uri="{FF2B5EF4-FFF2-40B4-BE49-F238E27FC236}">
                      <a16:creationId xmlns:a16="http://schemas.microsoft.com/office/drawing/2014/main" id="{B15142A1-68FE-D72E-9662-4620D88D7152}"/>
                    </a:ext>
                  </a:extLst>
                </p:cNvPr>
                <p:cNvPicPr/>
                <p:nvPr/>
              </p:nvPicPr>
              <p:blipFill>
                <a:blip r:embed="rId327"/>
                <a:stretch>
                  <a:fillRect/>
                </a:stretch>
              </p:blipFill>
              <p:spPr>
                <a:xfrm>
                  <a:off x="7817184" y="3620016"/>
                  <a:ext cx="1454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95" name="Ink 194">
                  <a:extLst>
                    <a:ext uri="{FF2B5EF4-FFF2-40B4-BE49-F238E27FC236}">
                      <a16:creationId xmlns:a16="http://schemas.microsoft.com/office/drawing/2014/main" id="{4F0B8DDC-06E0-C3C0-DE2A-3EF2EED19571}"/>
                    </a:ext>
                  </a:extLst>
                </p14:cNvPr>
                <p14:cNvContentPartPr/>
                <p14:nvPr/>
              </p14:nvContentPartPr>
              <p14:xfrm>
                <a:off x="8010864" y="3622896"/>
                <a:ext cx="62280" cy="78840"/>
              </p14:xfrm>
            </p:contentPart>
          </mc:Choice>
          <mc:Fallback xmlns="">
            <p:pic>
              <p:nvPicPr>
                <p:cNvPr id="195" name="Ink 194">
                  <a:extLst>
                    <a:ext uri="{FF2B5EF4-FFF2-40B4-BE49-F238E27FC236}">
                      <a16:creationId xmlns:a16="http://schemas.microsoft.com/office/drawing/2014/main" id="{4F0B8DDC-06E0-C3C0-DE2A-3EF2EED19571}"/>
                    </a:ext>
                  </a:extLst>
                </p:cNvPr>
                <p:cNvPicPr/>
                <p:nvPr/>
              </p:nvPicPr>
              <p:blipFill>
                <a:blip r:embed="rId329"/>
                <a:stretch>
                  <a:fillRect/>
                </a:stretch>
              </p:blipFill>
              <p:spPr>
                <a:xfrm>
                  <a:off x="8006544" y="3618576"/>
                  <a:ext cx="709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96" name="Ink 195">
                  <a:extLst>
                    <a:ext uri="{FF2B5EF4-FFF2-40B4-BE49-F238E27FC236}">
                      <a16:creationId xmlns:a16="http://schemas.microsoft.com/office/drawing/2014/main" id="{8CD2E00E-C96B-E7AF-2DAF-B94602559F7A}"/>
                    </a:ext>
                  </a:extLst>
                </p14:cNvPr>
                <p14:cNvContentPartPr/>
                <p14:nvPr/>
              </p14:nvContentPartPr>
              <p14:xfrm>
                <a:off x="8163864" y="3493656"/>
                <a:ext cx="27360" cy="176400"/>
              </p14:xfrm>
            </p:contentPart>
          </mc:Choice>
          <mc:Fallback xmlns="">
            <p:pic>
              <p:nvPicPr>
                <p:cNvPr id="196" name="Ink 195">
                  <a:extLst>
                    <a:ext uri="{FF2B5EF4-FFF2-40B4-BE49-F238E27FC236}">
                      <a16:creationId xmlns:a16="http://schemas.microsoft.com/office/drawing/2014/main" id="{8CD2E00E-C96B-E7AF-2DAF-B94602559F7A}"/>
                    </a:ext>
                  </a:extLst>
                </p:cNvPr>
                <p:cNvPicPr/>
                <p:nvPr/>
              </p:nvPicPr>
              <p:blipFill>
                <a:blip r:embed="rId331"/>
                <a:stretch>
                  <a:fillRect/>
                </a:stretch>
              </p:blipFill>
              <p:spPr>
                <a:xfrm>
                  <a:off x="8159544" y="3489336"/>
                  <a:ext cx="360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97" name="Ink 196">
                  <a:extLst>
                    <a:ext uri="{FF2B5EF4-FFF2-40B4-BE49-F238E27FC236}">
                      <a16:creationId xmlns:a16="http://schemas.microsoft.com/office/drawing/2014/main" id="{7A1C3511-9B4C-4AC5-965F-15188FC5C8E3}"/>
                    </a:ext>
                  </a:extLst>
                </p14:cNvPr>
                <p14:cNvContentPartPr/>
                <p14:nvPr/>
              </p14:nvContentPartPr>
              <p14:xfrm>
                <a:off x="8117064" y="3610296"/>
                <a:ext cx="134280" cy="3960"/>
              </p14:xfrm>
            </p:contentPart>
          </mc:Choice>
          <mc:Fallback xmlns="">
            <p:pic>
              <p:nvPicPr>
                <p:cNvPr id="197" name="Ink 196">
                  <a:extLst>
                    <a:ext uri="{FF2B5EF4-FFF2-40B4-BE49-F238E27FC236}">
                      <a16:creationId xmlns:a16="http://schemas.microsoft.com/office/drawing/2014/main" id="{7A1C3511-9B4C-4AC5-965F-15188FC5C8E3}"/>
                    </a:ext>
                  </a:extLst>
                </p:cNvPr>
                <p:cNvPicPr/>
                <p:nvPr/>
              </p:nvPicPr>
              <p:blipFill>
                <a:blip r:embed="rId333"/>
                <a:stretch>
                  <a:fillRect/>
                </a:stretch>
              </p:blipFill>
              <p:spPr>
                <a:xfrm>
                  <a:off x="8112744" y="3605976"/>
                  <a:ext cx="142920" cy="12600"/>
                </a:xfrm>
                <a:prstGeom prst="rect">
                  <a:avLst/>
                </a:prstGeom>
              </p:spPr>
            </p:pic>
          </mc:Fallback>
        </mc:AlternateContent>
      </p:grpSp>
      <p:grpSp>
        <p:nvGrpSpPr>
          <p:cNvPr id="217" name="Group 216">
            <a:extLst>
              <a:ext uri="{FF2B5EF4-FFF2-40B4-BE49-F238E27FC236}">
                <a16:creationId xmlns:a16="http://schemas.microsoft.com/office/drawing/2014/main" id="{CE9CA9CD-34C3-F121-5FC4-673701E08812}"/>
              </a:ext>
            </a:extLst>
          </p:cNvPr>
          <p:cNvGrpSpPr/>
          <p:nvPr/>
        </p:nvGrpSpPr>
        <p:grpSpPr>
          <a:xfrm>
            <a:off x="6606144" y="3914136"/>
            <a:ext cx="591840" cy="187560"/>
            <a:chOff x="6606144" y="3914136"/>
            <a:chExt cx="591840" cy="187560"/>
          </a:xfrm>
        </p:grpSpPr>
        <mc:AlternateContent xmlns:mc="http://schemas.openxmlformats.org/markup-compatibility/2006" xmlns:p14="http://schemas.microsoft.com/office/powerpoint/2010/main">
          <mc:Choice Requires="p14">
            <p:contentPart p14:bwMode="auto" r:id="rId334">
              <p14:nvContentPartPr>
                <p14:cNvPr id="200" name="Ink 199">
                  <a:extLst>
                    <a:ext uri="{FF2B5EF4-FFF2-40B4-BE49-F238E27FC236}">
                      <a16:creationId xmlns:a16="http://schemas.microsoft.com/office/drawing/2014/main" id="{86DC8BF5-08DA-7F3C-7791-0C1EA91A61E8}"/>
                    </a:ext>
                  </a:extLst>
                </p14:cNvPr>
                <p14:cNvContentPartPr/>
                <p14:nvPr/>
              </p14:nvContentPartPr>
              <p14:xfrm>
                <a:off x="6606144" y="4037616"/>
                <a:ext cx="190080" cy="64080"/>
              </p14:xfrm>
            </p:contentPart>
          </mc:Choice>
          <mc:Fallback xmlns="">
            <p:pic>
              <p:nvPicPr>
                <p:cNvPr id="200" name="Ink 199">
                  <a:extLst>
                    <a:ext uri="{FF2B5EF4-FFF2-40B4-BE49-F238E27FC236}">
                      <a16:creationId xmlns:a16="http://schemas.microsoft.com/office/drawing/2014/main" id="{86DC8BF5-08DA-7F3C-7791-0C1EA91A61E8}"/>
                    </a:ext>
                  </a:extLst>
                </p:cNvPr>
                <p:cNvPicPr/>
                <p:nvPr/>
              </p:nvPicPr>
              <p:blipFill>
                <a:blip r:embed="rId335"/>
                <a:stretch>
                  <a:fillRect/>
                </a:stretch>
              </p:blipFill>
              <p:spPr>
                <a:xfrm>
                  <a:off x="6601824" y="4033296"/>
                  <a:ext cx="1987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01" name="Ink 200">
                  <a:extLst>
                    <a:ext uri="{FF2B5EF4-FFF2-40B4-BE49-F238E27FC236}">
                      <a16:creationId xmlns:a16="http://schemas.microsoft.com/office/drawing/2014/main" id="{131D81C7-5A87-D5A0-2F96-95A1EC06B9B7}"/>
                    </a:ext>
                  </a:extLst>
                </p14:cNvPr>
                <p14:cNvContentPartPr/>
                <p14:nvPr/>
              </p14:nvContentPartPr>
              <p14:xfrm>
                <a:off x="6809544" y="3917736"/>
                <a:ext cx="21240" cy="46440"/>
              </p14:xfrm>
            </p:contentPart>
          </mc:Choice>
          <mc:Fallback xmlns="">
            <p:pic>
              <p:nvPicPr>
                <p:cNvPr id="201" name="Ink 200">
                  <a:extLst>
                    <a:ext uri="{FF2B5EF4-FFF2-40B4-BE49-F238E27FC236}">
                      <a16:creationId xmlns:a16="http://schemas.microsoft.com/office/drawing/2014/main" id="{131D81C7-5A87-D5A0-2F96-95A1EC06B9B7}"/>
                    </a:ext>
                  </a:extLst>
                </p:cNvPr>
                <p:cNvPicPr/>
                <p:nvPr/>
              </p:nvPicPr>
              <p:blipFill>
                <a:blip r:embed="rId337"/>
                <a:stretch>
                  <a:fillRect/>
                </a:stretch>
              </p:blipFill>
              <p:spPr>
                <a:xfrm>
                  <a:off x="6805224" y="3913416"/>
                  <a:ext cx="298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02" name="Ink 201">
                  <a:extLst>
                    <a:ext uri="{FF2B5EF4-FFF2-40B4-BE49-F238E27FC236}">
                      <a16:creationId xmlns:a16="http://schemas.microsoft.com/office/drawing/2014/main" id="{79A244AA-C4DA-20AF-57E8-E3D6DFDA1491}"/>
                    </a:ext>
                  </a:extLst>
                </p14:cNvPr>
                <p14:cNvContentPartPr/>
                <p14:nvPr/>
              </p14:nvContentPartPr>
              <p14:xfrm>
                <a:off x="6825744" y="4040136"/>
                <a:ext cx="159840" cy="41400"/>
              </p14:xfrm>
            </p:contentPart>
          </mc:Choice>
          <mc:Fallback xmlns="">
            <p:pic>
              <p:nvPicPr>
                <p:cNvPr id="202" name="Ink 201">
                  <a:extLst>
                    <a:ext uri="{FF2B5EF4-FFF2-40B4-BE49-F238E27FC236}">
                      <a16:creationId xmlns:a16="http://schemas.microsoft.com/office/drawing/2014/main" id="{79A244AA-C4DA-20AF-57E8-E3D6DFDA1491}"/>
                    </a:ext>
                  </a:extLst>
                </p:cNvPr>
                <p:cNvPicPr/>
                <p:nvPr/>
              </p:nvPicPr>
              <p:blipFill>
                <a:blip r:embed="rId339"/>
                <a:stretch>
                  <a:fillRect/>
                </a:stretch>
              </p:blipFill>
              <p:spPr>
                <a:xfrm>
                  <a:off x="6821424" y="4035816"/>
                  <a:ext cx="1684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03" name="Ink 202">
                  <a:extLst>
                    <a:ext uri="{FF2B5EF4-FFF2-40B4-BE49-F238E27FC236}">
                      <a16:creationId xmlns:a16="http://schemas.microsoft.com/office/drawing/2014/main" id="{7A823446-82DB-614F-7241-FA9E9D380AA1}"/>
                    </a:ext>
                  </a:extLst>
                </p14:cNvPr>
                <p14:cNvContentPartPr/>
                <p14:nvPr/>
              </p14:nvContentPartPr>
              <p14:xfrm>
                <a:off x="7056864" y="3914136"/>
                <a:ext cx="32760" cy="174600"/>
              </p14:xfrm>
            </p:contentPart>
          </mc:Choice>
          <mc:Fallback xmlns="">
            <p:pic>
              <p:nvPicPr>
                <p:cNvPr id="203" name="Ink 202">
                  <a:extLst>
                    <a:ext uri="{FF2B5EF4-FFF2-40B4-BE49-F238E27FC236}">
                      <a16:creationId xmlns:a16="http://schemas.microsoft.com/office/drawing/2014/main" id="{7A823446-82DB-614F-7241-FA9E9D380AA1}"/>
                    </a:ext>
                  </a:extLst>
                </p:cNvPr>
                <p:cNvPicPr/>
                <p:nvPr/>
              </p:nvPicPr>
              <p:blipFill>
                <a:blip r:embed="rId341"/>
                <a:stretch>
                  <a:fillRect/>
                </a:stretch>
              </p:blipFill>
              <p:spPr>
                <a:xfrm>
                  <a:off x="7052544" y="3909816"/>
                  <a:ext cx="414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04" name="Ink 203">
                  <a:extLst>
                    <a:ext uri="{FF2B5EF4-FFF2-40B4-BE49-F238E27FC236}">
                      <a16:creationId xmlns:a16="http://schemas.microsoft.com/office/drawing/2014/main" id="{8829E60B-007F-CF21-341A-691724F934B2}"/>
                    </a:ext>
                  </a:extLst>
                </p14:cNvPr>
                <p14:cNvContentPartPr/>
                <p14:nvPr/>
              </p14:nvContentPartPr>
              <p14:xfrm>
                <a:off x="7008264" y="3998016"/>
                <a:ext cx="189720" cy="78840"/>
              </p14:xfrm>
            </p:contentPart>
          </mc:Choice>
          <mc:Fallback xmlns="">
            <p:pic>
              <p:nvPicPr>
                <p:cNvPr id="204" name="Ink 203">
                  <a:extLst>
                    <a:ext uri="{FF2B5EF4-FFF2-40B4-BE49-F238E27FC236}">
                      <a16:creationId xmlns:a16="http://schemas.microsoft.com/office/drawing/2014/main" id="{8829E60B-007F-CF21-341A-691724F934B2}"/>
                    </a:ext>
                  </a:extLst>
                </p:cNvPr>
                <p:cNvPicPr/>
                <p:nvPr/>
              </p:nvPicPr>
              <p:blipFill>
                <a:blip r:embed="rId343"/>
                <a:stretch>
                  <a:fillRect/>
                </a:stretch>
              </p:blipFill>
              <p:spPr>
                <a:xfrm>
                  <a:off x="7003944" y="3993696"/>
                  <a:ext cx="198360" cy="87480"/>
                </a:xfrm>
                <a:prstGeom prst="rect">
                  <a:avLst/>
                </a:prstGeom>
              </p:spPr>
            </p:pic>
          </mc:Fallback>
        </mc:AlternateContent>
      </p:grpSp>
      <p:grpSp>
        <p:nvGrpSpPr>
          <p:cNvPr id="216" name="Group 215">
            <a:extLst>
              <a:ext uri="{FF2B5EF4-FFF2-40B4-BE49-F238E27FC236}">
                <a16:creationId xmlns:a16="http://schemas.microsoft.com/office/drawing/2014/main" id="{B4903806-DEC7-97E7-FC3E-11CDCAB40E79}"/>
              </a:ext>
            </a:extLst>
          </p:cNvPr>
          <p:cNvGrpSpPr/>
          <p:nvPr/>
        </p:nvGrpSpPr>
        <p:grpSpPr>
          <a:xfrm>
            <a:off x="7444944" y="3819816"/>
            <a:ext cx="473760" cy="243720"/>
            <a:chOff x="7444944" y="3819816"/>
            <a:chExt cx="473760" cy="243720"/>
          </a:xfrm>
        </p:grpSpPr>
        <mc:AlternateContent xmlns:mc="http://schemas.openxmlformats.org/markup-compatibility/2006" xmlns:p14="http://schemas.microsoft.com/office/powerpoint/2010/main">
          <mc:Choice Requires="p14">
            <p:contentPart p14:bwMode="auto" r:id="rId344">
              <p14:nvContentPartPr>
                <p14:cNvPr id="205" name="Ink 204">
                  <a:extLst>
                    <a:ext uri="{FF2B5EF4-FFF2-40B4-BE49-F238E27FC236}">
                      <a16:creationId xmlns:a16="http://schemas.microsoft.com/office/drawing/2014/main" id="{CAC4EAFD-EA92-EECD-F70C-209F290B332A}"/>
                    </a:ext>
                  </a:extLst>
                </p14:cNvPr>
                <p14:cNvContentPartPr/>
                <p14:nvPr/>
              </p14:nvContentPartPr>
              <p14:xfrm>
                <a:off x="7530264" y="3922416"/>
                <a:ext cx="41760" cy="141120"/>
              </p14:xfrm>
            </p:contentPart>
          </mc:Choice>
          <mc:Fallback xmlns="">
            <p:pic>
              <p:nvPicPr>
                <p:cNvPr id="205" name="Ink 204">
                  <a:extLst>
                    <a:ext uri="{FF2B5EF4-FFF2-40B4-BE49-F238E27FC236}">
                      <a16:creationId xmlns:a16="http://schemas.microsoft.com/office/drawing/2014/main" id="{CAC4EAFD-EA92-EECD-F70C-209F290B332A}"/>
                    </a:ext>
                  </a:extLst>
                </p:cNvPr>
                <p:cNvPicPr/>
                <p:nvPr/>
              </p:nvPicPr>
              <p:blipFill>
                <a:blip r:embed="rId345"/>
                <a:stretch>
                  <a:fillRect/>
                </a:stretch>
              </p:blipFill>
              <p:spPr>
                <a:xfrm>
                  <a:off x="7525944" y="3918096"/>
                  <a:ext cx="504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6" name="Ink 205">
                  <a:extLst>
                    <a:ext uri="{FF2B5EF4-FFF2-40B4-BE49-F238E27FC236}">
                      <a16:creationId xmlns:a16="http://schemas.microsoft.com/office/drawing/2014/main" id="{EFAE257A-AAB5-1C66-1846-C28FC72BEF4D}"/>
                    </a:ext>
                  </a:extLst>
                </p14:cNvPr>
                <p14:cNvContentPartPr/>
                <p14:nvPr/>
              </p14:nvContentPartPr>
              <p14:xfrm>
                <a:off x="7444944" y="3819816"/>
                <a:ext cx="399960" cy="217080"/>
              </p14:xfrm>
            </p:contentPart>
          </mc:Choice>
          <mc:Fallback xmlns="">
            <p:pic>
              <p:nvPicPr>
                <p:cNvPr id="206" name="Ink 205">
                  <a:extLst>
                    <a:ext uri="{FF2B5EF4-FFF2-40B4-BE49-F238E27FC236}">
                      <a16:creationId xmlns:a16="http://schemas.microsoft.com/office/drawing/2014/main" id="{EFAE257A-AAB5-1C66-1846-C28FC72BEF4D}"/>
                    </a:ext>
                  </a:extLst>
                </p:cNvPr>
                <p:cNvPicPr/>
                <p:nvPr/>
              </p:nvPicPr>
              <p:blipFill>
                <a:blip r:embed="rId347"/>
                <a:stretch>
                  <a:fillRect/>
                </a:stretch>
              </p:blipFill>
              <p:spPr>
                <a:xfrm>
                  <a:off x="7440624" y="3815496"/>
                  <a:ext cx="4086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7" name="Ink 206">
                  <a:extLst>
                    <a:ext uri="{FF2B5EF4-FFF2-40B4-BE49-F238E27FC236}">
                      <a16:creationId xmlns:a16="http://schemas.microsoft.com/office/drawing/2014/main" id="{C9F2CB1D-00DD-233E-8A12-FA9760677E83}"/>
                    </a:ext>
                  </a:extLst>
                </p14:cNvPr>
                <p14:cNvContentPartPr/>
                <p14:nvPr/>
              </p14:nvContentPartPr>
              <p14:xfrm>
                <a:off x="7817904" y="3966336"/>
                <a:ext cx="100800" cy="88200"/>
              </p14:xfrm>
            </p:contentPart>
          </mc:Choice>
          <mc:Fallback xmlns="">
            <p:pic>
              <p:nvPicPr>
                <p:cNvPr id="207" name="Ink 206">
                  <a:extLst>
                    <a:ext uri="{FF2B5EF4-FFF2-40B4-BE49-F238E27FC236}">
                      <a16:creationId xmlns:a16="http://schemas.microsoft.com/office/drawing/2014/main" id="{C9F2CB1D-00DD-233E-8A12-FA9760677E83}"/>
                    </a:ext>
                  </a:extLst>
                </p:cNvPr>
                <p:cNvPicPr/>
                <p:nvPr/>
              </p:nvPicPr>
              <p:blipFill>
                <a:blip r:embed="rId349"/>
                <a:stretch>
                  <a:fillRect/>
                </a:stretch>
              </p:blipFill>
              <p:spPr>
                <a:xfrm>
                  <a:off x="7813584" y="3962016"/>
                  <a:ext cx="109440" cy="96840"/>
                </a:xfrm>
                <a:prstGeom prst="rect">
                  <a:avLst/>
                </a:prstGeom>
              </p:spPr>
            </p:pic>
          </mc:Fallback>
        </mc:AlternateContent>
      </p:grpSp>
      <p:grpSp>
        <p:nvGrpSpPr>
          <p:cNvPr id="215" name="Group 214">
            <a:extLst>
              <a:ext uri="{FF2B5EF4-FFF2-40B4-BE49-F238E27FC236}">
                <a16:creationId xmlns:a16="http://schemas.microsoft.com/office/drawing/2014/main" id="{D36DB67F-52BD-149B-DA85-D0005342348B}"/>
              </a:ext>
            </a:extLst>
          </p:cNvPr>
          <p:cNvGrpSpPr/>
          <p:nvPr/>
        </p:nvGrpSpPr>
        <p:grpSpPr>
          <a:xfrm>
            <a:off x="8103744" y="3795336"/>
            <a:ext cx="944640" cy="255240"/>
            <a:chOff x="8103744" y="3795336"/>
            <a:chExt cx="944640" cy="255240"/>
          </a:xfrm>
        </p:grpSpPr>
        <mc:AlternateContent xmlns:mc="http://schemas.openxmlformats.org/markup-compatibility/2006" xmlns:p14="http://schemas.microsoft.com/office/powerpoint/2010/main">
          <mc:Choice Requires="p14">
            <p:contentPart p14:bwMode="auto" r:id="rId350">
              <p14:nvContentPartPr>
                <p14:cNvPr id="208" name="Ink 207">
                  <a:extLst>
                    <a:ext uri="{FF2B5EF4-FFF2-40B4-BE49-F238E27FC236}">
                      <a16:creationId xmlns:a16="http://schemas.microsoft.com/office/drawing/2014/main" id="{29D81796-7DC5-8095-436A-FC0BD00261FF}"/>
                    </a:ext>
                  </a:extLst>
                </p14:cNvPr>
                <p14:cNvContentPartPr/>
                <p14:nvPr/>
              </p14:nvContentPartPr>
              <p14:xfrm>
                <a:off x="8103744" y="3935736"/>
                <a:ext cx="87480" cy="100080"/>
              </p14:xfrm>
            </p:contentPart>
          </mc:Choice>
          <mc:Fallback xmlns="">
            <p:pic>
              <p:nvPicPr>
                <p:cNvPr id="208" name="Ink 207">
                  <a:extLst>
                    <a:ext uri="{FF2B5EF4-FFF2-40B4-BE49-F238E27FC236}">
                      <a16:creationId xmlns:a16="http://schemas.microsoft.com/office/drawing/2014/main" id="{29D81796-7DC5-8095-436A-FC0BD00261FF}"/>
                    </a:ext>
                  </a:extLst>
                </p:cNvPr>
                <p:cNvPicPr/>
                <p:nvPr/>
              </p:nvPicPr>
              <p:blipFill>
                <a:blip r:embed="rId351"/>
                <a:stretch>
                  <a:fillRect/>
                </a:stretch>
              </p:blipFill>
              <p:spPr>
                <a:xfrm>
                  <a:off x="8099424" y="3931416"/>
                  <a:ext cx="961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9" name="Ink 208">
                  <a:extLst>
                    <a:ext uri="{FF2B5EF4-FFF2-40B4-BE49-F238E27FC236}">
                      <a16:creationId xmlns:a16="http://schemas.microsoft.com/office/drawing/2014/main" id="{85E69A5B-0CB9-3B57-A1B3-7D77DFE2C61E}"/>
                    </a:ext>
                  </a:extLst>
                </p14:cNvPr>
                <p14:cNvContentPartPr/>
                <p14:nvPr/>
              </p14:nvContentPartPr>
              <p14:xfrm>
                <a:off x="8240544" y="3954816"/>
                <a:ext cx="82440" cy="72000"/>
              </p14:xfrm>
            </p:contentPart>
          </mc:Choice>
          <mc:Fallback xmlns="">
            <p:pic>
              <p:nvPicPr>
                <p:cNvPr id="209" name="Ink 208">
                  <a:extLst>
                    <a:ext uri="{FF2B5EF4-FFF2-40B4-BE49-F238E27FC236}">
                      <a16:creationId xmlns:a16="http://schemas.microsoft.com/office/drawing/2014/main" id="{85E69A5B-0CB9-3B57-A1B3-7D77DFE2C61E}"/>
                    </a:ext>
                  </a:extLst>
                </p:cNvPr>
                <p:cNvPicPr/>
                <p:nvPr/>
              </p:nvPicPr>
              <p:blipFill>
                <a:blip r:embed="rId353"/>
                <a:stretch>
                  <a:fillRect/>
                </a:stretch>
              </p:blipFill>
              <p:spPr>
                <a:xfrm>
                  <a:off x="8236224" y="3950496"/>
                  <a:ext cx="910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10" name="Ink 209">
                  <a:extLst>
                    <a:ext uri="{FF2B5EF4-FFF2-40B4-BE49-F238E27FC236}">
                      <a16:creationId xmlns:a16="http://schemas.microsoft.com/office/drawing/2014/main" id="{2EDCB959-1DCF-D564-AE31-93BA74DF3E25}"/>
                    </a:ext>
                  </a:extLst>
                </p14:cNvPr>
                <p14:cNvContentPartPr/>
                <p14:nvPr/>
              </p14:nvContentPartPr>
              <p14:xfrm>
                <a:off x="8387064" y="3930336"/>
                <a:ext cx="51480" cy="93960"/>
              </p14:xfrm>
            </p:contentPart>
          </mc:Choice>
          <mc:Fallback xmlns="">
            <p:pic>
              <p:nvPicPr>
                <p:cNvPr id="210" name="Ink 209">
                  <a:extLst>
                    <a:ext uri="{FF2B5EF4-FFF2-40B4-BE49-F238E27FC236}">
                      <a16:creationId xmlns:a16="http://schemas.microsoft.com/office/drawing/2014/main" id="{2EDCB959-1DCF-D564-AE31-93BA74DF3E25}"/>
                    </a:ext>
                  </a:extLst>
                </p:cNvPr>
                <p:cNvPicPr/>
                <p:nvPr/>
              </p:nvPicPr>
              <p:blipFill>
                <a:blip r:embed="rId355"/>
                <a:stretch>
                  <a:fillRect/>
                </a:stretch>
              </p:blipFill>
              <p:spPr>
                <a:xfrm>
                  <a:off x="8382744" y="3926016"/>
                  <a:ext cx="601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11" name="Ink 210">
                  <a:extLst>
                    <a:ext uri="{FF2B5EF4-FFF2-40B4-BE49-F238E27FC236}">
                      <a16:creationId xmlns:a16="http://schemas.microsoft.com/office/drawing/2014/main" id="{24998791-1970-23D6-BB98-36C157156C52}"/>
                    </a:ext>
                  </a:extLst>
                </p14:cNvPr>
                <p14:cNvContentPartPr/>
                <p14:nvPr/>
              </p14:nvContentPartPr>
              <p14:xfrm>
                <a:off x="8529264" y="3807936"/>
                <a:ext cx="89280" cy="173880"/>
              </p14:xfrm>
            </p:contentPart>
          </mc:Choice>
          <mc:Fallback xmlns="">
            <p:pic>
              <p:nvPicPr>
                <p:cNvPr id="211" name="Ink 210">
                  <a:extLst>
                    <a:ext uri="{FF2B5EF4-FFF2-40B4-BE49-F238E27FC236}">
                      <a16:creationId xmlns:a16="http://schemas.microsoft.com/office/drawing/2014/main" id="{24998791-1970-23D6-BB98-36C157156C52}"/>
                    </a:ext>
                  </a:extLst>
                </p:cNvPr>
                <p:cNvPicPr/>
                <p:nvPr/>
              </p:nvPicPr>
              <p:blipFill>
                <a:blip r:embed="rId357"/>
                <a:stretch>
                  <a:fillRect/>
                </a:stretch>
              </p:blipFill>
              <p:spPr>
                <a:xfrm>
                  <a:off x="8524944" y="3803616"/>
                  <a:ext cx="979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12" name="Ink 211">
                  <a:extLst>
                    <a:ext uri="{FF2B5EF4-FFF2-40B4-BE49-F238E27FC236}">
                      <a16:creationId xmlns:a16="http://schemas.microsoft.com/office/drawing/2014/main" id="{0D504763-477D-2711-B8A6-EABA57879E44}"/>
                    </a:ext>
                  </a:extLst>
                </p14:cNvPr>
                <p14:cNvContentPartPr/>
                <p14:nvPr/>
              </p14:nvContentPartPr>
              <p14:xfrm>
                <a:off x="8451864" y="3881736"/>
                <a:ext cx="185040" cy="8280"/>
              </p14:xfrm>
            </p:contentPart>
          </mc:Choice>
          <mc:Fallback xmlns="">
            <p:pic>
              <p:nvPicPr>
                <p:cNvPr id="212" name="Ink 211">
                  <a:extLst>
                    <a:ext uri="{FF2B5EF4-FFF2-40B4-BE49-F238E27FC236}">
                      <a16:creationId xmlns:a16="http://schemas.microsoft.com/office/drawing/2014/main" id="{0D504763-477D-2711-B8A6-EABA57879E44}"/>
                    </a:ext>
                  </a:extLst>
                </p:cNvPr>
                <p:cNvPicPr/>
                <p:nvPr/>
              </p:nvPicPr>
              <p:blipFill>
                <a:blip r:embed="rId359"/>
                <a:stretch>
                  <a:fillRect/>
                </a:stretch>
              </p:blipFill>
              <p:spPr>
                <a:xfrm>
                  <a:off x="8447544" y="3877416"/>
                  <a:ext cx="1936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13" name="Ink 212">
                  <a:extLst>
                    <a:ext uri="{FF2B5EF4-FFF2-40B4-BE49-F238E27FC236}">
                      <a16:creationId xmlns:a16="http://schemas.microsoft.com/office/drawing/2014/main" id="{54661C41-BB5A-E8D8-0E13-825D34FFC734}"/>
                    </a:ext>
                  </a:extLst>
                </p14:cNvPr>
                <p14:cNvContentPartPr/>
                <p14:nvPr/>
              </p14:nvContentPartPr>
              <p14:xfrm>
                <a:off x="8639064" y="3920616"/>
                <a:ext cx="68040" cy="65520"/>
              </p14:xfrm>
            </p:contentPart>
          </mc:Choice>
          <mc:Fallback xmlns="">
            <p:pic>
              <p:nvPicPr>
                <p:cNvPr id="213" name="Ink 212">
                  <a:extLst>
                    <a:ext uri="{FF2B5EF4-FFF2-40B4-BE49-F238E27FC236}">
                      <a16:creationId xmlns:a16="http://schemas.microsoft.com/office/drawing/2014/main" id="{54661C41-BB5A-E8D8-0E13-825D34FFC734}"/>
                    </a:ext>
                  </a:extLst>
                </p:cNvPr>
                <p:cNvPicPr/>
                <p:nvPr/>
              </p:nvPicPr>
              <p:blipFill>
                <a:blip r:embed="rId361"/>
                <a:stretch>
                  <a:fillRect/>
                </a:stretch>
              </p:blipFill>
              <p:spPr>
                <a:xfrm>
                  <a:off x="8634744" y="3916296"/>
                  <a:ext cx="766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4" name="Ink 213">
                  <a:extLst>
                    <a:ext uri="{FF2B5EF4-FFF2-40B4-BE49-F238E27FC236}">
                      <a16:creationId xmlns:a16="http://schemas.microsoft.com/office/drawing/2014/main" id="{9098783C-BCFC-F0B1-CD99-E0D80575EDF6}"/>
                    </a:ext>
                  </a:extLst>
                </p14:cNvPr>
                <p14:cNvContentPartPr/>
                <p14:nvPr/>
              </p14:nvContentPartPr>
              <p14:xfrm>
                <a:off x="8777664" y="3795336"/>
                <a:ext cx="270720" cy="255240"/>
              </p14:xfrm>
            </p:contentPart>
          </mc:Choice>
          <mc:Fallback xmlns="">
            <p:pic>
              <p:nvPicPr>
                <p:cNvPr id="214" name="Ink 213">
                  <a:extLst>
                    <a:ext uri="{FF2B5EF4-FFF2-40B4-BE49-F238E27FC236}">
                      <a16:creationId xmlns:a16="http://schemas.microsoft.com/office/drawing/2014/main" id="{9098783C-BCFC-F0B1-CD99-E0D80575EDF6}"/>
                    </a:ext>
                  </a:extLst>
                </p:cNvPr>
                <p:cNvPicPr/>
                <p:nvPr/>
              </p:nvPicPr>
              <p:blipFill>
                <a:blip r:embed="rId363"/>
                <a:stretch>
                  <a:fillRect/>
                </a:stretch>
              </p:blipFill>
              <p:spPr>
                <a:xfrm>
                  <a:off x="8773344" y="3791016"/>
                  <a:ext cx="279360" cy="263880"/>
                </a:xfrm>
                <a:prstGeom prst="rect">
                  <a:avLst/>
                </a:prstGeom>
              </p:spPr>
            </p:pic>
          </mc:Fallback>
        </mc:AlternateContent>
      </p:grpSp>
      <p:grpSp>
        <p:nvGrpSpPr>
          <p:cNvPr id="226" name="Group 225">
            <a:extLst>
              <a:ext uri="{FF2B5EF4-FFF2-40B4-BE49-F238E27FC236}">
                <a16:creationId xmlns:a16="http://schemas.microsoft.com/office/drawing/2014/main" id="{CE4ED0DC-614F-63F1-BBFE-D87E50A10605}"/>
              </a:ext>
            </a:extLst>
          </p:cNvPr>
          <p:cNvGrpSpPr/>
          <p:nvPr/>
        </p:nvGrpSpPr>
        <p:grpSpPr>
          <a:xfrm>
            <a:off x="6761304" y="4270896"/>
            <a:ext cx="667800" cy="328320"/>
            <a:chOff x="6761304" y="4270896"/>
            <a:chExt cx="667800" cy="328320"/>
          </a:xfrm>
        </p:grpSpPr>
        <mc:AlternateContent xmlns:mc="http://schemas.openxmlformats.org/markup-compatibility/2006" xmlns:p14="http://schemas.microsoft.com/office/powerpoint/2010/main">
          <mc:Choice Requires="p14">
            <p:contentPart p14:bwMode="auto" r:id="rId364">
              <p14:nvContentPartPr>
                <p14:cNvPr id="218" name="Ink 217">
                  <a:extLst>
                    <a:ext uri="{FF2B5EF4-FFF2-40B4-BE49-F238E27FC236}">
                      <a16:creationId xmlns:a16="http://schemas.microsoft.com/office/drawing/2014/main" id="{6C907B57-137A-5308-EBB5-0EAEE8A9EBB6}"/>
                    </a:ext>
                  </a:extLst>
                </p14:cNvPr>
                <p14:cNvContentPartPr/>
                <p14:nvPr/>
              </p14:nvContentPartPr>
              <p14:xfrm>
                <a:off x="6761304" y="4411296"/>
                <a:ext cx="46440" cy="187920"/>
              </p14:xfrm>
            </p:contentPart>
          </mc:Choice>
          <mc:Fallback xmlns="">
            <p:pic>
              <p:nvPicPr>
                <p:cNvPr id="218" name="Ink 217">
                  <a:extLst>
                    <a:ext uri="{FF2B5EF4-FFF2-40B4-BE49-F238E27FC236}">
                      <a16:creationId xmlns:a16="http://schemas.microsoft.com/office/drawing/2014/main" id="{6C907B57-137A-5308-EBB5-0EAEE8A9EBB6}"/>
                    </a:ext>
                  </a:extLst>
                </p:cNvPr>
                <p:cNvPicPr/>
                <p:nvPr/>
              </p:nvPicPr>
              <p:blipFill>
                <a:blip r:embed="rId365"/>
                <a:stretch>
                  <a:fillRect/>
                </a:stretch>
              </p:blipFill>
              <p:spPr>
                <a:xfrm>
                  <a:off x="6756984" y="4406976"/>
                  <a:ext cx="550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19" name="Ink 218">
                  <a:extLst>
                    <a:ext uri="{FF2B5EF4-FFF2-40B4-BE49-F238E27FC236}">
                      <a16:creationId xmlns:a16="http://schemas.microsoft.com/office/drawing/2014/main" id="{C78FFA34-FCD3-B82A-0CD0-C1251EB9949E}"/>
                    </a:ext>
                  </a:extLst>
                </p14:cNvPr>
                <p14:cNvContentPartPr/>
                <p14:nvPr/>
              </p14:nvContentPartPr>
              <p14:xfrm>
                <a:off x="6795864" y="4357656"/>
                <a:ext cx="120600" cy="59400"/>
              </p14:xfrm>
            </p:contentPart>
          </mc:Choice>
          <mc:Fallback xmlns="">
            <p:pic>
              <p:nvPicPr>
                <p:cNvPr id="219" name="Ink 218">
                  <a:extLst>
                    <a:ext uri="{FF2B5EF4-FFF2-40B4-BE49-F238E27FC236}">
                      <a16:creationId xmlns:a16="http://schemas.microsoft.com/office/drawing/2014/main" id="{C78FFA34-FCD3-B82A-0CD0-C1251EB9949E}"/>
                    </a:ext>
                  </a:extLst>
                </p:cNvPr>
                <p:cNvPicPr/>
                <p:nvPr/>
              </p:nvPicPr>
              <p:blipFill>
                <a:blip r:embed="rId367"/>
                <a:stretch>
                  <a:fillRect/>
                </a:stretch>
              </p:blipFill>
              <p:spPr>
                <a:xfrm>
                  <a:off x="6791544" y="4353336"/>
                  <a:ext cx="1292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20" name="Ink 219">
                  <a:extLst>
                    <a:ext uri="{FF2B5EF4-FFF2-40B4-BE49-F238E27FC236}">
                      <a16:creationId xmlns:a16="http://schemas.microsoft.com/office/drawing/2014/main" id="{D7898131-D52B-7B2A-2CE9-9DFDEA0CB843}"/>
                    </a:ext>
                  </a:extLst>
                </p14:cNvPr>
                <p14:cNvContentPartPr/>
                <p14:nvPr/>
              </p14:nvContentPartPr>
              <p14:xfrm>
                <a:off x="6961824" y="4368096"/>
                <a:ext cx="132480" cy="76680"/>
              </p14:xfrm>
            </p:contentPart>
          </mc:Choice>
          <mc:Fallback xmlns="">
            <p:pic>
              <p:nvPicPr>
                <p:cNvPr id="220" name="Ink 219">
                  <a:extLst>
                    <a:ext uri="{FF2B5EF4-FFF2-40B4-BE49-F238E27FC236}">
                      <a16:creationId xmlns:a16="http://schemas.microsoft.com/office/drawing/2014/main" id="{D7898131-D52B-7B2A-2CE9-9DFDEA0CB843}"/>
                    </a:ext>
                  </a:extLst>
                </p:cNvPr>
                <p:cNvPicPr/>
                <p:nvPr/>
              </p:nvPicPr>
              <p:blipFill>
                <a:blip r:embed="rId369"/>
                <a:stretch>
                  <a:fillRect/>
                </a:stretch>
              </p:blipFill>
              <p:spPr>
                <a:xfrm>
                  <a:off x="6957504" y="4363776"/>
                  <a:ext cx="1411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21" name="Ink 220">
                  <a:extLst>
                    <a:ext uri="{FF2B5EF4-FFF2-40B4-BE49-F238E27FC236}">
                      <a16:creationId xmlns:a16="http://schemas.microsoft.com/office/drawing/2014/main" id="{DDA957B9-9259-0975-609F-E9CED40F862C}"/>
                    </a:ext>
                  </a:extLst>
                </p14:cNvPr>
                <p14:cNvContentPartPr/>
                <p14:nvPr/>
              </p14:nvContentPartPr>
              <p14:xfrm>
                <a:off x="7075224" y="4380696"/>
                <a:ext cx="360" cy="360"/>
              </p14:xfrm>
            </p:contentPart>
          </mc:Choice>
          <mc:Fallback xmlns="">
            <p:pic>
              <p:nvPicPr>
                <p:cNvPr id="221" name="Ink 220">
                  <a:extLst>
                    <a:ext uri="{FF2B5EF4-FFF2-40B4-BE49-F238E27FC236}">
                      <a16:creationId xmlns:a16="http://schemas.microsoft.com/office/drawing/2014/main" id="{DDA957B9-9259-0975-609F-E9CED40F862C}"/>
                    </a:ext>
                  </a:extLst>
                </p:cNvPr>
                <p:cNvPicPr/>
                <p:nvPr/>
              </p:nvPicPr>
              <p:blipFill>
                <a:blip r:embed="rId143"/>
                <a:stretch>
                  <a:fillRect/>
                </a:stretch>
              </p:blipFill>
              <p:spPr>
                <a:xfrm>
                  <a:off x="7070904" y="43763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2" name="Ink 221">
                  <a:extLst>
                    <a:ext uri="{FF2B5EF4-FFF2-40B4-BE49-F238E27FC236}">
                      <a16:creationId xmlns:a16="http://schemas.microsoft.com/office/drawing/2014/main" id="{375B13E5-03D3-1853-A625-6E9A6B9CCE58}"/>
                    </a:ext>
                  </a:extLst>
                </p14:cNvPr>
                <p14:cNvContentPartPr/>
                <p14:nvPr/>
              </p14:nvContentPartPr>
              <p14:xfrm>
                <a:off x="7075224" y="4346136"/>
                <a:ext cx="99720" cy="98640"/>
              </p14:xfrm>
            </p:contentPart>
          </mc:Choice>
          <mc:Fallback xmlns="">
            <p:pic>
              <p:nvPicPr>
                <p:cNvPr id="222" name="Ink 221">
                  <a:extLst>
                    <a:ext uri="{FF2B5EF4-FFF2-40B4-BE49-F238E27FC236}">
                      <a16:creationId xmlns:a16="http://schemas.microsoft.com/office/drawing/2014/main" id="{375B13E5-03D3-1853-A625-6E9A6B9CCE58}"/>
                    </a:ext>
                  </a:extLst>
                </p:cNvPr>
                <p:cNvPicPr/>
                <p:nvPr/>
              </p:nvPicPr>
              <p:blipFill>
                <a:blip r:embed="rId372"/>
                <a:stretch>
                  <a:fillRect/>
                </a:stretch>
              </p:blipFill>
              <p:spPr>
                <a:xfrm>
                  <a:off x="7070904" y="4341816"/>
                  <a:ext cx="1083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23" name="Ink 222">
                  <a:extLst>
                    <a:ext uri="{FF2B5EF4-FFF2-40B4-BE49-F238E27FC236}">
                      <a16:creationId xmlns:a16="http://schemas.microsoft.com/office/drawing/2014/main" id="{AEFF146C-2627-B908-1C2B-56360647DA61}"/>
                    </a:ext>
                  </a:extLst>
                </p14:cNvPr>
                <p14:cNvContentPartPr/>
                <p14:nvPr/>
              </p14:nvContentPartPr>
              <p14:xfrm>
                <a:off x="7244784" y="4270896"/>
                <a:ext cx="96840" cy="140040"/>
              </p14:xfrm>
            </p:contentPart>
          </mc:Choice>
          <mc:Fallback xmlns="">
            <p:pic>
              <p:nvPicPr>
                <p:cNvPr id="223" name="Ink 222">
                  <a:extLst>
                    <a:ext uri="{FF2B5EF4-FFF2-40B4-BE49-F238E27FC236}">
                      <a16:creationId xmlns:a16="http://schemas.microsoft.com/office/drawing/2014/main" id="{AEFF146C-2627-B908-1C2B-56360647DA61}"/>
                    </a:ext>
                  </a:extLst>
                </p:cNvPr>
                <p:cNvPicPr/>
                <p:nvPr/>
              </p:nvPicPr>
              <p:blipFill>
                <a:blip r:embed="rId374"/>
                <a:stretch>
                  <a:fillRect/>
                </a:stretch>
              </p:blipFill>
              <p:spPr>
                <a:xfrm>
                  <a:off x="7240464" y="4266576"/>
                  <a:ext cx="1054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4" name="Ink 223">
                  <a:extLst>
                    <a:ext uri="{FF2B5EF4-FFF2-40B4-BE49-F238E27FC236}">
                      <a16:creationId xmlns:a16="http://schemas.microsoft.com/office/drawing/2014/main" id="{EA8BB99C-7868-DDC1-72F0-92C69718ACE1}"/>
                    </a:ext>
                  </a:extLst>
                </p14:cNvPr>
                <p14:cNvContentPartPr/>
                <p14:nvPr/>
              </p14:nvContentPartPr>
              <p14:xfrm>
                <a:off x="7213824" y="4331016"/>
                <a:ext cx="141120" cy="15480"/>
              </p14:xfrm>
            </p:contentPart>
          </mc:Choice>
          <mc:Fallback xmlns="">
            <p:pic>
              <p:nvPicPr>
                <p:cNvPr id="224" name="Ink 223">
                  <a:extLst>
                    <a:ext uri="{FF2B5EF4-FFF2-40B4-BE49-F238E27FC236}">
                      <a16:creationId xmlns:a16="http://schemas.microsoft.com/office/drawing/2014/main" id="{EA8BB99C-7868-DDC1-72F0-92C69718ACE1}"/>
                    </a:ext>
                  </a:extLst>
                </p:cNvPr>
                <p:cNvPicPr/>
                <p:nvPr/>
              </p:nvPicPr>
              <p:blipFill>
                <a:blip r:embed="rId376"/>
                <a:stretch>
                  <a:fillRect/>
                </a:stretch>
              </p:blipFill>
              <p:spPr>
                <a:xfrm>
                  <a:off x="7209504" y="4326696"/>
                  <a:ext cx="1497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5" name="Ink 224">
                  <a:extLst>
                    <a:ext uri="{FF2B5EF4-FFF2-40B4-BE49-F238E27FC236}">
                      <a16:creationId xmlns:a16="http://schemas.microsoft.com/office/drawing/2014/main" id="{22C4289B-5853-BEB7-4A7B-C6DE35034D39}"/>
                    </a:ext>
                  </a:extLst>
                </p14:cNvPr>
                <p14:cNvContentPartPr/>
                <p14:nvPr/>
              </p14:nvContentPartPr>
              <p14:xfrm>
                <a:off x="7419384" y="4453416"/>
                <a:ext cx="9720" cy="7200"/>
              </p14:xfrm>
            </p:contentPart>
          </mc:Choice>
          <mc:Fallback xmlns="">
            <p:pic>
              <p:nvPicPr>
                <p:cNvPr id="225" name="Ink 224">
                  <a:extLst>
                    <a:ext uri="{FF2B5EF4-FFF2-40B4-BE49-F238E27FC236}">
                      <a16:creationId xmlns:a16="http://schemas.microsoft.com/office/drawing/2014/main" id="{22C4289B-5853-BEB7-4A7B-C6DE35034D39}"/>
                    </a:ext>
                  </a:extLst>
                </p:cNvPr>
                <p:cNvPicPr/>
                <p:nvPr/>
              </p:nvPicPr>
              <p:blipFill>
                <a:blip r:embed="rId378"/>
                <a:stretch>
                  <a:fillRect/>
                </a:stretch>
              </p:blipFill>
              <p:spPr>
                <a:xfrm>
                  <a:off x="7415064" y="4449096"/>
                  <a:ext cx="18360" cy="1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9">
            <p14:nvContentPartPr>
              <p14:cNvPr id="231" name="Ink 230">
                <a:extLst>
                  <a:ext uri="{FF2B5EF4-FFF2-40B4-BE49-F238E27FC236}">
                    <a16:creationId xmlns:a16="http://schemas.microsoft.com/office/drawing/2014/main" id="{D0774EDB-22B0-D776-C65F-94DCDFEE93EC}"/>
                  </a:ext>
                </a:extLst>
              </p14:cNvPr>
              <p14:cNvContentPartPr/>
              <p14:nvPr/>
            </p14:nvContentPartPr>
            <p14:xfrm>
              <a:off x="1815984" y="4835376"/>
              <a:ext cx="21240" cy="476280"/>
            </p14:xfrm>
          </p:contentPart>
        </mc:Choice>
        <mc:Fallback xmlns="">
          <p:pic>
            <p:nvPicPr>
              <p:cNvPr id="231" name="Ink 230">
                <a:extLst>
                  <a:ext uri="{FF2B5EF4-FFF2-40B4-BE49-F238E27FC236}">
                    <a16:creationId xmlns:a16="http://schemas.microsoft.com/office/drawing/2014/main" id="{D0774EDB-22B0-D776-C65F-94DCDFEE93EC}"/>
                  </a:ext>
                </a:extLst>
              </p:cNvPr>
              <p:cNvPicPr/>
              <p:nvPr/>
            </p:nvPicPr>
            <p:blipFill>
              <a:blip r:embed="rId105"/>
              <a:stretch>
                <a:fillRect/>
              </a:stretch>
            </p:blipFill>
            <p:spPr>
              <a:xfrm>
                <a:off x="1811664" y="4831056"/>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32" name="Ink 231">
                <a:extLst>
                  <a:ext uri="{FF2B5EF4-FFF2-40B4-BE49-F238E27FC236}">
                    <a16:creationId xmlns:a16="http://schemas.microsoft.com/office/drawing/2014/main" id="{360992E5-857D-6077-7A54-05A1DD530826}"/>
                  </a:ext>
                </a:extLst>
              </p14:cNvPr>
              <p14:cNvContentPartPr/>
              <p14:nvPr/>
            </p14:nvContentPartPr>
            <p14:xfrm>
              <a:off x="1755864" y="4669056"/>
              <a:ext cx="3860280" cy="523800"/>
            </p14:xfrm>
          </p:contentPart>
        </mc:Choice>
        <mc:Fallback xmlns="">
          <p:pic>
            <p:nvPicPr>
              <p:cNvPr id="232" name="Ink 231">
                <a:extLst>
                  <a:ext uri="{FF2B5EF4-FFF2-40B4-BE49-F238E27FC236}">
                    <a16:creationId xmlns:a16="http://schemas.microsoft.com/office/drawing/2014/main" id="{360992E5-857D-6077-7A54-05A1DD530826}"/>
                  </a:ext>
                </a:extLst>
              </p:cNvPr>
              <p:cNvPicPr/>
              <p:nvPr/>
            </p:nvPicPr>
            <p:blipFill>
              <a:blip r:embed="rId107"/>
              <a:stretch>
                <a:fillRect/>
              </a:stretch>
            </p:blipFill>
            <p:spPr>
              <a:xfrm>
                <a:off x="1751544" y="4664736"/>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33" name="Ink 232">
                <a:extLst>
                  <a:ext uri="{FF2B5EF4-FFF2-40B4-BE49-F238E27FC236}">
                    <a16:creationId xmlns:a16="http://schemas.microsoft.com/office/drawing/2014/main" id="{1BDF077C-9583-CA3F-8F5C-BE8A5D2E3A6B}"/>
                  </a:ext>
                </a:extLst>
              </p14:cNvPr>
              <p14:cNvContentPartPr/>
              <p14:nvPr/>
            </p14:nvContentPartPr>
            <p14:xfrm>
              <a:off x="2116224" y="4790376"/>
              <a:ext cx="25920" cy="314640"/>
            </p14:xfrm>
          </p:contentPart>
        </mc:Choice>
        <mc:Fallback xmlns="">
          <p:pic>
            <p:nvPicPr>
              <p:cNvPr id="233" name="Ink 232">
                <a:extLst>
                  <a:ext uri="{FF2B5EF4-FFF2-40B4-BE49-F238E27FC236}">
                    <a16:creationId xmlns:a16="http://schemas.microsoft.com/office/drawing/2014/main" id="{1BDF077C-9583-CA3F-8F5C-BE8A5D2E3A6B}"/>
                  </a:ext>
                </a:extLst>
              </p:cNvPr>
              <p:cNvPicPr/>
              <p:nvPr/>
            </p:nvPicPr>
            <p:blipFill>
              <a:blip r:embed="rId109"/>
              <a:stretch>
                <a:fillRect/>
              </a:stretch>
            </p:blipFill>
            <p:spPr>
              <a:xfrm>
                <a:off x="2111904" y="4786056"/>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34" name="Ink 233">
                <a:extLst>
                  <a:ext uri="{FF2B5EF4-FFF2-40B4-BE49-F238E27FC236}">
                    <a16:creationId xmlns:a16="http://schemas.microsoft.com/office/drawing/2014/main" id="{E182D835-8CB4-8D36-8D9D-25903F082B25}"/>
                  </a:ext>
                </a:extLst>
              </p14:cNvPr>
              <p14:cNvContentPartPr/>
              <p14:nvPr/>
            </p14:nvContentPartPr>
            <p14:xfrm>
              <a:off x="2642904" y="4774536"/>
              <a:ext cx="41760" cy="279720"/>
            </p14:xfrm>
          </p:contentPart>
        </mc:Choice>
        <mc:Fallback xmlns="">
          <p:pic>
            <p:nvPicPr>
              <p:cNvPr id="234" name="Ink 233">
                <a:extLst>
                  <a:ext uri="{FF2B5EF4-FFF2-40B4-BE49-F238E27FC236}">
                    <a16:creationId xmlns:a16="http://schemas.microsoft.com/office/drawing/2014/main" id="{E182D835-8CB4-8D36-8D9D-25903F082B25}"/>
                  </a:ext>
                </a:extLst>
              </p:cNvPr>
              <p:cNvPicPr/>
              <p:nvPr/>
            </p:nvPicPr>
            <p:blipFill>
              <a:blip r:embed="rId111"/>
              <a:stretch>
                <a:fillRect/>
              </a:stretch>
            </p:blipFill>
            <p:spPr>
              <a:xfrm>
                <a:off x="2638584" y="4770216"/>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35" name="Ink 234">
                <a:extLst>
                  <a:ext uri="{FF2B5EF4-FFF2-40B4-BE49-F238E27FC236}">
                    <a16:creationId xmlns:a16="http://schemas.microsoft.com/office/drawing/2014/main" id="{94D8912B-3CA3-10A6-3076-BF2DDA841D98}"/>
                  </a:ext>
                </a:extLst>
              </p14:cNvPr>
              <p14:cNvContentPartPr/>
              <p14:nvPr/>
            </p14:nvContentPartPr>
            <p14:xfrm>
              <a:off x="3282624" y="4778856"/>
              <a:ext cx="44280" cy="303120"/>
            </p14:xfrm>
          </p:contentPart>
        </mc:Choice>
        <mc:Fallback xmlns="">
          <p:pic>
            <p:nvPicPr>
              <p:cNvPr id="235" name="Ink 234">
                <a:extLst>
                  <a:ext uri="{FF2B5EF4-FFF2-40B4-BE49-F238E27FC236}">
                    <a16:creationId xmlns:a16="http://schemas.microsoft.com/office/drawing/2014/main" id="{94D8912B-3CA3-10A6-3076-BF2DDA841D98}"/>
                  </a:ext>
                </a:extLst>
              </p:cNvPr>
              <p:cNvPicPr/>
              <p:nvPr/>
            </p:nvPicPr>
            <p:blipFill>
              <a:blip r:embed="rId113"/>
              <a:stretch>
                <a:fillRect/>
              </a:stretch>
            </p:blipFill>
            <p:spPr>
              <a:xfrm>
                <a:off x="3278304" y="4774536"/>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36" name="Ink 235">
                <a:extLst>
                  <a:ext uri="{FF2B5EF4-FFF2-40B4-BE49-F238E27FC236}">
                    <a16:creationId xmlns:a16="http://schemas.microsoft.com/office/drawing/2014/main" id="{610C6101-4905-75E7-9A8E-9E3C2B10961A}"/>
                  </a:ext>
                </a:extLst>
              </p14:cNvPr>
              <p14:cNvContentPartPr/>
              <p14:nvPr/>
            </p14:nvContentPartPr>
            <p14:xfrm>
              <a:off x="3929544" y="4755816"/>
              <a:ext cx="14040" cy="295920"/>
            </p14:xfrm>
          </p:contentPart>
        </mc:Choice>
        <mc:Fallback xmlns="">
          <p:pic>
            <p:nvPicPr>
              <p:cNvPr id="236" name="Ink 235">
                <a:extLst>
                  <a:ext uri="{FF2B5EF4-FFF2-40B4-BE49-F238E27FC236}">
                    <a16:creationId xmlns:a16="http://schemas.microsoft.com/office/drawing/2014/main" id="{610C6101-4905-75E7-9A8E-9E3C2B10961A}"/>
                  </a:ext>
                </a:extLst>
              </p:cNvPr>
              <p:cNvPicPr/>
              <p:nvPr/>
            </p:nvPicPr>
            <p:blipFill>
              <a:blip r:embed="rId115"/>
              <a:stretch>
                <a:fillRect/>
              </a:stretch>
            </p:blipFill>
            <p:spPr>
              <a:xfrm>
                <a:off x="3925224" y="4751496"/>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37" name="Ink 236">
                <a:extLst>
                  <a:ext uri="{FF2B5EF4-FFF2-40B4-BE49-F238E27FC236}">
                    <a16:creationId xmlns:a16="http://schemas.microsoft.com/office/drawing/2014/main" id="{3AE1B5BC-1548-8E02-D807-A3B7C007BB4F}"/>
                  </a:ext>
                </a:extLst>
              </p14:cNvPr>
              <p14:cNvContentPartPr/>
              <p14:nvPr/>
            </p14:nvContentPartPr>
            <p14:xfrm>
              <a:off x="4761144" y="4718736"/>
              <a:ext cx="48960" cy="413640"/>
            </p14:xfrm>
          </p:contentPart>
        </mc:Choice>
        <mc:Fallback xmlns="">
          <p:pic>
            <p:nvPicPr>
              <p:cNvPr id="237" name="Ink 236">
                <a:extLst>
                  <a:ext uri="{FF2B5EF4-FFF2-40B4-BE49-F238E27FC236}">
                    <a16:creationId xmlns:a16="http://schemas.microsoft.com/office/drawing/2014/main" id="{3AE1B5BC-1548-8E02-D807-A3B7C007BB4F}"/>
                  </a:ext>
                </a:extLst>
              </p:cNvPr>
              <p:cNvPicPr/>
              <p:nvPr/>
            </p:nvPicPr>
            <p:blipFill>
              <a:blip r:embed="rId117"/>
              <a:stretch>
                <a:fillRect/>
              </a:stretch>
            </p:blipFill>
            <p:spPr>
              <a:xfrm>
                <a:off x="4756824" y="4714416"/>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38" name="Ink 237">
                <a:extLst>
                  <a:ext uri="{FF2B5EF4-FFF2-40B4-BE49-F238E27FC236}">
                    <a16:creationId xmlns:a16="http://schemas.microsoft.com/office/drawing/2014/main" id="{A6E39AC5-DDDB-098F-B6CB-6B2F55BA3A7C}"/>
                  </a:ext>
                </a:extLst>
              </p14:cNvPr>
              <p14:cNvContentPartPr/>
              <p14:nvPr/>
            </p14:nvContentPartPr>
            <p14:xfrm>
              <a:off x="3518424" y="4859856"/>
              <a:ext cx="100440" cy="154800"/>
            </p14:xfrm>
          </p:contentPart>
        </mc:Choice>
        <mc:Fallback xmlns="">
          <p:pic>
            <p:nvPicPr>
              <p:cNvPr id="238" name="Ink 237">
                <a:extLst>
                  <a:ext uri="{FF2B5EF4-FFF2-40B4-BE49-F238E27FC236}">
                    <a16:creationId xmlns:a16="http://schemas.microsoft.com/office/drawing/2014/main" id="{A6E39AC5-DDDB-098F-B6CB-6B2F55BA3A7C}"/>
                  </a:ext>
                </a:extLst>
              </p:cNvPr>
              <p:cNvPicPr/>
              <p:nvPr/>
            </p:nvPicPr>
            <p:blipFill>
              <a:blip r:embed="rId119"/>
              <a:stretch>
                <a:fillRect/>
              </a:stretch>
            </p:blipFill>
            <p:spPr>
              <a:xfrm>
                <a:off x="3514104" y="4855536"/>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9" name="Ink 238">
                <a:extLst>
                  <a:ext uri="{FF2B5EF4-FFF2-40B4-BE49-F238E27FC236}">
                    <a16:creationId xmlns:a16="http://schemas.microsoft.com/office/drawing/2014/main" id="{8E12A22E-CFE7-53B4-AE06-49EBD543EED4}"/>
                  </a:ext>
                </a:extLst>
              </p14:cNvPr>
              <p14:cNvContentPartPr/>
              <p14:nvPr/>
            </p14:nvContentPartPr>
            <p14:xfrm>
              <a:off x="3573864" y="4842216"/>
              <a:ext cx="132120" cy="20160"/>
            </p14:xfrm>
          </p:contentPart>
        </mc:Choice>
        <mc:Fallback xmlns="">
          <p:pic>
            <p:nvPicPr>
              <p:cNvPr id="239" name="Ink 238">
                <a:extLst>
                  <a:ext uri="{FF2B5EF4-FFF2-40B4-BE49-F238E27FC236}">
                    <a16:creationId xmlns:a16="http://schemas.microsoft.com/office/drawing/2014/main" id="{8E12A22E-CFE7-53B4-AE06-49EBD543EED4}"/>
                  </a:ext>
                </a:extLst>
              </p:cNvPr>
              <p:cNvPicPr/>
              <p:nvPr/>
            </p:nvPicPr>
            <p:blipFill>
              <a:blip r:embed="rId121"/>
              <a:stretch>
                <a:fillRect/>
              </a:stretch>
            </p:blipFill>
            <p:spPr>
              <a:xfrm>
                <a:off x="3569544" y="4837896"/>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41" name="Ink 240">
                <a:extLst>
                  <a:ext uri="{FF2B5EF4-FFF2-40B4-BE49-F238E27FC236}">
                    <a16:creationId xmlns:a16="http://schemas.microsoft.com/office/drawing/2014/main" id="{AD2D2DDD-F998-2BAD-4C71-FCCB8B63EDA5}"/>
                  </a:ext>
                </a:extLst>
              </p14:cNvPr>
              <p14:cNvContentPartPr/>
              <p14:nvPr/>
            </p14:nvContentPartPr>
            <p14:xfrm>
              <a:off x="4996584" y="4820616"/>
              <a:ext cx="41760" cy="187560"/>
            </p14:xfrm>
          </p:contentPart>
        </mc:Choice>
        <mc:Fallback xmlns="">
          <p:pic>
            <p:nvPicPr>
              <p:cNvPr id="241" name="Ink 240">
                <a:extLst>
                  <a:ext uri="{FF2B5EF4-FFF2-40B4-BE49-F238E27FC236}">
                    <a16:creationId xmlns:a16="http://schemas.microsoft.com/office/drawing/2014/main" id="{AD2D2DDD-F998-2BAD-4C71-FCCB8B63EDA5}"/>
                  </a:ext>
                </a:extLst>
              </p:cNvPr>
              <p:cNvPicPr/>
              <p:nvPr/>
            </p:nvPicPr>
            <p:blipFill>
              <a:blip r:embed="rId125"/>
              <a:stretch>
                <a:fillRect/>
              </a:stretch>
            </p:blipFill>
            <p:spPr>
              <a:xfrm>
                <a:off x="4992264" y="4816296"/>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42" name="Ink 241">
                <a:extLst>
                  <a:ext uri="{FF2B5EF4-FFF2-40B4-BE49-F238E27FC236}">
                    <a16:creationId xmlns:a16="http://schemas.microsoft.com/office/drawing/2014/main" id="{52E4FB27-60F8-A247-6D56-3BC0F1DE8BF3}"/>
                  </a:ext>
                </a:extLst>
              </p14:cNvPr>
              <p14:cNvContentPartPr/>
              <p14:nvPr/>
            </p14:nvContentPartPr>
            <p14:xfrm>
              <a:off x="4229784" y="4863096"/>
              <a:ext cx="132840" cy="130320"/>
            </p14:xfrm>
          </p:contentPart>
        </mc:Choice>
        <mc:Fallback xmlns="">
          <p:pic>
            <p:nvPicPr>
              <p:cNvPr id="242" name="Ink 241">
                <a:extLst>
                  <a:ext uri="{FF2B5EF4-FFF2-40B4-BE49-F238E27FC236}">
                    <a16:creationId xmlns:a16="http://schemas.microsoft.com/office/drawing/2014/main" id="{52E4FB27-60F8-A247-6D56-3BC0F1DE8BF3}"/>
                  </a:ext>
                </a:extLst>
              </p:cNvPr>
              <p:cNvPicPr/>
              <p:nvPr/>
            </p:nvPicPr>
            <p:blipFill>
              <a:blip r:embed="rId127"/>
              <a:stretch>
                <a:fillRect/>
              </a:stretch>
            </p:blipFill>
            <p:spPr>
              <a:xfrm>
                <a:off x="4225464" y="4858776"/>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43" name="Ink 242">
                <a:extLst>
                  <a:ext uri="{FF2B5EF4-FFF2-40B4-BE49-F238E27FC236}">
                    <a16:creationId xmlns:a16="http://schemas.microsoft.com/office/drawing/2014/main" id="{7F6014CA-0C09-B8B4-7068-47D0813355A1}"/>
                  </a:ext>
                </a:extLst>
              </p14:cNvPr>
              <p14:cNvContentPartPr/>
              <p14:nvPr/>
            </p14:nvContentPartPr>
            <p14:xfrm>
              <a:off x="2895624" y="4854096"/>
              <a:ext cx="190800" cy="133560"/>
            </p14:xfrm>
          </p:contentPart>
        </mc:Choice>
        <mc:Fallback xmlns="">
          <p:pic>
            <p:nvPicPr>
              <p:cNvPr id="243" name="Ink 242">
                <a:extLst>
                  <a:ext uri="{FF2B5EF4-FFF2-40B4-BE49-F238E27FC236}">
                    <a16:creationId xmlns:a16="http://schemas.microsoft.com/office/drawing/2014/main" id="{7F6014CA-0C09-B8B4-7068-47D0813355A1}"/>
                  </a:ext>
                </a:extLst>
              </p:cNvPr>
              <p:cNvPicPr/>
              <p:nvPr/>
            </p:nvPicPr>
            <p:blipFill>
              <a:blip r:embed="rId129"/>
              <a:stretch>
                <a:fillRect/>
              </a:stretch>
            </p:blipFill>
            <p:spPr>
              <a:xfrm>
                <a:off x="2891304" y="4849776"/>
                <a:ext cx="199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44" name="Ink 243">
                <a:extLst>
                  <a:ext uri="{FF2B5EF4-FFF2-40B4-BE49-F238E27FC236}">
                    <a16:creationId xmlns:a16="http://schemas.microsoft.com/office/drawing/2014/main" id="{62F1F7C7-0B58-99AC-E5FF-72EFC8BCD3E6}"/>
                  </a:ext>
                </a:extLst>
              </p14:cNvPr>
              <p14:cNvContentPartPr/>
              <p14:nvPr/>
            </p14:nvContentPartPr>
            <p14:xfrm>
              <a:off x="1905984" y="4931496"/>
              <a:ext cx="141120" cy="111960"/>
            </p14:xfrm>
          </p:contentPart>
        </mc:Choice>
        <mc:Fallback xmlns="">
          <p:pic>
            <p:nvPicPr>
              <p:cNvPr id="244" name="Ink 243">
                <a:extLst>
                  <a:ext uri="{FF2B5EF4-FFF2-40B4-BE49-F238E27FC236}">
                    <a16:creationId xmlns:a16="http://schemas.microsoft.com/office/drawing/2014/main" id="{62F1F7C7-0B58-99AC-E5FF-72EFC8BCD3E6}"/>
                  </a:ext>
                </a:extLst>
              </p:cNvPr>
              <p:cNvPicPr/>
              <p:nvPr/>
            </p:nvPicPr>
            <p:blipFill>
              <a:blip r:embed="rId131"/>
              <a:stretch>
                <a:fillRect/>
              </a:stretch>
            </p:blipFill>
            <p:spPr>
              <a:xfrm>
                <a:off x="1901664" y="4927176"/>
                <a:ext cx="1497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45" name="Ink 244">
                <a:extLst>
                  <a:ext uri="{FF2B5EF4-FFF2-40B4-BE49-F238E27FC236}">
                    <a16:creationId xmlns:a16="http://schemas.microsoft.com/office/drawing/2014/main" id="{727A3FBE-3C6C-A527-ECCC-5A536A225815}"/>
                  </a:ext>
                </a:extLst>
              </p14:cNvPr>
              <p14:cNvContentPartPr/>
              <p14:nvPr/>
            </p14:nvContentPartPr>
            <p14:xfrm>
              <a:off x="1939464" y="4997016"/>
              <a:ext cx="119160" cy="6120"/>
            </p14:xfrm>
          </p:contentPart>
        </mc:Choice>
        <mc:Fallback xmlns="">
          <p:pic>
            <p:nvPicPr>
              <p:cNvPr id="245" name="Ink 244">
                <a:extLst>
                  <a:ext uri="{FF2B5EF4-FFF2-40B4-BE49-F238E27FC236}">
                    <a16:creationId xmlns:a16="http://schemas.microsoft.com/office/drawing/2014/main" id="{727A3FBE-3C6C-A527-ECCC-5A536A225815}"/>
                  </a:ext>
                </a:extLst>
              </p:cNvPr>
              <p:cNvPicPr/>
              <p:nvPr/>
            </p:nvPicPr>
            <p:blipFill>
              <a:blip r:embed="rId133"/>
              <a:stretch>
                <a:fillRect/>
              </a:stretch>
            </p:blipFill>
            <p:spPr>
              <a:xfrm>
                <a:off x="1935144" y="4992696"/>
                <a:ext cx="12780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48" name="Ink 247">
                <a:extLst>
                  <a:ext uri="{FF2B5EF4-FFF2-40B4-BE49-F238E27FC236}">
                    <a16:creationId xmlns:a16="http://schemas.microsoft.com/office/drawing/2014/main" id="{E174CEE5-FE53-090B-83C9-BEE8981F30B2}"/>
                  </a:ext>
                </a:extLst>
              </p14:cNvPr>
              <p14:cNvContentPartPr/>
              <p14:nvPr/>
            </p14:nvContentPartPr>
            <p14:xfrm>
              <a:off x="4534344" y="6100416"/>
              <a:ext cx="9720" cy="22320"/>
            </p14:xfrm>
          </p:contentPart>
        </mc:Choice>
        <mc:Fallback xmlns="">
          <p:pic>
            <p:nvPicPr>
              <p:cNvPr id="248" name="Ink 247">
                <a:extLst>
                  <a:ext uri="{FF2B5EF4-FFF2-40B4-BE49-F238E27FC236}">
                    <a16:creationId xmlns:a16="http://schemas.microsoft.com/office/drawing/2014/main" id="{E174CEE5-FE53-090B-83C9-BEE8981F30B2}"/>
                  </a:ext>
                </a:extLst>
              </p:cNvPr>
              <p:cNvPicPr/>
              <p:nvPr/>
            </p:nvPicPr>
            <p:blipFill>
              <a:blip r:embed="rId394"/>
              <a:stretch>
                <a:fillRect/>
              </a:stretch>
            </p:blipFill>
            <p:spPr>
              <a:xfrm>
                <a:off x="4530024" y="6096096"/>
                <a:ext cx="18360" cy="30960"/>
              </a:xfrm>
              <a:prstGeom prst="rect">
                <a:avLst/>
              </a:prstGeom>
            </p:spPr>
          </p:pic>
        </mc:Fallback>
      </mc:AlternateContent>
      <p:grpSp>
        <p:nvGrpSpPr>
          <p:cNvPr id="260" name="Group 259">
            <a:extLst>
              <a:ext uri="{FF2B5EF4-FFF2-40B4-BE49-F238E27FC236}">
                <a16:creationId xmlns:a16="http://schemas.microsoft.com/office/drawing/2014/main" id="{230E2B04-CCAC-FF1F-21A8-502CD3D98037}"/>
              </a:ext>
            </a:extLst>
          </p:cNvPr>
          <p:cNvGrpSpPr/>
          <p:nvPr/>
        </p:nvGrpSpPr>
        <p:grpSpPr>
          <a:xfrm>
            <a:off x="168624" y="4673376"/>
            <a:ext cx="485640" cy="457200"/>
            <a:chOff x="168624" y="4673376"/>
            <a:chExt cx="485640" cy="457200"/>
          </a:xfrm>
        </p:grpSpPr>
        <mc:AlternateContent xmlns:mc="http://schemas.openxmlformats.org/markup-compatibility/2006" xmlns:p14="http://schemas.microsoft.com/office/powerpoint/2010/main">
          <mc:Choice Requires="p14">
            <p:contentPart p14:bwMode="auto" r:id="rId395">
              <p14:nvContentPartPr>
                <p14:cNvPr id="249" name="Ink 248">
                  <a:extLst>
                    <a:ext uri="{FF2B5EF4-FFF2-40B4-BE49-F238E27FC236}">
                      <a16:creationId xmlns:a16="http://schemas.microsoft.com/office/drawing/2014/main" id="{B2E3F2EF-1540-7B56-41A7-4556B60E8AFB}"/>
                    </a:ext>
                  </a:extLst>
                </p14:cNvPr>
                <p14:cNvContentPartPr/>
                <p14:nvPr/>
              </p14:nvContentPartPr>
              <p14:xfrm>
                <a:off x="325584" y="4964256"/>
                <a:ext cx="7200" cy="166320"/>
              </p14:xfrm>
            </p:contentPart>
          </mc:Choice>
          <mc:Fallback xmlns="">
            <p:pic>
              <p:nvPicPr>
                <p:cNvPr id="249" name="Ink 248">
                  <a:extLst>
                    <a:ext uri="{FF2B5EF4-FFF2-40B4-BE49-F238E27FC236}">
                      <a16:creationId xmlns:a16="http://schemas.microsoft.com/office/drawing/2014/main" id="{B2E3F2EF-1540-7B56-41A7-4556B60E8AFB}"/>
                    </a:ext>
                  </a:extLst>
                </p:cNvPr>
                <p:cNvPicPr/>
                <p:nvPr/>
              </p:nvPicPr>
              <p:blipFill>
                <a:blip r:embed="rId396"/>
                <a:stretch>
                  <a:fillRect/>
                </a:stretch>
              </p:blipFill>
              <p:spPr>
                <a:xfrm>
                  <a:off x="321264" y="4959936"/>
                  <a:ext cx="158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50" name="Ink 249">
                  <a:extLst>
                    <a:ext uri="{FF2B5EF4-FFF2-40B4-BE49-F238E27FC236}">
                      <a16:creationId xmlns:a16="http://schemas.microsoft.com/office/drawing/2014/main" id="{EF9D7D03-9E54-D5A6-4DDB-DE7461467D08}"/>
                    </a:ext>
                  </a:extLst>
                </p14:cNvPr>
                <p14:cNvContentPartPr/>
                <p14:nvPr/>
              </p14:nvContentPartPr>
              <p14:xfrm>
                <a:off x="309744" y="4901256"/>
                <a:ext cx="344520" cy="222480"/>
              </p14:xfrm>
            </p:contentPart>
          </mc:Choice>
          <mc:Fallback xmlns="">
            <p:pic>
              <p:nvPicPr>
                <p:cNvPr id="250" name="Ink 249">
                  <a:extLst>
                    <a:ext uri="{FF2B5EF4-FFF2-40B4-BE49-F238E27FC236}">
                      <a16:creationId xmlns:a16="http://schemas.microsoft.com/office/drawing/2014/main" id="{EF9D7D03-9E54-D5A6-4DDB-DE7461467D08}"/>
                    </a:ext>
                  </a:extLst>
                </p:cNvPr>
                <p:cNvPicPr/>
                <p:nvPr/>
              </p:nvPicPr>
              <p:blipFill>
                <a:blip r:embed="rId398"/>
                <a:stretch>
                  <a:fillRect/>
                </a:stretch>
              </p:blipFill>
              <p:spPr>
                <a:xfrm>
                  <a:off x="305424" y="4896936"/>
                  <a:ext cx="3531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51" name="Ink 250">
                  <a:extLst>
                    <a:ext uri="{FF2B5EF4-FFF2-40B4-BE49-F238E27FC236}">
                      <a16:creationId xmlns:a16="http://schemas.microsoft.com/office/drawing/2014/main" id="{F989701B-9B6C-B6FC-013D-671389785BA4}"/>
                    </a:ext>
                  </a:extLst>
                </p14:cNvPr>
                <p14:cNvContentPartPr/>
                <p14:nvPr/>
              </p14:nvContentPartPr>
              <p14:xfrm>
                <a:off x="217224" y="4673376"/>
                <a:ext cx="29880" cy="146160"/>
              </p14:xfrm>
            </p:contentPart>
          </mc:Choice>
          <mc:Fallback xmlns="">
            <p:pic>
              <p:nvPicPr>
                <p:cNvPr id="251" name="Ink 250">
                  <a:extLst>
                    <a:ext uri="{FF2B5EF4-FFF2-40B4-BE49-F238E27FC236}">
                      <a16:creationId xmlns:a16="http://schemas.microsoft.com/office/drawing/2014/main" id="{F989701B-9B6C-B6FC-013D-671389785BA4}"/>
                    </a:ext>
                  </a:extLst>
                </p:cNvPr>
                <p:cNvPicPr/>
                <p:nvPr/>
              </p:nvPicPr>
              <p:blipFill>
                <a:blip r:embed="rId400"/>
                <a:stretch>
                  <a:fillRect/>
                </a:stretch>
              </p:blipFill>
              <p:spPr>
                <a:xfrm>
                  <a:off x="212904" y="4669056"/>
                  <a:ext cx="385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52" name="Ink 251">
                  <a:extLst>
                    <a:ext uri="{FF2B5EF4-FFF2-40B4-BE49-F238E27FC236}">
                      <a16:creationId xmlns:a16="http://schemas.microsoft.com/office/drawing/2014/main" id="{8D75D993-5AE2-9FB3-9B3E-5F0F0B1DF3D4}"/>
                    </a:ext>
                  </a:extLst>
                </p14:cNvPr>
                <p14:cNvContentPartPr/>
                <p14:nvPr/>
              </p14:nvContentPartPr>
              <p14:xfrm>
                <a:off x="168624" y="4722696"/>
                <a:ext cx="127440" cy="16560"/>
              </p14:xfrm>
            </p:contentPart>
          </mc:Choice>
          <mc:Fallback xmlns="">
            <p:pic>
              <p:nvPicPr>
                <p:cNvPr id="252" name="Ink 251">
                  <a:extLst>
                    <a:ext uri="{FF2B5EF4-FFF2-40B4-BE49-F238E27FC236}">
                      <a16:creationId xmlns:a16="http://schemas.microsoft.com/office/drawing/2014/main" id="{8D75D993-5AE2-9FB3-9B3E-5F0F0B1DF3D4}"/>
                    </a:ext>
                  </a:extLst>
                </p:cNvPr>
                <p:cNvPicPr/>
                <p:nvPr/>
              </p:nvPicPr>
              <p:blipFill>
                <a:blip r:embed="rId402"/>
                <a:stretch>
                  <a:fillRect/>
                </a:stretch>
              </p:blipFill>
              <p:spPr>
                <a:xfrm>
                  <a:off x="164304" y="4718376"/>
                  <a:ext cx="1360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53" name="Ink 252">
                  <a:extLst>
                    <a:ext uri="{FF2B5EF4-FFF2-40B4-BE49-F238E27FC236}">
                      <a16:creationId xmlns:a16="http://schemas.microsoft.com/office/drawing/2014/main" id="{D24A8320-927A-7D68-787D-C0F385ADFD18}"/>
                    </a:ext>
                  </a:extLst>
                </p14:cNvPr>
                <p14:cNvContentPartPr/>
                <p14:nvPr/>
              </p14:nvContentPartPr>
              <p14:xfrm>
                <a:off x="295704" y="4736376"/>
                <a:ext cx="85680" cy="80280"/>
              </p14:xfrm>
            </p:contentPart>
          </mc:Choice>
          <mc:Fallback xmlns="">
            <p:pic>
              <p:nvPicPr>
                <p:cNvPr id="253" name="Ink 252">
                  <a:extLst>
                    <a:ext uri="{FF2B5EF4-FFF2-40B4-BE49-F238E27FC236}">
                      <a16:creationId xmlns:a16="http://schemas.microsoft.com/office/drawing/2014/main" id="{D24A8320-927A-7D68-787D-C0F385ADFD18}"/>
                    </a:ext>
                  </a:extLst>
                </p:cNvPr>
                <p:cNvPicPr/>
                <p:nvPr/>
              </p:nvPicPr>
              <p:blipFill>
                <a:blip r:embed="rId404"/>
                <a:stretch>
                  <a:fillRect/>
                </a:stretch>
              </p:blipFill>
              <p:spPr>
                <a:xfrm>
                  <a:off x="291384" y="4732056"/>
                  <a:ext cx="943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56" name="Ink 255">
                  <a:extLst>
                    <a:ext uri="{FF2B5EF4-FFF2-40B4-BE49-F238E27FC236}">
                      <a16:creationId xmlns:a16="http://schemas.microsoft.com/office/drawing/2014/main" id="{B9DDC9BC-FD55-F74C-3C67-AE64C3152321}"/>
                    </a:ext>
                  </a:extLst>
                </p14:cNvPr>
                <p14:cNvContentPartPr/>
                <p14:nvPr/>
              </p14:nvContentPartPr>
              <p14:xfrm>
                <a:off x="388224" y="4759416"/>
                <a:ext cx="185040" cy="40680"/>
              </p14:xfrm>
            </p:contentPart>
          </mc:Choice>
          <mc:Fallback xmlns="">
            <p:pic>
              <p:nvPicPr>
                <p:cNvPr id="256" name="Ink 255">
                  <a:extLst>
                    <a:ext uri="{FF2B5EF4-FFF2-40B4-BE49-F238E27FC236}">
                      <a16:creationId xmlns:a16="http://schemas.microsoft.com/office/drawing/2014/main" id="{B9DDC9BC-FD55-F74C-3C67-AE64C3152321}"/>
                    </a:ext>
                  </a:extLst>
                </p:cNvPr>
                <p:cNvPicPr/>
                <p:nvPr/>
              </p:nvPicPr>
              <p:blipFill>
                <a:blip r:embed="rId406"/>
                <a:stretch>
                  <a:fillRect/>
                </a:stretch>
              </p:blipFill>
              <p:spPr>
                <a:xfrm>
                  <a:off x="383904" y="4755096"/>
                  <a:ext cx="1936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57" name="Ink 256">
                  <a:extLst>
                    <a:ext uri="{FF2B5EF4-FFF2-40B4-BE49-F238E27FC236}">
                      <a16:creationId xmlns:a16="http://schemas.microsoft.com/office/drawing/2014/main" id="{00055149-A1F0-7332-400A-F62076639E5B}"/>
                    </a:ext>
                  </a:extLst>
                </p14:cNvPr>
                <p14:cNvContentPartPr/>
                <p14:nvPr/>
              </p14:nvContentPartPr>
              <p14:xfrm>
                <a:off x="591984" y="4685616"/>
                <a:ext cx="49320" cy="158040"/>
              </p14:xfrm>
            </p:contentPart>
          </mc:Choice>
          <mc:Fallback xmlns="">
            <p:pic>
              <p:nvPicPr>
                <p:cNvPr id="257" name="Ink 256">
                  <a:extLst>
                    <a:ext uri="{FF2B5EF4-FFF2-40B4-BE49-F238E27FC236}">
                      <a16:creationId xmlns:a16="http://schemas.microsoft.com/office/drawing/2014/main" id="{00055149-A1F0-7332-400A-F62076639E5B}"/>
                    </a:ext>
                  </a:extLst>
                </p:cNvPr>
                <p:cNvPicPr/>
                <p:nvPr/>
              </p:nvPicPr>
              <p:blipFill>
                <a:blip r:embed="rId408"/>
                <a:stretch>
                  <a:fillRect/>
                </a:stretch>
              </p:blipFill>
              <p:spPr>
                <a:xfrm>
                  <a:off x="587664" y="4681296"/>
                  <a:ext cx="5796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59" name="Ink 258">
                  <a:extLst>
                    <a:ext uri="{FF2B5EF4-FFF2-40B4-BE49-F238E27FC236}">
                      <a16:creationId xmlns:a16="http://schemas.microsoft.com/office/drawing/2014/main" id="{D03BD0AD-0005-EC9A-B2A7-90CEE0EE3E8C}"/>
                    </a:ext>
                  </a:extLst>
                </p14:cNvPr>
                <p14:cNvContentPartPr/>
                <p14:nvPr/>
              </p14:nvContentPartPr>
              <p14:xfrm>
                <a:off x="413424" y="4966056"/>
                <a:ext cx="146160" cy="115920"/>
              </p14:xfrm>
            </p:contentPart>
          </mc:Choice>
          <mc:Fallback xmlns="">
            <p:pic>
              <p:nvPicPr>
                <p:cNvPr id="259" name="Ink 258">
                  <a:extLst>
                    <a:ext uri="{FF2B5EF4-FFF2-40B4-BE49-F238E27FC236}">
                      <a16:creationId xmlns:a16="http://schemas.microsoft.com/office/drawing/2014/main" id="{D03BD0AD-0005-EC9A-B2A7-90CEE0EE3E8C}"/>
                    </a:ext>
                  </a:extLst>
                </p:cNvPr>
                <p:cNvPicPr/>
                <p:nvPr/>
              </p:nvPicPr>
              <p:blipFill>
                <a:blip r:embed="rId410"/>
                <a:stretch>
                  <a:fillRect/>
                </a:stretch>
              </p:blipFill>
              <p:spPr>
                <a:xfrm>
                  <a:off x="409104" y="4961736"/>
                  <a:ext cx="154800" cy="12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1">
            <p14:nvContentPartPr>
              <p14:cNvPr id="261" name="Ink 260">
                <a:extLst>
                  <a:ext uri="{FF2B5EF4-FFF2-40B4-BE49-F238E27FC236}">
                    <a16:creationId xmlns:a16="http://schemas.microsoft.com/office/drawing/2014/main" id="{9214E077-C1FB-045F-1B2F-CDE08CB1CC49}"/>
                  </a:ext>
                </a:extLst>
              </p14:cNvPr>
              <p14:cNvContentPartPr/>
              <p14:nvPr/>
            </p14:nvContentPartPr>
            <p14:xfrm>
              <a:off x="2023704" y="5004576"/>
              <a:ext cx="409320" cy="270000"/>
            </p14:xfrm>
          </p:contentPart>
        </mc:Choice>
        <mc:Fallback xmlns="">
          <p:pic>
            <p:nvPicPr>
              <p:cNvPr id="261" name="Ink 260">
                <a:extLst>
                  <a:ext uri="{FF2B5EF4-FFF2-40B4-BE49-F238E27FC236}">
                    <a16:creationId xmlns:a16="http://schemas.microsoft.com/office/drawing/2014/main" id="{9214E077-C1FB-045F-1B2F-CDE08CB1CC49}"/>
                  </a:ext>
                </a:extLst>
              </p:cNvPr>
              <p:cNvPicPr/>
              <p:nvPr/>
            </p:nvPicPr>
            <p:blipFill>
              <a:blip r:embed="rId412"/>
              <a:stretch>
                <a:fillRect/>
              </a:stretch>
            </p:blipFill>
            <p:spPr>
              <a:xfrm>
                <a:off x="2019384" y="5000256"/>
                <a:ext cx="417960" cy="278640"/>
              </a:xfrm>
              <a:prstGeom prst="rect">
                <a:avLst/>
              </a:prstGeom>
            </p:spPr>
          </p:pic>
        </mc:Fallback>
      </mc:AlternateContent>
      <p:grpSp>
        <p:nvGrpSpPr>
          <p:cNvPr id="279" name="Group 278">
            <a:extLst>
              <a:ext uri="{FF2B5EF4-FFF2-40B4-BE49-F238E27FC236}">
                <a16:creationId xmlns:a16="http://schemas.microsoft.com/office/drawing/2014/main" id="{8AA2929A-CF8C-4BF1-2DAF-499723E35368}"/>
              </a:ext>
            </a:extLst>
          </p:cNvPr>
          <p:cNvGrpSpPr/>
          <p:nvPr/>
        </p:nvGrpSpPr>
        <p:grpSpPr>
          <a:xfrm>
            <a:off x="2042064" y="5301216"/>
            <a:ext cx="903600" cy="178200"/>
            <a:chOff x="2042064" y="5301216"/>
            <a:chExt cx="903600" cy="178200"/>
          </a:xfrm>
        </p:grpSpPr>
        <mc:AlternateContent xmlns:mc="http://schemas.openxmlformats.org/markup-compatibility/2006" xmlns:p14="http://schemas.microsoft.com/office/powerpoint/2010/main">
          <mc:Choice Requires="p14">
            <p:contentPart p14:bwMode="auto" r:id="rId413">
              <p14:nvContentPartPr>
                <p14:cNvPr id="262" name="Ink 261">
                  <a:extLst>
                    <a:ext uri="{FF2B5EF4-FFF2-40B4-BE49-F238E27FC236}">
                      <a16:creationId xmlns:a16="http://schemas.microsoft.com/office/drawing/2014/main" id="{E7769D2D-4079-0DE3-74F0-9065D00C88F2}"/>
                    </a:ext>
                  </a:extLst>
                </p14:cNvPr>
                <p14:cNvContentPartPr/>
                <p14:nvPr/>
              </p14:nvContentPartPr>
              <p14:xfrm>
                <a:off x="2042064" y="5396256"/>
                <a:ext cx="189720" cy="83160"/>
              </p14:xfrm>
            </p:contentPart>
          </mc:Choice>
          <mc:Fallback xmlns="">
            <p:pic>
              <p:nvPicPr>
                <p:cNvPr id="262" name="Ink 261">
                  <a:extLst>
                    <a:ext uri="{FF2B5EF4-FFF2-40B4-BE49-F238E27FC236}">
                      <a16:creationId xmlns:a16="http://schemas.microsoft.com/office/drawing/2014/main" id="{E7769D2D-4079-0DE3-74F0-9065D00C88F2}"/>
                    </a:ext>
                  </a:extLst>
                </p:cNvPr>
                <p:cNvPicPr/>
                <p:nvPr/>
              </p:nvPicPr>
              <p:blipFill>
                <a:blip r:embed="rId414"/>
                <a:stretch>
                  <a:fillRect/>
                </a:stretch>
              </p:blipFill>
              <p:spPr>
                <a:xfrm>
                  <a:off x="2037744" y="5391936"/>
                  <a:ext cx="1983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63" name="Ink 262">
                  <a:extLst>
                    <a:ext uri="{FF2B5EF4-FFF2-40B4-BE49-F238E27FC236}">
                      <a16:creationId xmlns:a16="http://schemas.microsoft.com/office/drawing/2014/main" id="{E3EA98CE-1714-31E9-8DCE-F88A4352B900}"/>
                    </a:ext>
                  </a:extLst>
                </p14:cNvPr>
                <p14:cNvContentPartPr/>
                <p14:nvPr/>
              </p14:nvContentPartPr>
              <p14:xfrm>
                <a:off x="2272824" y="5397336"/>
                <a:ext cx="42120" cy="34920"/>
              </p14:xfrm>
            </p:contentPart>
          </mc:Choice>
          <mc:Fallback xmlns="">
            <p:pic>
              <p:nvPicPr>
                <p:cNvPr id="263" name="Ink 262">
                  <a:extLst>
                    <a:ext uri="{FF2B5EF4-FFF2-40B4-BE49-F238E27FC236}">
                      <a16:creationId xmlns:a16="http://schemas.microsoft.com/office/drawing/2014/main" id="{E3EA98CE-1714-31E9-8DCE-F88A4352B900}"/>
                    </a:ext>
                  </a:extLst>
                </p:cNvPr>
                <p:cNvPicPr/>
                <p:nvPr/>
              </p:nvPicPr>
              <p:blipFill>
                <a:blip r:embed="rId416"/>
                <a:stretch>
                  <a:fillRect/>
                </a:stretch>
              </p:blipFill>
              <p:spPr>
                <a:xfrm>
                  <a:off x="2268504" y="5393016"/>
                  <a:ext cx="507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64" name="Ink 263">
                  <a:extLst>
                    <a:ext uri="{FF2B5EF4-FFF2-40B4-BE49-F238E27FC236}">
                      <a16:creationId xmlns:a16="http://schemas.microsoft.com/office/drawing/2014/main" id="{1F0C39B3-C773-57DB-E727-8C6006F2EBB2}"/>
                    </a:ext>
                  </a:extLst>
                </p14:cNvPr>
                <p14:cNvContentPartPr/>
                <p14:nvPr/>
              </p14:nvContentPartPr>
              <p14:xfrm>
                <a:off x="2379744" y="5371776"/>
                <a:ext cx="110880" cy="86400"/>
              </p14:xfrm>
            </p:contentPart>
          </mc:Choice>
          <mc:Fallback xmlns="">
            <p:pic>
              <p:nvPicPr>
                <p:cNvPr id="264" name="Ink 263">
                  <a:extLst>
                    <a:ext uri="{FF2B5EF4-FFF2-40B4-BE49-F238E27FC236}">
                      <a16:creationId xmlns:a16="http://schemas.microsoft.com/office/drawing/2014/main" id="{1F0C39B3-C773-57DB-E727-8C6006F2EBB2}"/>
                    </a:ext>
                  </a:extLst>
                </p:cNvPr>
                <p:cNvPicPr/>
                <p:nvPr/>
              </p:nvPicPr>
              <p:blipFill>
                <a:blip r:embed="rId418"/>
                <a:stretch>
                  <a:fillRect/>
                </a:stretch>
              </p:blipFill>
              <p:spPr>
                <a:xfrm>
                  <a:off x="2375424" y="5367456"/>
                  <a:ext cx="1195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65" name="Ink 264">
                  <a:extLst>
                    <a:ext uri="{FF2B5EF4-FFF2-40B4-BE49-F238E27FC236}">
                      <a16:creationId xmlns:a16="http://schemas.microsoft.com/office/drawing/2014/main" id="{DC7E6ABF-9332-F586-7F22-05608D81D9E6}"/>
                    </a:ext>
                  </a:extLst>
                </p14:cNvPr>
                <p14:cNvContentPartPr/>
                <p14:nvPr/>
              </p14:nvContentPartPr>
              <p14:xfrm>
                <a:off x="2517624" y="5373576"/>
                <a:ext cx="92880" cy="80640"/>
              </p14:xfrm>
            </p:contentPart>
          </mc:Choice>
          <mc:Fallback xmlns="">
            <p:pic>
              <p:nvPicPr>
                <p:cNvPr id="265" name="Ink 264">
                  <a:extLst>
                    <a:ext uri="{FF2B5EF4-FFF2-40B4-BE49-F238E27FC236}">
                      <a16:creationId xmlns:a16="http://schemas.microsoft.com/office/drawing/2014/main" id="{DC7E6ABF-9332-F586-7F22-05608D81D9E6}"/>
                    </a:ext>
                  </a:extLst>
                </p:cNvPr>
                <p:cNvPicPr/>
                <p:nvPr/>
              </p:nvPicPr>
              <p:blipFill>
                <a:blip r:embed="rId420"/>
                <a:stretch>
                  <a:fillRect/>
                </a:stretch>
              </p:blipFill>
              <p:spPr>
                <a:xfrm>
                  <a:off x="2513304" y="5369256"/>
                  <a:ext cx="1015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66" name="Ink 265">
                  <a:extLst>
                    <a:ext uri="{FF2B5EF4-FFF2-40B4-BE49-F238E27FC236}">
                      <a16:creationId xmlns:a16="http://schemas.microsoft.com/office/drawing/2014/main" id="{0080236E-725D-D67A-258C-2C4B46A28027}"/>
                    </a:ext>
                  </a:extLst>
                </p14:cNvPr>
                <p14:cNvContentPartPr/>
                <p14:nvPr/>
              </p14:nvContentPartPr>
              <p14:xfrm>
                <a:off x="2804184" y="5301216"/>
                <a:ext cx="92880" cy="155160"/>
              </p14:xfrm>
            </p:contentPart>
          </mc:Choice>
          <mc:Fallback xmlns="">
            <p:pic>
              <p:nvPicPr>
                <p:cNvPr id="266" name="Ink 265">
                  <a:extLst>
                    <a:ext uri="{FF2B5EF4-FFF2-40B4-BE49-F238E27FC236}">
                      <a16:creationId xmlns:a16="http://schemas.microsoft.com/office/drawing/2014/main" id="{0080236E-725D-D67A-258C-2C4B46A28027}"/>
                    </a:ext>
                  </a:extLst>
                </p:cNvPr>
                <p:cNvPicPr/>
                <p:nvPr/>
              </p:nvPicPr>
              <p:blipFill>
                <a:blip r:embed="rId422"/>
                <a:stretch>
                  <a:fillRect/>
                </a:stretch>
              </p:blipFill>
              <p:spPr>
                <a:xfrm>
                  <a:off x="2799864" y="5296896"/>
                  <a:ext cx="1015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67" name="Ink 266">
                  <a:extLst>
                    <a:ext uri="{FF2B5EF4-FFF2-40B4-BE49-F238E27FC236}">
                      <a16:creationId xmlns:a16="http://schemas.microsoft.com/office/drawing/2014/main" id="{65D1CC94-63A5-E5D9-ADFC-C2BF80F40618}"/>
                    </a:ext>
                  </a:extLst>
                </p14:cNvPr>
                <p14:cNvContentPartPr/>
                <p14:nvPr/>
              </p14:nvContentPartPr>
              <p14:xfrm>
                <a:off x="2845944" y="5380776"/>
                <a:ext cx="99720" cy="7200"/>
              </p14:xfrm>
            </p:contentPart>
          </mc:Choice>
          <mc:Fallback xmlns="">
            <p:pic>
              <p:nvPicPr>
                <p:cNvPr id="267" name="Ink 266">
                  <a:extLst>
                    <a:ext uri="{FF2B5EF4-FFF2-40B4-BE49-F238E27FC236}">
                      <a16:creationId xmlns:a16="http://schemas.microsoft.com/office/drawing/2014/main" id="{65D1CC94-63A5-E5D9-ADFC-C2BF80F40618}"/>
                    </a:ext>
                  </a:extLst>
                </p:cNvPr>
                <p:cNvPicPr/>
                <p:nvPr/>
              </p:nvPicPr>
              <p:blipFill>
                <a:blip r:embed="rId424"/>
                <a:stretch>
                  <a:fillRect/>
                </a:stretch>
              </p:blipFill>
              <p:spPr>
                <a:xfrm>
                  <a:off x="2841624" y="5376456"/>
                  <a:ext cx="108360" cy="15840"/>
                </a:xfrm>
                <a:prstGeom prst="rect">
                  <a:avLst/>
                </a:prstGeom>
              </p:spPr>
            </p:pic>
          </mc:Fallback>
        </mc:AlternateContent>
      </p:grpSp>
      <p:grpSp>
        <p:nvGrpSpPr>
          <p:cNvPr id="278" name="Group 277">
            <a:extLst>
              <a:ext uri="{FF2B5EF4-FFF2-40B4-BE49-F238E27FC236}">
                <a16:creationId xmlns:a16="http://schemas.microsoft.com/office/drawing/2014/main" id="{338F7650-62A9-A1D1-A693-9B05C414A64A}"/>
              </a:ext>
            </a:extLst>
          </p:cNvPr>
          <p:cNvGrpSpPr/>
          <p:nvPr/>
        </p:nvGrpSpPr>
        <p:grpSpPr>
          <a:xfrm>
            <a:off x="3240864" y="5254776"/>
            <a:ext cx="527040" cy="276840"/>
            <a:chOff x="3240864" y="5254776"/>
            <a:chExt cx="527040" cy="276840"/>
          </a:xfrm>
        </p:grpSpPr>
        <mc:AlternateContent xmlns:mc="http://schemas.openxmlformats.org/markup-compatibility/2006" xmlns:p14="http://schemas.microsoft.com/office/powerpoint/2010/main">
          <mc:Choice Requires="p14">
            <p:contentPart p14:bwMode="auto" r:id="rId425">
              <p14:nvContentPartPr>
                <p14:cNvPr id="268" name="Ink 267">
                  <a:extLst>
                    <a:ext uri="{FF2B5EF4-FFF2-40B4-BE49-F238E27FC236}">
                      <a16:creationId xmlns:a16="http://schemas.microsoft.com/office/drawing/2014/main" id="{EC006570-5694-F06F-34ED-67C0275DC108}"/>
                    </a:ext>
                  </a:extLst>
                </p14:cNvPr>
                <p14:cNvContentPartPr/>
                <p14:nvPr/>
              </p14:nvContentPartPr>
              <p14:xfrm>
                <a:off x="3240864" y="5254776"/>
                <a:ext cx="195840" cy="276840"/>
              </p14:xfrm>
            </p:contentPart>
          </mc:Choice>
          <mc:Fallback xmlns="">
            <p:pic>
              <p:nvPicPr>
                <p:cNvPr id="268" name="Ink 267">
                  <a:extLst>
                    <a:ext uri="{FF2B5EF4-FFF2-40B4-BE49-F238E27FC236}">
                      <a16:creationId xmlns:a16="http://schemas.microsoft.com/office/drawing/2014/main" id="{EC006570-5694-F06F-34ED-67C0275DC108}"/>
                    </a:ext>
                  </a:extLst>
                </p:cNvPr>
                <p:cNvPicPr/>
                <p:nvPr/>
              </p:nvPicPr>
              <p:blipFill>
                <a:blip r:embed="rId426"/>
                <a:stretch>
                  <a:fillRect/>
                </a:stretch>
              </p:blipFill>
              <p:spPr>
                <a:xfrm>
                  <a:off x="3236544" y="5250456"/>
                  <a:ext cx="20448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69" name="Ink 268">
                  <a:extLst>
                    <a:ext uri="{FF2B5EF4-FFF2-40B4-BE49-F238E27FC236}">
                      <a16:creationId xmlns:a16="http://schemas.microsoft.com/office/drawing/2014/main" id="{87DA68B9-61F0-04B3-366A-1FABF902ECD4}"/>
                    </a:ext>
                  </a:extLst>
                </p14:cNvPr>
                <p14:cNvContentPartPr/>
                <p14:nvPr/>
              </p14:nvContentPartPr>
              <p14:xfrm>
                <a:off x="3240864" y="5377536"/>
                <a:ext cx="226800" cy="69480"/>
              </p14:xfrm>
            </p:contentPart>
          </mc:Choice>
          <mc:Fallback xmlns="">
            <p:pic>
              <p:nvPicPr>
                <p:cNvPr id="269" name="Ink 268">
                  <a:extLst>
                    <a:ext uri="{FF2B5EF4-FFF2-40B4-BE49-F238E27FC236}">
                      <a16:creationId xmlns:a16="http://schemas.microsoft.com/office/drawing/2014/main" id="{87DA68B9-61F0-04B3-366A-1FABF902ECD4}"/>
                    </a:ext>
                  </a:extLst>
                </p:cNvPr>
                <p:cNvPicPr/>
                <p:nvPr/>
              </p:nvPicPr>
              <p:blipFill>
                <a:blip r:embed="rId428"/>
                <a:stretch>
                  <a:fillRect/>
                </a:stretch>
              </p:blipFill>
              <p:spPr>
                <a:xfrm>
                  <a:off x="3236544" y="5373216"/>
                  <a:ext cx="2354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70" name="Ink 269">
                  <a:extLst>
                    <a:ext uri="{FF2B5EF4-FFF2-40B4-BE49-F238E27FC236}">
                      <a16:creationId xmlns:a16="http://schemas.microsoft.com/office/drawing/2014/main" id="{8406C8B5-10A8-0B4A-E462-305418E43F48}"/>
                    </a:ext>
                  </a:extLst>
                </p14:cNvPr>
                <p14:cNvContentPartPr/>
                <p14:nvPr/>
              </p14:nvContentPartPr>
              <p14:xfrm>
                <a:off x="3459024" y="5367096"/>
                <a:ext cx="70920" cy="75960"/>
              </p14:xfrm>
            </p:contentPart>
          </mc:Choice>
          <mc:Fallback xmlns="">
            <p:pic>
              <p:nvPicPr>
                <p:cNvPr id="270" name="Ink 269">
                  <a:extLst>
                    <a:ext uri="{FF2B5EF4-FFF2-40B4-BE49-F238E27FC236}">
                      <a16:creationId xmlns:a16="http://schemas.microsoft.com/office/drawing/2014/main" id="{8406C8B5-10A8-0B4A-E462-305418E43F48}"/>
                    </a:ext>
                  </a:extLst>
                </p:cNvPr>
                <p:cNvPicPr/>
                <p:nvPr/>
              </p:nvPicPr>
              <p:blipFill>
                <a:blip r:embed="rId430"/>
                <a:stretch>
                  <a:fillRect/>
                </a:stretch>
              </p:blipFill>
              <p:spPr>
                <a:xfrm>
                  <a:off x="3454704" y="5362776"/>
                  <a:ext cx="79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71" name="Ink 270">
                  <a:extLst>
                    <a:ext uri="{FF2B5EF4-FFF2-40B4-BE49-F238E27FC236}">
                      <a16:creationId xmlns:a16="http://schemas.microsoft.com/office/drawing/2014/main" id="{9EFD0C53-9DF7-888F-36A0-818067BD84B6}"/>
                    </a:ext>
                  </a:extLst>
                </p14:cNvPr>
                <p14:cNvContentPartPr/>
                <p14:nvPr/>
              </p14:nvContentPartPr>
              <p14:xfrm>
                <a:off x="3501864" y="5380776"/>
                <a:ext cx="360" cy="360"/>
              </p14:xfrm>
            </p:contentPart>
          </mc:Choice>
          <mc:Fallback xmlns="">
            <p:pic>
              <p:nvPicPr>
                <p:cNvPr id="271" name="Ink 270">
                  <a:extLst>
                    <a:ext uri="{FF2B5EF4-FFF2-40B4-BE49-F238E27FC236}">
                      <a16:creationId xmlns:a16="http://schemas.microsoft.com/office/drawing/2014/main" id="{9EFD0C53-9DF7-888F-36A0-818067BD84B6}"/>
                    </a:ext>
                  </a:extLst>
                </p:cNvPr>
                <p:cNvPicPr/>
                <p:nvPr/>
              </p:nvPicPr>
              <p:blipFill>
                <a:blip r:embed="rId143"/>
                <a:stretch>
                  <a:fillRect/>
                </a:stretch>
              </p:blipFill>
              <p:spPr>
                <a:xfrm>
                  <a:off x="3497544" y="537645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72" name="Ink 271">
                  <a:extLst>
                    <a:ext uri="{FF2B5EF4-FFF2-40B4-BE49-F238E27FC236}">
                      <a16:creationId xmlns:a16="http://schemas.microsoft.com/office/drawing/2014/main" id="{93C8B606-2C0F-0142-5371-2E07263E773B}"/>
                    </a:ext>
                  </a:extLst>
                </p14:cNvPr>
                <p14:cNvContentPartPr/>
                <p14:nvPr/>
              </p14:nvContentPartPr>
              <p14:xfrm>
                <a:off x="3501864" y="5380776"/>
                <a:ext cx="266040" cy="60120"/>
              </p14:xfrm>
            </p:contentPart>
          </mc:Choice>
          <mc:Fallback xmlns="">
            <p:pic>
              <p:nvPicPr>
                <p:cNvPr id="272" name="Ink 271">
                  <a:extLst>
                    <a:ext uri="{FF2B5EF4-FFF2-40B4-BE49-F238E27FC236}">
                      <a16:creationId xmlns:a16="http://schemas.microsoft.com/office/drawing/2014/main" id="{93C8B606-2C0F-0142-5371-2E07263E773B}"/>
                    </a:ext>
                  </a:extLst>
                </p:cNvPr>
                <p:cNvPicPr/>
                <p:nvPr/>
              </p:nvPicPr>
              <p:blipFill>
                <a:blip r:embed="rId433"/>
                <a:stretch>
                  <a:fillRect/>
                </a:stretch>
              </p:blipFill>
              <p:spPr>
                <a:xfrm>
                  <a:off x="3497544" y="5376456"/>
                  <a:ext cx="274680" cy="68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4">
            <p14:nvContentPartPr>
              <p14:cNvPr id="273" name="Ink 272">
                <a:extLst>
                  <a:ext uri="{FF2B5EF4-FFF2-40B4-BE49-F238E27FC236}">
                    <a16:creationId xmlns:a16="http://schemas.microsoft.com/office/drawing/2014/main" id="{300142B4-62C0-8336-1853-E34C1E6A6976}"/>
                  </a:ext>
                </a:extLst>
              </p14:cNvPr>
              <p14:cNvContentPartPr/>
              <p14:nvPr/>
            </p14:nvContentPartPr>
            <p14:xfrm>
              <a:off x="4051224" y="5337216"/>
              <a:ext cx="59760" cy="80640"/>
            </p14:xfrm>
          </p:contentPart>
        </mc:Choice>
        <mc:Fallback xmlns="">
          <p:pic>
            <p:nvPicPr>
              <p:cNvPr id="273" name="Ink 272">
                <a:extLst>
                  <a:ext uri="{FF2B5EF4-FFF2-40B4-BE49-F238E27FC236}">
                    <a16:creationId xmlns:a16="http://schemas.microsoft.com/office/drawing/2014/main" id="{300142B4-62C0-8336-1853-E34C1E6A6976}"/>
                  </a:ext>
                </a:extLst>
              </p:cNvPr>
              <p:cNvPicPr/>
              <p:nvPr/>
            </p:nvPicPr>
            <p:blipFill>
              <a:blip r:embed="rId435"/>
              <a:stretch>
                <a:fillRect/>
              </a:stretch>
            </p:blipFill>
            <p:spPr>
              <a:xfrm>
                <a:off x="4046904" y="5332896"/>
                <a:ext cx="68400" cy="89280"/>
              </a:xfrm>
              <a:prstGeom prst="rect">
                <a:avLst/>
              </a:prstGeom>
            </p:spPr>
          </p:pic>
        </mc:Fallback>
      </mc:AlternateContent>
      <p:grpSp>
        <p:nvGrpSpPr>
          <p:cNvPr id="277" name="Group 276">
            <a:extLst>
              <a:ext uri="{FF2B5EF4-FFF2-40B4-BE49-F238E27FC236}">
                <a16:creationId xmlns:a16="http://schemas.microsoft.com/office/drawing/2014/main" id="{3EA515FF-27C4-9779-58C4-6628629671BB}"/>
              </a:ext>
            </a:extLst>
          </p:cNvPr>
          <p:cNvGrpSpPr/>
          <p:nvPr/>
        </p:nvGrpSpPr>
        <p:grpSpPr>
          <a:xfrm>
            <a:off x="4344984" y="5303376"/>
            <a:ext cx="164520" cy="137160"/>
            <a:chOff x="4344984" y="5303376"/>
            <a:chExt cx="164520" cy="137160"/>
          </a:xfrm>
        </p:grpSpPr>
        <mc:AlternateContent xmlns:mc="http://schemas.openxmlformats.org/markup-compatibility/2006" xmlns:p14="http://schemas.microsoft.com/office/powerpoint/2010/main">
          <mc:Choice Requires="p14">
            <p:contentPart p14:bwMode="auto" r:id="rId436">
              <p14:nvContentPartPr>
                <p14:cNvPr id="274" name="Ink 273">
                  <a:extLst>
                    <a:ext uri="{FF2B5EF4-FFF2-40B4-BE49-F238E27FC236}">
                      <a16:creationId xmlns:a16="http://schemas.microsoft.com/office/drawing/2014/main" id="{BE1360C7-5212-88D2-E8A3-03EC8C191FC9}"/>
                    </a:ext>
                  </a:extLst>
                </p14:cNvPr>
                <p14:cNvContentPartPr/>
                <p14:nvPr/>
              </p14:nvContentPartPr>
              <p14:xfrm>
                <a:off x="4344984" y="5303376"/>
                <a:ext cx="39240" cy="137160"/>
              </p14:xfrm>
            </p:contentPart>
          </mc:Choice>
          <mc:Fallback xmlns="">
            <p:pic>
              <p:nvPicPr>
                <p:cNvPr id="274" name="Ink 273">
                  <a:extLst>
                    <a:ext uri="{FF2B5EF4-FFF2-40B4-BE49-F238E27FC236}">
                      <a16:creationId xmlns:a16="http://schemas.microsoft.com/office/drawing/2014/main" id="{BE1360C7-5212-88D2-E8A3-03EC8C191FC9}"/>
                    </a:ext>
                  </a:extLst>
                </p:cNvPr>
                <p:cNvPicPr/>
                <p:nvPr/>
              </p:nvPicPr>
              <p:blipFill>
                <a:blip r:embed="rId437"/>
                <a:stretch>
                  <a:fillRect/>
                </a:stretch>
              </p:blipFill>
              <p:spPr>
                <a:xfrm>
                  <a:off x="4340664" y="5299056"/>
                  <a:ext cx="478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75" name="Ink 274">
                  <a:extLst>
                    <a:ext uri="{FF2B5EF4-FFF2-40B4-BE49-F238E27FC236}">
                      <a16:creationId xmlns:a16="http://schemas.microsoft.com/office/drawing/2014/main" id="{5EFE7D47-4C6F-6E33-29ED-E01A52ED1B88}"/>
                    </a:ext>
                  </a:extLst>
                </p14:cNvPr>
                <p14:cNvContentPartPr/>
                <p14:nvPr/>
              </p14:nvContentPartPr>
              <p14:xfrm>
                <a:off x="4344984" y="5348736"/>
                <a:ext cx="164520" cy="47880"/>
              </p14:xfrm>
            </p:contentPart>
          </mc:Choice>
          <mc:Fallback xmlns="">
            <p:pic>
              <p:nvPicPr>
                <p:cNvPr id="275" name="Ink 274">
                  <a:extLst>
                    <a:ext uri="{FF2B5EF4-FFF2-40B4-BE49-F238E27FC236}">
                      <a16:creationId xmlns:a16="http://schemas.microsoft.com/office/drawing/2014/main" id="{5EFE7D47-4C6F-6E33-29ED-E01A52ED1B88}"/>
                    </a:ext>
                  </a:extLst>
                </p:cNvPr>
                <p:cNvPicPr/>
                <p:nvPr/>
              </p:nvPicPr>
              <p:blipFill>
                <a:blip r:embed="rId439"/>
                <a:stretch>
                  <a:fillRect/>
                </a:stretch>
              </p:blipFill>
              <p:spPr>
                <a:xfrm>
                  <a:off x="4340664" y="5344416"/>
                  <a:ext cx="173160" cy="5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0">
            <p14:nvContentPartPr>
              <p14:cNvPr id="276" name="Ink 275">
                <a:extLst>
                  <a:ext uri="{FF2B5EF4-FFF2-40B4-BE49-F238E27FC236}">
                    <a16:creationId xmlns:a16="http://schemas.microsoft.com/office/drawing/2014/main" id="{B1441881-AD4D-9DCF-28B3-B7FF3AEFA4B2}"/>
                  </a:ext>
                </a:extLst>
              </p14:cNvPr>
              <p14:cNvContentPartPr/>
              <p14:nvPr/>
            </p14:nvContentPartPr>
            <p14:xfrm>
              <a:off x="4757904" y="5327136"/>
              <a:ext cx="28800" cy="148680"/>
            </p14:xfrm>
          </p:contentPart>
        </mc:Choice>
        <mc:Fallback xmlns="">
          <p:pic>
            <p:nvPicPr>
              <p:cNvPr id="276" name="Ink 275">
                <a:extLst>
                  <a:ext uri="{FF2B5EF4-FFF2-40B4-BE49-F238E27FC236}">
                    <a16:creationId xmlns:a16="http://schemas.microsoft.com/office/drawing/2014/main" id="{B1441881-AD4D-9DCF-28B3-B7FF3AEFA4B2}"/>
                  </a:ext>
                </a:extLst>
              </p:cNvPr>
              <p:cNvPicPr/>
              <p:nvPr/>
            </p:nvPicPr>
            <p:blipFill>
              <a:blip r:embed="rId441"/>
              <a:stretch>
                <a:fillRect/>
              </a:stretch>
            </p:blipFill>
            <p:spPr>
              <a:xfrm>
                <a:off x="4753584" y="5322816"/>
                <a:ext cx="374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80" name="Ink 279">
                <a:extLst>
                  <a:ext uri="{FF2B5EF4-FFF2-40B4-BE49-F238E27FC236}">
                    <a16:creationId xmlns:a16="http://schemas.microsoft.com/office/drawing/2014/main" id="{F322CB5C-A32D-A783-80AF-94943E187419}"/>
                  </a:ext>
                </a:extLst>
              </p14:cNvPr>
              <p14:cNvContentPartPr/>
              <p14:nvPr/>
            </p14:nvContentPartPr>
            <p14:xfrm>
              <a:off x="1824984" y="5937336"/>
              <a:ext cx="21240" cy="476280"/>
            </p14:xfrm>
          </p:contentPart>
        </mc:Choice>
        <mc:Fallback xmlns="">
          <p:pic>
            <p:nvPicPr>
              <p:cNvPr id="280" name="Ink 279">
                <a:extLst>
                  <a:ext uri="{FF2B5EF4-FFF2-40B4-BE49-F238E27FC236}">
                    <a16:creationId xmlns:a16="http://schemas.microsoft.com/office/drawing/2014/main" id="{F322CB5C-A32D-A783-80AF-94943E187419}"/>
                  </a:ext>
                </a:extLst>
              </p:cNvPr>
              <p:cNvPicPr/>
              <p:nvPr/>
            </p:nvPicPr>
            <p:blipFill>
              <a:blip r:embed="rId105"/>
              <a:stretch>
                <a:fillRect/>
              </a:stretch>
            </p:blipFill>
            <p:spPr>
              <a:xfrm>
                <a:off x="1820664" y="5933016"/>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81" name="Ink 280">
                <a:extLst>
                  <a:ext uri="{FF2B5EF4-FFF2-40B4-BE49-F238E27FC236}">
                    <a16:creationId xmlns:a16="http://schemas.microsoft.com/office/drawing/2014/main" id="{FC061136-9DEF-2C25-4685-4551CAF1B60B}"/>
                  </a:ext>
                </a:extLst>
              </p14:cNvPr>
              <p14:cNvContentPartPr/>
              <p14:nvPr/>
            </p14:nvContentPartPr>
            <p14:xfrm>
              <a:off x="1764864" y="5771016"/>
              <a:ext cx="3860280" cy="523800"/>
            </p14:xfrm>
          </p:contentPart>
        </mc:Choice>
        <mc:Fallback xmlns="">
          <p:pic>
            <p:nvPicPr>
              <p:cNvPr id="281" name="Ink 280">
                <a:extLst>
                  <a:ext uri="{FF2B5EF4-FFF2-40B4-BE49-F238E27FC236}">
                    <a16:creationId xmlns:a16="http://schemas.microsoft.com/office/drawing/2014/main" id="{FC061136-9DEF-2C25-4685-4551CAF1B60B}"/>
                  </a:ext>
                </a:extLst>
              </p:cNvPr>
              <p:cNvPicPr/>
              <p:nvPr/>
            </p:nvPicPr>
            <p:blipFill>
              <a:blip r:embed="rId107"/>
              <a:stretch>
                <a:fillRect/>
              </a:stretch>
            </p:blipFill>
            <p:spPr>
              <a:xfrm>
                <a:off x="1760544" y="5766696"/>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82" name="Ink 281">
                <a:extLst>
                  <a:ext uri="{FF2B5EF4-FFF2-40B4-BE49-F238E27FC236}">
                    <a16:creationId xmlns:a16="http://schemas.microsoft.com/office/drawing/2014/main" id="{004B4B03-737F-709F-4CD5-0CAB4ED1D02D}"/>
                  </a:ext>
                </a:extLst>
              </p14:cNvPr>
              <p14:cNvContentPartPr/>
              <p14:nvPr/>
            </p14:nvContentPartPr>
            <p14:xfrm>
              <a:off x="2125224" y="5892336"/>
              <a:ext cx="25920" cy="314640"/>
            </p14:xfrm>
          </p:contentPart>
        </mc:Choice>
        <mc:Fallback xmlns="">
          <p:pic>
            <p:nvPicPr>
              <p:cNvPr id="282" name="Ink 281">
                <a:extLst>
                  <a:ext uri="{FF2B5EF4-FFF2-40B4-BE49-F238E27FC236}">
                    <a16:creationId xmlns:a16="http://schemas.microsoft.com/office/drawing/2014/main" id="{004B4B03-737F-709F-4CD5-0CAB4ED1D02D}"/>
                  </a:ext>
                </a:extLst>
              </p:cNvPr>
              <p:cNvPicPr/>
              <p:nvPr/>
            </p:nvPicPr>
            <p:blipFill>
              <a:blip r:embed="rId109"/>
              <a:stretch>
                <a:fillRect/>
              </a:stretch>
            </p:blipFill>
            <p:spPr>
              <a:xfrm>
                <a:off x="2120904" y="5888016"/>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83" name="Ink 282">
                <a:extLst>
                  <a:ext uri="{FF2B5EF4-FFF2-40B4-BE49-F238E27FC236}">
                    <a16:creationId xmlns:a16="http://schemas.microsoft.com/office/drawing/2014/main" id="{6501DF31-2BD5-3C75-5796-A32ACA1A1BAC}"/>
                  </a:ext>
                </a:extLst>
              </p14:cNvPr>
              <p14:cNvContentPartPr/>
              <p14:nvPr/>
            </p14:nvContentPartPr>
            <p14:xfrm>
              <a:off x="2651904" y="5876496"/>
              <a:ext cx="41760" cy="279720"/>
            </p14:xfrm>
          </p:contentPart>
        </mc:Choice>
        <mc:Fallback xmlns="">
          <p:pic>
            <p:nvPicPr>
              <p:cNvPr id="283" name="Ink 282">
                <a:extLst>
                  <a:ext uri="{FF2B5EF4-FFF2-40B4-BE49-F238E27FC236}">
                    <a16:creationId xmlns:a16="http://schemas.microsoft.com/office/drawing/2014/main" id="{6501DF31-2BD5-3C75-5796-A32ACA1A1BAC}"/>
                  </a:ext>
                </a:extLst>
              </p:cNvPr>
              <p:cNvPicPr/>
              <p:nvPr/>
            </p:nvPicPr>
            <p:blipFill>
              <a:blip r:embed="rId111"/>
              <a:stretch>
                <a:fillRect/>
              </a:stretch>
            </p:blipFill>
            <p:spPr>
              <a:xfrm>
                <a:off x="2647584" y="5872176"/>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84" name="Ink 283">
                <a:extLst>
                  <a:ext uri="{FF2B5EF4-FFF2-40B4-BE49-F238E27FC236}">
                    <a16:creationId xmlns:a16="http://schemas.microsoft.com/office/drawing/2014/main" id="{ACCE9D87-B4B0-12DB-11A7-B4C7D97BA436}"/>
                  </a:ext>
                </a:extLst>
              </p14:cNvPr>
              <p14:cNvContentPartPr/>
              <p14:nvPr/>
            </p14:nvContentPartPr>
            <p14:xfrm>
              <a:off x="3291624" y="5880816"/>
              <a:ext cx="44280" cy="303120"/>
            </p14:xfrm>
          </p:contentPart>
        </mc:Choice>
        <mc:Fallback xmlns="">
          <p:pic>
            <p:nvPicPr>
              <p:cNvPr id="284" name="Ink 283">
                <a:extLst>
                  <a:ext uri="{FF2B5EF4-FFF2-40B4-BE49-F238E27FC236}">
                    <a16:creationId xmlns:a16="http://schemas.microsoft.com/office/drawing/2014/main" id="{ACCE9D87-B4B0-12DB-11A7-B4C7D97BA436}"/>
                  </a:ext>
                </a:extLst>
              </p:cNvPr>
              <p:cNvPicPr/>
              <p:nvPr/>
            </p:nvPicPr>
            <p:blipFill>
              <a:blip r:embed="rId113"/>
              <a:stretch>
                <a:fillRect/>
              </a:stretch>
            </p:blipFill>
            <p:spPr>
              <a:xfrm>
                <a:off x="3287304" y="5876496"/>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85" name="Ink 284">
                <a:extLst>
                  <a:ext uri="{FF2B5EF4-FFF2-40B4-BE49-F238E27FC236}">
                    <a16:creationId xmlns:a16="http://schemas.microsoft.com/office/drawing/2014/main" id="{495EB9B1-C617-7761-B78E-653C3149CDE9}"/>
                  </a:ext>
                </a:extLst>
              </p14:cNvPr>
              <p14:cNvContentPartPr/>
              <p14:nvPr/>
            </p14:nvContentPartPr>
            <p14:xfrm>
              <a:off x="3938544" y="5857776"/>
              <a:ext cx="14040" cy="295920"/>
            </p14:xfrm>
          </p:contentPart>
        </mc:Choice>
        <mc:Fallback xmlns="">
          <p:pic>
            <p:nvPicPr>
              <p:cNvPr id="285" name="Ink 284">
                <a:extLst>
                  <a:ext uri="{FF2B5EF4-FFF2-40B4-BE49-F238E27FC236}">
                    <a16:creationId xmlns:a16="http://schemas.microsoft.com/office/drawing/2014/main" id="{495EB9B1-C617-7761-B78E-653C3149CDE9}"/>
                  </a:ext>
                </a:extLst>
              </p:cNvPr>
              <p:cNvPicPr/>
              <p:nvPr/>
            </p:nvPicPr>
            <p:blipFill>
              <a:blip r:embed="rId115"/>
              <a:stretch>
                <a:fillRect/>
              </a:stretch>
            </p:blipFill>
            <p:spPr>
              <a:xfrm>
                <a:off x="3934224" y="5853456"/>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86" name="Ink 285">
                <a:extLst>
                  <a:ext uri="{FF2B5EF4-FFF2-40B4-BE49-F238E27FC236}">
                    <a16:creationId xmlns:a16="http://schemas.microsoft.com/office/drawing/2014/main" id="{A4621BF5-B826-0A27-30ED-27FFD16B8A63}"/>
                  </a:ext>
                </a:extLst>
              </p14:cNvPr>
              <p14:cNvContentPartPr/>
              <p14:nvPr/>
            </p14:nvContentPartPr>
            <p14:xfrm>
              <a:off x="4770144" y="5820696"/>
              <a:ext cx="48960" cy="413640"/>
            </p14:xfrm>
          </p:contentPart>
        </mc:Choice>
        <mc:Fallback xmlns="">
          <p:pic>
            <p:nvPicPr>
              <p:cNvPr id="286" name="Ink 285">
                <a:extLst>
                  <a:ext uri="{FF2B5EF4-FFF2-40B4-BE49-F238E27FC236}">
                    <a16:creationId xmlns:a16="http://schemas.microsoft.com/office/drawing/2014/main" id="{A4621BF5-B826-0A27-30ED-27FFD16B8A63}"/>
                  </a:ext>
                </a:extLst>
              </p:cNvPr>
              <p:cNvPicPr/>
              <p:nvPr/>
            </p:nvPicPr>
            <p:blipFill>
              <a:blip r:embed="rId117"/>
              <a:stretch>
                <a:fillRect/>
              </a:stretch>
            </p:blipFill>
            <p:spPr>
              <a:xfrm>
                <a:off x="4765824" y="5816376"/>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87" name="Ink 286">
                <a:extLst>
                  <a:ext uri="{FF2B5EF4-FFF2-40B4-BE49-F238E27FC236}">
                    <a16:creationId xmlns:a16="http://schemas.microsoft.com/office/drawing/2014/main" id="{ED629E51-E8F8-53B0-82D8-0906CD57AC24}"/>
                  </a:ext>
                </a:extLst>
              </p14:cNvPr>
              <p14:cNvContentPartPr/>
              <p14:nvPr/>
            </p14:nvContentPartPr>
            <p14:xfrm>
              <a:off x="3527424" y="5961816"/>
              <a:ext cx="100440" cy="154800"/>
            </p14:xfrm>
          </p:contentPart>
        </mc:Choice>
        <mc:Fallback xmlns="">
          <p:pic>
            <p:nvPicPr>
              <p:cNvPr id="287" name="Ink 286">
                <a:extLst>
                  <a:ext uri="{FF2B5EF4-FFF2-40B4-BE49-F238E27FC236}">
                    <a16:creationId xmlns:a16="http://schemas.microsoft.com/office/drawing/2014/main" id="{ED629E51-E8F8-53B0-82D8-0906CD57AC24}"/>
                  </a:ext>
                </a:extLst>
              </p:cNvPr>
              <p:cNvPicPr/>
              <p:nvPr/>
            </p:nvPicPr>
            <p:blipFill>
              <a:blip r:embed="rId119"/>
              <a:stretch>
                <a:fillRect/>
              </a:stretch>
            </p:blipFill>
            <p:spPr>
              <a:xfrm>
                <a:off x="3523104" y="5957496"/>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88" name="Ink 287">
                <a:extLst>
                  <a:ext uri="{FF2B5EF4-FFF2-40B4-BE49-F238E27FC236}">
                    <a16:creationId xmlns:a16="http://schemas.microsoft.com/office/drawing/2014/main" id="{63E223B2-308A-E1FB-3ADA-250FEA6E5F46}"/>
                  </a:ext>
                </a:extLst>
              </p14:cNvPr>
              <p14:cNvContentPartPr/>
              <p14:nvPr/>
            </p14:nvContentPartPr>
            <p14:xfrm>
              <a:off x="3582864" y="5944176"/>
              <a:ext cx="132120" cy="20160"/>
            </p14:xfrm>
          </p:contentPart>
        </mc:Choice>
        <mc:Fallback xmlns="">
          <p:pic>
            <p:nvPicPr>
              <p:cNvPr id="288" name="Ink 287">
                <a:extLst>
                  <a:ext uri="{FF2B5EF4-FFF2-40B4-BE49-F238E27FC236}">
                    <a16:creationId xmlns:a16="http://schemas.microsoft.com/office/drawing/2014/main" id="{63E223B2-308A-E1FB-3ADA-250FEA6E5F46}"/>
                  </a:ext>
                </a:extLst>
              </p:cNvPr>
              <p:cNvPicPr/>
              <p:nvPr/>
            </p:nvPicPr>
            <p:blipFill>
              <a:blip r:embed="rId121"/>
              <a:stretch>
                <a:fillRect/>
              </a:stretch>
            </p:blipFill>
            <p:spPr>
              <a:xfrm>
                <a:off x="3578544" y="5939856"/>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89" name="Ink 288">
                <a:extLst>
                  <a:ext uri="{FF2B5EF4-FFF2-40B4-BE49-F238E27FC236}">
                    <a16:creationId xmlns:a16="http://schemas.microsoft.com/office/drawing/2014/main" id="{4C6B147A-0105-2E90-F0E3-24D09E20F4C8}"/>
                  </a:ext>
                </a:extLst>
              </p14:cNvPr>
              <p14:cNvContentPartPr/>
              <p14:nvPr/>
            </p14:nvContentPartPr>
            <p14:xfrm>
              <a:off x="5005584" y="5922576"/>
              <a:ext cx="41760" cy="187560"/>
            </p14:xfrm>
          </p:contentPart>
        </mc:Choice>
        <mc:Fallback xmlns="">
          <p:pic>
            <p:nvPicPr>
              <p:cNvPr id="289" name="Ink 288">
                <a:extLst>
                  <a:ext uri="{FF2B5EF4-FFF2-40B4-BE49-F238E27FC236}">
                    <a16:creationId xmlns:a16="http://schemas.microsoft.com/office/drawing/2014/main" id="{4C6B147A-0105-2E90-F0E3-24D09E20F4C8}"/>
                  </a:ext>
                </a:extLst>
              </p:cNvPr>
              <p:cNvPicPr/>
              <p:nvPr/>
            </p:nvPicPr>
            <p:blipFill>
              <a:blip r:embed="rId125"/>
              <a:stretch>
                <a:fillRect/>
              </a:stretch>
            </p:blipFill>
            <p:spPr>
              <a:xfrm>
                <a:off x="5001264" y="5918256"/>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90" name="Ink 289">
                <a:extLst>
                  <a:ext uri="{FF2B5EF4-FFF2-40B4-BE49-F238E27FC236}">
                    <a16:creationId xmlns:a16="http://schemas.microsoft.com/office/drawing/2014/main" id="{5FA7A38B-CF4B-2936-F597-1BD1849FE979}"/>
                  </a:ext>
                </a:extLst>
              </p14:cNvPr>
              <p14:cNvContentPartPr/>
              <p14:nvPr/>
            </p14:nvContentPartPr>
            <p14:xfrm>
              <a:off x="4238784" y="5965056"/>
              <a:ext cx="132840" cy="130320"/>
            </p14:xfrm>
          </p:contentPart>
        </mc:Choice>
        <mc:Fallback xmlns="">
          <p:pic>
            <p:nvPicPr>
              <p:cNvPr id="290" name="Ink 289">
                <a:extLst>
                  <a:ext uri="{FF2B5EF4-FFF2-40B4-BE49-F238E27FC236}">
                    <a16:creationId xmlns:a16="http://schemas.microsoft.com/office/drawing/2014/main" id="{5FA7A38B-CF4B-2936-F597-1BD1849FE979}"/>
                  </a:ext>
                </a:extLst>
              </p:cNvPr>
              <p:cNvPicPr/>
              <p:nvPr/>
            </p:nvPicPr>
            <p:blipFill>
              <a:blip r:embed="rId127"/>
              <a:stretch>
                <a:fillRect/>
              </a:stretch>
            </p:blipFill>
            <p:spPr>
              <a:xfrm>
                <a:off x="4234464" y="5960736"/>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91" name="Ink 290">
                <a:extLst>
                  <a:ext uri="{FF2B5EF4-FFF2-40B4-BE49-F238E27FC236}">
                    <a16:creationId xmlns:a16="http://schemas.microsoft.com/office/drawing/2014/main" id="{905DB1FA-E006-C3BE-925B-055BA05410FA}"/>
                  </a:ext>
                </a:extLst>
              </p14:cNvPr>
              <p14:cNvContentPartPr/>
              <p14:nvPr/>
            </p14:nvContentPartPr>
            <p14:xfrm>
              <a:off x="2904624" y="5956056"/>
              <a:ext cx="190800" cy="133560"/>
            </p14:xfrm>
          </p:contentPart>
        </mc:Choice>
        <mc:Fallback xmlns="">
          <p:pic>
            <p:nvPicPr>
              <p:cNvPr id="291" name="Ink 290">
                <a:extLst>
                  <a:ext uri="{FF2B5EF4-FFF2-40B4-BE49-F238E27FC236}">
                    <a16:creationId xmlns:a16="http://schemas.microsoft.com/office/drawing/2014/main" id="{905DB1FA-E006-C3BE-925B-055BA05410FA}"/>
                  </a:ext>
                </a:extLst>
              </p:cNvPr>
              <p:cNvPicPr/>
              <p:nvPr/>
            </p:nvPicPr>
            <p:blipFill>
              <a:blip r:embed="rId129"/>
              <a:stretch>
                <a:fillRect/>
              </a:stretch>
            </p:blipFill>
            <p:spPr>
              <a:xfrm>
                <a:off x="2900304" y="5951736"/>
                <a:ext cx="199440" cy="142200"/>
              </a:xfrm>
              <a:prstGeom prst="rect">
                <a:avLst/>
              </a:prstGeom>
            </p:spPr>
          </p:pic>
        </mc:Fallback>
      </mc:AlternateContent>
      <p:grpSp>
        <p:nvGrpSpPr>
          <p:cNvPr id="297" name="Group 296">
            <a:extLst>
              <a:ext uri="{FF2B5EF4-FFF2-40B4-BE49-F238E27FC236}">
                <a16:creationId xmlns:a16="http://schemas.microsoft.com/office/drawing/2014/main" id="{A9E3A2E3-26C1-B5C5-A3C7-4F85803ED9E6}"/>
              </a:ext>
            </a:extLst>
          </p:cNvPr>
          <p:cNvGrpSpPr/>
          <p:nvPr/>
        </p:nvGrpSpPr>
        <p:grpSpPr>
          <a:xfrm>
            <a:off x="2358504" y="5959296"/>
            <a:ext cx="163080" cy="182160"/>
            <a:chOff x="2358504" y="5959296"/>
            <a:chExt cx="163080" cy="182160"/>
          </a:xfrm>
        </p:grpSpPr>
        <mc:AlternateContent xmlns:mc="http://schemas.openxmlformats.org/markup-compatibility/2006" xmlns:p14="http://schemas.microsoft.com/office/powerpoint/2010/main">
          <mc:Choice Requires="p14">
            <p:contentPart p14:bwMode="auto" r:id="rId454">
              <p14:nvContentPartPr>
                <p14:cNvPr id="295" name="Ink 294">
                  <a:extLst>
                    <a:ext uri="{FF2B5EF4-FFF2-40B4-BE49-F238E27FC236}">
                      <a16:creationId xmlns:a16="http://schemas.microsoft.com/office/drawing/2014/main" id="{27940E4E-C34D-E3B9-9301-4DF902327F84}"/>
                    </a:ext>
                  </a:extLst>
                </p14:cNvPr>
                <p14:cNvContentPartPr/>
                <p14:nvPr/>
              </p14:nvContentPartPr>
              <p14:xfrm>
                <a:off x="2358504" y="5959296"/>
                <a:ext cx="150480" cy="182160"/>
              </p14:xfrm>
            </p:contentPart>
          </mc:Choice>
          <mc:Fallback xmlns="">
            <p:pic>
              <p:nvPicPr>
                <p:cNvPr id="295" name="Ink 294">
                  <a:extLst>
                    <a:ext uri="{FF2B5EF4-FFF2-40B4-BE49-F238E27FC236}">
                      <a16:creationId xmlns:a16="http://schemas.microsoft.com/office/drawing/2014/main" id="{27940E4E-C34D-E3B9-9301-4DF902327F84}"/>
                    </a:ext>
                  </a:extLst>
                </p:cNvPr>
                <p:cNvPicPr/>
                <p:nvPr/>
              </p:nvPicPr>
              <p:blipFill>
                <a:blip r:embed="rId455"/>
                <a:stretch>
                  <a:fillRect/>
                </a:stretch>
              </p:blipFill>
              <p:spPr>
                <a:xfrm>
                  <a:off x="2354184" y="5954976"/>
                  <a:ext cx="1591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96" name="Ink 295">
                  <a:extLst>
                    <a:ext uri="{FF2B5EF4-FFF2-40B4-BE49-F238E27FC236}">
                      <a16:creationId xmlns:a16="http://schemas.microsoft.com/office/drawing/2014/main" id="{909FF624-CD36-79F1-3B50-C6AA8AD41D31}"/>
                    </a:ext>
                  </a:extLst>
                </p14:cNvPr>
                <p14:cNvContentPartPr/>
                <p14:nvPr/>
              </p14:nvContentPartPr>
              <p14:xfrm>
                <a:off x="2411424" y="6052896"/>
                <a:ext cx="110160" cy="14400"/>
              </p14:xfrm>
            </p:contentPart>
          </mc:Choice>
          <mc:Fallback xmlns="">
            <p:pic>
              <p:nvPicPr>
                <p:cNvPr id="296" name="Ink 295">
                  <a:extLst>
                    <a:ext uri="{FF2B5EF4-FFF2-40B4-BE49-F238E27FC236}">
                      <a16:creationId xmlns:a16="http://schemas.microsoft.com/office/drawing/2014/main" id="{909FF624-CD36-79F1-3B50-C6AA8AD41D31}"/>
                    </a:ext>
                  </a:extLst>
                </p:cNvPr>
                <p:cNvPicPr/>
                <p:nvPr/>
              </p:nvPicPr>
              <p:blipFill>
                <a:blip r:embed="rId457"/>
                <a:stretch>
                  <a:fillRect/>
                </a:stretch>
              </p:blipFill>
              <p:spPr>
                <a:xfrm>
                  <a:off x="2407104" y="6048576"/>
                  <a:ext cx="118800" cy="23040"/>
                </a:xfrm>
                <a:prstGeom prst="rect">
                  <a:avLst/>
                </a:prstGeom>
              </p:spPr>
            </p:pic>
          </mc:Fallback>
        </mc:AlternateContent>
      </p:grpSp>
      <p:grpSp>
        <p:nvGrpSpPr>
          <p:cNvPr id="300" name="Group 299">
            <a:extLst>
              <a:ext uri="{FF2B5EF4-FFF2-40B4-BE49-F238E27FC236}">
                <a16:creationId xmlns:a16="http://schemas.microsoft.com/office/drawing/2014/main" id="{E1BDDE01-0193-E71F-F7BA-15CA35891403}"/>
              </a:ext>
            </a:extLst>
          </p:cNvPr>
          <p:cNvGrpSpPr/>
          <p:nvPr/>
        </p:nvGrpSpPr>
        <p:grpSpPr>
          <a:xfrm>
            <a:off x="1926144" y="6011496"/>
            <a:ext cx="155520" cy="166680"/>
            <a:chOff x="1926144" y="6011496"/>
            <a:chExt cx="155520" cy="166680"/>
          </a:xfrm>
        </p:grpSpPr>
        <mc:AlternateContent xmlns:mc="http://schemas.openxmlformats.org/markup-compatibility/2006" xmlns:p14="http://schemas.microsoft.com/office/powerpoint/2010/main">
          <mc:Choice Requires="p14">
            <p:contentPart p14:bwMode="auto" r:id="rId458">
              <p14:nvContentPartPr>
                <p14:cNvPr id="298" name="Ink 297">
                  <a:extLst>
                    <a:ext uri="{FF2B5EF4-FFF2-40B4-BE49-F238E27FC236}">
                      <a16:creationId xmlns:a16="http://schemas.microsoft.com/office/drawing/2014/main" id="{10186313-6ECF-06D3-0D87-A6EA4CB37C80}"/>
                    </a:ext>
                  </a:extLst>
                </p14:cNvPr>
                <p14:cNvContentPartPr/>
                <p14:nvPr/>
              </p14:nvContentPartPr>
              <p14:xfrm>
                <a:off x="1949544" y="6070536"/>
                <a:ext cx="360" cy="360"/>
              </p14:xfrm>
            </p:contentPart>
          </mc:Choice>
          <mc:Fallback xmlns="">
            <p:pic>
              <p:nvPicPr>
                <p:cNvPr id="298" name="Ink 297">
                  <a:extLst>
                    <a:ext uri="{FF2B5EF4-FFF2-40B4-BE49-F238E27FC236}">
                      <a16:creationId xmlns:a16="http://schemas.microsoft.com/office/drawing/2014/main" id="{10186313-6ECF-06D3-0D87-A6EA4CB37C80}"/>
                    </a:ext>
                  </a:extLst>
                </p:cNvPr>
                <p:cNvPicPr/>
                <p:nvPr/>
              </p:nvPicPr>
              <p:blipFill>
                <a:blip r:embed="rId143"/>
                <a:stretch>
                  <a:fillRect/>
                </a:stretch>
              </p:blipFill>
              <p:spPr>
                <a:xfrm>
                  <a:off x="1945224" y="606621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99" name="Ink 298">
                  <a:extLst>
                    <a:ext uri="{FF2B5EF4-FFF2-40B4-BE49-F238E27FC236}">
                      <a16:creationId xmlns:a16="http://schemas.microsoft.com/office/drawing/2014/main" id="{266DCF91-5F1F-FA23-8C7B-40A065E36563}"/>
                    </a:ext>
                  </a:extLst>
                </p14:cNvPr>
                <p14:cNvContentPartPr/>
                <p14:nvPr/>
              </p14:nvContentPartPr>
              <p14:xfrm>
                <a:off x="1926144" y="6011496"/>
                <a:ext cx="155520" cy="166680"/>
              </p14:xfrm>
            </p:contentPart>
          </mc:Choice>
          <mc:Fallback xmlns="">
            <p:pic>
              <p:nvPicPr>
                <p:cNvPr id="299" name="Ink 298">
                  <a:extLst>
                    <a:ext uri="{FF2B5EF4-FFF2-40B4-BE49-F238E27FC236}">
                      <a16:creationId xmlns:a16="http://schemas.microsoft.com/office/drawing/2014/main" id="{266DCF91-5F1F-FA23-8C7B-40A065E36563}"/>
                    </a:ext>
                  </a:extLst>
                </p:cNvPr>
                <p:cNvPicPr/>
                <p:nvPr/>
              </p:nvPicPr>
              <p:blipFill>
                <a:blip r:embed="rId460"/>
                <a:stretch>
                  <a:fillRect/>
                </a:stretch>
              </p:blipFill>
              <p:spPr>
                <a:xfrm>
                  <a:off x="1921824" y="6007176"/>
                  <a:ext cx="164160" cy="175320"/>
                </a:xfrm>
                <a:prstGeom prst="rect">
                  <a:avLst/>
                </a:prstGeom>
              </p:spPr>
            </p:pic>
          </mc:Fallback>
        </mc:AlternateContent>
      </p:grpSp>
      <p:grpSp>
        <p:nvGrpSpPr>
          <p:cNvPr id="307" name="Group 306">
            <a:extLst>
              <a:ext uri="{FF2B5EF4-FFF2-40B4-BE49-F238E27FC236}">
                <a16:creationId xmlns:a16="http://schemas.microsoft.com/office/drawing/2014/main" id="{E5E6DC91-8094-D0CC-AB50-7D978728A4CE}"/>
              </a:ext>
            </a:extLst>
          </p:cNvPr>
          <p:cNvGrpSpPr/>
          <p:nvPr/>
        </p:nvGrpSpPr>
        <p:grpSpPr>
          <a:xfrm>
            <a:off x="1835064" y="6427296"/>
            <a:ext cx="734400" cy="381600"/>
            <a:chOff x="1835064" y="6427296"/>
            <a:chExt cx="734400" cy="381600"/>
          </a:xfrm>
        </p:grpSpPr>
        <mc:AlternateContent xmlns:mc="http://schemas.openxmlformats.org/markup-compatibility/2006" xmlns:p14="http://schemas.microsoft.com/office/powerpoint/2010/main">
          <mc:Choice Requires="p14">
            <p:contentPart p14:bwMode="auto" r:id="rId461">
              <p14:nvContentPartPr>
                <p14:cNvPr id="301" name="Ink 300">
                  <a:extLst>
                    <a:ext uri="{FF2B5EF4-FFF2-40B4-BE49-F238E27FC236}">
                      <a16:creationId xmlns:a16="http://schemas.microsoft.com/office/drawing/2014/main" id="{19C2D67F-055A-DB94-B48E-1C43038461D7}"/>
                    </a:ext>
                  </a:extLst>
                </p14:cNvPr>
                <p14:cNvContentPartPr/>
                <p14:nvPr/>
              </p14:nvContentPartPr>
              <p14:xfrm>
                <a:off x="1838664" y="6427296"/>
                <a:ext cx="730800" cy="193320"/>
              </p14:xfrm>
            </p:contentPart>
          </mc:Choice>
          <mc:Fallback xmlns="">
            <p:pic>
              <p:nvPicPr>
                <p:cNvPr id="301" name="Ink 300">
                  <a:extLst>
                    <a:ext uri="{FF2B5EF4-FFF2-40B4-BE49-F238E27FC236}">
                      <a16:creationId xmlns:a16="http://schemas.microsoft.com/office/drawing/2014/main" id="{19C2D67F-055A-DB94-B48E-1C43038461D7}"/>
                    </a:ext>
                  </a:extLst>
                </p:cNvPr>
                <p:cNvPicPr/>
                <p:nvPr/>
              </p:nvPicPr>
              <p:blipFill>
                <a:blip r:embed="rId462"/>
                <a:stretch>
                  <a:fillRect/>
                </a:stretch>
              </p:blipFill>
              <p:spPr>
                <a:xfrm>
                  <a:off x="1834344" y="6422976"/>
                  <a:ext cx="7394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302" name="Ink 301">
                  <a:extLst>
                    <a:ext uri="{FF2B5EF4-FFF2-40B4-BE49-F238E27FC236}">
                      <a16:creationId xmlns:a16="http://schemas.microsoft.com/office/drawing/2014/main" id="{B1A079A7-A895-B4E1-49E5-6F69BFC8AB15}"/>
                    </a:ext>
                  </a:extLst>
                </p14:cNvPr>
                <p14:cNvContentPartPr/>
                <p14:nvPr/>
              </p14:nvContentPartPr>
              <p14:xfrm>
                <a:off x="1835064" y="6702336"/>
                <a:ext cx="61560" cy="106560"/>
              </p14:xfrm>
            </p:contentPart>
          </mc:Choice>
          <mc:Fallback xmlns="">
            <p:pic>
              <p:nvPicPr>
                <p:cNvPr id="302" name="Ink 301">
                  <a:extLst>
                    <a:ext uri="{FF2B5EF4-FFF2-40B4-BE49-F238E27FC236}">
                      <a16:creationId xmlns:a16="http://schemas.microsoft.com/office/drawing/2014/main" id="{B1A079A7-A895-B4E1-49E5-6F69BFC8AB15}"/>
                    </a:ext>
                  </a:extLst>
                </p:cNvPr>
                <p:cNvPicPr/>
                <p:nvPr/>
              </p:nvPicPr>
              <p:blipFill>
                <a:blip r:embed="rId464"/>
                <a:stretch>
                  <a:fillRect/>
                </a:stretch>
              </p:blipFill>
              <p:spPr>
                <a:xfrm>
                  <a:off x="1830744" y="6698016"/>
                  <a:ext cx="702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03" name="Ink 302">
                  <a:extLst>
                    <a:ext uri="{FF2B5EF4-FFF2-40B4-BE49-F238E27FC236}">
                      <a16:creationId xmlns:a16="http://schemas.microsoft.com/office/drawing/2014/main" id="{087D63DA-B854-E571-E19D-649ADC40518A}"/>
                    </a:ext>
                  </a:extLst>
                </p14:cNvPr>
                <p14:cNvContentPartPr/>
                <p14:nvPr/>
              </p14:nvContentPartPr>
              <p14:xfrm>
                <a:off x="1969344" y="6692976"/>
                <a:ext cx="155880" cy="101160"/>
              </p14:xfrm>
            </p:contentPart>
          </mc:Choice>
          <mc:Fallback xmlns="">
            <p:pic>
              <p:nvPicPr>
                <p:cNvPr id="303" name="Ink 302">
                  <a:extLst>
                    <a:ext uri="{FF2B5EF4-FFF2-40B4-BE49-F238E27FC236}">
                      <a16:creationId xmlns:a16="http://schemas.microsoft.com/office/drawing/2014/main" id="{087D63DA-B854-E571-E19D-649ADC40518A}"/>
                    </a:ext>
                  </a:extLst>
                </p:cNvPr>
                <p:cNvPicPr/>
                <p:nvPr/>
              </p:nvPicPr>
              <p:blipFill>
                <a:blip r:embed="rId466"/>
                <a:stretch>
                  <a:fillRect/>
                </a:stretch>
              </p:blipFill>
              <p:spPr>
                <a:xfrm>
                  <a:off x="1965024" y="6688656"/>
                  <a:ext cx="1645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04" name="Ink 303">
                  <a:extLst>
                    <a:ext uri="{FF2B5EF4-FFF2-40B4-BE49-F238E27FC236}">
                      <a16:creationId xmlns:a16="http://schemas.microsoft.com/office/drawing/2014/main" id="{A4C8C5F5-A25B-767E-6296-E0FC232ADE6A}"/>
                    </a:ext>
                  </a:extLst>
                </p14:cNvPr>
                <p14:cNvContentPartPr/>
                <p14:nvPr/>
              </p14:nvContentPartPr>
              <p14:xfrm>
                <a:off x="2194344" y="6615576"/>
                <a:ext cx="25920" cy="167760"/>
              </p14:xfrm>
            </p:contentPart>
          </mc:Choice>
          <mc:Fallback xmlns="">
            <p:pic>
              <p:nvPicPr>
                <p:cNvPr id="304" name="Ink 303">
                  <a:extLst>
                    <a:ext uri="{FF2B5EF4-FFF2-40B4-BE49-F238E27FC236}">
                      <a16:creationId xmlns:a16="http://schemas.microsoft.com/office/drawing/2014/main" id="{A4C8C5F5-A25B-767E-6296-E0FC232ADE6A}"/>
                    </a:ext>
                  </a:extLst>
                </p:cNvPr>
                <p:cNvPicPr/>
                <p:nvPr/>
              </p:nvPicPr>
              <p:blipFill>
                <a:blip r:embed="rId468"/>
                <a:stretch>
                  <a:fillRect/>
                </a:stretch>
              </p:blipFill>
              <p:spPr>
                <a:xfrm>
                  <a:off x="2190024" y="6611256"/>
                  <a:ext cx="345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305" name="Ink 304">
                  <a:extLst>
                    <a:ext uri="{FF2B5EF4-FFF2-40B4-BE49-F238E27FC236}">
                      <a16:creationId xmlns:a16="http://schemas.microsoft.com/office/drawing/2014/main" id="{A9D56DA1-A13B-B16B-5782-4F5A4D25979C}"/>
                    </a:ext>
                  </a:extLst>
                </p14:cNvPr>
                <p14:cNvContentPartPr/>
                <p14:nvPr/>
              </p14:nvContentPartPr>
              <p14:xfrm>
                <a:off x="2164464" y="6686136"/>
                <a:ext cx="185040" cy="78840"/>
              </p14:xfrm>
            </p:contentPart>
          </mc:Choice>
          <mc:Fallback xmlns="">
            <p:pic>
              <p:nvPicPr>
                <p:cNvPr id="305" name="Ink 304">
                  <a:extLst>
                    <a:ext uri="{FF2B5EF4-FFF2-40B4-BE49-F238E27FC236}">
                      <a16:creationId xmlns:a16="http://schemas.microsoft.com/office/drawing/2014/main" id="{A9D56DA1-A13B-B16B-5782-4F5A4D25979C}"/>
                    </a:ext>
                  </a:extLst>
                </p:cNvPr>
                <p:cNvPicPr/>
                <p:nvPr/>
              </p:nvPicPr>
              <p:blipFill>
                <a:blip r:embed="rId470"/>
                <a:stretch>
                  <a:fillRect/>
                </a:stretch>
              </p:blipFill>
              <p:spPr>
                <a:xfrm>
                  <a:off x="2160144" y="6681816"/>
                  <a:ext cx="1936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306" name="Ink 305">
                  <a:extLst>
                    <a:ext uri="{FF2B5EF4-FFF2-40B4-BE49-F238E27FC236}">
                      <a16:creationId xmlns:a16="http://schemas.microsoft.com/office/drawing/2014/main" id="{86C91D74-BB4B-F70E-59A8-A79F3BD7CC67}"/>
                    </a:ext>
                  </a:extLst>
                </p14:cNvPr>
                <p14:cNvContentPartPr/>
                <p14:nvPr/>
              </p14:nvContentPartPr>
              <p14:xfrm>
                <a:off x="2364984" y="6594696"/>
                <a:ext cx="155520" cy="176040"/>
              </p14:xfrm>
            </p:contentPart>
          </mc:Choice>
          <mc:Fallback xmlns="">
            <p:pic>
              <p:nvPicPr>
                <p:cNvPr id="306" name="Ink 305">
                  <a:extLst>
                    <a:ext uri="{FF2B5EF4-FFF2-40B4-BE49-F238E27FC236}">
                      <a16:creationId xmlns:a16="http://schemas.microsoft.com/office/drawing/2014/main" id="{86C91D74-BB4B-F70E-59A8-A79F3BD7CC67}"/>
                    </a:ext>
                  </a:extLst>
                </p:cNvPr>
                <p:cNvPicPr/>
                <p:nvPr/>
              </p:nvPicPr>
              <p:blipFill>
                <a:blip r:embed="rId472"/>
                <a:stretch>
                  <a:fillRect/>
                </a:stretch>
              </p:blipFill>
              <p:spPr>
                <a:xfrm>
                  <a:off x="2360664" y="6590376"/>
                  <a:ext cx="164160" cy="184680"/>
                </a:xfrm>
                <a:prstGeom prst="rect">
                  <a:avLst/>
                </a:prstGeom>
              </p:spPr>
            </p:pic>
          </mc:Fallback>
        </mc:AlternateContent>
      </p:grpSp>
      <p:grpSp>
        <p:nvGrpSpPr>
          <p:cNvPr id="316" name="Group 315">
            <a:extLst>
              <a:ext uri="{FF2B5EF4-FFF2-40B4-BE49-F238E27FC236}">
                <a16:creationId xmlns:a16="http://schemas.microsoft.com/office/drawing/2014/main" id="{2244A554-A122-2134-590D-82046AFCE1DB}"/>
              </a:ext>
            </a:extLst>
          </p:cNvPr>
          <p:cNvGrpSpPr/>
          <p:nvPr/>
        </p:nvGrpSpPr>
        <p:grpSpPr>
          <a:xfrm>
            <a:off x="2699424" y="6370416"/>
            <a:ext cx="2957040" cy="346680"/>
            <a:chOff x="2699424" y="6370416"/>
            <a:chExt cx="2957040" cy="346680"/>
          </a:xfrm>
        </p:grpSpPr>
        <mc:AlternateContent xmlns:mc="http://schemas.openxmlformats.org/markup-compatibility/2006" xmlns:p14="http://schemas.microsoft.com/office/powerpoint/2010/main">
          <mc:Choice Requires="p14">
            <p:contentPart p14:bwMode="auto" r:id="rId473">
              <p14:nvContentPartPr>
                <p14:cNvPr id="308" name="Ink 307">
                  <a:extLst>
                    <a:ext uri="{FF2B5EF4-FFF2-40B4-BE49-F238E27FC236}">
                      <a16:creationId xmlns:a16="http://schemas.microsoft.com/office/drawing/2014/main" id="{9FA543AC-AF4F-1868-CACA-269B2E8B8A65}"/>
                    </a:ext>
                  </a:extLst>
                </p14:cNvPr>
                <p14:cNvContentPartPr/>
                <p14:nvPr/>
              </p14:nvContentPartPr>
              <p14:xfrm>
                <a:off x="2699424" y="6370416"/>
                <a:ext cx="2957040" cy="147600"/>
              </p14:xfrm>
            </p:contentPart>
          </mc:Choice>
          <mc:Fallback xmlns="">
            <p:pic>
              <p:nvPicPr>
                <p:cNvPr id="308" name="Ink 307">
                  <a:extLst>
                    <a:ext uri="{FF2B5EF4-FFF2-40B4-BE49-F238E27FC236}">
                      <a16:creationId xmlns:a16="http://schemas.microsoft.com/office/drawing/2014/main" id="{9FA543AC-AF4F-1868-CACA-269B2E8B8A65}"/>
                    </a:ext>
                  </a:extLst>
                </p:cNvPr>
                <p:cNvPicPr/>
                <p:nvPr/>
              </p:nvPicPr>
              <p:blipFill>
                <a:blip r:embed="rId474"/>
                <a:stretch>
                  <a:fillRect/>
                </a:stretch>
              </p:blipFill>
              <p:spPr>
                <a:xfrm>
                  <a:off x="2695104" y="6366096"/>
                  <a:ext cx="29656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309" name="Ink 308">
                  <a:extLst>
                    <a:ext uri="{FF2B5EF4-FFF2-40B4-BE49-F238E27FC236}">
                      <a16:creationId xmlns:a16="http://schemas.microsoft.com/office/drawing/2014/main" id="{D6698684-026F-3851-F4EB-64C7B6A11FF7}"/>
                    </a:ext>
                  </a:extLst>
                </p14:cNvPr>
                <p14:cNvContentPartPr/>
                <p14:nvPr/>
              </p14:nvContentPartPr>
              <p14:xfrm>
                <a:off x="3361824" y="6613056"/>
                <a:ext cx="154080" cy="104040"/>
              </p14:xfrm>
            </p:contentPart>
          </mc:Choice>
          <mc:Fallback xmlns="">
            <p:pic>
              <p:nvPicPr>
                <p:cNvPr id="309" name="Ink 308">
                  <a:extLst>
                    <a:ext uri="{FF2B5EF4-FFF2-40B4-BE49-F238E27FC236}">
                      <a16:creationId xmlns:a16="http://schemas.microsoft.com/office/drawing/2014/main" id="{D6698684-026F-3851-F4EB-64C7B6A11FF7}"/>
                    </a:ext>
                  </a:extLst>
                </p:cNvPr>
                <p:cNvPicPr/>
                <p:nvPr/>
              </p:nvPicPr>
              <p:blipFill>
                <a:blip r:embed="rId476"/>
                <a:stretch>
                  <a:fillRect/>
                </a:stretch>
              </p:blipFill>
              <p:spPr>
                <a:xfrm>
                  <a:off x="3357504" y="6608736"/>
                  <a:ext cx="1627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10" name="Ink 309">
                  <a:extLst>
                    <a:ext uri="{FF2B5EF4-FFF2-40B4-BE49-F238E27FC236}">
                      <a16:creationId xmlns:a16="http://schemas.microsoft.com/office/drawing/2014/main" id="{3683DD07-E235-661B-E3FC-03367A5114C7}"/>
                    </a:ext>
                  </a:extLst>
                </p14:cNvPr>
                <p14:cNvContentPartPr/>
                <p14:nvPr/>
              </p14:nvContentPartPr>
              <p14:xfrm>
                <a:off x="3547944" y="6626016"/>
                <a:ext cx="136800" cy="72000"/>
              </p14:xfrm>
            </p:contentPart>
          </mc:Choice>
          <mc:Fallback xmlns="">
            <p:pic>
              <p:nvPicPr>
                <p:cNvPr id="310" name="Ink 309">
                  <a:extLst>
                    <a:ext uri="{FF2B5EF4-FFF2-40B4-BE49-F238E27FC236}">
                      <a16:creationId xmlns:a16="http://schemas.microsoft.com/office/drawing/2014/main" id="{3683DD07-E235-661B-E3FC-03367A5114C7}"/>
                    </a:ext>
                  </a:extLst>
                </p:cNvPr>
                <p:cNvPicPr/>
                <p:nvPr/>
              </p:nvPicPr>
              <p:blipFill>
                <a:blip r:embed="rId478"/>
                <a:stretch>
                  <a:fillRect/>
                </a:stretch>
              </p:blipFill>
              <p:spPr>
                <a:xfrm>
                  <a:off x="3543624" y="6621696"/>
                  <a:ext cx="1454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11" name="Ink 310">
                  <a:extLst>
                    <a:ext uri="{FF2B5EF4-FFF2-40B4-BE49-F238E27FC236}">
                      <a16:creationId xmlns:a16="http://schemas.microsoft.com/office/drawing/2014/main" id="{EE05BF1C-5D96-4EE9-B940-FBFF1C47BBA5}"/>
                    </a:ext>
                  </a:extLst>
                </p14:cNvPr>
                <p14:cNvContentPartPr/>
                <p14:nvPr/>
              </p14:nvContentPartPr>
              <p14:xfrm>
                <a:off x="3757464" y="6620976"/>
                <a:ext cx="82080" cy="89280"/>
              </p14:xfrm>
            </p:contentPart>
          </mc:Choice>
          <mc:Fallback xmlns="">
            <p:pic>
              <p:nvPicPr>
                <p:cNvPr id="311" name="Ink 310">
                  <a:extLst>
                    <a:ext uri="{FF2B5EF4-FFF2-40B4-BE49-F238E27FC236}">
                      <a16:creationId xmlns:a16="http://schemas.microsoft.com/office/drawing/2014/main" id="{EE05BF1C-5D96-4EE9-B940-FBFF1C47BBA5}"/>
                    </a:ext>
                  </a:extLst>
                </p:cNvPr>
                <p:cNvPicPr/>
                <p:nvPr/>
              </p:nvPicPr>
              <p:blipFill>
                <a:blip r:embed="rId480"/>
                <a:stretch>
                  <a:fillRect/>
                </a:stretch>
              </p:blipFill>
              <p:spPr>
                <a:xfrm>
                  <a:off x="3753144" y="6616656"/>
                  <a:ext cx="907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12" name="Ink 311">
                  <a:extLst>
                    <a:ext uri="{FF2B5EF4-FFF2-40B4-BE49-F238E27FC236}">
                      <a16:creationId xmlns:a16="http://schemas.microsoft.com/office/drawing/2014/main" id="{47F9C407-1F9A-3448-6297-1A2AB9813478}"/>
                    </a:ext>
                  </a:extLst>
                </p14:cNvPr>
                <p14:cNvContentPartPr/>
                <p14:nvPr/>
              </p14:nvContentPartPr>
              <p14:xfrm>
                <a:off x="3930624" y="6584256"/>
                <a:ext cx="197640" cy="83520"/>
              </p14:xfrm>
            </p:contentPart>
          </mc:Choice>
          <mc:Fallback xmlns="">
            <p:pic>
              <p:nvPicPr>
                <p:cNvPr id="312" name="Ink 311">
                  <a:extLst>
                    <a:ext uri="{FF2B5EF4-FFF2-40B4-BE49-F238E27FC236}">
                      <a16:creationId xmlns:a16="http://schemas.microsoft.com/office/drawing/2014/main" id="{47F9C407-1F9A-3448-6297-1A2AB9813478}"/>
                    </a:ext>
                  </a:extLst>
                </p:cNvPr>
                <p:cNvPicPr/>
                <p:nvPr/>
              </p:nvPicPr>
              <p:blipFill>
                <a:blip r:embed="rId482"/>
                <a:stretch>
                  <a:fillRect/>
                </a:stretch>
              </p:blipFill>
              <p:spPr>
                <a:xfrm>
                  <a:off x="3926304" y="6579936"/>
                  <a:ext cx="2062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313" name="Ink 312">
                  <a:extLst>
                    <a:ext uri="{FF2B5EF4-FFF2-40B4-BE49-F238E27FC236}">
                      <a16:creationId xmlns:a16="http://schemas.microsoft.com/office/drawing/2014/main" id="{90332A4A-8B8B-76B4-68B6-EA78D8D06327}"/>
                    </a:ext>
                  </a:extLst>
                </p14:cNvPr>
                <p14:cNvContentPartPr/>
                <p14:nvPr/>
              </p14:nvContentPartPr>
              <p14:xfrm>
                <a:off x="4234104" y="6504696"/>
                <a:ext cx="37440" cy="144720"/>
              </p14:xfrm>
            </p:contentPart>
          </mc:Choice>
          <mc:Fallback xmlns="">
            <p:pic>
              <p:nvPicPr>
                <p:cNvPr id="313" name="Ink 312">
                  <a:extLst>
                    <a:ext uri="{FF2B5EF4-FFF2-40B4-BE49-F238E27FC236}">
                      <a16:creationId xmlns:a16="http://schemas.microsoft.com/office/drawing/2014/main" id="{90332A4A-8B8B-76B4-68B6-EA78D8D06327}"/>
                    </a:ext>
                  </a:extLst>
                </p:cNvPr>
                <p:cNvPicPr/>
                <p:nvPr/>
              </p:nvPicPr>
              <p:blipFill>
                <a:blip r:embed="rId484"/>
                <a:stretch>
                  <a:fillRect/>
                </a:stretch>
              </p:blipFill>
              <p:spPr>
                <a:xfrm>
                  <a:off x="4229784" y="6500376"/>
                  <a:ext cx="460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14" name="Ink 313">
                  <a:extLst>
                    <a:ext uri="{FF2B5EF4-FFF2-40B4-BE49-F238E27FC236}">
                      <a16:creationId xmlns:a16="http://schemas.microsoft.com/office/drawing/2014/main" id="{F1641E36-C033-A31D-C9C4-5B9BC25D4871}"/>
                    </a:ext>
                  </a:extLst>
                </p14:cNvPr>
                <p14:cNvContentPartPr/>
                <p14:nvPr/>
              </p14:nvContentPartPr>
              <p14:xfrm>
                <a:off x="4215744" y="6573456"/>
                <a:ext cx="293760" cy="71640"/>
              </p14:xfrm>
            </p:contentPart>
          </mc:Choice>
          <mc:Fallback xmlns="">
            <p:pic>
              <p:nvPicPr>
                <p:cNvPr id="314" name="Ink 313">
                  <a:extLst>
                    <a:ext uri="{FF2B5EF4-FFF2-40B4-BE49-F238E27FC236}">
                      <a16:creationId xmlns:a16="http://schemas.microsoft.com/office/drawing/2014/main" id="{F1641E36-C033-A31D-C9C4-5B9BC25D4871}"/>
                    </a:ext>
                  </a:extLst>
                </p:cNvPr>
                <p:cNvPicPr/>
                <p:nvPr/>
              </p:nvPicPr>
              <p:blipFill>
                <a:blip r:embed="rId486"/>
                <a:stretch>
                  <a:fillRect/>
                </a:stretch>
              </p:blipFill>
              <p:spPr>
                <a:xfrm>
                  <a:off x="4211424" y="6569136"/>
                  <a:ext cx="3024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15" name="Ink 314">
                  <a:extLst>
                    <a:ext uri="{FF2B5EF4-FFF2-40B4-BE49-F238E27FC236}">
                      <a16:creationId xmlns:a16="http://schemas.microsoft.com/office/drawing/2014/main" id="{FE0D8DDB-2622-371F-779C-621E308639F7}"/>
                    </a:ext>
                  </a:extLst>
                </p14:cNvPr>
                <p14:cNvContentPartPr/>
                <p14:nvPr/>
              </p14:nvContentPartPr>
              <p14:xfrm>
                <a:off x="4541184" y="6448176"/>
                <a:ext cx="268560" cy="222120"/>
              </p14:xfrm>
            </p:contentPart>
          </mc:Choice>
          <mc:Fallback xmlns="">
            <p:pic>
              <p:nvPicPr>
                <p:cNvPr id="315" name="Ink 314">
                  <a:extLst>
                    <a:ext uri="{FF2B5EF4-FFF2-40B4-BE49-F238E27FC236}">
                      <a16:creationId xmlns:a16="http://schemas.microsoft.com/office/drawing/2014/main" id="{FE0D8DDB-2622-371F-779C-621E308639F7}"/>
                    </a:ext>
                  </a:extLst>
                </p:cNvPr>
                <p:cNvPicPr/>
                <p:nvPr/>
              </p:nvPicPr>
              <p:blipFill>
                <a:blip r:embed="rId488"/>
                <a:stretch>
                  <a:fillRect/>
                </a:stretch>
              </p:blipFill>
              <p:spPr>
                <a:xfrm>
                  <a:off x="4536864" y="6443856"/>
                  <a:ext cx="277200" cy="230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9">
            <p14:nvContentPartPr>
              <p14:cNvPr id="318" name="Ink 317">
                <a:extLst>
                  <a:ext uri="{FF2B5EF4-FFF2-40B4-BE49-F238E27FC236}">
                    <a16:creationId xmlns:a16="http://schemas.microsoft.com/office/drawing/2014/main" id="{253BB064-EE3F-7FCF-1205-91636C622C94}"/>
                  </a:ext>
                </a:extLst>
              </p14:cNvPr>
              <p14:cNvContentPartPr/>
              <p14:nvPr/>
            </p14:nvContentPartPr>
            <p14:xfrm>
              <a:off x="1670184" y="2338776"/>
              <a:ext cx="14040" cy="85680"/>
            </p14:xfrm>
          </p:contentPart>
        </mc:Choice>
        <mc:Fallback xmlns="">
          <p:pic>
            <p:nvPicPr>
              <p:cNvPr id="318" name="Ink 317">
                <a:extLst>
                  <a:ext uri="{FF2B5EF4-FFF2-40B4-BE49-F238E27FC236}">
                    <a16:creationId xmlns:a16="http://schemas.microsoft.com/office/drawing/2014/main" id="{253BB064-EE3F-7FCF-1205-91636C622C94}"/>
                  </a:ext>
                </a:extLst>
              </p:cNvPr>
              <p:cNvPicPr/>
              <p:nvPr/>
            </p:nvPicPr>
            <p:blipFill>
              <a:blip r:embed="rId490"/>
              <a:stretch>
                <a:fillRect/>
              </a:stretch>
            </p:blipFill>
            <p:spPr>
              <a:xfrm>
                <a:off x="1665864" y="2334456"/>
                <a:ext cx="226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19" name="Ink 318">
                <a:extLst>
                  <a:ext uri="{FF2B5EF4-FFF2-40B4-BE49-F238E27FC236}">
                    <a16:creationId xmlns:a16="http://schemas.microsoft.com/office/drawing/2014/main" id="{D8CB8B69-04C3-5248-B1D5-0D10D97E2AF0}"/>
                  </a:ext>
                </a:extLst>
              </p14:cNvPr>
              <p14:cNvContentPartPr/>
              <p14:nvPr/>
            </p14:nvContentPartPr>
            <p14:xfrm>
              <a:off x="1949544" y="2960136"/>
              <a:ext cx="66240" cy="78120"/>
            </p14:xfrm>
          </p:contentPart>
        </mc:Choice>
        <mc:Fallback xmlns="">
          <p:pic>
            <p:nvPicPr>
              <p:cNvPr id="319" name="Ink 318">
                <a:extLst>
                  <a:ext uri="{FF2B5EF4-FFF2-40B4-BE49-F238E27FC236}">
                    <a16:creationId xmlns:a16="http://schemas.microsoft.com/office/drawing/2014/main" id="{D8CB8B69-04C3-5248-B1D5-0D10D97E2AF0}"/>
                  </a:ext>
                </a:extLst>
              </p:cNvPr>
              <p:cNvPicPr/>
              <p:nvPr/>
            </p:nvPicPr>
            <p:blipFill>
              <a:blip r:embed="rId492"/>
              <a:stretch>
                <a:fillRect/>
              </a:stretch>
            </p:blipFill>
            <p:spPr>
              <a:xfrm>
                <a:off x="1945224" y="2955816"/>
                <a:ext cx="74880" cy="86760"/>
              </a:xfrm>
              <a:prstGeom prst="rect">
                <a:avLst/>
              </a:prstGeom>
            </p:spPr>
          </p:pic>
        </mc:Fallback>
      </mc:AlternateContent>
      <p:grpSp>
        <p:nvGrpSpPr>
          <p:cNvPr id="323" name="Group 322">
            <a:extLst>
              <a:ext uri="{FF2B5EF4-FFF2-40B4-BE49-F238E27FC236}">
                <a16:creationId xmlns:a16="http://schemas.microsoft.com/office/drawing/2014/main" id="{95246C6D-0E7F-5D24-2C1C-04746F282680}"/>
              </a:ext>
            </a:extLst>
          </p:cNvPr>
          <p:cNvGrpSpPr/>
          <p:nvPr/>
        </p:nvGrpSpPr>
        <p:grpSpPr>
          <a:xfrm>
            <a:off x="2289024" y="2760336"/>
            <a:ext cx="222480" cy="314280"/>
            <a:chOff x="2289024" y="2760336"/>
            <a:chExt cx="222480" cy="314280"/>
          </a:xfrm>
        </p:grpSpPr>
        <mc:AlternateContent xmlns:mc="http://schemas.openxmlformats.org/markup-compatibility/2006" xmlns:p14="http://schemas.microsoft.com/office/powerpoint/2010/main">
          <mc:Choice Requires="p14">
            <p:contentPart p14:bwMode="auto" r:id="rId493">
              <p14:nvContentPartPr>
                <p14:cNvPr id="227" name="Ink 226">
                  <a:extLst>
                    <a:ext uri="{FF2B5EF4-FFF2-40B4-BE49-F238E27FC236}">
                      <a16:creationId xmlns:a16="http://schemas.microsoft.com/office/drawing/2014/main" id="{EA86F8EC-E3A9-9C9C-A890-91FC4DC2A64D}"/>
                    </a:ext>
                  </a:extLst>
                </p14:cNvPr>
                <p14:cNvContentPartPr/>
                <p14:nvPr/>
              </p14:nvContentPartPr>
              <p14:xfrm>
                <a:off x="2347704" y="2760336"/>
                <a:ext cx="59760" cy="276840"/>
              </p14:xfrm>
            </p:contentPart>
          </mc:Choice>
          <mc:Fallback xmlns="">
            <p:pic>
              <p:nvPicPr>
                <p:cNvPr id="227" name="Ink 226">
                  <a:extLst>
                    <a:ext uri="{FF2B5EF4-FFF2-40B4-BE49-F238E27FC236}">
                      <a16:creationId xmlns:a16="http://schemas.microsoft.com/office/drawing/2014/main" id="{EA86F8EC-E3A9-9C9C-A890-91FC4DC2A64D}"/>
                    </a:ext>
                  </a:extLst>
                </p:cNvPr>
                <p:cNvPicPr/>
                <p:nvPr/>
              </p:nvPicPr>
              <p:blipFill>
                <a:blip r:embed="rId494"/>
                <a:stretch>
                  <a:fillRect/>
                </a:stretch>
              </p:blipFill>
              <p:spPr>
                <a:xfrm>
                  <a:off x="2343384" y="2756016"/>
                  <a:ext cx="6840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228" name="Ink 227">
                  <a:extLst>
                    <a:ext uri="{FF2B5EF4-FFF2-40B4-BE49-F238E27FC236}">
                      <a16:creationId xmlns:a16="http://schemas.microsoft.com/office/drawing/2014/main" id="{3218492E-EEC9-3046-06EF-03063CE6E0D7}"/>
                    </a:ext>
                  </a:extLst>
                </p14:cNvPr>
                <p14:cNvContentPartPr/>
                <p14:nvPr/>
              </p14:nvContentPartPr>
              <p14:xfrm>
                <a:off x="2289024" y="2969496"/>
                <a:ext cx="55080" cy="105120"/>
              </p14:xfrm>
            </p:contentPart>
          </mc:Choice>
          <mc:Fallback xmlns="">
            <p:pic>
              <p:nvPicPr>
                <p:cNvPr id="228" name="Ink 227">
                  <a:extLst>
                    <a:ext uri="{FF2B5EF4-FFF2-40B4-BE49-F238E27FC236}">
                      <a16:creationId xmlns:a16="http://schemas.microsoft.com/office/drawing/2014/main" id="{3218492E-EEC9-3046-06EF-03063CE6E0D7}"/>
                    </a:ext>
                  </a:extLst>
                </p:cNvPr>
                <p:cNvPicPr/>
                <p:nvPr/>
              </p:nvPicPr>
              <p:blipFill>
                <a:blip r:embed="rId496"/>
                <a:stretch>
                  <a:fillRect/>
                </a:stretch>
              </p:blipFill>
              <p:spPr>
                <a:xfrm>
                  <a:off x="2284704" y="2965176"/>
                  <a:ext cx="637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229" name="Ink 228">
                  <a:extLst>
                    <a:ext uri="{FF2B5EF4-FFF2-40B4-BE49-F238E27FC236}">
                      <a16:creationId xmlns:a16="http://schemas.microsoft.com/office/drawing/2014/main" id="{9B2F7C5C-03DA-F684-5EF0-4BBE974BBB52}"/>
                    </a:ext>
                  </a:extLst>
                </p14:cNvPr>
                <p14:cNvContentPartPr/>
                <p14:nvPr/>
              </p14:nvContentPartPr>
              <p14:xfrm>
                <a:off x="2353824" y="3001896"/>
                <a:ext cx="73800" cy="66240"/>
              </p14:xfrm>
            </p:contentPart>
          </mc:Choice>
          <mc:Fallback xmlns="">
            <p:pic>
              <p:nvPicPr>
                <p:cNvPr id="229" name="Ink 228">
                  <a:extLst>
                    <a:ext uri="{FF2B5EF4-FFF2-40B4-BE49-F238E27FC236}">
                      <a16:creationId xmlns:a16="http://schemas.microsoft.com/office/drawing/2014/main" id="{9B2F7C5C-03DA-F684-5EF0-4BBE974BBB52}"/>
                    </a:ext>
                  </a:extLst>
                </p:cNvPr>
                <p:cNvPicPr/>
                <p:nvPr/>
              </p:nvPicPr>
              <p:blipFill>
                <a:blip r:embed="rId498"/>
                <a:stretch>
                  <a:fillRect/>
                </a:stretch>
              </p:blipFill>
              <p:spPr>
                <a:xfrm>
                  <a:off x="2349504" y="2997576"/>
                  <a:ext cx="824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320" name="Ink 319">
                  <a:extLst>
                    <a:ext uri="{FF2B5EF4-FFF2-40B4-BE49-F238E27FC236}">
                      <a16:creationId xmlns:a16="http://schemas.microsoft.com/office/drawing/2014/main" id="{665475CF-7CB0-CB30-EA70-66F953975A68}"/>
                    </a:ext>
                  </a:extLst>
                </p14:cNvPr>
                <p14:cNvContentPartPr/>
                <p14:nvPr/>
              </p14:nvContentPartPr>
              <p14:xfrm>
                <a:off x="2506464" y="2936016"/>
                <a:ext cx="5040" cy="75600"/>
              </p14:xfrm>
            </p:contentPart>
          </mc:Choice>
          <mc:Fallback xmlns="">
            <p:pic>
              <p:nvPicPr>
                <p:cNvPr id="320" name="Ink 319">
                  <a:extLst>
                    <a:ext uri="{FF2B5EF4-FFF2-40B4-BE49-F238E27FC236}">
                      <a16:creationId xmlns:a16="http://schemas.microsoft.com/office/drawing/2014/main" id="{665475CF-7CB0-CB30-EA70-66F953975A68}"/>
                    </a:ext>
                  </a:extLst>
                </p:cNvPr>
                <p:cNvPicPr/>
                <p:nvPr/>
              </p:nvPicPr>
              <p:blipFill>
                <a:blip r:embed="rId500"/>
                <a:stretch>
                  <a:fillRect/>
                </a:stretch>
              </p:blipFill>
              <p:spPr>
                <a:xfrm>
                  <a:off x="2502144" y="2931696"/>
                  <a:ext cx="13680" cy="84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1">
            <p14:nvContentPartPr>
              <p14:cNvPr id="321" name="Ink 320">
                <a:extLst>
                  <a:ext uri="{FF2B5EF4-FFF2-40B4-BE49-F238E27FC236}">
                    <a16:creationId xmlns:a16="http://schemas.microsoft.com/office/drawing/2014/main" id="{73E0D0D9-2AA0-BC53-A38B-1A3193E0E206}"/>
                  </a:ext>
                </a:extLst>
              </p14:cNvPr>
              <p14:cNvContentPartPr/>
              <p14:nvPr/>
            </p14:nvContentPartPr>
            <p14:xfrm>
              <a:off x="2949984" y="2910456"/>
              <a:ext cx="97200" cy="89640"/>
            </p14:xfrm>
          </p:contentPart>
        </mc:Choice>
        <mc:Fallback xmlns="">
          <p:pic>
            <p:nvPicPr>
              <p:cNvPr id="321" name="Ink 320">
                <a:extLst>
                  <a:ext uri="{FF2B5EF4-FFF2-40B4-BE49-F238E27FC236}">
                    <a16:creationId xmlns:a16="http://schemas.microsoft.com/office/drawing/2014/main" id="{73E0D0D9-2AA0-BC53-A38B-1A3193E0E206}"/>
                  </a:ext>
                </a:extLst>
              </p:cNvPr>
              <p:cNvPicPr/>
              <p:nvPr/>
            </p:nvPicPr>
            <p:blipFill>
              <a:blip r:embed="rId502"/>
              <a:stretch>
                <a:fillRect/>
              </a:stretch>
            </p:blipFill>
            <p:spPr>
              <a:xfrm>
                <a:off x="2945664" y="2906136"/>
                <a:ext cx="1058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22" name="Ink 321">
                <a:extLst>
                  <a:ext uri="{FF2B5EF4-FFF2-40B4-BE49-F238E27FC236}">
                    <a16:creationId xmlns:a16="http://schemas.microsoft.com/office/drawing/2014/main" id="{009A49F3-CCBC-D83A-925A-390CC69A3C50}"/>
                  </a:ext>
                </a:extLst>
              </p14:cNvPr>
              <p14:cNvContentPartPr/>
              <p14:nvPr/>
            </p14:nvContentPartPr>
            <p14:xfrm>
              <a:off x="3531744" y="2887416"/>
              <a:ext cx="64080" cy="105480"/>
            </p14:xfrm>
          </p:contentPart>
        </mc:Choice>
        <mc:Fallback xmlns="">
          <p:pic>
            <p:nvPicPr>
              <p:cNvPr id="322" name="Ink 321">
                <a:extLst>
                  <a:ext uri="{FF2B5EF4-FFF2-40B4-BE49-F238E27FC236}">
                    <a16:creationId xmlns:a16="http://schemas.microsoft.com/office/drawing/2014/main" id="{009A49F3-CCBC-D83A-925A-390CC69A3C50}"/>
                  </a:ext>
                </a:extLst>
              </p:cNvPr>
              <p:cNvPicPr/>
              <p:nvPr/>
            </p:nvPicPr>
            <p:blipFill>
              <a:blip r:embed="rId504"/>
              <a:stretch>
                <a:fillRect/>
              </a:stretch>
            </p:blipFill>
            <p:spPr>
              <a:xfrm>
                <a:off x="3527424" y="2883096"/>
                <a:ext cx="72720" cy="114120"/>
              </a:xfrm>
              <a:prstGeom prst="rect">
                <a:avLst/>
              </a:prstGeom>
            </p:spPr>
          </p:pic>
        </mc:Fallback>
      </mc:AlternateContent>
      <p:grpSp>
        <p:nvGrpSpPr>
          <p:cNvPr id="327" name="Group 326">
            <a:extLst>
              <a:ext uri="{FF2B5EF4-FFF2-40B4-BE49-F238E27FC236}">
                <a16:creationId xmlns:a16="http://schemas.microsoft.com/office/drawing/2014/main" id="{DCEECC14-0AED-90D8-28F8-275EB675496E}"/>
              </a:ext>
            </a:extLst>
          </p:cNvPr>
          <p:cNvGrpSpPr/>
          <p:nvPr/>
        </p:nvGrpSpPr>
        <p:grpSpPr>
          <a:xfrm>
            <a:off x="4975704" y="2781216"/>
            <a:ext cx="489960" cy="126000"/>
            <a:chOff x="4975704" y="2781216"/>
            <a:chExt cx="489960" cy="126000"/>
          </a:xfrm>
        </p:grpSpPr>
        <mc:AlternateContent xmlns:mc="http://schemas.openxmlformats.org/markup-compatibility/2006" xmlns:p14="http://schemas.microsoft.com/office/powerpoint/2010/main">
          <mc:Choice Requires="p14">
            <p:contentPart p14:bwMode="auto" r:id="rId505">
              <p14:nvContentPartPr>
                <p14:cNvPr id="324" name="Ink 323">
                  <a:extLst>
                    <a:ext uri="{FF2B5EF4-FFF2-40B4-BE49-F238E27FC236}">
                      <a16:creationId xmlns:a16="http://schemas.microsoft.com/office/drawing/2014/main" id="{BC083B2F-9F76-53FF-B6F7-1F267AB8F00F}"/>
                    </a:ext>
                  </a:extLst>
                </p14:cNvPr>
                <p14:cNvContentPartPr/>
                <p14:nvPr/>
              </p14:nvContentPartPr>
              <p14:xfrm>
                <a:off x="4975704" y="2816856"/>
                <a:ext cx="95040" cy="90360"/>
              </p14:xfrm>
            </p:contentPart>
          </mc:Choice>
          <mc:Fallback xmlns="">
            <p:pic>
              <p:nvPicPr>
                <p:cNvPr id="324" name="Ink 323">
                  <a:extLst>
                    <a:ext uri="{FF2B5EF4-FFF2-40B4-BE49-F238E27FC236}">
                      <a16:creationId xmlns:a16="http://schemas.microsoft.com/office/drawing/2014/main" id="{BC083B2F-9F76-53FF-B6F7-1F267AB8F00F}"/>
                    </a:ext>
                  </a:extLst>
                </p:cNvPr>
                <p:cNvPicPr/>
                <p:nvPr/>
              </p:nvPicPr>
              <p:blipFill>
                <a:blip r:embed="rId506"/>
                <a:stretch>
                  <a:fillRect/>
                </a:stretch>
              </p:blipFill>
              <p:spPr>
                <a:xfrm>
                  <a:off x="4971384" y="2812536"/>
                  <a:ext cx="1036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25" name="Ink 324">
                  <a:extLst>
                    <a:ext uri="{FF2B5EF4-FFF2-40B4-BE49-F238E27FC236}">
                      <a16:creationId xmlns:a16="http://schemas.microsoft.com/office/drawing/2014/main" id="{53C48A04-4657-2DDE-58A4-075FED3DF515}"/>
                    </a:ext>
                  </a:extLst>
                </p14:cNvPr>
                <p14:cNvContentPartPr/>
                <p14:nvPr/>
              </p14:nvContentPartPr>
              <p14:xfrm>
                <a:off x="5175144" y="2850696"/>
                <a:ext cx="137880" cy="5040"/>
              </p14:xfrm>
            </p:contentPart>
          </mc:Choice>
          <mc:Fallback xmlns="">
            <p:pic>
              <p:nvPicPr>
                <p:cNvPr id="325" name="Ink 324">
                  <a:extLst>
                    <a:ext uri="{FF2B5EF4-FFF2-40B4-BE49-F238E27FC236}">
                      <a16:creationId xmlns:a16="http://schemas.microsoft.com/office/drawing/2014/main" id="{53C48A04-4657-2DDE-58A4-075FED3DF515}"/>
                    </a:ext>
                  </a:extLst>
                </p:cNvPr>
                <p:cNvPicPr/>
                <p:nvPr/>
              </p:nvPicPr>
              <p:blipFill>
                <a:blip r:embed="rId508"/>
                <a:stretch>
                  <a:fillRect/>
                </a:stretch>
              </p:blipFill>
              <p:spPr>
                <a:xfrm>
                  <a:off x="5170824" y="2846376"/>
                  <a:ext cx="14652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26" name="Ink 325">
                  <a:extLst>
                    <a:ext uri="{FF2B5EF4-FFF2-40B4-BE49-F238E27FC236}">
                      <a16:creationId xmlns:a16="http://schemas.microsoft.com/office/drawing/2014/main" id="{EB0AF4E8-8949-AEF8-24BF-BDD8F6DD5FDC}"/>
                    </a:ext>
                  </a:extLst>
                </p14:cNvPr>
                <p14:cNvContentPartPr/>
                <p14:nvPr/>
              </p14:nvContentPartPr>
              <p14:xfrm>
                <a:off x="5446584" y="2781216"/>
                <a:ext cx="19080" cy="109080"/>
              </p14:xfrm>
            </p:contentPart>
          </mc:Choice>
          <mc:Fallback xmlns="">
            <p:pic>
              <p:nvPicPr>
                <p:cNvPr id="326" name="Ink 325">
                  <a:extLst>
                    <a:ext uri="{FF2B5EF4-FFF2-40B4-BE49-F238E27FC236}">
                      <a16:creationId xmlns:a16="http://schemas.microsoft.com/office/drawing/2014/main" id="{EB0AF4E8-8949-AEF8-24BF-BDD8F6DD5FDC}"/>
                    </a:ext>
                  </a:extLst>
                </p:cNvPr>
                <p:cNvPicPr/>
                <p:nvPr/>
              </p:nvPicPr>
              <p:blipFill>
                <a:blip r:embed="rId510"/>
                <a:stretch>
                  <a:fillRect/>
                </a:stretch>
              </p:blipFill>
              <p:spPr>
                <a:xfrm>
                  <a:off x="5442264" y="2776896"/>
                  <a:ext cx="27720" cy="117720"/>
                </a:xfrm>
                <a:prstGeom prst="rect">
                  <a:avLst/>
                </a:prstGeom>
              </p:spPr>
            </p:pic>
          </mc:Fallback>
        </mc:AlternateContent>
      </p:grpSp>
      <p:grpSp>
        <p:nvGrpSpPr>
          <p:cNvPr id="334" name="Group 333">
            <a:extLst>
              <a:ext uri="{FF2B5EF4-FFF2-40B4-BE49-F238E27FC236}">
                <a16:creationId xmlns:a16="http://schemas.microsoft.com/office/drawing/2014/main" id="{97F2CB9A-1377-4E37-F0E1-3A3522C278B8}"/>
              </a:ext>
            </a:extLst>
          </p:cNvPr>
          <p:cNvGrpSpPr/>
          <p:nvPr/>
        </p:nvGrpSpPr>
        <p:grpSpPr>
          <a:xfrm>
            <a:off x="3749184" y="2844216"/>
            <a:ext cx="848160" cy="88560"/>
            <a:chOff x="3749184" y="2844216"/>
            <a:chExt cx="848160" cy="88560"/>
          </a:xfrm>
        </p:grpSpPr>
        <mc:AlternateContent xmlns:mc="http://schemas.openxmlformats.org/markup-compatibility/2006" xmlns:p14="http://schemas.microsoft.com/office/powerpoint/2010/main">
          <mc:Choice Requires="p14">
            <p:contentPart p14:bwMode="auto" r:id="rId511">
              <p14:nvContentPartPr>
                <p14:cNvPr id="328" name="Ink 327">
                  <a:extLst>
                    <a:ext uri="{FF2B5EF4-FFF2-40B4-BE49-F238E27FC236}">
                      <a16:creationId xmlns:a16="http://schemas.microsoft.com/office/drawing/2014/main" id="{ADACAE33-CF66-FF6C-D604-B815B9F035AB}"/>
                    </a:ext>
                  </a:extLst>
                </p14:cNvPr>
                <p14:cNvContentPartPr/>
                <p14:nvPr/>
              </p14:nvContentPartPr>
              <p14:xfrm>
                <a:off x="4125384" y="2846016"/>
                <a:ext cx="132480" cy="83160"/>
              </p14:xfrm>
            </p:contentPart>
          </mc:Choice>
          <mc:Fallback xmlns="">
            <p:pic>
              <p:nvPicPr>
                <p:cNvPr id="328" name="Ink 327">
                  <a:extLst>
                    <a:ext uri="{FF2B5EF4-FFF2-40B4-BE49-F238E27FC236}">
                      <a16:creationId xmlns:a16="http://schemas.microsoft.com/office/drawing/2014/main" id="{ADACAE33-CF66-FF6C-D604-B815B9F035AB}"/>
                    </a:ext>
                  </a:extLst>
                </p:cNvPr>
                <p:cNvPicPr/>
                <p:nvPr/>
              </p:nvPicPr>
              <p:blipFill>
                <a:blip r:embed="rId512"/>
                <a:stretch>
                  <a:fillRect/>
                </a:stretch>
              </p:blipFill>
              <p:spPr>
                <a:xfrm>
                  <a:off x="4121064" y="2841696"/>
                  <a:ext cx="1411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29" name="Ink 328">
                  <a:extLst>
                    <a:ext uri="{FF2B5EF4-FFF2-40B4-BE49-F238E27FC236}">
                      <a16:creationId xmlns:a16="http://schemas.microsoft.com/office/drawing/2014/main" id="{F9F71979-E168-1A79-FB34-9F13510D501A}"/>
                    </a:ext>
                  </a:extLst>
                </p14:cNvPr>
                <p14:cNvContentPartPr/>
                <p14:nvPr/>
              </p14:nvContentPartPr>
              <p14:xfrm>
                <a:off x="4343184" y="2887056"/>
                <a:ext cx="74520" cy="9000"/>
              </p14:xfrm>
            </p:contentPart>
          </mc:Choice>
          <mc:Fallback xmlns="">
            <p:pic>
              <p:nvPicPr>
                <p:cNvPr id="329" name="Ink 328">
                  <a:extLst>
                    <a:ext uri="{FF2B5EF4-FFF2-40B4-BE49-F238E27FC236}">
                      <a16:creationId xmlns:a16="http://schemas.microsoft.com/office/drawing/2014/main" id="{F9F71979-E168-1A79-FB34-9F13510D501A}"/>
                    </a:ext>
                  </a:extLst>
                </p:cNvPr>
                <p:cNvPicPr/>
                <p:nvPr/>
              </p:nvPicPr>
              <p:blipFill>
                <a:blip r:embed="rId514"/>
                <a:stretch>
                  <a:fillRect/>
                </a:stretch>
              </p:blipFill>
              <p:spPr>
                <a:xfrm>
                  <a:off x="4338864" y="2882736"/>
                  <a:ext cx="8316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30" name="Ink 329">
                  <a:extLst>
                    <a:ext uri="{FF2B5EF4-FFF2-40B4-BE49-F238E27FC236}">
                      <a16:creationId xmlns:a16="http://schemas.microsoft.com/office/drawing/2014/main" id="{B5D75753-216B-F9A9-D0A3-B59C1380F3AF}"/>
                    </a:ext>
                  </a:extLst>
                </p14:cNvPr>
                <p14:cNvContentPartPr/>
                <p14:nvPr/>
              </p14:nvContentPartPr>
              <p14:xfrm>
                <a:off x="4525344" y="2844216"/>
                <a:ext cx="72000" cy="81720"/>
              </p14:xfrm>
            </p:contentPart>
          </mc:Choice>
          <mc:Fallback xmlns="">
            <p:pic>
              <p:nvPicPr>
                <p:cNvPr id="330" name="Ink 329">
                  <a:extLst>
                    <a:ext uri="{FF2B5EF4-FFF2-40B4-BE49-F238E27FC236}">
                      <a16:creationId xmlns:a16="http://schemas.microsoft.com/office/drawing/2014/main" id="{B5D75753-216B-F9A9-D0A3-B59C1380F3AF}"/>
                    </a:ext>
                  </a:extLst>
                </p:cNvPr>
                <p:cNvPicPr/>
                <p:nvPr/>
              </p:nvPicPr>
              <p:blipFill>
                <a:blip r:embed="rId516"/>
                <a:stretch>
                  <a:fillRect/>
                </a:stretch>
              </p:blipFill>
              <p:spPr>
                <a:xfrm>
                  <a:off x="4521024" y="2839896"/>
                  <a:ext cx="806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331" name="Ink 330">
                  <a:extLst>
                    <a:ext uri="{FF2B5EF4-FFF2-40B4-BE49-F238E27FC236}">
                      <a16:creationId xmlns:a16="http://schemas.microsoft.com/office/drawing/2014/main" id="{B4FAEE57-9C1C-0C5C-BE6F-40F30B4B73F2}"/>
                    </a:ext>
                  </a:extLst>
                </p14:cNvPr>
                <p14:cNvContentPartPr/>
                <p14:nvPr/>
              </p14:nvContentPartPr>
              <p14:xfrm>
                <a:off x="3749184" y="2926656"/>
                <a:ext cx="41760" cy="6120"/>
              </p14:xfrm>
            </p:contentPart>
          </mc:Choice>
          <mc:Fallback xmlns="">
            <p:pic>
              <p:nvPicPr>
                <p:cNvPr id="331" name="Ink 330">
                  <a:extLst>
                    <a:ext uri="{FF2B5EF4-FFF2-40B4-BE49-F238E27FC236}">
                      <a16:creationId xmlns:a16="http://schemas.microsoft.com/office/drawing/2014/main" id="{B4FAEE57-9C1C-0C5C-BE6F-40F30B4B73F2}"/>
                    </a:ext>
                  </a:extLst>
                </p:cNvPr>
                <p:cNvPicPr/>
                <p:nvPr/>
              </p:nvPicPr>
              <p:blipFill>
                <a:blip r:embed="rId518"/>
                <a:stretch>
                  <a:fillRect/>
                </a:stretch>
              </p:blipFill>
              <p:spPr>
                <a:xfrm>
                  <a:off x="3744864" y="2922336"/>
                  <a:ext cx="5040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32" name="Ink 331">
                  <a:extLst>
                    <a:ext uri="{FF2B5EF4-FFF2-40B4-BE49-F238E27FC236}">
                      <a16:creationId xmlns:a16="http://schemas.microsoft.com/office/drawing/2014/main" id="{1BA61B39-A710-8C34-C867-3B04DC895865}"/>
                    </a:ext>
                  </a:extLst>
                </p14:cNvPr>
                <p14:cNvContentPartPr/>
                <p14:nvPr/>
              </p14:nvContentPartPr>
              <p14:xfrm>
                <a:off x="3869064" y="2905776"/>
                <a:ext cx="11880" cy="6120"/>
              </p14:xfrm>
            </p:contentPart>
          </mc:Choice>
          <mc:Fallback xmlns="">
            <p:pic>
              <p:nvPicPr>
                <p:cNvPr id="332" name="Ink 331">
                  <a:extLst>
                    <a:ext uri="{FF2B5EF4-FFF2-40B4-BE49-F238E27FC236}">
                      <a16:creationId xmlns:a16="http://schemas.microsoft.com/office/drawing/2014/main" id="{1BA61B39-A710-8C34-C867-3B04DC895865}"/>
                    </a:ext>
                  </a:extLst>
                </p:cNvPr>
                <p:cNvPicPr/>
                <p:nvPr/>
              </p:nvPicPr>
              <p:blipFill>
                <a:blip r:embed="rId520"/>
                <a:stretch>
                  <a:fillRect/>
                </a:stretch>
              </p:blipFill>
              <p:spPr>
                <a:xfrm>
                  <a:off x="3864744" y="2901456"/>
                  <a:ext cx="205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33" name="Ink 332">
                  <a:extLst>
                    <a:ext uri="{FF2B5EF4-FFF2-40B4-BE49-F238E27FC236}">
                      <a16:creationId xmlns:a16="http://schemas.microsoft.com/office/drawing/2014/main" id="{6563174F-604E-9489-7445-283B6975D220}"/>
                    </a:ext>
                  </a:extLst>
                </p14:cNvPr>
                <p14:cNvContentPartPr/>
                <p14:nvPr/>
              </p14:nvContentPartPr>
              <p14:xfrm>
                <a:off x="3991824" y="2903616"/>
                <a:ext cx="4680" cy="1440"/>
              </p14:xfrm>
            </p:contentPart>
          </mc:Choice>
          <mc:Fallback xmlns="">
            <p:pic>
              <p:nvPicPr>
                <p:cNvPr id="333" name="Ink 332">
                  <a:extLst>
                    <a:ext uri="{FF2B5EF4-FFF2-40B4-BE49-F238E27FC236}">
                      <a16:creationId xmlns:a16="http://schemas.microsoft.com/office/drawing/2014/main" id="{6563174F-604E-9489-7445-283B6975D220}"/>
                    </a:ext>
                  </a:extLst>
                </p:cNvPr>
                <p:cNvPicPr/>
                <p:nvPr/>
              </p:nvPicPr>
              <p:blipFill>
                <a:blip r:embed="rId522"/>
                <a:stretch>
                  <a:fillRect/>
                </a:stretch>
              </p:blipFill>
              <p:spPr>
                <a:xfrm>
                  <a:off x="3987504" y="2899296"/>
                  <a:ext cx="13320" cy="10080"/>
                </a:xfrm>
                <a:prstGeom prst="rect">
                  <a:avLst/>
                </a:prstGeom>
              </p:spPr>
            </p:pic>
          </mc:Fallback>
        </mc:AlternateContent>
      </p:grpSp>
      <p:grpSp>
        <p:nvGrpSpPr>
          <p:cNvPr id="337" name="Group 336">
            <a:extLst>
              <a:ext uri="{FF2B5EF4-FFF2-40B4-BE49-F238E27FC236}">
                <a16:creationId xmlns:a16="http://schemas.microsoft.com/office/drawing/2014/main" id="{94700FB8-645E-5003-EAD5-FEB91BA4941E}"/>
              </a:ext>
            </a:extLst>
          </p:cNvPr>
          <p:cNvGrpSpPr/>
          <p:nvPr/>
        </p:nvGrpSpPr>
        <p:grpSpPr>
          <a:xfrm>
            <a:off x="2263824" y="2537496"/>
            <a:ext cx="140400" cy="195840"/>
            <a:chOff x="2263824" y="2537496"/>
            <a:chExt cx="140400" cy="195840"/>
          </a:xfrm>
        </p:grpSpPr>
        <mc:AlternateContent xmlns:mc="http://schemas.openxmlformats.org/markup-compatibility/2006" xmlns:p14="http://schemas.microsoft.com/office/powerpoint/2010/main">
          <mc:Choice Requires="p14">
            <p:contentPart p14:bwMode="auto" r:id="rId523">
              <p14:nvContentPartPr>
                <p14:cNvPr id="335" name="Ink 334">
                  <a:extLst>
                    <a:ext uri="{FF2B5EF4-FFF2-40B4-BE49-F238E27FC236}">
                      <a16:creationId xmlns:a16="http://schemas.microsoft.com/office/drawing/2014/main" id="{659AA614-ED23-1B97-AD0F-21CFD7DF0B3D}"/>
                    </a:ext>
                  </a:extLst>
                </p14:cNvPr>
                <p14:cNvContentPartPr/>
                <p14:nvPr/>
              </p14:nvContentPartPr>
              <p14:xfrm>
                <a:off x="2263824" y="2648376"/>
                <a:ext cx="140400" cy="84960"/>
              </p14:xfrm>
            </p:contentPart>
          </mc:Choice>
          <mc:Fallback xmlns="">
            <p:pic>
              <p:nvPicPr>
                <p:cNvPr id="335" name="Ink 334">
                  <a:extLst>
                    <a:ext uri="{FF2B5EF4-FFF2-40B4-BE49-F238E27FC236}">
                      <a16:creationId xmlns:a16="http://schemas.microsoft.com/office/drawing/2014/main" id="{659AA614-ED23-1B97-AD0F-21CFD7DF0B3D}"/>
                    </a:ext>
                  </a:extLst>
                </p:cNvPr>
                <p:cNvPicPr/>
                <p:nvPr/>
              </p:nvPicPr>
              <p:blipFill>
                <a:blip r:embed="rId524"/>
                <a:stretch>
                  <a:fillRect/>
                </a:stretch>
              </p:blipFill>
              <p:spPr>
                <a:xfrm>
                  <a:off x="2259504" y="2644056"/>
                  <a:ext cx="1490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36" name="Ink 335">
                  <a:extLst>
                    <a:ext uri="{FF2B5EF4-FFF2-40B4-BE49-F238E27FC236}">
                      <a16:creationId xmlns:a16="http://schemas.microsoft.com/office/drawing/2014/main" id="{75BB1BC0-9AC9-B2D0-3FF0-296CCC11CFF1}"/>
                    </a:ext>
                  </a:extLst>
                </p14:cNvPr>
                <p14:cNvContentPartPr/>
                <p14:nvPr/>
              </p14:nvContentPartPr>
              <p14:xfrm>
                <a:off x="2349144" y="2537496"/>
                <a:ext cx="44280" cy="45720"/>
              </p14:xfrm>
            </p:contentPart>
          </mc:Choice>
          <mc:Fallback xmlns="">
            <p:pic>
              <p:nvPicPr>
                <p:cNvPr id="336" name="Ink 335">
                  <a:extLst>
                    <a:ext uri="{FF2B5EF4-FFF2-40B4-BE49-F238E27FC236}">
                      <a16:creationId xmlns:a16="http://schemas.microsoft.com/office/drawing/2014/main" id="{75BB1BC0-9AC9-B2D0-3FF0-296CCC11CFF1}"/>
                    </a:ext>
                  </a:extLst>
                </p:cNvPr>
                <p:cNvPicPr/>
                <p:nvPr/>
              </p:nvPicPr>
              <p:blipFill>
                <a:blip r:embed="rId526"/>
                <a:stretch>
                  <a:fillRect/>
                </a:stretch>
              </p:blipFill>
              <p:spPr>
                <a:xfrm>
                  <a:off x="2344824" y="2533176"/>
                  <a:ext cx="52920" cy="54360"/>
                </a:xfrm>
                <a:prstGeom prst="rect">
                  <a:avLst/>
                </a:prstGeom>
              </p:spPr>
            </p:pic>
          </mc:Fallback>
        </mc:AlternateContent>
      </p:grpSp>
      <p:grpSp>
        <p:nvGrpSpPr>
          <p:cNvPr id="344" name="Group 343">
            <a:extLst>
              <a:ext uri="{FF2B5EF4-FFF2-40B4-BE49-F238E27FC236}">
                <a16:creationId xmlns:a16="http://schemas.microsoft.com/office/drawing/2014/main" id="{3DFEA9C7-F23F-4719-E750-B7BF7E49CE99}"/>
              </a:ext>
            </a:extLst>
          </p:cNvPr>
          <p:cNvGrpSpPr/>
          <p:nvPr/>
        </p:nvGrpSpPr>
        <p:grpSpPr>
          <a:xfrm>
            <a:off x="543024" y="3249936"/>
            <a:ext cx="1585080" cy="1152000"/>
            <a:chOff x="543024" y="3249936"/>
            <a:chExt cx="1585080" cy="1152000"/>
          </a:xfrm>
        </p:grpSpPr>
        <mc:AlternateContent xmlns:mc="http://schemas.openxmlformats.org/markup-compatibility/2006" xmlns:p14="http://schemas.microsoft.com/office/powerpoint/2010/main">
          <mc:Choice Requires="p14">
            <p:contentPart p14:bwMode="auto" r:id="rId527">
              <p14:nvContentPartPr>
                <p14:cNvPr id="74" name="Ink 73">
                  <a:extLst>
                    <a:ext uri="{FF2B5EF4-FFF2-40B4-BE49-F238E27FC236}">
                      <a16:creationId xmlns:a16="http://schemas.microsoft.com/office/drawing/2014/main" id="{49F11349-7264-C8BB-5D57-449B89E8FDAD}"/>
                    </a:ext>
                  </a:extLst>
                </p14:cNvPr>
                <p14:cNvContentPartPr/>
                <p14:nvPr/>
              </p14:nvContentPartPr>
              <p14:xfrm>
                <a:off x="1787904" y="3660336"/>
                <a:ext cx="316800" cy="147960"/>
              </p14:xfrm>
            </p:contentPart>
          </mc:Choice>
          <mc:Fallback xmlns="">
            <p:pic>
              <p:nvPicPr>
                <p:cNvPr id="74" name="Ink 73">
                  <a:extLst>
                    <a:ext uri="{FF2B5EF4-FFF2-40B4-BE49-F238E27FC236}">
                      <a16:creationId xmlns:a16="http://schemas.microsoft.com/office/drawing/2014/main" id="{49F11349-7264-C8BB-5D57-449B89E8FDAD}"/>
                    </a:ext>
                  </a:extLst>
                </p:cNvPr>
                <p:cNvPicPr/>
                <p:nvPr/>
              </p:nvPicPr>
              <p:blipFill>
                <a:blip r:embed="rId528"/>
                <a:stretch>
                  <a:fillRect/>
                </a:stretch>
              </p:blipFill>
              <p:spPr>
                <a:xfrm>
                  <a:off x="1783584" y="3656016"/>
                  <a:ext cx="3254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75" name="Ink 74">
                  <a:extLst>
                    <a:ext uri="{FF2B5EF4-FFF2-40B4-BE49-F238E27FC236}">
                      <a16:creationId xmlns:a16="http://schemas.microsoft.com/office/drawing/2014/main" id="{18BA6B4A-56FA-BE38-8A04-28B40A492CA6}"/>
                    </a:ext>
                  </a:extLst>
                </p14:cNvPr>
                <p14:cNvContentPartPr/>
                <p14:nvPr/>
              </p14:nvContentPartPr>
              <p14:xfrm>
                <a:off x="1851264" y="3909456"/>
                <a:ext cx="100800" cy="276840"/>
              </p14:xfrm>
            </p:contentPart>
          </mc:Choice>
          <mc:Fallback xmlns="">
            <p:pic>
              <p:nvPicPr>
                <p:cNvPr id="75" name="Ink 74">
                  <a:extLst>
                    <a:ext uri="{FF2B5EF4-FFF2-40B4-BE49-F238E27FC236}">
                      <a16:creationId xmlns:a16="http://schemas.microsoft.com/office/drawing/2014/main" id="{18BA6B4A-56FA-BE38-8A04-28B40A492CA6}"/>
                    </a:ext>
                  </a:extLst>
                </p:cNvPr>
                <p:cNvPicPr/>
                <p:nvPr/>
              </p:nvPicPr>
              <p:blipFill>
                <a:blip r:embed="rId530"/>
                <a:stretch>
                  <a:fillRect/>
                </a:stretch>
              </p:blipFill>
              <p:spPr>
                <a:xfrm>
                  <a:off x="1846944" y="3905136"/>
                  <a:ext cx="10944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76" name="Ink 75">
                  <a:extLst>
                    <a:ext uri="{FF2B5EF4-FFF2-40B4-BE49-F238E27FC236}">
                      <a16:creationId xmlns:a16="http://schemas.microsoft.com/office/drawing/2014/main" id="{B93B5828-95CF-1A85-3C97-3C00F2541AE3}"/>
                    </a:ext>
                  </a:extLst>
                </p14:cNvPr>
                <p14:cNvContentPartPr/>
                <p14:nvPr/>
              </p14:nvContentPartPr>
              <p14:xfrm>
                <a:off x="1891944" y="3910896"/>
                <a:ext cx="95040" cy="93960"/>
              </p14:xfrm>
            </p:contentPart>
          </mc:Choice>
          <mc:Fallback xmlns="">
            <p:pic>
              <p:nvPicPr>
                <p:cNvPr id="76" name="Ink 75">
                  <a:extLst>
                    <a:ext uri="{FF2B5EF4-FFF2-40B4-BE49-F238E27FC236}">
                      <a16:creationId xmlns:a16="http://schemas.microsoft.com/office/drawing/2014/main" id="{B93B5828-95CF-1A85-3C97-3C00F2541AE3}"/>
                    </a:ext>
                  </a:extLst>
                </p:cNvPr>
                <p:cNvPicPr/>
                <p:nvPr/>
              </p:nvPicPr>
              <p:blipFill>
                <a:blip r:embed="rId532"/>
                <a:stretch>
                  <a:fillRect/>
                </a:stretch>
              </p:blipFill>
              <p:spPr>
                <a:xfrm>
                  <a:off x="1887624" y="3906576"/>
                  <a:ext cx="1036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77" name="Ink 76">
                  <a:extLst>
                    <a:ext uri="{FF2B5EF4-FFF2-40B4-BE49-F238E27FC236}">
                      <a16:creationId xmlns:a16="http://schemas.microsoft.com/office/drawing/2014/main" id="{781BCAE8-613F-95B8-D6E0-A8F425BB84E9}"/>
                    </a:ext>
                  </a:extLst>
                </p14:cNvPr>
                <p14:cNvContentPartPr/>
                <p14:nvPr/>
              </p14:nvContentPartPr>
              <p14:xfrm>
                <a:off x="1470024" y="4279536"/>
                <a:ext cx="116280" cy="122400"/>
              </p14:xfrm>
            </p:contentPart>
          </mc:Choice>
          <mc:Fallback xmlns="">
            <p:pic>
              <p:nvPicPr>
                <p:cNvPr id="77" name="Ink 76">
                  <a:extLst>
                    <a:ext uri="{FF2B5EF4-FFF2-40B4-BE49-F238E27FC236}">
                      <a16:creationId xmlns:a16="http://schemas.microsoft.com/office/drawing/2014/main" id="{781BCAE8-613F-95B8-D6E0-A8F425BB84E9}"/>
                    </a:ext>
                  </a:extLst>
                </p:cNvPr>
                <p:cNvPicPr/>
                <p:nvPr/>
              </p:nvPicPr>
              <p:blipFill>
                <a:blip r:embed="rId534"/>
                <a:stretch>
                  <a:fillRect/>
                </a:stretch>
              </p:blipFill>
              <p:spPr>
                <a:xfrm>
                  <a:off x="1465704" y="4275216"/>
                  <a:ext cx="1249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78" name="Ink 77">
                  <a:extLst>
                    <a:ext uri="{FF2B5EF4-FFF2-40B4-BE49-F238E27FC236}">
                      <a16:creationId xmlns:a16="http://schemas.microsoft.com/office/drawing/2014/main" id="{327DE0B3-D96F-4749-5766-95EBC7CD76C2}"/>
                    </a:ext>
                  </a:extLst>
                </p14:cNvPr>
                <p14:cNvContentPartPr/>
                <p14:nvPr/>
              </p14:nvContentPartPr>
              <p14:xfrm>
                <a:off x="1593504" y="4256136"/>
                <a:ext cx="137520" cy="123120"/>
              </p14:xfrm>
            </p:contentPart>
          </mc:Choice>
          <mc:Fallback xmlns="">
            <p:pic>
              <p:nvPicPr>
                <p:cNvPr id="78" name="Ink 77">
                  <a:extLst>
                    <a:ext uri="{FF2B5EF4-FFF2-40B4-BE49-F238E27FC236}">
                      <a16:creationId xmlns:a16="http://schemas.microsoft.com/office/drawing/2014/main" id="{327DE0B3-D96F-4749-5766-95EBC7CD76C2}"/>
                    </a:ext>
                  </a:extLst>
                </p:cNvPr>
                <p:cNvPicPr/>
                <p:nvPr/>
              </p:nvPicPr>
              <p:blipFill>
                <a:blip r:embed="rId536"/>
                <a:stretch>
                  <a:fillRect/>
                </a:stretch>
              </p:blipFill>
              <p:spPr>
                <a:xfrm>
                  <a:off x="1589184" y="4251816"/>
                  <a:ext cx="1461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79" name="Ink 78">
                  <a:extLst>
                    <a:ext uri="{FF2B5EF4-FFF2-40B4-BE49-F238E27FC236}">
                      <a16:creationId xmlns:a16="http://schemas.microsoft.com/office/drawing/2014/main" id="{264529CF-50AE-16CA-96D4-A2ACFDF1771E}"/>
                    </a:ext>
                  </a:extLst>
                </p14:cNvPr>
                <p14:cNvContentPartPr/>
                <p14:nvPr/>
              </p14:nvContentPartPr>
              <p14:xfrm>
                <a:off x="1806264" y="4183416"/>
                <a:ext cx="14040" cy="146880"/>
              </p14:xfrm>
            </p:contentPart>
          </mc:Choice>
          <mc:Fallback xmlns="">
            <p:pic>
              <p:nvPicPr>
                <p:cNvPr id="79" name="Ink 78">
                  <a:extLst>
                    <a:ext uri="{FF2B5EF4-FFF2-40B4-BE49-F238E27FC236}">
                      <a16:creationId xmlns:a16="http://schemas.microsoft.com/office/drawing/2014/main" id="{264529CF-50AE-16CA-96D4-A2ACFDF1771E}"/>
                    </a:ext>
                  </a:extLst>
                </p:cNvPr>
                <p:cNvPicPr/>
                <p:nvPr/>
              </p:nvPicPr>
              <p:blipFill>
                <a:blip r:embed="rId538"/>
                <a:stretch>
                  <a:fillRect/>
                </a:stretch>
              </p:blipFill>
              <p:spPr>
                <a:xfrm>
                  <a:off x="1801944" y="4179096"/>
                  <a:ext cx="226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80" name="Ink 79">
                  <a:extLst>
                    <a:ext uri="{FF2B5EF4-FFF2-40B4-BE49-F238E27FC236}">
                      <a16:creationId xmlns:a16="http://schemas.microsoft.com/office/drawing/2014/main" id="{997EAB62-0A1C-20F1-FD1B-23F32127F158}"/>
                    </a:ext>
                  </a:extLst>
                </p14:cNvPr>
                <p14:cNvContentPartPr/>
                <p14:nvPr/>
              </p14:nvContentPartPr>
              <p14:xfrm>
                <a:off x="1778544" y="4255056"/>
                <a:ext cx="95040" cy="8280"/>
              </p14:xfrm>
            </p:contentPart>
          </mc:Choice>
          <mc:Fallback xmlns="">
            <p:pic>
              <p:nvPicPr>
                <p:cNvPr id="80" name="Ink 79">
                  <a:extLst>
                    <a:ext uri="{FF2B5EF4-FFF2-40B4-BE49-F238E27FC236}">
                      <a16:creationId xmlns:a16="http://schemas.microsoft.com/office/drawing/2014/main" id="{997EAB62-0A1C-20F1-FD1B-23F32127F158}"/>
                    </a:ext>
                  </a:extLst>
                </p:cNvPr>
                <p:cNvPicPr/>
                <p:nvPr/>
              </p:nvPicPr>
              <p:blipFill>
                <a:blip r:embed="rId540"/>
                <a:stretch>
                  <a:fillRect/>
                </a:stretch>
              </p:blipFill>
              <p:spPr>
                <a:xfrm>
                  <a:off x="1774224" y="4250736"/>
                  <a:ext cx="1036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81" name="Ink 80">
                  <a:extLst>
                    <a:ext uri="{FF2B5EF4-FFF2-40B4-BE49-F238E27FC236}">
                      <a16:creationId xmlns:a16="http://schemas.microsoft.com/office/drawing/2014/main" id="{229CA2A8-7A34-9FC9-1A56-805346FFE3EF}"/>
                    </a:ext>
                  </a:extLst>
                </p14:cNvPr>
                <p14:cNvContentPartPr/>
                <p14:nvPr/>
              </p14:nvContentPartPr>
              <p14:xfrm>
                <a:off x="1884744" y="4267296"/>
                <a:ext cx="90720" cy="78120"/>
              </p14:xfrm>
            </p:contentPart>
          </mc:Choice>
          <mc:Fallback xmlns="">
            <p:pic>
              <p:nvPicPr>
                <p:cNvPr id="81" name="Ink 80">
                  <a:extLst>
                    <a:ext uri="{FF2B5EF4-FFF2-40B4-BE49-F238E27FC236}">
                      <a16:creationId xmlns:a16="http://schemas.microsoft.com/office/drawing/2014/main" id="{229CA2A8-7A34-9FC9-1A56-805346FFE3EF}"/>
                    </a:ext>
                  </a:extLst>
                </p:cNvPr>
                <p:cNvPicPr/>
                <p:nvPr/>
              </p:nvPicPr>
              <p:blipFill>
                <a:blip r:embed="rId542"/>
                <a:stretch>
                  <a:fillRect/>
                </a:stretch>
              </p:blipFill>
              <p:spPr>
                <a:xfrm>
                  <a:off x="1880424" y="4262976"/>
                  <a:ext cx="993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82" name="Ink 81">
                  <a:extLst>
                    <a:ext uri="{FF2B5EF4-FFF2-40B4-BE49-F238E27FC236}">
                      <a16:creationId xmlns:a16="http://schemas.microsoft.com/office/drawing/2014/main" id="{5283E613-380E-E56A-A7ED-B7525EDCFB7C}"/>
                    </a:ext>
                  </a:extLst>
                </p14:cNvPr>
                <p14:cNvContentPartPr/>
                <p14:nvPr/>
              </p14:nvContentPartPr>
              <p14:xfrm>
                <a:off x="1989864" y="4152456"/>
                <a:ext cx="138240" cy="218520"/>
              </p14:xfrm>
            </p:contentPart>
          </mc:Choice>
          <mc:Fallback xmlns="">
            <p:pic>
              <p:nvPicPr>
                <p:cNvPr id="82" name="Ink 81">
                  <a:extLst>
                    <a:ext uri="{FF2B5EF4-FFF2-40B4-BE49-F238E27FC236}">
                      <a16:creationId xmlns:a16="http://schemas.microsoft.com/office/drawing/2014/main" id="{5283E613-380E-E56A-A7ED-B7525EDCFB7C}"/>
                    </a:ext>
                  </a:extLst>
                </p:cNvPr>
                <p:cNvPicPr/>
                <p:nvPr/>
              </p:nvPicPr>
              <p:blipFill>
                <a:blip r:embed="rId544"/>
                <a:stretch>
                  <a:fillRect/>
                </a:stretch>
              </p:blipFill>
              <p:spPr>
                <a:xfrm>
                  <a:off x="1985544" y="4148136"/>
                  <a:ext cx="14688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38" name="Ink 337">
                  <a:extLst>
                    <a:ext uri="{FF2B5EF4-FFF2-40B4-BE49-F238E27FC236}">
                      <a16:creationId xmlns:a16="http://schemas.microsoft.com/office/drawing/2014/main" id="{61CE6F8B-CFD8-0E08-AA9F-59219E7A9193}"/>
                    </a:ext>
                  </a:extLst>
                </p14:cNvPr>
                <p14:cNvContentPartPr/>
                <p14:nvPr/>
              </p14:nvContentPartPr>
              <p14:xfrm>
                <a:off x="579744" y="3424536"/>
                <a:ext cx="157680" cy="119160"/>
              </p14:xfrm>
            </p:contentPart>
          </mc:Choice>
          <mc:Fallback xmlns="">
            <p:pic>
              <p:nvPicPr>
                <p:cNvPr id="338" name="Ink 337">
                  <a:extLst>
                    <a:ext uri="{FF2B5EF4-FFF2-40B4-BE49-F238E27FC236}">
                      <a16:creationId xmlns:a16="http://schemas.microsoft.com/office/drawing/2014/main" id="{61CE6F8B-CFD8-0E08-AA9F-59219E7A9193}"/>
                    </a:ext>
                  </a:extLst>
                </p:cNvPr>
                <p:cNvPicPr/>
                <p:nvPr/>
              </p:nvPicPr>
              <p:blipFill>
                <a:blip r:embed="rId546"/>
                <a:stretch>
                  <a:fillRect/>
                </a:stretch>
              </p:blipFill>
              <p:spPr>
                <a:xfrm>
                  <a:off x="575424" y="3420216"/>
                  <a:ext cx="166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339" name="Ink 338">
                  <a:extLst>
                    <a:ext uri="{FF2B5EF4-FFF2-40B4-BE49-F238E27FC236}">
                      <a16:creationId xmlns:a16="http://schemas.microsoft.com/office/drawing/2014/main" id="{05E5F7F6-BE2A-0775-4897-C0953F68788E}"/>
                    </a:ext>
                  </a:extLst>
                </p14:cNvPr>
                <p14:cNvContentPartPr/>
                <p14:nvPr/>
              </p14:nvContentPartPr>
              <p14:xfrm>
                <a:off x="543024" y="3645216"/>
                <a:ext cx="5400" cy="189720"/>
              </p14:xfrm>
            </p:contentPart>
          </mc:Choice>
          <mc:Fallback xmlns="">
            <p:pic>
              <p:nvPicPr>
                <p:cNvPr id="339" name="Ink 338">
                  <a:extLst>
                    <a:ext uri="{FF2B5EF4-FFF2-40B4-BE49-F238E27FC236}">
                      <a16:creationId xmlns:a16="http://schemas.microsoft.com/office/drawing/2014/main" id="{05E5F7F6-BE2A-0775-4897-C0953F68788E}"/>
                    </a:ext>
                  </a:extLst>
                </p:cNvPr>
                <p:cNvPicPr/>
                <p:nvPr/>
              </p:nvPicPr>
              <p:blipFill>
                <a:blip r:embed="rId548"/>
                <a:stretch>
                  <a:fillRect/>
                </a:stretch>
              </p:blipFill>
              <p:spPr>
                <a:xfrm>
                  <a:off x="538704" y="3640896"/>
                  <a:ext cx="140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340" name="Ink 339">
                  <a:extLst>
                    <a:ext uri="{FF2B5EF4-FFF2-40B4-BE49-F238E27FC236}">
                      <a16:creationId xmlns:a16="http://schemas.microsoft.com/office/drawing/2014/main" id="{0F048C70-20B9-22DE-740E-671A46211C66}"/>
                    </a:ext>
                  </a:extLst>
                </p14:cNvPr>
                <p14:cNvContentPartPr/>
                <p14:nvPr/>
              </p14:nvContentPartPr>
              <p14:xfrm>
                <a:off x="559224" y="3564936"/>
                <a:ext cx="362160" cy="229680"/>
              </p14:xfrm>
            </p:contentPart>
          </mc:Choice>
          <mc:Fallback xmlns="">
            <p:pic>
              <p:nvPicPr>
                <p:cNvPr id="340" name="Ink 339">
                  <a:extLst>
                    <a:ext uri="{FF2B5EF4-FFF2-40B4-BE49-F238E27FC236}">
                      <a16:creationId xmlns:a16="http://schemas.microsoft.com/office/drawing/2014/main" id="{0F048C70-20B9-22DE-740E-671A46211C66}"/>
                    </a:ext>
                  </a:extLst>
                </p:cNvPr>
                <p:cNvPicPr/>
                <p:nvPr/>
              </p:nvPicPr>
              <p:blipFill>
                <a:blip r:embed="rId550"/>
                <a:stretch>
                  <a:fillRect/>
                </a:stretch>
              </p:blipFill>
              <p:spPr>
                <a:xfrm>
                  <a:off x="554904" y="3560616"/>
                  <a:ext cx="37080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342" name="Ink 341">
                  <a:extLst>
                    <a:ext uri="{FF2B5EF4-FFF2-40B4-BE49-F238E27FC236}">
                      <a16:creationId xmlns:a16="http://schemas.microsoft.com/office/drawing/2014/main" id="{669B835B-5264-B68B-A5D0-43E1C1ED7551}"/>
                    </a:ext>
                  </a:extLst>
                </p14:cNvPr>
                <p14:cNvContentPartPr/>
                <p14:nvPr/>
              </p14:nvContentPartPr>
              <p14:xfrm>
                <a:off x="783144" y="3315816"/>
                <a:ext cx="855000" cy="362880"/>
              </p14:xfrm>
            </p:contentPart>
          </mc:Choice>
          <mc:Fallback xmlns="">
            <p:pic>
              <p:nvPicPr>
                <p:cNvPr id="342" name="Ink 341">
                  <a:extLst>
                    <a:ext uri="{FF2B5EF4-FFF2-40B4-BE49-F238E27FC236}">
                      <a16:creationId xmlns:a16="http://schemas.microsoft.com/office/drawing/2014/main" id="{669B835B-5264-B68B-A5D0-43E1C1ED7551}"/>
                    </a:ext>
                  </a:extLst>
                </p:cNvPr>
                <p:cNvPicPr/>
                <p:nvPr/>
              </p:nvPicPr>
              <p:blipFill>
                <a:blip r:embed="rId552"/>
                <a:stretch>
                  <a:fillRect/>
                </a:stretch>
              </p:blipFill>
              <p:spPr>
                <a:xfrm>
                  <a:off x="778824" y="3311496"/>
                  <a:ext cx="86364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343" name="Ink 342">
                  <a:extLst>
                    <a:ext uri="{FF2B5EF4-FFF2-40B4-BE49-F238E27FC236}">
                      <a16:creationId xmlns:a16="http://schemas.microsoft.com/office/drawing/2014/main" id="{73A40979-B2DD-9157-66A2-F68012C71717}"/>
                    </a:ext>
                  </a:extLst>
                </p14:cNvPr>
                <p14:cNvContentPartPr/>
                <p14:nvPr/>
              </p14:nvContentPartPr>
              <p14:xfrm>
                <a:off x="1653984" y="3249936"/>
                <a:ext cx="156960" cy="131400"/>
              </p14:xfrm>
            </p:contentPart>
          </mc:Choice>
          <mc:Fallback xmlns="">
            <p:pic>
              <p:nvPicPr>
                <p:cNvPr id="343" name="Ink 342">
                  <a:extLst>
                    <a:ext uri="{FF2B5EF4-FFF2-40B4-BE49-F238E27FC236}">
                      <a16:creationId xmlns:a16="http://schemas.microsoft.com/office/drawing/2014/main" id="{73A40979-B2DD-9157-66A2-F68012C71717}"/>
                    </a:ext>
                  </a:extLst>
                </p:cNvPr>
                <p:cNvPicPr/>
                <p:nvPr/>
              </p:nvPicPr>
              <p:blipFill>
                <a:blip r:embed="rId554"/>
                <a:stretch>
                  <a:fillRect/>
                </a:stretch>
              </p:blipFill>
              <p:spPr>
                <a:xfrm>
                  <a:off x="1649664" y="3245616"/>
                  <a:ext cx="165600" cy="140040"/>
                </a:xfrm>
                <a:prstGeom prst="rect">
                  <a:avLst/>
                </a:prstGeom>
              </p:spPr>
            </p:pic>
          </mc:Fallback>
        </mc:AlternateContent>
      </p:grpSp>
    </p:spTree>
    <p:extLst>
      <p:ext uri="{BB962C8B-B14F-4D97-AF65-F5344CB8AC3E}">
        <p14:creationId xmlns:p14="http://schemas.microsoft.com/office/powerpoint/2010/main" val="1010781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B8EDB9-1CB7-E2C0-A78C-A7DF053F42F4}"/>
              </a:ext>
            </a:extLst>
          </p:cNvPr>
          <p:cNvSpPr>
            <a:spLocks noGrp="1"/>
          </p:cNvSpPr>
          <p:nvPr>
            <p:ph type="sldNum" sz="quarter" idx="12"/>
          </p:nvPr>
        </p:nvSpPr>
        <p:spPr/>
        <p:txBody>
          <a:bodyPr/>
          <a:lstStyle/>
          <a:p>
            <a:fld id="{AD2B2EE5-B8BC-4D24-A25E-F2DF61737E68}" type="slidenum">
              <a:rPr lang="en-US" smtClean="0"/>
              <a:pPr/>
              <a:t>16</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A1A96F9-3E1C-347B-C658-78E933670123}"/>
                  </a:ext>
                </a:extLst>
              </p14:cNvPr>
              <p14:cNvContentPartPr/>
              <p14:nvPr/>
            </p14:nvContentPartPr>
            <p14:xfrm>
              <a:off x="3484168" y="363640"/>
              <a:ext cx="9720" cy="22320"/>
            </p14:xfrm>
          </p:contentPart>
        </mc:Choice>
        <mc:Fallback xmlns="">
          <p:pic>
            <p:nvPicPr>
              <p:cNvPr id="3" name="Ink 2">
                <a:extLst>
                  <a:ext uri="{FF2B5EF4-FFF2-40B4-BE49-F238E27FC236}">
                    <a16:creationId xmlns:a16="http://schemas.microsoft.com/office/drawing/2014/main" id="{7A1A96F9-3E1C-347B-C658-78E933670123}"/>
                  </a:ext>
                </a:extLst>
              </p:cNvPr>
              <p:cNvPicPr/>
              <p:nvPr/>
            </p:nvPicPr>
            <p:blipFill>
              <a:blip r:embed="rId3"/>
              <a:stretch>
                <a:fillRect/>
              </a:stretch>
            </p:blipFill>
            <p:spPr>
              <a:xfrm>
                <a:off x="3479848" y="359320"/>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75B32F4-7249-2AD6-D7B4-493C2BC7BD89}"/>
                  </a:ext>
                </a:extLst>
              </p14:cNvPr>
              <p14:cNvContentPartPr/>
              <p14:nvPr/>
            </p14:nvContentPartPr>
            <p14:xfrm>
              <a:off x="774808" y="200560"/>
              <a:ext cx="21240" cy="476280"/>
            </p14:xfrm>
          </p:contentPart>
        </mc:Choice>
        <mc:Fallback xmlns="">
          <p:pic>
            <p:nvPicPr>
              <p:cNvPr id="4" name="Ink 3">
                <a:extLst>
                  <a:ext uri="{FF2B5EF4-FFF2-40B4-BE49-F238E27FC236}">
                    <a16:creationId xmlns:a16="http://schemas.microsoft.com/office/drawing/2014/main" id="{C75B32F4-7249-2AD6-D7B4-493C2BC7BD89}"/>
                  </a:ext>
                </a:extLst>
              </p:cNvPr>
              <p:cNvPicPr/>
              <p:nvPr/>
            </p:nvPicPr>
            <p:blipFill>
              <a:blip r:embed="rId5"/>
              <a:stretch>
                <a:fillRect/>
              </a:stretch>
            </p:blipFill>
            <p:spPr>
              <a:xfrm>
                <a:off x="770488" y="196240"/>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E59248A-F5C3-7049-8571-7D1BAD49BDA8}"/>
                  </a:ext>
                </a:extLst>
              </p14:cNvPr>
              <p14:cNvContentPartPr/>
              <p14:nvPr/>
            </p14:nvContentPartPr>
            <p14:xfrm>
              <a:off x="714688" y="34240"/>
              <a:ext cx="3860280" cy="523800"/>
            </p14:xfrm>
          </p:contentPart>
        </mc:Choice>
        <mc:Fallback xmlns="">
          <p:pic>
            <p:nvPicPr>
              <p:cNvPr id="5" name="Ink 4">
                <a:extLst>
                  <a:ext uri="{FF2B5EF4-FFF2-40B4-BE49-F238E27FC236}">
                    <a16:creationId xmlns:a16="http://schemas.microsoft.com/office/drawing/2014/main" id="{7E59248A-F5C3-7049-8571-7D1BAD49BDA8}"/>
                  </a:ext>
                </a:extLst>
              </p:cNvPr>
              <p:cNvPicPr/>
              <p:nvPr/>
            </p:nvPicPr>
            <p:blipFill>
              <a:blip r:embed="rId7"/>
              <a:stretch>
                <a:fillRect/>
              </a:stretch>
            </p:blipFill>
            <p:spPr>
              <a:xfrm>
                <a:off x="710368" y="29920"/>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213B648-C8D0-E1C3-0FF5-066829FBF3ED}"/>
                  </a:ext>
                </a:extLst>
              </p14:cNvPr>
              <p14:cNvContentPartPr/>
              <p14:nvPr/>
            </p14:nvContentPartPr>
            <p14:xfrm>
              <a:off x="1075048" y="155560"/>
              <a:ext cx="25920" cy="314640"/>
            </p14:xfrm>
          </p:contentPart>
        </mc:Choice>
        <mc:Fallback xmlns="">
          <p:pic>
            <p:nvPicPr>
              <p:cNvPr id="6" name="Ink 5">
                <a:extLst>
                  <a:ext uri="{FF2B5EF4-FFF2-40B4-BE49-F238E27FC236}">
                    <a16:creationId xmlns:a16="http://schemas.microsoft.com/office/drawing/2014/main" id="{5213B648-C8D0-E1C3-0FF5-066829FBF3ED}"/>
                  </a:ext>
                </a:extLst>
              </p:cNvPr>
              <p:cNvPicPr/>
              <p:nvPr/>
            </p:nvPicPr>
            <p:blipFill>
              <a:blip r:embed="rId9"/>
              <a:stretch>
                <a:fillRect/>
              </a:stretch>
            </p:blipFill>
            <p:spPr>
              <a:xfrm>
                <a:off x="1070728" y="151240"/>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E0EA33C6-E2DC-49B2-3309-19D942FE74E2}"/>
                  </a:ext>
                </a:extLst>
              </p14:cNvPr>
              <p14:cNvContentPartPr/>
              <p14:nvPr/>
            </p14:nvContentPartPr>
            <p14:xfrm>
              <a:off x="1601728" y="139720"/>
              <a:ext cx="41760" cy="279720"/>
            </p14:xfrm>
          </p:contentPart>
        </mc:Choice>
        <mc:Fallback xmlns="">
          <p:pic>
            <p:nvPicPr>
              <p:cNvPr id="7" name="Ink 6">
                <a:extLst>
                  <a:ext uri="{FF2B5EF4-FFF2-40B4-BE49-F238E27FC236}">
                    <a16:creationId xmlns:a16="http://schemas.microsoft.com/office/drawing/2014/main" id="{E0EA33C6-E2DC-49B2-3309-19D942FE74E2}"/>
                  </a:ext>
                </a:extLst>
              </p:cNvPr>
              <p:cNvPicPr/>
              <p:nvPr/>
            </p:nvPicPr>
            <p:blipFill>
              <a:blip r:embed="rId11"/>
              <a:stretch>
                <a:fillRect/>
              </a:stretch>
            </p:blipFill>
            <p:spPr>
              <a:xfrm>
                <a:off x="1597408" y="135400"/>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EA80949E-E741-9344-98CF-B90E7040A0EB}"/>
                  </a:ext>
                </a:extLst>
              </p14:cNvPr>
              <p14:cNvContentPartPr/>
              <p14:nvPr/>
            </p14:nvContentPartPr>
            <p14:xfrm>
              <a:off x="2241448" y="144040"/>
              <a:ext cx="44280" cy="303120"/>
            </p14:xfrm>
          </p:contentPart>
        </mc:Choice>
        <mc:Fallback xmlns="">
          <p:pic>
            <p:nvPicPr>
              <p:cNvPr id="8" name="Ink 7">
                <a:extLst>
                  <a:ext uri="{FF2B5EF4-FFF2-40B4-BE49-F238E27FC236}">
                    <a16:creationId xmlns:a16="http://schemas.microsoft.com/office/drawing/2014/main" id="{EA80949E-E741-9344-98CF-B90E7040A0EB}"/>
                  </a:ext>
                </a:extLst>
              </p:cNvPr>
              <p:cNvPicPr/>
              <p:nvPr/>
            </p:nvPicPr>
            <p:blipFill>
              <a:blip r:embed="rId13"/>
              <a:stretch>
                <a:fillRect/>
              </a:stretch>
            </p:blipFill>
            <p:spPr>
              <a:xfrm>
                <a:off x="2237128" y="139720"/>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2E66E684-24DA-A104-A530-88AFBD1C3A2B}"/>
                  </a:ext>
                </a:extLst>
              </p14:cNvPr>
              <p14:cNvContentPartPr/>
              <p14:nvPr/>
            </p14:nvContentPartPr>
            <p14:xfrm>
              <a:off x="2888368" y="121000"/>
              <a:ext cx="14040" cy="295920"/>
            </p14:xfrm>
          </p:contentPart>
        </mc:Choice>
        <mc:Fallback xmlns="">
          <p:pic>
            <p:nvPicPr>
              <p:cNvPr id="9" name="Ink 8">
                <a:extLst>
                  <a:ext uri="{FF2B5EF4-FFF2-40B4-BE49-F238E27FC236}">
                    <a16:creationId xmlns:a16="http://schemas.microsoft.com/office/drawing/2014/main" id="{2E66E684-24DA-A104-A530-88AFBD1C3A2B}"/>
                  </a:ext>
                </a:extLst>
              </p:cNvPr>
              <p:cNvPicPr/>
              <p:nvPr/>
            </p:nvPicPr>
            <p:blipFill>
              <a:blip r:embed="rId15"/>
              <a:stretch>
                <a:fillRect/>
              </a:stretch>
            </p:blipFill>
            <p:spPr>
              <a:xfrm>
                <a:off x="2884048" y="116680"/>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89411EC-3954-A93D-39A0-060BBDBF61DF}"/>
                  </a:ext>
                </a:extLst>
              </p14:cNvPr>
              <p14:cNvContentPartPr/>
              <p14:nvPr/>
            </p14:nvContentPartPr>
            <p14:xfrm>
              <a:off x="3719968" y="83920"/>
              <a:ext cx="48960" cy="413640"/>
            </p14:xfrm>
          </p:contentPart>
        </mc:Choice>
        <mc:Fallback xmlns="">
          <p:pic>
            <p:nvPicPr>
              <p:cNvPr id="10" name="Ink 9">
                <a:extLst>
                  <a:ext uri="{FF2B5EF4-FFF2-40B4-BE49-F238E27FC236}">
                    <a16:creationId xmlns:a16="http://schemas.microsoft.com/office/drawing/2014/main" id="{889411EC-3954-A93D-39A0-060BBDBF61DF}"/>
                  </a:ext>
                </a:extLst>
              </p:cNvPr>
              <p:cNvPicPr/>
              <p:nvPr/>
            </p:nvPicPr>
            <p:blipFill>
              <a:blip r:embed="rId17"/>
              <a:stretch>
                <a:fillRect/>
              </a:stretch>
            </p:blipFill>
            <p:spPr>
              <a:xfrm>
                <a:off x="3715648" y="79600"/>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6F178AA-355D-8B5E-4C91-0E90CE910044}"/>
                  </a:ext>
                </a:extLst>
              </p14:cNvPr>
              <p14:cNvContentPartPr/>
              <p14:nvPr/>
            </p14:nvContentPartPr>
            <p14:xfrm>
              <a:off x="2477248" y="225040"/>
              <a:ext cx="100440" cy="154800"/>
            </p14:xfrm>
          </p:contentPart>
        </mc:Choice>
        <mc:Fallback xmlns="">
          <p:pic>
            <p:nvPicPr>
              <p:cNvPr id="11" name="Ink 10">
                <a:extLst>
                  <a:ext uri="{FF2B5EF4-FFF2-40B4-BE49-F238E27FC236}">
                    <a16:creationId xmlns:a16="http://schemas.microsoft.com/office/drawing/2014/main" id="{F6F178AA-355D-8B5E-4C91-0E90CE910044}"/>
                  </a:ext>
                </a:extLst>
              </p:cNvPr>
              <p:cNvPicPr/>
              <p:nvPr/>
            </p:nvPicPr>
            <p:blipFill>
              <a:blip r:embed="rId19"/>
              <a:stretch>
                <a:fillRect/>
              </a:stretch>
            </p:blipFill>
            <p:spPr>
              <a:xfrm>
                <a:off x="2472928" y="220720"/>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7ACD9AD0-FA92-B36D-FF4B-51F90B2256DF}"/>
                  </a:ext>
                </a:extLst>
              </p14:cNvPr>
              <p14:cNvContentPartPr/>
              <p14:nvPr/>
            </p14:nvContentPartPr>
            <p14:xfrm>
              <a:off x="2532688" y="207400"/>
              <a:ext cx="132120" cy="20160"/>
            </p14:xfrm>
          </p:contentPart>
        </mc:Choice>
        <mc:Fallback xmlns="">
          <p:pic>
            <p:nvPicPr>
              <p:cNvPr id="12" name="Ink 11">
                <a:extLst>
                  <a:ext uri="{FF2B5EF4-FFF2-40B4-BE49-F238E27FC236}">
                    <a16:creationId xmlns:a16="http://schemas.microsoft.com/office/drawing/2014/main" id="{7ACD9AD0-FA92-B36D-FF4B-51F90B2256DF}"/>
                  </a:ext>
                </a:extLst>
              </p:cNvPr>
              <p:cNvPicPr/>
              <p:nvPr/>
            </p:nvPicPr>
            <p:blipFill>
              <a:blip r:embed="rId21"/>
              <a:stretch>
                <a:fillRect/>
              </a:stretch>
            </p:blipFill>
            <p:spPr>
              <a:xfrm>
                <a:off x="2528368" y="203080"/>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65638B6A-1DC6-9B01-9C36-0D3446564BCD}"/>
                  </a:ext>
                </a:extLst>
              </p14:cNvPr>
              <p14:cNvContentPartPr/>
              <p14:nvPr/>
            </p14:nvContentPartPr>
            <p14:xfrm>
              <a:off x="3955408" y="185800"/>
              <a:ext cx="41760" cy="187560"/>
            </p14:xfrm>
          </p:contentPart>
        </mc:Choice>
        <mc:Fallback xmlns="">
          <p:pic>
            <p:nvPicPr>
              <p:cNvPr id="13" name="Ink 12">
                <a:extLst>
                  <a:ext uri="{FF2B5EF4-FFF2-40B4-BE49-F238E27FC236}">
                    <a16:creationId xmlns:a16="http://schemas.microsoft.com/office/drawing/2014/main" id="{65638B6A-1DC6-9B01-9C36-0D3446564BCD}"/>
                  </a:ext>
                </a:extLst>
              </p:cNvPr>
              <p:cNvPicPr/>
              <p:nvPr/>
            </p:nvPicPr>
            <p:blipFill>
              <a:blip r:embed="rId23"/>
              <a:stretch>
                <a:fillRect/>
              </a:stretch>
            </p:blipFill>
            <p:spPr>
              <a:xfrm>
                <a:off x="3951088" y="181480"/>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F656C6D6-1E70-1EFD-0DFA-D0D2A66A4A6C}"/>
                  </a:ext>
                </a:extLst>
              </p14:cNvPr>
              <p14:cNvContentPartPr/>
              <p14:nvPr/>
            </p14:nvContentPartPr>
            <p14:xfrm>
              <a:off x="3188608" y="228280"/>
              <a:ext cx="132840" cy="130320"/>
            </p14:xfrm>
          </p:contentPart>
        </mc:Choice>
        <mc:Fallback xmlns="">
          <p:pic>
            <p:nvPicPr>
              <p:cNvPr id="14" name="Ink 13">
                <a:extLst>
                  <a:ext uri="{FF2B5EF4-FFF2-40B4-BE49-F238E27FC236}">
                    <a16:creationId xmlns:a16="http://schemas.microsoft.com/office/drawing/2014/main" id="{F656C6D6-1E70-1EFD-0DFA-D0D2A66A4A6C}"/>
                  </a:ext>
                </a:extLst>
              </p:cNvPr>
              <p:cNvPicPr/>
              <p:nvPr/>
            </p:nvPicPr>
            <p:blipFill>
              <a:blip r:embed="rId25"/>
              <a:stretch>
                <a:fillRect/>
              </a:stretch>
            </p:blipFill>
            <p:spPr>
              <a:xfrm>
                <a:off x="3184288" y="223960"/>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B19C47B8-4EE6-A263-D3C4-B5CD12EBE351}"/>
                  </a:ext>
                </a:extLst>
              </p14:cNvPr>
              <p14:cNvContentPartPr/>
              <p14:nvPr/>
            </p14:nvContentPartPr>
            <p14:xfrm>
              <a:off x="1854448" y="219280"/>
              <a:ext cx="190800" cy="133560"/>
            </p14:xfrm>
          </p:contentPart>
        </mc:Choice>
        <mc:Fallback xmlns="">
          <p:pic>
            <p:nvPicPr>
              <p:cNvPr id="15" name="Ink 14">
                <a:extLst>
                  <a:ext uri="{FF2B5EF4-FFF2-40B4-BE49-F238E27FC236}">
                    <a16:creationId xmlns:a16="http://schemas.microsoft.com/office/drawing/2014/main" id="{B19C47B8-4EE6-A263-D3C4-B5CD12EBE351}"/>
                  </a:ext>
                </a:extLst>
              </p:cNvPr>
              <p:cNvPicPr/>
              <p:nvPr/>
            </p:nvPicPr>
            <p:blipFill>
              <a:blip r:embed="rId27"/>
              <a:stretch>
                <a:fillRect/>
              </a:stretch>
            </p:blipFill>
            <p:spPr>
              <a:xfrm>
                <a:off x="1850128" y="214960"/>
                <a:ext cx="199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EDF34220-3EBC-5ADD-3F60-A6217A2F670B}"/>
                  </a:ext>
                </a:extLst>
              </p14:cNvPr>
              <p14:cNvContentPartPr/>
              <p14:nvPr/>
            </p14:nvContentPartPr>
            <p14:xfrm>
              <a:off x="1308328" y="222520"/>
              <a:ext cx="150480" cy="182160"/>
            </p14:xfrm>
          </p:contentPart>
        </mc:Choice>
        <mc:Fallback xmlns="">
          <p:pic>
            <p:nvPicPr>
              <p:cNvPr id="16" name="Ink 15">
                <a:extLst>
                  <a:ext uri="{FF2B5EF4-FFF2-40B4-BE49-F238E27FC236}">
                    <a16:creationId xmlns:a16="http://schemas.microsoft.com/office/drawing/2014/main" id="{EDF34220-3EBC-5ADD-3F60-A6217A2F670B}"/>
                  </a:ext>
                </a:extLst>
              </p:cNvPr>
              <p:cNvPicPr/>
              <p:nvPr/>
            </p:nvPicPr>
            <p:blipFill>
              <a:blip r:embed="rId29"/>
              <a:stretch>
                <a:fillRect/>
              </a:stretch>
            </p:blipFill>
            <p:spPr>
              <a:xfrm>
                <a:off x="1304008" y="218200"/>
                <a:ext cx="1591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B876D942-6E6C-32C0-8728-3B1AC61AB033}"/>
                  </a:ext>
                </a:extLst>
              </p14:cNvPr>
              <p14:cNvContentPartPr/>
              <p14:nvPr/>
            </p14:nvContentPartPr>
            <p14:xfrm>
              <a:off x="1361248" y="316120"/>
              <a:ext cx="110160" cy="14400"/>
            </p14:xfrm>
          </p:contentPart>
        </mc:Choice>
        <mc:Fallback xmlns="">
          <p:pic>
            <p:nvPicPr>
              <p:cNvPr id="17" name="Ink 16">
                <a:extLst>
                  <a:ext uri="{FF2B5EF4-FFF2-40B4-BE49-F238E27FC236}">
                    <a16:creationId xmlns:a16="http://schemas.microsoft.com/office/drawing/2014/main" id="{B876D942-6E6C-32C0-8728-3B1AC61AB033}"/>
                  </a:ext>
                </a:extLst>
              </p:cNvPr>
              <p:cNvPicPr/>
              <p:nvPr/>
            </p:nvPicPr>
            <p:blipFill>
              <a:blip r:embed="rId31"/>
              <a:stretch>
                <a:fillRect/>
              </a:stretch>
            </p:blipFill>
            <p:spPr>
              <a:xfrm>
                <a:off x="1356928" y="311800"/>
                <a:ext cx="1188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78E490B9-74D1-33C6-E061-2667737E72CD}"/>
                  </a:ext>
                </a:extLst>
              </p14:cNvPr>
              <p14:cNvContentPartPr/>
              <p14:nvPr/>
            </p14:nvContentPartPr>
            <p14:xfrm>
              <a:off x="899368" y="333760"/>
              <a:ext cx="360" cy="360"/>
            </p14:xfrm>
          </p:contentPart>
        </mc:Choice>
        <mc:Fallback xmlns="">
          <p:pic>
            <p:nvPicPr>
              <p:cNvPr id="18" name="Ink 17">
                <a:extLst>
                  <a:ext uri="{FF2B5EF4-FFF2-40B4-BE49-F238E27FC236}">
                    <a16:creationId xmlns:a16="http://schemas.microsoft.com/office/drawing/2014/main" id="{78E490B9-74D1-33C6-E061-2667737E72CD}"/>
                  </a:ext>
                </a:extLst>
              </p:cNvPr>
              <p:cNvPicPr/>
              <p:nvPr/>
            </p:nvPicPr>
            <p:blipFill>
              <a:blip r:embed="rId33"/>
              <a:stretch>
                <a:fillRect/>
              </a:stretch>
            </p:blipFill>
            <p:spPr>
              <a:xfrm>
                <a:off x="895048" y="3294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25E85324-BDCA-545C-42CE-F8D6DBF635A8}"/>
                  </a:ext>
                </a:extLst>
              </p14:cNvPr>
              <p14:cNvContentPartPr/>
              <p14:nvPr/>
            </p14:nvContentPartPr>
            <p14:xfrm>
              <a:off x="875968" y="274720"/>
              <a:ext cx="155520" cy="166680"/>
            </p14:xfrm>
          </p:contentPart>
        </mc:Choice>
        <mc:Fallback xmlns="">
          <p:pic>
            <p:nvPicPr>
              <p:cNvPr id="19" name="Ink 18">
                <a:extLst>
                  <a:ext uri="{FF2B5EF4-FFF2-40B4-BE49-F238E27FC236}">
                    <a16:creationId xmlns:a16="http://schemas.microsoft.com/office/drawing/2014/main" id="{25E85324-BDCA-545C-42CE-F8D6DBF635A8}"/>
                  </a:ext>
                </a:extLst>
              </p:cNvPr>
              <p:cNvPicPr/>
              <p:nvPr/>
            </p:nvPicPr>
            <p:blipFill>
              <a:blip r:embed="rId35"/>
              <a:stretch>
                <a:fillRect/>
              </a:stretch>
            </p:blipFill>
            <p:spPr>
              <a:xfrm>
                <a:off x="871648" y="270400"/>
                <a:ext cx="1641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99DAEB8F-3B43-4C0F-9CD5-8BA1FE11C035}"/>
                  </a:ext>
                </a:extLst>
              </p14:cNvPr>
              <p14:cNvContentPartPr/>
              <p14:nvPr/>
            </p14:nvContentPartPr>
            <p14:xfrm>
              <a:off x="788488" y="690520"/>
              <a:ext cx="730800" cy="193320"/>
            </p14:xfrm>
          </p:contentPart>
        </mc:Choice>
        <mc:Fallback xmlns="">
          <p:pic>
            <p:nvPicPr>
              <p:cNvPr id="20" name="Ink 19">
                <a:extLst>
                  <a:ext uri="{FF2B5EF4-FFF2-40B4-BE49-F238E27FC236}">
                    <a16:creationId xmlns:a16="http://schemas.microsoft.com/office/drawing/2014/main" id="{99DAEB8F-3B43-4C0F-9CD5-8BA1FE11C035}"/>
                  </a:ext>
                </a:extLst>
              </p:cNvPr>
              <p:cNvPicPr/>
              <p:nvPr/>
            </p:nvPicPr>
            <p:blipFill>
              <a:blip r:embed="rId37"/>
              <a:stretch>
                <a:fillRect/>
              </a:stretch>
            </p:blipFill>
            <p:spPr>
              <a:xfrm>
                <a:off x="784168" y="686200"/>
                <a:ext cx="7394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8E1C2C66-19AD-182C-5F5A-2C686CAC972A}"/>
                  </a:ext>
                </a:extLst>
              </p14:cNvPr>
              <p14:cNvContentPartPr/>
              <p14:nvPr/>
            </p14:nvContentPartPr>
            <p14:xfrm>
              <a:off x="784888" y="965560"/>
              <a:ext cx="61560" cy="106560"/>
            </p14:xfrm>
          </p:contentPart>
        </mc:Choice>
        <mc:Fallback xmlns="">
          <p:pic>
            <p:nvPicPr>
              <p:cNvPr id="21" name="Ink 20">
                <a:extLst>
                  <a:ext uri="{FF2B5EF4-FFF2-40B4-BE49-F238E27FC236}">
                    <a16:creationId xmlns:a16="http://schemas.microsoft.com/office/drawing/2014/main" id="{8E1C2C66-19AD-182C-5F5A-2C686CAC972A}"/>
                  </a:ext>
                </a:extLst>
              </p:cNvPr>
              <p:cNvPicPr/>
              <p:nvPr/>
            </p:nvPicPr>
            <p:blipFill>
              <a:blip r:embed="rId39"/>
              <a:stretch>
                <a:fillRect/>
              </a:stretch>
            </p:blipFill>
            <p:spPr>
              <a:xfrm>
                <a:off x="780568" y="961240"/>
                <a:ext cx="702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E3CFB20C-C38F-A735-A0FF-FE5B1CA79515}"/>
                  </a:ext>
                </a:extLst>
              </p14:cNvPr>
              <p14:cNvContentPartPr/>
              <p14:nvPr/>
            </p14:nvContentPartPr>
            <p14:xfrm>
              <a:off x="919168" y="956200"/>
              <a:ext cx="155880" cy="101160"/>
            </p14:xfrm>
          </p:contentPart>
        </mc:Choice>
        <mc:Fallback xmlns="">
          <p:pic>
            <p:nvPicPr>
              <p:cNvPr id="22" name="Ink 21">
                <a:extLst>
                  <a:ext uri="{FF2B5EF4-FFF2-40B4-BE49-F238E27FC236}">
                    <a16:creationId xmlns:a16="http://schemas.microsoft.com/office/drawing/2014/main" id="{E3CFB20C-C38F-A735-A0FF-FE5B1CA79515}"/>
                  </a:ext>
                </a:extLst>
              </p:cNvPr>
              <p:cNvPicPr/>
              <p:nvPr/>
            </p:nvPicPr>
            <p:blipFill>
              <a:blip r:embed="rId41"/>
              <a:stretch>
                <a:fillRect/>
              </a:stretch>
            </p:blipFill>
            <p:spPr>
              <a:xfrm>
                <a:off x="914848" y="951880"/>
                <a:ext cx="1645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747AA6AD-41E0-742C-5C2C-62B98FA732B1}"/>
                  </a:ext>
                </a:extLst>
              </p14:cNvPr>
              <p14:cNvContentPartPr/>
              <p14:nvPr/>
            </p14:nvContentPartPr>
            <p14:xfrm>
              <a:off x="1144168" y="878800"/>
              <a:ext cx="25920" cy="167760"/>
            </p14:xfrm>
          </p:contentPart>
        </mc:Choice>
        <mc:Fallback xmlns="">
          <p:pic>
            <p:nvPicPr>
              <p:cNvPr id="23" name="Ink 22">
                <a:extLst>
                  <a:ext uri="{FF2B5EF4-FFF2-40B4-BE49-F238E27FC236}">
                    <a16:creationId xmlns:a16="http://schemas.microsoft.com/office/drawing/2014/main" id="{747AA6AD-41E0-742C-5C2C-62B98FA732B1}"/>
                  </a:ext>
                </a:extLst>
              </p:cNvPr>
              <p:cNvPicPr/>
              <p:nvPr/>
            </p:nvPicPr>
            <p:blipFill>
              <a:blip r:embed="rId43"/>
              <a:stretch>
                <a:fillRect/>
              </a:stretch>
            </p:blipFill>
            <p:spPr>
              <a:xfrm>
                <a:off x="1139848" y="874480"/>
                <a:ext cx="345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F4F350F6-E98C-D1F8-EE94-36BE18729ECD}"/>
                  </a:ext>
                </a:extLst>
              </p14:cNvPr>
              <p14:cNvContentPartPr/>
              <p14:nvPr/>
            </p14:nvContentPartPr>
            <p14:xfrm>
              <a:off x="1114288" y="949360"/>
              <a:ext cx="185040" cy="78840"/>
            </p14:xfrm>
          </p:contentPart>
        </mc:Choice>
        <mc:Fallback xmlns="">
          <p:pic>
            <p:nvPicPr>
              <p:cNvPr id="24" name="Ink 23">
                <a:extLst>
                  <a:ext uri="{FF2B5EF4-FFF2-40B4-BE49-F238E27FC236}">
                    <a16:creationId xmlns:a16="http://schemas.microsoft.com/office/drawing/2014/main" id="{F4F350F6-E98C-D1F8-EE94-36BE18729ECD}"/>
                  </a:ext>
                </a:extLst>
              </p:cNvPr>
              <p:cNvPicPr/>
              <p:nvPr/>
            </p:nvPicPr>
            <p:blipFill>
              <a:blip r:embed="rId45"/>
              <a:stretch>
                <a:fillRect/>
              </a:stretch>
            </p:blipFill>
            <p:spPr>
              <a:xfrm>
                <a:off x="1109968" y="945040"/>
                <a:ext cx="1936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BEC6AF91-C3CC-4FAB-40CA-EBDFB87C7F28}"/>
                  </a:ext>
                </a:extLst>
              </p14:cNvPr>
              <p14:cNvContentPartPr/>
              <p14:nvPr/>
            </p14:nvContentPartPr>
            <p14:xfrm>
              <a:off x="1314808" y="857920"/>
              <a:ext cx="155520" cy="176040"/>
            </p14:xfrm>
          </p:contentPart>
        </mc:Choice>
        <mc:Fallback xmlns="">
          <p:pic>
            <p:nvPicPr>
              <p:cNvPr id="25" name="Ink 24">
                <a:extLst>
                  <a:ext uri="{FF2B5EF4-FFF2-40B4-BE49-F238E27FC236}">
                    <a16:creationId xmlns:a16="http://schemas.microsoft.com/office/drawing/2014/main" id="{BEC6AF91-C3CC-4FAB-40CA-EBDFB87C7F28}"/>
                  </a:ext>
                </a:extLst>
              </p:cNvPr>
              <p:cNvPicPr/>
              <p:nvPr/>
            </p:nvPicPr>
            <p:blipFill>
              <a:blip r:embed="rId47"/>
              <a:stretch>
                <a:fillRect/>
              </a:stretch>
            </p:blipFill>
            <p:spPr>
              <a:xfrm>
                <a:off x="1310488" y="853600"/>
                <a:ext cx="1641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8859BC54-A13E-EDFA-84FC-0C1B0ADAC392}"/>
                  </a:ext>
                </a:extLst>
              </p14:cNvPr>
              <p14:cNvContentPartPr/>
              <p14:nvPr/>
            </p14:nvContentPartPr>
            <p14:xfrm>
              <a:off x="1649248" y="633640"/>
              <a:ext cx="2957040" cy="147600"/>
            </p14:xfrm>
          </p:contentPart>
        </mc:Choice>
        <mc:Fallback xmlns="">
          <p:pic>
            <p:nvPicPr>
              <p:cNvPr id="26" name="Ink 25">
                <a:extLst>
                  <a:ext uri="{FF2B5EF4-FFF2-40B4-BE49-F238E27FC236}">
                    <a16:creationId xmlns:a16="http://schemas.microsoft.com/office/drawing/2014/main" id="{8859BC54-A13E-EDFA-84FC-0C1B0ADAC392}"/>
                  </a:ext>
                </a:extLst>
              </p:cNvPr>
              <p:cNvPicPr/>
              <p:nvPr/>
            </p:nvPicPr>
            <p:blipFill>
              <a:blip r:embed="rId49"/>
              <a:stretch>
                <a:fillRect/>
              </a:stretch>
            </p:blipFill>
            <p:spPr>
              <a:xfrm>
                <a:off x="1644928" y="629320"/>
                <a:ext cx="29656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204A5B3C-E76B-E61A-D8C6-D72A93D25882}"/>
                  </a:ext>
                </a:extLst>
              </p14:cNvPr>
              <p14:cNvContentPartPr/>
              <p14:nvPr/>
            </p14:nvContentPartPr>
            <p14:xfrm>
              <a:off x="2311648" y="876280"/>
              <a:ext cx="154080" cy="104040"/>
            </p14:xfrm>
          </p:contentPart>
        </mc:Choice>
        <mc:Fallback xmlns="">
          <p:pic>
            <p:nvPicPr>
              <p:cNvPr id="27" name="Ink 26">
                <a:extLst>
                  <a:ext uri="{FF2B5EF4-FFF2-40B4-BE49-F238E27FC236}">
                    <a16:creationId xmlns:a16="http://schemas.microsoft.com/office/drawing/2014/main" id="{204A5B3C-E76B-E61A-D8C6-D72A93D25882}"/>
                  </a:ext>
                </a:extLst>
              </p:cNvPr>
              <p:cNvPicPr/>
              <p:nvPr/>
            </p:nvPicPr>
            <p:blipFill>
              <a:blip r:embed="rId51"/>
              <a:stretch>
                <a:fillRect/>
              </a:stretch>
            </p:blipFill>
            <p:spPr>
              <a:xfrm>
                <a:off x="2307328" y="871960"/>
                <a:ext cx="1627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33BD6D8F-CEEC-5109-E728-A4DF97FF6DE9}"/>
                  </a:ext>
                </a:extLst>
              </p14:cNvPr>
              <p14:cNvContentPartPr/>
              <p14:nvPr/>
            </p14:nvContentPartPr>
            <p14:xfrm>
              <a:off x="2497768" y="889240"/>
              <a:ext cx="136800" cy="72000"/>
            </p14:xfrm>
          </p:contentPart>
        </mc:Choice>
        <mc:Fallback xmlns="">
          <p:pic>
            <p:nvPicPr>
              <p:cNvPr id="28" name="Ink 27">
                <a:extLst>
                  <a:ext uri="{FF2B5EF4-FFF2-40B4-BE49-F238E27FC236}">
                    <a16:creationId xmlns:a16="http://schemas.microsoft.com/office/drawing/2014/main" id="{33BD6D8F-CEEC-5109-E728-A4DF97FF6DE9}"/>
                  </a:ext>
                </a:extLst>
              </p:cNvPr>
              <p:cNvPicPr/>
              <p:nvPr/>
            </p:nvPicPr>
            <p:blipFill>
              <a:blip r:embed="rId53"/>
              <a:stretch>
                <a:fillRect/>
              </a:stretch>
            </p:blipFill>
            <p:spPr>
              <a:xfrm>
                <a:off x="2493448" y="884920"/>
                <a:ext cx="1454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5C2C2AE2-84D5-96E2-40EA-0180C8165BD1}"/>
                  </a:ext>
                </a:extLst>
              </p14:cNvPr>
              <p14:cNvContentPartPr/>
              <p14:nvPr/>
            </p14:nvContentPartPr>
            <p14:xfrm>
              <a:off x="2707288" y="884200"/>
              <a:ext cx="82080" cy="89280"/>
            </p14:xfrm>
          </p:contentPart>
        </mc:Choice>
        <mc:Fallback xmlns="">
          <p:pic>
            <p:nvPicPr>
              <p:cNvPr id="29" name="Ink 28">
                <a:extLst>
                  <a:ext uri="{FF2B5EF4-FFF2-40B4-BE49-F238E27FC236}">
                    <a16:creationId xmlns:a16="http://schemas.microsoft.com/office/drawing/2014/main" id="{5C2C2AE2-84D5-96E2-40EA-0180C8165BD1}"/>
                  </a:ext>
                </a:extLst>
              </p:cNvPr>
              <p:cNvPicPr/>
              <p:nvPr/>
            </p:nvPicPr>
            <p:blipFill>
              <a:blip r:embed="rId55"/>
              <a:stretch>
                <a:fillRect/>
              </a:stretch>
            </p:blipFill>
            <p:spPr>
              <a:xfrm>
                <a:off x="2702968" y="879880"/>
                <a:ext cx="907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4FF35D25-5661-F950-5381-188B81BE0067}"/>
                  </a:ext>
                </a:extLst>
              </p14:cNvPr>
              <p14:cNvContentPartPr/>
              <p14:nvPr/>
            </p14:nvContentPartPr>
            <p14:xfrm>
              <a:off x="2880448" y="847480"/>
              <a:ext cx="197640" cy="83520"/>
            </p14:xfrm>
          </p:contentPart>
        </mc:Choice>
        <mc:Fallback xmlns="">
          <p:pic>
            <p:nvPicPr>
              <p:cNvPr id="30" name="Ink 29">
                <a:extLst>
                  <a:ext uri="{FF2B5EF4-FFF2-40B4-BE49-F238E27FC236}">
                    <a16:creationId xmlns:a16="http://schemas.microsoft.com/office/drawing/2014/main" id="{4FF35D25-5661-F950-5381-188B81BE0067}"/>
                  </a:ext>
                </a:extLst>
              </p:cNvPr>
              <p:cNvPicPr/>
              <p:nvPr/>
            </p:nvPicPr>
            <p:blipFill>
              <a:blip r:embed="rId57"/>
              <a:stretch>
                <a:fillRect/>
              </a:stretch>
            </p:blipFill>
            <p:spPr>
              <a:xfrm>
                <a:off x="2876128" y="843160"/>
                <a:ext cx="2062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A2DB7DDD-7B4A-752C-EF04-AA32A543F07B}"/>
                  </a:ext>
                </a:extLst>
              </p14:cNvPr>
              <p14:cNvContentPartPr/>
              <p14:nvPr/>
            </p14:nvContentPartPr>
            <p14:xfrm>
              <a:off x="3183928" y="767920"/>
              <a:ext cx="37440" cy="144720"/>
            </p14:xfrm>
          </p:contentPart>
        </mc:Choice>
        <mc:Fallback xmlns="">
          <p:pic>
            <p:nvPicPr>
              <p:cNvPr id="31" name="Ink 30">
                <a:extLst>
                  <a:ext uri="{FF2B5EF4-FFF2-40B4-BE49-F238E27FC236}">
                    <a16:creationId xmlns:a16="http://schemas.microsoft.com/office/drawing/2014/main" id="{A2DB7DDD-7B4A-752C-EF04-AA32A543F07B}"/>
                  </a:ext>
                </a:extLst>
              </p:cNvPr>
              <p:cNvPicPr/>
              <p:nvPr/>
            </p:nvPicPr>
            <p:blipFill>
              <a:blip r:embed="rId59"/>
              <a:stretch>
                <a:fillRect/>
              </a:stretch>
            </p:blipFill>
            <p:spPr>
              <a:xfrm>
                <a:off x="3179608" y="763600"/>
                <a:ext cx="460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544A7CFB-9FE6-6372-BECB-8BD5EF493B6D}"/>
                  </a:ext>
                </a:extLst>
              </p14:cNvPr>
              <p14:cNvContentPartPr/>
              <p14:nvPr/>
            </p14:nvContentPartPr>
            <p14:xfrm>
              <a:off x="3165568" y="836680"/>
              <a:ext cx="293760" cy="71640"/>
            </p14:xfrm>
          </p:contentPart>
        </mc:Choice>
        <mc:Fallback xmlns="">
          <p:pic>
            <p:nvPicPr>
              <p:cNvPr id="32" name="Ink 31">
                <a:extLst>
                  <a:ext uri="{FF2B5EF4-FFF2-40B4-BE49-F238E27FC236}">
                    <a16:creationId xmlns:a16="http://schemas.microsoft.com/office/drawing/2014/main" id="{544A7CFB-9FE6-6372-BECB-8BD5EF493B6D}"/>
                  </a:ext>
                </a:extLst>
              </p:cNvPr>
              <p:cNvPicPr/>
              <p:nvPr/>
            </p:nvPicPr>
            <p:blipFill>
              <a:blip r:embed="rId61"/>
              <a:stretch>
                <a:fillRect/>
              </a:stretch>
            </p:blipFill>
            <p:spPr>
              <a:xfrm>
                <a:off x="3161248" y="832360"/>
                <a:ext cx="3024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C4B4E918-9334-86FE-73F1-18EB7C90E37E}"/>
                  </a:ext>
                </a:extLst>
              </p14:cNvPr>
              <p14:cNvContentPartPr/>
              <p14:nvPr/>
            </p14:nvContentPartPr>
            <p14:xfrm>
              <a:off x="3491008" y="711400"/>
              <a:ext cx="268560" cy="222120"/>
            </p14:xfrm>
          </p:contentPart>
        </mc:Choice>
        <mc:Fallback xmlns="">
          <p:pic>
            <p:nvPicPr>
              <p:cNvPr id="33" name="Ink 32">
                <a:extLst>
                  <a:ext uri="{FF2B5EF4-FFF2-40B4-BE49-F238E27FC236}">
                    <a16:creationId xmlns:a16="http://schemas.microsoft.com/office/drawing/2014/main" id="{C4B4E918-9334-86FE-73F1-18EB7C90E37E}"/>
                  </a:ext>
                </a:extLst>
              </p:cNvPr>
              <p:cNvPicPr/>
              <p:nvPr/>
            </p:nvPicPr>
            <p:blipFill>
              <a:blip r:embed="rId63"/>
              <a:stretch>
                <a:fillRect/>
              </a:stretch>
            </p:blipFill>
            <p:spPr>
              <a:xfrm>
                <a:off x="3486688" y="707080"/>
                <a:ext cx="27720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BC4CB2D3-4B64-7E28-D790-F2EDA9F9260B}"/>
                  </a:ext>
                </a:extLst>
              </p14:cNvPr>
              <p14:cNvContentPartPr/>
              <p14:nvPr/>
            </p14:nvContentPartPr>
            <p14:xfrm>
              <a:off x="6603984" y="2523816"/>
              <a:ext cx="72000" cy="150480"/>
            </p14:xfrm>
          </p:contentPart>
        </mc:Choice>
        <mc:Fallback xmlns="">
          <p:pic>
            <p:nvPicPr>
              <p:cNvPr id="34" name="Ink 33">
                <a:extLst>
                  <a:ext uri="{FF2B5EF4-FFF2-40B4-BE49-F238E27FC236}">
                    <a16:creationId xmlns:a16="http://schemas.microsoft.com/office/drawing/2014/main" id="{BC4CB2D3-4B64-7E28-D790-F2EDA9F9260B}"/>
                  </a:ext>
                </a:extLst>
              </p:cNvPr>
              <p:cNvPicPr/>
              <p:nvPr/>
            </p:nvPicPr>
            <p:blipFill>
              <a:blip r:embed="rId65"/>
              <a:stretch>
                <a:fillRect/>
              </a:stretch>
            </p:blipFill>
            <p:spPr>
              <a:xfrm>
                <a:off x="6599664" y="2519496"/>
                <a:ext cx="806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D1B17C1F-7897-AD41-AABB-3B9FBBFF1CA3}"/>
                  </a:ext>
                </a:extLst>
              </p14:cNvPr>
              <p14:cNvContentPartPr/>
              <p14:nvPr/>
            </p14:nvContentPartPr>
            <p14:xfrm>
              <a:off x="6518664" y="2486376"/>
              <a:ext cx="305280" cy="33120"/>
            </p14:xfrm>
          </p:contentPart>
        </mc:Choice>
        <mc:Fallback xmlns="">
          <p:pic>
            <p:nvPicPr>
              <p:cNvPr id="35" name="Ink 34">
                <a:extLst>
                  <a:ext uri="{FF2B5EF4-FFF2-40B4-BE49-F238E27FC236}">
                    <a16:creationId xmlns:a16="http://schemas.microsoft.com/office/drawing/2014/main" id="{D1B17C1F-7897-AD41-AABB-3B9FBBFF1CA3}"/>
                  </a:ext>
                </a:extLst>
              </p:cNvPr>
              <p:cNvPicPr/>
              <p:nvPr/>
            </p:nvPicPr>
            <p:blipFill>
              <a:blip r:embed="rId67"/>
              <a:stretch>
                <a:fillRect/>
              </a:stretch>
            </p:blipFill>
            <p:spPr>
              <a:xfrm>
                <a:off x="6514344" y="2482056"/>
                <a:ext cx="3139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5EE579B3-8791-127F-F0B5-1C0461D07FF8}"/>
                  </a:ext>
                </a:extLst>
              </p14:cNvPr>
              <p14:cNvContentPartPr/>
              <p14:nvPr/>
            </p14:nvContentPartPr>
            <p14:xfrm>
              <a:off x="6732504" y="2608776"/>
              <a:ext cx="102960" cy="46800"/>
            </p14:xfrm>
          </p:contentPart>
        </mc:Choice>
        <mc:Fallback xmlns="">
          <p:pic>
            <p:nvPicPr>
              <p:cNvPr id="36" name="Ink 35">
                <a:extLst>
                  <a:ext uri="{FF2B5EF4-FFF2-40B4-BE49-F238E27FC236}">
                    <a16:creationId xmlns:a16="http://schemas.microsoft.com/office/drawing/2014/main" id="{5EE579B3-8791-127F-F0B5-1C0461D07FF8}"/>
                  </a:ext>
                </a:extLst>
              </p:cNvPr>
              <p:cNvPicPr/>
              <p:nvPr/>
            </p:nvPicPr>
            <p:blipFill>
              <a:blip r:embed="rId69"/>
              <a:stretch>
                <a:fillRect/>
              </a:stretch>
            </p:blipFill>
            <p:spPr>
              <a:xfrm>
                <a:off x="6728184" y="2604456"/>
                <a:ext cx="111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B4FEA9E1-5002-027F-7FE2-63C6BD3FE9FA}"/>
                  </a:ext>
                </a:extLst>
              </p14:cNvPr>
              <p14:cNvContentPartPr/>
              <p14:nvPr/>
            </p14:nvContentPartPr>
            <p14:xfrm>
              <a:off x="6864984" y="2415096"/>
              <a:ext cx="118080" cy="247680"/>
            </p14:xfrm>
          </p:contentPart>
        </mc:Choice>
        <mc:Fallback xmlns="">
          <p:pic>
            <p:nvPicPr>
              <p:cNvPr id="37" name="Ink 36">
                <a:extLst>
                  <a:ext uri="{FF2B5EF4-FFF2-40B4-BE49-F238E27FC236}">
                    <a16:creationId xmlns:a16="http://schemas.microsoft.com/office/drawing/2014/main" id="{B4FEA9E1-5002-027F-7FE2-63C6BD3FE9FA}"/>
                  </a:ext>
                </a:extLst>
              </p:cNvPr>
              <p:cNvPicPr/>
              <p:nvPr/>
            </p:nvPicPr>
            <p:blipFill>
              <a:blip r:embed="rId71"/>
              <a:stretch>
                <a:fillRect/>
              </a:stretch>
            </p:blipFill>
            <p:spPr>
              <a:xfrm>
                <a:off x="6860664" y="2410776"/>
                <a:ext cx="1267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7F40E2FE-5FD5-072E-D272-227E242C072F}"/>
                  </a:ext>
                </a:extLst>
              </p14:cNvPr>
              <p14:cNvContentPartPr/>
              <p14:nvPr/>
            </p14:nvContentPartPr>
            <p14:xfrm>
              <a:off x="7009344" y="2564856"/>
              <a:ext cx="133200" cy="68760"/>
            </p14:xfrm>
          </p:contentPart>
        </mc:Choice>
        <mc:Fallback xmlns="">
          <p:pic>
            <p:nvPicPr>
              <p:cNvPr id="38" name="Ink 37">
                <a:extLst>
                  <a:ext uri="{FF2B5EF4-FFF2-40B4-BE49-F238E27FC236}">
                    <a16:creationId xmlns:a16="http://schemas.microsoft.com/office/drawing/2014/main" id="{7F40E2FE-5FD5-072E-D272-227E242C072F}"/>
                  </a:ext>
                </a:extLst>
              </p:cNvPr>
              <p:cNvPicPr/>
              <p:nvPr/>
            </p:nvPicPr>
            <p:blipFill>
              <a:blip r:embed="rId73"/>
              <a:stretch>
                <a:fillRect/>
              </a:stretch>
            </p:blipFill>
            <p:spPr>
              <a:xfrm>
                <a:off x="7005024" y="2560536"/>
                <a:ext cx="1418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68F23BA9-4CD0-39D0-E6CB-D1DE54A79B83}"/>
                  </a:ext>
                </a:extLst>
              </p14:cNvPr>
              <p14:cNvContentPartPr/>
              <p14:nvPr/>
            </p14:nvContentPartPr>
            <p14:xfrm>
              <a:off x="7294824" y="2407176"/>
              <a:ext cx="127440" cy="230040"/>
            </p14:xfrm>
          </p:contentPart>
        </mc:Choice>
        <mc:Fallback xmlns="">
          <p:pic>
            <p:nvPicPr>
              <p:cNvPr id="39" name="Ink 38">
                <a:extLst>
                  <a:ext uri="{FF2B5EF4-FFF2-40B4-BE49-F238E27FC236}">
                    <a16:creationId xmlns:a16="http://schemas.microsoft.com/office/drawing/2014/main" id="{68F23BA9-4CD0-39D0-E6CB-D1DE54A79B83}"/>
                  </a:ext>
                </a:extLst>
              </p:cNvPr>
              <p:cNvPicPr/>
              <p:nvPr/>
            </p:nvPicPr>
            <p:blipFill>
              <a:blip r:embed="rId75"/>
              <a:stretch>
                <a:fillRect/>
              </a:stretch>
            </p:blipFill>
            <p:spPr>
              <a:xfrm>
                <a:off x="7290504" y="2402856"/>
                <a:ext cx="1360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8D5199E1-44C0-6A2A-3F16-CA5B43CFD619}"/>
                  </a:ext>
                </a:extLst>
              </p14:cNvPr>
              <p14:cNvContentPartPr/>
              <p14:nvPr/>
            </p14:nvContentPartPr>
            <p14:xfrm>
              <a:off x="7308504" y="2362896"/>
              <a:ext cx="353880" cy="209880"/>
            </p14:xfrm>
          </p:contentPart>
        </mc:Choice>
        <mc:Fallback xmlns="">
          <p:pic>
            <p:nvPicPr>
              <p:cNvPr id="40" name="Ink 39">
                <a:extLst>
                  <a:ext uri="{FF2B5EF4-FFF2-40B4-BE49-F238E27FC236}">
                    <a16:creationId xmlns:a16="http://schemas.microsoft.com/office/drawing/2014/main" id="{8D5199E1-44C0-6A2A-3F16-CA5B43CFD619}"/>
                  </a:ext>
                </a:extLst>
              </p:cNvPr>
              <p:cNvPicPr/>
              <p:nvPr/>
            </p:nvPicPr>
            <p:blipFill>
              <a:blip r:embed="rId77"/>
              <a:stretch>
                <a:fillRect/>
              </a:stretch>
            </p:blipFill>
            <p:spPr>
              <a:xfrm>
                <a:off x="7304184" y="2358576"/>
                <a:ext cx="3625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E127B81C-ADBE-E60A-FA02-1B04BC871E51}"/>
                  </a:ext>
                </a:extLst>
              </p14:cNvPr>
              <p14:cNvContentPartPr/>
              <p14:nvPr/>
            </p14:nvContentPartPr>
            <p14:xfrm>
              <a:off x="7608744" y="2508336"/>
              <a:ext cx="129600" cy="73440"/>
            </p14:xfrm>
          </p:contentPart>
        </mc:Choice>
        <mc:Fallback xmlns="">
          <p:pic>
            <p:nvPicPr>
              <p:cNvPr id="41" name="Ink 40">
                <a:extLst>
                  <a:ext uri="{FF2B5EF4-FFF2-40B4-BE49-F238E27FC236}">
                    <a16:creationId xmlns:a16="http://schemas.microsoft.com/office/drawing/2014/main" id="{E127B81C-ADBE-E60A-FA02-1B04BC871E51}"/>
                  </a:ext>
                </a:extLst>
              </p:cNvPr>
              <p:cNvPicPr/>
              <p:nvPr/>
            </p:nvPicPr>
            <p:blipFill>
              <a:blip r:embed="rId79"/>
              <a:stretch>
                <a:fillRect/>
              </a:stretch>
            </p:blipFill>
            <p:spPr>
              <a:xfrm>
                <a:off x="7604424" y="2504016"/>
                <a:ext cx="1382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FF65E402-C0B4-59CE-23A1-0530C4C606C8}"/>
                  </a:ext>
                </a:extLst>
              </p14:cNvPr>
              <p14:cNvContentPartPr/>
              <p14:nvPr/>
            </p14:nvContentPartPr>
            <p14:xfrm>
              <a:off x="7941024" y="2293776"/>
              <a:ext cx="199440" cy="330480"/>
            </p14:xfrm>
          </p:contentPart>
        </mc:Choice>
        <mc:Fallback xmlns="">
          <p:pic>
            <p:nvPicPr>
              <p:cNvPr id="42" name="Ink 41">
                <a:extLst>
                  <a:ext uri="{FF2B5EF4-FFF2-40B4-BE49-F238E27FC236}">
                    <a16:creationId xmlns:a16="http://schemas.microsoft.com/office/drawing/2014/main" id="{FF65E402-C0B4-59CE-23A1-0530C4C606C8}"/>
                  </a:ext>
                </a:extLst>
              </p:cNvPr>
              <p:cNvPicPr/>
              <p:nvPr/>
            </p:nvPicPr>
            <p:blipFill>
              <a:blip r:embed="rId81"/>
              <a:stretch>
                <a:fillRect/>
              </a:stretch>
            </p:blipFill>
            <p:spPr>
              <a:xfrm>
                <a:off x="7936704" y="2289456"/>
                <a:ext cx="20808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46FF4D9B-8D53-1313-6969-8DA068E4D3A1}"/>
                  </a:ext>
                </a:extLst>
              </p14:cNvPr>
              <p14:cNvContentPartPr/>
              <p14:nvPr/>
            </p14:nvContentPartPr>
            <p14:xfrm>
              <a:off x="7932384" y="2513376"/>
              <a:ext cx="129600" cy="81000"/>
            </p14:xfrm>
          </p:contentPart>
        </mc:Choice>
        <mc:Fallback xmlns="">
          <p:pic>
            <p:nvPicPr>
              <p:cNvPr id="43" name="Ink 42">
                <a:extLst>
                  <a:ext uri="{FF2B5EF4-FFF2-40B4-BE49-F238E27FC236}">
                    <a16:creationId xmlns:a16="http://schemas.microsoft.com/office/drawing/2014/main" id="{46FF4D9B-8D53-1313-6969-8DA068E4D3A1}"/>
                  </a:ext>
                </a:extLst>
              </p:cNvPr>
              <p:cNvPicPr/>
              <p:nvPr/>
            </p:nvPicPr>
            <p:blipFill>
              <a:blip r:embed="rId83"/>
              <a:stretch>
                <a:fillRect/>
              </a:stretch>
            </p:blipFill>
            <p:spPr>
              <a:xfrm>
                <a:off x="7928064" y="2509056"/>
                <a:ext cx="1382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BD061493-DA23-97D3-EDAB-2FE0E7D931A1}"/>
                  </a:ext>
                </a:extLst>
              </p14:cNvPr>
              <p14:cNvContentPartPr/>
              <p14:nvPr/>
            </p14:nvContentPartPr>
            <p14:xfrm>
              <a:off x="8050104" y="2466936"/>
              <a:ext cx="9720" cy="29160"/>
            </p14:xfrm>
          </p:contentPart>
        </mc:Choice>
        <mc:Fallback xmlns="">
          <p:pic>
            <p:nvPicPr>
              <p:cNvPr id="44" name="Ink 43">
                <a:extLst>
                  <a:ext uri="{FF2B5EF4-FFF2-40B4-BE49-F238E27FC236}">
                    <a16:creationId xmlns:a16="http://schemas.microsoft.com/office/drawing/2014/main" id="{BD061493-DA23-97D3-EDAB-2FE0E7D931A1}"/>
                  </a:ext>
                </a:extLst>
              </p:cNvPr>
              <p:cNvPicPr/>
              <p:nvPr/>
            </p:nvPicPr>
            <p:blipFill>
              <a:blip r:embed="rId85"/>
              <a:stretch>
                <a:fillRect/>
              </a:stretch>
            </p:blipFill>
            <p:spPr>
              <a:xfrm>
                <a:off x="8045784" y="2462616"/>
                <a:ext cx="183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984FA87E-F22C-8774-D25A-7A8ED5977738}"/>
                  </a:ext>
                </a:extLst>
              </p14:cNvPr>
              <p14:cNvContentPartPr/>
              <p14:nvPr/>
            </p14:nvContentPartPr>
            <p14:xfrm>
              <a:off x="8059464" y="2478456"/>
              <a:ext cx="360" cy="360"/>
            </p14:xfrm>
          </p:contentPart>
        </mc:Choice>
        <mc:Fallback xmlns="">
          <p:pic>
            <p:nvPicPr>
              <p:cNvPr id="45" name="Ink 44">
                <a:extLst>
                  <a:ext uri="{FF2B5EF4-FFF2-40B4-BE49-F238E27FC236}">
                    <a16:creationId xmlns:a16="http://schemas.microsoft.com/office/drawing/2014/main" id="{984FA87E-F22C-8774-D25A-7A8ED5977738}"/>
                  </a:ext>
                </a:extLst>
              </p:cNvPr>
              <p:cNvPicPr/>
              <p:nvPr/>
            </p:nvPicPr>
            <p:blipFill>
              <a:blip r:embed="rId33"/>
              <a:stretch>
                <a:fillRect/>
              </a:stretch>
            </p:blipFill>
            <p:spPr>
              <a:xfrm>
                <a:off x="8055144" y="247413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6" name="Ink 45">
                <a:extLst>
                  <a:ext uri="{FF2B5EF4-FFF2-40B4-BE49-F238E27FC236}">
                    <a16:creationId xmlns:a16="http://schemas.microsoft.com/office/drawing/2014/main" id="{1239CED8-D72B-0346-2FA2-B5AD5FAC0B5B}"/>
                  </a:ext>
                </a:extLst>
              </p14:cNvPr>
              <p14:cNvContentPartPr/>
              <p14:nvPr/>
            </p14:nvContentPartPr>
            <p14:xfrm>
              <a:off x="8059464" y="2478456"/>
              <a:ext cx="138960" cy="93960"/>
            </p14:xfrm>
          </p:contentPart>
        </mc:Choice>
        <mc:Fallback xmlns="">
          <p:pic>
            <p:nvPicPr>
              <p:cNvPr id="46" name="Ink 45">
                <a:extLst>
                  <a:ext uri="{FF2B5EF4-FFF2-40B4-BE49-F238E27FC236}">
                    <a16:creationId xmlns:a16="http://schemas.microsoft.com/office/drawing/2014/main" id="{1239CED8-D72B-0346-2FA2-B5AD5FAC0B5B}"/>
                  </a:ext>
                </a:extLst>
              </p:cNvPr>
              <p:cNvPicPr/>
              <p:nvPr/>
            </p:nvPicPr>
            <p:blipFill>
              <a:blip r:embed="rId88"/>
              <a:stretch>
                <a:fillRect/>
              </a:stretch>
            </p:blipFill>
            <p:spPr>
              <a:xfrm>
                <a:off x="8055144" y="2474136"/>
                <a:ext cx="1476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7" name="Ink 46">
                <a:extLst>
                  <a:ext uri="{FF2B5EF4-FFF2-40B4-BE49-F238E27FC236}">
                    <a16:creationId xmlns:a16="http://schemas.microsoft.com/office/drawing/2014/main" id="{B8E3208C-A75C-37FC-91FE-2ED673BAAE87}"/>
                  </a:ext>
                </a:extLst>
              </p14:cNvPr>
              <p14:cNvContentPartPr/>
              <p14:nvPr/>
            </p14:nvContentPartPr>
            <p14:xfrm>
              <a:off x="8234424" y="2497176"/>
              <a:ext cx="53640" cy="55080"/>
            </p14:xfrm>
          </p:contentPart>
        </mc:Choice>
        <mc:Fallback xmlns="">
          <p:pic>
            <p:nvPicPr>
              <p:cNvPr id="47" name="Ink 46">
                <a:extLst>
                  <a:ext uri="{FF2B5EF4-FFF2-40B4-BE49-F238E27FC236}">
                    <a16:creationId xmlns:a16="http://schemas.microsoft.com/office/drawing/2014/main" id="{B8E3208C-A75C-37FC-91FE-2ED673BAAE87}"/>
                  </a:ext>
                </a:extLst>
              </p:cNvPr>
              <p:cNvPicPr/>
              <p:nvPr/>
            </p:nvPicPr>
            <p:blipFill>
              <a:blip r:embed="rId90"/>
              <a:stretch>
                <a:fillRect/>
              </a:stretch>
            </p:blipFill>
            <p:spPr>
              <a:xfrm>
                <a:off x="8230104" y="2492856"/>
                <a:ext cx="622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8" name="Ink 47">
                <a:extLst>
                  <a:ext uri="{FF2B5EF4-FFF2-40B4-BE49-F238E27FC236}">
                    <a16:creationId xmlns:a16="http://schemas.microsoft.com/office/drawing/2014/main" id="{DC4B8F2D-AFBF-3436-D920-4A0BA1492A81}"/>
                  </a:ext>
                </a:extLst>
              </p14:cNvPr>
              <p14:cNvContentPartPr/>
              <p14:nvPr/>
            </p14:nvContentPartPr>
            <p14:xfrm>
              <a:off x="8375184" y="2383776"/>
              <a:ext cx="77040" cy="170280"/>
            </p14:xfrm>
          </p:contentPart>
        </mc:Choice>
        <mc:Fallback xmlns="">
          <p:pic>
            <p:nvPicPr>
              <p:cNvPr id="48" name="Ink 47">
                <a:extLst>
                  <a:ext uri="{FF2B5EF4-FFF2-40B4-BE49-F238E27FC236}">
                    <a16:creationId xmlns:a16="http://schemas.microsoft.com/office/drawing/2014/main" id="{DC4B8F2D-AFBF-3436-D920-4A0BA1492A81}"/>
                  </a:ext>
                </a:extLst>
              </p:cNvPr>
              <p:cNvPicPr/>
              <p:nvPr/>
            </p:nvPicPr>
            <p:blipFill>
              <a:blip r:embed="rId92"/>
              <a:stretch>
                <a:fillRect/>
              </a:stretch>
            </p:blipFill>
            <p:spPr>
              <a:xfrm>
                <a:off x="8370864" y="2379456"/>
                <a:ext cx="85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9" name="Ink 48">
                <a:extLst>
                  <a:ext uri="{FF2B5EF4-FFF2-40B4-BE49-F238E27FC236}">
                    <a16:creationId xmlns:a16="http://schemas.microsoft.com/office/drawing/2014/main" id="{56479499-4E69-C51E-AC57-1164EBCC32F2}"/>
                  </a:ext>
                </a:extLst>
              </p14:cNvPr>
              <p14:cNvContentPartPr/>
              <p14:nvPr/>
            </p14:nvContentPartPr>
            <p14:xfrm>
              <a:off x="8348184" y="2472696"/>
              <a:ext cx="176040" cy="25920"/>
            </p14:xfrm>
          </p:contentPart>
        </mc:Choice>
        <mc:Fallback xmlns="">
          <p:pic>
            <p:nvPicPr>
              <p:cNvPr id="49" name="Ink 48">
                <a:extLst>
                  <a:ext uri="{FF2B5EF4-FFF2-40B4-BE49-F238E27FC236}">
                    <a16:creationId xmlns:a16="http://schemas.microsoft.com/office/drawing/2014/main" id="{56479499-4E69-C51E-AC57-1164EBCC32F2}"/>
                  </a:ext>
                </a:extLst>
              </p:cNvPr>
              <p:cNvPicPr/>
              <p:nvPr/>
            </p:nvPicPr>
            <p:blipFill>
              <a:blip r:embed="rId94"/>
              <a:stretch>
                <a:fillRect/>
              </a:stretch>
            </p:blipFill>
            <p:spPr>
              <a:xfrm>
                <a:off x="8343864" y="2468376"/>
                <a:ext cx="1846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0" name="Ink 49">
                <a:extLst>
                  <a:ext uri="{FF2B5EF4-FFF2-40B4-BE49-F238E27FC236}">
                    <a16:creationId xmlns:a16="http://schemas.microsoft.com/office/drawing/2014/main" id="{37A778BC-7827-BB16-52CC-567B73E23732}"/>
                  </a:ext>
                </a:extLst>
              </p14:cNvPr>
              <p14:cNvContentPartPr/>
              <p14:nvPr/>
            </p14:nvContentPartPr>
            <p14:xfrm>
              <a:off x="6659424" y="2789136"/>
              <a:ext cx="268560" cy="243000"/>
            </p14:xfrm>
          </p:contentPart>
        </mc:Choice>
        <mc:Fallback xmlns="">
          <p:pic>
            <p:nvPicPr>
              <p:cNvPr id="50" name="Ink 49">
                <a:extLst>
                  <a:ext uri="{FF2B5EF4-FFF2-40B4-BE49-F238E27FC236}">
                    <a16:creationId xmlns:a16="http://schemas.microsoft.com/office/drawing/2014/main" id="{37A778BC-7827-BB16-52CC-567B73E23732}"/>
                  </a:ext>
                </a:extLst>
              </p:cNvPr>
              <p:cNvPicPr/>
              <p:nvPr/>
            </p:nvPicPr>
            <p:blipFill>
              <a:blip r:embed="rId96"/>
              <a:stretch>
                <a:fillRect/>
              </a:stretch>
            </p:blipFill>
            <p:spPr>
              <a:xfrm>
                <a:off x="6655104" y="2784816"/>
                <a:ext cx="2772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1" name="Ink 50">
                <a:extLst>
                  <a:ext uri="{FF2B5EF4-FFF2-40B4-BE49-F238E27FC236}">
                    <a16:creationId xmlns:a16="http://schemas.microsoft.com/office/drawing/2014/main" id="{FE73BA97-F1B7-A628-5244-718A885D12B3}"/>
                  </a:ext>
                </a:extLst>
              </p14:cNvPr>
              <p14:cNvContentPartPr/>
              <p14:nvPr/>
            </p14:nvContentPartPr>
            <p14:xfrm>
              <a:off x="6931944" y="2942136"/>
              <a:ext cx="84240" cy="69480"/>
            </p14:xfrm>
          </p:contentPart>
        </mc:Choice>
        <mc:Fallback xmlns="">
          <p:pic>
            <p:nvPicPr>
              <p:cNvPr id="51" name="Ink 50">
                <a:extLst>
                  <a:ext uri="{FF2B5EF4-FFF2-40B4-BE49-F238E27FC236}">
                    <a16:creationId xmlns:a16="http://schemas.microsoft.com/office/drawing/2014/main" id="{FE73BA97-F1B7-A628-5244-718A885D12B3}"/>
                  </a:ext>
                </a:extLst>
              </p:cNvPr>
              <p:cNvPicPr/>
              <p:nvPr/>
            </p:nvPicPr>
            <p:blipFill>
              <a:blip r:embed="rId98"/>
              <a:stretch>
                <a:fillRect/>
              </a:stretch>
            </p:blipFill>
            <p:spPr>
              <a:xfrm>
                <a:off x="6927624" y="2937816"/>
                <a:ext cx="928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2" name="Ink 51">
                <a:extLst>
                  <a:ext uri="{FF2B5EF4-FFF2-40B4-BE49-F238E27FC236}">
                    <a16:creationId xmlns:a16="http://schemas.microsoft.com/office/drawing/2014/main" id="{61590C7B-63C8-A86B-7488-9357578560B7}"/>
                  </a:ext>
                </a:extLst>
              </p14:cNvPr>
              <p14:cNvContentPartPr/>
              <p14:nvPr/>
            </p14:nvContentPartPr>
            <p14:xfrm>
              <a:off x="7079904" y="2921256"/>
              <a:ext cx="240480" cy="66960"/>
            </p14:xfrm>
          </p:contentPart>
        </mc:Choice>
        <mc:Fallback xmlns="">
          <p:pic>
            <p:nvPicPr>
              <p:cNvPr id="52" name="Ink 51">
                <a:extLst>
                  <a:ext uri="{FF2B5EF4-FFF2-40B4-BE49-F238E27FC236}">
                    <a16:creationId xmlns:a16="http://schemas.microsoft.com/office/drawing/2014/main" id="{61590C7B-63C8-A86B-7488-9357578560B7}"/>
                  </a:ext>
                </a:extLst>
              </p:cNvPr>
              <p:cNvPicPr/>
              <p:nvPr/>
            </p:nvPicPr>
            <p:blipFill>
              <a:blip r:embed="rId100"/>
              <a:stretch>
                <a:fillRect/>
              </a:stretch>
            </p:blipFill>
            <p:spPr>
              <a:xfrm>
                <a:off x="7075584" y="2916936"/>
                <a:ext cx="2491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3" name="Ink 52">
                <a:extLst>
                  <a:ext uri="{FF2B5EF4-FFF2-40B4-BE49-F238E27FC236}">
                    <a16:creationId xmlns:a16="http://schemas.microsoft.com/office/drawing/2014/main" id="{19E0CE3D-46FB-9F75-1682-E0218CC36CBB}"/>
                  </a:ext>
                </a:extLst>
              </p14:cNvPr>
              <p14:cNvContentPartPr/>
              <p14:nvPr/>
            </p14:nvContentPartPr>
            <p14:xfrm>
              <a:off x="7317504" y="2893536"/>
              <a:ext cx="259200" cy="79560"/>
            </p14:xfrm>
          </p:contentPart>
        </mc:Choice>
        <mc:Fallback xmlns="">
          <p:pic>
            <p:nvPicPr>
              <p:cNvPr id="53" name="Ink 52">
                <a:extLst>
                  <a:ext uri="{FF2B5EF4-FFF2-40B4-BE49-F238E27FC236}">
                    <a16:creationId xmlns:a16="http://schemas.microsoft.com/office/drawing/2014/main" id="{19E0CE3D-46FB-9F75-1682-E0218CC36CBB}"/>
                  </a:ext>
                </a:extLst>
              </p:cNvPr>
              <p:cNvPicPr/>
              <p:nvPr/>
            </p:nvPicPr>
            <p:blipFill>
              <a:blip r:embed="rId102"/>
              <a:stretch>
                <a:fillRect/>
              </a:stretch>
            </p:blipFill>
            <p:spPr>
              <a:xfrm>
                <a:off x="7313184" y="2889216"/>
                <a:ext cx="2678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4" name="Ink 53">
                <a:extLst>
                  <a:ext uri="{FF2B5EF4-FFF2-40B4-BE49-F238E27FC236}">
                    <a16:creationId xmlns:a16="http://schemas.microsoft.com/office/drawing/2014/main" id="{A3BC355E-3F3A-DB3D-C88E-1D2D1380D71D}"/>
                  </a:ext>
                </a:extLst>
              </p14:cNvPr>
              <p14:cNvContentPartPr/>
              <p14:nvPr/>
            </p14:nvContentPartPr>
            <p14:xfrm>
              <a:off x="7648344" y="2816856"/>
              <a:ext cx="28080" cy="176040"/>
            </p14:xfrm>
          </p:contentPart>
        </mc:Choice>
        <mc:Fallback xmlns="">
          <p:pic>
            <p:nvPicPr>
              <p:cNvPr id="54" name="Ink 53">
                <a:extLst>
                  <a:ext uri="{FF2B5EF4-FFF2-40B4-BE49-F238E27FC236}">
                    <a16:creationId xmlns:a16="http://schemas.microsoft.com/office/drawing/2014/main" id="{A3BC355E-3F3A-DB3D-C88E-1D2D1380D71D}"/>
                  </a:ext>
                </a:extLst>
              </p:cNvPr>
              <p:cNvPicPr/>
              <p:nvPr/>
            </p:nvPicPr>
            <p:blipFill>
              <a:blip r:embed="rId104"/>
              <a:stretch>
                <a:fillRect/>
              </a:stretch>
            </p:blipFill>
            <p:spPr>
              <a:xfrm>
                <a:off x="7644024" y="2812536"/>
                <a:ext cx="367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5" name="Ink 54">
                <a:extLst>
                  <a:ext uri="{FF2B5EF4-FFF2-40B4-BE49-F238E27FC236}">
                    <a16:creationId xmlns:a16="http://schemas.microsoft.com/office/drawing/2014/main" id="{9609B928-9C6C-BB92-E743-9FCD71A9AEF3}"/>
                  </a:ext>
                </a:extLst>
              </p14:cNvPr>
              <p14:cNvContentPartPr/>
              <p14:nvPr/>
            </p14:nvContentPartPr>
            <p14:xfrm>
              <a:off x="7618104" y="2893176"/>
              <a:ext cx="159840" cy="14040"/>
            </p14:xfrm>
          </p:contentPart>
        </mc:Choice>
        <mc:Fallback xmlns="">
          <p:pic>
            <p:nvPicPr>
              <p:cNvPr id="55" name="Ink 54">
                <a:extLst>
                  <a:ext uri="{FF2B5EF4-FFF2-40B4-BE49-F238E27FC236}">
                    <a16:creationId xmlns:a16="http://schemas.microsoft.com/office/drawing/2014/main" id="{9609B928-9C6C-BB92-E743-9FCD71A9AEF3}"/>
                  </a:ext>
                </a:extLst>
              </p:cNvPr>
              <p:cNvPicPr/>
              <p:nvPr/>
            </p:nvPicPr>
            <p:blipFill>
              <a:blip r:embed="rId106"/>
              <a:stretch>
                <a:fillRect/>
              </a:stretch>
            </p:blipFill>
            <p:spPr>
              <a:xfrm>
                <a:off x="7613784" y="2888856"/>
                <a:ext cx="1684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6" name="Ink 55">
                <a:extLst>
                  <a:ext uri="{FF2B5EF4-FFF2-40B4-BE49-F238E27FC236}">
                    <a16:creationId xmlns:a16="http://schemas.microsoft.com/office/drawing/2014/main" id="{FDFC0305-D4F1-8D72-D492-0282D6A9570F}"/>
                  </a:ext>
                </a:extLst>
              </p14:cNvPr>
              <p14:cNvContentPartPr/>
              <p14:nvPr/>
            </p14:nvContentPartPr>
            <p14:xfrm>
              <a:off x="7897464" y="2888496"/>
              <a:ext cx="360" cy="38520"/>
            </p14:xfrm>
          </p:contentPart>
        </mc:Choice>
        <mc:Fallback xmlns="">
          <p:pic>
            <p:nvPicPr>
              <p:cNvPr id="56" name="Ink 55">
                <a:extLst>
                  <a:ext uri="{FF2B5EF4-FFF2-40B4-BE49-F238E27FC236}">
                    <a16:creationId xmlns:a16="http://schemas.microsoft.com/office/drawing/2014/main" id="{FDFC0305-D4F1-8D72-D492-0282D6A9570F}"/>
                  </a:ext>
                </a:extLst>
              </p:cNvPr>
              <p:cNvPicPr/>
              <p:nvPr/>
            </p:nvPicPr>
            <p:blipFill>
              <a:blip r:embed="rId108"/>
              <a:stretch>
                <a:fillRect/>
              </a:stretch>
            </p:blipFill>
            <p:spPr>
              <a:xfrm>
                <a:off x="7893144" y="2884176"/>
                <a:ext cx="9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7" name="Ink 56">
                <a:extLst>
                  <a:ext uri="{FF2B5EF4-FFF2-40B4-BE49-F238E27FC236}">
                    <a16:creationId xmlns:a16="http://schemas.microsoft.com/office/drawing/2014/main" id="{11EDD88B-67B6-E8D8-BA53-FA4F76933688}"/>
                  </a:ext>
                </a:extLst>
              </p14:cNvPr>
              <p14:cNvContentPartPr/>
              <p14:nvPr/>
            </p14:nvContentPartPr>
            <p14:xfrm>
              <a:off x="7980624" y="2803176"/>
              <a:ext cx="9720" cy="59400"/>
            </p14:xfrm>
          </p:contentPart>
        </mc:Choice>
        <mc:Fallback xmlns="">
          <p:pic>
            <p:nvPicPr>
              <p:cNvPr id="57" name="Ink 56">
                <a:extLst>
                  <a:ext uri="{FF2B5EF4-FFF2-40B4-BE49-F238E27FC236}">
                    <a16:creationId xmlns:a16="http://schemas.microsoft.com/office/drawing/2014/main" id="{11EDD88B-67B6-E8D8-BA53-FA4F76933688}"/>
                  </a:ext>
                </a:extLst>
              </p:cNvPr>
              <p:cNvPicPr/>
              <p:nvPr/>
            </p:nvPicPr>
            <p:blipFill>
              <a:blip r:embed="rId110"/>
              <a:stretch>
                <a:fillRect/>
              </a:stretch>
            </p:blipFill>
            <p:spPr>
              <a:xfrm>
                <a:off x="7976304" y="2798856"/>
                <a:ext cx="1836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8" name="Ink 57">
                <a:extLst>
                  <a:ext uri="{FF2B5EF4-FFF2-40B4-BE49-F238E27FC236}">
                    <a16:creationId xmlns:a16="http://schemas.microsoft.com/office/drawing/2014/main" id="{1BBC5A66-2AA3-E823-C8F6-750AAF0510BF}"/>
                  </a:ext>
                </a:extLst>
              </p14:cNvPr>
              <p14:cNvContentPartPr/>
              <p14:nvPr/>
            </p14:nvContentPartPr>
            <p14:xfrm>
              <a:off x="7970544" y="2887416"/>
              <a:ext cx="88920" cy="37440"/>
            </p14:xfrm>
          </p:contentPart>
        </mc:Choice>
        <mc:Fallback xmlns="">
          <p:pic>
            <p:nvPicPr>
              <p:cNvPr id="58" name="Ink 57">
                <a:extLst>
                  <a:ext uri="{FF2B5EF4-FFF2-40B4-BE49-F238E27FC236}">
                    <a16:creationId xmlns:a16="http://schemas.microsoft.com/office/drawing/2014/main" id="{1BBC5A66-2AA3-E823-C8F6-750AAF0510BF}"/>
                  </a:ext>
                </a:extLst>
              </p:cNvPr>
              <p:cNvPicPr/>
              <p:nvPr/>
            </p:nvPicPr>
            <p:blipFill>
              <a:blip r:embed="rId112"/>
              <a:stretch>
                <a:fillRect/>
              </a:stretch>
            </p:blipFill>
            <p:spPr>
              <a:xfrm>
                <a:off x="7966224" y="2883096"/>
                <a:ext cx="975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9" name="Ink 58">
                <a:extLst>
                  <a:ext uri="{FF2B5EF4-FFF2-40B4-BE49-F238E27FC236}">
                    <a16:creationId xmlns:a16="http://schemas.microsoft.com/office/drawing/2014/main" id="{5AAFF554-8638-A682-F186-76F7EF9A2149}"/>
                  </a:ext>
                </a:extLst>
              </p14:cNvPr>
              <p14:cNvContentPartPr/>
              <p14:nvPr/>
            </p14:nvContentPartPr>
            <p14:xfrm>
              <a:off x="8292744" y="2766096"/>
              <a:ext cx="65160" cy="162000"/>
            </p14:xfrm>
          </p:contentPart>
        </mc:Choice>
        <mc:Fallback xmlns="">
          <p:pic>
            <p:nvPicPr>
              <p:cNvPr id="59" name="Ink 58">
                <a:extLst>
                  <a:ext uri="{FF2B5EF4-FFF2-40B4-BE49-F238E27FC236}">
                    <a16:creationId xmlns:a16="http://schemas.microsoft.com/office/drawing/2014/main" id="{5AAFF554-8638-A682-F186-76F7EF9A2149}"/>
                  </a:ext>
                </a:extLst>
              </p:cNvPr>
              <p:cNvPicPr/>
              <p:nvPr/>
            </p:nvPicPr>
            <p:blipFill>
              <a:blip r:embed="rId114"/>
              <a:stretch>
                <a:fillRect/>
              </a:stretch>
            </p:blipFill>
            <p:spPr>
              <a:xfrm>
                <a:off x="8288424" y="2761776"/>
                <a:ext cx="738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0" name="Ink 59">
                <a:extLst>
                  <a:ext uri="{FF2B5EF4-FFF2-40B4-BE49-F238E27FC236}">
                    <a16:creationId xmlns:a16="http://schemas.microsoft.com/office/drawing/2014/main" id="{D6D345BD-E57F-AED1-446D-B9E6B6FB5BDA}"/>
                  </a:ext>
                </a:extLst>
              </p14:cNvPr>
              <p14:cNvContentPartPr/>
              <p14:nvPr/>
            </p14:nvContentPartPr>
            <p14:xfrm>
              <a:off x="8262504" y="2701296"/>
              <a:ext cx="388440" cy="217440"/>
            </p14:xfrm>
          </p:contentPart>
        </mc:Choice>
        <mc:Fallback xmlns="">
          <p:pic>
            <p:nvPicPr>
              <p:cNvPr id="60" name="Ink 59">
                <a:extLst>
                  <a:ext uri="{FF2B5EF4-FFF2-40B4-BE49-F238E27FC236}">
                    <a16:creationId xmlns:a16="http://schemas.microsoft.com/office/drawing/2014/main" id="{D6D345BD-E57F-AED1-446D-B9E6B6FB5BDA}"/>
                  </a:ext>
                </a:extLst>
              </p:cNvPr>
              <p:cNvPicPr/>
              <p:nvPr/>
            </p:nvPicPr>
            <p:blipFill>
              <a:blip r:embed="rId116"/>
              <a:stretch>
                <a:fillRect/>
              </a:stretch>
            </p:blipFill>
            <p:spPr>
              <a:xfrm>
                <a:off x="8258184" y="2696976"/>
                <a:ext cx="3970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1" name="Ink 60">
                <a:extLst>
                  <a:ext uri="{FF2B5EF4-FFF2-40B4-BE49-F238E27FC236}">
                    <a16:creationId xmlns:a16="http://schemas.microsoft.com/office/drawing/2014/main" id="{0A96679E-A648-F01D-1D33-6216ABAF1A38}"/>
                  </a:ext>
                </a:extLst>
              </p14:cNvPr>
              <p14:cNvContentPartPr/>
              <p14:nvPr/>
            </p14:nvContentPartPr>
            <p14:xfrm>
              <a:off x="8604504" y="2849616"/>
              <a:ext cx="63720" cy="98280"/>
            </p14:xfrm>
          </p:contentPart>
        </mc:Choice>
        <mc:Fallback xmlns="">
          <p:pic>
            <p:nvPicPr>
              <p:cNvPr id="61" name="Ink 60">
                <a:extLst>
                  <a:ext uri="{FF2B5EF4-FFF2-40B4-BE49-F238E27FC236}">
                    <a16:creationId xmlns:a16="http://schemas.microsoft.com/office/drawing/2014/main" id="{0A96679E-A648-F01D-1D33-6216ABAF1A38}"/>
                  </a:ext>
                </a:extLst>
              </p:cNvPr>
              <p:cNvPicPr/>
              <p:nvPr/>
            </p:nvPicPr>
            <p:blipFill>
              <a:blip r:embed="rId118"/>
              <a:stretch>
                <a:fillRect/>
              </a:stretch>
            </p:blipFill>
            <p:spPr>
              <a:xfrm>
                <a:off x="8600184" y="2845296"/>
                <a:ext cx="72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E9BF8945-383C-F722-44EC-D7B9316F60A3}"/>
                  </a:ext>
                </a:extLst>
              </p14:cNvPr>
              <p14:cNvContentPartPr/>
              <p14:nvPr/>
            </p14:nvContentPartPr>
            <p14:xfrm>
              <a:off x="6547824" y="3321576"/>
              <a:ext cx="174240" cy="68760"/>
            </p14:xfrm>
          </p:contentPart>
        </mc:Choice>
        <mc:Fallback xmlns="">
          <p:pic>
            <p:nvPicPr>
              <p:cNvPr id="62" name="Ink 61">
                <a:extLst>
                  <a:ext uri="{FF2B5EF4-FFF2-40B4-BE49-F238E27FC236}">
                    <a16:creationId xmlns:a16="http://schemas.microsoft.com/office/drawing/2014/main" id="{E9BF8945-383C-F722-44EC-D7B9316F60A3}"/>
                  </a:ext>
                </a:extLst>
              </p:cNvPr>
              <p:cNvPicPr/>
              <p:nvPr/>
            </p:nvPicPr>
            <p:blipFill>
              <a:blip r:embed="rId120"/>
              <a:stretch>
                <a:fillRect/>
              </a:stretch>
            </p:blipFill>
            <p:spPr>
              <a:xfrm>
                <a:off x="6543504" y="3317256"/>
                <a:ext cx="18288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2065F9FA-0255-21E1-F9E6-76BABAB2D707}"/>
                  </a:ext>
                </a:extLst>
              </p14:cNvPr>
              <p14:cNvContentPartPr/>
              <p14:nvPr/>
            </p14:nvContentPartPr>
            <p14:xfrm>
              <a:off x="6772824" y="3312576"/>
              <a:ext cx="145800" cy="59400"/>
            </p14:xfrm>
          </p:contentPart>
        </mc:Choice>
        <mc:Fallback xmlns="">
          <p:pic>
            <p:nvPicPr>
              <p:cNvPr id="63" name="Ink 62">
                <a:extLst>
                  <a:ext uri="{FF2B5EF4-FFF2-40B4-BE49-F238E27FC236}">
                    <a16:creationId xmlns:a16="http://schemas.microsoft.com/office/drawing/2014/main" id="{2065F9FA-0255-21E1-F9E6-76BABAB2D707}"/>
                  </a:ext>
                </a:extLst>
              </p:cNvPr>
              <p:cNvPicPr/>
              <p:nvPr/>
            </p:nvPicPr>
            <p:blipFill>
              <a:blip r:embed="rId122"/>
              <a:stretch>
                <a:fillRect/>
              </a:stretch>
            </p:blipFill>
            <p:spPr>
              <a:xfrm>
                <a:off x="6768504" y="3308256"/>
                <a:ext cx="1544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4" name="Ink 63">
                <a:extLst>
                  <a:ext uri="{FF2B5EF4-FFF2-40B4-BE49-F238E27FC236}">
                    <a16:creationId xmlns:a16="http://schemas.microsoft.com/office/drawing/2014/main" id="{C9B62133-7D53-FFD5-115A-9916145A3EF7}"/>
                  </a:ext>
                </a:extLst>
              </p14:cNvPr>
              <p14:cNvContentPartPr/>
              <p14:nvPr/>
            </p14:nvContentPartPr>
            <p14:xfrm>
              <a:off x="6952824" y="3270816"/>
              <a:ext cx="109080" cy="98640"/>
            </p14:xfrm>
          </p:contentPart>
        </mc:Choice>
        <mc:Fallback xmlns="">
          <p:pic>
            <p:nvPicPr>
              <p:cNvPr id="64" name="Ink 63">
                <a:extLst>
                  <a:ext uri="{FF2B5EF4-FFF2-40B4-BE49-F238E27FC236}">
                    <a16:creationId xmlns:a16="http://schemas.microsoft.com/office/drawing/2014/main" id="{C9B62133-7D53-FFD5-115A-9916145A3EF7}"/>
                  </a:ext>
                </a:extLst>
              </p:cNvPr>
              <p:cNvPicPr/>
              <p:nvPr/>
            </p:nvPicPr>
            <p:blipFill>
              <a:blip r:embed="rId124"/>
              <a:stretch>
                <a:fillRect/>
              </a:stretch>
            </p:blipFill>
            <p:spPr>
              <a:xfrm>
                <a:off x="6948504" y="3266496"/>
                <a:ext cx="11772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5" name="Ink 64">
                <a:extLst>
                  <a:ext uri="{FF2B5EF4-FFF2-40B4-BE49-F238E27FC236}">
                    <a16:creationId xmlns:a16="http://schemas.microsoft.com/office/drawing/2014/main" id="{4535C7EF-F05F-4741-B7C2-5DF74C8276E6}"/>
                  </a:ext>
                </a:extLst>
              </p14:cNvPr>
              <p14:cNvContentPartPr/>
              <p14:nvPr/>
            </p14:nvContentPartPr>
            <p14:xfrm>
              <a:off x="7111224" y="3258216"/>
              <a:ext cx="77760" cy="89640"/>
            </p14:xfrm>
          </p:contentPart>
        </mc:Choice>
        <mc:Fallback xmlns="">
          <p:pic>
            <p:nvPicPr>
              <p:cNvPr id="65" name="Ink 64">
                <a:extLst>
                  <a:ext uri="{FF2B5EF4-FFF2-40B4-BE49-F238E27FC236}">
                    <a16:creationId xmlns:a16="http://schemas.microsoft.com/office/drawing/2014/main" id="{4535C7EF-F05F-4741-B7C2-5DF74C8276E6}"/>
                  </a:ext>
                </a:extLst>
              </p:cNvPr>
              <p:cNvPicPr/>
              <p:nvPr/>
            </p:nvPicPr>
            <p:blipFill>
              <a:blip r:embed="rId126"/>
              <a:stretch>
                <a:fillRect/>
              </a:stretch>
            </p:blipFill>
            <p:spPr>
              <a:xfrm>
                <a:off x="7106904" y="3253896"/>
                <a:ext cx="86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6" name="Ink 65">
                <a:extLst>
                  <a:ext uri="{FF2B5EF4-FFF2-40B4-BE49-F238E27FC236}">
                    <a16:creationId xmlns:a16="http://schemas.microsoft.com/office/drawing/2014/main" id="{85744007-9505-AF86-CE24-A10DA55D0502}"/>
                  </a:ext>
                </a:extLst>
              </p14:cNvPr>
              <p14:cNvContentPartPr/>
              <p14:nvPr/>
            </p14:nvContentPartPr>
            <p14:xfrm>
              <a:off x="7246224" y="3276576"/>
              <a:ext cx="57960" cy="60480"/>
            </p14:xfrm>
          </p:contentPart>
        </mc:Choice>
        <mc:Fallback xmlns="">
          <p:pic>
            <p:nvPicPr>
              <p:cNvPr id="66" name="Ink 65">
                <a:extLst>
                  <a:ext uri="{FF2B5EF4-FFF2-40B4-BE49-F238E27FC236}">
                    <a16:creationId xmlns:a16="http://schemas.microsoft.com/office/drawing/2014/main" id="{85744007-9505-AF86-CE24-A10DA55D0502}"/>
                  </a:ext>
                </a:extLst>
              </p:cNvPr>
              <p:cNvPicPr/>
              <p:nvPr/>
            </p:nvPicPr>
            <p:blipFill>
              <a:blip r:embed="rId128"/>
              <a:stretch>
                <a:fillRect/>
              </a:stretch>
            </p:blipFill>
            <p:spPr>
              <a:xfrm>
                <a:off x="7241904" y="3272256"/>
                <a:ext cx="666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7" name="Ink 66">
                <a:extLst>
                  <a:ext uri="{FF2B5EF4-FFF2-40B4-BE49-F238E27FC236}">
                    <a16:creationId xmlns:a16="http://schemas.microsoft.com/office/drawing/2014/main" id="{743D2D00-C63B-0993-59A9-08BDE443A401}"/>
                  </a:ext>
                </a:extLst>
              </p14:cNvPr>
              <p14:cNvContentPartPr/>
              <p14:nvPr/>
            </p14:nvContentPartPr>
            <p14:xfrm>
              <a:off x="7376904" y="3131136"/>
              <a:ext cx="59040" cy="188640"/>
            </p14:xfrm>
          </p:contentPart>
        </mc:Choice>
        <mc:Fallback xmlns="">
          <p:pic>
            <p:nvPicPr>
              <p:cNvPr id="67" name="Ink 66">
                <a:extLst>
                  <a:ext uri="{FF2B5EF4-FFF2-40B4-BE49-F238E27FC236}">
                    <a16:creationId xmlns:a16="http://schemas.microsoft.com/office/drawing/2014/main" id="{743D2D00-C63B-0993-59A9-08BDE443A401}"/>
                  </a:ext>
                </a:extLst>
              </p:cNvPr>
              <p:cNvPicPr/>
              <p:nvPr/>
            </p:nvPicPr>
            <p:blipFill>
              <a:blip r:embed="rId130"/>
              <a:stretch>
                <a:fillRect/>
              </a:stretch>
            </p:blipFill>
            <p:spPr>
              <a:xfrm>
                <a:off x="7372584" y="3126816"/>
                <a:ext cx="676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68" name="Ink 67">
                <a:extLst>
                  <a:ext uri="{FF2B5EF4-FFF2-40B4-BE49-F238E27FC236}">
                    <a16:creationId xmlns:a16="http://schemas.microsoft.com/office/drawing/2014/main" id="{8FAC9E6F-8B4B-FC76-B04F-82CB570F9553}"/>
                  </a:ext>
                </a:extLst>
              </p14:cNvPr>
              <p14:cNvContentPartPr/>
              <p14:nvPr/>
            </p14:nvContentPartPr>
            <p14:xfrm>
              <a:off x="7359264" y="3247776"/>
              <a:ext cx="150480" cy="15480"/>
            </p14:xfrm>
          </p:contentPart>
        </mc:Choice>
        <mc:Fallback xmlns="">
          <p:pic>
            <p:nvPicPr>
              <p:cNvPr id="68" name="Ink 67">
                <a:extLst>
                  <a:ext uri="{FF2B5EF4-FFF2-40B4-BE49-F238E27FC236}">
                    <a16:creationId xmlns:a16="http://schemas.microsoft.com/office/drawing/2014/main" id="{8FAC9E6F-8B4B-FC76-B04F-82CB570F9553}"/>
                  </a:ext>
                </a:extLst>
              </p:cNvPr>
              <p:cNvPicPr/>
              <p:nvPr/>
            </p:nvPicPr>
            <p:blipFill>
              <a:blip r:embed="rId132"/>
              <a:stretch>
                <a:fillRect/>
              </a:stretch>
            </p:blipFill>
            <p:spPr>
              <a:xfrm>
                <a:off x="7354944" y="3243456"/>
                <a:ext cx="159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69" name="Ink 68">
                <a:extLst>
                  <a:ext uri="{FF2B5EF4-FFF2-40B4-BE49-F238E27FC236}">
                    <a16:creationId xmlns:a16="http://schemas.microsoft.com/office/drawing/2014/main" id="{A046B1E2-80D7-5B6B-905A-6A1C5B9BD636}"/>
                  </a:ext>
                </a:extLst>
              </p14:cNvPr>
              <p14:cNvContentPartPr/>
              <p14:nvPr/>
            </p14:nvContentPartPr>
            <p14:xfrm>
              <a:off x="7502544" y="3266856"/>
              <a:ext cx="95040" cy="57600"/>
            </p14:xfrm>
          </p:contentPart>
        </mc:Choice>
        <mc:Fallback xmlns="">
          <p:pic>
            <p:nvPicPr>
              <p:cNvPr id="69" name="Ink 68">
                <a:extLst>
                  <a:ext uri="{FF2B5EF4-FFF2-40B4-BE49-F238E27FC236}">
                    <a16:creationId xmlns:a16="http://schemas.microsoft.com/office/drawing/2014/main" id="{A046B1E2-80D7-5B6B-905A-6A1C5B9BD636}"/>
                  </a:ext>
                </a:extLst>
              </p:cNvPr>
              <p:cNvPicPr/>
              <p:nvPr/>
            </p:nvPicPr>
            <p:blipFill>
              <a:blip r:embed="rId134"/>
              <a:stretch>
                <a:fillRect/>
              </a:stretch>
            </p:blipFill>
            <p:spPr>
              <a:xfrm>
                <a:off x="7498224" y="3262536"/>
                <a:ext cx="103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0" name="Ink 69">
                <a:extLst>
                  <a:ext uri="{FF2B5EF4-FFF2-40B4-BE49-F238E27FC236}">
                    <a16:creationId xmlns:a16="http://schemas.microsoft.com/office/drawing/2014/main" id="{C9D7DD15-1695-00AA-3F22-698317630D80}"/>
                  </a:ext>
                </a:extLst>
              </p14:cNvPr>
              <p14:cNvContentPartPr/>
              <p14:nvPr/>
            </p14:nvContentPartPr>
            <p14:xfrm>
              <a:off x="7659504" y="3130776"/>
              <a:ext cx="183240" cy="194760"/>
            </p14:xfrm>
          </p:contentPart>
        </mc:Choice>
        <mc:Fallback xmlns="">
          <p:pic>
            <p:nvPicPr>
              <p:cNvPr id="70" name="Ink 69">
                <a:extLst>
                  <a:ext uri="{FF2B5EF4-FFF2-40B4-BE49-F238E27FC236}">
                    <a16:creationId xmlns:a16="http://schemas.microsoft.com/office/drawing/2014/main" id="{C9D7DD15-1695-00AA-3F22-698317630D80}"/>
                  </a:ext>
                </a:extLst>
              </p:cNvPr>
              <p:cNvPicPr/>
              <p:nvPr/>
            </p:nvPicPr>
            <p:blipFill>
              <a:blip r:embed="rId136"/>
              <a:stretch>
                <a:fillRect/>
              </a:stretch>
            </p:blipFill>
            <p:spPr>
              <a:xfrm>
                <a:off x="7655184" y="3126456"/>
                <a:ext cx="1918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1" name="Ink 70">
                <a:extLst>
                  <a:ext uri="{FF2B5EF4-FFF2-40B4-BE49-F238E27FC236}">
                    <a16:creationId xmlns:a16="http://schemas.microsoft.com/office/drawing/2014/main" id="{46399E07-7C30-E530-1C4C-EE237F9697EA}"/>
                  </a:ext>
                </a:extLst>
              </p14:cNvPr>
              <p14:cNvContentPartPr/>
              <p14:nvPr/>
            </p14:nvContentPartPr>
            <p14:xfrm>
              <a:off x="8010864" y="3297456"/>
              <a:ext cx="16560" cy="169560"/>
            </p14:xfrm>
          </p:contentPart>
        </mc:Choice>
        <mc:Fallback xmlns="">
          <p:pic>
            <p:nvPicPr>
              <p:cNvPr id="71" name="Ink 70">
                <a:extLst>
                  <a:ext uri="{FF2B5EF4-FFF2-40B4-BE49-F238E27FC236}">
                    <a16:creationId xmlns:a16="http://schemas.microsoft.com/office/drawing/2014/main" id="{46399E07-7C30-E530-1C4C-EE237F9697EA}"/>
                  </a:ext>
                </a:extLst>
              </p:cNvPr>
              <p:cNvPicPr/>
              <p:nvPr/>
            </p:nvPicPr>
            <p:blipFill>
              <a:blip r:embed="rId138"/>
              <a:stretch>
                <a:fillRect/>
              </a:stretch>
            </p:blipFill>
            <p:spPr>
              <a:xfrm>
                <a:off x="8006544" y="3293136"/>
                <a:ext cx="252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2" name="Ink 71">
                <a:extLst>
                  <a:ext uri="{FF2B5EF4-FFF2-40B4-BE49-F238E27FC236}">
                    <a16:creationId xmlns:a16="http://schemas.microsoft.com/office/drawing/2014/main" id="{19C72D19-A789-F2AC-D876-EE9196AB3B5E}"/>
                  </a:ext>
                </a:extLst>
              </p14:cNvPr>
              <p14:cNvContentPartPr/>
              <p14:nvPr/>
            </p14:nvContentPartPr>
            <p14:xfrm>
              <a:off x="8059464" y="3241656"/>
              <a:ext cx="91080" cy="50400"/>
            </p14:xfrm>
          </p:contentPart>
        </mc:Choice>
        <mc:Fallback xmlns="">
          <p:pic>
            <p:nvPicPr>
              <p:cNvPr id="72" name="Ink 71">
                <a:extLst>
                  <a:ext uri="{FF2B5EF4-FFF2-40B4-BE49-F238E27FC236}">
                    <a16:creationId xmlns:a16="http://schemas.microsoft.com/office/drawing/2014/main" id="{19C72D19-A789-F2AC-D876-EE9196AB3B5E}"/>
                  </a:ext>
                </a:extLst>
              </p:cNvPr>
              <p:cNvPicPr/>
              <p:nvPr/>
            </p:nvPicPr>
            <p:blipFill>
              <a:blip r:embed="rId140"/>
              <a:stretch>
                <a:fillRect/>
              </a:stretch>
            </p:blipFill>
            <p:spPr>
              <a:xfrm>
                <a:off x="8055144" y="3237336"/>
                <a:ext cx="997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3" name="Ink 72">
                <a:extLst>
                  <a:ext uri="{FF2B5EF4-FFF2-40B4-BE49-F238E27FC236}">
                    <a16:creationId xmlns:a16="http://schemas.microsoft.com/office/drawing/2014/main" id="{1CCF6A16-C9C0-121D-E284-03CD863F4103}"/>
                  </a:ext>
                </a:extLst>
              </p14:cNvPr>
              <p14:cNvContentPartPr/>
              <p14:nvPr/>
            </p14:nvContentPartPr>
            <p14:xfrm>
              <a:off x="8181504" y="3229056"/>
              <a:ext cx="102240" cy="56160"/>
            </p14:xfrm>
          </p:contentPart>
        </mc:Choice>
        <mc:Fallback xmlns="">
          <p:pic>
            <p:nvPicPr>
              <p:cNvPr id="73" name="Ink 72">
                <a:extLst>
                  <a:ext uri="{FF2B5EF4-FFF2-40B4-BE49-F238E27FC236}">
                    <a16:creationId xmlns:a16="http://schemas.microsoft.com/office/drawing/2014/main" id="{1CCF6A16-C9C0-121D-E284-03CD863F4103}"/>
                  </a:ext>
                </a:extLst>
              </p:cNvPr>
              <p:cNvPicPr/>
              <p:nvPr/>
            </p:nvPicPr>
            <p:blipFill>
              <a:blip r:embed="rId142"/>
              <a:stretch>
                <a:fillRect/>
              </a:stretch>
            </p:blipFill>
            <p:spPr>
              <a:xfrm>
                <a:off x="8177184" y="3224736"/>
                <a:ext cx="1108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4" name="Ink 73">
                <a:extLst>
                  <a:ext uri="{FF2B5EF4-FFF2-40B4-BE49-F238E27FC236}">
                    <a16:creationId xmlns:a16="http://schemas.microsoft.com/office/drawing/2014/main" id="{69BF49B7-7492-1B10-DA7F-9ACEFC03AEFA}"/>
                  </a:ext>
                </a:extLst>
              </p14:cNvPr>
              <p14:cNvContentPartPr/>
              <p14:nvPr/>
            </p14:nvContentPartPr>
            <p14:xfrm>
              <a:off x="8342424" y="3190176"/>
              <a:ext cx="31320" cy="102600"/>
            </p14:xfrm>
          </p:contentPart>
        </mc:Choice>
        <mc:Fallback xmlns="">
          <p:pic>
            <p:nvPicPr>
              <p:cNvPr id="74" name="Ink 73">
                <a:extLst>
                  <a:ext uri="{FF2B5EF4-FFF2-40B4-BE49-F238E27FC236}">
                    <a16:creationId xmlns:a16="http://schemas.microsoft.com/office/drawing/2014/main" id="{69BF49B7-7492-1B10-DA7F-9ACEFC03AEFA}"/>
                  </a:ext>
                </a:extLst>
              </p:cNvPr>
              <p:cNvPicPr/>
              <p:nvPr/>
            </p:nvPicPr>
            <p:blipFill>
              <a:blip r:embed="rId144"/>
              <a:stretch>
                <a:fillRect/>
              </a:stretch>
            </p:blipFill>
            <p:spPr>
              <a:xfrm>
                <a:off x="8338104" y="3185856"/>
                <a:ext cx="399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5" name="Ink 74">
                <a:extLst>
                  <a:ext uri="{FF2B5EF4-FFF2-40B4-BE49-F238E27FC236}">
                    <a16:creationId xmlns:a16="http://schemas.microsoft.com/office/drawing/2014/main" id="{C424B237-7B25-6788-2D68-85A1BCF0421F}"/>
                  </a:ext>
                </a:extLst>
              </p14:cNvPr>
              <p14:cNvContentPartPr/>
              <p14:nvPr/>
            </p14:nvContentPartPr>
            <p14:xfrm>
              <a:off x="8489664" y="3117456"/>
              <a:ext cx="38880" cy="140760"/>
            </p14:xfrm>
          </p:contentPart>
        </mc:Choice>
        <mc:Fallback xmlns="">
          <p:pic>
            <p:nvPicPr>
              <p:cNvPr id="75" name="Ink 74">
                <a:extLst>
                  <a:ext uri="{FF2B5EF4-FFF2-40B4-BE49-F238E27FC236}">
                    <a16:creationId xmlns:a16="http://schemas.microsoft.com/office/drawing/2014/main" id="{C424B237-7B25-6788-2D68-85A1BCF0421F}"/>
                  </a:ext>
                </a:extLst>
              </p:cNvPr>
              <p:cNvPicPr/>
              <p:nvPr/>
            </p:nvPicPr>
            <p:blipFill>
              <a:blip r:embed="rId146"/>
              <a:stretch>
                <a:fillRect/>
              </a:stretch>
            </p:blipFill>
            <p:spPr>
              <a:xfrm>
                <a:off x="8485344" y="3113136"/>
                <a:ext cx="47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6" name="Ink 75">
                <a:extLst>
                  <a:ext uri="{FF2B5EF4-FFF2-40B4-BE49-F238E27FC236}">
                    <a16:creationId xmlns:a16="http://schemas.microsoft.com/office/drawing/2014/main" id="{C386C777-1C88-8106-1B9A-E8A50FA32406}"/>
                  </a:ext>
                </a:extLst>
              </p14:cNvPr>
              <p14:cNvContentPartPr/>
              <p14:nvPr/>
            </p14:nvContentPartPr>
            <p14:xfrm>
              <a:off x="8424144" y="3192336"/>
              <a:ext cx="155160" cy="20160"/>
            </p14:xfrm>
          </p:contentPart>
        </mc:Choice>
        <mc:Fallback xmlns="">
          <p:pic>
            <p:nvPicPr>
              <p:cNvPr id="76" name="Ink 75">
                <a:extLst>
                  <a:ext uri="{FF2B5EF4-FFF2-40B4-BE49-F238E27FC236}">
                    <a16:creationId xmlns:a16="http://schemas.microsoft.com/office/drawing/2014/main" id="{C386C777-1C88-8106-1B9A-E8A50FA32406}"/>
                  </a:ext>
                </a:extLst>
              </p:cNvPr>
              <p:cNvPicPr/>
              <p:nvPr/>
            </p:nvPicPr>
            <p:blipFill>
              <a:blip r:embed="rId148"/>
              <a:stretch>
                <a:fillRect/>
              </a:stretch>
            </p:blipFill>
            <p:spPr>
              <a:xfrm>
                <a:off x="8419824" y="3188016"/>
                <a:ext cx="1638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7" name="Ink 76">
                <a:extLst>
                  <a:ext uri="{FF2B5EF4-FFF2-40B4-BE49-F238E27FC236}">
                    <a16:creationId xmlns:a16="http://schemas.microsoft.com/office/drawing/2014/main" id="{F2429D45-D906-DE6D-E5B2-5EE4F6183909}"/>
                  </a:ext>
                </a:extLst>
              </p14:cNvPr>
              <p14:cNvContentPartPr/>
              <p14:nvPr/>
            </p14:nvContentPartPr>
            <p14:xfrm>
              <a:off x="8516664" y="3319416"/>
              <a:ext cx="122760" cy="105480"/>
            </p14:xfrm>
          </p:contentPart>
        </mc:Choice>
        <mc:Fallback xmlns="">
          <p:pic>
            <p:nvPicPr>
              <p:cNvPr id="77" name="Ink 76">
                <a:extLst>
                  <a:ext uri="{FF2B5EF4-FFF2-40B4-BE49-F238E27FC236}">
                    <a16:creationId xmlns:a16="http://schemas.microsoft.com/office/drawing/2014/main" id="{F2429D45-D906-DE6D-E5B2-5EE4F6183909}"/>
                  </a:ext>
                </a:extLst>
              </p:cNvPr>
              <p:cNvPicPr/>
              <p:nvPr/>
            </p:nvPicPr>
            <p:blipFill>
              <a:blip r:embed="rId150"/>
              <a:stretch>
                <a:fillRect/>
              </a:stretch>
            </p:blipFill>
            <p:spPr>
              <a:xfrm>
                <a:off x="8512344" y="3315096"/>
                <a:ext cx="1314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8" name="Ink 77">
                <a:extLst>
                  <a:ext uri="{FF2B5EF4-FFF2-40B4-BE49-F238E27FC236}">
                    <a16:creationId xmlns:a16="http://schemas.microsoft.com/office/drawing/2014/main" id="{6FB91973-E07F-4373-4BB6-4A0077488337}"/>
                  </a:ext>
                </a:extLst>
              </p14:cNvPr>
              <p14:cNvContentPartPr/>
              <p14:nvPr/>
            </p14:nvContentPartPr>
            <p14:xfrm>
              <a:off x="6498144" y="3657096"/>
              <a:ext cx="175680" cy="102600"/>
            </p14:xfrm>
          </p:contentPart>
        </mc:Choice>
        <mc:Fallback xmlns="">
          <p:pic>
            <p:nvPicPr>
              <p:cNvPr id="78" name="Ink 77">
                <a:extLst>
                  <a:ext uri="{FF2B5EF4-FFF2-40B4-BE49-F238E27FC236}">
                    <a16:creationId xmlns:a16="http://schemas.microsoft.com/office/drawing/2014/main" id="{6FB91973-E07F-4373-4BB6-4A0077488337}"/>
                  </a:ext>
                </a:extLst>
              </p:cNvPr>
              <p:cNvPicPr/>
              <p:nvPr/>
            </p:nvPicPr>
            <p:blipFill>
              <a:blip r:embed="rId152"/>
              <a:stretch>
                <a:fillRect/>
              </a:stretch>
            </p:blipFill>
            <p:spPr>
              <a:xfrm>
                <a:off x="6493824" y="3652776"/>
                <a:ext cx="184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9" name="Ink 78">
                <a:extLst>
                  <a:ext uri="{FF2B5EF4-FFF2-40B4-BE49-F238E27FC236}">
                    <a16:creationId xmlns:a16="http://schemas.microsoft.com/office/drawing/2014/main" id="{FDB417F2-29BB-3E2E-CFBD-61FCA5AFA6ED}"/>
                  </a:ext>
                </a:extLst>
              </p14:cNvPr>
              <p14:cNvContentPartPr/>
              <p14:nvPr/>
            </p14:nvContentPartPr>
            <p14:xfrm>
              <a:off x="6645744" y="3670416"/>
              <a:ext cx="360" cy="360"/>
            </p14:xfrm>
          </p:contentPart>
        </mc:Choice>
        <mc:Fallback xmlns="">
          <p:pic>
            <p:nvPicPr>
              <p:cNvPr id="79" name="Ink 78">
                <a:extLst>
                  <a:ext uri="{FF2B5EF4-FFF2-40B4-BE49-F238E27FC236}">
                    <a16:creationId xmlns:a16="http://schemas.microsoft.com/office/drawing/2014/main" id="{FDB417F2-29BB-3E2E-CFBD-61FCA5AFA6ED}"/>
                  </a:ext>
                </a:extLst>
              </p:cNvPr>
              <p:cNvPicPr/>
              <p:nvPr/>
            </p:nvPicPr>
            <p:blipFill>
              <a:blip r:embed="rId33"/>
              <a:stretch>
                <a:fillRect/>
              </a:stretch>
            </p:blipFill>
            <p:spPr>
              <a:xfrm>
                <a:off x="6641424" y="36660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0" name="Ink 79">
                <a:extLst>
                  <a:ext uri="{FF2B5EF4-FFF2-40B4-BE49-F238E27FC236}">
                    <a16:creationId xmlns:a16="http://schemas.microsoft.com/office/drawing/2014/main" id="{0F41A4D6-CEF0-22E8-0D02-13A2C8C0447B}"/>
                  </a:ext>
                </a:extLst>
              </p14:cNvPr>
              <p14:cNvContentPartPr/>
              <p14:nvPr/>
            </p14:nvContentPartPr>
            <p14:xfrm>
              <a:off x="6645744" y="3670416"/>
              <a:ext cx="212760" cy="72000"/>
            </p14:xfrm>
          </p:contentPart>
        </mc:Choice>
        <mc:Fallback xmlns="">
          <p:pic>
            <p:nvPicPr>
              <p:cNvPr id="80" name="Ink 79">
                <a:extLst>
                  <a:ext uri="{FF2B5EF4-FFF2-40B4-BE49-F238E27FC236}">
                    <a16:creationId xmlns:a16="http://schemas.microsoft.com/office/drawing/2014/main" id="{0F41A4D6-CEF0-22E8-0D02-13A2C8C0447B}"/>
                  </a:ext>
                </a:extLst>
              </p:cNvPr>
              <p:cNvPicPr/>
              <p:nvPr/>
            </p:nvPicPr>
            <p:blipFill>
              <a:blip r:embed="rId155"/>
              <a:stretch>
                <a:fillRect/>
              </a:stretch>
            </p:blipFill>
            <p:spPr>
              <a:xfrm>
                <a:off x="6641424" y="3666096"/>
                <a:ext cx="2214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1" name="Ink 80">
                <a:extLst>
                  <a:ext uri="{FF2B5EF4-FFF2-40B4-BE49-F238E27FC236}">
                    <a16:creationId xmlns:a16="http://schemas.microsoft.com/office/drawing/2014/main" id="{6BEF0D89-83D3-FAAE-4362-A9D2D29DB990}"/>
                  </a:ext>
                </a:extLst>
              </p14:cNvPr>
              <p14:cNvContentPartPr/>
              <p14:nvPr/>
            </p14:nvContentPartPr>
            <p14:xfrm>
              <a:off x="6866424" y="3474216"/>
              <a:ext cx="280800" cy="281880"/>
            </p14:xfrm>
          </p:contentPart>
        </mc:Choice>
        <mc:Fallback xmlns="">
          <p:pic>
            <p:nvPicPr>
              <p:cNvPr id="81" name="Ink 80">
                <a:extLst>
                  <a:ext uri="{FF2B5EF4-FFF2-40B4-BE49-F238E27FC236}">
                    <a16:creationId xmlns:a16="http://schemas.microsoft.com/office/drawing/2014/main" id="{6BEF0D89-83D3-FAAE-4362-A9D2D29DB990}"/>
                  </a:ext>
                </a:extLst>
              </p:cNvPr>
              <p:cNvPicPr/>
              <p:nvPr/>
            </p:nvPicPr>
            <p:blipFill>
              <a:blip r:embed="rId157"/>
              <a:stretch>
                <a:fillRect/>
              </a:stretch>
            </p:blipFill>
            <p:spPr>
              <a:xfrm>
                <a:off x="6862104" y="3469896"/>
                <a:ext cx="28944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2" name="Ink 81">
                <a:extLst>
                  <a:ext uri="{FF2B5EF4-FFF2-40B4-BE49-F238E27FC236}">
                    <a16:creationId xmlns:a16="http://schemas.microsoft.com/office/drawing/2014/main" id="{93FCF214-01CD-D2B7-D0CD-28B11EEF4C0C}"/>
                  </a:ext>
                </a:extLst>
              </p14:cNvPr>
              <p14:cNvContentPartPr/>
              <p14:nvPr/>
            </p14:nvContentPartPr>
            <p14:xfrm>
              <a:off x="7403184" y="3646296"/>
              <a:ext cx="109080" cy="65160"/>
            </p14:xfrm>
          </p:contentPart>
        </mc:Choice>
        <mc:Fallback xmlns="">
          <p:pic>
            <p:nvPicPr>
              <p:cNvPr id="82" name="Ink 81">
                <a:extLst>
                  <a:ext uri="{FF2B5EF4-FFF2-40B4-BE49-F238E27FC236}">
                    <a16:creationId xmlns:a16="http://schemas.microsoft.com/office/drawing/2014/main" id="{93FCF214-01CD-D2B7-D0CD-28B11EEF4C0C}"/>
                  </a:ext>
                </a:extLst>
              </p:cNvPr>
              <p:cNvPicPr/>
              <p:nvPr/>
            </p:nvPicPr>
            <p:blipFill>
              <a:blip r:embed="rId159"/>
              <a:stretch>
                <a:fillRect/>
              </a:stretch>
            </p:blipFill>
            <p:spPr>
              <a:xfrm>
                <a:off x="7398864" y="3641976"/>
                <a:ext cx="1177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3" name="Ink 82">
                <a:extLst>
                  <a:ext uri="{FF2B5EF4-FFF2-40B4-BE49-F238E27FC236}">
                    <a16:creationId xmlns:a16="http://schemas.microsoft.com/office/drawing/2014/main" id="{23CBA135-49F4-B676-D91C-50F9D782D85D}"/>
                  </a:ext>
                </a:extLst>
              </p14:cNvPr>
              <p14:cNvContentPartPr/>
              <p14:nvPr/>
            </p14:nvContentPartPr>
            <p14:xfrm>
              <a:off x="7525584" y="3565296"/>
              <a:ext cx="23400" cy="72000"/>
            </p14:xfrm>
          </p:contentPart>
        </mc:Choice>
        <mc:Fallback xmlns="">
          <p:pic>
            <p:nvPicPr>
              <p:cNvPr id="83" name="Ink 82">
                <a:extLst>
                  <a:ext uri="{FF2B5EF4-FFF2-40B4-BE49-F238E27FC236}">
                    <a16:creationId xmlns:a16="http://schemas.microsoft.com/office/drawing/2014/main" id="{23CBA135-49F4-B676-D91C-50F9D782D85D}"/>
                  </a:ext>
                </a:extLst>
              </p:cNvPr>
              <p:cNvPicPr/>
              <p:nvPr/>
            </p:nvPicPr>
            <p:blipFill>
              <a:blip r:embed="rId161"/>
              <a:stretch>
                <a:fillRect/>
              </a:stretch>
            </p:blipFill>
            <p:spPr>
              <a:xfrm>
                <a:off x="7521264" y="3560976"/>
                <a:ext cx="32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4" name="Ink 83">
                <a:extLst>
                  <a:ext uri="{FF2B5EF4-FFF2-40B4-BE49-F238E27FC236}">
                    <a16:creationId xmlns:a16="http://schemas.microsoft.com/office/drawing/2014/main" id="{2F1009DF-13FB-DC7B-9B35-CA031E32F213}"/>
                  </a:ext>
                </a:extLst>
              </p14:cNvPr>
              <p14:cNvContentPartPr/>
              <p14:nvPr/>
            </p14:nvContentPartPr>
            <p14:xfrm>
              <a:off x="7534944" y="3661776"/>
              <a:ext cx="168840" cy="45000"/>
            </p14:xfrm>
          </p:contentPart>
        </mc:Choice>
        <mc:Fallback xmlns="">
          <p:pic>
            <p:nvPicPr>
              <p:cNvPr id="84" name="Ink 83">
                <a:extLst>
                  <a:ext uri="{FF2B5EF4-FFF2-40B4-BE49-F238E27FC236}">
                    <a16:creationId xmlns:a16="http://schemas.microsoft.com/office/drawing/2014/main" id="{2F1009DF-13FB-DC7B-9B35-CA031E32F213}"/>
                  </a:ext>
                </a:extLst>
              </p:cNvPr>
              <p:cNvPicPr/>
              <p:nvPr/>
            </p:nvPicPr>
            <p:blipFill>
              <a:blip r:embed="rId163"/>
              <a:stretch>
                <a:fillRect/>
              </a:stretch>
            </p:blipFill>
            <p:spPr>
              <a:xfrm>
                <a:off x="7530624" y="3657456"/>
                <a:ext cx="1774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5" name="Ink 84">
                <a:extLst>
                  <a:ext uri="{FF2B5EF4-FFF2-40B4-BE49-F238E27FC236}">
                    <a16:creationId xmlns:a16="http://schemas.microsoft.com/office/drawing/2014/main" id="{376FF372-364E-0D38-EFD6-1D9CC94EA880}"/>
                  </a:ext>
                </a:extLst>
              </p14:cNvPr>
              <p14:cNvContentPartPr/>
              <p14:nvPr/>
            </p14:nvContentPartPr>
            <p14:xfrm>
              <a:off x="7726824" y="3628296"/>
              <a:ext cx="95040" cy="85320"/>
            </p14:xfrm>
          </p:contentPart>
        </mc:Choice>
        <mc:Fallback xmlns="">
          <p:pic>
            <p:nvPicPr>
              <p:cNvPr id="85" name="Ink 84">
                <a:extLst>
                  <a:ext uri="{FF2B5EF4-FFF2-40B4-BE49-F238E27FC236}">
                    <a16:creationId xmlns:a16="http://schemas.microsoft.com/office/drawing/2014/main" id="{376FF372-364E-0D38-EFD6-1D9CC94EA880}"/>
                  </a:ext>
                </a:extLst>
              </p:cNvPr>
              <p:cNvPicPr/>
              <p:nvPr/>
            </p:nvPicPr>
            <p:blipFill>
              <a:blip r:embed="rId165"/>
              <a:stretch>
                <a:fillRect/>
              </a:stretch>
            </p:blipFill>
            <p:spPr>
              <a:xfrm>
                <a:off x="7722504" y="3623976"/>
                <a:ext cx="1036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6" name="Ink 85">
                <a:extLst>
                  <a:ext uri="{FF2B5EF4-FFF2-40B4-BE49-F238E27FC236}">
                    <a16:creationId xmlns:a16="http://schemas.microsoft.com/office/drawing/2014/main" id="{C82CA4B2-64BF-F875-356E-CD13023C43ED}"/>
                  </a:ext>
                </a:extLst>
              </p14:cNvPr>
              <p14:cNvContentPartPr/>
              <p14:nvPr/>
            </p14:nvContentPartPr>
            <p14:xfrm>
              <a:off x="7821504" y="3630096"/>
              <a:ext cx="360" cy="360"/>
            </p14:xfrm>
          </p:contentPart>
        </mc:Choice>
        <mc:Fallback xmlns="">
          <p:pic>
            <p:nvPicPr>
              <p:cNvPr id="86" name="Ink 85">
                <a:extLst>
                  <a:ext uri="{FF2B5EF4-FFF2-40B4-BE49-F238E27FC236}">
                    <a16:creationId xmlns:a16="http://schemas.microsoft.com/office/drawing/2014/main" id="{C82CA4B2-64BF-F875-356E-CD13023C43ED}"/>
                  </a:ext>
                </a:extLst>
              </p:cNvPr>
              <p:cNvPicPr/>
              <p:nvPr/>
            </p:nvPicPr>
            <p:blipFill>
              <a:blip r:embed="rId33"/>
              <a:stretch>
                <a:fillRect/>
              </a:stretch>
            </p:blipFill>
            <p:spPr>
              <a:xfrm>
                <a:off x="7817184" y="36257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87" name="Ink 86">
                <a:extLst>
                  <a:ext uri="{FF2B5EF4-FFF2-40B4-BE49-F238E27FC236}">
                    <a16:creationId xmlns:a16="http://schemas.microsoft.com/office/drawing/2014/main" id="{832DDFE8-559F-FFB2-18DF-21BCE2A36CDE}"/>
                  </a:ext>
                </a:extLst>
              </p14:cNvPr>
              <p14:cNvContentPartPr/>
              <p14:nvPr/>
            </p14:nvContentPartPr>
            <p14:xfrm>
              <a:off x="7821504" y="3624336"/>
              <a:ext cx="136800" cy="77760"/>
            </p14:xfrm>
          </p:contentPart>
        </mc:Choice>
        <mc:Fallback xmlns="">
          <p:pic>
            <p:nvPicPr>
              <p:cNvPr id="87" name="Ink 86">
                <a:extLst>
                  <a:ext uri="{FF2B5EF4-FFF2-40B4-BE49-F238E27FC236}">
                    <a16:creationId xmlns:a16="http://schemas.microsoft.com/office/drawing/2014/main" id="{832DDFE8-559F-FFB2-18DF-21BCE2A36CDE}"/>
                  </a:ext>
                </a:extLst>
              </p:cNvPr>
              <p:cNvPicPr/>
              <p:nvPr/>
            </p:nvPicPr>
            <p:blipFill>
              <a:blip r:embed="rId168"/>
              <a:stretch>
                <a:fillRect/>
              </a:stretch>
            </p:blipFill>
            <p:spPr>
              <a:xfrm>
                <a:off x="7817184" y="3620016"/>
                <a:ext cx="1454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88" name="Ink 87">
                <a:extLst>
                  <a:ext uri="{FF2B5EF4-FFF2-40B4-BE49-F238E27FC236}">
                    <a16:creationId xmlns:a16="http://schemas.microsoft.com/office/drawing/2014/main" id="{2FB31BA6-546A-AF1C-5C9F-2A4419424CE5}"/>
                  </a:ext>
                </a:extLst>
              </p14:cNvPr>
              <p14:cNvContentPartPr/>
              <p14:nvPr/>
            </p14:nvContentPartPr>
            <p14:xfrm>
              <a:off x="8010864" y="3622896"/>
              <a:ext cx="62280" cy="78840"/>
            </p14:xfrm>
          </p:contentPart>
        </mc:Choice>
        <mc:Fallback xmlns="">
          <p:pic>
            <p:nvPicPr>
              <p:cNvPr id="88" name="Ink 87">
                <a:extLst>
                  <a:ext uri="{FF2B5EF4-FFF2-40B4-BE49-F238E27FC236}">
                    <a16:creationId xmlns:a16="http://schemas.microsoft.com/office/drawing/2014/main" id="{2FB31BA6-546A-AF1C-5C9F-2A4419424CE5}"/>
                  </a:ext>
                </a:extLst>
              </p:cNvPr>
              <p:cNvPicPr/>
              <p:nvPr/>
            </p:nvPicPr>
            <p:blipFill>
              <a:blip r:embed="rId170"/>
              <a:stretch>
                <a:fillRect/>
              </a:stretch>
            </p:blipFill>
            <p:spPr>
              <a:xfrm>
                <a:off x="8006544" y="3618576"/>
                <a:ext cx="709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89" name="Ink 88">
                <a:extLst>
                  <a:ext uri="{FF2B5EF4-FFF2-40B4-BE49-F238E27FC236}">
                    <a16:creationId xmlns:a16="http://schemas.microsoft.com/office/drawing/2014/main" id="{0431C993-6841-B159-4333-BFEA3CD1FFC3}"/>
                  </a:ext>
                </a:extLst>
              </p14:cNvPr>
              <p14:cNvContentPartPr/>
              <p14:nvPr/>
            </p14:nvContentPartPr>
            <p14:xfrm>
              <a:off x="8163864" y="3493656"/>
              <a:ext cx="27360" cy="176400"/>
            </p14:xfrm>
          </p:contentPart>
        </mc:Choice>
        <mc:Fallback xmlns="">
          <p:pic>
            <p:nvPicPr>
              <p:cNvPr id="89" name="Ink 88">
                <a:extLst>
                  <a:ext uri="{FF2B5EF4-FFF2-40B4-BE49-F238E27FC236}">
                    <a16:creationId xmlns:a16="http://schemas.microsoft.com/office/drawing/2014/main" id="{0431C993-6841-B159-4333-BFEA3CD1FFC3}"/>
                  </a:ext>
                </a:extLst>
              </p:cNvPr>
              <p:cNvPicPr/>
              <p:nvPr/>
            </p:nvPicPr>
            <p:blipFill>
              <a:blip r:embed="rId172"/>
              <a:stretch>
                <a:fillRect/>
              </a:stretch>
            </p:blipFill>
            <p:spPr>
              <a:xfrm>
                <a:off x="8159544" y="3489336"/>
                <a:ext cx="360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0" name="Ink 89">
                <a:extLst>
                  <a:ext uri="{FF2B5EF4-FFF2-40B4-BE49-F238E27FC236}">
                    <a16:creationId xmlns:a16="http://schemas.microsoft.com/office/drawing/2014/main" id="{2331B315-DBBB-8828-F598-777AD8A0BBF5}"/>
                  </a:ext>
                </a:extLst>
              </p14:cNvPr>
              <p14:cNvContentPartPr/>
              <p14:nvPr/>
            </p14:nvContentPartPr>
            <p14:xfrm>
              <a:off x="8117064" y="3610296"/>
              <a:ext cx="134280" cy="3960"/>
            </p14:xfrm>
          </p:contentPart>
        </mc:Choice>
        <mc:Fallback xmlns="">
          <p:pic>
            <p:nvPicPr>
              <p:cNvPr id="90" name="Ink 89">
                <a:extLst>
                  <a:ext uri="{FF2B5EF4-FFF2-40B4-BE49-F238E27FC236}">
                    <a16:creationId xmlns:a16="http://schemas.microsoft.com/office/drawing/2014/main" id="{2331B315-DBBB-8828-F598-777AD8A0BBF5}"/>
                  </a:ext>
                </a:extLst>
              </p:cNvPr>
              <p:cNvPicPr/>
              <p:nvPr/>
            </p:nvPicPr>
            <p:blipFill>
              <a:blip r:embed="rId174"/>
              <a:stretch>
                <a:fillRect/>
              </a:stretch>
            </p:blipFill>
            <p:spPr>
              <a:xfrm>
                <a:off x="8112744" y="3605976"/>
                <a:ext cx="142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1" name="Ink 90">
                <a:extLst>
                  <a:ext uri="{FF2B5EF4-FFF2-40B4-BE49-F238E27FC236}">
                    <a16:creationId xmlns:a16="http://schemas.microsoft.com/office/drawing/2014/main" id="{2AF31139-53B5-4351-3D9E-424D4304EADB}"/>
                  </a:ext>
                </a:extLst>
              </p14:cNvPr>
              <p14:cNvContentPartPr/>
              <p14:nvPr/>
            </p14:nvContentPartPr>
            <p14:xfrm>
              <a:off x="6606144" y="4037616"/>
              <a:ext cx="190080" cy="64080"/>
            </p14:xfrm>
          </p:contentPart>
        </mc:Choice>
        <mc:Fallback xmlns="">
          <p:pic>
            <p:nvPicPr>
              <p:cNvPr id="91" name="Ink 90">
                <a:extLst>
                  <a:ext uri="{FF2B5EF4-FFF2-40B4-BE49-F238E27FC236}">
                    <a16:creationId xmlns:a16="http://schemas.microsoft.com/office/drawing/2014/main" id="{2AF31139-53B5-4351-3D9E-424D4304EADB}"/>
                  </a:ext>
                </a:extLst>
              </p:cNvPr>
              <p:cNvPicPr/>
              <p:nvPr/>
            </p:nvPicPr>
            <p:blipFill>
              <a:blip r:embed="rId176"/>
              <a:stretch>
                <a:fillRect/>
              </a:stretch>
            </p:blipFill>
            <p:spPr>
              <a:xfrm>
                <a:off x="6601824" y="4033296"/>
                <a:ext cx="1987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2" name="Ink 91">
                <a:extLst>
                  <a:ext uri="{FF2B5EF4-FFF2-40B4-BE49-F238E27FC236}">
                    <a16:creationId xmlns:a16="http://schemas.microsoft.com/office/drawing/2014/main" id="{E6EA7781-104F-1713-F0C7-4E16F51C94E2}"/>
                  </a:ext>
                </a:extLst>
              </p14:cNvPr>
              <p14:cNvContentPartPr/>
              <p14:nvPr/>
            </p14:nvContentPartPr>
            <p14:xfrm>
              <a:off x="6809544" y="3917736"/>
              <a:ext cx="21240" cy="46440"/>
            </p14:xfrm>
          </p:contentPart>
        </mc:Choice>
        <mc:Fallback xmlns="">
          <p:pic>
            <p:nvPicPr>
              <p:cNvPr id="92" name="Ink 91">
                <a:extLst>
                  <a:ext uri="{FF2B5EF4-FFF2-40B4-BE49-F238E27FC236}">
                    <a16:creationId xmlns:a16="http://schemas.microsoft.com/office/drawing/2014/main" id="{E6EA7781-104F-1713-F0C7-4E16F51C94E2}"/>
                  </a:ext>
                </a:extLst>
              </p:cNvPr>
              <p:cNvPicPr/>
              <p:nvPr/>
            </p:nvPicPr>
            <p:blipFill>
              <a:blip r:embed="rId178"/>
              <a:stretch>
                <a:fillRect/>
              </a:stretch>
            </p:blipFill>
            <p:spPr>
              <a:xfrm>
                <a:off x="6805224" y="3913416"/>
                <a:ext cx="298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93" name="Ink 92">
                <a:extLst>
                  <a:ext uri="{FF2B5EF4-FFF2-40B4-BE49-F238E27FC236}">
                    <a16:creationId xmlns:a16="http://schemas.microsoft.com/office/drawing/2014/main" id="{CC8A4E5C-174A-47E7-324F-194660908169}"/>
                  </a:ext>
                </a:extLst>
              </p14:cNvPr>
              <p14:cNvContentPartPr/>
              <p14:nvPr/>
            </p14:nvContentPartPr>
            <p14:xfrm>
              <a:off x="6825744" y="4040136"/>
              <a:ext cx="159840" cy="41400"/>
            </p14:xfrm>
          </p:contentPart>
        </mc:Choice>
        <mc:Fallback xmlns="">
          <p:pic>
            <p:nvPicPr>
              <p:cNvPr id="93" name="Ink 92">
                <a:extLst>
                  <a:ext uri="{FF2B5EF4-FFF2-40B4-BE49-F238E27FC236}">
                    <a16:creationId xmlns:a16="http://schemas.microsoft.com/office/drawing/2014/main" id="{CC8A4E5C-174A-47E7-324F-194660908169}"/>
                  </a:ext>
                </a:extLst>
              </p:cNvPr>
              <p:cNvPicPr/>
              <p:nvPr/>
            </p:nvPicPr>
            <p:blipFill>
              <a:blip r:embed="rId180"/>
              <a:stretch>
                <a:fillRect/>
              </a:stretch>
            </p:blipFill>
            <p:spPr>
              <a:xfrm>
                <a:off x="6821424" y="4035816"/>
                <a:ext cx="1684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4" name="Ink 93">
                <a:extLst>
                  <a:ext uri="{FF2B5EF4-FFF2-40B4-BE49-F238E27FC236}">
                    <a16:creationId xmlns:a16="http://schemas.microsoft.com/office/drawing/2014/main" id="{997286AE-5794-4A7E-6B3F-50CE6B336111}"/>
                  </a:ext>
                </a:extLst>
              </p14:cNvPr>
              <p14:cNvContentPartPr/>
              <p14:nvPr/>
            </p14:nvContentPartPr>
            <p14:xfrm>
              <a:off x="7056864" y="3914136"/>
              <a:ext cx="32760" cy="174600"/>
            </p14:xfrm>
          </p:contentPart>
        </mc:Choice>
        <mc:Fallback xmlns="">
          <p:pic>
            <p:nvPicPr>
              <p:cNvPr id="94" name="Ink 93">
                <a:extLst>
                  <a:ext uri="{FF2B5EF4-FFF2-40B4-BE49-F238E27FC236}">
                    <a16:creationId xmlns:a16="http://schemas.microsoft.com/office/drawing/2014/main" id="{997286AE-5794-4A7E-6B3F-50CE6B336111}"/>
                  </a:ext>
                </a:extLst>
              </p:cNvPr>
              <p:cNvPicPr/>
              <p:nvPr/>
            </p:nvPicPr>
            <p:blipFill>
              <a:blip r:embed="rId182"/>
              <a:stretch>
                <a:fillRect/>
              </a:stretch>
            </p:blipFill>
            <p:spPr>
              <a:xfrm>
                <a:off x="7052544" y="3909816"/>
                <a:ext cx="414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5" name="Ink 94">
                <a:extLst>
                  <a:ext uri="{FF2B5EF4-FFF2-40B4-BE49-F238E27FC236}">
                    <a16:creationId xmlns:a16="http://schemas.microsoft.com/office/drawing/2014/main" id="{EDB467D9-DADB-736B-DB27-6401BAFB0313}"/>
                  </a:ext>
                </a:extLst>
              </p14:cNvPr>
              <p14:cNvContentPartPr/>
              <p14:nvPr/>
            </p14:nvContentPartPr>
            <p14:xfrm>
              <a:off x="7008264" y="3998016"/>
              <a:ext cx="189720" cy="78840"/>
            </p14:xfrm>
          </p:contentPart>
        </mc:Choice>
        <mc:Fallback xmlns="">
          <p:pic>
            <p:nvPicPr>
              <p:cNvPr id="95" name="Ink 94">
                <a:extLst>
                  <a:ext uri="{FF2B5EF4-FFF2-40B4-BE49-F238E27FC236}">
                    <a16:creationId xmlns:a16="http://schemas.microsoft.com/office/drawing/2014/main" id="{EDB467D9-DADB-736B-DB27-6401BAFB0313}"/>
                  </a:ext>
                </a:extLst>
              </p:cNvPr>
              <p:cNvPicPr/>
              <p:nvPr/>
            </p:nvPicPr>
            <p:blipFill>
              <a:blip r:embed="rId184"/>
              <a:stretch>
                <a:fillRect/>
              </a:stretch>
            </p:blipFill>
            <p:spPr>
              <a:xfrm>
                <a:off x="7003944" y="3993696"/>
                <a:ext cx="1983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6" name="Ink 95">
                <a:extLst>
                  <a:ext uri="{FF2B5EF4-FFF2-40B4-BE49-F238E27FC236}">
                    <a16:creationId xmlns:a16="http://schemas.microsoft.com/office/drawing/2014/main" id="{13AB69AF-E190-F323-7D9C-8AD50E2C3C93}"/>
                  </a:ext>
                </a:extLst>
              </p14:cNvPr>
              <p14:cNvContentPartPr/>
              <p14:nvPr/>
            </p14:nvContentPartPr>
            <p14:xfrm>
              <a:off x="7530264" y="3922416"/>
              <a:ext cx="41760" cy="141120"/>
            </p14:xfrm>
          </p:contentPart>
        </mc:Choice>
        <mc:Fallback xmlns="">
          <p:pic>
            <p:nvPicPr>
              <p:cNvPr id="96" name="Ink 95">
                <a:extLst>
                  <a:ext uri="{FF2B5EF4-FFF2-40B4-BE49-F238E27FC236}">
                    <a16:creationId xmlns:a16="http://schemas.microsoft.com/office/drawing/2014/main" id="{13AB69AF-E190-F323-7D9C-8AD50E2C3C93}"/>
                  </a:ext>
                </a:extLst>
              </p:cNvPr>
              <p:cNvPicPr/>
              <p:nvPr/>
            </p:nvPicPr>
            <p:blipFill>
              <a:blip r:embed="rId186"/>
              <a:stretch>
                <a:fillRect/>
              </a:stretch>
            </p:blipFill>
            <p:spPr>
              <a:xfrm>
                <a:off x="7525944" y="3918096"/>
                <a:ext cx="504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97" name="Ink 96">
                <a:extLst>
                  <a:ext uri="{FF2B5EF4-FFF2-40B4-BE49-F238E27FC236}">
                    <a16:creationId xmlns:a16="http://schemas.microsoft.com/office/drawing/2014/main" id="{8AE59D21-57B2-DF12-4295-0B047D657FDD}"/>
                  </a:ext>
                </a:extLst>
              </p14:cNvPr>
              <p14:cNvContentPartPr/>
              <p14:nvPr/>
            </p14:nvContentPartPr>
            <p14:xfrm>
              <a:off x="7444944" y="3819816"/>
              <a:ext cx="399960" cy="217080"/>
            </p14:xfrm>
          </p:contentPart>
        </mc:Choice>
        <mc:Fallback xmlns="">
          <p:pic>
            <p:nvPicPr>
              <p:cNvPr id="97" name="Ink 96">
                <a:extLst>
                  <a:ext uri="{FF2B5EF4-FFF2-40B4-BE49-F238E27FC236}">
                    <a16:creationId xmlns:a16="http://schemas.microsoft.com/office/drawing/2014/main" id="{8AE59D21-57B2-DF12-4295-0B047D657FDD}"/>
                  </a:ext>
                </a:extLst>
              </p:cNvPr>
              <p:cNvPicPr/>
              <p:nvPr/>
            </p:nvPicPr>
            <p:blipFill>
              <a:blip r:embed="rId188"/>
              <a:stretch>
                <a:fillRect/>
              </a:stretch>
            </p:blipFill>
            <p:spPr>
              <a:xfrm>
                <a:off x="7440624" y="3815496"/>
                <a:ext cx="4086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8" name="Ink 97">
                <a:extLst>
                  <a:ext uri="{FF2B5EF4-FFF2-40B4-BE49-F238E27FC236}">
                    <a16:creationId xmlns:a16="http://schemas.microsoft.com/office/drawing/2014/main" id="{C7AC742B-3247-ACFE-21A8-07076273246F}"/>
                  </a:ext>
                </a:extLst>
              </p14:cNvPr>
              <p14:cNvContentPartPr/>
              <p14:nvPr/>
            </p14:nvContentPartPr>
            <p14:xfrm>
              <a:off x="7817904" y="3966336"/>
              <a:ext cx="100800" cy="88200"/>
            </p14:xfrm>
          </p:contentPart>
        </mc:Choice>
        <mc:Fallback xmlns="">
          <p:pic>
            <p:nvPicPr>
              <p:cNvPr id="98" name="Ink 97">
                <a:extLst>
                  <a:ext uri="{FF2B5EF4-FFF2-40B4-BE49-F238E27FC236}">
                    <a16:creationId xmlns:a16="http://schemas.microsoft.com/office/drawing/2014/main" id="{C7AC742B-3247-ACFE-21A8-07076273246F}"/>
                  </a:ext>
                </a:extLst>
              </p:cNvPr>
              <p:cNvPicPr/>
              <p:nvPr/>
            </p:nvPicPr>
            <p:blipFill>
              <a:blip r:embed="rId190"/>
              <a:stretch>
                <a:fillRect/>
              </a:stretch>
            </p:blipFill>
            <p:spPr>
              <a:xfrm>
                <a:off x="7813584" y="3962016"/>
                <a:ext cx="1094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9" name="Ink 98">
                <a:extLst>
                  <a:ext uri="{FF2B5EF4-FFF2-40B4-BE49-F238E27FC236}">
                    <a16:creationId xmlns:a16="http://schemas.microsoft.com/office/drawing/2014/main" id="{5BDE6729-0B11-84B2-79BE-5E99A1921F2E}"/>
                  </a:ext>
                </a:extLst>
              </p14:cNvPr>
              <p14:cNvContentPartPr/>
              <p14:nvPr/>
            </p14:nvContentPartPr>
            <p14:xfrm>
              <a:off x="8103744" y="3935736"/>
              <a:ext cx="87480" cy="100080"/>
            </p14:xfrm>
          </p:contentPart>
        </mc:Choice>
        <mc:Fallback xmlns="">
          <p:pic>
            <p:nvPicPr>
              <p:cNvPr id="99" name="Ink 98">
                <a:extLst>
                  <a:ext uri="{FF2B5EF4-FFF2-40B4-BE49-F238E27FC236}">
                    <a16:creationId xmlns:a16="http://schemas.microsoft.com/office/drawing/2014/main" id="{5BDE6729-0B11-84B2-79BE-5E99A1921F2E}"/>
                  </a:ext>
                </a:extLst>
              </p:cNvPr>
              <p:cNvPicPr/>
              <p:nvPr/>
            </p:nvPicPr>
            <p:blipFill>
              <a:blip r:embed="rId192"/>
              <a:stretch>
                <a:fillRect/>
              </a:stretch>
            </p:blipFill>
            <p:spPr>
              <a:xfrm>
                <a:off x="8099424" y="3931416"/>
                <a:ext cx="961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00" name="Ink 99">
                <a:extLst>
                  <a:ext uri="{FF2B5EF4-FFF2-40B4-BE49-F238E27FC236}">
                    <a16:creationId xmlns:a16="http://schemas.microsoft.com/office/drawing/2014/main" id="{5FD1AA4A-EF04-9A14-CC17-E19EC8533649}"/>
                  </a:ext>
                </a:extLst>
              </p14:cNvPr>
              <p14:cNvContentPartPr/>
              <p14:nvPr/>
            </p14:nvContentPartPr>
            <p14:xfrm>
              <a:off x="8240544" y="3954816"/>
              <a:ext cx="82440" cy="72000"/>
            </p14:xfrm>
          </p:contentPart>
        </mc:Choice>
        <mc:Fallback xmlns="">
          <p:pic>
            <p:nvPicPr>
              <p:cNvPr id="100" name="Ink 99">
                <a:extLst>
                  <a:ext uri="{FF2B5EF4-FFF2-40B4-BE49-F238E27FC236}">
                    <a16:creationId xmlns:a16="http://schemas.microsoft.com/office/drawing/2014/main" id="{5FD1AA4A-EF04-9A14-CC17-E19EC8533649}"/>
                  </a:ext>
                </a:extLst>
              </p:cNvPr>
              <p:cNvPicPr/>
              <p:nvPr/>
            </p:nvPicPr>
            <p:blipFill>
              <a:blip r:embed="rId194"/>
              <a:stretch>
                <a:fillRect/>
              </a:stretch>
            </p:blipFill>
            <p:spPr>
              <a:xfrm>
                <a:off x="8236224" y="3950496"/>
                <a:ext cx="910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01" name="Ink 100">
                <a:extLst>
                  <a:ext uri="{FF2B5EF4-FFF2-40B4-BE49-F238E27FC236}">
                    <a16:creationId xmlns:a16="http://schemas.microsoft.com/office/drawing/2014/main" id="{0B72C149-2E23-C79D-E33F-5CC08D35DE1E}"/>
                  </a:ext>
                </a:extLst>
              </p14:cNvPr>
              <p14:cNvContentPartPr/>
              <p14:nvPr/>
            </p14:nvContentPartPr>
            <p14:xfrm>
              <a:off x="8387064" y="3930336"/>
              <a:ext cx="51480" cy="93960"/>
            </p14:xfrm>
          </p:contentPart>
        </mc:Choice>
        <mc:Fallback xmlns="">
          <p:pic>
            <p:nvPicPr>
              <p:cNvPr id="101" name="Ink 100">
                <a:extLst>
                  <a:ext uri="{FF2B5EF4-FFF2-40B4-BE49-F238E27FC236}">
                    <a16:creationId xmlns:a16="http://schemas.microsoft.com/office/drawing/2014/main" id="{0B72C149-2E23-C79D-E33F-5CC08D35DE1E}"/>
                  </a:ext>
                </a:extLst>
              </p:cNvPr>
              <p:cNvPicPr/>
              <p:nvPr/>
            </p:nvPicPr>
            <p:blipFill>
              <a:blip r:embed="rId196"/>
              <a:stretch>
                <a:fillRect/>
              </a:stretch>
            </p:blipFill>
            <p:spPr>
              <a:xfrm>
                <a:off x="8382744" y="3926016"/>
                <a:ext cx="601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2" name="Ink 101">
                <a:extLst>
                  <a:ext uri="{FF2B5EF4-FFF2-40B4-BE49-F238E27FC236}">
                    <a16:creationId xmlns:a16="http://schemas.microsoft.com/office/drawing/2014/main" id="{FF73D564-DFD3-1738-A833-B38F803B218F}"/>
                  </a:ext>
                </a:extLst>
              </p14:cNvPr>
              <p14:cNvContentPartPr/>
              <p14:nvPr/>
            </p14:nvContentPartPr>
            <p14:xfrm>
              <a:off x="8529264" y="3807936"/>
              <a:ext cx="89280" cy="173880"/>
            </p14:xfrm>
          </p:contentPart>
        </mc:Choice>
        <mc:Fallback xmlns="">
          <p:pic>
            <p:nvPicPr>
              <p:cNvPr id="102" name="Ink 101">
                <a:extLst>
                  <a:ext uri="{FF2B5EF4-FFF2-40B4-BE49-F238E27FC236}">
                    <a16:creationId xmlns:a16="http://schemas.microsoft.com/office/drawing/2014/main" id="{FF73D564-DFD3-1738-A833-B38F803B218F}"/>
                  </a:ext>
                </a:extLst>
              </p:cNvPr>
              <p:cNvPicPr/>
              <p:nvPr/>
            </p:nvPicPr>
            <p:blipFill>
              <a:blip r:embed="rId198"/>
              <a:stretch>
                <a:fillRect/>
              </a:stretch>
            </p:blipFill>
            <p:spPr>
              <a:xfrm>
                <a:off x="8524944" y="3803616"/>
                <a:ext cx="979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3" name="Ink 102">
                <a:extLst>
                  <a:ext uri="{FF2B5EF4-FFF2-40B4-BE49-F238E27FC236}">
                    <a16:creationId xmlns:a16="http://schemas.microsoft.com/office/drawing/2014/main" id="{368B35A1-BC8D-4341-D6A2-96D1AD0B8D4C}"/>
                  </a:ext>
                </a:extLst>
              </p14:cNvPr>
              <p14:cNvContentPartPr/>
              <p14:nvPr/>
            </p14:nvContentPartPr>
            <p14:xfrm>
              <a:off x="8451864" y="3881736"/>
              <a:ext cx="185040" cy="8280"/>
            </p14:xfrm>
          </p:contentPart>
        </mc:Choice>
        <mc:Fallback xmlns="">
          <p:pic>
            <p:nvPicPr>
              <p:cNvPr id="103" name="Ink 102">
                <a:extLst>
                  <a:ext uri="{FF2B5EF4-FFF2-40B4-BE49-F238E27FC236}">
                    <a16:creationId xmlns:a16="http://schemas.microsoft.com/office/drawing/2014/main" id="{368B35A1-BC8D-4341-D6A2-96D1AD0B8D4C}"/>
                  </a:ext>
                </a:extLst>
              </p:cNvPr>
              <p:cNvPicPr/>
              <p:nvPr/>
            </p:nvPicPr>
            <p:blipFill>
              <a:blip r:embed="rId200"/>
              <a:stretch>
                <a:fillRect/>
              </a:stretch>
            </p:blipFill>
            <p:spPr>
              <a:xfrm>
                <a:off x="8447544" y="3877416"/>
                <a:ext cx="1936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04" name="Ink 103">
                <a:extLst>
                  <a:ext uri="{FF2B5EF4-FFF2-40B4-BE49-F238E27FC236}">
                    <a16:creationId xmlns:a16="http://schemas.microsoft.com/office/drawing/2014/main" id="{1290D809-0B99-99EE-AABB-DE64A0F5029C}"/>
                  </a:ext>
                </a:extLst>
              </p14:cNvPr>
              <p14:cNvContentPartPr/>
              <p14:nvPr/>
            </p14:nvContentPartPr>
            <p14:xfrm>
              <a:off x="8639064" y="3920616"/>
              <a:ext cx="68040" cy="65520"/>
            </p14:xfrm>
          </p:contentPart>
        </mc:Choice>
        <mc:Fallback xmlns="">
          <p:pic>
            <p:nvPicPr>
              <p:cNvPr id="104" name="Ink 103">
                <a:extLst>
                  <a:ext uri="{FF2B5EF4-FFF2-40B4-BE49-F238E27FC236}">
                    <a16:creationId xmlns:a16="http://schemas.microsoft.com/office/drawing/2014/main" id="{1290D809-0B99-99EE-AABB-DE64A0F5029C}"/>
                  </a:ext>
                </a:extLst>
              </p:cNvPr>
              <p:cNvPicPr/>
              <p:nvPr/>
            </p:nvPicPr>
            <p:blipFill>
              <a:blip r:embed="rId202"/>
              <a:stretch>
                <a:fillRect/>
              </a:stretch>
            </p:blipFill>
            <p:spPr>
              <a:xfrm>
                <a:off x="8634744" y="3916296"/>
                <a:ext cx="766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5" name="Ink 104">
                <a:extLst>
                  <a:ext uri="{FF2B5EF4-FFF2-40B4-BE49-F238E27FC236}">
                    <a16:creationId xmlns:a16="http://schemas.microsoft.com/office/drawing/2014/main" id="{3CD69593-0519-3A59-3E80-AC27BED22904}"/>
                  </a:ext>
                </a:extLst>
              </p14:cNvPr>
              <p14:cNvContentPartPr/>
              <p14:nvPr/>
            </p14:nvContentPartPr>
            <p14:xfrm>
              <a:off x="8777664" y="3795336"/>
              <a:ext cx="270720" cy="255240"/>
            </p14:xfrm>
          </p:contentPart>
        </mc:Choice>
        <mc:Fallback xmlns="">
          <p:pic>
            <p:nvPicPr>
              <p:cNvPr id="105" name="Ink 104">
                <a:extLst>
                  <a:ext uri="{FF2B5EF4-FFF2-40B4-BE49-F238E27FC236}">
                    <a16:creationId xmlns:a16="http://schemas.microsoft.com/office/drawing/2014/main" id="{3CD69593-0519-3A59-3E80-AC27BED22904}"/>
                  </a:ext>
                </a:extLst>
              </p:cNvPr>
              <p:cNvPicPr/>
              <p:nvPr/>
            </p:nvPicPr>
            <p:blipFill>
              <a:blip r:embed="rId204"/>
              <a:stretch>
                <a:fillRect/>
              </a:stretch>
            </p:blipFill>
            <p:spPr>
              <a:xfrm>
                <a:off x="8773344" y="3791016"/>
                <a:ext cx="2793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06" name="Ink 105">
                <a:extLst>
                  <a:ext uri="{FF2B5EF4-FFF2-40B4-BE49-F238E27FC236}">
                    <a16:creationId xmlns:a16="http://schemas.microsoft.com/office/drawing/2014/main" id="{16CE3EDA-BEB6-1941-7BD3-5B93C7AE44DE}"/>
                  </a:ext>
                </a:extLst>
              </p14:cNvPr>
              <p14:cNvContentPartPr/>
              <p14:nvPr/>
            </p14:nvContentPartPr>
            <p14:xfrm>
              <a:off x="6761304" y="4411296"/>
              <a:ext cx="46440" cy="187920"/>
            </p14:xfrm>
          </p:contentPart>
        </mc:Choice>
        <mc:Fallback xmlns="">
          <p:pic>
            <p:nvPicPr>
              <p:cNvPr id="106" name="Ink 105">
                <a:extLst>
                  <a:ext uri="{FF2B5EF4-FFF2-40B4-BE49-F238E27FC236}">
                    <a16:creationId xmlns:a16="http://schemas.microsoft.com/office/drawing/2014/main" id="{16CE3EDA-BEB6-1941-7BD3-5B93C7AE44DE}"/>
                  </a:ext>
                </a:extLst>
              </p:cNvPr>
              <p:cNvPicPr/>
              <p:nvPr/>
            </p:nvPicPr>
            <p:blipFill>
              <a:blip r:embed="rId206"/>
              <a:stretch>
                <a:fillRect/>
              </a:stretch>
            </p:blipFill>
            <p:spPr>
              <a:xfrm>
                <a:off x="6756984" y="4406976"/>
                <a:ext cx="550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07" name="Ink 106">
                <a:extLst>
                  <a:ext uri="{FF2B5EF4-FFF2-40B4-BE49-F238E27FC236}">
                    <a16:creationId xmlns:a16="http://schemas.microsoft.com/office/drawing/2014/main" id="{43FBE17A-3A03-71AA-F21E-C51F13053068}"/>
                  </a:ext>
                </a:extLst>
              </p14:cNvPr>
              <p14:cNvContentPartPr/>
              <p14:nvPr/>
            </p14:nvContentPartPr>
            <p14:xfrm>
              <a:off x="6795864" y="4357656"/>
              <a:ext cx="120600" cy="59400"/>
            </p14:xfrm>
          </p:contentPart>
        </mc:Choice>
        <mc:Fallback xmlns="">
          <p:pic>
            <p:nvPicPr>
              <p:cNvPr id="107" name="Ink 106">
                <a:extLst>
                  <a:ext uri="{FF2B5EF4-FFF2-40B4-BE49-F238E27FC236}">
                    <a16:creationId xmlns:a16="http://schemas.microsoft.com/office/drawing/2014/main" id="{43FBE17A-3A03-71AA-F21E-C51F13053068}"/>
                  </a:ext>
                </a:extLst>
              </p:cNvPr>
              <p:cNvPicPr/>
              <p:nvPr/>
            </p:nvPicPr>
            <p:blipFill>
              <a:blip r:embed="rId208"/>
              <a:stretch>
                <a:fillRect/>
              </a:stretch>
            </p:blipFill>
            <p:spPr>
              <a:xfrm>
                <a:off x="6791544" y="4353336"/>
                <a:ext cx="1292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08" name="Ink 107">
                <a:extLst>
                  <a:ext uri="{FF2B5EF4-FFF2-40B4-BE49-F238E27FC236}">
                    <a16:creationId xmlns:a16="http://schemas.microsoft.com/office/drawing/2014/main" id="{3156D849-B004-5A2B-EF7C-C4E78A73A54D}"/>
                  </a:ext>
                </a:extLst>
              </p14:cNvPr>
              <p14:cNvContentPartPr/>
              <p14:nvPr/>
            </p14:nvContentPartPr>
            <p14:xfrm>
              <a:off x="6961824" y="4368096"/>
              <a:ext cx="132480" cy="76680"/>
            </p14:xfrm>
          </p:contentPart>
        </mc:Choice>
        <mc:Fallback xmlns="">
          <p:pic>
            <p:nvPicPr>
              <p:cNvPr id="108" name="Ink 107">
                <a:extLst>
                  <a:ext uri="{FF2B5EF4-FFF2-40B4-BE49-F238E27FC236}">
                    <a16:creationId xmlns:a16="http://schemas.microsoft.com/office/drawing/2014/main" id="{3156D849-B004-5A2B-EF7C-C4E78A73A54D}"/>
                  </a:ext>
                </a:extLst>
              </p:cNvPr>
              <p:cNvPicPr/>
              <p:nvPr/>
            </p:nvPicPr>
            <p:blipFill>
              <a:blip r:embed="rId210"/>
              <a:stretch>
                <a:fillRect/>
              </a:stretch>
            </p:blipFill>
            <p:spPr>
              <a:xfrm>
                <a:off x="6957504" y="4363776"/>
                <a:ext cx="1411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09" name="Ink 108">
                <a:extLst>
                  <a:ext uri="{FF2B5EF4-FFF2-40B4-BE49-F238E27FC236}">
                    <a16:creationId xmlns:a16="http://schemas.microsoft.com/office/drawing/2014/main" id="{8EA750D9-379D-7285-E262-54333635E506}"/>
                  </a:ext>
                </a:extLst>
              </p14:cNvPr>
              <p14:cNvContentPartPr/>
              <p14:nvPr/>
            </p14:nvContentPartPr>
            <p14:xfrm>
              <a:off x="7075224" y="4380696"/>
              <a:ext cx="360" cy="360"/>
            </p14:xfrm>
          </p:contentPart>
        </mc:Choice>
        <mc:Fallback xmlns="">
          <p:pic>
            <p:nvPicPr>
              <p:cNvPr id="109" name="Ink 108">
                <a:extLst>
                  <a:ext uri="{FF2B5EF4-FFF2-40B4-BE49-F238E27FC236}">
                    <a16:creationId xmlns:a16="http://schemas.microsoft.com/office/drawing/2014/main" id="{8EA750D9-379D-7285-E262-54333635E506}"/>
                  </a:ext>
                </a:extLst>
              </p:cNvPr>
              <p:cNvPicPr/>
              <p:nvPr/>
            </p:nvPicPr>
            <p:blipFill>
              <a:blip r:embed="rId33"/>
              <a:stretch>
                <a:fillRect/>
              </a:stretch>
            </p:blipFill>
            <p:spPr>
              <a:xfrm>
                <a:off x="7070904" y="43763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0" name="Ink 109">
                <a:extLst>
                  <a:ext uri="{FF2B5EF4-FFF2-40B4-BE49-F238E27FC236}">
                    <a16:creationId xmlns:a16="http://schemas.microsoft.com/office/drawing/2014/main" id="{A5E424EA-009D-61B9-5941-1F0AAE63BA41}"/>
                  </a:ext>
                </a:extLst>
              </p14:cNvPr>
              <p14:cNvContentPartPr/>
              <p14:nvPr/>
            </p14:nvContentPartPr>
            <p14:xfrm>
              <a:off x="7075224" y="4346136"/>
              <a:ext cx="99720" cy="98640"/>
            </p14:xfrm>
          </p:contentPart>
        </mc:Choice>
        <mc:Fallback xmlns="">
          <p:pic>
            <p:nvPicPr>
              <p:cNvPr id="110" name="Ink 109">
                <a:extLst>
                  <a:ext uri="{FF2B5EF4-FFF2-40B4-BE49-F238E27FC236}">
                    <a16:creationId xmlns:a16="http://schemas.microsoft.com/office/drawing/2014/main" id="{A5E424EA-009D-61B9-5941-1F0AAE63BA41}"/>
                  </a:ext>
                </a:extLst>
              </p:cNvPr>
              <p:cNvPicPr/>
              <p:nvPr/>
            </p:nvPicPr>
            <p:blipFill>
              <a:blip r:embed="rId213"/>
              <a:stretch>
                <a:fillRect/>
              </a:stretch>
            </p:blipFill>
            <p:spPr>
              <a:xfrm>
                <a:off x="7070904" y="4341816"/>
                <a:ext cx="1083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11" name="Ink 110">
                <a:extLst>
                  <a:ext uri="{FF2B5EF4-FFF2-40B4-BE49-F238E27FC236}">
                    <a16:creationId xmlns:a16="http://schemas.microsoft.com/office/drawing/2014/main" id="{EF0DE70C-54D0-E3B9-320E-722B110C3C0C}"/>
                  </a:ext>
                </a:extLst>
              </p14:cNvPr>
              <p14:cNvContentPartPr/>
              <p14:nvPr/>
            </p14:nvContentPartPr>
            <p14:xfrm>
              <a:off x="7244784" y="4270896"/>
              <a:ext cx="96840" cy="140040"/>
            </p14:xfrm>
          </p:contentPart>
        </mc:Choice>
        <mc:Fallback xmlns="">
          <p:pic>
            <p:nvPicPr>
              <p:cNvPr id="111" name="Ink 110">
                <a:extLst>
                  <a:ext uri="{FF2B5EF4-FFF2-40B4-BE49-F238E27FC236}">
                    <a16:creationId xmlns:a16="http://schemas.microsoft.com/office/drawing/2014/main" id="{EF0DE70C-54D0-E3B9-320E-722B110C3C0C}"/>
                  </a:ext>
                </a:extLst>
              </p:cNvPr>
              <p:cNvPicPr/>
              <p:nvPr/>
            </p:nvPicPr>
            <p:blipFill>
              <a:blip r:embed="rId215"/>
              <a:stretch>
                <a:fillRect/>
              </a:stretch>
            </p:blipFill>
            <p:spPr>
              <a:xfrm>
                <a:off x="7240464" y="4266576"/>
                <a:ext cx="1054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2" name="Ink 111">
                <a:extLst>
                  <a:ext uri="{FF2B5EF4-FFF2-40B4-BE49-F238E27FC236}">
                    <a16:creationId xmlns:a16="http://schemas.microsoft.com/office/drawing/2014/main" id="{9E06BE51-B028-6D70-0D18-181058854B97}"/>
                  </a:ext>
                </a:extLst>
              </p14:cNvPr>
              <p14:cNvContentPartPr/>
              <p14:nvPr/>
            </p14:nvContentPartPr>
            <p14:xfrm>
              <a:off x="7213824" y="4331016"/>
              <a:ext cx="141120" cy="15480"/>
            </p14:xfrm>
          </p:contentPart>
        </mc:Choice>
        <mc:Fallback xmlns="">
          <p:pic>
            <p:nvPicPr>
              <p:cNvPr id="112" name="Ink 111">
                <a:extLst>
                  <a:ext uri="{FF2B5EF4-FFF2-40B4-BE49-F238E27FC236}">
                    <a16:creationId xmlns:a16="http://schemas.microsoft.com/office/drawing/2014/main" id="{9E06BE51-B028-6D70-0D18-181058854B97}"/>
                  </a:ext>
                </a:extLst>
              </p:cNvPr>
              <p:cNvPicPr/>
              <p:nvPr/>
            </p:nvPicPr>
            <p:blipFill>
              <a:blip r:embed="rId217"/>
              <a:stretch>
                <a:fillRect/>
              </a:stretch>
            </p:blipFill>
            <p:spPr>
              <a:xfrm>
                <a:off x="7209504" y="4326696"/>
                <a:ext cx="1497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3" name="Ink 112">
                <a:extLst>
                  <a:ext uri="{FF2B5EF4-FFF2-40B4-BE49-F238E27FC236}">
                    <a16:creationId xmlns:a16="http://schemas.microsoft.com/office/drawing/2014/main" id="{8CA2E520-6A5F-C935-4CDF-BFBDB16EB4DB}"/>
                  </a:ext>
                </a:extLst>
              </p14:cNvPr>
              <p14:cNvContentPartPr/>
              <p14:nvPr/>
            </p14:nvContentPartPr>
            <p14:xfrm>
              <a:off x="7419384" y="4453416"/>
              <a:ext cx="9720" cy="7200"/>
            </p14:xfrm>
          </p:contentPart>
        </mc:Choice>
        <mc:Fallback xmlns="">
          <p:pic>
            <p:nvPicPr>
              <p:cNvPr id="113" name="Ink 112">
                <a:extLst>
                  <a:ext uri="{FF2B5EF4-FFF2-40B4-BE49-F238E27FC236}">
                    <a16:creationId xmlns:a16="http://schemas.microsoft.com/office/drawing/2014/main" id="{8CA2E520-6A5F-C935-4CDF-BFBDB16EB4DB}"/>
                  </a:ext>
                </a:extLst>
              </p:cNvPr>
              <p:cNvPicPr/>
              <p:nvPr/>
            </p:nvPicPr>
            <p:blipFill>
              <a:blip r:embed="rId219"/>
              <a:stretch>
                <a:fillRect/>
              </a:stretch>
            </p:blipFill>
            <p:spPr>
              <a:xfrm>
                <a:off x="7415064" y="4449096"/>
                <a:ext cx="183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4" name="Ink 113">
                <a:extLst>
                  <a:ext uri="{FF2B5EF4-FFF2-40B4-BE49-F238E27FC236}">
                    <a16:creationId xmlns:a16="http://schemas.microsoft.com/office/drawing/2014/main" id="{22D519C6-155E-8388-7D34-C9BF40ACCF9D}"/>
                  </a:ext>
                </a:extLst>
              </p14:cNvPr>
              <p14:cNvContentPartPr/>
              <p14:nvPr/>
            </p14:nvContentPartPr>
            <p14:xfrm>
              <a:off x="8177184" y="5100336"/>
              <a:ext cx="34920" cy="18720"/>
            </p14:xfrm>
          </p:contentPart>
        </mc:Choice>
        <mc:Fallback xmlns="">
          <p:pic>
            <p:nvPicPr>
              <p:cNvPr id="114" name="Ink 113">
                <a:extLst>
                  <a:ext uri="{FF2B5EF4-FFF2-40B4-BE49-F238E27FC236}">
                    <a16:creationId xmlns:a16="http://schemas.microsoft.com/office/drawing/2014/main" id="{22D519C6-155E-8388-7D34-C9BF40ACCF9D}"/>
                  </a:ext>
                </a:extLst>
              </p:cNvPr>
              <p:cNvPicPr/>
              <p:nvPr/>
            </p:nvPicPr>
            <p:blipFill>
              <a:blip r:embed="rId221"/>
              <a:stretch>
                <a:fillRect/>
              </a:stretch>
            </p:blipFill>
            <p:spPr>
              <a:xfrm>
                <a:off x="8172864" y="5096016"/>
                <a:ext cx="43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6" name="Ink 115">
                <a:extLst>
                  <a:ext uri="{FF2B5EF4-FFF2-40B4-BE49-F238E27FC236}">
                    <a16:creationId xmlns:a16="http://schemas.microsoft.com/office/drawing/2014/main" id="{C98DFC80-BA17-511E-369A-F8CCE7BBE58E}"/>
                  </a:ext>
                </a:extLst>
              </p14:cNvPr>
              <p14:cNvContentPartPr/>
              <p14:nvPr/>
            </p14:nvContentPartPr>
            <p14:xfrm>
              <a:off x="1859544" y="454176"/>
              <a:ext cx="76680" cy="745200"/>
            </p14:xfrm>
          </p:contentPart>
        </mc:Choice>
        <mc:Fallback xmlns="">
          <p:pic>
            <p:nvPicPr>
              <p:cNvPr id="116" name="Ink 115">
                <a:extLst>
                  <a:ext uri="{FF2B5EF4-FFF2-40B4-BE49-F238E27FC236}">
                    <a16:creationId xmlns:a16="http://schemas.microsoft.com/office/drawing/2014/main" id="{C98DFC80-BA17-511E-369A-F8CCE7BBE58E}"/>
                  </a:ext>
                </a:extLst>
              </p:cNvPr>
              <p:cNvPicPr/>
              <p:nvPr/>
            </p:nvPicPr>
            <p:blipFill>
              <a:blip r:embed="rId223"/>
              <a:stretch>
                <a:fillRect/>
              </a:stretch>
            </p:blipFill>
            <p:spPr>
              <a:xfrm>
                <a:off x="1854864" y="449856"/>
                <a:ext cx="85320" cy="753840"/>
              </a:xfrm>
              <a:prstGeom prst="rect">
                <a:avLst/>
              </a:prstGeom>
            </p:spPr>
          </p:pic>
        </mc:Fallback>
      </mc:AlternateContent>
      <p:grpSp>
        <p:nvGrpSpPr>
          <p:cNvPr id="120" name="Group 119">
            <a:extLst>
              <a:ext uri="{FF2B5EF4-FFF2-40B4-BE49-F238E27FC236}">
                <a16:creationId xmlns:a16="http://schemas.microsoft.com/office/drawing/2014/main" id="{2C227C54-C34F-C754-8625-FDC329E8BB41}"/>
              </a:ext>
            </a:extLst>
          </p:cNvPr>
          <p:cNvGrpSpPr/>
          <p:nvPr/>
        </p:nvGrpSpPr>
        <p:grpSpPr>
          <a:xfrm>
            <a:off x="1866024" y="492336"/>
            <a:ext cx="107280" cy="126360"/>
            <a:chOff x="1866024" y="492336"/>
            <a:chExt cx="107280" cy="126360"/>
          </a:xfrm>
        </p:grpSpPr>
        <mc:AlternateContent xmlns:mc="http://schemas.openxmlformats.org/markup-compatibility/2006" xmlns:p14="http://schemas.microsoft.com/office/powerpoint/2010/main">
          <mc:Choice Requires="p14">
            <p:contentPart p14:bwMode="auto" r:id="rId224">
              <p14:nvContentPartPr>
                <p14:cNvPr id="117" name="Ink 116">
                  <a:extLst>
                    <a:ext uri="{FF2B5EF4-FFF2-40B4-BE49-F238E27FC236}">
                      <a16:creationId xmlns:a16="http://schemas.microsoft.com/office/drawing/2014/main" id="{90C4C3E4-B92E-9523-1A60-B933EDFBCAD1}"/>
                    </a:ext>
                  </a:extLst>
                </p14:cNvPr>
                <p14:cNvContentPartPr/>
                <p14:nvPr/>
              </p14:nvContentPartPr>
              <p14:xfrm>
                <a:off x="1866024" y="492336"/>
                <a:ext cx="63000" cy="123840"/>
              </p14:xfrm>
            </p:contentPart>
          </mc:Choice>
          <mc:Fallback xmlns="">
            <p:pic>
              <p:nvPicPr>
                <p:cNvPr id="117" name="Ink 116">
                  <a:extLst>
                    <a:ext uri="{FF2B5EF4-FFF2-40B4-BE49-F238E27FC236}">
                      <a16:creationId xmlns:a16="http://schemas.microsoft.com/office/drawing/2014/main" id="{90C4C3E4-B92E-9523-1A60-B933EDFBCAD1}"/>
                    </a:ext>
                  </a:extLst>
                </p:cNvPr>
                <p:cNvPicPr/>
                <p:nvPr/>
              </p:nvPicPr>
              <p:blipFill>
                <a:blip r:embed="rId225"/>
                <a:stretch>
                  <a:fillRect/>
                </a:stretch>
              </p:blipFill>
              <p:spPr>
                <a:xfrm>
                  <a:off x="1861704" y="488016"/>
                  <a:ext cx="716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8" name="Ink 117">
                  <a:extLst>
                    <a:ext uri="{FF2B5EF4-FFF2-40B4-BE49-F238E27FC236}">
                      <a16:creationId xmlns:a16="http://schemas.microsoft.com/office/drawing/2014/main" id="{6B353931-723D-3D4E-E425-2546089A3648}"/>
                    </a:ext>
                  </a:extLst>
                </p14:cNvPr>
                <p14:cNvContentPartPr/>
                <p14:nvPr/>
              </p14:nvContentPartPr>
              <p14:xfrm>
                <a:off x="1937664" y="492336"/>
                <a:ext cx="35640" cy="126360"/>
              </p14:xfrm>
            </p:contentPart>
          </mc:Choice>
          <mc:Fallback xmlns="">
            <p:pic>
              <p:nvPicPr>
                <p:cNvPr id="118" name="Ink 117">
                  <a:extLst>
                    <a:ext uri="{FF2B5EF4-FFF2-40B4-BE49-F238E27FC236}">
                      <a16:creationId xmlns:a16="http://schemas.microsoft.com/office/drawing/2014/main" id="{6B353931-723D-3D4E-E425-2546089A3648}"/>
                    </a:ext>
                  </a:extLst>
                </p:cNvPr>
                <p:cNvPicPr/>
                <p:nvPr/>
              </p:nvPicPr>
              <p:blipFill>
                <a:blip r:embed="rId227"/>
                <a:stretch>
                  <a:fillRect/>
                </a:stretch>
              </p:blipFill>
              <p:spPr>
                <a:xfrm>
                  <a:off x="1933344" y="488016"/>
                  <a:ext cx="44280" cy="13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8">
            <p14:nvContentPartPr>
              <p14:cNvPr id="119" name="Ink 118">
                <a:extLst>
                  <a:ext uri="{FF2B5EF4-FFF2-40B4-BE49-F238E27FC236}">
                    <a16:creationId xmlns:a16="http://schemas.microsoft.com/office/drawing/2014/main" id="{74B589F2-F086-A8C5-8E23-9AA915EE7C4D}"/>
                  </a:ext>
                </a:extLst>
              </p14:cNvPr>
              <p14:cNvContentPartPr/>
              <p14:nvPr/>
            </p14:nvContentPartPr>
            <p14:xfrm>
              <a:off x="1727784" y="3417696"/>
              <a:ext cx="25920" cy="25920"/>
            </p14:xfrm>
          </p:contentPart>
        </mc:Choice>
        <mc:Fallback xmlns="">
          <p:pic>
            <p:nvPicPr>
              <p:cNvPr id="119" name="Ink 118">
                <a:extLst>
                  <a:ext uri="{FF2B5EF4-FFF2-40B4-BE49-F238E27FC236}">
                    <a16:creationId xmlns:a16="http://schemas.microsoft.com/office/drawing/2014/main" id="{74B589F2-F086-A8C5-8E23-9AA915EE7C4D}"/>
                  </a:ext>
                </a:extLst>
              </p:cNvPr>
              <p:cNvPicPr/>
              <p:nvPr/>
            </p:nvPicPr>
            <p:blipFill>
              <a:blip r:embed="rId229"/>
              <a:stretch>
                <a:fillRect/>
              </a:stretch>
            </p:blipFill>
            <p:spPr>
              <a:xfrm>
                <a:off x="1723464" y="3413376"/>
                <a:ext cx="34560" cy="34560"/>
              </a:xfrm>
              <a:prstGeom prst="rect">
                <a:avLst/>
              </a:prstGeom>
            </p:spPr>
          </p:pic>
        </mc:Fallback>
      </mc:AlternateContent>
      <p:grpSp>
        <p:nvGrpSpPr>
          <p:cNvPr id="131" name="Group 130">
            <a:extLst>
              <a:ext uri="{FF2B5EF4-FFF2-40B4-BE49-F238E27FC236}">
                <a16:creationId xmlns:a16="http://schemas.microsoft.com/office/drawing/2014/main" id="{9F6F4B8F-15D8-7DFF-AF99-EDF206870664}"/>
              </a:ext>
            </a:extLst>
          </p:cNvPr>
          <p:cNvGrpSpPr/>
          <p:nvPr/>
        </p:nvGrpSpPr>
        <p:grpSpPr>
          <a:xfrm>
            <a:off x="131544" y="1250136"/>
            <a:ext cx="434880" cy="520920"/>
            <a:chOff x="131544" y="1250136"/>
            <a:chExt cx="434880" cy="520920"/>
          </a:xfrm>
        </p:grpSpPr>
        <mc:AlternateContent xmlns:mc="http://schemas.openxmlformats.org/markup-compatibility/2006" xmlns:p14="http://schemas.microsoft.com/office/powerpoint/2010/main">
          <mc:Choice Requires="p14">
            <p:contentPart p14:bwMode="auto" r:id="rId230">
              <p14:nvContentPartPr>
                <p14:cNvPr id="121" name="Ink 120">
                  <a:extLst>
                    <a:ext uri="{FF2B5EF4-FFF2-40B4-BE49-F238E27FC236}">
                      <a16:creationId xmlns:a16="http://schemas.microsoft.com/office/drawing/2014/main" id="{FD6D78E0-1CE2-DCB5-43A5-BC72D883E166}"/>
                    </a:ext>
                  </a:extLst>
                </p14:cNvPr>
                <p14:cNvContentPartPr/>
                <p14:nvPr/>
              </p14:nvContentPartPr>
              <p14:xfrm>
                <a:off x="143424" y="1443096"/>
                <a:ext cx="10800" cy="225000"/>
              </p14:xfrm>
            </p:contentPart>
          </mc:Choice>
          <mc:Fallback xmlns="">
            <p:pic>
              <p:nvPicPr>
                <p:cNvPr id="121" name="Ink 120">
                  <a:extLst>
                    <a:ext uri="{FF2B5EF4-FFF2-40B4-BE49-F238E27FC236}">
                      <a16:creationId xmlns:a16="http://schemas.microsoft.com/office/drawing/2014/main" id="{FD6D78E0-1CE2-DCB5-43A5-BC72D883E166}"/>
                    </a:ext>
                  </a:extLst>
                </p:cNvPr>
                <p:cNvPicPr/>
                <p:nvPr/>
              </p:nvPicPr>
              <p:blipFill>
                <a:blip r:embed="rId231"/>
                <a:stretch>
                  <a:fillRect/>
                </a:stretch>
              </p:blipFill>
              <p:spPr>
                <a:xfrm>
                  <a:off x="139104" y="1438776"/>
                  <a:ext cx="194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22" name="Ink 121">
                  <a:extLst>
                    <a:ext uri="{FF2B5EF4-FFF2-40B4-BE49-F238E27FC236}">
                      <a16:creationId xmlns:a16="http://schemas.microsoft.com/office/drawing/2014/main" id="{7041E8DE-E799-97A0-8868-C79311F8F981}"/>
                    </a:ext>
                  </a:extLst>
                </p14:cNvPr>
                <p14:cNvContentPartPr/>
                <p14:nvPr/>
              </p14:nvContentPartPr>
              <p14:xfrm>
                <a:off x="131544" y="1439496"/>
                <a:ext cx="434880" cy="331560"/>
              </p14:xfrm>
            </p:contentPart>
          </mc:Choice>
          <mc:Fallback xmlns="">
            <p:pic>
              <p:nvPicPr>
                <p:cNvPr id="122" name="Ink 121">
                  <a:extLst>
                    <a:ext uri="{FF2B5EF4-FFF2-40B4-BE49-F238E27FC236}">
                      <a16:creationId xmlns:a16="http://schemas.microsoft.com/office/drawing/2014/main" id="{7041E8DE-E799-97A0-8868-C79311F8F981}"/>
                    </a:ext>
                  </a:extLst>
                </p:cNvPr>
                <p:cNvPicPr/>
                <p:nvPr/>
              </p:nvPicPr>
              <p:blipFill>
                <a:blip r:embed="rId233"/>
                <a:stretch>
                  <a:fillRect/>
                </a:stretch>
              </p:blipFill>
              <p:spPr>
                <a:xfrm>
                  <a:off x="127224" y="1435176"/>
                  <a:ext cx="44352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24" name="Ink 123">
                  <a:extLst>
                    <a:ext uri="{FF2B5EF4-FFF2-40B4-BE49-F238E27FC236}">
                      <a16:creationId xmlns:a16="http://schemas.microsoft.com/office/drawing/2014/main" id="{C2DEF2C2-C271-4C1E-1B4F-BAD439C16F65}"/>
                    </a:ext>
                  </a:extLst>
                </p14:cNvPr>
                <p14:cNvContentPartPr/>
                <p14:nvPr/>
              </p14:nvContentPartPr>
              <p14:xfrm>
                <a:off x="163944" y="1253376"/>
                <a:ext cx="19080" cy="154800"/>
              </p14:xfrm>
            </p:contentPart>
          </mc:Choice>
          <mc:Fallback xmlns="">
            <p:pic>
              <p:nvPicPr>
                <p:cNvPr id="124" name="Ink 123">
                  <a:extLst>
                    <a:ext uri="{FF2B5EF4-FFF2-40B4-BE49-F238E27FC236}">
                      <a16:creationId xmlns:a16="http://schemas.microsoft.com/office/drawing/2014/main" id="{C2DEF2C2-C271-4C1E-1B4F-BAD439C16F65}"/>
                    </a:ext>
                  </a:extLst>
                </p:cNvPr>
                <p:cNvPicPr/>
                <p:nvPr/>
              </p:nvPicPr>
              <p:blipFill>
                <a:blip r:embed="rId235"/>
                <a:stretch>
                  <a:fillRect/>
                </a:stretch>
              </p:blipFill>
              <p:spPr>
                <a:xfrm>
                  <a:off x="159624" y="1249056"/>
                  <a:ext cx="277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25" name="Ink 124">
                  <a:extLst>
                    <a:ext uri="{FF2B5EF4-FFF2-40B4-BE49-F238E27FC236}">
                      <a16:creationId xmlns:a16="http://schemas.microsoft.com/office/drawing/2014/main" id="{EF0D4DF7-CD50-1293-08AF-C05F048D506D}"/>
                    </a:ext>
                  </a:extLst>
                </p14:cNvPr>
                <p14:cNvContentPartPr/>
                <p14:nvPr/>
              </p14:nvContentPartPr>
              <p14:xfrm>
                <a:off x="143424" y="1306296"/>
                <a:ext cx="141480" cy="77760"/>
              </p14:xfrm>
            </p:contentPart>
          </mc:Choice>
          <mc:Fallback xmlns="">
            <p:pic>
              <p:nvPicPr>
                <p:cNvPr id="125" name="Ink 124">
                  <a:extLst>
                    <a:ext uri="{FF2B5EF4-FFF2-40B4-BE49-F238E27FC236}">
                      <a16:creationId xmlns:a16="http://schemas.microsoft.com/office/drawing/2014/main" id="{EF0D4DF7-CD50-1293-08AF-C05F048D506D}"/>
                    </a:ext>
                  </a:extLst>
                </p:cNvPr>
                <p:cNvPicPr/>
                <p:nvPr/>
              </p:nvPicPr>
              <p:blipFill>
                <a:blip r:embed="rId237"/>
                <a:stretch>
                  <a:fillRect/>
                </a:stretch>
              </p:blipFill>
              <p:spPr>
                <a:xfrm>
                  <a:off x="139104" y="1301976"/>
                  <a:ext cx="15012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26" name="Ink 125">
                  <a:extLst>
                    <a:ext uri="{FF2B5EF4-FFF2-40B4-BE49-F238E27FC236}">
                      <a16:creationId xmlns:a16="http://schemas.microsoft.com/office/drawing/2014/main" id="{82D716F6-4648-195C-14A1-C02CEC44D7FC}"/>
                    </a:ext>
                  </a:extLst>
                </p14:cNvPr>
                <p14:cNvContentPartPr/>
                <p14:nvPr/>
              </p14:nvContentPartPr>
              <p14:xfrm>
                <a:off x="311904" y="1321416"/>
                <a:ext cx="153000" cy="43200"/>
              </p14:xfrm>
            </p:contentPart>
          </mc:Choice>
          <mc:Fallback xmlns="">
            <p:pic>
              <p:nvPicPr>
                <p:cNvPr id="126" name="Ink 125">
                  <a:extLst>
                    <a:ext uri="{FF2B5EF4-FFF2-40B4-BE49-F238E27FC236}">
                      <a16:creationId xmlns:a16="http://schemas.microsoft.com/office/drawing/2014/main" id="{82D716F6-4648-195C-14A1-C02CEC44D7FC}"/>
                    </a:ext>
                  </a:extLst>
                </p:cNvPr>
                <p:cNvPicPr/>
                <p:nvPr/>
              </p:nvPicPr>
              <p:blipFill>
                <a:blip r:embed="rId239"/>
                <a:stretch>
                  <a:fillRect/>
                </a:stretch>
              </p:blipFill>
              <p:spPr>
                <a:xfrm>
                  <a:off x="307584" y="1317096"/>
                  <a:ext cx="1616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27" name="Ink 126">
                  <a:extLst>
                    <a:ext uri="{FF2B5EF4-FFF2-40B4-BE49-F238E27FC236}">
                      <a16:creationId xmlns:a16="http://schemas.microsoft.com/office/drawing/2014/main" id="{08287387-BC7D-CE32-4C6B-D9423C9BFF2F}"/>
                    </a:ext>
                  </a:extLst>
                </p14:cNvPr>
                <p14:cNvContentPartPr/>
                <p14:nvPr/>
              </p14:nvContentPartPr>
              <p14:xfrm>
                <a:off x="505944" y="1301616"/>
                <a:ext cx="2520" cy="138960"/>
              </p14:xfrm>
            </p:contentPart>
          </mc:Choice>
          <mc:Fallback xmlns="">
            <p:pic>
              <p:nvPicPr>
                <p:cNvPr id="127" name="Ink 126">
                  <a:extLst>
                    <a:ext uri="{FF2B5EF4-FFF2-40B4-BE49-F238E27FC236}">
                      <a16:creationId xmlns:a16="http://schemas.microsoft.com/office/drawing/2014/main" id="{08287387-BC7D-CE32-4C6B-D9423C9BFF2F}"/>
                    </a:ext>
                  </a:extLst>
                </p:cNvPr>
                <p:cNvPicPr/>
                <p:nvPr/>
              </p:nvPicPr>
              <p:blipFill>
                <a:blip r:embed="rId241"/>
                <a:stretch>
                  <a:fillRect/>
                </a:stretch>
              </p:blipFill>
              <p:spPr>
                <a:xfrm>
                  <a:off x="501624" y="1297296"/>
                  <a:ext cx="1116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28" name="Ink 127">
                  <a:extLst>
                    <a:ext uri="{FF2B5EF4-FFF2-40B4-BE49-F238E27FC236}">
                      <a16:creationId xmlns:a16="http://schemas.microsoft.com/office/drawing/2014/main" id="{1513DDDE-6E73-95B0-A017-31A61E3ABABE}"/>
                    </a:ext>
                  </a:extLst>
                </p14:cNvPr>
                <p14:cNvContentPartPr/>
                <p14:nvPr/>
              </p14:nvContentPartPr>
              <p14:xfrm>
                <a:off x="473544" y="1250136"/>
                <a:ext cx="67320" cy="85320"/>
              </p14:xfrm>
            </p:contentPart>
          </mc:Choice>
          <mc:Fallback xmlns="">
            <p:pic>
              <p:nvPicPr>
                <p:cNvPr id="128" name="Ink 127">
                  <a:extLst>
                    <a:ext uri="{FF2B5EF4-FFF2-40B4-BE49-F238E27FC236}">
                      <a16:creationId xmlns:a16="http://schemas.microsoft.com/office/drawing/2014/main" id="{1513DDDE-6E73-95B0-A017-31A61E3ABABE}"/>
                    </a:ext>
                  </a:extLst>
                </p:cNvPr>
                <p:cNvPicPr/>
                <p:nvPr/>
              </p:nvPicPr>
              <p:blipFill>
                <a:blip r:embed="rId243"/>
                <a:stretch>
                  <a:fillRect/>
                </a:stretch>
              </p:blipFill>
              <p:spPr>
                <a:xfrm>
                  <a:off x="469224" y="1245816"/>
                  <a:ext cx="759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30" name="Ink 129">
                  <a:extLst>
                    <a:ext uri="{FF2B5EF4-FFF2-40B4-BE49-F238E27FC236}">
                      <a16:creationId xmlns:a16="http://schemas.microsoft.com/office/drawing/2014/main" id="{876FBF5F-9704-4E97-8F2F-CC5F34928BC4}"/>
                    </a:ext>
                  </a:extLst>
                </p14:cNvPr>
                <p14:cNvContentPartPr/>
                <p14:nvPr/>
              </p14:nvContentPartPr>
              <p14:xfrm>
                <a:off x="276264" y="1516176"/>
                <a:ext cx="118440" cy="155880"/>
              </p14:xfrm>
            </p:contentPart>
          </mc:Choice>
          <mc:Fallback xmlns="">
            <p:pic>
              <p:nvPicPr>
                <p:cNvPr id="130" name="Ink 129">
                  <a:extLst>
                    <a:ext uri="{FF2B5EF4-FFF2-40B4-BE49-F238E27FC236}">
                      <a16:creationId xmlns:a16="http://schemas.microsoft.com/office/drawing/2014/main" id="{876FBF5F-9704-4E97-8F2F-CC5F34928BC4}"/>
                    </a:ext>
                  </a:extLst>
                </p:cNvPr>
                <p:cNvPicPr/>
                <p:nvPr/>
              </p:nvPicPr>
              <p:blipFill>
                <a:blip r:embed="rId245"/>
                <a:stretch>
                  <a:fillRect/>
                </a:stretch>
              </p:blipFill>
              <p:spPr>
                <a:xfrm>
                  <a:off x="271944" y="1511856"/>
                  <a:ext cx="127080" cy="164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6">
            <p14:nvContentPartPr>
              <p14:cNvPr id="132" name="Ink 131">
                <a:extLst>
                  <a:ext uri="{FF2B5EF4-FFF2-40B4-BE49-F238E27FC236}">
                    <a16:creationId xmlns:a16="http://schemas.microsoft.com/office/drawing/2014/main" id="{FE02EE5C-10D2-31EE-5214-DBA09E57D598}"/>
                  </a:ext>
                </a:extLst>
              </p14:cNvPr>
              <p14:cNvContentPartPr/>
              <p14:nvPr/>
            </p14:nvContentPartPr>
            <p14:xfrm>
              <a:off x="3558688" y="1958328"/>
              <a:ext cx="9720" cy="22320"/>
            </p14:xfrm>
          </p:contentPart>
        </mc:Choice>
        <mc:Fallback xmlns="">
          <p:pic>
            <p:nvPicPr>
              <p:cNvPr id="132" name="Ink 131">
                <a:extLst>
                  <a:ext uri="{FF2B5EF4-FFF2-40B4-BE49-F238E27FC236}">
                    <a16:creationId xmlns:a16="http://schemas.microsoft.com/office/drawing/2014/main" id="{FE02EE5C-10D2-31EE-5214-DBA09E57D598}"/>
                  </a:ext>
                </a:extLst>
              </p:cNvPr>
              <p:cNvPicPr/>
              <p:nvPr/>
            </p:nvPicPr>
            <p:blipFill>
              <a:blip r:embed="rId3"/>
              <a:stretch>
                <a:fillRect/>
              </a:stretch>
            </p:blipFill>
            <p:spPr>
              <a:xfrm>
                <a:off x="3554368" y="1954008"/>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33" name="Ink 132">
                <a:extLst>
                  <a:ext uri="{FF2B5EF4-FFF2-40B4-BE49-F238E27FC236}">
                    <a16:creationId xmlns:a16="http://schemas.microsoft.com/office/drawing/2014/main" id="{B666489E-D95A-D442-2EDD-06409DA9C66E}"/>
                  </a:ext>
                </a:extLst>
              </p14:cNvPr>
              <p14:cNvContentPartPr/>
              <p14:nvPr/>
            </p14:nvContentPartPr>
            <p14:xfrm>
              <a:off x="849328" y="1795248"/>
              <a:ext cx="21240" cy="476280"/>
            </p14:xfrm>
          </p:contentPart>
        </mc:Choice>
        <mc:Fallback xmlns="">
          <p:pic>
            <p:nvPicPr>
              <p:cNvPr id="133" name="Ink 132">
                <a:extLst>
                  <a:ext uri="{FF2B5EF4-FFF2-40B4-BE49-F238E27FC236}">
                    <a16:creationId xmlns:a16="http://schemas.microsoft.com/office/drawing/2014/main" id="{B666489E-D95A-D442-2EDD-06409DA9C66E}"/>
                  </a:ext>
                </a:extLst>
              </p:cNvPr>
              <p:cNvPicPr/>
              <p:nvPr/>
            </p:nvPicPr>
            <p:blipFill>
              <a:blip r:embed="rId5"/>
              <a:stretch>
                <a:fillRect/>
              </a:stretch>
            </p:blipFill>
            <p:spPr>
              <a:xfrm>
                <a:off x="845008" y="1790928"/>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34" name="Ink 133">
                <a:extLst>
                  <a:ext uri="{FF2B5EF4-FFF2-40B4-BE49-F238E27FC236}">
                    <a16:creationId xmlns:a16="http://schemas.microsoft.com/office/drawing/2014/main" id="{EEE23202-CEE9-B767-1D7A-29C1992C179A}"/>
                  </a:ext>
                </a:extLst>
              </p14:cNvPr>
              <p14:cNvContentPartPr/>
              <p14:nvPr/>
            </p14:nvContentPartPr>
            <p14:xfrm>
              <a:off x="789208" y="1628928"/>
              <a:ext cx="3860280" cy="523800"/>
            </p14:xfrm>
          </p:contentPart>
        </mc:Choice>
        <mc:Fallback xmlns="">
          <p:pic>
            <p:nvPicPr>
              <p:cNvPr id="134" name="Ink 133">
                <a:extLst>
                  <a:ext uri="{FF2B5EF4-FFF2-40B4-BE49-F238E27FC236}">
                    <a16:creationId xmlns:a16="http://schemas.microsoft.com/office/drawing/2014/main" id="{EEE23202-CEE9-B767-1D7A-29C1992C179A}"/>
                  </a:ext>
                </a:extLst>
              </p:cNvPr>
              <p:cNvPicPr/>
              <p:nvPr/>
            </p:nvPicPr>
            <p:blipFill>
              <a:blip r:embed="rId7"/>
              <a:stretch>
                <a:fillRect/>
              </a:stretch>
            </p:blipFill>
            <p:spPr>
              <a:xfrm>
                <a:off x="784888" y="1624608"/>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35" name="Ink 134">
                <a:extLst>
                  <a:ext uri="{FF2B5EF4-FFF2-40B4-BE49-F238E27FC236}">
                    <a16:creationId xmlns:a16="http://schemas.microsoft.com/office/drawing/2014/main" id="{0BC94CC0-C875-6819-8647-385E14AA20FA}"/>
                  </a:ext>
                </a:extLst>
              </p14:cNvPr>
              <p14:cNvContentPartPr/>
              <p14:nvPr/>
            </p14:nvContentPartPr>
            <p14:xfrm>
              <a:off x="1149568" y="1750248"/>
              <a:ext cx="25920" cy="314640"/>
            </p14:xfrm>
          </p:contentPart>
        </mc:Choice>
        <mc:Fallback xmlns="">
          <p:pic>
            <p:nvPicPr>
              <p:cNvPr id="135" name="Ink 134">
                <a:extLst>
                  <a:ext uri="{FF2B5EF4-FFF2-40B4-BE49-F238E27FC236}">
                    <a16:creationId xmlns:a16="http://schemas.microsoft.com/office/drawing/2014/main" id="{0BC94CC0-C875-6819-8647-385E14AA20FA}"/>
                  </a:ext>
                </a:extLst>
              </p:cNvPr>
              <p:cNvPicPr/>
              <p:nvPr/>
            </p:nvPicPr>
            <p:blipFill>
              <a:blip r:embed="rId9"/>
              <a:stretch>
                <a:fillRect/>
              </a:stretch>
            </p:blipFill>
            <p:spPr>
              <a:xfrm>
                <a:off x="1145248" y="1745928"/>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36" name="Ink 135">
                <a:extLst>
                  <a:ext uri="{FF2B5EF4-FFF2-40B4-BE49-F238E27FC236}">
                    <a16:creationId xmlns:a16="http://schemas.microsoft.com/office/drawing/2014/main" id="{FA07DDE1-6686-B0C4-5FDE-ED08FEBC9BA3}"/>
                  </a:ext>
                </a:extLst>
              </p14:cNvPr>
              <p14:cNvContentPartPr/>
              <p14:nvPr/>
            </p14:nvContentPartPr>
            <p14:xfrm>
              <a:off x="1676248" y="1734408"/>
              <a:ext cx="41760" cy="279720"/>
            </p14:xfrm>
          </p:contentPart>
        </mc:Choice>
        <mc:Fallback xmlns="">
          <p:pic>
            <p:nvPicPr>
              <p:cNvPr id="136" name="Ink 135">
                <a:extLst>
                  <a:ext uri="{FF2B5EF4-FFF2-40B4-BE49-F238E27FC236}">
                    <a16:creationId xmlns:a16="http://schemas.microsoft.com/office/drawing/2014/main" id="{FA07DDE1-6686-B0C4-5FDE-ED08FEBC9BA3}"/>
                  </a:ext>
                </a:extLst>
              </p:cNvPr>
              <p:cNvPicPr/>
              <p:nvPr/>
            </p:nvPicPr>
            <p:blipFill>
              <a:blip r:embed="rId11"/>
              <a:stretch>
                <a:fillRect/>
              </a:stretch>
            </p:blipFill>
            <p:spPr>
              <a:xfrm>
                <a:off x="1671928" y="1730088"/>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37" name="Ink 136">
                <a:extLst>
                  <a:ext uri="{FF2B5EF4-FFF2-40B4-BE49-F238E27FC236}">
                    <a16:creationId xmlns:a16="http://schemas.microsoft.com/office/drawing/2014/main" id="{1CC151DD-FFF5-7780-4E72-4AE008330992}"/>
                  </a:ext>
                </a:extLst>
              </p14:cNvPr>
              <p14:cNvContentPartPr/>
              <p14:nvPr/>
            </p14:nvContentPartPr>
            <p14:xfrm>
              <a:off x="2315968" y="1738728"/>
              <a:ext cx="44280" cy="303120"/>
            </p14:xfrm>
          </p:contentPart>
        </mc:Choice>
        <mc:Fallback xmlns="">
          <p:pic>
            <p:nvPicPr>
              <p:cNvPr id="137" name="Ink 136">
                <a:extLst>
                  <a:ext uri="{FF2B5EF4-FFF2-40B4-BE49-F238E27FC236}">
                    <a16:creationId xmlns:a16="http://schemas.microsoft.com/office/drawing/2014/main" id="{1CC151DD-FFF5-7780-4E72-4AE008330992}"/>
                  </a:ext>
                </a:extLst>
              </p:cNvPr>
              <p:cNvPicPr/>
              <p:nvPr/>
            </p:nvPicPr>
            <p:blipFill>
              <a:blip r:embed="rId13"/>
              <a:stretch>
                <a:fillRect/>
              </a:stretch>
            </p:blipFill>
            <p:spPr>
              <a:xfrm>
                <a:off x="2311648" y="1734408"/>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38" name="Ink 137">
                <a:extLst>
                  <a:ext uri="{FF2B5EF4-FFF2-40B4-BE49-F238E27FC236}">
                    <a16:creationId xmlns:a16="http://schemas.microsoft.com/office/drawing/2014/main" id="{84CAB1AE-3A82-64DC-7EB5-A7C7AC449ABC}"/>
                  </a:ext>
                </a:extLst>
              </p14:cNvPr>
              <p14:cNvContentPartPr/>
              <p14:nvPr/>
            </p14:nvContentPartPr>
            <p14:xfrm>
              <a:off x="2962888" y="1715688"/>
              <a:ext cx="14040" cy="295920"/>
            </p14:xfrm>
          </p:contentPart>
        </mc:Choice>
        <mc:Fallback xmlns="">
          <p:pic>
            <p:nvPicPr>
              <p:cNvPr id="138" name="Ink 137">
                <a:extLst>
                  <a:ext uri="{FF2B5EF4-FFF2-40B4-BE49-F238E27FC236}">
                    <a16:creationId xmlns:a16="http://schemas.microsoft.com/office/drawing/2014/main" id="{84CAB1AE-3A82-64DC-7EB5-A7C7AC449ABC}"/>
                  </a:ext>
                </a:extLst>
              </p:cNvPr>
              <p:cNvPicPr/>
              <p:nvPr/>
            </p:nvPicPr>
            <p:blipFill>
              <a:blip r:embed="rId15"/>
              <a:stretch>
                <a:fillRect/>
              </a:stretch>
            </p:blipFill>
            <p:spPr>
              <a:xfrm>
                <a:off x="2958568" y="1711368"/>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39" name="Ink 138">
                <a:extLst>
                  <a:ext uri="{FF2B5EF4-FFF2-40B4-BE49-F238E27FC236}">
                    <a16:creationId xmlns:a16="http://schemas.microsoft.com/office/drawing/2014/main" id="{5476FF3C-7750-54F8-9A09-3B5084703D01}"/>
                  </a:ext>
                </a:extLst>
              </p14:cNvPr>
              <p14:cNvContentPartPr/>
              <p14:nvPr/>
            </p14:nvContentPartPr>
            <p14:xfrm>
              <a:off x="3794488" y="1678608"/>
              <a:ext cx="48960" cy="413640"/>
            </p14:xfrm>
          </p:contentPart>
        </mc:Choice>
        <mc:Fallback xmlns="">
          <p:pic>
            <p:nvPicPr>
              <p:cNvPr id="139" name="Ink 138">
                <a:extLst>
                  <a:ext uri="{FF2B5EF4-FFF2-40B4-BE49-F238E27FC236}">
                    <a16:creationId xmlns:a16="http://schemas.microsoft.com/office/drawing/2014/main" id="{5476FF3C-7750-54F8-9A09-3B5084703D01}"/>
                  </a:ext>
                </a:extLst>
              </p:cNvPr>
              <p:cNvPicPr/>
              <p:nvPr/>
            </p:nvPicPr>
            <p:blipFill>
              <a:blip r:embed="rId17"/>
              <a:stretch>
                <a:fillRect/>
              </a:stretch>
            </p:blipFill>
            <p:spPr>
              <a:xfrm>
                <a:off x="3790168" y="1674288"/>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0" name="Ink 139">
                <a:extLst>
                  <a:ext uri="{FF2B5EF4-FFF2-40B4-BE49-F238E27FC236}">
                    <a16:creationId xmlns:a16="http://schemas.microsoft.com/office/drawing/2014/main" id="{2D974DAE-84C2-B5A2-79AB-861B82949DC4}"/>
                  </a:ext>
                </a:extLst>
              </p14:cNvPr>
              <p14:cNvContentPartPr/>
              <p14:nvPr/>
            </p14:nvContentPartPr>
            <p14:xfrm>
              <a:off x="2551768" y="1819728"/>
              <a:ext cx="100440" cy="154800"/>
            </p14:xfrm>
          </p:contentPart>
        </mc:Choice>
        <mc:Fallback xmlns="">
          <p:pic>
            <p:nvPicPr>
              <p:cNvPr id="140" name="Ink 139">
                <a:extLst>
                  <a:ext uri="{FF2B5EF4-FFF2-40B4-BE49-F238E27FC236}">
                    <a16:creationId xmlns:a16="http://schemas.microsoft.com/office/drawing/2014/main" id="{2D974DAE-84C2-B5A2-79AB-861B82949DC4}"/>
                  </a:ext>
                </a:extLst>
              </p:cNvPr>
              <p:cNvPicPr/>
              <p:nvPr/>
            </p:nvPicPr>
            <p:blipFill>
              <a:blip r:embed="rId19"/>
              <a:stretch>
                <a:fillRect/>
              </a:stretch>
            </p:blipFill>
            <p:spPr>
              <a:xfrm>
                <a:off x="2547448" y="1815408"/>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1" name="Ink 140">
                <a:extLst>
                  <a:ext uri="{FF2B5EF4-FFF2-40B4-BE49-F238E27FC236}">
                    <a16:creationId xmlns:a16="http://schemas.microsoft.com/office/drawing/2014/main" id="{96E8334B-715A-C2CB-A69A-0B338A4CA3AE}"/>
                  </a:ext>
                </a:extLst>
              </p14:cNvPr>
              <p14:cNvContentPartPr/>
              <p14:nvPr/>
            </p14:nvContentPartPr>
            <p14:xfrm>
              <a:off x="2607208" y="1802088"/>
              <a:ext cx="132120" cy="20160"/>
            </p14:xfrm>
          </p:contentPart>
        </mc:Choice>
        <mc:Fallback xmlns="">
          <p:pic>
            <p:nvPicPr>
              <p:cNvPr id="141" name="Ink 140">
                <a:extLst>
                  <a:ext uri="{FF2B5EF4-FFF2-40B4-BE49-F238E27FC236}">
                    <a16:creationId xmlns:a16="http://schemas.microsoft.com/office/drawing/2014/main" id="{96E8334B-715A-C2CB-A69A-0B338A4CA3AE}"/>
                  </a:ext>
                </a:extLst>
              </p:cNvPr>
              <p:cNvPicPr/>
              <p:nvPr/>
            </p:nvPicPr>
            <p:blipFill>
              <a:blip r:embed="rId21"/>
              <a:stretch>
                <a:fillRect/>
              </a:stretch>
            </p:blipFill>
            <p:spPr>
              <a:xfrm>
                <a:off x="2602888" y="1797768"/>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2" name="Ink 141">
                <a:extLst>
                  <a:ext uri="{FF2B5EF4-FFF2-40B4-BE49-F238E27FC236}">
                    <a16:creationId xmlns:a16="http://schemas.microsoft.com/office/drawing/2014/main" id="{1895A3C3-14FA-5C78-72E2-06423DAFBFE7}"/>
                  </a:ext>
                </a:extLst>
              </p14:cNvPr>
              <p14:cNvContentPartPr/>
              <p14:nvPr/>
            </p14:nvContentPartPr>
            <p14:xfrm>
              <a:off x="4029928" y="1780488"/>
              <a:ext cx="41760" cy="187560"/>
            </p14:xfrm>
          </p:contentPart>
        </mc:Choice>
        <mc:Fallback xmlns="">
          <p:pic>
            <p:nvPicPr>
              <p:cNvPr id="142" name="Ink 141">
                <a:extLst>
                  <a:ext uri="{FF2B5EF4-FFF2-40B4-BE49-F238E27FC236}">
                    <a16:creationId xmlns:a16="http://schemas.microsoft.com/office/drawing/2014/main" id="{1895A3C3-14FA-5C78-72E2-06423DAFBFE7}"/>
                  </a:ext>
                </a:extLst>
              </p:cNvPr>
              <p:cNvPicPr/>
              <p:nvPr/>
            </p:nvPicPr>
            <p:blipFill>
              <a:blip r:embed="rId23"/>
              <a:stretch>
                <a:fillRect/>
              </a:stretch>
            </p:blipFill>
            <p:spPr>
              <a:xfrm>
                <a:off x="4025608" y="1776168"/>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3" name="Ink 142">
                <a:extLst>
                  <a:ext uri="{FF2B5EF4-FFF2-40B4-BE49-F238E27FC236}">
                    <a16:creationId xmlns:a16="http://schemas.microsoft.com/office/drawing/2014/main" id="{4E37FF83-53F2-71E5-CA5D-981240A28CB6}"/>
                  </a:ext>
                </a:extLst>
              </p14:cNvPr>
              <p14:cNvContentPartPr/>
              <p14:nvPr/>
            </p14:nvContentPartPr>
            <p14:xfrm>
              <a:off x="3263128" y="1822968"/>
              <a:ext cx="132840" cy="130320"/>
            </p14:xfrm>
          </p:contentPart>
        </mc:Choice>
        <mc:Fallback xmlns="">
          <p:pic>
            <p:nvPicPr>
              <p:cNvPr id="143" name="Ink 142">
                <a:extLst>
                  <a:ext uri="{FF2B5EF4-FFF2-40B4-BE49-F238E27FC236}">
                    <a16:creationId xmlns:a16="http://schemas.microsoft.com/office/drawing/2014/main" id="{4E37FF83-53F2-71E5-CA5D-981240A28CB6}"/>
                  </a:ext>
                </a:extLst>
              </p:cNvPr>
              <p:cNvPicPr/>
              <p:nvPr/>
            </p:nvPicPr>
            <p:blipFill>
              <a:blip r:embed="rId25"/>
              <a:stretch>
                <a:fillRect/>
              </a:stretch>
            </p:blipFill>
            <p:spPr>
              <a:xfrm>
                <a:off x="3258808" y="1818648"/>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45" name="Ink 144">
                <a:extLst>
                  <a:ext uri="{FF2B5EF4-FFF2-40B4-BE49-F238E27FC236}">
                    <a16:creationId xmlns:a16="http://schemas.microsoft.com/office/drawing/2014/main" id="{744AFF91-F64B-315A-F173-BF7D4084E6EB}"/>
                  </a:ext>
                </a:extLst>
              </p14:cNvPr>
              <p14:cNvContentPartPr/>
              <p14:nvPr/>
            </p14:nvContentPartPr>
            <p14:xfrm>
              <a:off x="1382848" y="1817208"/>
              <a:ext cx="150480" cy="182160"/>
            </p14:xfrm>
          </p:contentPart>
        </mc:Choice>
        <mc:Fallback xmlns="">
          <p:pic>
            <p:nvPicPr>
              <p:cNvPr id="145" name="Ink 144">
                <a:extLst>
                  <a:ext uri="{FF2B5EF4-FFF2-40B4-BE49-F238E27FC236}">
                    <a16:creationId xmlns:a16="http://schemas.microsoft.com/office/drawing/2014/main" id="{744AFF91-F64B-315A-F173-BF7D4084E6EB}"/>
                  </a:ext>
                </a:extLst>
              </p:cNvPr>
              <p:cNvPicPr/>
              <p:nvPr/>
            </p:nvPicPr>
            <p:blipFill>
              <a:blip r:embed="rId29"/>
              <a:stretch>
                <a:fillRect/>
              </a:stretch>
            </p:blipFill>
            <p:spPr>
              <a:xfrm>
                <a:off x="1378528" y="1812888"/>
                <a:ext cx="1591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6" name="Ink 145">
                <a:extLst>
                  <a:ext uri="{FF2B5EF4-FFF2-40B4-BE49-F238E27FC236}">
                    <a16:creationId xmlns:a16="http://schemas.microsoft.com/office/drawing/2014/main" id="{5E704FD1-5E4E-E653-0B7C-0159DAF4DBEF}"/>
                  </a:ext>
                </a:extLst>
              </p14:cNvPr>
              <p14:cNvContentPartPr/>
              <p14:nvPr/>
            </p14:nvContentPartPr>
            <p14:xfrm>
              <a:off x="1435768" y="1910808"/>
              <a:ext cx="110160" cy="14400"/>
            </p14:xfrm>
          </p:contentPart>
        </mc:Choice>
        <mc:Fallback xmlns="">
          <p:pic>
            <p:nvPicPr>
              <p:cNvPr id="146" name="Ink 145">
                <a:extLst>
                  <a:ext uri="{FF2B5EF4-FFF2-40B4-BE49-F238E27FC236}">
                    <a16:creationId xmlns:a16="http://schemas.microsoft.com/office/drawing/2014/main" id="{5E704FD1-5E4E-E653-0B7C-0159DAF4DBEF}"/>
                  </a:ext>
                </a:extLst>
              </p:cNvPr>
              <p:cNvPicPr/>
              <p:nvPr/>
            </p:nvPicPr>
            <p:blipFill>
              <a:blip r:embed="rId31"/>
              <a:stretch>
                <a:fillRect/>
              </a:stretch>
            </p:blipFill>
            <p:spPr>
              <a:xfrm>
                <a:off x="1431448" y="1906488"/>
                <a:ext cx="1188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7" name="Ink 146">
                <a:extLst>
                  <a:ext uri="{FF2B5EF4-FFF2-40B4-BE49-F238E27FC236}">
                    <a16:creationId xmlns:a16="http://schemas.microsoft.com/office/drawing/2014/main" id="{33EBF451-2E82-52CC-1519-137E7E6B8CC7}"/>
                  </a:ext>
                </a:extLst>
              </p14:cNvPr>
              <p14:cNvContentPartPr/>
              <p14:nvPr/>
            </p14:nvContentPartPr>
            <p14:xfrm>
              <a:off x="973888" y="1928448"/>
              <a:ext cx="360" cy="360"/>
            </p14:xfrm>
          </p:contentPart>
        </mc:Choice>
        <mc:Fallback xmlns="">
          <p:pic>
            <p:nvPicPr>
              <p:cNvPr id="147" name="Ink 146">
                <a:extLst>
                  <a:ext uri="{FF2B5EF4-FFF2-40B4-BE49-F238E27FC236}">
                    <a16:creationId xmlns:a16="http://schemas.microsoft.com/office/drawing/2014/main" id="{33EBF451-2E82-52CC-1519-137E7E6B8CC7}"/>
                  </a:ext>
                </a:extLst>
              </p:cNvPr>
              <p:cNvPicPr/>
              <p:nvPr/>
            </p:nvPicPr>
            <p:blipFill>
              <a:blip r:embed="rId33"/>
              <a:stretch>
                <a:fillRect/>
              </a:stretch>
            </p:blipFill>
            <p:spPr>
              <a:xfrm>
                <a:off x="969568" y="1924128"/>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8" name="Ink 147">
                <a:extLst>
                  <a:ext uri="{FF2B5EF4-FFF2-40B4-BE49-F238E27FC236}">
                    <a16:creationId xmlns:a16="http://schemas.microsoft.com/office/drawing/2014/main" id="{1A916A9A-8962-EC28-CD5C-4B84B11F539A}"/>
                  </a:ext>
                </a:extLst>
              </p14:cNvPr>
              <p14:cNvContentPartPr/>
              <p14:nvPr/>
            </p14:nvContentPartPr>
            <p14:xfrm>
              <a:off x="950488" y="1869408"/>
              <a:ext cx="155520" cy="166680"/>
            </p14:xfrm>
          </p:contentPart>
        </mc:Choice>
        <mc:Fallback xmlns="">
          <p:pic>
            <p:nvPicPr>
              <p:cNvPr id="148" name="Ink 147">
                <a:extLst>
                  <a:ext uri="{FF2B5EF4-FFF2-40B4-BE49-F238E27FC236}">
                    <a16:creationId xmlns:a16="http://schemas.microsoft.com/office/drawing/2014/main" id="{1A916A9A-8962-EC28-CD5C-4B84B11F539A}"/>
                  </a:ext>
                </a:extLst>
              </p:cNvPr>
              <p:cNvPicPr/>
              <p:nvPr/>
            </p:nvPicPr>
            <p:blipFill>
              <a:blip r:embed="rId35"/>
              <a:stretch>
                <a:fillRect/>
              </a:stretch>
            </p:blipFill>
            <p:spPr>
              <a:xfrm>
                <a:off x="946168" y="1865088"/>
                <a:ext cx="1641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6" name="Ink 165">
                <a:extLst>
                  <a:ext uri="{FF2B5EF4-FFF2-40B4-BE49-F238E27FC236}">
                    <a16:creationId xmlns:a16="http://schemas.microsoft.com/office/drawing/2014/main" id="{92AEDD0C-7097-556A-3072-0E22CA381676}"/>
                  </a:ext>
                </a:extLst>
              </p14:cNvPr>
              <p14:cNvContentPartPr/>
              <p14:nvPr/>
            </p14:nvContentPartPr>
            <p14:xfrm>
              <a:off x="1540944" y="1974096"/>
              <a:ext cx="473400" cy="225720"/>
            </p14:xfrm>
          </p:contentPart>
        </mc:Choice>
        <mc:Fallback xmlns="">
          <p:pic>
            <p:nvPicPr>
              <p:cNvPr id="166" name="Ink 165">
                <a:extLst>
                  <a:ext uri="{FF2B5EF4-FFF2-40B4-BE49-F238E27FC236}">
                    <a16:creationId xmlns:a16="http://schemas.microsoft.com/office/drawing/2014/main" id="{92AEDD0C-7097-556A-3072-0E22CA381676}"/>
                  </a:ext>
                </a:extLst>
              </p:cNvPr>
              <p:cNvPicPr/>
              <p:nvPr/>
            </p:nvPicPr>
            <p:blipFill>
              <a:blip r:embed="rId263"/>
              <a:stretch>
                <a:fillRect/>
              </a:stretch>
            </p:blipFill>
            <p:spPr>
              <a:xfrm>
                <a:off x="1536624" y="1969776"/>
                <a:ext cx="4820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7" name="Ink 166">
                <a:extLst>
                  <a:ext uri="{FF2B5EF4-FFF2-40B4-BE49-F238E27FC236}">
                    <a16:creationId xmlns:a16="http://schemas.microsoft.com/office/drawing/2014/main" id="{E6D1505F-ABA9-562F-03B4-BB20198E3EC5}"/>
                  </a:ext>
                </a:extLst>
              </p14:cNvPr>
              <p14:cNvContentPartPr/>
              <p14:nvPr/>
            </p14:nvContentPartPr>
            <p14:xfrm>
              <a:off x="3567936" y="2792368"/>
              <a:ext cx="9720" cy="22320"/>
            </p14:xfrm>
          </p:contentPart>
        </mc:Choice>
        <mc:Fallback xmlns="">
          <p:pic>
            <p:nvPicPr>
              <p:cNvPr id="167" name="Ink 166">
                <a:extLst>
                  <a:ext uri="{FF2B5EF4-FFF2-40B4-BE49-F238E27FC236}">
                    <a16:creationId xmlns:a16="http://schemas.microsoft.com/office/drawing/2014/main" id="{E6D1505F-ABA9-562F-03B4-BB20198E3EC5}"/>
                  </a:ext>
                </a:extLst>
              </p:cNvPr>
              <p:cNvPicPr/>
              <p:nvPr/>
            </p:nvPicPr>
            <p:blipFill>
              <a:blip r:embed="rId3"/>
              <a:stretch>
                <a:fillRect/>
              </a:stretch>
            </p:blipFill>
            <p:spPr>
              <a:xfrm>
                <a:off x="3563616" y="2788048"/>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8" name="Ink 167">
                <a:extLst>
                  <a:ext uri="{FF2B5EF4-FFF2-40B4-BE49-F238E27FC236}">
                    <a16:creationId xmlns:a16="http://schemas.microsoft.com/office/drawing/2014/main" id="{15082A5D-D92D-4BD4-6BF7-0B8BE5460AE2}"/>
                  </a:ext>
                </a:extLst>
              </p14:cNvPr>
              <p14:cNvContentPartPr/>
              <p14:nvPr/>
            </p14:nvContentPartPr>
            <p14:xfrm>
              <a:off x="858576" y="2629288"/>
              <a:ext cx="21240" cy="476280"/>
            </p14:xfrm>
          </p:contentPart>
        </mc:Choice>
        <mc:Fallback xmlns="">
          <p:pic>
            <p:nvPicPr>
              <p:cNvPr id="168" name="Ink 167">
                <a:extLst>
                  <a:ext uri="{FF2B5EF4-FFF2-40B4-BE49-F238E27FC236}">
                    <a16:creationId xmlns:a16="http://schemas.microsoft.com/office/drawing/2014/main" id="{15082A5D-D92D-4BD4-6BF7-0B8BE5460AE2}"/>
                  </a:ext>
                </a:extLst>
              </p:cNvPr>
              <p:cNvPicPr/>
              <p:nvPr/>
            </p:nvPicPr>
            <p:blipFill>
              <a:blip r:embed="rId5"/>
              <a:stretch>
                <a:fillRect/>
              </a:stretch>
            </p:blipFill>
            <p:spPr>
              <a:xfrm>
                <a:off x="854256" y="2624968"/>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9" name="Ink 168">
                <a:extLst>
                  <a:ext uri="{FF2B5EF4-FFF2-40B4-BE49-F238E27FC236}">
                    <a16:creationId xmlns:a16="http://schemas.microsoft.com/office/drawing/2014/main" id="{051104EE-0EDB-D8E6-EC9C-4E7A6513F69E}"/>
                  </a:ext>
                </a:extLst>
              </p14:cNvPr>
              <p14:cNvContentPartPr/>
              <p14:nvPr/>
            </p14:nvContentPartPr>
            <p14:xfrm>
              <a:off x="798456" y="2462968"/>
              <a:ext cx="3860280" cy="523800"/>
            </p14:xfrm>
          </p:contentPart>
        </mc:Choice>
        <mc:Fallback xmlns="">
          <p:pic>
            <p:nvPicPr>
              <p:cNvPr id="169" name="Ink 168">
                <a:extLst>
                  <a:ext uri="{FF2B5EF4-FFF2-40B4-BE49-F238E27FC236}">
                    <a16:creationId xmlns:a16="http://schemas.microsoft.com/office/drawing/2014/main" id="{051104EE-0EDB-D8E6-EC9C-4E7A6513F69E}"/>
                  </a:ext>
                </a:extLst>
              </p:cNvPr>
              <p:cNvPicPr/>
              <p:nvPr/>
            </p:nvPicPr>
            <p:blipFill>
              <a:blip r:embed="rId7"/>
              <a:stretch>
                <a:fillRect/>
              </a:stretch>
            </p:blipFill>
            <p:spPr>
              <a:xfrm>
                <a:off x="794136" y="2458648"/>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70" name="Ink 169">
                <a:extLst>
                  <a:ext uri="{FF2B5EF4-FFF2-40B4-BE49-F238E27FC236}">
                    <a16:creationId xmlns:a16="http://schemas.microsoft.com/office/drawing/2014/main" id="{C7715D8E-BCA8-875B-610F-0E585DDBE8D0}"/>
                  </a:ext>
                </a:extLst>
              </p14:cNvPr>
              <p14:cNvContentPartPr/>
              <p14:nvPr/>
            </p14:nvContentPartPr>
            <p14:xfrm>
              <a:off x="1158816" y="2584288"/>
              <a:ext cx="25920" cy="314640"/>
            </p14:xfrm>
          </p:contentPart>
        </mc:Choice>
        <mc:Fallback xmlns="">
          <p:pic>
            <p:nvPicPr>
              <p:cNvPr id="170" name="Ink 169">
                <a:extLst>
                  <a:ext uri="{FF2B5EF4-FFF2-40B4-BE49-F238E27FC236}">
                    <a16:creationId xmlns:a16="http://schemas.microsoft.com/office/drawing/2014/main" id="{C7715D8E-BCA8-875B-610F-0E585DDBE8D0}"/>
                  </a:ext>
                </a:extLst>
              </p:cNvPr>
              <p:cNvPicPr/>
              <p:nvPr/>
            </p:nvPicPr>
            <p:blipFill>
              <a:blip r:embed="rId9"/>
              <a:stretch>
                <a:fillRect/>
              </a:stretch>
            </p:blipFill>
            <p:spPr>
              <a:xfrm>
                <a:off x="1154496" y="2579968"/>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1" name="Ink 170">
                <a:extLst>
                  <a:ext uri="{FF2B5EF4-FFF2-40B4-BE49-F238E27FC236}">
                    <a16:creationId xmlns:a16="http://schemas.microsoft.com/office/drawing/2014/main" id="{49F98C23-701C-3CD7-31BA-B221EA002EFC}"/>
                  </a:ext>
                </a:extLst>
              </p14:cNvPr>
              <p14:cNvContentPartPr/>
              <p14:nvPr/>
            </p14:nvContentPartPr>
            <p14:xfrm>
              <a:off x="1685496" y="2568448"/>
              <a:ext cx="41760" cy="279720"/>
            </p14:xfrm>
          </p:contentPart>
        </mc:Choice>
        <mc:Fallback xmlns="">
          <p:pic>
            <p:nvPicPr>
              <p:cNvPr id="171" name="Ink 170">
                <a:extLst>
                  <a:ext uri="{FF2B5EF4-FFF2-40B4-BE49-F238E27FC236}">
                    <a16:creationId xmlns:a16="http://schemas.microsoft.com/office/drawing/2014/main" id="{49F98C23-701C-3CD7-31BA-B221EA002EFC}"/>
                  </a:ext>
                </a:extLst>
              </p:cNvPr>
              <p:cNvPicPr/>
              <p:nvPr/>
            </p:nvPicPr>
            <p:blipFill>
              <a:blip r:embed="rId11"/>
              <a:stretch>
                <a:fillRect/>
              </a:stretch>
            </p:blipFill>
            <p:spPr>
              <a:xfrm>
                <a:off x="1681176" y="2564128"/>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72" name="Ink 171">
                <a:extLst>
                  <a:ext uri="{FF2B5EF4-FFF2-40B4-BE49-F238E27FC236}">
                    <a16:creationId xmlns:a16="http://schemas.microsoft.com/office/drawing/2014/main" id="{7534F2A9-97AB-BBD7-1B5D-D48242B66E1C}"/>
                  </a:ext>
                </a:extLst>
              </p14:cNvPr>
              <p14:cNvContentPartPr/>
              <p14:nvPr/>
            </p14:nvContentPartPr>
            <p14:xfrm>
              <a:off x="2325216" y="2572768"/>
              <a:ext cx="44280" cy="303120"/>
            </p14:xfrm>
          </p:contentPart>
        </mc:Choice>
        <mc:Fallback xmlns="">
          <p:pic>
            <p:nvPicPr>
              <p:cNvPr id="172" name="Ink 171">
                <a:extLst>
                  <a:ext uri="{FF2B5EF4-FFF2-40B4-BE49-F238E27FC236}">
                    <a16:creationId xmlns:a16="http://schemas.microsoft.com/office/drawing/2014/main" id="{7534F2A9-97AB-BBD7-1B5D-D48242B66E1C}"/>
                  </a:ext>
                </a:extLst>
              </p:cNvPr>
              <p:cNvPicPr/>
              <p:nvPr/>
            </p:nvPicPr>
            <p:blipFill>
              <a:blip r:embed="rId13"/>
              <a:stretch>
                <a:fillRect/>
              </a:stretch>
            </p:blipFill>
            <p:spPr>
              <a:xfrm>
                <a:off x="2320896" y="2568448"/>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3" name="Ink 172">
                <a:extLst>
                  <a:ext uri="{FF2B5EF4-FFF2-40B4-BE49-F238E27FC236}">
                    <a16:creationId xmlns:a16="http://schemas.microsoft.com/office/drawing/2014/main" id="{BA83DDCD-ABF3-9D5E-85E6-578539F3AF32}"/>
                  </a:ext>
                </a:extLst>
              </p14:cNvPr>
              <p14:cNvContentPartPr/>
              <p14:nvPr/>
            </p14:nvContentPartPr>
            <p14:xfrm>
              <a:off x="2972136" y="2549728"/>
              <a:ext cx="14040" cy="295920"/>
            </p14:xfrm>
          </p:contentPart>
        </mc:Choice>
        <mc:Fallback xmlns="">
          <p:pic>
            <p:nvPicPr>
              <p:cNvPr id="173" name="Ink 172">
                <a:extLst>
                  <a:ext uri="{FF2B5EF4-FFF2-40B4-BE49-F238E27FC236}">
                    <a16:creationId xmlns:a16="http://schemas.microsoft.com/office/drawing/2014/main" id="{BA83DDCD-ABF3-9D5E-85E6-578539F3AF32}"/>
                  </a:ext>
                </a:extLst>
              </p:cNvPr>
              <p:cNvPicPr/>
              <p:nvPr/>
            </p:nvPicPr>
            <p:blipFill>
              <a:blip r:embed="rId15"/>
              <a:stretch>
                <a:fillRect/>
              </a:stretch>
            </p:blipFill>
            <p:spPr>
              <a:xfrm>
                <a:off x="2967816" y="2545408"/>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74" name="Ink 173">
                <a:extLst>
                  <a:ext uri="{FF2B5EF4-FFF2-40B4-BE49-F238E27FC236}">
                    <a16:creationId xmlns:a16="http://schemas.microsoft.com/office/drawing/2014/main" id="{CD9D07F3-6565-C408-EFD4-5F6E4BA98E0B}"/>
                  </a:ext>
                </a:extLst>
              </p14:cNvPr>
              <p14:cNvContentPartPr/>
              <p14:nvPr/>
            </p14:nvContentPartPr>
            <p14:xfrm>
              <a:off x="3803736" y="2512648"/>
              <a:ext cx="48960" cy="413640"/>
            </p14:xfrm>
          </p:contentPart>
        </mc:Choice>
        <mc:Fallback xmlns="">
          <p:pic>
            <p:nvPicPr>
              <p:cNvPr id="174" name="Ink 173">
                <a:extLst>
                  <a:ext uri="{FF2B5EF4-FFF2-40B4-BE49-F238E27FC236}">
                    <a16:creationId xmlns:a16="http://schemas.microsoft.com/office/drawing/2014/main" id="{CD9D07F3-6565-C408-EFD4-5F6E4BA98E0B}"/>
                  </a:ext>
                </a:extLst>
              </p:cNvPr>
              <p:cNvPicPr/>
              <p:nvPr/>
            </p:nvPicPr>
            <p:blipFill>
              <a:blip r:embed="rId17"/>
              <a:stretch>
                <a:fillRect/>
              </a:stretch>
            </p:blipFill>
            <p:spPr>
              <a:xfrm>
                <a:off x="3799416" y="2508328"/>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5" name="Ink 174">
                <a:extLst>
                  <a:ext uri="{FF2B5EF4-FFF2-40B4-BE49-F238E27FC236}">
                    <a16:creationId xmlns:a16="http://schemas.microsoft.com/office/drawing/2014/main" id="{EB053F09-52C8-147E-C9EF-D9A79322E362}"/>
                  </a:ext>
                </a:extLst>
              </p14:cNvPr>
              <p14:cNvContentPartPr/>
              <p14:nvPr/>
            </p14:nvContentPartPr>
            <p14:xfrm>
              <a:off x="2561016" y="2653768"/>
              <a:ext cx="100440" cy="154800"/>
            </p14:xfrm>
          </p:contentPart>
        </mc:Choice>
        <mc:Fallback xmlns="">
          <p:pic>
            <p:nvPicPr>
              <p:cNvPr id="175" name="Ink 174">
                <a:extLst>
                  <a:ext uri="{FF2B5EF4-FFF2-40B4-BE49-F238E27FC236}">
                    <a16:creationId xmlns:a16="http://schemas.microsoft.com/office/drawing/2014/main" id="{EB053F09-52C8-147E-C9EF-D9A79322E362}"/>
                  </a:ext>
                </a:extLst>
              </p:cNvPr>
              <p:cNvPicPr/>
              <p:nvPr/>
            </p:nvPicPr>
            <p:blipFill>
              <a:blip r:embed="rId19"/>
              <a:stretch>
                <a:fillRect/>
              </a:stretch>
            </p:blipFill>
            <p:spPr>
              <a:xfrm>
                <a:off x="2556696" y="2649448"/>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6" name="Ink 175">
                <a:extLst>
                  <a:ext uri="{FF2B5EF4-FFF2-40B4-BE49-F238E27FC236}">
                    <a16:creationId xmlns:a16="http://schemas.microsoft.com/office/drawing/2014/main" id="{178BE88E-7C1C-13A8-DE3C-E3B2766A59A3}"/>
                  </a:ext>
                </a:extLst>
              </p14:cNvPr>
              <p14:cNvContentPartPr/>
              <p14:nvPr/>
            </p14:nvContentPartPr>
            <p14:xfrm>
              <a:off x="2616456" y="2636128"/>
              <a:ext cx="132120" cy="20160"/>
            </p14:xfrm>
          </p:contentPart>
        </mc:Choice>
        <mc:Fallback xmlns="">
          <p:pic>
            <p:nvPicPr>
              <p:cNvPr id="176" name="Ink 175">
                <a:extLst>
                  <a:ext uri="{FF2B5EF4-FFF2-40B4-BE49-F238E27FC236}">
                    <a16:creationId xmlns:a16="http://schemas.microsoft.com/office/drawing/2014/main" id="{178BE88E-7C1C-13A8-DE3C-E3B2766A59A3}"/>
                  </a:ext>
                </a:extLst>
              </p:cNvPr>
              <p:cNvPicPr/>
              <p:nvPr/>
            </p:nvPicPr>
            <p:blipFill>
              <a:blip r:embed="rId21"/>
              <a:stretch>
                <a:fillRect/>
              </a:stretch>
            </p:blipFill>
            <p:spPr>
              <a:xfrm>
                <a:off x="2612136" y="2631808"/>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7" name="Ink 176">
                <a:extLst>
                  <a:ext uri="{FF2B5EF4-FFF2-40B4-BE49-F238E27FC236}">
                    <a16:creationId xmlns:a16="http://schemas.microsoft.com/office/drawing/2014/main" id="{00AF84DF-82A1-F855-F4A3-73FBD364E288}"/>
                  </a:ext>
                </a:extLst>
              </p14:cNvPr>
              <p14:cNvContentPartPr/>
              <p14:nvPr/>
            </p14:nvContentPartPr>
            <p14:xfrm>
              <a:off x="4039176" y="2614528"/>
              <a:ext cx="41760" cy="187560"/>
            </p14:xfrm>
          </p:contentPart>
        </mc:Choice>
        <mc:Fallback xmlns="">
          <p:pic>
            <p:nvPicPr>
              <p:cNvPr id="177" name="Ink 176">
                <a:extLst>
                  <a:ext uri="{FF2B5EF4-FFF2-40B4-BE49-F238E27FC236}">
                    <a16:creationId xmlns:a16="http://schemas.microsoft.com/office/drawing/2014/main" id="{00AF84DF-82A1-F855-F4A3-73FBD364E288}"/>
                  </a:ext>
                </a:extLst>
              </p:cNvPr>
              <p:cNvPicPr/>
              <p:nvPr/>
            </p:nvPicPr>
            <p:blipFill>
              <a:blip r:embed="rId23"/>
              <a:stretch>
                <a:fillRect/>
              </a:stretch>
            </p:blipFill>
            <p:spPr>
              <a:xfrm>
                <a:off x="4034856" y="2610208"/>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78" name="Ink 177">
                <a:extLst>
                  <a:ext uri="{FF2B5EF4-FFF2-40B4-BE49-F238E27FC236}">
                    <a16:creationId xmlns:a16="http://schemas.microsoft.com/office/drawing/2014/main" id="{534C6510-5E66-681E-DC23-8A190660BF7B}"/>
                  </a:ext>
                </a:extLst>
              </p14:cNvPr>
              <p14:cNvContentPartPr/>
              <p14:nvPr/>
            </p14:nvContentPartPr>
            <p14:xfrm>
              <a:off x="3272376" y="2657008"/>
              <a:ext cx="132840" cy="130320"/>
            </p14:xfrm>
          </p:contentPart>
        </mc:Choice>
        <mc:Fallback xmlns="">
          <p:pic>
            <p:nvPicPr>
              <p:cNvPr id="178" name="Ink 177">
                <a:extLst>
                  <a:ext uri="{FF2B5EF4-FFF2-40B4-BE49-F238E27FC236}">
                    <a16:creationId xmlns:a16="http://schemas.microsoft.com/office/drawing/2014/main" id="{534C6510-5E66-681E-DC23-8A190660BF7B}"/>
                  </a:ext>
                </a:extLst>
              </p:cNvPr>
              <p:cNvPicPr/>
              <p:nvPr/>
            </p:nvPicPr>
            <p:blipFill>
              <a:blip r:embed="rId25"/>
              <a:stretch>
                <a:fillRect/>
              </a:stretch>
            </p:blipFill>
            <p:spPr>
              <a:xfrm>
                <a:off x="3268056" y="2652688"/>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1" name="Ink 180">
                <a:extLst>
                  <a:ext uri="{FF2B5EF4-FFF2-40B4-BE49-F238E27FC236}">
                    <a16:creationId xmlns:a16="http://schemas.microsoft.com/office/drawing/2014/main" id="{B5AFA272-C1E8-F5CE-8779-07CED687609D}"/>
                  </a:ext>
                </a:extLst>
              </p14:cNvPr>
              <p14:cNvContentPartPr/>
              <p14:nvPr/>
            </p14:nvContentPartPr>
            <p14:xfrm>
              <a:off x="983136" y="2762488"/>
              <a:ext cx="360" cy="360"/>
            </p14:xfrm>
          </p:contentPart>
        </mc:Choice>
        <mc:Fallback xmlns="">
          <p:pic>
            <p:nvPicPr>
              <p:cNvPr id="181" name="Ink 180">
                <a:extLst>
                  <a:ext uri="{FF2B5EF4-FFF2-40B4-BE49-F238E27FC236}">
                    <a16:creationId xmlns:a16="http://schemas.microsoft.com/office/drawing/2014/main" id="{B5AFA272-C1E8-F5CE-8779-07CED687609D}"/>
                  </a:ext>
                </a:extLst>
              </p:cNvPr>
              <p:cNvPicPr/>
              <p:nvPr/>
            </p:nvPicPr>
            <p:blipFill>
              <a:blip r:embed="rId33"/>
              <a:stretch>
                <a:fillRect/>
              </a:stretch>
            </p:blipFill>
            <p:spPr>
              <a:xfrm>
                <a:off x="978816" y="2758168"/>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82" name="Ink 181">
                <a:extLst>
                  <a:ext uri="{FF2B5EF4-FFF2-40B4-BE49-F238E27FC236}">
                    <a16:creationId xmlns:a16="http://schemas.microsoft.com/office/drawing/2014/main" id="{1FF788CD-4792-3777-9971-40D72BC5F719}"/>
                  </a:ext>
                </a:extLst>
              </p14:cNvPr>
              <p14:cNvContentPartPr/>
              <p14:nvPr/>
            </p14:nvContentPartPr>
            <p14:xfrm>
              <a:off x="959736" y="2703448"/>
              <a:ext cx="155520" cy="166680"/>
            </p14:xfrm>
          </p:contentPart>
        </mc:Choice>
        <mc:Fallback xmlns="">
          <p:pic>
            <p:nvPicPr>
              <p:cNvPr id="182" name="Ink 181">
                <a:extLst>
                  <a:ext uri="{FF2B5EF4-FFF2-40B4-BE49-F238E27FC236}">
                    <a16:creationId xmlns:a16="http://schemas.microsoft.com/office/drawing/2014/main" id="{1FF788CD-4792-3777-9971-40D72BC5F719}"/>
                  </a:ext>
                </a:extLst>
              </p:cNvPr>
              <p:cNvPicPr/>
              <p:nvPr/>
            </p:nvPicPr>
            <p:blipFill>
              <a:blip r:embed="rId35"/>
              <a:stretch>
                <a:fillRect/>
              </a:stretch>
            </p:blipFill>
            <p:spPr>
              <a:xfrm>
                <a:off x="955416" y="2699128"/>
                <a:ext cx="164160" cy="175320"/>
              </a:xfrm>
              <a:prstGeom prst="rect">
                <a:avLst/>
              </a:prstGeom>
            </p:spPr>
          </p:pic>
        </mc:Fallback>
      </mc:AlternateContent>
      <p:grpSp>
        <p:nvGrpSpPr>
          <p:cNvPr id="186" name="Group 185">
            <a:extLst>
              <a:ext uri="{FF2B5EF4-FFF2-40B4-BE49-F238E27FC236}">
                <a16:creationId xmlns:a16="http://schemas.microsoft.com/office/drawing/2014/main" id="{8C232F9A-775B-0739-3237-CA3569E73C95}"/>
              </a:ext>
            </a:extLst>
          </p:cNvPr>
          <p:cNvGrpSpPr/>
          <p:nvPr/>
        </p:nvGrpSpPr>
        <p:grpSpPr>
          <a:xfrm>
            <a:off x="1820968" y="2655216"/>
            <a:ext cx="319736" cy="1073744"/>
            <a:chOff x="1820968" y="2655216"/>
            <a:chExt cx="319736" cy="1073744"/>
          </a:xfrm>
        </p:grpSpPr>
        <mc:AlternateContent xmlns:mc="http://schemas.openxmlformats.org/markup-compatibility/2006" xmlns:p14="http://schemas.microsoft.com/office/powerpoint/2010/main">
          <mc:Choice Requires="p14">
            <p:contentPart p14:bwMode="auto" r:id="rId278">
              <p14:nvContentPartPr>
                <p14:cNvPr id="184" name="Ink 183">
                  <a:extLst>
                    <a:ext uri="{FF2B5EF4-FFF2-40B4-BE49-F238E27FC236}">
                      <a16:creationId xmlns:a16="http://schemas.microsoft.com/office/drawing/2014/main" id="{D582166D-B5CE-2E85-F42C-F81F7ECDB282}"/>
                    </a:ext>
                  </a:extLst>
                </p14:cNvPr>
                <p14:cNvContentPartPr/>
                <p14:nvPr/>
              </p14:nvContentPartPr>
              <p14:xfrm>
                <a:off x="1931184" y="2655216"/>
                <a:ext cx="159840" cy="188640"/>
              </p14:xfrm>
            </p:contentPart>
          </mc:Choice>
          <mc:Fallback xmlns="">
            <p:pic>
              <p:nvPicPr>
                <p:cNvPr id="184" name="Ink 183">
                  <a:extLst>
                    <a:ext uri="{FF2B5EF4-FFF2-40B4-BE49-F238E27FC236}">
                      <a16:creationId xmlns:a16="http://schemas.microsoft.com/office/drawing/2014/main" id="{D582166D-B5CE-2E85-F42C-F81F7ECDB282}"/>
                    </a:ext>
                  </a:extLst>
                </p:cNvPr>
                <p:cNvPicPr/>
                <p:nvPr/>
              </p:nvPicPr>
              <p:blipFill>
                <a:blip r:embed="rId279"/>
                <a:stretch>
                  <a:fillRect/>
                </a:stretch>
              </p:blipFill>
              <p:spPr>
                <a:xfrm>
                  <a:off x="1926864" y="2650896"/>
                  <a:ext cx="168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5" name="Ink 184">
                  <a:extLst>
                    <a:ext uri="{FF2B5EF4-FFF2-40B4-BE49-F238E27FC236}">
                      <a16:creationId xmlns:a16="http://schemas.microsoft.com/office/drawing/2014/main" id="{652340F7-55D3-80D8-3F2B-5068C8BACF00}"/>
                    </a:ext>
                  </a:extLst>
                </p14:cNvPr>
                <p14:cNvContentPartPr/>
                <p14:nvPr/>
              </p14:nvContentPartPr>
              <p14:xfrm>
                <a:off x="1965024" y="2753496"/>
                <a:ext cx="175680" cy="9360"/>
              </p14:xfrm>
            </p:contentPart>
          </mc:Choice>
          <mc:Fallback xmlns="">
            <p:pic>
              <p:nvPicPr>
                <p:cNvPr id="185" name="Ink 184">
                  <a:extLst>
                    <a:ext uri="{FF2B5EF4-FFF2-40B4-BE49-F238E27FC236}">
                      <a16:creationId xmlns:a16="http://schemas.microsoft.com/office/drawing/2014/main" id="{652340F7-55D3-80D8-3F2B-5068C8BACF00}"/>
                    </a:ext>
                  </a:extLst>
                </p:cNvPr>
                <p:cNvPicPr/>
                <p:nvPr/>
              </p:nvPicPr>
              <p:blipFill>
                <a:blip r:embed="rId281"/>
                <a:stretch>
                  <a:fillRect/>
                </a:stretch>
              </p:blipFill>
              <p:spPr>
                <a:xfrm>
                  <a:off x="1960704" y="2749176"/>
                  <a:ext cx="184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03" name="Ink 202">
                  <a:extLst>
                    <a:ext uri="{FF2B5EF4-FFF2-40B4-BE49-F238E27FC236}">
                      <a16:creationId xmlns:a16="http://schemas.microsoft.com/office/drawing/2014/main" id="{531AAD45-013F-D265-3F56-4C8649ED6497}"/>
                    </a:ext>
                  </a:extLst>
                </p14:cNvPr>
                <p14:cNvContentPartPr/>
                <p14:nvPr/>
              </p14:nvContentPartPr>
              <p14:xfrm>
                <a:off x="1820968" y="3540320"/>
                <a:ext cx="159840" cy="188640"/>
              </p14:xfrm>
            </p:contentPart>
          </mc:Choice>
          <mc:Fallback xmlns="">
            <p:pic>
              <p:nvPicPr>
                <p:cNvPr id="203" name="Ink 202">
                  <a:extLst>
                    <a:ext uri="{FF2B5EF4-FFF2-40B4-BE49-F238E27FC236}">
                      <a16:creationId xmlns:a16="http://schemas.microsoft.com/office/drawing/2014/main" id="{531AAD45-013F-D265-3F56-4C8649ED6497}"/>
                    </a:ext>
                  </a:extLst>
                </p:cNvPr>
                <p:cNvPicPr/>
                <p:nvPr/>
              </p:nvPicPr>
              <p:blipFill>
                <a:blip r:embed="rId279"/>
                <a:stretch>
                  <a:fillRect/>
                </a:stretch>
              </p:blipFill>
              <p:spPr>
                <a:xfrm>
                  <a:off x="1816648" y="3536000"/>
                  <a:ext cx="168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04" name="Ink 203">
                  <a:extLst>
                    <a:ext uri="{FF2B5EF4-FFF2-40B4-BE49-F238E27FC236}">
                      <a16:creationId xmlns:a16="http://schemas.microsoft.com/office/drawing/2014/main" id="{415A67A1-DD6F-167B-B8C2-BA49BF3E2C7B}"/>
                    </a:ext>
                  </a:extLst>
                </p14:cNvPr>
                <p14:cNvContentPartPr/>
                <p14:nvPr/>
              </p14:nvContentPartPr>
              <p14:xfrm>
                <a:off x="1854808" y="3638600"/>
                <a:ext cx="175680" cy="9360"/>
              </p14:xfrm>
            </p:contentPart>
          </mc:Choice>
          <mc:Fallback xmlns="">
            <p:pic>
              <p:nvPicPr>
                <p:cNvPr id="204" name="Ink 203">
                  <a:extLst>
                    <a:ext uri="{FF2B5EF4-FFF2-40B4-BE49-F238E27FC236}">
                      <a16:creationId xmlns:a16="http://schemas.microsoft.com/office/drawing/2014/main" id="{415A67A1-DD6F-167B-B8C2-BA49BF3E2C7B}"/>
                    </a:ext>
                  </a:extLst>
                </p:cNvPr>
                <p:cNvPicPr/>
                <p:nvPr/>
              </p:nvPicPr>
              <p:blipFill>
                <a:blip r:embed="rId281"/>
                <a:stretch>
                  <a:fillRect/>
                </a:stretch>
              </p:blipFill>
              <p:spPr>
                <a:xfrm>
                  <a:off x="1850488" y="3634280"/>
                  <a:ext cx="18432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4">
            <p14:nvContentPartPr>
              <p14:cNvPr id="187" name="Ink 186">
                <a:extLst>
                  <a:ext uri="{FF2B5EF4-FFF2-40B4-BE49-F238E27FC236}">
                    <a16:creationId xmlns:a16="http://schemas.microsoft.com/office/drawing/2014/main" id="{36082C5D-933B-6009-0E0B-2C11524BB8D2}"/>
                  </a:ext>
                </a:extLst>
              </p14:cNvPr>
              <p14:cNvContentPartPr/>
              <p14:nvPr/>
            </p14:nvContentPartPr>
            <p14:xfrm>
              <a:off x="1041984" y="2799576"/>
              <a:ext cx="474480" cy="297360"/>
            </p14:xfrm>
          </p:contentPart>
        </mc:Choice>
        <mc:Fallback xmlns="">
          <p:pic>
            <p:nvPicPr>
              <p:cNvPr id="187" name="Ink 186">
                <a:extLst>
                  <a:ext uri="{FF2B5EF4-FFF2-40B4-BE49-F238E27FC236}">
                    <a16:creationId xmlns:a16="http://schemas.microsoft.com/office/drawing/2014/main" id="{36082C5D-933B-6009-0E0B-2C11524BB8D2}"/>
                  </a:ext>
                </a:extLst>
              </p:cNvPr>
              <p:cNvPicPr/>
              <p:nvPr/>
            </p:nvPicPr>
            <p:blipFill>
              <a:blip r:embed="rId285"/>
              <a:stretch>
                <a:fillRect/>
              </a:stretch>
            </p:blipFill>
            <p:spPr>
              <a:xfrm>
                <a:off x="1037664" y="2795256"/>
                <a:ext cx="48312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8" name="Ink 187">
                <a:extLst>
                  <a:ext uri="{FF2B5EF4-FFF2-40B4-BE49-F238E27FC236}">
                    <a16:creationId xmlns:a16="http://schemas.microsoft.com/office/drawing/2014/main" id="{9A5F7EC8-2B7E-06D0-579B-DBE62D1CB9B4}"/>
                  </a:ext>
                </a:extLst>
              </p14:cNvPr>
              <p14:cNvContentPartPr/>
              <p14:nvPr/>
            </p14:nvContentPartPr>
            <p14:xfrm>
              <a:off x="1617568" y="4302800"/>
              <a:ext cx="25920" cy="25920"/>
            </p14:xfrm>
          </p:contentPart>
        </mc:Choice>
        <mc:Fallback xmlns="">
          <p:pic>
            <p:nvPicPr>
              <p:cNvPr id="188" name="Ink 187">
                <a:extLst>
                  <a:ext uri="{FF2B5EF4-FFF2-40B4-BE49-F238E27FC236}">
                    <a16:creationId xmlns:a16="http://schemas.microsoft.com/office/drawing/2014/main" id="{9A5F7EC8-2B7E-06D0-579B-DBE62D1CB9B4}"/>
                  </a:ext>
                </a:extLst>
              </p:cNvPr>
              <p:cNvPicPr/>
              <p:nvPr/>
            </p:nvPicPr>
            <p:blipFill>
              <a:blip r:embed="rId229"/>
              <a:stretch>
                <a:fillRect/>
              </a:stretch>
            </p:blipFill>
            <p:spPr>
              <a:xfrm>
                <a:off x="1613248" y="4298480"/>
                <a:ext cx="34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9" name="Ink 188">
                <a:extLst>
                  <a:ext uri="{FF2B5EF4-FFF2-40B4-BE49-F238E27FC236}">
                    <a16:creationId xmlns:a16="http://schemas.microsoft.com/office/drawing/2014/main" id="{8D3B7B65-9E4A-BD51-71ED-05FF9438E53A}"/>
                  </a:ext>
                </a:extLst>
              </p14:cNvPr>
              <p14:cNvContentPartPr/>
              <p14:nvPr/>
            </p14:nvContentPartPr>
            <p14:xfrm>
              <a:off x="3457720" y="3677472"/>
              <a:ext cx="9720" cy="22320"/>
            </p14:xfrm>
          </p:contentPart>
        </mc:Choice>
        <mc:Fallback xmlns="">
          <p:pic>
            <p:nvPicPr>
              <p:cNvPr id="189" name="Ink 188">
                <a:extLst>
                  <a:ext uri="{FF2B5EF4-FFF2-40B4-BE49-F238E27FC236}">
                    <a16:creationId xmlns:a16="http://schemas.microsoft.com/office/drawing/2014/main" id="{8D3B7B65-9E4A-BD51-71ED-05FF9438E53A}"/>
                  </a:ext>
                </a:extLst>
              </p:cNvPr>
              <p:cNvPicPr/>
              <p:nvPr/>
            </p:nvPicPr>
            <p:blipFill>
              <a:blip r:embed="rId3"/>
              <a:stretch>
                <a:fillRect/>
              </a:stretch>
            </p:blipFill>
            <p:spPr>
              <a:xfrm>
                <a:off x="3453400" y="3673152"/>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0" name="Ink 189">
                <a:extLst>
                  <a:ext uri="{FF2B5EF4-FFF2-40B4-BE49-F238E27FC236}">
                    <a16:creationId xmlns:a16="http://schemas.microsoft.com/office/drawing/2014/main" id="{0BF1854C-D724-77A7-7176-CDE840B0E219}"/>
                  </a:ext>
                </a:extLst>
              </p14:cNvPr>
              <p14:cNvContentPartPr/>
              <p14:nvPr/>
            </p14:nvContentPartPr>
            <p14:xfrm>
              <a:off x="748360" y="3514392"/>
              <a:ext cx="21240" cy="476280"/>
            </p14:xfrm>
          </p:contentPart>
        </mc:Choice>
        <mc:Fallback xmlns="">
          <p:pic>
            <p:nvPicPr>
              <p:cNvPr id="190" name="Ink 189">
                <a:extLst>
                  <a:ext uri="{FF2B5EF4-FFF2-40B4-BE49-F238E27FC236}">
                    <a16:creationId xmlns:a16="http://schemas.microsoft.com/office/drawing/2014/main" id="{0BF1854C-D724-77A7-7176-CDE840B0E219}"/>
                  </a:ext>
                </a:extLst>
              </p:cNvPr>
              <p:cNvPicPr/>
              <p:nvPr/>
            </p:nvPicPr>
            <p:blipFill>
              <a:blip r:embed="rId5"/>
              <a:stretch>
                <a:fillRect/>
              </a:stretch>
            </p:blipFill>
            <p:spPr>
              <a:xfrm>
                <a:off x="744040" y="3510072"/>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91" name="Ink 190">
                <a:extLst>
                  <a:ext uri="{FF2B5EF4-FFF2-40B4-BE49-F238E27FC236}">
                    <a16:creationId xmlns:a16="http://schemas.microsoft.com/office/drawing/2014/main" id="{492AC875-49CF-3FBA-81A9-48EB5BB4D773}"/>
                  </a:ext>
                </a:extLst>
              </p14:cNvPr>
              <p14:cNvContentPartPr/>
              <p14:nvPr/>
            </p14:nvContentPartPr>
            <p14:xfrm>
              <a:off x="688240" y="3348072"/>
              <a:ext cx="3860280" cy="523800"/>
            </p14:xfrm>
          </p:contentPart>
        </mc:Choice>
        <mc:Fallback xmlns="">
          <p:pic>
            <p:nvPicPr>
              <p:cNvPr id="191" name="Ink 190">
                <a:extLst>
                  <a:ext uri="{FF2B5EF4-FFF2-40B4-BE49-F238E27FC236}">
                    <a16:creationId xmlns:a16="http://schemas.microsoft.com/office/drawing/2014/main" id="{492AC875-49CF-3FBA-81A9-48EB5BB4D773}"/>
                  </a:ext>
                </a:extLst>
              </p:cNvPr>
              <p:cNvPicPr/>
              <p:nvPr/>
            </p:nvPicPr>
            <p:blipFill>
              <a:blip r:embed="rId7"/>
              <a:stretch>
                <a:fillRect/>
              </a:stretch>
            </p:blipFill>
            <p:spPr>
              <a:xfrm>
                <a:off x="683920" y="3343752"/>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92" name="Ink 191">
                <a:extLst>
                  <a:ext uri="{FF2B5EF4-FFF2-40B4-BE49-F238E27FC236}">
                    <a16:creationId xmlns:a16="http://schemas.microsoft.com/office/drawing/2014/main" id="{29C7BA29-B208-3725-214C-1DE1D4748DBE}"/>
                  </a:ext>
                </a:extLst>
              </p14:cNvPr>
              <p14:cNvContentPartPr/>
              <p14:nvPr/>
            </p14:nvContentPartPr>
            <p14:xfrm>
              <a:off x="1048600" y="3469392"/>
              <a:ext cx="25920" cy="314640"/>
            </p14:xfrm>
          </p:contentPart>
        </mc:Choice>
        <mc:Fallback xmlns="">
          <p:pic>
            <p:nvPicPr>
              <p:cNvPr id="192" name="Ink 191">
                <a:extLst>
                  <a:ext uri="{FF2B5EF4-FFF2-40B4-BE49-F238E27FC236}">
                    <a16:creationId xmlns:a16="http://schemas.microsoft.com/office/drawing/2014/main" id="{29C7BA29-B208-3725-214C-1DE1D4748DBE}"/>
                  </a:ext>
                </a:extLst>
              </p:cNvPr>
              <p:cNvPicPr/>
              <p:nvPr/>
            </p:nvPicPr>
            <p:blipFill>
              <a:blip r:embed="rId9"/>
              <a:stretch>
                <a:fillRect/>
              </a:stretch>
            </p:blipFill>
            <p:spPr>
              <a:xfrm>
                <a:off x="1044280" y="3465072"/>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93" name="Ink 192">
                <a:extLst>
                  <a:ext uri="{FF2B5EF4-FFF2-40B4-BE49-F238E27FC236}">
                    <a16:creationId xmlns:a16="http://schemas.microsoft.com/office/drawing/2014/main" id="{E5DD45C0-ED3B-75BF-71BE-DC1830B05F83}"/>
                  </a:ext>
                </a:extLst>
              </p14:cNvPr>
              <p14:cNvContentPartPr/>
              <p14:nvPr/>
            </p14:nvContentPartPr>
            <p14:xfrm>
              <a:off x="1575280" y="3453552"/>
              <a:ext cx="41760" cy="279720"/>
            </p14:xfrm>
          </p:contentPart>
        </mc:Choice>
        <mc:Fallback xmlns="">
          <p:pic>
            <p:nvPicPr>
              <p:cNvPr id="193" name="Ink 192">
                <a:extLst>
                  <a:ext uri="{FF2B5EF4-FFF2-40B4-BE49-F238E27FC236}">
                    <a16:creationId xmlns:a16="http://schemas.microsoft.com/office/drawing/2014/main" id="{E5DD45C0-ED3B-75BF-71BE-DC1830B05F83}"/>
                  </a:ext>
                </a:extLst>
              </p:cNvPr>
              <p:cNvPicPr/>
              <p:nvPr/>
            </p:nvPicPr>
            <p:blipFill>
              <a:blip r:embed="rId11"/>
              <a:stretch>
                <a:fillRect/>
              </a:stretch>
            </p:blipFill>
            <p:spPr>
              <a:xfrm>
                <a:off x="1570960" y="3449232"/>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4" name="Ink 193">
                <a:extLst>
                  <a:ext uri="{FF2B5EF4-FFF2-40B4-BE49-F238E27FC236}">
                    <a16:creationId xmlns:a16="http://schemas.microsoft.com/office/drawing/2014/main" id="{C95ECD7D-0B7F-5DBE-0BC3-6AA958A385FB}"/>
                  </a:ext>
                </a:extLst>
              </p14:cNvPr>
              <p14:cNvContentPartPr/>
              <p14:nvPr/>
            </p14:nvContentPartPr>
            <p14:xfrm>
              <a:off x="2215000" y="3457872"/>
              <a:ext cx="44280" cy="303120"/>
            </p14:xfrm>
          </p:contentPart>
        </mc:Choice>
        <mc:Fallback xmlns="">
          <p:pic>
            <p:nvPicPr>
              <p:cNvPr id="194" name="Ink 193">
                <a:extLst>
                  <a:ext uri="{FF2B5EF4-FFF2-40B4-BE49-F238E27FC236}">
                    <a16:creationId xmlns:a16="http://schemas.microsoft.com/office/drawing/2014/main" id="{C95ECD7D-0B7F-5DBE-0BC3-6AA958A385FB}"/>
                  </a:ext>
                </a:extLst>
              </p:cNvPr>
              <p:cNvPicPr/>
              <p:nvPr/>
            </p:nvPicPr>
            <p:blipFill>
              <a:blip r:embed="rId13"/>
              <a:stretch>
                <a:fillRect/>
              </a:stretch>
            </p:blipFill>
            <p:spPr>
              <a:xfrm>
                <a:off x="2210680" y="3453552"/>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95" name="Ink 194">
                <a:extLst>
                  <a:ext uri="{FF2B5EF4-FFF2-40B4-BE49-F238E27FC236}">
                    <a16:creationId xmlns:a16="http://schemas.microsoft.com/office/drawing/2014/main" id="{20C2F26D-347E-3CAC-1577-0F5783F651D9}"/>
                  </a:ext>
                </a:extLst>
              </p14:cNvPr>
              <p14:cNvContentPartPr/>
              <p14:nvPr/>
            </p14:nvContentPartPr>
            <p14:xfrm>
              <a:off x="2861920" y="3434832"/>
              <a:ext cx="14040" cy="295920"/>
            </p14:xfrm>
          </p:contentPart>
        </mc:Choice>
        <mc:Fallback xmlns="">
          <p:pic>
            <p:nvPicPr>
              <p:cNvPr id="195" name="Ink 194">
                <a:extLst>
                  <a:ext uri="{FF2B5EF4-FFF2-40B4-BE49-F238E27FC236}">
                    <a16:creationId xmlns:a16="http://schemas.microsoft.com/office/drawing/2014/main" id="{20C2F26D-347E-3CAC-1577-0F5783F651D9}"/>
                  </a:ext>
                </a:extLst>
              </p:cNvPr>
              <p:cNvPicPr/>
              <p:nvPr/>
            </p:nvPicPr>
            <p:blipFill>
              <a:blip r:embed="rId15"/>
              <a:stretch>
                <a:fillRect/>
              </a:stretch>
            </p:blipFill>
            <p:spPr>
              <a:xfrm>
                <a:off x="2857600" y="3430512"/>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6" name="Ink 195">
                <a:extLst>
                  <a:ext uri="{FF2B5EF4-FFF2-40B4-BE49-F238E27FC236}">
                    <a16:creationId xmlns:a16="http://schemas.microsoft.com/office/drawing/2014/main" id="{B5DFC083-F53B-5DD3-11A3-D136A1E8025F}"/>
                  </a:ext>
                </a:extLst>
              </p14:cNvPr>
              <p14:cNvContentPartPr/>
              <p14:nvPr/>
            </p14:nvContentPartPr>
            <p14:xfrm>
              <a:off x="3693520" y="3397752"/>
              <a:ext cx="48960" cy="413640"/>
            </p14:xfrm>
          </p:contentPart>
        </mc:Choice>
        <mc:Fallback xmlns="">
          <p:pic>
            <p:nvPicPr>
              <p:cNvPr id="196" name="Ink 195">
                <a:extLst>
                  <a:ext uri="{FF2B5EF4-FFF2-40B4-BE49-F238E27FC236}">
                    <a16:creationId xmlns:a16="http://schemas.microsoft.com/office/drawing/2014/main" id="{B5DFC083-F53B-5DD3-11A3-D136A1E8025F}"/>
                  </a:ext>
                </a:extLst>
              </p:cNvPr>
              <p:cNvPicPr/>
              <p:nvPr/>
            </p:nvPicPr>
            <p:blipFill>
              <a:blip r:embed="rId17"/>
              <a:stretch>
                <a:fillRect/>
              </a:stretch>
            </p:blipFill>
            <p:spPr>
              <a:xfrm>
                <a:off x="3689200" y="3393432"/>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97" name="Ink 196">
                <a:extLst>
                  <a:ext uri="{FF2B5EF4-FFF2-40B4-BE49-F238E27FC236}">
                    <a16:creationId xmlns:a16="http://schemas.microsoft.com/office/drawing/2014/main" id="{894782F1-C544-C8B3-04A8-A750FD5D6579}"/>
                  </a:ext>
                </a:extLst>
              </p14:cNvPr>
              <p14:cNvContentPartPr/>
              <p14:nvPr/>
            </p14:nvContentPartPr>
            <p14:xfrm>
              <a:off x="2450800" y="3538872"/>
              <a:ext cx="100440" cy="154800"/>
            </p14:xfrm>
          </p:contentPart>
        </mc:Choice>
        <mc:Fallback xmlns="">
          <p:pic>
            <p:nvPicPr>
              <p:cNvPr id="197" name="Ink 196">
                <a:extLst>
                  <a:ext uri="{FF2B5EF4-FFF2-40B4-BE49-F238E27FC236}">
                    <a16:creationId xmlns:a16="http://schemas.microsoft.com/office/drawing/2014/main" id="{894782F1-C544-C8B3-04A8-A750FD5D6579}"/>
                  </a:ext>
                </a:extLst>
              </p:cNvPr>
              <p:cNvPicPr/>
              <p:nvPr/>
            </p:nvPicPr>
            <p:blipFill>
              <a:blip r:embed="rId19"/>
              <a:stretch>
                <a:fillRect/>
              </a:stretch>
            </p:blipFill>
            <p:spPr>
              <a:xfrm>
                <a:off x="2446480" y="3534552"/>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8" name="Ink 197">
                <a:extLst>
                  <a:ext uri="{FF2B5EF4-FFF2-40B4-BE49-F238E27FC236}">
                    <a16:creationId xmlns:a16="http://schemas.microsoft.com/office/drawing/2014/main" id="{6807A04A-A5C6-E221-11AB-6B5B0E992DEF}"/>
                  </a:ext>
                </a:extLst>
              </p14:cNvPr>
              <p14:cNvContentPartPr/>
              <p14:nvPr/>
            </p14:nvContentPartPr>
            <p14:xfrm>
              <a:off x="2506240" y="3521232"/>
              <a:ext cx="132120" cy="20160"/>
            </p14:xfrm>
          </p:contentPart>
        </mc:Choice>
        <mc:Fallback xmlns="">
          <p:pic>
            <p:nvPicPr>
              <p:cNvPr id="198" name="Ink 197">
                <a:extLst>
                  <a:ext uri="{FF2B5EF4-FFF2-40B4-BE49-F238E27FC236}">
                    <a16:creationId xmlns:a16="http://schemas.microsoft.com/office/drawing/2014/main" id="{6807A04A-A5C6-E221-11AB-6B5B0E992DEF}"/>
                  </a:ext>
                </a:extLst>
              </p:cNvPr>
              <p:cNvPicPr/>
              <p:nvPr/>
            </p:nvPicPr>
            <p:blipFill>
              <a:blip r:embed="rId21"/>
              <a:stretch>
                <a:fillRect/>
              </a:stretch>
            </p:blipFill>
            <p:spPr>
              <a:xfrm>
                <a:off x="2501920" y="3516912"/>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99" name="Ink 198">
                <a:extLst>
                  <a:ext uri="{FF2B5EF4-FFF2-40B4-BE49-F238E27FC236}">
                    <a16:creationId xmlns:a16="http://schemas.microsoft.com/office/drawing/2014/main" id="{8EE152B7-0B6D-10F6-78B3-C52BD6680F41}"/>
                  </a:ext>
                </a:extLst>
              </p14:cNvPr>
              <p14:cNvContentPartPr/>
              <p14:nvPr/>
            </p14:nvContentPartPr>
            <p14:xfrm>
              <a:off x="3928960" y="3499632"/>
              <a:ext cx="41760" cy="187560"/>
            </p14:xfrm>
          </p:contentPart>
        </mc:Choice>
        <mc:Fallback xmlns="">
          <p:pic>
            <p:nvPicPr>
              <p:cNvPr id="199" name="Ink 198">
                <a:extLst>
                  <a:ext uri="{FF2B5EF4-FFF2-40B4-BE49-F238E27FC236}">
                    <a16:creationId xmlns:a16="http://schemas.microsoft.com/office/drawing/2014/main" id="{8EE152B7-0B6D-10F6-78B3-C52BD6680F41}"/>
                  </a:ext>
                </a:extLst>
              </p:cNvPr>
              <p:cNvPicPr/>
              <p:nvPr/>
            </p:nvPicPr>
            <p:blipFill>
              <a:blip r:embed="rId23"/>
              <a:stretch>
                <a:fillRect/>
              </a:stretch>
            </p:blipFill>
            <p:spPr>
              <a:xfrm>
                <a:off x="3924640" y="3495312"/>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00" name="Ink 199">
                <a:extLst>
                  <a:ext uri="{FF2B5EF4-FFF2-40B4-BE49-F238E27FC236}">
                    <a16:creationId xmlns:a16="http://schemas.microsoft.com/office/drawing/2014/main" id="{5F498A01-B839-69CF-6844-1F93415FD8A0}"/>
                  </a:ext>
                </a:extLst>
              </p14:cNvPr>
              <p14:cNvContentPartPr/>
              <p14:nvPr/>
            </p14:nvContentPartPr>
            <p14:xfrm>
              <a:off x="3162160" y="3542112"/>
              <a:ext cx="132840" cy="130320"/>
            </p14:xfrm>
          </p:contentPart>
        </mc:Choice>
        <mc:Fallback xmlns="">
          <p:pic>
            <p:nvPicPr>
              <p:cNvPr id="200" name="Ink 199">
                <a:extLst>
                  <a:ext uri="{FF2B5EF4-FFF2-40B4-BE49-F238E27FC236}">
                    <a16:creationId xmlns:a16="http://schemas.microsoft.com/office/drawing/2014/main" id="{5F498A01-B839-69CF-6844-1F93415FD8A0}"/>
                  </a:ext>
                </a:extLst>
              </p:cNvPr>
              <p:cNvPicPr/>
              <p:nvPr/>
            </p:nvPicPr>
            <p:blipFill>
              <a:blip r:embed="rId25"/>
              <a:stretch>
                <a:fillRect/>
              </a:stretch>
            </p:blipFill>
            <p:spPr>
              <a:xfrm>
                <a:off x="3157840" y="3537792"/>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06" name="Ink 205">
                <a:extLst>
                  <a:ext uri="{FF2B5EF4-FFF2-40B4-BE49-F238E27FC236}">
                    <a16:creationId xmlns:a16="http://schemas.microsoft.com/office/drawing/2014/main" id="{2C6E2860-DBDF-5179-322F-4705D6D2C588}"/>
                  </a:ext>
                </a:extLst>
              </p14:cNvPr>
              <p14:cNvContentPartPr/>
              <p14:nvPr/>
            </p14:nvContentPartPr>
            <p14:xfrm>
              <a:off x="1273824" y="3532896"/>
              <a:ext cx="198000" cy="166680"/>
            </p14:xfrm>
          </p:contentPart>
        </mc:Choice>
        <mc:Fallback xmlns="">
          <p:pic>
            <p:nvPicPr>
              <p:cNvPr id="206" name="Ink 205">
                <a:extLst>
                  <a:ext uri="{FF2B5EF4-FFF2-40B4-BE49-F238E27FC236}">
                    <a16:creationId xmlns:a16="http://schemas.microsoft.com/office/drawing/2014/main" id="{2C6E2860-DBDF-5179-322F-4705D6D2C588}"/>
                  </a:ext>
                </a:extLst>
              </p:cNvPr>
              <p:cNvPicPr/>
              <p:nvPr/>
            </p:nvPicPr>
            <p:blipFill>
              <a:blip r:embed="rId300"/>
              <a:stretch>
                <a:fillRect/>
              </a:stretch>
            </p:blipFill>
            <p:spPr>
              <a:xfrm>
                <a:off x="1269504" y="3528576"/>
                <a:ext cx="206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07" name="Ink 206">
                <a:extLst>
                  <a:ext uri="{FF2B5EF4-FFF2-40B4-BE49-F238E27FC236}">
                    <a16:creationId xmlns:a16="http://schemas.microsoft.com/office/drawing/2014/main" id="{31A93615-BA68-2047-1883-C3C4462881B3}"/>
                  </a:ext>
                </a:extLst>
              </p14:cNvPr>
              <p14:cNvContentPartPr/>
              <p14:nvPr/>
            </p14:nvContentPartPr>
            <p14:xfrm>
              <a:off x="870984" y="3566376"/>
              <a:ext cx="114480" cy="160200"/>
            </p14:xfrm>
          </p:contentPart>
        </mc:Choice>
        <mc:Fallback xmlns="">
          <p:pic>
            <p:nvPicPr>
              <p:cNvPr id="207" name="Ink 206">
                <a:extLst>
                  <a:ext uri="{FF2B5EF4-FFF2-40B4-BE49-F238E27FC236}">
                    <a16:creationId xmlns:a16="http://schemas.microsoft.com/office/drawing/2014/main" id="{31A93615-BA68-2047-1883-C3C4462881B3}"/>
                  </a:ext>
                </a:extLst>
              </p:cNvPr>
              <p:cNvPicPr/>
              <p:nvPr/>
            </p:nvPicPr>
            <p:blipFill>
              <a:blip r:embed="rId302"/>
              <a:stretch>
                <a:fillRect/>
              </a:stretch>
            </p:blipFill>
            <p:spPr>
              <a:xfrm>
                <a:off x="866664" y="3562056"/>
                <a:ext cx="123120" cy="168840"/>
              </a:xfrm>
              <a:prstGeom prst="rect">
                <a:avLst/>
              </a:prstGeom>
            </p:spPr>
          </p:pic>
        </mc:Fallback>
      </mc:AlternateContent>
      <p:grpSp>
        <p:nvGrpSpPr>
          <p:cNvPr id="214" name="Group 213">
            <a:extLst>
              <a:ext uri="{FF2B5EF4-FFF2-40B4-BE49-F238E27FC236}">
                <a16:creationId xmlns:a16="http://schemas.microsoft.com/office/drawing/2014/main" id="{C2FCB854-2524-3CF4-44B7-CE33C009E31B}"/>
              </a:ext>
            </a:extLst>
          </p:cNvPr>
          <p:cNvGrpSpPr/>
          <p:nvPr/>
        </p:nvGrpSpPr>
        <p:grpSpPr>
          <a:xfrm>
            <a:off x="778464" y="3995136"/>
            <a:ext cx="1394280" cy="536040"/>
            <a:chOff x="778464" y="3995136"/>
            <a:chExt cx="1394280" cy="536040"/>
          </a:xfrm>
        </p:grpSpPr>
        <mc:AlternateContent xmlns:mc="http://schemas.openxmlformats.org/markup-compatibility/2006" xmlns:p14="http://schemas.microsoft.com/office/powerpoint/2010/main">
          <mc:Choice Requires="p14">
            <p:contentPart p14:bwMode="auto" r:id="rId303">
              <p14:nvContentPartPr>
                <p14:cNvPr id="208" name="Ink 207">
                  <a:extLst>
                    <a:ext uri="{FF2B5EF4-FFF2-40B4-BE49-F238E27FC236}">
                      <a16:creationId xmlns:a16="http://schemas.microsoft.com/office/drawing/2014/main" id="{9062F93D-F097-1492-4308-9C21EEA168B2}"/>
                    </a:ext>
                  </a:extLst>
                </p14:cNvPr>
                <p14:cNvContentPartPr/>
                <p14:nvPr/>
              </p14:nvContentPartPr>
              <p14:xfrm>
                <a:off x="778464" y="3995136"/>
                <a:ext cx="1394280" cy="227880"/>
              </p14:xfrm>
            </p:contentPart>
          </mc:Choice>
          <mc:Fallback xmlns="">
            <p:pic>
              <p:nvPicPr>
                <p:cNvPr id="208" name="Ink 207">
                  <a:extLst>
                    <a:ext uri="{FF2B5EF4-FFF2-40B4-BE49-F238E27FC236}">
                      <a16:creationId xmlns:a16="http://schemas.microsoft.com/office/drawing/2014/main" id="{9062F93D-F097-1492-4308-9C21EEA168B2}"/>
                    </a:ext>
                  </a:extLst>
                </p:cNvPr>
                <p:cNvPicPr/>
                <p:nvPr/>
              </p:nvPicPr>
              <p:blipFill>
                <a:blip r:embed="rId304"/>
                <a:stretch>
                  <a:fillRect/>
                </a:stretch>
              </p:blipFill>
              <p:spPr>
                <a:xfrm>
                  <a:off x="774144" y="3990816"/>
                  <a:ext cx="14029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09" name="Ink 208">
                  <a:extLst>
                    <a:ext uri="{FF2B5EF4-FFF2-40B4-BE49-F238E27FC236}">
                      <a16:creationId xmlns:a16="http://schemas.microsoft.com/office/drawing/2014/main" id="{B299FBB9-2143-69A1-8101-867EB1B64172}"/>
                    </a:ext>
                  </a:extLst>
                </p14:cNvPr>
                <p14:cNvContentPartPr/>
                <p14:nvPr/>
              </p14:nvContentPartPr>
              <p14:xfrm>
                <a:off x="919224" y="4408416"/>
                <a:ext cx="111240" cy="122760"/>
              </p14:xfrm>
            </p:contentPart>
          </mc:Choice>
          <mc:Fallback xmlns="">
            <p:pic>
              <p:nvPicPr>
                <p:cNvPr id="209" name="Ink 208">
                  <a:extLst>
                    <a:ext uri="{FF2B5EF4-FFF2-40B4-BE49-F238E27FC236}">
                      <a16:creationId xmlns:a16="http://schemas.microsoft.com/office/drawing/2014/main" id="{B299FBB9-2143-69A1-8101-867EB1B64172}"/>
                    </a:ext>
                  </a:extLst>
                </p:cNvPr>
                <p:cNvPicPr/>
                <p:nvPr/>
              </p:nvPicPr>
              <p:blipFill>
                <a:blip r:embed="rId306"/>
                <a:stretch>
                  <a:fillRect/>
                </a:stretch>
              </p:blipFill>
              <p:spPr>
                <a:xfrm>
                  <a:off x="914904" y="4404096"/>
                  <a:ext cx="1198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10" name="Ink 209">
                  <a:extLst>
                    <a:ext uri="{FF2B5EF4-FFF2-40B4-BE49-F238E27FC236}">
                      <a16:creationId xmlns:a16="http://schemas.microsoft.com/office/drawing/2014/main" id="{5C0C0648-2359-815A-630B-C11E8951CED3}"/>
                    </a:ext>
                  </a:extLst>
                </p14:cNvPr>
                <p14:cNvContentPartPr/>
                <p14:nvPr/>
              </p14:nvContentPartPr>
              <p14:xfrm>
                <a:off x="1082664" y="4347216"/>
                <a:ext cx="164880" cy="165600"/>
              </p14:xfrm>
            </p:contentPart>
          </mc:Choice>
          <mc:Fallback xmlns="">
            <p:pic>
              <p:nvPicPr>
                <p:cNvPr id="210" name="Ink 209">
                  <a:extLst>
                    <a:ext uri="{FF2B5EF4-FFF2-40B4-BE49-F238E27FC236}">
                      <a16:creationId xmlns:a16="http://schemas.microsoft.com/office/drawing/2014/main" id="{5C0C0648-2359-815A-630B-C11E8951CED3}"/>
                    </a:ext>
                  </a:extLst>
                </p:cNvPr>
                <p:cNvPicPr/>
                <p:nvPr/>
              </p:nvPicPr>
              <p:blipFill>
                <a:blip r:embed="rId308"/>
                <a:stretch>
                  <a:fillRect/>
                </a:stretch>
              </p:blipFill>
              <p:spPr>
                <a:xfrm>
                  <a:off x="1078344" y="4342896"/>
                  <a:ext cx="1735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11" name="Ink 210">
                  <a:extLst>
                    <a:ext uri="{FF2B5EF4-FFF2-40B4-BE49-F238E27FC236}">
                      <a16:creationId xmlns:a16="http://schemas.microsoft.com/office/drawing/2014/main" id="{D6F92B62-7487-0D53-5686-B3978C62CE8E}"/>
                    </a:ext>
                  </a:extLst>
                </p14:cNvPr>
                <p14:cNvContentPartPr/>
                <p14:nvPr/>
              </p14:nvContentPartPr>
              <p14:xfrm>
                <a:off x="1344384" y="4275576"/>
                <a:ext cx="25920" cy="190800"/>
              </p14:xfrm>
            </p:contentPart>
          </mc:Choice>
          <mc:Fallback xmlns="">
            <p:pic>
              <p:nvPicPr>
                <p:cNvPr id="211" name="Ink 210">
                  <a:extLst>
                    <a:ext uri="{FF2B5EF4-FFF2-40B4-BE49-F238E27FC236}">
                      <a16:creationId xmlns:a16="http://schemas.microsoft.com/office/drawing/2014/main" id="{D6F92B62-7487-0D53-5686-B3978C62CE8E}"/>
                    </a:ext>
                  </a:extLst>
                </p:cNvPr>
                <p:cNvPicPr/>
                <p:nvPr/>
              </p:nvPicPr>
              <p:blipFill>
                <a:blip r:embed="rId310"/>
                <a:stretch>
                  <a:fillRect/>
                </a:stretch>
              </p:blipFill>
              <p:spPr>
                <a:xfrm>
                  <a:off x="1340064" y="4271256"/>
                  <a:ext cx="345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2" name="Ink 211">
                  <a:extLst>
                    <a:ext uri="{FF2B5EF4-FFF2-40B4-BE49-F238E27FC236}">
                      <a16:creationId xmlns:a16="http://schemas.microsoft.com/office/drawing/2014/main" id="{733C3DB3-95C5-D273-9F2E-7B3B8007C40B}"/>
                    </a:ext>
                  </a:extLst>
                </p14:cNvPr>
                <p14:cNvContentPartPr/>
                <p14:nvPr/>
              </p14:nvContentPartPr>
              <p14:xfrm>
                <a:off x="1309824" y="4381776"/>
                <a:ext cx="228960" cy="91800"/>
              </p14:xfrm>
            </p:contentPart>
          </mc:Choice>
          <mc:Fallback xmlns="">
            <p:pic>
              <p:nvPicPr>
                <p:cNvPr id="212" name="Ink 211">
                  <a:extLst>
                    <a:ext uri="{FF2B5EF4-FFF2-40B4-BE49-F238E27FC236}">
                      <a16:creationId xmlns:a16="http://schemas.microsoft.com/office/drawing/2014/main" id="{733C3DB3-95C5-D273-9F2E-7B3B8007C40B}"/>
                    </a:ext>
                  </a:extLst>
                </p:cNvPr>
                <p:cNvPicPr/>
                <p:nvPr/>
              </p:nvPicPr>
              <p:blipFill>
                <a:blip r:embed="rId312"/>
                <a:stretch>
                  <a:fillRect/>
                </a:stretch>
              </p:blipFill>
              <p:spPr>
                <a:xfrm>
                  <a:off x="1305504" y="4377456"/>
                  <a:ext cx="237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13" name="Ink 212">
                  <a:extLst>
                    <a:ext uri="{FF2B5EF4-FFF2-40B4-BE49-F238E27FC236}">
                      <a16:creationId xmlns:a16="http://schemas.microsoft.com/office/drawing/2014/main" id="{3E232A4A-C3A9-9606-5F66-E9A7CF737A15}"/>
                    </a:ext>
                  </a:extLst>
                </p14:cNvPr>
                <p14:cNvContentPartPr/>
                <p14:nvPr/>
              </p14:nvContentPartPr>
              <p14:xfrm>
                <a:off x="1569744" y="4280616"/>
                <a:ext cx="153720" cy="213480"/>
              </p14:xfrm>
            </p:contentPart>
          </mc:Choice>
          <mc:Fallback xmlns="">
            <p:pic>
              <p:nvPicPr>
                <p:cNvPr id="213" name="Ink 212">
                  <a:extLst>
                    <a:ext uri="{FF2B5EF4-FFF2-40B4-BE49-F238E27FC236}">
                      <a16:creationId xmlns:a16="http://schemas.microsoft.com/office/drawing/2014/main" id="{3E232A4A-C3A9-9606-5F66-E9A7CF737A15}"/>
                    </a:ext>
                  </a:extLst>
                </p:cNvPr>
                <p:cNvPicPr/>
                <p:nvPr/>
              </p:nvPicPr>
              <p:blipFill>
                <a:blip r:embed="rId314"/>
                <a:stretch>
                  <a:fillRect/>
                </a:stretch>
              </p:blipFill>
              <p:spPr>
                <a:xfrm>
                  <a:off x="1565424" y="4276296"/>
                  <a:ext cx="162360" cy="222120"/>
                </a:xfrm>
                <a:prstGeom prst="rect">
                  <a:avLst/>
                </a:prstGeom>
              </p:spPr>
            </p:pic>
          </mc:Fallback>
        </mc:AlternateContent>
      </p:grpSp>
      <p:grpSp>
        <p:nvGrpSpPr>
          <p:cNvPr id="225" name="Group 224">
            <a:extLst>
              <a:ext uri="{FF2B5EF4-FFF2-40B4-BE49-F238E27FC236}">
                <a16:creationId xmlns:a16="http://schemas.microsoft.com/office/drawing/2014/main" id="{D4BFAD87-C269-845D-46C1-00FDE363FAC2}"/>
              </a:ext>
            </a:extLst>
          </p:cNvPr>
          <p:cNvGrpSpPr/>
          <p:nvPr/>
        </p:nvGrpSpPr>
        <p:grpSpPr>
          <a:xfrm>
            <a:off x="2265624" y="4019256"/>
            <a:ext cx="2193120" cy="357120"/>
            <a:chOff x="2265624" y="4019256"/>
            <a:chExt cx="2193120" cy="357120"/>
          </a:xfrm>
        </p:grpSpPr>
        <mc:AlternateContent xmlns:mc="http://schemas.openxmlformats.org/markup-compatibility/2006" xmlns:p14="http://schemas.microsoft.com/office/powerpoint/2010/main">
          <mc:Choice Requires="p14">
            <p:contentPart p14:bwMode="auto" r:id="rId315">
              <p14:nvContentPartPr>
                <p14:cNvPr id="215" name="Ink 214">
                  <a:extLst>
                    <a:ext uri="{FF2B5EF4-FFF2-40B4-BE49-F238E27FC236}">
                      <a16:creationId xmlns:a16="http://schemas.microsoft.com/office/drawing/2014/main" id="{56125104-CC86-24CF-78D5-8D574F1350BC}"/>
                    </a:ext>
                  </a:extLst>
                </p14:cNvPr>
                <p14:cNvContentPartPr/>
                <p14:nvPr/>
              </p14:nvContentPartPr>
              <p14:xfrm>
                <a:off x="2265624" y="4019256"/>
                <a:ext cx="2193120" cy="141840"/>
              </p14:xfrm>
            </p:contentPart>
          </mc:Choice>
          <mc:Fallback xmlns="">
            <p:pic>
              <p:nvPicPr>
                <p:cNvPr id="215" name="Ink 214">
                  <a:extLst>
                    <a:ext uri="{FF2B5EF4-FFF2-40B4-BE49-F238E27FC236}">
                      <a16:creationId xmlns:a16="http://schemas.microsoft.com/office/drawing/2014/main" id="{56125104-CC86-24CF-78D5-8D574F1350BC}"/>
                    </a:ext>
                  </a:extLst>
                </p:cNvPr>
                <p:cNvPicPr/>
                <p:nvPr/>
              </p:nvPicPr>
              <p:blipFill>
                <a:blip r:embed="rId316"/>
                <a:stretch>
                  <a:fillRect/>
                </a:stretch>
              </p:blipFill>
              <p:spPr>
                <a:xfrm>
                  <a:off x="2261304" y="4014936"/>
                  <a:ext cx="2201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16" name="Ink 215">
                  <a:extLst>
                    <a:ext uri="{FF2B5EF4-FFF2-40B4-BE49-F238E27FC236}">
                      <a16:creationId xmlns:a16="http://schemas.microsoft.com/office/drawing/2014/main" id="{63F682E7-6162-3E82-4DCC-63E6DCA6A8E7}"/>
                    </a:ext>
                  </a:extLst>
                </p14:cNvPr>
                <p14:cNvContentPartPr/>
                <p14:nvPr/>
              </p14:nvContentPartPr>
              <p14:xfrm>
                <a:off x="2803824" y="4294296"/>
                <a:ext cx="153000" cy="81360"/>
              </p14:xfrm>
            </p:contentPart>
          </mc:Choice>
          <mc:Fallback xmlns="">
            <p:pic>
              <p:nvPicPr>
                <p:cNvPr id="216" name="Ink 215">
                  <a:extLst>
                    <a:ext uri="{FF2B5EF4-FFF2-40B4-BE49-F238E27FC236}">
                      <a16:creationId xmlns:a16="http://schemas.microsoft.com/office/drawing/2014/main" id="{63F682E7-6162-3E82-4DCC-63E6DCA6A8E7}"/>
                    </a:ext>
                  </a:extLst>
                </p:cNvPr>
                <p:cNvPicPr/>
                <p:nvPr/>
              </p:nvPicPr>
              <p:blipFill>
                <a:blip r:embed="rId318"/>
                <a:stretch>
                  <a:fillRect/>
                </a:stretch>
              </p:blipFill>
              <p:spPr>
                <a:xfrm>
                  <a:off x="2799504" y="4289976"/>
                  <a:ext cx="1616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17" name="Ink 216">
                  <a:extLst>
                    <a:ext uri="{FF2B5EF4-FFF2-40B4-BE49-F238E27FC236}">
                      <a16:creationId xmlns:a16="http://schemas.microsoft.com/office/drawing/2014/main" id="{F4F54F44-7D31-1CFC-7EA3-C9DCAF7ACB47}"/>
                    </a:ext>
                  </a:extLst>
                </p14:cNvPr>
                <p14:cNvContentPartPr/>
                <p14:nvPr/>
              </p14:nvContentPartPr>
              <p14:xfrm>
                <a:off x="3023784" y="4297536"/>
                <a:ext cx="143640" cy="36360"/>
              </p14:xfrm>
            </p:contentPart>
          </mc:Choice>
          <mc:Fallback xmlns="">
            <p:pic>
              <p:nvPicPr>
                <p:cNvPr id="217" name="Ink 216">
                  <a:extLst>
                    <a:ext uri="{FF2B5EF4-FFF2-40B4-BE49-F238E27FC236}">
                      <a16:creationId xmlns:a16="http://schemas.microsoft.com/office/drawing/2014/main" id="{F4F54F44-7D31-1CFC-7EA3-C9DCAF7ACB47}"/>
                    </a:ext>
                  </a:extLst>
                </p:cNvPr>
                <p:cNvPicPr/>
                <p:nvPr/>
              </p:nvPicPr>
              <p:blipFill>
                <a:blip r:embed="rId320"/>
                <a:stretch>
                  <a:fillRect/>
                </a:stretch>
              </p:blipFill>
              <p:spPr>
                <a:xfrm>
                  <a:off x="3019464" y="4293216"/>
                  <a:ext cx="1522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18" name="Ink 217">
                  <a:extLst>
                    <a:ext uri="{FF2B5EF4-FFF2-40B4-BE49-F238E27FC236}">
                      <a16:creationId xmlns:a16="http://schemas.microsoft.com/office/drawing/2014/main" id="{499C9B58-5F66-FB23-6220-FB9CF4B4E614}"/>
                    </a:ext>
                  </a:extLst>
                </p14:cNvPr>
                <p14:cNvContentPartPr/>
                <p14:nvPr/>
              </p14:nvContentPartPr>
              <p14:xfrm>
                <a:off x="3223944" y="4264416"/>
                <a:ext cx="91440" cy="105480"/>
              </p14:xfrm>
            </p:contentPart>
          </mc:Choice>
          <mc:Fallback xmlns="">
            <p:pic>
              <p:nvPicPr>
                <p:cNvPr id="218" name="Ink 217">
                  <a:extLst>
                    <a:ext uri="{FF2B5EF4-FFF2-40B4-BE49-F238E27FC236}">
                      <a16:creationId xmlns:a16="http://schemas.microsoft.com/office/drawing/2014/main" id="{499C9B58-5F66-FB23-6220-FB9CF4B4E614}"/>
                    </a:ext>
                  </a:extLst>
                </p:cNvPr>
                <p:cNvPicPr/>
                <p:nvPr/>
              </p:nvPicPr>
              <p:blipFill>
                <a:blip r:embed="rId322"/>
                <a:stretch>
                  <a:fillRect/>
                </a:stretch>
              </p:blipFill>
              <p:spPr>
                <a:xfrm>
                  <a:off x="3219624" y="4260096"/>
                  <a:ext cx="1000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19" name="Ink 218">
                  <a:extLst>
                    <a:ext uri="{FF2B5EF4-FFF2-40B4-BE49-F238E27FC236}">
                      <a16:creationId xmlns:a16="http://schemas.microsoft.com/office/drawing/2014/main" id="{5BAFEE9C-271C-9E8F-0B49-2D4EDA446356}"/>
                    </a:ext>
                  </a:extLst>
                </p14:cNvPr>
                <p14:cNvContentPartPr/>
                <p14:nvPr/>
              </p14:nvContentPartPr>
              <p14:xfrm>
                <a:off x="3363624" y="4273416"/>
                <a:ext cx="63360" cy="66600"/>
              </p14:xfrm>
            </p:contentPart>
          </mc:Choice>
          <mc:Fallback xmlns="">
            <p:pic>
              <p:nvPicPr>
                <p:cNvPr id="219" name="Ink 218">
                  <a:extLst>
                    <a:ext uri="{FF2B5EF4-FFF2-40B4-BE49-F238E27FC236}">
                      <a16:creationId xmlns:a16="http://schemas.microsoft.com/office/drawing/2014/main" id="{5BAFEE9C-271C-9E8F-0B49-2D4EDA446356}"/>
                    </a:ext>
                  </a:extLst>
                </p:cNvPr>
                <p:cNvPicPr/>
                <p:nvPr/>
              </p:nvPicPr>
              <p:blipFill>
                <a:blip r:embed="rId324"/>
                <a:stretch>
                  <a:fillRect/>
                </a:stretch>
              </p:blipFill>
              <p:spPr>
                <a:xfrm>
                  <a:off x="3359304" y="4269096"/>
                  <a:ext cx="720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20" name="Ink 219">
                  <a:extLst>
                    <a:ext uri="{FF2B5EF4-FFF2-40B4-BE49-F238E27FC236}">
                      <a16:creationId xmlns:a16="http://schemas.microsoft.com/office/drawing/2014/main" id="{EA632B85-ED55-8990-39CC-8D657411BE75}"/>
                    </a:ext>
                  </a:extLst>
                </p14:cNvPr>
                <p14:cNvContentPartPr/>
                <p14:nvPr/>
              </p14:nvContentPartPr>
              <p14:xfrm>
                <a:off x="3515904" y="4243536"/>
                <a:ext cx="51120" cy="82440"/>
              </p14:xfrm>
            </p:contentPart>
          </mc:Choice>
          <mc:Fallback xmlns="">
            <p:pic>
              <p:nvPicPr>
                <p:cNvPr id="220" name="Ink 219">
                  <a:extLst>
                    <a:ext uri="{FF2B5EF4-FFF2-40B4-BE49-F238E27FC236}">
                      <a16:creationId xmlns:a16="http://schemas.microsoft.com/office/drawing/2014/main" id="{EA632B85-ED55-8990-39CC-8D657411BE75}"/>
                    </a:ext>
                  </a:extLst>
                </p:cNvPr>
                <p:cNvPicPr/>
                <p:nvPr/>
              </p:nvPicPr>
              <p:blipFill>
                <a:blip r:embed="rId326"/>
                <a:stretch>
                  <a:fillRect/>
                </a:stretch>
              </p:blipFill>
              <p:spPr>
                <a:xfrm>
                  <a:off x="3511584" y="4239216"/>
                  <a:ext cx="5976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1" name="Ink 220">
                  <a:extLst>
                    <a:ext uri="{FF2B5EF4-FFF2-40B4-BE49-F238E27FC236}">
                      <a16:creationId xmlns:a16="http://schemas.microsoft.com/office/drawing/2014/main" id="{4ED72AFC-2D68-BF4C-8A61-5A32C9CF6C83}"/>
                    </a:ext>
                  </a:extLst>
                </p14:cNvPr>
                <p14:cNvContentPartPr/>
                <p14:nvPr/>
              </p14:nvContentPartPr>
              <p14:xfrm>
                <a:off x="3661704" y="4171896"/>
                <a:ext cx="50760" cy="181800"/>
              </p14:xfrm>
            </p:contentPart>
          </mc:Choice>
          <mc:Fallback xmlns="">
            <p:pic>
              <p:nvPicPr>
                <p:cNvPr id="221" name="Ink 220">
                  <a:extLst>
                    <a:ext uri="{FF2B5EF4-FFF2-40B4-BE49-F238E27FC236}">
                      <a16:creationId xmlns:a16="http://schemas.microsoft.com/office/drawing/2014/main" id="{4ED72AFC-2D68-BF4C-8A61-5A32C9CF6C83}"/>
                    </a:ext>
                  </a:extLst>
                </p:cNvPr>
                <p:cNvPicPr/>
                <p:nvPr/>
              </p:nvPicPr>
              <p:blipFill>
                <a:blip r:embed="rId328"/>
                <a:stretch>
                  <a:fillRect/>
                </a:stretch>
              </p:blipFill>
              <p:spPr>
                <a:xfrm>
                  <a:off x="3657384" y="4167576"/>
                  <a:ext cx="594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2" name="Ink 221">
                  <a:extLst>
                    <a:ext uri="{FF2B5EF4-FFF2-40B4-BE49-F238E27FC236}">
                      <a16:creationId xmlns:a16="http://schemas.microsoft.com/office/drawing/2014/main" id="{EF4030BC-67A0-E2E3-A637-3ECDF34ADE9E}"/>
                    </a:ext>
                  </a:extLst>
                </p14:cNvPr>
                <p14:cNvContentPartPr/>
                <p14:nvPr/>
              </p14:nvContentPartPr>
              <p14:xfrm>
                <a:off x="3638304" y="4268736"/>
                <a:ext cx="143640" cy="7200"/>
              </p14:xfrm>
            </p:contentPart>
          </mc:Choice>
          <mc:Fallback xmlns="">
            <p:pic>
              <p:nvPicPr>
                <p:cNvPr id="222" name="Ink 221">
                  <a:extLst>
                    <a:ext uri="{FF2B5EF4-FFF2-40B4-BE49-F238E27FC236}">
                      <a16:creationId xmlns:a16="http://schemas.microsoft.com/office/drawing/2014/main" id="{EF4030BC-67A0-E2E3-A637-3ECDF34ADE9E}"/>
                    </a:ext>
                  </a:extLst>
                </p:cNvPr>
                <p:cNvPicPr/>
                <p:nvPr/>
              </p:nvPicPr>
              <p:blipFill>
                <a:blip r:embed="rId330"/>
                <a:stretch>
                  <a:fillRect/>
                </a:stretch>
              </p:blipFill>
              <p:spPr>
                <a:xfrm>
                  <a:off x="3633984" y="4264416"/>
                  <a:ext cx="15228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23" name="Ink 222">
                  <a:extLst>
                    <a:ext uri="{FF2B5EF4-FFF2-40B4-BE49-F238E27FC236}">
                      <a16:creationId xmlns:a16="http://schemas.microsoft.com/office/drawing/2014/main" id="{9277790F-1D5E-1745-8FC9-56118C71AE37}"/>
                    </a:ext>
                  </a:extLst>
                </p14:cNvPr>
                <p14:cNvContentPartPr/>
                <p14:nvPr/>
              </p14:nvContentPartPr>
              <p14:xfrm>
                <a:off x="3822984" y="4303296"/>
                <a:ext cx="109080" cy="66240"/>
              </p14:xfrm>
            </p:contentPart>
          </mc:Choice>
          <mc:Fallback xmlns="">
            <p:pic>
              <p:nvPicPr>
                <p:cNvPr id="223" name="Ink 222">
                  <a:extLst>
                    <a:ext uri="{FF2B5EF4-FFF2-40B4-BE49-F238E27FC236}">
                      <a16:creationId xmlns:a16="http://schemas.microsoft.com/office/drawing/2014/main" id="{9277790F-1D5E-1745-8FC9-56118C71AE37}"/>
                    </a:ext>
                  </a:extLst>
                </p:cNvPr>
                <p:cNvPicPr/>
                <p:nvPr/>
              </p:nvPicPr>
              <p:blipFill>
                <a:blip r:embed="rId332"/>
                <a:stretch>
                  <a:fillRect/>
                </a:stretch>
              </p:blipFill>
              <p:spPr>
                <a:xfrm>
                  <a:off x="3818664" y="4298976"/>
                  <a:ext cx="1177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24" name="Ink 223">
                  <a:extLst>
                    <a:ext uri="{FF2B5EF4-FFF2-40B4-BE49-F238E27FC236}">
                      <a16:creationId xmlns:a16="http://schemas.microsoft.com/office/drawing/2014/main" id="{919CDB66-6224-5DD3-0708-DF4D0EC1C6AD}"/>
                    </a:ext>
                  </a:extLst>
                </p14:cNvPr>
                <p14:cNvContentPartPr/>
                <p14:nvPr/>
              </p14:nvContentPartPr>
              <p14:xfrm>
                <a:off x="3996144" y="4174416"/>
                <a:ext cx="207360" cy="201960"/>
              </p14:xfrm>
            </p:contentPart>
          </mc:Choice>
          <mc:Fallback xmlns="">
            <p:pic>
              <p:nvPicPr>
                <p:cNvPr id="224" name="Ink 223">
                  <a:extLst>
                    <a:ext uri="{FF2B5EF4-FFF2-40B4-BE49-F238E27FC236}">
                      <a16:creationId xmlns:a16="http://schemas.microsoft.com/office/drawing/2014/main" id="{919CDB66-6224-5DD3-0708-DF4D0EC1C6AD}"/>
                    </a:ext>
                  </a:extLst>
                </p:cNvPr>
                <p:cNvPicPr/>
                <p:nvPr/>
              </p:nvPicPr>
              <p:blipFill>
                <a:blip r:embed="rId334"/>
                <a:stretch>
                  <a:fillRect/>
                </a:stretch>
              </p:blipFill>
              <p:spPr>
                <a:xfrm>
                  <a:off x="3991824" y="4170096"/>
                  <a:ext cx="216000" cy="210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5">
            <p14:nvContentPartPr>
              <p14:cNvPr id="226" name="Ink 225">
                <a:extLst>
                  <a:ext uri="{FF2B5EF4-FFF2-40B4-BE49-F238E27FC236}">
                    <a16:creationId xmlns:a16="http://schemas.microsoft.com/office/drawing/2014/main" id="{9896B117-EB51-F1A0-5D53-DC187ECCB4DF}"/>
                  </a:ext>
                </a:extLst>
              </p14:cNvPr>
              <p14:cNvContentPartPr/>
              <p14:nvPr/>
            </p14:nvContentPartPr>
            <p14:xfrm>
              <a:off x="1972584" y="1543536"/>
              <a:ext cx="85680" cy="115920"/>
            </p14:xfrm>
          </p:contentPart>
        </mc:Choice>
        <mc:Fallback xmlns="">
          <p:pic>
            <p:nvPicPr>
              <p:cNvPr id="226" name="Ink 225">
                <a:extLst>
                  <a:ext uri="{FF2B5EF4-FFF2-40B4-BE49-F238E27FC236}">
                    <a16:creationId xmlns:a16="http://schemas.microsoft.com/office/drawing/2014/main" id="{9896B117-EB51-F1A0-5D53-DC187ECCB4DF}"/>
                  </a:ext>
                </a:extLst>
              </p:cNvPr>
              <p:cNvPicPr/>
              <p:nvPr/>
            </p:nvPicPr>
            <p:blipFill>
              <a:blip r:embed="rId336"/>
              <a:stretch>
                <a:fillRect/>
              </a:stretch>
            </p:blipFill>
            <p:spPr>
              <a:xfrm>
                <a:off x="1968264" y="1539216"/>
                <a:ext cx="943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27" name="Ink 226">
                <a:extLst>
                  <a:ext uri="{FF2B5EF4-FFF2-40B4-BE49-F238E27FC236}">
                    <a16:creationId xmlns:a16="http://schemas.microsoft.com/office/drawing/2014/main" id="{550E8BF6-46AB-C52C-7F29-26538F85A046}"/>
                  </a:ext>
                </a:extLst>
              </p14:cNvPr>
              <p14:cNvContentPartPr/>
              <p14:nvPr/>
            </p14:nvContentPartPr>
            <p14:xfrm>
              <a:off x="2028024" y="1396296"/>
              <a:ext cx="42120" cy="37800"/>
            </p14:xfrm>
          </p:contentPart>
        </mc:Choice>
        <mc:Fallback xmlns="">
          <p:pic>
            <p:nvPicPr>
              <p:cNvPr id="227" name="Ink 226">
                <a:extLst>
                  <a:ext uri="{FF2B5EF4-FFF2-40B4-BE49-F238E27FC236}">
                    <a16:creationId xmlns:a16="http://schemas.microsoft.com/office/drawing/2014/main" id="{550E8BF6-46AB-C52C-7F29-26538F85A046}"/>
                  </a:ext>
                </a:extLst>
              </p:cNvPr>
              <p:cNvPicPr/>
              <p:nvPr/>
            </p:nvPicPr>
            <p:blipFill>
              <a:blip r:embed="rId338"/>
              <a:stretch>
                <a:fillRect/>
              </a:stretch>
            </p:blipFill>
            <p:spPr>
              <a:xfrm>
                <a:off x="2023704" y="1391976"/>
                <a:ext cx="507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28" name="Ink 227">
                <a:extLst>
                  <a:ext uri="{FF2B5EF4-FFF2-40B4-BE49-F238E27FC236}">
                    <a16:creationId xmlns:a16="http://schemas.microsoft.com/office/drawing/2014/main" id="{77D3E4F4-5AFC-032C-8354-7D2458D2E9A9}"/>
                  </a:ext>
                </a:extLst>
              </p14:cNvPr>
              <p14:cNvContentPartPr/>
              <p14:nvPr/>
            </p14:nvContentPartPr>
            <p14:xfrm>
              <a:off x="1360944" y="1568736"/>
              <a:ext cx="101520" cy="132120"/>
            </p14:xfrm>
          </p:contentPart>
        </mc:Choice>
        <mc:Fallback xmlns="">
          <p:pic>
            <p:nvPicPr>
              <p:cNvPr id="228" name="Ink 227">
                <a:extLst>
                  <a:ext uri="{FF2B5EF4-FFF2-40B4-BE49-F238E27FC236}">
                    <a16:creationId xmlns:a16="http://schemas.microsoft.com/office/drawing/2014/main" id="{77D3E4F4-5AFC-032C-8354-7D2458D2E9A9}"/>
                  </a:ext>
                </a:extLst>
              </p:cNvPr>
              <p:cNvPicPr/>
              <p:nvPr/>
            </p:nvPicPr>
            <p:blipFill>
              <a:blip r:embed="rId340"/>
              <a:stretch>
                <a:fillRect/>
              </a:stretch>
            </p:blipFill>
            <p:spPr>
              <a:xfrm>
                <a:off x="1356624" y="1564416"/>
                <a:ext cx="1101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29" name="Ink 228">
                <a:extLst>
                  <a:ext uri="{FF2B5EF4-FFF2-40B4-BE49-F238E27FC236}">
                    <a16:creationId xmlns:a16="http://schemas.microsoft.com/office/drawing/2014/main" id="{032266B6-0C02-5BFD-A6AF-BC513004E34D}"/>
                  </a:ext>
                </a:extLst>
              </p14:cNvPr>
              <p14:cNvContentPartPr/>
              <p14:nvPr/>
            </p14:nvContentPartPr>
            <p14:xfrm>
              <a:off x="1431504" y="1439136"/>
              <a:ext cx="17280" cy="17640"/>
            </p14:xfrm>
          </p:contentPart>
        </mc:Choice>
        <mc:Fallback xmlns="">
          <p:pic>
            <p:nvPicPr>
              <p:cNvPr id="229" name="Ink 228">
                <a:extLst>
                  <a:ext uri="{FF2B5EF4-FFF2-40B4-BE49-F238E27FC236}">
                    <a16:creationId xmlns:a16="http://schemas.microsoft.com/office/drawing/2014/main" id="{032266B6-0C02-5BFD-A6AF-BC513004E34D}"/>
                  </a:ext>
                </a:extLst>
              </p:cNvPr>
              <p:cNvPicPr/>
              <p:nvPr/>
            </p:nvPicPr>
            <p:blipFill>
              <a:blip r:embed="rId342"/>
              <a:stretch>
                <a:fillRect/>
              </a:stretch>
            </p:blipFill>
            <p:spPr>
              <a:xfrm>
                <a:off x="1427184" y="1434816"/>
                <a:ext cx="259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30" name="Ink 229">
                <a:extLst>
                  <a:ext uri="{FF2B5EF4-FFF2-40B4-BE49-F238E27FC236}">
                    <a16:creationId xmlns:a16="http://schemas.microsoft.com/office/drawing/2014/main" id="{260A0357-773B-9D34-1415-540DEB65E756}"/>
                  </a:ext>
                </a:extLst>
              </p14:cNvPr>
              <p14:cNvContentPartPr/>
              <p14:nvPr/>
            </p14:nvContentPartPr>
            <p14:xfrm>
              <a:off x="2024424" y="2427696"/>
              <a:ext cx="105840" cy="63000"/>
            </p14:xfrm>
          </p:contentPart>
        </mc:Choice>
        <mc:Fallback xmlns="">
          <p:pic>
            <p:nvPicPr>
              <p:cNvPr id="230" name="Ink 229">
                <a:extLst>
                  <a:ext uri="{FF2B5EF4-FFF2-40B4-BE49-F238E27FC236}">
                    <a16:creationId xmlns:a16="http://schemas.microsoft.com/office/drawing/2014/main" id="{260A0357-773B-9D34-1415-540DEB65E756}"/>
                  </a:ext>
                </a:extLst>
              </p:cNvPr>
              <p:cNvPicPr/>
              <p:nvPr/>
            </p:nvPicPr>
            <p:blipFill>
              <a:blip r:embed="rId344"/>
              <a:stretch>
                <a:fillRect/>
              </a:stretch>
            </p:blipFill>
            <p:spPr>
              <a:xfrm>
                <a:off x="2020104" y="2423376"/>
                <a:ext cx="1144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31" name="Ink 230">
                <a:extLst>
                  <a:ext uri="{FF2B5EF4-FFF2-40B4-BE49-F238E27FC236}">
                    <a16:creationId xmlns:a16="http://schemas.microsoft.com/office/drawing/2014/main" id="{990A82C7-D853-39E0-CEE7-D0DE59756638}"/>
                  </a:ext>
                </a:extLst>
              </p14:cNvPr>
              <p14:cNvContentPartPr/>
              <p14:nvPr/>
            </p14:nvContentPartPr>
            <p14:xfrm>
              <a:off x="2097144" y="2288016"/>
              <a:ext cx="28440" cy="46080"/>
            </p14:xfrm>
          </p:contentPart>
        </mc:Choice>
        <mc:Fallback xmlns="">
          <p:pic>
            <p:nvPicPr>
              <p:cNvPr id="231" name="Ink 230">
                <a:extLst>
                  <a:ext uri="{FF2B5EF4-FFF2-40B4-BE49-F238E27FC236}">
                    <a16:creationId xmlns:a16="http://schemas.microsoft.com/office/drawing/2014/main" id="{990A82C7-D853-39E0-CEE7-D0DE59756638}"/>
                  </a:ext>
                </a:extLst>
              </p:cNvPr>
              <p:cNvPicPr/>
              <p:nvPr/>
            </p:nvPicPr>
            <p:blipFill>
              <a:blip r:embed="rId346"/>
              <a:stretch>
                <a:fillRect/>
              </a:stretch>
            </p:blipFill>
            <p:spPr>
              <a:xfrm>
                <a:off x="2092824" y="2283696"/>
                <a:ext cx="370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32" name="Ink 231">
                <a:extLst>
                  <a:ext uri="{FF2B5EF4-FFF2-40B4-BE49-F238E27FC236}">
                    <a16:creationId xmlns:a16="http://schemas.microsoft.com/office/drawing/2014/main" id="{35D37BFE-34C8-E585-8AFC-5394B3CC2513}"/>
                  </a:ext>
                </a:extLst>
              </p14:cNvPr>
              <p14:cNvContentPartPr/>
              <p14:nvPr/>
            </p14:nvContentPartPr>
            <p14:xfrm>
              <a:off x="939384" y="2435256"/>
              <a:ext cx="128520" cy="142560"/>
            </p14:xfrm>
          </p:contentPart>
        </mc:Choice>
        <mc:Fallback xmlns="">
          <p:pic>
            <p:nvPicPr>
              <p:cNvPr id="232" name="Ink 231">
                <a:extLst>
                  <a:ext uri="{FF2B5EF4-FFF2-40B4-BE49-F238E27FC236}">
                    <a16:creationId xmlns:a16="http://schemas.microsoft.com/office/drawing/2014/main" id="{35D37BFE-34C8-E585-8AFC-5394B3CC2513}"/>
                  </a:ext>
                </a:extLst>
              </p:cNvPr>
              <p:cNvPicPr/>
              <p:nvPr/>
            </p:nvPicPr>
            <p:blipFill>
              <a:blip r:embed="rId348"/>
              <a:stretch>
                <a:fillRect/>
              </a:stretch>
            </p:blipFill>
            <p:spPr>
              <a:xfrm>
                <a:off x="935064" y="2430936"/>
                <a:ext cx="137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33" name="Ink 232">
                <a:extLst>
                  <a:ext uri="{FF2B5EF4-FFF2-40B4-BE49-F238E27FC236}">
                    <a16:creationId xmlns:a16="http://schemas.microsoft.com/office/drawing/2014/main" id="{FE801E56-48C1-69E2-53FD-351AA390387A}"/>
                  </a:ext>
                </a:extLst>
              </p14:cNvPr>
              <p14:cNvContentPartPr/>
              <p14:nvPr/>
            </p14:nvContentPartPr>
            <p14:xfrm>
              <a:off x="1039464" y="2311416"/>
              <a:ext cx="37440" cy="42840"/>
            </p14:xfrm>
          </p:contentPart>
        </mc:Choice>
        <mc:Fallback xmlns="">
          <p:pic>
            <p:nvPicPr>
              <p:cNvPr id="233" name="Ink 232">
                <a:extLst>
                  <a:ext uri="{FF2B5EF4-FFF2-40B4-BE49-F238E27FC236}">
                    <a16:creationId xmlns:a16="http://schemas.microsoft.com/office/drawing/2014/main" id="{FE801E56-48C1-69E2-53FD-351AA390387A}"/>
                  </a:ext>
                </a:extLst>
              </p:cNvPr>
              <p:cNvPicPr/>
              <p:nvPr/>
            </p:nvPicPr>
            <p:blipFill>
              <a:blip r:embed="rId350"/>
              <a:stretch>
                <a:fillRect/>
              </a:stretch>
            </p:blipFill>
            <p:spPr>
              <a:xfrm>
                <a:off x="1035144" y="2307096"/>
                <a:ext cx="460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34" name="Ink 233">
                <a:extLst>
                  <a:ext uri="{FF2B5EF4-FFF2-40B4-BE49-F238E27FC236}">
                    <a16:creationId xmlns:a16="http://schemas.microsoft.com/office/drawing/2014/main" id="{9A91D32E-49F8-6932-4978-620BD816A918}"/>
                  </a:ext>
                </a:extLst>
              </p14:cNvPr>
              <p14:cNvContentPartPr/>
              <p14:nvPr/>
            </p14:nvContentPartPr>
            <p14:xfrm>
              <a:off x="944424" y="3044736"/>
              <a:ext cx="53640" cy="91800"/>
            </p14:xfrm>
          </p:contentPart>
        </mc:Choice>
        <mc:Fallback xmlns="">
          <p:pic>
            <p:nvPicPr>
              <p:cNvPr id="234" name="Ink 233">
                <a:extLst>
                  <a:ext uri="{FF2B5EF4-FFF2-40B4-BE49-F238E27FC236}">
                    <a16:creationId xmlns:a16="http://schemas.microsoft.com/office/drawing/2014/main" id="{9A91D32E-49F8-6932-4978-620BD816A918}"/>
                  </a:ext>
                </a:extLst>
              </p:cNvPr>
              <p:cNvPicPr/>
              <p:nvPr/>
            </p:nvPicPr>
            <p:blipFill>
              <a:blip r:embed="rId352"/>
              <a:stretch>
                <a:fillRect/>
              </a:stretch>
            </p:blipFill>
            <p:spPr>
              <a:xfrm>
                <a:off x="940104" y="3040416"/>
                <a:ext cx="62280" cy="100440"/>
              </a:xfrm>
              <a:prstGeom prst="rect">
                <a:avLst/>
              </a:prstGeom>
            </p:spPr>
          </p:pic>
        </mc:Fallback>
      </mc:AlternateContent>
      <p:grpSp>
        <p:nvGrpSpPr>
          <p:cNvPr id="246" name="Group 245">
            <a:extLst>
              <a:ext uri="{FF2B5EF4-FFF2-40B4-BE49-F238E27FC236}">
                <a16:creationId xmlns:a16="http://schemas.microsoft.com/office/drawing/2014/main" id="{6B743D22-082E-B07F-A366-F1BAFB2CEE10}"/>
              </a:ext>
            </a:extLst>
          </p:cNvPr>
          <p:cNvGrpSpPr/>
          <p:nvPr/>
        </p:nvGrpSpPr>
        <p:grpSpPr>
          <a:xfrm>
            <a:off x="1607544" y="5200776"/>
            <a:ext cx="815760" cy="370080"/>
            <a:chOff x="1607544" y="5200776"/>
            <a:chExt cx="815760" cy="370080"/>
          </a:xfrm>
        </p:grpSpPr>
        <mc:AlternateContent xmlns:mc="http://schemas.openxmlformats.org/markup-compatibility/2006" xmlns:p14="http://schemas.microsoft.com/office/powerpoint/2010/main">
          <mc:Choice Requires="p14">
            <p:contentPart p14:bwMode="auto" r:id="rId353">
              <p14:nvContentPartPr>
                <p14:cNvPr id="235" name="Ink 234">
                  <a:extLst>
                    <a:ext uri="{FF2B5EF4-FFF2-40B4-BE49-F238E27FC236}">
                      <a16:creationId xmlns:a16="http://schemas.microsoft.com/office/drawing/2014/main" id="{E70E7F7B-ED51-F6E7-2882-95218CAC45BE}"/>
                    </a:ext>
                  </a:extLst>
                </p14:cNvPr>
                <p14:cNvContentPartPr/>
                <p14:nvPr/>
              </p14:nvContentPartPr>
              <p14:xfrm>
                <a:off x="1607544" y="5299056"/>
                <a:ext cx="238320" cy="96120"/>
              </p14:xfrm>
            </p:contentPart>
          </mc:Choice>
          <mc:Fallback xmlns="">
            <p:pic>
              <p:nvPicPr>
                <p:cNvPr id="235" name="Ink 234">
                  <a:extLst>
                    <a:ext uri="{FF2B5EF4-FFF2-40B4-BE49-F238E27FC236}">
                      <a16:creationId xmlns:a16="http://schemas.microsoft.com/office/drawing/2014/main" id="{E70E7F7B-ED51-F6E7-2882-95218CAC45BE}"/>
                    </a:ext>
                  </a:extLst>
                </p:cNvPr>
                <p:cNvPicPr/>
                <p:nvPr/>
              </p:nvPicPr>
              <p:blipFill>
                <a:blip r:embed="rId354"/>
                <a:stretch>
                  <a:fillRect/>
                </a:stretch>
              </p:blipFill>
              <p:spPr>
                <a:xfrm>
                  <a:off x="1603224" y="5294736"/>
                  <a:ext cx="2469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36" name="Ink 235">
                  <a:extLst>
                    <a:ext uri="{FF2B5EF4-FFF2-40B4-BE49-F238E27FC236}">
                      <a16:creationId xmlns:a16="http://schemas.microsoft.com/office/drawing/2014/main" id="{0BE9EC73-5C7F-B288-5C84-F65CCB9FD983}"/>
                    </a:ext>
                  </a:extLst>
                </p14:cNvPr>
                <p14:cNvContentPartPr/>
                <p14:nvPr/>
              </p14:nvContentPartPr>
              <p14:xfrm>
                <a:off x="1887264" y="5201856"/>
                <a:ext cx="185040" cy="248760"/>
              </p14:xfrm>
            </p:contentPart>
          </mc:Choice>
          <mc:Fallback xmlns="">
            <p:pic>
              <p:nvPicPr>
                <p:cNvPr id="236" name="Ink 235">
                  <a:extLst>
                    <a:ext uri="{FF2B5EF4-FFF2-40B4-BE49-F238E27FC236}">
                      <a16:creationId xmlns:a16="http://schemas.microsoft.com/office/drawing/2014/main" id="{0BE9EC73-5C7F-B288-5C84-F65CCB9FD983}"/>
                    </a:ext>
                  </a:extLst>
                </p:cNvPr>
                <p:cNvPicPr/>
                <p:nvPr/>
              </p:nvPicPr>
              <p:blipFill>
                <a:blip r:embed="rId356"/>
                <a:stretch>
                  <a:fillRect/>
                </a:stretch>
              </p:blipFill>
              <p:spPr>
                <a:xfrm>
                  <a:off x="1882944" y="5197536"/>
                  <a:ext cx="1936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37" name="Ink 236">
                  <a:extLst>
                    <a:ext uri="{FF2B5EF4-FFF2-40B4-BE49-F238E27FC236}">
                      <a16:creationId xmlns:a16="http://schemas.microsoft.com/office/drawing/2014/main" id="{D2F27C4F-79EE-3ED1-AC1E-4DB2BAD5A43E}"/>
                    </a:ext>
                  </a:extLst>
                </p14:cNvPr>
                <p14:cNvContentPartPr/>
                <p14:nvPr/>
              </p14:nvContentPartPr>
              <p14:xfrm>
                <a:off x="2036664" y="5368176"/>
                <a:ext cx="144360" cy="202680"/>
              </p14:xfrm>
            </p:contentPart>
          </mc:Choice>
          <mc:Fallback xmlns="">
            <p:pic>
              <p:nvPicPr>
                <p:cNvPr id="237" name="Ink 236">
                  <a:extLst>
                    <a:ext uri="{FF2B5EF4-FFF2-40B4-BE49-F238E27FC236}">
                      <a16:creationId xmlns:a16="http://schemas.microsoft.com/office/drawing/2014/main" id="{D2F27C4F-79EE-3ED1-AC1E-4DB2BAD5A43E}"/>
                    </a:ext>
                  </a:extLst>
                </p:cNvPr>
                <p:cNvPicPr/>
                <p:nvPr/>
              </p:nvPicPr>
              <p:blipFill>
                <a:blip r:embed="rId358"/>
                <a:stretch>
                  <a:fillRect/>
                </a:stretch>
              </p:blipFill>
              <p:spPr>
                <a:xfrm>
                  <a:off x="2032344" y="5363856"/>
                  <a:ext cx="1530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38" name="Ink 237">
                  <a:extLst>
                    <a:ext uri="{FF2B5EF4-FFF2-40B4-BE49-F238E27FC236}">
                      <a16:creationId xmlns:a16="http://schemas.microsoft.com/office/drawing/2014/main" id="{7E89E9A8-AE09-3D02-A613-5D6B112E4B5D}"/>
                    </a:ext>
                  </a:extLst>
                </p14:cNvPr>
                <p14:cNvContentPartPr/>
                <p14:nvPr/>
              </p14:nvContentPartPr>
              <p14:xfrm>
                <a:off x="2134584" y="5267736"/>
                <a:ext cx="23400" cy="18720"/>
              </p14:xfrm>
            </p:contentPart>
          </mc:Choice>
          <mc:Fallback xmlns="">
            <p:pic>
              <p:nvPicPr>
                <p:cNvPr id="238" name="Ink 237">
                  <a:extLst>
                    <a:ext uri="{FF2B5EF4-FFF2-40B4-BE49-F238E27FC236}">
                      <a16:creationId xmlns:a16="http://schemas.microsoft.com/office/drawing/2014/main" id="{7E89E9A8-AE09-3D02-A613-5D6B112E4B5D}"/>
                    </a:ext>
                  </a:extLst>
                </p:cNvPr>
                <p:cNvPicPr/>
                <p:nvPr/>
              </p:nvPicPr>
              <p:blipFill>
                <a:blip r:embed="rId360"/>
                <a:stretch>
                  <a:fillRect/>
                </a:stretch>
              </p:blipFill>
              <p:spPr>
                <a:xfrm>
                  <a:off x="2130264" y="5263416"/>
                  <a:ext cx="320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39" name="Ink 238">
                  <a:extLst>
                    <a:ext uri="{FF2B5EF4-FFF2-40B4-BE49-F238E27FC236}">
                      <a16:creationId xmlns:a16="http://schemas.microsoft.com/office/drawing/2014/main" id="{3881BDA3-9C17-A288-88C9-480D9E4E3EF8}"/>
                    </a:ext>
                  </a:extLst>
                </p14:cNvPr>
                <p14:cNvContentPartPr/>
                <p14:nvPr/>
              </p14:nvContentPartPr>
              <p14:xfrm>
                <a:off x="2275344" y="5200776"/>
                <a:ext cx="147960" cy="185040"/>
              </p14:xfrm>
            </p:contentPart>
          </mc:Choice>
          <mc:Fallback xmlns="">
            <p:pic>
              <p:nvPicPr>
                <p:cNvPr id="239" name="Ink 238">
                  <a:extLst>
                    <a:ext uri="{FF2B5EF4-FFF2-40B4-BE49-F238E27FC236}">
                      <a16:creationId xmlns:a16="http://schemas.microsoft.com/office/drawing/2014/main" id="{3881BDA3-9C17-A288-88C9-480D9E4E3EF8}"/>
                    </a:ext>
                  </a:extLst>
                </p:cNvPr>
                <p:cNvPicPr/>
                <p:nvPr/>
              </p:nvPicPr>
              <p:blipFill>
                <a:blip r:embed="rId362"/>
                <a:stretch>
                  <a:fillRect/>
                </a:stretch>
              </p:blipFill>
              <p:spPr>
                <a:xfrm>
                  <a:off x="2271024" y="5196456"/>
                  <a:ext cx="156600" cy="193680"/>
                </a:xfrm>
                <a:prstGeom prst="rect">
                  <a:avLst/>
                </a:prstGeom>
              </p:spPr>
            </p:pic>
          </mc:Fallback>
        </mc:AlternateContent>
      </p:grpSp>
      <p:grpSp>
        <p:nvGrpSpPr>
          <p:cNvPr id="251" name="Group 250">
            <a:extLst>
              <a:ext uri="{FF2B5EF4-FFF2-40B4-BE49-F238E27FC236}">
                <a16:creationId xmlns:a16="http://schemas.microsoft.com/office/drawing/2014/main" id="{590A89D5-DA5C-5C2C-9B0F-89DEABF61692}"/>
              </a:ext>
            </a:extLst>
          </p:cNvPr>
          <p:cNvGrpSpPr/>
          <p:nvPr/>
        </p:nvGrpSpPr>
        <p:grpSpPr>
          <a:xfrm>
            <a:off x="543024" y="5260896"/>
            <a:ext cx="870840" cy="492480"/>
            <a:chOff x="543024" y="5260896"/>
            <a:chExt cx="870840" cy="492480"/>
          </a:xfrm>
        </p:grpSpPr>
        <mc:AlternateContent xmlns:mc="http://schemas.openxmlformats.org/markup-compatibility/2006" xmlns:p14="http://schemas.microsoft.com/office/powerpoint/2010/main">
          <mc:Choice Requires="p14">
            <p:contentPart p14:bwMode="auto" r:id="rId363">
              <p14:nvContentPartPr>
                <p14:cNvPr id="240" name="Ink 239">
                  <a:extLst>
                    <a:ext uri="{FF2B5EF4-FFF2-40B4-BE49-F238E27FC236}">
                      <a16:creationId xmlns:a16="http://schemas.microsoft.com/office/drawing/2014/main" id="{3CCFDCD3-F908-312B-5E48-1546B5218600}"/>
                    </a:ext>
                  </a:extLst>
                </p14:cNvPr>
                <p14:cNvContentPartPr/>
                <p14:nvPr/>
              </p14:nvContentPartPr>
              <p14:xfrm>
                <a:off x="579744" y="5260896"/>
                <a:ext cx="90360" cy="249120"/>
              </p14:xfrm>
            </p:contentPart>
          </mc:Choice>
          <mc:Fallback xmlns="">
            <p:pic>
              <p:nvPicPr>
                <p:cNvPr id="240" name="Ink 239">
                  <a:extLst>
                    <a:ext uri="{FF2B5EF4-FFF2-40B4-BE49-F238E27FC236}">
                      <a16:creationId xmlns:a16="http://schemas.microsoft.com/office/drawing/2014/main" id="{3CCFDCD3-F908-312B-5E48-1546B5218600}"/>
                    </a:ext>
                  </a:extLst>
                </p:cNvPr>
                <p:cNvPicPr/>
                <p:nvPr/>
              </p:nvPicPr>
              <p:blipFill>
                <a:blip r:embed="rId364"/>
                <a:stretch>
                  <a:fillRect/>
                </a:stretch>
              </p:blipFill>
              <p:spPr>
                <a:xfrm>
                  <a:off x="575424" y="5256576"/>
                  <a:ext cx="990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41" name="Ink 240">
                  <a:extLst>
                    <a:ext uri="{FF2B5EF4-FFF2-40B4-BE49-F238E27FC236}">
                      <a16:creationId xmlns:a16="http://schemas.microsoft.com/office/drawing/2014/main" id="{17491E17-D84E-B267-D396-E40E2D169A13}"/>
                    </a:ext>
                  </a:extLst>
                </p14:cNvPr>
                <p14:cNvContentPartPr/>
                <p14:nvPr/>
              </p14:nvContentPartPr>
              <p14:xfrm>
                <a:off x="543024" y="5378256"/>
                <a:ext cx="162360" cy="90720"/>
              </p14:xfrm>
            </p:contentPart>
          </mc:Choice>
          <mc:Fallback xmlns="">
            <p:pic>
              <p:nvPicPr>
                <p:cNvPr id="241" name="Ink 240">
                  <a:extLst>
                    <a:ext uri="{FF2B5EF4-FFF2-40B4-BE49-F238E27FC236}">
                      <a16:creationId xmlns:a16="http://schemas.microsoft.com/office/drawing/2014/main" id="{17491E17-D84E-B267-D396-E40E2D169A13}"/>
                    </a:ext>
                  </a:extLst>
                </p:cNvPr>
                <p:cNvPicPr/>
                <p:nvPr/>
              </p:nvPicPr>
              <p:blipFill>
                <a:blip r:embed="rId366"/>
                <a:stretch>
                  <a:fillRect/>
                </a:stretch>
              </p:blipFill>
              <p:spPr>
                <a:xfrm>
                  <a:off x="538704" y="5373936"/>
                  <a:ext cx="1710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42" name="Ink 241">
                  <a:extLst>
                    <a:ext uri="{FF2B5EF4-FFF2-40B4-BE49-F238E27FC236}">
                      <a16:creationId xmlns:a16="http://schemas.microsoft.com/office/drawing/2014/main" id="{DD230AF5-E062-01AE-8B0C-8FB49025BD59}"/>
                    </a:ext>
                  </a:extLst>
                </p14:cNvPr>
                <p14:cNvContentPartPr/>
                <p14:nvPr/>
              </p14:nvContentPartPr>
              <p14:xfrm>
                <a:off x="773784" y="5396256"/>
                <a:ext cx="164520" cy="43920"/>
              </p14:xfrm>
            </p:contentPart>
          </mc:Choice>
          <mc:Fallback xmlns="">
            <p:pic>
              <p:nvPicPr>
                <p:cNvPr id="242" name="Ink 241">
                  <a:extLst>
                    <a:ext uri="{FF2B5EF4-FFF2-40B4-BE49-F238E27FC236}">
                      <a16:creationId xmlns:a16="http://schemas.microsoft.com/office/drawing/2014/main" id="{DD230AF5-E062-01AE-8B0C-8FB49025BD59}"/>
                    </a:ext>
                  </a:extLst>
                </p:cNvPr>
                <p:cNvPicPr/>
                <p:nvPr/>
              </p:nvPicPr>
              <p:blipFill>
                <a:blip r:embed="rId368"/>
                <a:stretch>
                  <a:fillRect/>
                </a:stretch>
              </p:blipFill>
              <p:spPr>
                <a:xfrm>
                  <a:off x="769464" y="5391936"/>
                  <a:ext cx="1731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43" name="Ink 242">
                  <a:extLst>
                    <a:ext uri="{FF2B5EF4-FFF2-40B4-BE49-F238E27FC236}">
                      <a16:creationId xmlns:a16="http://schemas.microsoft.com/office/drawing/2014/main" id="{3A92E298-EC77-7CEC-9047-D14869F7ED15}"/>
                    </a:ext>
                  </a:extLst>
                </p14:cNvPr>
                <p14:cNvContentPartPr/>
                <p14:nvPr/>
              </p14:nvContentPartPr>
              <p14:xfrm>
                <a:off x="926424" y="5409936"/>
                <a:ext cx="30240" cy="231480"/>
              </p14:xfrm>
            </p:contentPart>
          </mc:Choice>
          <mc:Fallback xmlns="">
            <p:pic>
              <p:nvPicPr>
                <p:cNvPr id="243" name="Ink 242">
                  <a:extLst>
                    <a:ext uri="{FF2B5EF4-FFF2-40B4-BE49-F238E27FC236}">
                      <a16:creationId xmlns:a16="http://schemas.microsoft.com/office/drawing/2014/main" id="{3A92E298-EC77-7CEC-9047-D14869F7ED15}"/>
                    </a:ext>
                  </a:extLst>
                </p:cNvPr>
                <p:cNvPicPr/>
                <p:nvPr/>
              </p:nvPicPr>
              <p:blipFill>
                <a:blip r:embed="rId370"/>
                <a:stretch>
                  <a:fillRect/>
                </a:stretch>
              </p:blipFill>
              <p:spPr>
                <a:xfrm>
                  <a:off x="922104" y="5405616"/>
                  <a:ext cx="388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44" name="Ink 243">
                  <a:extLst>
                    <a:ext uri="{FF2B5EF4-FFF2-40B4-BE49-F238E27FC236}">
                      <a16:creationId xmlns:a16="http://schemas.microsoft.com/office/drawing/2014/main" id="{BA643DB8-B5C9-9177-DEFF-FB2719B278F3}"/>
                    </a:ext>
                  </a:extLst>
                </p14:cNvPr>
                <p14:cNvContentPartPr/>
                <p14:nvPr/>
              </p14:nvContentPartPr>
              <p14:xfrm>
                <a:off x="963144" y="5366376"/>
                <a:ext cx="93240" cy="60480"/>
              </p14:xfrm>
            </p:contentPart>
          </mc:Choice>
          <mc:Fallback xmlns="">
            <p:pic>
              <p:nvPicPr>
                <p:cNvPr id="244" name="Ink 243">
                  <a:extLst>
                    <a:ext uri="{FF2B5EF4-FFF2-40B4-BE49-F238E27FC236}">
                      <a16:creationId xmlns:a16="http://schemas.microsoft.com/office/drawing/2014/main" id="{BA643DB8-B5C9-9177-DEFF-FB2719B278F3}"/>
                    </a:ext>
                  </a:extLst>
                </p:cNvPr>
                <p:cNvPicPr/>
                <p:nvPr/>
              </p:nvPicPr>
              <p:blipFill>
                <a:blip r:embed="rId372"/>
                <a:stretch>
                  <a:fillRect/>
                </a:stretch>
              </p:blipFill>
              <p:spPr>
                <a:xfrm>
                  <a:off x="958824" y="5362056"/>
                  <a:ext cx="1018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47" name="Ink 246">
                  <a:extLst>
                    <a:ext uri="{FF2B5EF4-FFF2-40B4-BE49-F238E27FC236}">
                      <a16:creationId xmlns:a16="http://schemas.microsoft.com/office/drawing/2014/main" id="{F993830A-F30E-A14D-1238-06DEF23E1CAE}"/>
                    </a:ext>
                  </a:extLst>
                </p14:cNvPr>
                <p14:cNvContentPartPr/>
                <p14:nvPr/>
              </p14:nvContentPartPr>
              <p14:xfrm>
                <a:off x="1184184" y="5317416"/>
                <a:ext cx="229680" cy="122760"/>
              </p14:xfrm>
            </p:contentPart>
          </mc:Choice>
          <mc:Fallback xmlns="">
            <p:pic>
              <p:nvPicPr>
                <p:cNvPr id="247" name="Ink 246">
                  <a:extLst>
                    <a:ext uri="{FF2B5EF4-FFF2-40B4-BE49-F238E27FC236}">
                      <a16:creationId xmlns:a16="http://schemas.microsoft.com/office/drawing/2014/main" id="{F993830A-F30E-A14D-1238-06DEF23E1CAE}"/>
                    </a:ext>
                  </a:extLst>
                </p:cNvPr>
                <p:cNvPicPr/>
                <p:nvPr/>
              </p:nvPicPr>
              <p:blipFill>
                <a:blip r:embed="rId374"/>
                <a:stretch>
                  <a:fillRect/>
                </a:stretch>
              </p:blipFill>
              <p:spPr>
                <a:xfrm>
                  <a:off x="1179864" y="5313096"/>
                  <a:ext cx="2383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49" name="Ink 248">
                  <a:extLst>
                    <a:ext uri="{FF2B5EF4-FFF2-40B4-BE49-F238E27FC236}">
                      <a16:creationId xmlns:a16="http://schemas.microsoft.com/office/drawing/2014/main" id="{A293B057-69B9-33AA-E2C2-2EC3981364DB}"/>
                    </a:ext>
                  </a:extLst>
                </p14:cNvPr>
                <p14:cNvContentPartPr/>
                <p14:nvPr/>
              </p14:nvContentPartPr>
              <p14:xfrm>
                <a:off x="653544" y="5377536"/>
                <a:ext cx="469440" cy="375840"/>
              </p14:xfrm>
            </p:contentPart>
          </mc:Choice>
          <mc:Fallback xmlns="">
            <p:pic>
              <p:nvPicPr>
                <p:cNvPr id="249" name="Ink 248">
                  <a:extLst>
                    <a:ext uri="{FF2B5EF4-FFF2-40B4-BE49-F238E27FC236}">
                      <a16:creationId xmlns:a16="http://schemas.microsoft.com/office/drawing/2014/main" id="{A293B057-69B9-33AA-E2C2-2EC3981364DB}"/>
                    </a:ext>
                  </a:extLst>
                </p:cNvPr>
                <p:cNvPicPr/>
                <p:nvPr/>
              </p:nvPicPr>
              <p:blipFill>
                <a:blip r:embed="rId376"/>
                <a:stretch>
                  <a:fillRect/>
                </a:stretch>
              </p:blipFill>
              <p:spPr>
                <a:xfrm>
                  <a:off x="649224" y="5373216"/>
                  <a:ext cx="47808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50" name="Ink 249">
                  <a:extLst>
                    <a:ext uri="{FF2B5EF4-FFF2-40B4-BE49-F238E27FC236}">
                      <a16:creationId xmlns:a16="http://schemas.microsoft.com/office/drawing/2014/main" id="{43519A13-BA40-C7C6-D6B1-F8F0B0D14460}"/>
                    </a:ext>
                  </a:extLst>
                </p14:cNvPr>
                <p14:cNvContentPartPr/>
                <p14:nvPr/>
              </p14:nvContentPartPr>
              <p14:xfrm>
                <a:off x="1362744" y="5348736"/>
                <a:ext cx="18720" cy="32760"/>
              </p14:xfrm>
            </p:contentPart>
          </mc:Choice>
          <mc:Fallback xmlns="">
            <p:pic>
              <p:nvPicPr>
                <p:cNvPr id="250" name="Ink 249">
                  <a:extLst>
                    <a:ext uri="{FF2B5EF4-FFF2-40B4-BE49-F238E27FC236}">
                      <a16:creationId xmlns:a16="http://schemas.microsoft.com/office/drawing/2014/main" id="{43519A13-BA40-C7C6-D6B1-F8F0B0D14460}"/>
                    </a:ext>
                  </a:extLst>
                </p:cNvPr>
                <p:cNvPicPr/>
                <p:nvPr/>
              </p:nvPicPr>
              <p:blipFill>
                <a:blip r:embed="rId378"/>
                <a:stretch>
                  <a:fillRect/>
                </a:stretch>
              </p:blipFill>
              <p:spPr>
                <a:xfrm>
                  <a:off x="1358424" y="5344416"/>
                  <a:ext cx="27360" cy="41400"/>
                </a:xfrm>
                <a:prstGeom prst="rect">
                  <a:avLst/>
                </a:prstGeom>
              </p:spPr>
            </p:pic>
          </mc:Fallback>
        </mc:AlternateContent>
      </p:grpSp>
      <p:grpSp>
        <p:nvGrpSpPr>
          <p:cNvPr id="269" name="Group 268">
            <a:extLst>
              <a:ext uri="{FF2B5EF4-FFF2-40B4-BE49-F238E27FC236}">
                <a16:creationId xmlns:a16="http://schemas.microsoft.com/office/drawing/2014/main" id="{53A6767C-F0B1-33D2-F48F-8C36823547EF}"/>
              </a:ext>
            </a:extLst>
          </p:cNvPr>
          <p:cNvGrpSpPr/>
          <p:nvPr/>
        </p:nvGrpSpPr>
        <p:grpSpPr>
          <a:xfrm>
            <a:off x="1350144" y="5563296"/>
            <a:ext cx="2673720" cy="460080"/>
            <a:chOff x="1350144" y="5563296"/>
            <a:chExt cx="2673720" cy="460080"/>
          </a:xfrm>
        </p:grpSpPr>
        <mc:AlternateContent xmlns:mc="http://schemas.openxmlformats.org/markup-compatibility/2006" xmlns:p14="http://schemas.microsoft.com/office/powerpoint/2010/main">
          <mc:Choice Requires="p14">
            <p:contentPart p14:bwMode="auto" r:id="rId379">
              <p14:nvContentPartPr>
                <p14:cNvPr id="252" name="Ink 251">
                  <a:extLst>
                    <a:ext uri="{FF2B5EF4-FFF2-40B4-BE49-F238E27FC236}">
                      <a16:creationId xmlns:a16="http://schemas.microsoft.com/office/drawing/2014/main" id="{B3E14316-BC82-C998-4764-DC19644B5378}"/>
                    </a:ext>
                  </a:extLst>
                </p14:cNvPr>
                <p14:cNvContentPartPr/>
                <p14:nvPr/>
              </p14:nvContentPartPr>
              <p14:xfrm>
                <a:off x="1350144" y="5793336"/>
                <a:ext cx="183960" cy="100800"/>
              </p14:xfrm>
            </p:contentPart>
          </mc:Choice>
          <mc:Fallback xmlns="">
            <p:pic>
              <p:nvPicPr>
                <p:cNvPr id="252" name="Ink 251">
                  <a:extLst>
                    <a:ext uri="{FF2B5EF4-FFF2-40B4-BE49-F238E27FC236}">
                      <a16:creationId xmlns:a16="http://schemas.microsoft.com/office/drawing/2014/main" id="{B3E14316-BC82-C998-4764-DC19644B5378}"/>
                    </a:ext>
                  </a:extLst>
                </p:cNvPr>
                <p:cNvPicPr/>
                <p:nvPr/>
              </p:nvPicPr>
              <p:blipFill>
                <a:blip r:embed="rId380"/>
                <a:stretch>
                  <a:fillRect/>
                </a:stretch>
              </p:blipFill>
              <p:spPr>
                <a:xfrm>
                  <a:off x="1345824" y="5789016"/>
                  <a:ext cx="1926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53" name="Ink 252">
                  <a:extLst>
                    <a:ext uri="{FF2B5EF4-FFF2-40B4-BE49-F238E27FC236}">
                      <a16:creationId xmlns:a16="http://schemas.microsoft.com/office/drawing/2014/main" id="{0D6228DB-46ED-F7DE-ECBE-F1C543D0E763}"/>
                    </a:ext>
                  </a:extLst>
                </p14:cNvPr>
                <p14:cNvContentPartPr/>
                <p14:nvPr/>
              </p14:nvContentPartPr>
              <p14:xfrm>
                <a:off x="1626624" y="5652936"/>
                <a:ext cx="190800" cy="328320"/>
              </p14:xfrm>
            </p:contentPart>
          </mc:Choice>
          <mc:Fallback xmlns="">
            <p:pic>
              <p:nvPicPr>
                <p:cNvPr id="253" name="Ink 252">
                  <a:extLst>
                    <a:ext uri="{FF2B5EF4-FFF2-40B4-BE49-F238E27FC236}">
                      <a16:creationId xmlns:a16="http://schemas.microsoft.com/office/drawing/2014/main" id="{0D6228DB-46ED-F7DE-ECBE-F1C543D0E763}"/>
                    </a:ext>
                  </a:extLst>
                </p:cNvPr>
                <p:cNvPicPr/>
                <p:nvPr/>
              </p:nvPicPr>
              <p:blipFill>
                <a:blip r:embed="rId382"/>
                <a:stretch>
                  <a:fillRect/>
                </a:stretch>
              </p:blipFill>
              <p:spPr>
                <a:xfrm>
                  <a:off x="1622304" y="5648616"/>
                  <a:ext cx="19944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54" name="Ink 253">
                  <a:extLst>
                    <a:ext uri="{FF2B5EF4-FFF2-40B4-BE49-F238E27FC236}">
                      <a16:creationId xmlns:a16="http://schemas.microsoft.com/office/drawing/2014/main" id="{0C1BDD07-BBB3-64EE-345A-3C61658A532E}"/>
                    </a:ext>
                  </a:extLst>
                </p14:cNvPr>
                <p14:cNvContentPartPr/>
                <p14:nvPr/>
              </p14:nvContentPartPr>
              <p14:xfrm>
                <a:off x="1805904" y="5835816"/>
                <a:ext cx="106920" cy="187560"/>
              </p14:xfrm>
            </p:contentPart>
          </mc:Choice>
          <mc:Fallback xmlns="">
            <p:pic>
              <p:nvPicPr>
                <p:cNvPr id="254" name="Ink 253">
                  <a:extLst>
                    <a:ext uri="{FF2B5EF4-FFF2-40B4-BE49-F238E27FC236}">
                      <a16:creationId xmlns:a16="http://schemas.microsoft.com/office/drawing/2014/main" id="{0C1BDD07-BBB3-64EE-345A-3C61658A532E}"/>
                    </a:ext>
                  </a:extLst>
                </p:cNvPr>
                <p:cNvPicPr/>
                <p:nvPr/>
              </p:nvPicPr>
              <p:blipFill>
                <a:blip r:embed="rId384"/>
                <a:stretch>
                  <a:fillRect/>
                </a:stretch>
              </p:blipFill>
              <p:spPr>
                <a:xfrm>
                  <a:off x="1801584" y="5831496"/>
                  <a:ext cx="1155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55" name="Ink 254">
                  <a:extLst>
                    <a:ext uri="{FF2B5EF4-FFF2-40B4-BE49-F238E27FC236}">
                      <a16:creationId xmlns:a16="http://schemas.microsoft.com/office/drawing/2014/main" id="{862D27B8-6CB2-10C7-ADFA-FA3381173678}"/>
                    </a:ext>
                  </a:extLst>
                </p14:cNvPr>
                <p14:cNvContentPartPr/>
                <p14:nvPr/>
              </p14:nvContentPartPr>
              <p14:xfrm>
                <a:off x="1905624" y="5710176"/>
                <a:ext cx="11880" cy="10080"/>
              </p14:xfrm>
            </p:contentPart>
          </mc:Choice>
          <mc:Fallback xmlns="">
            <p:pic>
              <p:nvPicPr>
                <p:cNvPr id="255" name="Ink 254">
                  <a:extLst>
                    <a:ext uri="{FF2B5EF4-FFF2-40B4-BE49-F238E27FC236}">
                      <a16:creationId xmlns:a16="http://schemas.microsoft.com/office/drawing/2014/main" id="{862D27B8-6CB2-10C7-ADFA-FA3381173678}"/>
                    </a:ext>
                  </a:extLst>
                </p:cNvPr>
                <p:cNvPicPr/>
                <p:nvPr/>
              </p:nvPicPr>
              <p:blipFill>
                <a:blip r:embed="rId386"/>
                <a:stretch>
                  <a:fillRect/>
                </a:stretch>
              </p:blipFill>
              <p:spPr>
                <a:xfrm>
                  <a:off x="1901304" y="5705856"/>
                  <a:ext cx="205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56" name="Ink 255">
                  <a:extLst>
                    <a:ext uri="{FF2B5EF4-FFF2-40B4-BE49-F238E27FC236}">
                      <a16:creationId xmlns:a16="http://schemas.microsoft.com/office/drawing/2014/main" id="{55C0ABB2-768A-F1BB-946F-FDF87F838A73}"/>
                    </a:ext>
                  </a:extLst>
                </p14:cNvPr>
                <p14:cNvContentPartPr/>
                <p14:nvPr/>
              </p14:nvContentPartPr>
              <p14:xfrm>
                <a:off x="2042064" y="5770296"/>
                <a:ext cx="34920" cy="99360"/>
              </p14:xfrm>
            </p:contentPart>
          </mc:Choice>
          <mc:Fallback xmlns="">
            <p:pic>
              <p:nvPicPr>
                <p:cNvPr id="256" name="Ink 255">
                  <a:extLst>
                    <a:ext uri="{FF2B5EF4-FFF2-40B4-BE49-F238E27FC236}">
                      <a16:creationId xmlns:a16="http://schemas.microsoft.com/office/drawing/2014/main" id="{55C0ABB2-768A-F1BB-946F-FDF87F838A73}"/>
                    </a:ext>
                  </a:extLst>
                </p:cNvPr>
                <p:cNvPicPr/>
                <p:nvPr/>
              </p:nvPicPr>
              <p:blipFill>
                <a:blip r:embed="rId388"/>
                <a:stretch>
                  <a:fillRect/>
                </a:stretch>
              </p:blipFill>
              <p:spPr>
                <a:xfrm>
                  <a:off x="2037744" y="5765976"/>
                  <a:ext cx="435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57" name="Ink 256">
                  <a:extLst>
                    <a:ext uri="{FF2B5EF4-FFF2-40B4-BE49-F238E27FC236}">
                      <a16:creationId xmlns:a16="http://schemas.microsoft.com/office/drawing/2014/main" id="{DBCFCD2F-890E-0B5B-D766-E71407D5746E}"/>
                    </a:ext>
                  </a:extLst>
                </p14:cNvPr>
                <p14:cNvContentPartPr/>
                <p14:nvPr/>
              </p14:nvContentPartPr>
              <p14:xfrm>
                <a:off x="2021184" y="5815296"/>
                <a:ext cx="99720" cy="21240"/>
              </p14:xfrm>
            </p:contentPart>
          </mc:Choice>
          <mc:Fallback xmlns="">
            <p:pic>
              <p:nvPicPr>
                <p:cNvPr id="257" name="Ink 256">
                  <a:extLst>
                    <a:ext uri="{FF2B5EF4-FFF2-40B4-BE49-F238E27FC236}">
                      <a16:creationId xmlns:a16="http://schemas.microsoft.com/office/drawing/2014/main" id="{DBCFCD2F-890E-0B5B-D766-E71407D5746E}"/>
                    </a:ext>
                  </a:extLst>
                </p:cNvPr>
                <p:cNvPicPr/>
                <p:nvPr/>
              </p:nvPicPr>
              <p:blipFill>
                <a:blip r:embed="rId390"/>
                <a:stretch>
                  <a:fillRect/>
                </a:stretch>
              </p:blipFill>
              <p:spPr>
                <a:xfrm>
                  <a:off x="2016864" y="5810976"/>
                  <a:ext cx="1083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58" name="Ink 257">
                  <a:extLst>
                    <a:ext uri="{FF2B5EF4-FFF2-40B4-BE49-F238E27FC236}">
                      <a16:creationId xmlns:a16="http://schemas.microsoft.com/office/drawing/2014/main" id="{7FB0458A-E07B-AAAE-C21E-FD7F0968BED7}"/>
                    </a:ext>
                  </a:extLst>
                </p14:cNvPr>
                <p14:cNvContentPartPr/>
                <p14:nvPr/>
              </p14:nvContentPartPr>
              <p14:xfrm>
                <a:off x="2213064" y="5756256"/>
                <a:ext cx="11880" cy="94320"/>
              </p14:xfrm>
            </p:contentPart>
          </mc:Choice>
          <mc:Fallback xmlns="">
            <p:pic>
              <p:nvPicPr>
                <p:cNvPr id="258" name="Ink 257">
                  <a:extLst>
                    <a:ext uri="{FF2B5EF4-FFF2-40B4-BE49-F238E27FC236}">
                      <a16:creationId xmlns:a16="http://schemas.microsoft.com/office/drawing/2014/main" id="{7FB0458A-E07B-AAAE-C21E-FD7F0968BED7}"/>
                    </a:ext>
                  </a:extLst>
                </p:cNvPr>
                <p:cNvPicPr/>
                <p:nvPr/>
              </p:nvPicPr>
              <p:blipFill>
                <a:blip r:embed="rId392"/>
                <a:stretch>
                  <a:fillRect/>
                </a:stretch>
              </p:blipFill>
              <p:spPr>
                <a:xfrm>
                  <a:off x="2208744" y="5751936"/>
                  <a:ext cx="205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59" name="Ink 258">
                  <a:extLst>
                    <a:ext uri="{FF2B5EF4-FFF2-40B4-BE49-F238E27FC236}">
                      <a16:creationId xmlns:a16="http://schemas.microsoft.com/office/drawing/2014/main" id="{CB43CF34-E8C9-1686-2963-3E43C0DCB38E}"/>
                    </a:ext>
                  </a:extLst>
                </p14:cNvPr>
                <p14:cNvContentPartPr/>
                <p14:nvPr/>
              </p14:nvContentPartPr>
              <p14:xfrm>
                <a:off x="2358504" y="5652936"/>
                <a:ext cx="210600" cy="194760"/>
              </p14:xfrm>
            </p:contentPart>
          </mc:Choice>
          <mc:Fallback xmlns="">
            <p:pic>
              <p:nvPicPr>
                <p:cNvPr id="259" name="Ink 258">
                  <a:extLst>
                    <a:ext uri="{FF2B5EF4-FFF2-40B4-BE49-F238E27FC236}">
                      <a16:creationId xmlns:a16="http://schemas.microsoft.com/office/drawing/2014/main" id="{CB43CF34-E8C9-1686-2963-3E43C0DCB38E}"/>
                    </a:ext>
                  </a:extLst>
                </p:cNvPr>
                <p:cNvPicPr/>
                <p:nvPr/>
              </p:nvPicPr>
              <p:blipFill>
                <a:blip r:embed="rId394"/>
                <a:stretch>
                  <a:fillRect/>
                </a:stretch>
              </p:blipFill>
              <p:spPr>
                <a:xfrm>
                  <a:off x="2354184" y="5648616"/>
                  <a:ext cx="2192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60" name="Ink 259">
                  <a:extLst>
                    <a:ext uri="{FF2B5EF4-FFF2-40B4-BE49-F238E27FC236}">
                      <a16:creationId xmlns:a16="http://schemas.microsoft.com/office/drawing/2014/main" id="{52932E8A-C7FA-E30F-6912-E52565AEBD65}"/>
                    </a:ext>
                  </a:extLst>
                </p14:cNvPr>
                <p14:cNvContentPartPr/>
                <p14:nvPr/>
              </p14:nvContentPartPr>
              <p14:xfrm>
                <a:off x="2695824" y="5735016"/>
                <a:ext cx="107640" cy="24120"/>
              </p14:xfrm>
            </p:contentPart>
          </mc:Choice>
          <mc:Fallback xmlns="">
            <p:pic>
              <p:nvPicPr>
                <p:cNvPr id="260" name="Ink 259">
                  <a:extLst>
                    <a:ext uri="{FF2B5EF4-FFF2-40B4-BE49-F238E27FC236}">
                      <a16:creationId xmlns:a16="http://schemas.microsoft.com/office/drawing/2014/main" id="{52932E8A-C7FA-E30F-6912-E52565AEBD65}"/>
                    </a:ext>
                  </a:extLst>
                </p:cNvPr>
                <p:cNvPicPr/>
                <p:nvPr/>
              </p:nvPicPr>
              <p:blipFill>
                <a:blip r:embed="rId396"/>
                <a:stretch>
                  <a:fillRect/>
                </a:stretch>
              </p:blipFill>
              <p:spPr>
                <a:xfrm>
                  <a:off x="2691504" y="5730696"/>
                  <a:ext cx="1162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61" name="Ink 260">
                  <a:extLst>
                    <a:ext uri="{FF2B5EF4-FFF2-40B4-BE49-F238E27FC236}">
                      <a16:creationId xmlns:a16="http://schemas.microsoft.com/office/drawing/2014/main" id="{16ACB717-2005-4172-CCA2-5D499FF7E764}"/>
                    </a:ext>
                  </a:extLst>
                </p14:cNvPr>
                <p14:cNvContentPartPr/>
                <p14:nvPr/>
              </p14:nvContentPartPr>
              <p14:xfrm>
                <a:off x="2695824" y="5737896"/>
                <a:ext cx="155160" cy="56880"/>
              </p14:xfrm>
            </p:contentPart>
          </mc:Choice>
          <mc:Fallback xmlns="">
            <p:pic>
              <p:nvPicPr>
                <p:cNvPr id="261" name="Ink 260">
                  <a:extLst>
                    <a:ext uri="{FF2B5EF4-FFF2-40B4-BE49-F238E27FC236}">
                      <a16:creationId xmlns:a16="http://schemas.microsoft.com/office/drawing/2014/main" id="{16ACB717-2005-4172-CCA2-5D499FF7E764}"/>
                    </a:ext>
                  </a:extLst>
                </p:cNvPr>
                <p:cNvPicPr/>
                <p:nvPr/>
              </p:nvPicPr>
              <p:blipFill>
                <a:blip r:embed="rId398"/>
                <a:stretch>
                  <a:fillRect/>
                </a:stretch>
              </p:blipFill>
              <p:spPr>
                <a:xfrm>
                  <a:off x="2691504" y="5733576"/>
                  <a:ext cx="1638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62" name="Ink 261">
                  <a:extLst>
                    <a:ext uri="{FF2B5EF4-FFF2-40B4-BE49-F238E27FC236}">
                      <a16:creationId xmlns:a16="http://schemas.microsoft.com/office/drawing/2014/main" id="{9C98B362-E55F-7450-3ADE-ADE660465A74}"/>
                    </a:ext>
                  </a:extLst>
                </p14:cNvPr>
                <p14:cNvContentPartPr/>
                <p14:nvPr/>
              </p14:nvContentPartPr>
              <p14:xfrm>
                <a:off x="3070944" y="5678856"/>
                <a:ext cx="172800" cy="60480"/>
              </p14:xfrm>
            </p:contentPart>
          </mc:Choice>
          <mc:Fallback xmlns="">
            <p:pic>
              <p:nvPicPr>
                <p:cNvPr id="262" name="Ink 261">
                  <a:extLst>
                    <a:ext uri="{FF2B5EF4-FFF2-40B4-BE49-F238E27FC236}">
                      <a16:creationId xmlns:a16="http://schemas.microsoft.com/office/drawing/2014/main" id="{9C98B362-E55F-7450-3ADE-ADE660465A74}"/>
                    </a:ext>
                  </a:extLst>
                </p:cNvPr>
                <p:cNvPicPr/>
                <p:nvPr/>
              </p:nvPicPr>
              <p:blipFill>
                <a:blip r:embed="rId400"/>
                <a:stretch>
                  <a:fillRect/>
                </a:stretch>
              </p:blipFill>
              <p:spPr>
                <a:xfrm>
                  <a:off x="3066624" y="5674536"/>
                  <a:ext cx="1814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63" name="Ink 262">
                  <a:extLst>
                    <a:ext uri="{FF2B5EF4-FFF2-40B4-BE49-F238E27FC236}">
                      <a16:creationId xmlns:a16="http://schemas.microsoft.com/office/drawing/2014/main" id="{9B073F9B-C9A8-AFCD-F382-7166377BF7AA}"/>
                    </a:ext>
                  </a:extLst>
                </p14:cNvPr>
                <p14:cNvContentPartPr/>
                <p14:nvPr/>
              </p14:nvContentPartPr>
              <p14:xfrm>
                <a:off x="3312504" y="5586336"/>
                <a:ext cx="177120" cy="187920"/>
              </p14:xfrm>
            </p:contentPart>
          </mc:Choice>
          <mc:Fallback xmlns="">
            <p:pic>
              <p:nvPicPr>
                <p:cNvPr id="263" name="Ink 262">
                  <a:extLst>
                    <a:ext uri="{FF2B5EF4-FFF2-40B4-BE49-F238E27FC236}">
                      <a16:creationId xmlns:a16="http://schemas.microsoft.com/office/drawing/2014/main" id="{9B073F9B-C9A8-AFCD-F382-7166377BF7AA}"/>
                    </a:ext>
                  </a:extLst>
                </p:cNvPr>
                <p:cNvPicPr/>
                <p:nvPr/>
              </p:nvPicPr>
              <p:blipFill>
                <a:blip r:embed="rId402"/>
                <a:stretch>
                  <a:fillRect/>
                </a:stretch>
              </p:blipFill>
              <p:spPr>
                <a:xfrm>
                  <a:off x="3308184" y="5582016"/>
                  <a:ext cx="1857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64" name="Ink 263">
                  <a:extLst>
                    <a:ext uri="{FF2B5EF4-FFF2-40B4-BE49-F238E27FC236}">
                      <a16:creationId xmlns:a16="http://schemas.microsoft.com/office/drawing/2014/main" id="{7D49F3AB-B1F1-31B3-AE9C-1B61B190375F}"/>
                    </a:ext>
                  </a:extLst>
                </p14:cNvPr>
                <p14:cNvContentPartPr/>
                <p14:nvPr/>
              </p14:nvContentPartPr>
              <p14:xfrm>
                <a:off x="3529224" y="5726376"/>
                <a:ext cx="125280" cy="170280"/>
              </p14:xfrm>
            </p:contentPart>
          </mc:Choice>
          <mc:Fallback xmlns="">
            <p:pic>
              <p:nvPicPr>
                <p:cNvPr id="264" name="Ink 263">
                  <a:extLst>
                    <a:ext uri="{FF2B5EF4-FFF2-40B4-BE49-F238E27FC236}">
                      <a16:creationId xmlns:a16="http://schemas.microsoft.com/office/drawing/2014/main" id="{7D49F3AB-B1F1-31B3-AE9C-1B61B190375F}"/>
                    </a:ext>
                  </a:extLst>
                </p:cNvPr>
                <p:cNvPicPr/>
                <p:nvPr/>
              </p:nvPicPr>
              <p:blipFill>
                <a:blip r:embed="rId404"/>
                <a:stretch>
                  <a:fillRect/>
                </a:stretch>
              </p:blipFill>
              <p:spPr>
                <a:xfrm>
                  <a:off x="3524904" y="5722056"/>
                  <a:ext cx="1339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65" name="Ink 264">
                  <a:extLst>
                    <a:ext uri="{FF2B5EF4-FFF2-40B4-BE49-F238E27FC236}">
                      <a16:creationId xmlns:a16="http://schemas.microsoft.com/office/drawing/2014/main" id="{222D17E3-7836-05F6-4F5C-37A0E694AC6E}"/>
                    </a:ext>
                  </a:extLst>
                </p14:cNvPr>
                <p14:cNvContentPartPr/>
                <p14:nvPr/>
              </p14:nvContentPartPr>
              <p14:xfrm>
                <a:off x="3654504" y="5726376"/>
                <a:ext cx="360" cy="360"/>
              </p14:xfrm>
            </p:contentPart>
          </mc:Choice>
          <mc:Fallback xmlns="">
            <p:pic>
              <p:nvPicPr>
                <p:cNvPr id="265" name="Ink 264">
                  <a:extLst>
                    <a:ext uri="{FF2B5EF4-FFF2-40B4-BE49-F238E27FC236}">
                      <a16:creationId xmlns:a16="http://schemas.microsoft.com/office/drawing/2014/main" id="{222D17E3-7836-05F6-4F5C-37A0E694AC6E}"/>
                    </a:ext>
                  </a:extLst>
                </p:cNvPr>
                <p:cNvPicPr/>
                <p:nvPr/>
              </p:nvPicPr>
              <p:blipFill>
                <a:blip r:embed="rId33"/>
                <a:stretch>
                  <a:fillRect/>
                </a:stretch>
              </p:blipFill>
              <p:spPr>
                <a:xfrm>
                  <a:off x="3650184" y="572205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66" name="Ink 265">
                  <a:extLst>
                    <a:ext uri="{FF2B5EF4-FFF2-40B4-BE49-F238E27FC236}">
                      <a16:creationId xmlns:a16="http://schemas.microsoft.com/office/drawing/2014/main" id="{341CC820-3D5A-B8A8-1AD0-681AEF2DD77E}"/>
                    </a:ext>
                  </a:extLst>
                </p14:cNvPr>
                <p14:cNvContentPartPr/>
                <p14:nvPr/>
              </p14:nvContentPartPr>
              <p14:xfrm>
                <a:off x="3654504" y="5631696"/>
                <a:ext cx="33120" cy="95040"/>
              </p14:xfrm>
            </p:contentPart>
          </mc:Choice>
          <mc:Fallback xmlns="">
            <p:pic>
              <p:nvPicPr>
                <p:cNvPr id="266" name="Ink 265">
                  <a:extLst>
                    <a:ext uri="{FF2B5EF4-FFF2-40B4-BE49-F238E27FC236}">
                      <a16:creationId xmlns:a16="http://schemas.microsoft.com/office/drawing/2014/main" id="{341CC820-3D5A-B8A8-1AD0-681AEF2DD77E}"/>
                    </a:ext>
                  </a:extLst>
                </p:cNvPr>
                <p:cNvPicPr/>
                <p:nvPr/>
              </p:nvPicPr>
              <p:blipFill>
                <a:blip r:embed="rId407"/>
                <a:stretch>
                  <a:fillRect/>
                </a:stretch>
              </p:blipFill>
              <p:spPr>
                <a:xfrm>
                  <a:off x="3650184" y="5627376"/>
                  <a:ext cx="417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68" name="Ink 267">
                  <a:extLst>
                    <a:ext uri="{FF2B5EF4-FFF2-40B4-BE49-F238E27FC236}">
                      <a16:creationId xmlns:a16="http://schemas.microsoft.com/office/drawing/2014/main" id="{CF39298B-A2FE-7C1D-5ACE-D166F004CCBD}"/>
                    </a:ext>
                  </a:extLst>
                </p14:cNvPr>
                <p14:cNvContentPartPr/>
                <p14:nvPr/>
              </p14:nvContentPartPr>
              <p14:xfrm>
                <a:off x="3802104" y="5563296"/>
                <a:ext cx="221760" cy="176040"/>
              </p14:xfrm>
            </p:contentPart>
          </mc:Choice>
          <mc:Fallback xmlns="">
            <p:pic>
              <p:nvPicPr>
                <p:cNvPr id="268" name="Ink 267">
                  <a:extLst>
                    <a:ext uri="{FF2B5EF4-FFF2-40B4-BE49-F238E27FC236}">
                      <a16:creationId xmlns:a16="http://schemas.microsoft.com/office/drawing/2014/main" id="{CF39298B-A2FE-7C1D-5ACE-D166F004CCBD}"/>
                    </a:ext>
                  </a:extLst>
                </p:cNvPr>
                <p:cNvPicPr/>
                <p:nvPr/>
              </p:nvPicPr>
              <p:blipFill>
                <a:blip r:embed="rId409"/>
                <a:stretch>
                  <a:fillRect/>
                </a:stretch>
              </p:blipFill>
              <p:spPr>
                <a:xfrm>
                  <a:off x="3797784" y="5558976"/>
                  <a:ext cx="230400" cy="184680"/>
                </a:xfrm>
                <a:prstGeom prst="rect">
                  <a:avLst/>
                </a:prstGeom>
              </p:spPr>
            </p:pic>
          </mc:Fallback>
        </mc:AlternateContent>
      </p:grpSp>
    </p:spTree>
    <p:extLst>
      <p:ext uri="{BB962C8B-B14F-4D97-AF65-F5344CB8AC3E}">
        <p14:creationId xmlns:p14="http://schemas.microsoft.com/office/powerpoint/2010/main" val="3722141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537FBF-9EC2-6A5A-FA88-E961722C9738}"/>
              </a:ext>
            </a:extLst>
          </p:cNvPr>
          <p:cNvSpPr>
            <a:spLocks noGrp="1"/>
          </p:cNvSpPr>
          <p:nvPr>
            <p:ph type="sldNum" sz="quarter" idx="12"/>
          </p:nvPr>
        </p:nvSpPr>
        <p:spPr/>
        <p:txBody>
          <a:bodyPr/>
          <a:lstStyle/>
          <a:p>
            <a:fld id="{AD2B2EE5-B8BC-4D24-A25E-F2DF61737E68}" type="slidenum">
              <a:rPr lang="en-US" smtClean="0"/>
              <a:pPr/>
              <a:t>17</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825A360-DF1E-BF57-0C09-756D5DF3451B}"/>
                  </a:ext>
                </a:extLst>
              </p14:cNvPr>
              <p14:cNvContentPartPr/>
              <p14:nvPr/>
            </p14:nvContentPartPr>
            <p14:xfrm>
              <a:off x="1722696" y="296016"/>
              <a:ext cx="25920" cy="25920"/>
            </p14:xfrm>
          </p:contentPart>
        </mc:Choice>
        <mc:Fallback xmlns="">
          <p:pic>
            <p:nvPicPr>
              <p:cNvPr id="3" name="Ink 2">
                <a:extLst>
                  <a:ext uri="{FF2B5EF4-FFF2-40B4-BE49-F238E27FC236}">
                    <a16:creationId xmlns:a16="http://schemas.microsoft.com/office/drawing/2014/main" id="{D825A360-DF1E-BF57-0C09-756D5DF3451B}"/>
                  </a:ext>
                </a:extLst>
              </p:cNvPr>
              <p:cNvPicPr/>
              <p:nvPr/>
            </p:nvPicPr>
            <p:blipFill>
              <a:blip r:embed="rId3"/>
              <a:stretch>
                <a:fillRect/>
              </a:stretch>
            </p:blipFill>
            <p:spPr>
              <a:xfrm>
                <a:off x="1718376" y="291696"/>
                <a:ext cx="34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7466665D-761B-39F2-94F8-9FBCD659B890}"/>
                  </a:ext>
                </a:extLst>
              </p14:cNvPr>
              <p14:cNvContentPartPr/>
              <p14:nvPr/>
            </p14:nvContentPartPr>
            <p14:xfrm>
              <a:off x="1815880" y="418640"/>
              <a:ext cx="159840" cy="188640"/>
            </p14:xfrm>
          </p:contentPart>
        </mc:Choice>
        <mc:Fallback xmlns="">
          <p:pic>
            <p:nvPicPr>
              <p:cNvPr id="4" name="Ink 3">
                <a:extLst>
                  <a:ext uri="{FF2B5EF4-FFF2-40B4-BE49-F238E27FC236}">
                    <a16:creationId xmlns:a16="http://schemas.microsoft.com/office/drawing/2014/main" id="{7466665D-761B-39F2-94F8-9FBCD659B890}"/>
                  </a:ext>
                </a:extLst>
              </p:cNvPr>
              <p:cNvPicPr/>
              <p:nvPr/>
            </p:nvPicPr>
            <p:blipFill>
              <a:blip r:embed="rId5"/>
              <a:stretch>
                <a:fillRect/>
              </a:stretch>
            </p:blipFill>
            <p:spPr>
              <a:xfrm>
                <a:off x="1811560" y="414320"/>
                <a:ext cx="168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E25FC68-15BC-5515-AA64-48467F857207}"/>
                  </a:ext>
                </a:extLst>
              </p14:cNvPr>
              <p14:cNvContentPartPr/>
              <p14:nvPr/>
            </p14:nvContentPartPr>
            <p14:xfrm>
              <a:off x="1849720" y="516920"/>
              <a:ext cx="175680" cy="9360"/>
            </p14:xfrm>
          </p:contentPart>
        </mc:Choice>
        <mc:Fallback xmlns="">
          <p:pic>
            <p:nvPicPr>
              <p:cNvPr id="5" name="Ink 4">
                <a:extLst>
                  <a:ext uri="{FF2B5EF4-FFF2-40B4-BE49-F238E27FC236}">
                    <a16:creationId xmlns:a16="http://schemas.microsoft.com/office/drawing/2014/main" id="{EE25FC68-15BC-5515-AA64-48467F857207}"/>
                  </a:ext>
                </a:extLst>
              </p:cNvPr>
              <p:cNvPicPr/>
              <p:nvPr/>
            </p:nvPicPr>
            <p:blipFill>
              <a:blip r:embed="rId7"/>
              <a:stretch>
                <a:fillRect/>
              </a:stretch>
            </p:blipFill>
            <p:spPr>
              <a:xfrm>
                <a:off x="1845400" y="512600"/>
                <a:ext cx="184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3E0FB00E-75CD-7E43-49E1-6154DB6EBC61}"/>
                  </a:ext>
                </a:extLst>
              </p14:cNvPr>
              <p14:cNvContentPartPr/>
              <p14:nvPr/>
            </p14:nvContentPartPr>
            <p14:xfrm>
              <a:off x="1612480" y="1181120"/>
              <a:ext cx="25920" cy="25920"/>
            </p14:xfrm>
          </p:contentPart>
        </mc:Choice>
        <mc:Fallback xmlns="">
          <p:pic>
            <p:nvPicPr>
              <p:cNvPr id="6" name="Ink 5">
                <a:extLst>
                  <a:ext uri="{FF2B5EF4-FFF2-40B4-BE49-F238E27FC236}">
                    <a16:creationId xmlns:a16="http://schemas.microsoft.com/office/drawing/2014/main" id="{3E0FB00E-75CD-7E43-49E1-6154DB6EBC61}"/>
                  </a:ext>
                </a:extLst>
              </p:cNvPr>
              <p:cNvPicPr/>
              <p:nvPr/>
            </p:nvPicPr>
            <p:blipFill>
              <a:blip r:embed="rId3"/>
              <a:stretch>
                <a:fillRect/>
              </a:stretch>
            </p:blipFill>
            <p:spPr>
              <a:xfrm>
                <a:off x="1608160" y="1176800"/>
                <a:ext cx="34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59240C18-AEED-96A4-8781-3BFECF69522F}"/>
                  </a:ext>
                </a:extLst>
              </p14:cNvPr>
              <p14:cNvContentPartPr/>
              <p14:nvPr/>
            </p14:nvContentPartPr>
            <p14:xfrm>
              <a:off x="3452632" y="555792"/>
              <a:ext cx="9720" cy="22320"/>
            </p14:xfrm>
          </p:contentPart>
        </mc:Choice>
        <mc:Fallback xmlns="">
          <p:pic>
            <p:nvPicPr>
              <p:cNvPr id="7" name="Ink 6">
                <a:extLst>
                  <a:ext uri="{FF2B5EF4-FFF2-40B4-BE49-F238E27FC236}">
                    <a16:creationId xmlns:a16="http://schemas.microsoft.com/office/drawing/2014/main" id="{59240C18-AEED-96A4-8781-3BFECF69522F}"/>
                  </a:ext>
                </a:extLst>
              </p:cNvPr>
              <p:cNvPicPr/>
              <p:nvPr/>
            </p:nvPicPr>
            <p:blipFill>
              <a:blip r:embed="rId10"/>
              <a:stretch>
                <a:fillRect/>
              </a:stretch>
            </p:blipFill>
            <p:spPr>
              <a:xfrm>
                <a:off x="3448312" y="551472"/>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CB9F0B65-CB20-41A4-F472-AA88F976D321}"/>
                  </a:ext>
                </a:extLst>
              </p14:cNvPr>
              <p14:cNvContentPartPr/>
              <p14:nvPr/>
            </p14:nvContentPartPr>
            <p14:xfrm>
              <a:off x="743272" y="392712"/>
              <a:ext cx="21240" cy="476280"/>
            </p14:xfrm>
          </p:contentPart>
        </mc:Choice>
        <mc:Fallback xmlns="">
          <p:pic>
            <p:nvPicPr>
              <p:cNvPr id="8" name="Ink 7">
                <a:extLst>
                  <a:ext uri="{FF2B5EF4-FFF2-40B4-BE49-F238E27FC236}">
                    <a16:creationId xmlns:a16="http://schemas.microsoft.com/office/drawing/2014/main" id="{CB9F0B65-CB20-41A4-F472-AA88F976D321}"/>
                  </a:ext>
                </a:extLst>
              </p:cNvPr>
              <p:cNvPicPr/>
              <p:nvPr/>
            </p:nvPicPr>
            <p:blipFill>
              <a:blip r:embed="rId12"/>
              <a:stretch>
                <a:fillRect/>
              </a:stretch>
            </p:blipFill>
            <p:spPr>
              <a:xfrm>
                <a:off x="738952" y="388392"/>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2D2C04EC-0641-E056-EDCA-D847CABF3530}"/>
                  </a:ext>
                </a:extLst>
              </p14:cNvPr>
              <p14:cNvContentPartPr/>
              <p14:nvPr/>
            </p14:nvContentPartPr>
            <p14:xfrm>
              <a:off x="683152" y="226392"/>
              <a:ext cx="3860280" cy="523800"/>
            </p14:xfrm>
          </p:contentPart>
        </mc:Choice>
        <mc:Fallback xmlns="">
          <p:pic>
            <p:nvPicPr>
              <p:cNvPr id="9" name="Ink 8">
                <a:extLst>
                  <a:ext uri="{FF2B5EF4-FFF2-40B4-BE49-F238E27FC236}">
                    <a16:creationId xmlns:a16="http://schemas.microsoft.com/office/drawing/2014/main" id="{2D2C04EC-0641-E056-EDCA-D847CABF3530}"/>
                  </a:ext>
                </a:extLst>
              </p:cNvPr>
              <p:cNvPicPr/>
              <p:nvPr/>
            </p:nvPicPr>
            <p:blipFill>
              <a:blip r:embed="rId14"/>
              <a:stretch>
                <a:fillRect/>
              </a:stretch>
            </p:blipFill>
            <p:spPr>
              <a:xfrm>
                <a:off x="678832" y="222072"/>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70E1E3FF-46CE-277C-937C-EA3101440ADD}"/>
                  </a:ext>
                </a:extLst>
              </p14:cNvPr>
              <p14:cNvContentPartPr/>
              <p14:nvPr/>
            </p14:nvContentPartPr>
            <p14:xfrm>
              <a:off x="1043512" y="347712"/>
              <a:ext cx="25920" cy="314640"/>
            </p14:xfrm>
          </p:contentPart>
        </mc:Choice>
        <mc:Fallback xmlns="">
          <p:pic>
            <p:nvPicPr>
              <p:cNvPr id="10" name="Ink 9">
                <a:extLst>
                  <a:ext uri="{FF2B5EF4-FFF2-40B4-BE49-F238E27FC236}">
                    <a16:creationId xmlns:a16="http://schemas.microsoft.com/office/drawing/2014/main" id="{70E1E3FF-46CE-277C-937C-EA3101440ADD}"/>
                  </a:ext>
                </a:extLst>
              </p:cNvPr>
              <p:cNvPicPr/>
              <p:nvPr/>
            </p:nvPicPr>
            <p:blipFill>
              <a:blip r:embed="rId16"/>
              <a:stretch>
                <a:fillRect/>
              </a:stretch>
            </p:blipFill>
            <p:spPr>
              <a:xfrm>
                <a:off x="1039192" y="343392"/>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31767D94-6BBD-8601-2482-94AAE98042F8}"/>
                  </a:ext>
                </a:extLst>
              </p14:cNvPr>
              <p14:cNvContentPartPr/>
              <p14:nvPr/>
            </p14:nvContentPartPr>
            <p14:xfrm>
              <a:off x="1570192" y="331872"/>
              <a:ext cx="41760" cy="279720"/>
            </p14:xfrm>
          </p:contentPart>
        </mc:Choice>
        <mc:Fallback xmlns="">
          <p:pic>
            <p:nvPicPr>
              <p:cNvPr id="11" name="Ink 10">
                <a:extLst>
                  <a:ext uri="{FF2B5EF4-FFF2-40B4-BE49-F238E27FC236}">
                    <a16:creationId xmlns:a16="http://schemas.microsoft.com/office/drawing/2014/main" id="{31767D94-6BBD-8601-2482-94AAE98042F8}"/>
                  </a:ext>
                </a:extLst>
              </p:cNvPr>
              <p:cNvPicPr/>
              <p:nvPr/>
            </p:nvPicPr>
            <p:blipFill>
              <a:blip r:embed="rId18"/>
              <a:stretch>
                <a:fillRect/>
              </a:stretch>
            </p:blipFill>
            <p:spPr>
              <a:xfrm>
                <a:off x="1565872" y="327552"/>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70A277D0-EE71-B570-79D4-703C9271BF01}"/>
                  </a:ext>
                </a:extLst>
              </p14:cNvPr>
              <p14:cNvContentPartPr/>
              <p14:nvPr/>
            </p14:nvContentPartPr>
            <p14:xfrm>
              <a:off x="2209912" y="336192"/>
              <a:ext cx="44280" cy="303120"/>
            </p14:xfrm>
          </p:contentPart>
        </mc:Choice>
        <mc:Fallback xmlns="">
          <p:pic>
            <p:nvPicPr>
              <p:cNvPr id="12" name="Ink 11">
                <a:extLst>
                  <a:ext uri="{FF2B5EF4-FFF2-40B4-BE49-F238E27FC236}">
                    <a16:creationId xmlns:a16="http://schemas.microsoft.com/office/drawing/2014/main" id="{70A277D0-EE71-B570-79D4-703C9271BF01}"/>
                  </a:ext>
                </a:extLst>
              </p:cNvPr>
              <p:cNvPicPr/>
              <p:nvPr/>
            </p:nvPicPr>
            <p:blipFill>
              <a:blip r:embed="rId20"/>
              <a:stretch>
                <a:fillRect/>
              </a:stretch>
            </p:blipFill>
            <p:spPr>
              <a:xfrm>
                <a:off x="2205592" y="331872"/>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D006D90B-A4A2-443E-5C33-602269B4D25A}"/>
                  </a:ext>
                </a:extLst>
              </p14:cNvPr>
              <p14:cNvContentPartPr/>
              <p14:nvPr/>
            </p14:nvContentPartPr>
            <p14:xfrm>
              <a:off x="2856832" y="313152"/>
              <a:ext cx="14040" cy="295920"/>
            </p14:xfrm>
          </p:contentPart>
        </mc:Choice>
        <mc:Fallback xmlns="">
          <p:pic>
            <p:nvPicPr>
              <p:cNvPr id="13" name="Ink 12">
                <a:extLst>
                  <a:ext uri="{FF2B5EF4-FFF2-40B4-BE49-F238E27FC236}">
                    <a16:creationId xmlns:a16="http://schemas.microsoft.com/office/drawing/2014/main" id="{D006D90B-A4A2-443E-5C33-602269B4D25A}"/>
                  </a:ext>
                </a:extLst>
              </p:cNvPr>
              <p:cNvPicPr/>
              <p:nvPr/>
            </p:nvPicPr>
            <p:blipFill>
              <a:blip r:embed="rId22"/>
              <a:stretch>
                <a:fillRect/>
              </a:stretch>
            </p:blipFill>
            <p:spPr>
              <a:xfrm>
                <a:off x="2852512" y="308832"/>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DC0CB275-CEE9-894E-F992-A95160ECA580}"/>
                  </a:ext>
                </a:extLst>
              </p14:cNvPr>
              <p14:cNvContentPartPr/>
              <p14:nvPr/>
            </p14:nvContentPartPr>
            <p14:xfrm>
              <a:off x="3688432" y="276072"/>
              <a:ext cx="48960" cy="413640"/>
            </p14:xfrm>
          </p:contentPart>
        </mc:Choice>
        <mc:Fallback xmlns="">
          <p:pic>
            <p:nvPicPr>
              <p:cNvPr id="14" name="Ink 13">
                <a:extLst>
                  <a:ext uri="{FF2B5EF4-FFF2-40B4-BE49-F238E27FC236}">
                    <a16:creationId xmlns:a16="http://schemas.microsoft.com/office/drawing/2014/main" id="{DC0CB275-CEE9-894E-F992-A95160ECA580}"/>
                  </a:ext>
                </a:extLst>
              </p:cNvPr>
              <p:cNvPicPr/>
              <p:nvPr/>
            </p:nvPicPr>
            <p:blipFill>
              <a:blip r:embed="rId24"/>
              <a:stretch>
                <a:fillRect/>
              </a:stretch>
            </p:blipFill>
            <p:spPr>
              <a:xfrm>
                <a:off x="3684112" y="271752"/>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F892B65A-FC2B-B0F2-7E3F-35439BDB55AC}"/>
                  </a:ext>
                </a:extLst>
              </p14:cNvPr>
              <p14:cNvContentPartPr/>
              <p14:nvPr/>
            </p14:nvContentPartPr>
            <p14:xfrm>
              <a:off x="2445712" y="417192"/>
              <a:ext cx="100440" cy="154800"/>
            </p14:xfrm>
          </p:contentPart>
        </mc:Choice>
        <mc:Fallback xmlns="">
          <p:pic>
            <p:nvPicPr>
              <p:cNvPr id="15" name="Ink 14">
                <a:extLst>
                  <a:ext uri="{FF2B5EF4-FFF2-40B4-BE49-F238E27FC236}">
                    <a16:creationId xmlns:a16="http://schemas.microsoft.com/office/drawing/2014/main" id="{F892B65A-FC2B-B0F2-7E3F-35439BDB55AC}"/>
                  </a:ext>
                </a:extLst>
              </p:cNvPr>
              <p:cNvPicPr/>
              <p:nvPr/>
            </p:nvPicPr>
            <p:blipFill>
              <a:blip r:embed="rId26"/>
              <a:stretch>
                <a:fillRect/>
              </a:stretch>
            </p:blipFill>
            <p:spPr>
              <a:xfrm>
                <a:off x="2441392" y="412872"/>
                <a:ext cx="109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5B37FDB2-B439-3C6C-1E45-BC89FF82F13A}"/>
                  </a:ext>
                </a:extLst>
              </p14:cNvPr>
              <p14:cNvContentPartPr/>
              <p14:nvPr/>
            </p14:nvContentPartPr>
            <p14:xfrm>
              <a:off x="2501152" y="399552"/>
              <a:ext cx="132120" cy="20160"/>
            </p14:xfrm>
          </p:contentPart>
        </mc:Choice>
        <mc:Fallback xmlns="">
          <p:pic>
            <p:nvPicPr>
              <p:cNvPr id="16" name="Ink 15">
                <a:extLst>
                  <a:ext uri="{FF2B5EF4-FFF2-40B4-BE49-F238E27FC236}">
                    <a16:creationId xmlns:a16="http://schemas.microsoft.com/office/drawing/2014/main" id="{5B37FDB2-B439-3C6C-1E45-BC89FF82F13A}"/>
                  </a:ext>
                </a:extLst>
              </p:cNvPr>
              <p:cNvPicPr/>
              <p:nvPr/>
            </p:nvPicPr>
            <p:blipFill>
              <a:blip r:embed="rId28"/>
              <a:stretch>
                <a:fillRect/>
              </a:stretch>
            </p:blipFill>
            <p:spPr>
              <a:xfrm>
                <a:off x="2496832" y="395232"/>
                <a:ext cx="14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622C052C-E3DB-285E-3E72-3A42DFB31E2D}"/>
                  </a:ext>
                </a:extLst>
              </p14:cNvPr>
              <p14:cNvContentPartPr/>
              <p14:nvPr/>
            </p14:nvContentPartPr>
            <p14:xfrm>
              <a:off x="3923872" y="377952"/>
              <a:ext cx="41760" cy="187560"/>
            </p14:xfrm>
          </p:contentPart>
        </mc:Choice>
        <mc:Fallback xmlns="">
          <p:pic>
            <p:nvPicPr>
              <p:cNvPr id="17" name="Ink 16">
                <a:extLst>
                  <a:ext uri="{FF2B5EF4-FFF2-40B4-BE49-F238E27FC236}">
                    <a16:creationId xmlns:a16="http://schemas.microsoft.com/office/drawing/2014/main" id="{622C052C-E3DB-285E-3E72-3A42DFB31E2D}"/>
                  </a:ext>
                </a:extLst>
              </p:cNvPr>
              <p:cNvPicPr/>
              <p:nvPr/>
            </p:nvPicPr>
            <p:blipFill>
              <a:blip r:embed="rId30"/>
              <a:stretch>
                <a:fillRect/>
              </a:stretch>
            </p:blipFill>
            <p:spPr>
              <a:xfrm>
                <a:off x="3919552" y="373632"/>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B0876A59-D741-399A-8CA5-7B86C933B843}"/>
                  </a:ext>
                </a:extLst>
              </p14:cNvPr>
              <p14:cNvContentPartPr/>
              <p14:nvPr/>
            </p14:nvContentPartPr>
            <p14:xfrm>
              <a:off x="3157072" y="420432"/>
              <a:ext cx="132840" cy="130320"/>
            </p14:xfrm>
          </p:contentPart>
        </mc:Choice>
        <mc:Fallback xmlns="">
          <p:pic>
            <p:nvPicPr>
              <p:cNvPr id="18" name="Ink 17">
                <a:extLst>
                  <a:ext uri="{FF2B5EF4-FFF2-40B4-BE49-F238E27FC236}">
                    <a16:creationId xmlns:a16="http://schemas.microsoft.com/office/drawing/2014/main" id="{B0876A59-D741-399A-8CA5-7B86C933B843}"/>
                  </a:ext>
                </a:extLst>
              </p:cNvPr>
              <p:cNvPicPr/>
              <p:nvPr/>
            </p:nvPicPr>
            <p:blipFill>
              <a:blip r:embed="rId32"/>
              <a:stretch>
                <a:fillRect/>
              </a:stretch>
            </p:blipFill>
            <p:spPr>
              <a:xfrm>
                <a:off x="3152752" y="416112"/>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 name="Ink 18">
                <a:extLst>
                  <a:ext uri="{FF2B5EF4-FFF2-40B4-BE49-F238E27FC236}">
                    <a16:creationId xmlns:a16="http://schemas.microsoft.com/office/drawing/2014/main" id="{427B28D2-0FA1-543E-0303-32C574B9F4FC}"/>
                  </a:ext>
                </a:extLst>
              </p14:cNvPr>
              <p14:cNvContentPartPr/>
              <p14:nvPr/>
            </p14:nvContentPartPr>
            <p14:xfrm>
              <a:off x="1268736" y="411216"/>
              <a:ext cx="198000" cy="166680"/>
            </p14:xfrm>
          </p:contentPart>
        </mc:Choice>
        <mc:Fallback xmlns="">
          <p:pic>
            <p:nvPicPr>
              <p:cNvPr id="19" name="Ink 18">
                <a:extLst>
                  <a:ext uri="{FF2B5EF4-FFF2-40B4-BE49-F238E27FC236}">
                    <a16:creationId xmlns:a16="http://schemas.microsoft.com/office/drawing/2014/main" id="{427B28D2-0FA1-543E-0303-32C574B9F4FC}"/>
                  </a:ext>
                </a:extLst>
              </p:cNvPr>
              <p:cNvPicPr/>
              <p:nvPr/>
            </p:nvPicPr>
            <p:blipFill>
              <a:blip r:embed="rId34"/>
              <a:stretch>
                <a:fillRect/>
              </a:stretch>
            </p:blipFill>
            <p:spPr>
              <a:xfrm>
                <a:off x="1264416" y="406896"/>
                <a:ext cx="206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Ink 19">
                <a:extLst>
                  <a:ext uri="{FF2B5EF4-FFF2-40B4-BE49-F238E27FC236}">
                    <a16:creationId xmlns:a16="http://schemas.microsoft.com/office/drawing/2014/main" id="{E54AF903-6DD8-41A1-5661-23F4F68C0F37}"/>
                  </a:ext>
                </a:extLst>
              </p14:cNvPr>
              <p14:cNvContentPartPr/>
              <p14:nvPr/>
            </p14:nvContentPartPr>
            <p14:xfrm>
              <a:off x="865896" y="444696"/>
              <a:ext cx="114480" cy="160200"/>
            </p14:xfrm>
          </p:contentPart>
        </mc:Choice>
        <mc:Fallback xmlns="">
          <p:pic>
            <p:nvPicPr>
              <p:cNvPr id="20" name="Ink 19">
                <a:extLst>
                  <a:ext uri="{FF2B5EF4-FFF2-40B4-BE49-F238E27FC236}">
                    <a16:creationId xmlns:a16="http://schemas.microsoft.com/office/drawing/2014/main" id="{E54AF903-6DD8-41A1-5661-23F4F68C0F37}"/>
                  </a:ext>
                </a:extLst>
              </p:cNvPr>
              <p:cNvPicPr/>
              <p:nvPr/>
            </p:nvPicPr>
            <p:blipFill>
              <a:blip r:embed="rId36"/>
              <a:stretch>
                <a:fillRect/>
              </a:stretch>
            </p:blipFill>
            <p:spPr>
              <a:xfrm>
                <a:off x="861576" y="440376"/>
                <a:ext cx="1231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1" name="Ink 20">
                <a:extLst>
                  <a:ext uri="{FF2B5EF4-FFF2-40B4-BE49-F238E27FC236}">
                    <a16:creationId xmlns:a16="http://schemas.microsoft.com/office/drawing/2014/main" id="{04715CB7-CE8E-F402-097B-97973DF55592}"/>
                  </a:ext>
                </a:extLst>
              </p14:cNvPr>
              <p14:cNvContentPartPr/>
              <p14:nvPr/>
            </p14:nvContentPartPr>
            <p14:xfrm>
              <a:off x="773376" y="873456"/>
              <a:ext cx="1394280" cy="227880"/>
            </p14:xfrm>
          </p:contentPart>
        </mc:Choice>
        <mc:Fallback xmlns="">
          <p:pic>
            <p:nvPicPr>
              <p:cNvPr id="21" name="Ink 20">
                <a:extLst>
                  <a:ext uri="{FF2B5EF4-FFF2-40B4-BE49-F238E27FC236}">
                    <a16:creationId xmlns:a16="http://schemas.microsoft.com/office/drawing/2014/main" id="{04715CB7-CE8E-F402-097B-97973DF55592}"/>
                  </a:ext>
                </a:extLst>
              </p:cNvPr>
              <p:cNvPicPr/>
              <p:nvPr/>
            </p:nvPicPr>
            <p:blipFill>
              <a:blip r:embed="rId38"/>
              <a:stretch>
                <a:fillRect/>
              </a:stretch>
            </p:blipFill>
            <p:spPr>
              <a:xfrm>
                <a:off x="769056" y="869136"/>
                <a:ext cx="14029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Ink 21">
                <a:extLst>
                  <a:ext uri="{FF2B5EF4-FFF2-40B4-BE49-F238E27FC236}">
                    <a16:creationId xmlns:a16="http://schemas.microsoft.com/office/drawing/2014/main" id="{490EE65B-E3F4-F2AF-C298-09B07E874790}"/>
                  </a:ext>
                </a:extLst>
              </p14:cNvPr>
              <p14:cNvContentPartPr/>
              <p14:nvPr/>
            </p14:nvContentPartPr>
            <p14:xfrm>
              <a:off x="914136" y="1286736"/>
              <a:ext cx="111240" cy="122760"/>
            </p14:xfrm>
          </p:contentPart>
        </mc:Choice>
        <mc:Fallback xmlns="">
          <p:pic>
            <p:nvPicPr>
              <p:cNvPr id="22" name="Ink 21">
                <a:extLst>
                  <a:ext uri="{FF2B5EF4-FFF2-40B4-BE49-F238E27FC236}">
                    <a16:creationId xmlns:a16="http://schemas.microsoft.com/office/drawing/2014/main" id="{490EE65B-E3F4-F2AF-C298-09B07E874790}"/>
                  </a:ext>
                </a:extLst>
              </p:cNvPr>
              <p:cNvPicPr/>
              <p:nvPr/>
            </p:nvPicPr>
            <p:blipFill>
              <a:blip r:embed="rId40"/>
              <a:stretch>
                <a:fillRect/>
              </a:stretch>
            </p:blipFill>
            <p:spPr>
              <a:xfrm>
                <a:off x="909816" y="1282416"/>
                <a:ext cx="1198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 name="Ink 22">
                <a:extLst>
                  <a:ext uri="{FF2B5EF4-FFF2-40B4-BE49-F238E27FC236}">
                    <a16:creationId xmlns:a16="http://schemas.microsoft.com/office/drawing/2014/main" id="{AA7D32AF-0137-E794-9FB0-63B7EA9562D2}"/>
                  </a:ext>
                </a:extLst>
              </p14:cNvPr>
              <p14:cNvContentPartPr/>
              <p14:nvPr/>
            </p14:nvContentPartPr>
            <p14:xfrm>
              <a:off x="1077576" y="1225536"/>
              <a:ext cx="164880" cy="165600"/>
            </p14:xfrm>
          </p:contentPart>
        </mc:Choice>
        <mc:Fallback xmlns="">
          <p:pic>
            <p:nvPicPr>
              <p:cNvPr id="23" name="Ink 22">
                <a:extLst>
                  <a:ext uri="{FF2B5EF4-FFF2-40B4-BE49-F238E27FC236}">
                    <a16:creationId xmlns:a16="http://schemas.microsoft.com/office/drawing/2014/main" id="{AA7D32AF-0137-E794-9FB0-63B7EA9562D2}"/>
                  </a:ext>
                </a:extLst>
              </p:cNvPr>
              <p:cNvPicPr/>
              <p:nvPr/>
            </p:nvPicPr>
            <p:blipFill>
              <a:blip r:embed="rId42"/>
              <a:stretch>
                <a:fillRect/>
              </a:stretch>
            </p:blipFill>
            <p:spPr>
              <a:xfrm>
                <a:off x="1073256" y="1221216"/>
                <a:ext cx="1735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Ink 23">
                <a:extLst>
                  <a:ext uri="{FF2B5EF4-FFF2-40B4-BE49-F238E27FC236}">
                    <a16:creationId xmlns:a16="http://schemas.microsoft.com/office/drawing/2014/main" id="{096A9B9E-48F3-EC68-D973-3057B2D2AA58}"/>
                  </a:ext>
                </a:extLst>
              </p14:cNvPr>
              <p14:cNvContentPartPr/>
              <p14:nvPr/>
            </p14:nvContentPartPr>
            <p14:xfrm>
              <a:off x="1339296" y="1153896"/>
              <a:ext cx="25920" cy="190800"/>
            </p14:xfrm>
          </p:contentPart>
        </mc:Choice>
        <mc:Fallback xmlns="">
          <p:pic>
            <p:nvPicPr>
              <p:cNvPr id="24" name="Ink 23">
                <a:extLst>
                  <a:ext uri="{FF2B5EF4-FFF2-40B4-BE49-F238E27FC236}">
                    <a16:creationId xmlns:a16="http://schemas.microsoft.com/office/drawing/2014/main" id="{096A9B9E-48F3-EC68-D973-3057B2D2AA58}"/>
                  </a:ext>
                </a:extLst>
              </p:cNvPr>
              <p:cNvPicPr/>
              <p:nvPr/>
            </p:nvPicPr>
            <p:blipFill>
              <a:blip r:embed="rId44"/>
              <a:stretch>
                <a:fillRect/>
              </a:stretch>
            </p:blipFill>
            <p:spPr>
              <a:xfrm>
                <a:off x="1334976" y="1149576"/>
                <a:ext cx="345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5" name="Ink 24">
                <a:extLst>
                  <a:ext uri="{FF2B5EF4-FFF2-40B4-BE49-F238E27FC236}">
                    <a16:creationId xmlns:a16="http://schemas.microsoft.com/office/drawing/2014/main" id="{F3C0D2AB-FDEA-CFA7-634B-0DB805FCF813}"/>
                  </a:ext>
                </a:extLst>
              </p14:cNvPr>
              <p14:cNvContentPartPr/>
              <p14:nvPr/>
            </p14:nvContentPartPr>
            <p14:xfrm>
              <a:off x="1304736" y="1260096"/>
              <a:ext cx="228960" cy="91800"/>
            </p14:xfrm>
          </p:contentPart>
        </mc:Choice>
        <mc:Fallback xmlns="">
          <p:pic>
            <p:nvPicPr>
              <p:cNvPr id="25" name="Ink 24">
                <a:extLst>
                  <a:ext uri="{FF2B5EF4-FFF2-40B4-BE49-F238E27FC236}">
                    <a16:creationId xmlns:a16="http://schemas.microsoft.com/office/drawing/2014/main" id="{F3C0D2AB-FDEA-CFA7-634B-0DB805FCF813}"/>
                  </a:ext>
                </a:extLst>
              </p:cNvPr>
              <p:cNvPicPr/>
              <p:nvPr/>
            </p:nvPicPr>
            <p:blipFill>
              <a:blip r:embed="rId46"/>
              <a:stretch>
                <a:fillRect/>
              </a:stretch>
            </p:blipFill>
            <p:spPr>
              <a:xfrm>
                <a:off x="1300416" y="1255776"/>
                <a:ext cx="237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6" name="Ink 25">
                <a:extLst>
                  <a:ext uri="{FF2B5EF4-FFF2-40B4-BE49-F238E27FC236}">
                    <a16:creationId xmlns:a16="http://schemas.microsoft.com/office/drawing/2014/main" id="{5E536B6D-0B6A-39DD-F3EC-E903BB723A61}"/>
                  </a:ext>
                </a:extLst>
              </p14:cNvPr>
              <p14:cNvContentPartPr/>
              <p14:nvPr/>
            </p14:nvContentPartPr>
            <p14:xfrm>
              <a:off x="1564656" y="1158936"/>
              <a:ext cx="153720" cy="213480"/>
            </p14:xfrm>
          </p:contentPart>
        </mc:Choice>
        <mc:Fallback xmlns="">
          <p:pic>
            <p:nvPicPr>
              <p:cNvPr id="26" name="Ink 25">
                <a:extLst>
                  <a:ext uri="{FF2B5EF4-FFF2-40B4-BE49-F238E27FC236}">
                    <a16:creationId xmlns:a16="http://schemas.microsoft.com/office/drawing/2014/main" id="{5E536B6D-0B6A-39DD-F3EC-E903BB723A61}"/>
                  </a:ext>
                </a:extLst>
              </p:cNvPr>
              <p:cNvPicPr/>
              <p:nvPr/>
            </p:nvPicPr>
            <p:blipFill>
              <a:blip r:embed="rId48"/>
              <a:stretch>
                <a:fillRect/>
              </a:stretch>
            </p:blipFill>
            <p:spPr>
              <a:xfrm>
                <a:off x="1560336" y="1154616"/>
                <a:ext cx="1623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7" name="Ink 26">
                <a:extLst>
                  <a:ext uri="{FF2B5EF4-FFF2-40B4-BE49-F238E27FC236}">
                    <a16:creationId xmlns:a16="http://schemas.microsoft.com/office/drawing/2014/main" id="{45EE4515-4506-8089-127D-734B13C3F435}"/>
                  </a:ext>
                </a:extLst>
              </p14:cNvPr>
              <p14:cNvContentPartPr/>
              <p14:nvPr/>
            </p14:nvContentPartPr>
            <p14:xfrm>
              <a:off x="2260536" y="897576"/>
              <a:ext cx="2193120" cy="141840"/>
            </p14:xfrm>
          </p:contentPart>
        </mc:Choice>
        <mc:Fallback xmlns="">
          <p:pic>
            <p:nvPicPr>
              <p:cNvPr id="27" name="Ink 26">
                <a:extLst>
                  <a:ext uri="{FF2B5EF4-FFF2-40B4-BE49-F238E27FC236}">
                    <a16:creationId xmlns:a16="http://schemas.microsoft.com/office/drawing/2014/main" id="{45EE4515-4506-8089-127D-734B13C3F435}"/>
                  </a:ext>
                </a:extLst>
              </p:cNvPr>
              <p:cNvPicPr/>
              <p:nvPr/>
            </p:nvPicPr>
            <p:blipFill>
              <a:blip r:embed="rId50"/>
              <a:stretch>
                <a:fillRect/>
              </a:stretch>
            </p:blipFill>
            <p:spPr>
              <a:xfrm>
                <a:off x="2256216" y="893256"/>
                <a:ext cx="2201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8" name="Ink 27">
                <a:extLst>
                  <a:ext uri="{FF2B5EF4-FFF2-40B4-BE49-F238E27FC236}">
                    <a16:creationId xmlns:a16="http://schemas.microsoft.com/office/drawing/2014/main" id="{7CD137DB-0E22-834A-5816-5C34B0242F71}"/>
                  </a:ext>
                </a:extLst>
              </p14:cNvPr>
              <p14:cNvContentPartPr/>
              <p14:nvPr/>
            </p14:nvContentPartPr>
            <p14:xfrm>
              <a:off x="2798736" y="1172616"/>
              <a:ext cx="153000" cy="81360"/>
            </p14:xfrm>
          </p:contentPart>
        </mc:Choice>
        <mc:Fallback xmlns="">
          <p:pic>
            <p:nvPicPr>
              <p:cNvPr id="28" name="Ink 27">
                <a:extLst>
                  <a:ext uri="{FF2B5EF4-FFF2-40B4-BE49-F238E27FC236}">
                    <a16:creationId xmlns:a16="http://schemas.microsoft.com/office/drawing/2014/main" id="{7CD137DB-0E22-834A-5816-5C34B0242F71}"/>
                  </a:ext>
                </a:extLst>
              </p:cNvPr>
              <p:cNvPicPr/>
              <p:nvPr/>
            </p:nvPicPr>
            <p:blipFill>
              <a:blip r:embed="rId52"/>
              <a:stretch>
                <a:fillRect/>
              </a:stretch>
            </p:blipFill>
            <p:spPr>
              <a:xfrm>
                <a:off x="2794416" y="1168296"/>
                <a:ext cx="1616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9" name="Ink 28">
                <a:extLst>
                  <a:ext uri="{FF2B5EF4-FFF2-40B4-BE49-F238E27FC236}">
                    <a16:creationId xmlns:a16="http://schemas.microsoft.com/office/drawing/2014/main" id="{82285292-75CA-E66B-2FFC-3AA196D45F9D}"/>
                  </a:ext>
                </a:extLst>
              </p14:cNvPr>
              <p14:cNvContentPartPr/>
              <p14:nvPr/>
            </p14:nvContentPartPr>
            <p14:xfrm>
              <a:off x="3018696" y="1175856"/>
              <a:ext cx="143640" cy="36360"/>
            </p14:xfrm>
          </p:contentPart>
        </mc:Choice>
        <mc:Fallback xmlns="">
          <p:pic>
            <p:nvPicPr>
              <p:cNvPr id="29" name="Ink 28">
                <a:extLst>
                  <a:ext uri="{FF2B5EF4-FFF2-40B4-BE49-F238E27FC236}">
                    <a16:creationId xmlns:a16="http://schemas.microsoft.com/office/drawing/2014/main" id="{82285292-75CA-E66B-2FFC-3AA196D45F9D}"/>
                  </a:ext>
                </a:extLst>
              </p:cNvPr>
              <p:cNvPicPr/>
              <p:nvPr/>
            </p:nvPicPr>
            <p:blipFill>
              <a:blip r:embed="rId54"/>
              <a:stretch>
                <a:fillRect/>
              </a:stretch>
            </p:blipFill>
            <p:spPr>
              <a:xfrm>
                <a:off x="3014376" y="1171536"/>
                <a:ext cx="1522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0" name="Ink 29">
                <a:extLst>
                  <a:ext uri="{FF2B5EF4-FFF2-40B4-BE49-F238E27FC236}">
                    <a16:creationId xmlns:a16="http://schemas.microsoft.com/office/drawing/2014/main" id="{B2687519-09ED-A18B-0007-E76583DE9A45}"/>
                  </a:ext>
                </a:extLst>
              </p14:cNvPr>
              <p14:cNvContentPartPr/>
              <p14:nvPr/>
            </p14:nvContentPartPr>
            <p14:xfrm>
              <a:off x="3218856" y="1142736"/>
              <a:ext cx="91440" cy="105480"/>
            </p14:xfrm>
          </p:contentPart>
        </mc:Choice>
        <mc:Fallback xmlns="">
          <p:pic>
            <p:nvPicPr>
              <p:cNvPr id="30" name="Ink 29">
                <a:extLst>
                  <a:ext uri="{FF2B5EF4-FFF2-40B4-BE49-F238E27FC236}">
                    <a16:creationId xmlns:a16="http://schemas.microsoft.com/office/drawing/2014/main" id="{B2687519-09ED-A18B-0007-E76583DE9A45}"/>
                  </a:ext>
                </a:extLst>
              </p:cNvPr>
              <p:cNvPicPr/>
              <p:nvPr/>
            </p:nvPicPr>
            <p:blipFill>
              <a:blip r:embed="rId56"/>
              <a:stretch>
                <a:fillRect/>
              </a:stretch>
            </p:blipFill>
            <p:spPr>
              <a:xfrm>
                <a:off x="3214536" y="1138416"/>
                <a:ext cx="1000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1" name="Ink 30">
                <a:extLst>
                  <a:ext uri="{FF2B5EF4-FFF2-40B4-BE49-F238E27FC236}">
                    <a16:creationId xmlns:a16="http://schemas.microsoft.com/office/drawing/2014/main" id="{364808C0-896D-08C0-8A38-ED1008FDA33F}"/>
                  </a:ext>
                </a:extLst>
              </p14:cNvPr>
              <p14:cNvContentPartPr/>
              <p14:nvPr/>
            </p14:nvContentPartPr>
            <p14:xfrm>
              <a:off x="3358536" y="1151736"/>
              <a:ext cx="63360" cy="66600"/>
            </p14:xfrm>
          </p:contentPart>
        </mc:Choice>
        <mc:Fallback xmlns="">
          <p:pic>
            <p:nvPicPr>
              <p:cNvPr id="31" name="Ink 30">
                <a:extLst>
                  <a:ext uri="{FF2B5EF4-FFF2-40B4-BE49-F238E27FC236}">
                    <a16:creationId xmlns:a16="http://schemas.microsoft.com/office/drawing/2014/main" id="{364808C0-896D-08C0-8A38-ED1008FDA33F}"/>
                  </a:ext>
                </a:extLst>
              </p:cNvPr>
              <p:cNvPicPr/>
              <p:nvPr/>
            </p:nvPicPr>
            <p:blipFill>
              <a:blip r:embed="rId58"/>
              <a:stretch>
                <a:fillRect/>
              </a:stretch>
            </p:blipFill>
            <p:spPr>
              <a:xfrm>
                <a:off x="3354216" y="1147416"/>
                <a:ext cx="720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2" name="Ink 31">
                <a:extLst>
                  <a:ext uri="{FF2B5EF4-FFF2-40B4-BE49-F238E27FC236}">
                    <a16:creationId xmlns:a16="http://schemas.microsoft.com/office/drawing/2014/main" id="{B232EB2A-0BCB-FD4C-DEFC-A9D4DC8C2664}"/>
                  </a:ext>
                </a:extLst>
              </p14:cNvPr>
              <p14:cNvContentPartPr/>
              <p14:nvPr/>
            </p14:nvContentPartPr>
            <p14:xfrm>
              <a:off x="3510816" y="1121856"/>
              <a:ext cx="51120" cy="82440"/>
            </p14:xfrm>
          </p:contentPart>
        </mc:Choice>
        <mc:Fallback xmlns="">
          <p:pic>
            <p:nvPicPr>
              <p:cNvPr id="32" name="Ink 31">
                <a:extLst>
                  <a:ext uri="{FF2B5EF4-FFF2-40B4-BE49-F238E27FC236}">
                    <a16:creationId xmlns:a16="http://schemas.microsoft.com/office/drawing/2014/main" id="{B232EB2A-0BCB-FD4C-DEFC-A9D4DC8C2664}"/>
                  </a:ext>
                </a:extLst>
              </p:cNvPr>
              <p:cNvPicPr/>
              <p:nvPr/>
            </p:nvPicPr>
            <p:blipFill>
              <a:blip r:embed="rId60"/>
              <a:stretch>
                <a:fillRect/>
              </a:stretch>
            </p:blipFill>
            <p:spPr>
              <a:xfrm>
                <a:off x="3506496" y="1117536"/>
                <a:ext cx="5976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3" name="Ink 32">
                <a:extLst>
                  <a:ext uri="{FF2B5EF4-FFF2-40B4-BE49-F238E27FC236}">
                    <a16:creationId xmlns:a16="http://schemas.microsoft.com/office/drawing/2014/main" id="{64CDDE6D-46DD-8CA4-53F8-1B7D2975E8B6}"/>
                  </a:ext>
                </a:extLst>
              </p14:cNvPr>
              <p14:cNvContentPartPr/>
              <p14:nvPr/>
            </p14:nvContentPartPr>
            <p14:xfrm>
              <a:off x="3656616" y="1050216"/>
              <a:ext cx="50760" cy="181800"/>
            </p14:xfrm>
          </p:contentPart>
        </mc:Choice>
        <mc:Fallback xmlns="">
          <p:pic>
            <p:nvPicPr>
              <p:cNvPr id="33" name="Ink 32">
                <a:extLst>
                  <a:ext uri="{FF2B5EF4-FFF2-40B4-BE49-F238E27FC236}">
                    <a16:creationId xmlns:a16="http://schemas.microsoft.com/office/drawing/2014/main" id="{64CDDE6D-46DD-8CA4-53F8-1B7D2975E8B6}"/>
                  </a:ext>
                </a:extLst>
              </p:cNvPr>
              <p:cNvPicPr/>
              <p:nvPr/>
            </p:nvPicPr>
            <p:blipFill>
              <a:blip r:embed="rId62"/>
              <a:stretch>
                <a:fillRect/>
              </a:stretch>
            </p:blipFill>
            <p:spPr>
              <a:xfrm>
                <a:off x="3652296" y="1045896"/>
                <a:ext cx="594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4" name="Ink 33">
                <a:extLst>
                  <a:ext uri="{FF2B5EF4-FFF2-40B4-BE49-F238E27FC236}">
                    <a16:creationId xmlns:a16="http://schemas.microsoft.com/office/drawing/2014/main" id="{B488E66E-9618-5DD3-2F69-5B70CB527DBB}"/>
                  </a:ext>
                </a:extLst>
              </p14:cNvPr>
              <p14:cNvContentPartPr/>
              <p14:nvPr/>
            </p14:nvContentPartPr>
            <p14:xfrm>
              <a:off x="3633216" y="1147056"/>
              <a:ext cx="143640" cy="7200"/>
            </p14:xfrm>
          </p:contentPart>
        </mc:Choice>
        <mc:Fallback xmlns="">
          <p:pic>
            <p:nvPicPr>
              <p:cNvPr id="34" name="Ink 33">
                <a:extLst>
                  <a:ext uri="{FF2B5EF4-FFF2-40B4-BE49-F238E27FC236}">
                    <a16:creationId xmlns:a16="http://schemas.microsoft.com/office/drawing/2014/main" id="{B488E66E-9618-5DD3-2F69-5B70CB527DBB}"/>
                  </a:ext>
                </a:extLst>
              </p:cNvPr>
              <p:cNvPicPr/>
              <p:nvPr/>
            </p:nvPicPr>
            <p:blipFill>
              <a:blip r:embed="rId64"/>
              <a:stretch>
                <a:fillRect/>
              </a:stretch>
            </p:blipFill>
            <p:spPr>
              <a:xfrm>
                <a:off x="3628896" y="1142736"/>
                <a:ext cx="15228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5" name="Ink 34">
                <a:extLst>
                  <a:ext uri="{FF2B5EF4-FFF2-40B4-BE49-F238E27FC236}">
                    <a16:creationId xmlns:a16="http://schemas.microsoft.com/office/drawing/2014/main" id="{F7816CF0-123D-4841-5055-77B16739A7FD}"/>
                  </a:ext>
                </a:extLst>
              </p14:cNvPr>
              <p14:cNvContentPartPr/>
              <p14:nvPr/>
            </p14:nvContentPartPr>
            <p14:xfrm>
              <a:off x="3817896" y="1181616"/>
              <a:ext cx="109080" cy="66240"/>
            </p14:xfrm>
          </p:contentPart>
        </mc:Choice>
        <mc:Fallback xmlns="">
          <p:pic>
            <p:nvPicPr>
              <p:cNvPr id="35" name="Ink 34">
                <a:extLst>
                  <a:ext uri="{FF2B5EF4-FFF2-40B4-BE49-F238E27FC236}">
                    <a16:creationId xmlns:a16="http://schemas.microsoft.com/office/drawing/2014/main" id="{F7816CF0-123D-4841-5055-77B16739A7FD}"/>
                  </a:ext>
                </a:extLst>
              </p:cNvPr>
              <p:cNvPicPr/>
              <p:nvPr/>
            </p:nvPicPr>
            <p:blipFill>
              <a:blip r:embed="rId66"/>
              <a:stretch>
                <a:fillRect/>
              </a:stretch>
            </p:blipFill>
            <p:spPr>
              <a:xfrm>
                <a:off x="3813576" y="1177296"/>
                <a:ext cx="1177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6" name="Ink 35">
                <a:extLst>
                  <a:ext uri="{FF2B5EF4-FFF2-40B4-BE49-F238E27FC236}">
                    <a16:creationId xmlns:a16="http://schemas.microsoft.com/office/drawing/2014/main" id="{FF85FBDA-8743-C96C-4A7B-4F44467EE863}"/>
                  </a:ext>
                </a:extLst>
              </p14:cNvPr>
              <p14:cNvContentPartPr/>
              <p14:nvPr/>
            </p14:nvContentPartPr>
            <p14:xfrm>
              <a:off x="3991056" y="1052736"/>
              <a:ext cx="207360" cy="201960"/>
            </p14:xfrm>
          </p:contentPart>
        </mc:Choice>
        <mc:Fallback xmlns="">
          <p:pic>
            <p:nvPicPr>
              <p:cNvPr id="36" name="Ink 35">
                <a:extLst>
                  <a:ext uri="{FF2B5EF4-FFF2-40B4-BE49-F238E27FC236}">
                    <a16:creationId xmlns:a16="http://schemas.microsoft.com/office/drawing/2014/main" id="{FF85FBDA-8743-C96C-4A7B-4F44467EE863}"/>
                  </a:ext>
                </a:extLst>
              </p:cNvPr>
              <p:cNvPicPr/>
              <p:nvPr/>
            </p:nvPicPr>
            <p:blipFill>
              <a:blip r:embed="rId68"/>
              <a:stretch>
                <a:fillRect/>
              </a:stretch>
            </p:blipFill>
            <p:spPr>
              <a:xfrm>
                <a:off x="3986736" y="1048416"/>
                <a:ext cx="2160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7" name="Ink 36">
                <a:extLst>
                  <a:ext uri="{FF2B5EF4-FFF2-40B4-BE49-F238E27FC236}">
                    <a16:creationId xmlns:a16="http://schemas.microsoft.com/office/drawing/2014/main" id="{2E5DACBE-0C91-26E6-2158-D88766F84C5E}"/>
                  </a:ext>
                </a:extLst>
              </p14:cNvPr>
              <p14:cNvContentPartPr/>
              <p14:nvPr/>
            </p14:nvContentPartPr>
            <p14:xfrm>
              <a:off x="6603984" y="2523816"/>
              <a:ext cx="72000" cy="150480"/>
            </p14:xfrm>
          </p:contentPart>
        </mc:Choice>
        <mc:Fallback xmlns="">
          <p:pic>
            <p:nvPicPr>
              <p:cNvPr id="37" name="Ink 36">
                <a:extLst>
                  <a:ext uri="{FF2B5EF4-FFF2-40B4-BE49-F238E27FC236}">
                    <a16:creationId xmlns:a16="http://schemas.microsoft.com/office/drawing/2014/main" id="{2E5DACBE-0C91-26E6-2158-D88766F84C5E}"/>
                  </a:ext>
                </a:extLst>
              </p:cNvPr>
              <p:cNvPicPr/>
              <p:nvPr/>
            </p:nvPicPr>
            <p:blipFill>
              <a:blip r:embed="rId70"/>
              <a:stretch>
                <a:fillRect/>
              </a:stretch>
            </p:blipFill>
            <p:spPr>
              <a:xfrm>
                <a:off x="6599664" y="2519496"/>
                <a:ext cx="806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8" name="Ink 37">
                <a:extLst>
                  <a:ext uri="{FF2B5EF4-FFF2-40B4-BE49-F238E27FC236}">
                    <a16:creationId xmlns:a16="http://schemas.microsoft.com/office/drawing/2014/main" id="{B1BFB5ED-9172-8D0C-174E-97A3139BF0D5}"/>
                  </a:ext>
                </a:extLst>
              </p14:cNvPr>
              <p14:cNvContentPartPr/>
              <p14:nvPr/>
            </p14:nvContentPartPr>
            <p14:xfrm>
              <a:off x="6518664" y="2486376"/>
              <a:ext cx="305280" cy="33120"/>
            </p14:xfrm>
          </p:contentPart>
        </mc:Choice>
        <mc:Fallback xmlns="">
          <p:pic>
            <p:nvPicPr>
              <p:cNvPr id="38" name="Ink 37">
                <a:extLst>
                  <a:ext uri="{FF2B5EF4-FFF2-40B4-BE49-F238E27FC236}">
                    <a16:creationId xmlns:a16="http://schemas.microsoft.com/office/drawing/2014/main" id="{B1BFB5ED-9172-8D0C-174E-97A3139BF0D5}"/>
                  </a:ext>
                </a:extLst>
              </p:cNvPr>
              <p:cNvPicPr/>
              <p:nvPr/>
            </p:nvPicPr>
            <p:blipFill>
              <a:blip r:embed="rId72"/>
              <a:stretch>
                <a:fillRect/>
              </a:stretch>
            </p:blipFill>
            <p:spPr>
              <a:xfrm>
                <a:off x="6514344" y="2482056"/>
                <a:ext cx="3139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9" name="Ink 38">
                <a:extLst>
                  <a:ext uri="{FF2B5EF4-FFF2-40B4-BE49-F238E27FC236}">
                    <a16:creationId xmlns:a16="http://schemas.microsoft.com/office/drawing/2014/main" id="{5AFDA05F-4749-3967-9948-E591C53A1BC1}"/>
                  </a:ext>
                </a:extLst>
              </p14:cNvPr>
              <p14:cNvContentPartPr/>
              <p14:nvPr/>
            </p14:nvContentPartPr>
            <p14:xfrm>
              <a:off x="6732504" y="2608776"/>
              <a:ext cx="102960" cy="46800"/>
            </p14:xfrm>
          </p:contentPart>
        </mc:Choice>
        <mc:Fallback xmlns="">
          <p:pic>
            <p:nvPicPr>
              <p:cNvPr id="39" name="Ink 38">
                <a:extLst>
                  <a:ext uri="{FF2B5EF4-FFF2-40B4-BE49-F238E27FC236}">
                    <a16:creationId xmlns:a16="http://schemas.microsoft.com/office/drawing/2014/main" id="{5AFDA05F-4749-3967-9948-E591C53A1BC1}"/>
                  </a:ext>
                </a:extLst>
              </p:cNvPr>
              <p:cNvPicPr/>
              <p:nvPr/>
            </p:nvPicPr>
            <p:blipFill>
              <a:blip r:embed="rId74"/>
              <a:stretch>
                <a:fillRect/>
              </a:stretch>
            </p:blipFill>
            <p:spPr>
              <a:xfrm>
                <a:off x="6728184" y="2604456"/>
                <a:ext cx="111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0" name="Ink 39">
                <a:extLst>
                  <a:ext uri="{FF2B5EF4-FFF2-40B4-BE49-F238E27FC236}">
                    <a16:creationId xmlns:a16="http://schemas.microsoft.com/office/drawing/2014/main" id="{6B3A2DB1-01B8-A495-ED36-5BF4D9EA7D0D}"/>
                  </a:ext>
                </a:extLst>
              </p14:cNvPr>
              <p14:cNvContentPartPr/>
              <p14:nvPr/>
            </p14:nvContentPartPr>
            <p14:xfrm>
              <a:off x="6864984" y="2415096"/>
              <a:ext cx="118080" cy="247680"/>
            </p14:xfrm>
          </p:contentPart>
        </mc:Choice>
        <mc:Fallback xmlns="">
          <p:pic>
            <p:nvPicPr>
              <p:cNvPr id="40" name="Ink 39">
                <a:extLst>
                  <a:ext uri="{FF2B5EF4-FFF2-40B4-BE49-F238E27FC236}">
                    <a16:creationId xmlns:a16="http://schemas.microsoft.com/office/drawing/2014/main" id="{6B3A2DB1-01B8-A495-ED36-5BF4D9EA7D0D}"/>
                  </a:ext>
                </a:extLst>
              </p:cNvPr>
              <p:cNvPicPr/>
              <p:nvPr/>
            </p:nvPicPr>
            <p:blipFill>
              <a:blip r:embed="rId76"/>
              <a:stretch>
                <a:fillRect/>
              </a:stretch>
            </p:blipFill>
            <p:spPr>
              <a:xfrm>
                <a:off x="6860664" y="2410776"/>
                <a:ext cx="1267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1" name="Ink 40">
                <a:extLst>
                  <a:ext uri="{FF2B5EF4-FFF2-40B4-BE49-F238E27FC236}">
                    <a16:creationId xmlns:a16="http://schemas.microsoft.com/office/drawing/2014/main" id="{E58C4FBA-3C21-7701-EF44-7A246B4AFC49}"/>
                  </a:ext>
                </a:extLst>
              </p14:cNvPr>
              <p14:cNvContentPartPr/>
              <p14:nvPr/>
            </p14:nvContentPartPr>
            <p14:xfrm>
              <a:off x="7009344" y="2564856"/>
              <a:ext cx="133200" cy="68760"/>
            </p14:xfrm>
          </p:contentPart>
        </mc:Choice>
        <mc:Fallback xmlns="">
          <p:pic>
            <p:nvPicPr>
              <p:cNvPr id="41" name="Ink 40">
                <a:extLst>
                  <a:ext uri="{FF2B5EF4-FFF2-40B4-BE49-F238E27FC236}">
                    <a16:creationId xmlns:a16="http://schemas.microsoft.com/office/drawing/2014/main" id="{E58C4FBA-3C21-7701-EF44-7A246B4AFC49}"/>
                  </a:ext>
                </a:extLst>
              </p:cNvPr>
              <p:cNvPicPr/>
              <p:nvPr/>
            </p:nvPicPr>
            <p:blipFill>
              <a:blip r:embed="rId78"/>
              <a:stretch>
                <a:fillRect/>
              </a:stretch>
            </p:blipFill>
            <p:spPr>
              <a:xfrm>
                <a:off x="7005024" y="2560536"/>
                <a:ext cx="1418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2" name="Ink 41">
                <a:extLst>
                  <a:ext uri="{FF2B5EF4-FFF2-40B4-BE49-F238E27FC236}">
                    <a16:creationId xmlns:a16="http://schemas.microsoft.com/office/drawing/2014/main" id="{BFA61534-B9B3-5043-6B9D-AFF2398D2592}"/>
                  </a:ext>
                </a:extLst>
              </p14:cNvPr>
              <p14:cNvContentPartPr/>
              <p14:nvPr/>
            </p14:nvContentPartPr>
            <p14:xfrm>
              <a:off x="7294824" y="2407176"/>
              <a:ext cx="127440" cy="230040"/>
            </p14:xfrm>
          </p:contentPart>
        </mc:Choice>
        <mc:Fallback xmlns="">
          <p:pic>
            <p:nvPicPr>
              <p:cNvPr id="42" name="Ink 41">
                <a:extLst>
                  <a:ext uri="{FF2B5EF4-FFF2-40B4-BE49-F238E27FC236}">
                    <a16:creationId xmlns:a16="http://schemas.microsoft.com/office/drawing/2014/main" id="{BFA61534-B9B3-5043-6B9D-AFF2398D2592}"/>
                  </a:ext>
                </a:extLst>
              </p:cNvPr>
              <p:cNvPicPr/>
              <p:nvPr/>
            </p:nvPicPr>
            <p:blipFill>
              <a:blip r:embed="rId80"/>
              <a:stretch>
                <a:fillRect/>
              </a:stretch>
            </p:blipFill>
            <p:spPr>
              <a:xfrm>
                <a:off x="7290504" y="2402856"/>
                <a:ext cx="1360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3" name="Ink 42">
                <a:extLst>
                  <a:ext uri="{FF2B5EF4-FFF2-40B4-BE49-F238E27FC236}">
                    <a16:creationId xmlns:a16="http://schemas.microsoft.com/office/drawing/2014/main" id="{3C02BB52-657A-B2D6-1559-890372A10A8A}"/>
                  </a:ext>
                </a:extLst>
              </p14:cNvPr>
              <p14:cNvContentPartPr/>
              <p14:nvPr/>
            </p14:nvContentPartPr>
            <p14:xfrm>
              <a:off x="7308504" y="2362896"/>
              <a:ext cx="353880" cy="209880"/>
            </p14:xfrm>
          </p:contentPart>
        </mc:Choice>
        <mc:Fallback xmlns="">
          <p:pic>
            <p:nvPicPr>
              <p:cNvPr id="43" name="Ink 42">
                <a:extLst>
                  <a:ext uri="{FF2B5EF4-FFF2-40B4-BE49-F238E27FC236}">
                    <a16:creationId xmlns:a16="http://schemas.microsoft.com/office/drawing/2014/main" id="{3C02BB52-657A-B2D6-1559-890372A10A8A}"/>
                  </a:ext>
                </a:extLst>
              </p:cNvPr>
              <p:cNvPicPr/>
              <p:nvPr/>
            </p:nvPicPr>
            <p:blipFill>
              <a:blip r:embed="rId82"/>
              <a:stretch>
                <a:fillRect/>
              </a:stretch>
            </p:blipFill>
            <p:spPr>
              <a:xfrm>
                <a:off x="7304184" y="2358576"/>
                <a:ext cx="3625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4" name="Ink 43">
                <a:extLst>
                  <a:ext uri="{FF2B5EF4-FFF2-40B4-BE49-F238E27FC236}">
                    <a16:creationId xmlns:a16="http://schemas.microsoft.com/office/drawing/2014/main" id="{BCCC1B0B-4506-CB84-872C-A5E34E7E9EAE}"/>
                  </a:ext>
                </a:extLst>
              </p14:cNvPr>
              <p14:cNvContentPartPr/>
              <p14:nvPr/>
            </p14:nvContentPartPr>
            <p14:xfrm>
              <a:off x="7608744" y="2508336"/>
              <a:ext cx="129600" cy="73440"/>
            </p14:xfrm>
          </p:contentPart>
        </mc:Choice>
        <mc:Fallback xmlns="">
          <p:pic>
            <p:nvPicPr>
              <p:cNvPr id="44" name="Ink 43">
                <a:extLst>
                  <a:ext uri="{FF2B5EF4-FFF2-40B4-BE49-F238E27FC236}">
                    <a16:creationId xmlns:a16="http://schemas.microsoft.com/office/drawing/2014/main" id="{BCCC1B0B-4506-CB84-872C-A5E34E7E9EAE}"/>
                  </a:ext>
                </a:extLst>
              </p:cNvPr>
              <p:cNvPicPr/>
              <p:nvPr/>
            </p:nvPicPr>
            <p:blipFill>
              <a:blip r:embed="rId84"/>
              <a:stretch>
                <a:fillRect/>
              </a:stretch>
            </p:blipFill>
            <p:spPr>
              <a:xfrm>
                <a:off x="7604424" y="2504016"/>
                <a:ext cx="1382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5" name="Ink 44">
                <a:extLst>
                  <a:ext uri="{FF2B5EF4-FFF2-40B4-BE49-F238E27FC236}">
                    <a16:creationId xmlns:a16="http://schemas.microsoft.com/office/drawing/2014/main" id="{E4924704-3D23-D85C-26B5-ECEBE7CC5318}"/>
                  </a:ext>
                </a:extLst>
              </p14:cNvPr>
              <p14:cNvContentPartPr/>
              <p14:nvPr/>
            </p14:nvContentPartPr>
            <p14:xfrm>
              <a:off x="7941024" y="2293776"/>
              <a:ext cx="199440" cy="330480"/>
            </p14:xfrm>
          </p:contentPart>
        </mc:Choice>
        <mc:Fallback xmlns="">
          <p:pic>
            <p:nvPicPr>
              <p:cNvPr id="45" name="Ink 44">
                <a:extLst>
                  <a:ext uri="{FF2B5EF4-FFF2-40B4-BE49-F238E27FC236}">
                    <a16:creationId xmlns:a16="http://schemas.microsoft.com/office/drawing/2014/main" id="{E4924704-3D23-D85C-26B5-ECEBE7CC5318}"/>
                  </a:ext>
                </a:extLst>
              </p:cNvPr>
              <p:cNvPicPr/>
              <p:nvPr/>
            </p:nvPicPr>
            <p:blipFill>
              <a:blip r:embed="rId86"/>
              <a:stretch>
                <a:fillRect/>
              </a:stretch>
            </p:blipFill>
            <p:spPr>
              <a:xfrm>
                <a:off x="7936704" y="2289456"/>
                <a:ext cx="20808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6" name="Ink 45">
                <a:extLst>
                  <a:ext uri="{FF2B5EF4-FFF2-40B4-BE49-F238E27FC236}">
                    <a16:creationId xmlns:a16="http://schemas.microsoft.com/office/drawing/2014/main" id="{F02F55E6-291D-E017-E789-2252802AF0E5}"/>
                  </a:ext>
                </a:extLst>
              </p14:cNvPr>
              <p14:cNvContentPartPr/>
              <p14:nvPr/>
            </p14:nvContentPartPr>
            <p14:xfrm>
              <a:off x="7932384" y="2513376"/>
              <a:ext cx="129600" cy="81000"/>
            </p14:xfrm>
          </p:contentPart>
        </mc:Choice>
        <mc:Fallback xmlns="">
          <p:pic>
            <p:nvPicPr>
              <p:cNvPr id="46" name="Ink 45">
                <a:extLst>
                  <a:ext uri="{FF2B5EF4-FFF2-40B4-BE49-F238E27FC236}">
                    <a16:creationId xmlns:a16="http://schemas.microsoft.com/office/drawing/2014/main" id="{F02F55E6-291D-E017-E789-2252802AF0E5}"/>
                  </a:ext>
                </a:extLst>
              </p:cNvPr>
              <p:cNvPicPr/>
              <p:nvPr/>
            </p:nvPicPr>
            <p:blipFill>
              <a:blip r:embed="rId88"/>
              <a:stretch>
                <a:fillRect/>
              </a:stretch>
            </p:blipFill>
            <p:spPr>
              <a:xfrm>
                <a:off x="7928064" y="2509056"/>
                <a:ext cx="1382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7" name="Ink 46">
                <a:extLst>
                  <a:ext uri="{FF2B5EF4-FFF2-40B4-BE49-F238E27FC236}">
                    <a16:creationId xmlns:a16="http://schemas.microsoft.com/office/drawing/2014/main" id="{8560C4F9-5C57-D303-2891-ABD494208C5E}"/>
                  </a:ext>
                </a:extLst>
              </p14:cNvPr>
              <p14:cNvContentPartPr/>
              <p14:nvPr/>
            </p14:nvContentPartPr>
            <p14:xfrm>
              <a:off x="8050104" y="2466936"/>
              <a:ext cx="9720" cy="29160"/>
            </p14:xfrm>
          </p:contentPart>
        </mc:Choice>
        <mc:Fallback xmlns="">
          <p:pic>
            <p:nvPicPr>
              <p:cNvPr id="47" name="Ink 46">
                <a:extLst>
                  <a:ext uri="{FF2B5EF4-FFF2-40B4-BE49-F238E27FC236}">
                    <a16:creationId xmlns:a16="http://schemas.microsoft.com/office/drawing/2014/main" id="{8560C4F9-5C57-D303-2891-ABD494208C5E}"/>
                  </a:ext>
                </a:extLst>
              </p:cNvPr>
              <p:cNvPicPr/>
              <p:nvPr/>
            </p:nvPicPr>
            <p:blipFill>
              <a:blip r:embed="rId90"/>
              <a:stretch>
                <a:fillRect/>
              </a:stretch>
            </p:blipFill>
            <p:spPr>
              <a:xfrm>
                <a:off x="8045784" y="2462616"/>
                <a:ext cx="183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8" name="Ink 47">
                <a:extLst>
                  <a:ext uri="{FF2B5EF4-FFF2-40B4-BE49-F238E27FC236}">
                    <a16:creationId xmlns:a16="http://schemas.microsoft.com/office/drawing/2014/main" id="{37C71CFF-FC63-A9AB-F823-B44C01430217}"/>
                  </a:ext>
                </a:extLst>
              </p14:cNvPr>
              <p14:cNvContentPartPr/>
              <p14:nvPr/>
            </p14:nvContentPartPr>
            <p14:xfrm>
              <a:off x="8059464" y="2478456"/>
              <a:ext cx="360" cy="360"/>
            </p14:xfrm>
          </p:contentPart>
        </mc:Choice>
        <mc:Fallback xmlns="">
          <p:pic>
            <p:nvPicPr>
              <p:cNvPr id="48" name="Ink 47">
                <a:extLst>
                  <a:ext uri="{FF2B5EF4-FFF2-40B4-BE49-F238E27FC236}">
                    <a16:creationId xmlns:a16="http://schemas.microsoft.com/office/drawing/2014/main" id="{37C71CFF-FC63-A9AB-F823-B44C01430217}"/>
                  </a:ext>
                </a:extLst>
              </p:cNvPr>
              <p:cNvPicPr/>
              <p:nvPr/>
            </p:nvPicPr>
            <p:blipFill>
              <a:blip r:embed="rId92"/>
              <a:stretch>
                <a:fillRect/>
              </a:stretch>
            </p:blipFill>
            <p:spPr>
              <a:xfrm>
                <a:off x="8055144" y="247413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9" name="Ink 48">
                <a:extLst>
                  <a:ext uri="{FF2B5EF4-FFF2-40B4-BE49-F238E27FC236}">
                    <a16:creationId xmlns:a16="http://schemas.microsoft.com/office/drawing/2014/main" id="{507DFAC0-79DD-91CA-0C98-19720C35DBEC}"/>
                  </a:ext>
                </a:extLst>
              </p14:cNvPr>
              <p14:cNvContentPartPr/>
              <p14:nvPr/>
            </p14:nvContentPartPr>
            <p14:xfrm>
              <a:off x="8059464" y="2478456"/>
              <a:ext cx="138960" cy="93960"/>
            </p14:xfrm>
          </p:contentPart>
        </mc:Choice>
        <mc:Fallback xmlns="">
          <p:pic>
            <p:nvPicPr>
              <p:cNvPr id="49" name="Ink 48">
                <a:extLst>
                  <a:ext uri="{FF2B5EF4-FFF2-40B4-BE49-F238E27FC236}">
                    <a16:creationId xmlns:a16="http://schemas.microsoft.com/office/drawing/2014/main" id="{507DFAC0-79DD-91CA-0C98-19720C35DBEC}"/>
                  </a:ext>
                </a:extLst>
              </p:cNvPr>
              <p:cNvPicPr/>
              <p:nvPr/>
            </p:nvPicPr>
            <p:blipFill>
              <a:blip r:embed="rId94"/>
              <a:stretch>
                <a:fillRect/>
              </a:stretch>
            </p:blipFill>
            <p:spPr>
              <a:xfrm>
                <a:off x="8055144" y="2474136"/>
                <a:ext cx="1476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0" name="Ink 49">
                <a:extLst>
                  <a:ext uri="{FF2B5EF4-FFF2-40B4-BE49-F238E27FC236}">
                    <a16:creationId xmlns:a16="http://schemas.microsoft.com/office/drawing/2014/main" id="{8A4ADF9D-F66A-8F4C-F58B-BEA240A2AE99}"/>
                  </a:ext>
                </a:extLst>
              </p14:cNvPr>
              <p14:cNvContentPartPr/>
              <p14:nvPr/>
            </p14:nvContentPartPr>
            <p14:xfrm>
              <a:off x="8234424" y="2497176"/>
              <a:ext cx="53640" cy="55080"/>
            </p14:xfrm>
          </p:contentPart>
        </mc:Choice>
        <mc:Fallback xmlns="">
          <p:pic>
            <p:nvPicPr>
              <p:cNvPr id="50" name="Ink 49">
                <a:extLst>
                  <a:ext uri="{FF2B5EF4-FFF2-40B4-BE49-F238E27FC236}">
                    <a16:creationId xmlns:a16="http://schemas.microsoft.com/office/drawing/2014/main" id="{8A4ADF9D-F66A-8F4C-F58B-BEA240A2AE99}"/>
                  </a:ext>
                </a:extLst>
              </p:cNvPr>
              <p:cNvPicPr/>
              <p:nvPr/>
            </p:nvPicPr>
            <p:blipFill>
              <a:blip r:embed="rId96"/>
              <a:stretch>
                <a:fillRect/>
              </a:stretch>
            </p:blipFill>
            <p:spPr>
              <a:xfrm>
                <a:off x="8230104" y="2492856"/>
                <a:ext cx="622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1" name="Ink 50">
                <a:extLst>
                  <a:ext uri="{FF2B5EF4-FFF2-40B4-BE49-F238E27FC236}">
                    <a16:creationId xmlns:a16="http://schemas.microsoft.com/office/drawing/2014/main" id="{7814B7B0-6900-4E6B-18BC-49DE7DFFDB91}"/>
                  </a:ext>
                </a:extLst>
              </p14:cNvPr>
              <p14:cNvContentPartPr/>
              <p14:nvPr/>
            </p14:nvContentPartPr>
            <p14:xfrm>
              <a:off x="8375184" y="2383776"/>
              <a:ext cx="77040" cy="170280"/>
            </p14:xfrm>
          </p:contentPart>
        </mc:Choice>
        <mc:Fallback xmlns="">
          <p:pic>
            <p:nvPicPr>
              <p:cNvPr id="51" name="Ink 50">
                <a:extLst>
                  <a:ext uri="{FF2B5EF4-FFF2-40B4-BE49-F238E27FC236}">
                    <a16:creationId xmlns:a16="http://schemas.microsoft.com/office/drawing/2014/main" id="{7814B7B0-6900-4E6B-18BC-49DE7DFFDB91}"/>
                  </a:ext>
                </a:extLst>
              </p:cNvPr>
              <p:cNvPicPr/>
              <p:nvPr/>
            </p:nvPicPr>
            <p:blipFill>
              <a:blip r:embed="rId98"/>
              <a:stretch>
                <a:fillRect/>
              </a:stretch>
            </p:blipFill>
            <p:spPr>
              <a:xfrm>
                <a:off x="8370864" y="2379456"/>
                <a:ext cx="85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2" name="Ink 51">
                <a:extLst>
                  <a:ext uri="{FF2B5EF4-FFF2-40B4-BE49-F238E27FC236}">
                    <a16:creationId xmlns:a16="http://schemas.microsoft.com/office/drawing/2014/main" id="{506BE003-FA41-5215-0B86-D9A5AB195D78}"/>
                  </a:ext>
                </a:extLst>
              </p14:cNvPr>
              <p14:cNvContentPartPr/>
              <p14:nvPr/>
            </p14:nvContentPartPr>
            <p14:xfrm>
              <a:off x="8348184" y="2472696"/>
              <a:ext cx="176040" cy="25920"/>
            </p14:xfrm>
          </p:contentPart>
        </mc:Choice>
        <mc:Fallback xmlns="">
          <p:pic>
            <p:nvPicPr>
              <p:cNvPr id="52" name="Ink 51">
                <a:extLst>
                  <a:ext uri="{FF2B5EF4-FFF2-40B4-BE49-F238E27FC236}">
                    <a16:creationId xmlns:a16="http://schemas.microsoft.com/office/drawing/2014/main" id="{506BE003-FA41-5215-0B86-D9A5AB195D78}"/>
                  </a:ext>
                </a:extLst>
              </p:cNvPr>
              <p:cNvPicPr/>
              <p:nvPr/>
            </p:nvPicPr>
            <p:blipFill>
              <a:blip r:embed="rId100"/>
              <a:stretch>
                <a:fillRect/>
              </a:stretch>
            </p:blipFill>
            <p:spPr>
              <a:xfrm>
                <a:off x="8343864" y="2468376"/>
                <a:ext cx="1846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3" name="Ink 52">
                <a:extLst>
                  <a:ext uri="{FF2B5EF4-FFF2-40B4-BE49-F238E27FC236}">
                    <a16:creationId xmlns:a16="http://schemas.microsoft.com/office/drawing/2014/main" id="{7B1561BE-1628-F6CD-92F4-9A2F870D6EB7}"/>
                  </a:ext>
                </a:extLst>
              </p14:cNvPr>
              <p14:cNvContentPartPr/>
              <p14:nvPr/>
            </p14:nvContentPartPr>
            <p14:xfrm>
              <a:off x="6659424" y="2789136"/>
              <a:ext cx="268560" cy="243000"/>
            </p14:xfrm>
          </p:contentPart>
        </mc:Choice>
        <mc:Fallback xmlns="">
          <p:pic>
            <p:nvPicPr>
              <p:cNvPr id="53" name="Ink 52">
                <a:extLst>
                  <a:ext uri="{FF2B5EF4-FFF2-40B4-BE49-F238E27FC236}">
                    <a16:creationId xmlns:a16="http://schemas.microsoft.com/office/drawing/2014/main" id="{7B1561BE-1628-F6CD-92F4-9A2F870D6EB7}"/>
                  </a:ext>
                </a:extLst>
              </p:cNvPr>
              <p:cNvPicPr/>
              <p:nvPr/>
            </p:nvPicPr>
            <p:blipFill>
              <a:blip r:embed="rId102"/>
              <a:stretch>
                <a:fillRect/>
              </a:stretch>
            </p:blipFill>
            <p:spPr>
              <a:xfrm>
                <a:off x="6655104" y="2784816"/>
                <a:ext cx="2772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4" name="Ink 53">
                <a:extLst>
                  <a:ext uri="{FF2B5EF4-FFF2-40B4-BE49-F238E27FC236}">
                    <a16:creationId xmlns:a16="http://schemas.microsoft.com/office/drawing/2014/main" id="{5BEF0539-51BC-6B06-AC77-AFD137016103}"/>
                  </a:ext>
                </a:extLst>
              </p14:cNvPr>
              <p14:cNvContentPartPr/>
              <p14:nvPr/>
            </p14:nvContentPartPr>
            <p14:xfrm>
              <a:off x="6931944" y="2942136"/>
              <a:ext cx="84240" cy="69480"/>
            </p14:xfrm>
          </p:contentPart>
        </mc:Choice>
        <mc:Fallback xmlns="">
          <p:pic>
            <p:nvPicPr>
              <p:cNvPr id="54" name="Ink 53">
                <a:extLst>
                  <a:ext uri="{FF2B5EF4-FFF2-40B4-BE49-F238E27FC236}">
                    <a16:creationId xmlns:a16="http://schemas.microsoft.com/office/drawing/2014/main" id="{5BEF0539-51BC-6B06-AC77-AFD137016103}"/>
                  </a:ext>
                </a:extLst>
              </p:cNvPr>
              <p:cNvPicPr/>
              <p:nvPr/>
            </p:nvPicPr>
            <p:blipFill>
              <a:blip r:embed="rId104"/>
              <a:stretch>
                <a:fillRect/>
              </a:stretch>
            </p:blipFill>
            <p:spPr>
              <a:xfrm>
                <a:off x="6927624" y="2937816"/>
                <a:ext cx="928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5" name="Ink 54">
                <a:extLst>
                  <a:ext uri="{FF2B5EF4-FFF2-40B4-BE49-F238E27FC236}">
                    <a16:creationId xmlns:a16="http://schemas.microsoft.com/office/drawing/2014/main" id="{2AD353B7-C684-3604-815D-F797D95FBC10}"/>
                  </a:ext>
                </a:extLst>
              </p14:cNvPr>
              <p14:cNvContentPartPr/>
              <p14:nvPr/>
            </p14:nvContentPartPr>
            <p14:xfrm>
              <a:off x="7079904" y="2921256"/>
              <a:ext cx="240480" cy="66960"/>
            </p14:xfrm>
          </p:contentPart>
        </mc:Choice>
        <mc:Fallback xmlns="">
          <p:pic>
            <p:nvPicPr>
              <p:cNvPr id="55" name="Ink 54">
                <a:extLst>
                  <a:ext uri="{FF2B5EF4-FFF2-40B4-BE49-F238E27FC236}">
                    <a16:creationId xmlns:a16="http://schemas.microsoft.com/office/drawing/2014/main" id="{2AD353B7-C684-3604-815D-F797D95FBC10}"/>
                  </a:ext>
                </a:extLst>
              </p:cNvPr>
              <p:cNvPicPr/>
              <p:nvPr/>
            </p:nvPicPr>
            <p:blipFill>
              <a:blip r:embed="rId106"/>
              <a:stretch>
                <a:fillRect/>
              </a:stretch>
            </p:blipFill>
            <p:spPr>
              <a:xfrm>
                <a:off x="7075584" y="2916936"/>
                <a:ext cx="2491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6" name="Ink 55">
                <a:extLst>
                  <a:ext uri="{FF2B5EF4-FFF2-40B4-BE49-F238E27FC236}">
                    <a16:creationId xmlns:a16="http://schemas.microsoft.com/office/drawing/2014/main" id="{D819BFAA-7F06-A933-4EC7-8C1C448D9BD4}"/>
                  </a:ext>
                </a:extLst>
              </p14:cNvPr>
              <p14:cNvContentPartPr/>
              <p14:nvPr/>
            </p14:nvContentPartPr>
            <p14:xfrm>
              <a:off x="7317504" y="2893536"/>
              <a:ext cx="259200" cy="79560"/>
            </p14:xfrm>
          </p:contentPart>
        </mc:Choice>
        <mc:Fallback xmlns="">
          <p:pic>
            <p:nvPicPr>
              <p:cNvPr id="56" name="Ink 55">
                <a:extLst>
                  <a:ext uri="{FF2B5EF4-FFF2-40B4-BE49-F238E27FC236}">
                    <a16:creationId xmlns:a16="http://schemas.microsoft.com/office/drawing/2014/main" id="{D819BFAA-7F06-A933-4EC7-8C1C448D9BD4}"/>
                  </a:ext>
                </a:extLst>
              </p:cNvPr>
              <p:cNvPicPr/>
              <p:nvPr/>
            </p:nvPicPr>
            <p:blipFill>
              <a:blip r:embed="rId108"/>
              <a:stretch>
                <a:fillRect/>
              </a:stretch>
            </p:blipFill>
            <p:spPr>
              <a:xfrm>
                <a:off x="7313184" y="2889216"/>
                <a:ext cx="2678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7" name="Ink 56">
                <a:extLst>
                  <a:ext uri="{FF2B5EF4-FFF2-40B4-BE49-F238E27FC236}">
                    <a16:creationId xmlns:a16="http://schemas.microsoft.com/office/drawing/2014/main" id="{E7DA292F-6CD1-94DF-D2F9-0A853A6DE36B}"/>
                  </a:ext>
                </a:extLst>
              </p14:cNvPr>
              <p14:cNvContentPartPr/>
              <p14:nvPr/>
            </p14:nvContentPartPr>
            <p14:xfrm>
              <a:off x="7648344" y="2816856"/>
              <a:ext cx="28080" cy="176040"/>
            </p14:xfrm>
          </p:contentPart>
        </mc:Choice>
        <mc:Fallback xmlns="">
          <p:pic>
            <p:nvPicPr>
              <p:cNvPr id="57" name="Ink 56">
                <a:extLst>
                  <a:ext uri="{FF2B5EF4-FFF2-40B4-BE49-F238E27FC236}">
                    <a16:creationId xmlns:a16="http://schemas.microsoft.com/office/drawing/2014/main" id="{E7DA292F-6CD1-94DF-D2F9-0A853A6DE36B}"/>
                  </a:ext>
                </a:extLst>
              </p:cNvPr>
              <p:cNvPicPr/>
              <p:nvPr/>
            </p:nvPicPr>
            <p:blipFill>
              <a:blip r:embed="rId110"/>
              <a:stretch>
                <a:fillRect/>
              </a:stretch>
            </p:blipFill>
            <p:spPr>
              <a:xfrm>
                <a:off x="7644024" y="2812536"/>
                <a:ext cx="367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8" name="Ink 57">
                <a:extLst>
                  <a:ext uri="{FF2B5EF4-FFF2-40B4-BE49-F238E27FC236}">
                    <a16:creationId xmlns:a16="http://schemas.microsoft.com/office/drawing/2014/main" id="{761D844C-D497-90D4-179C-6792873299A9}"/>
                  </a:ext>
                </a:extLst>
              </p14:cNvPr>
              <p14:cNvContentPartPr/>
              <p14:nvPr/>
            </p14:nvContentPartPr>
            <p14:xfrm>
              <a:off x="7618104" y="2893176"/>
              <a:ext cx="159840" cy="14040"/>
            </p14:xfrm>
          </p:contentPart>
        </mc:Choice>
        <mc:Fallback xmlns="">
          <p:pic>
            <p:nvPicPr>
              <p:cNvPr id="58" name="Ink 57">
                <a:extLst>
                  <a:ext uri="{FF2B5EF4-FFF2-40B4-BE49-F238E27FC236}">
                    <a16:creationId xmlns:a16="http://schemas.microsoft.com/office/drawing/2014/main" id="{761D844C-D497-90D4-179C-6792873299A9}"/>
                  </a:ext>
                </a:extLst>
              </p:cNvPr>
              <p:cNvPicPr/>
              <p:nvPr/>
            </p:nvPicPr>
            <p:blipFill>
              <a:blip r:embed="rId112"/>
              <a:stretch>
                <a:fillRect/>
              </a:stretch>
            </p:blipFill>
            <p:spPr>
              <a:xfrm>
                <a:off x="7613784" y="2888856"/>
                <a:ext cx="1684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9" name="Ink 58">
                <a:extLst>
                  <a:ext uri="{FF2B5EF4-FFF2-40B4-BE49-F238E27FC236}">
                    <a16:creationId xmlns:a16="http://schemas.microsoft.com/office/drawing/2014/main" id="{6B2AAEF1-F668-C3C7-1D48-4EC8CA88EBED}"/>
                  </a:ext>
                </a:extLst>
              </p14:cNvPr>
              <p14:cNvContentPartPr/>
              <p14:nvPr/>
            </p14:nvContentPartPr>
            <p14:xfrm>
              <a:off x="7897464" y="2888496"/>
              <a:ext cx="360" cy="38520"/>
            </p14:xfrm>
          </p:contentPart>
        </mc:Choice>
        <mc:Fallback xmlns="">
          <p:pic>
            <p:nvPicPr>
              <p:cNvPr id="59" name="Ink 58">
                <a:extLst>
                  <a:ext uri="{FF2B5EF4-FFF2-40B4-BE49-F238E27FC236}">
                    <a16:creationId xmlns:a16="http://schemas.microsoft.com/office/drawing/2014/main" id="{6B2AAEF1-F668-C3C7-1D48-4EC8CA88EBED}"/>
                  </a:ext>
                </a:extLst>
              </p:cNvPr>
              <p:cNvPicPr/>
              <p:nvPr/>
            </p:nvPicPr>
            <p:blipFill>
              <a:blip r:embed="rId114"/>
              <a:stretch>
                <a:fillRect/>
              </a:stretch>
            </p:blipFill>
            <p:spPr>
              <a:xfrm>
                <a:off x="7893144" y="2884176"/>
                <a:ext cx="9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0" name="Ink 59">
                <a:extLst>
                  <a:ext uri="{FF2B5EF4-FFF2-40B4-BE49-F238E27FC236}">
                    <a16:creationId xmlns:a16="http://schemas.microsoft.com/office/drawing/2014/main" id="{41A4357D-ACD3-2898-68D4-2382FA7BD30A}"/>
                  </a:ext>
                </a:extLst>
              </p14:cNvPr>
              <p14:cNvContentPartPr/>
              <p14:nvPr/>
            </p14:nvContentPartPr>
            <p14:xfrm>
              <a:off x="7980624" y="2803176"/>
              <a:ext cx="9720" cy="59400"/>
            </p14:xfrm>
          </p:contentPart>
        </mc:Choice>
        <mc:Fallback xmlns="">
          <p:pic>
            <p:nvPicPr>
              <p:cNvPr id="60" name="Ink 59">
                <a:extLst>
                  <a:ext uri="{FF2B5EF4-FFF2-40B4-BE49-F238E27FC236}">
                    <a16:creationId xmlns:a16="http://schemas.microsoft.com/office/drawing/2014/main" id="{41A4357D-ACD3-2898-68D4-2382FA7BD30A}"/>
                  </a:ext>
                </a:extLst>
              </p:cNvPr>
              <p:cNvPicPr/>
              <p:nvPr/>
            </p:nvPicPr>
            <p:blipFill>
              <a:blip r:embed="rId116"/>
              <a:stretch>
                <a:fillRect/>
              </a:stretch>
            </p:blipFill>
            <p:spPr>
              <a:xfrm>
                <a:off x="7976304" y="2798856"/>
                <a:ext cx="1836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1" name="Ink 60">
                <a:extLst>
                  <a:ext uri="{FF2B5EF4-FFF2-40B4-BE49-F238E27FC236}">
                    <a16:creationId xmlns:a16="http://schemas.microsoft.com/office/drawing/2014/main" id="{53AF9687-3AD7-133A-7A6F-92F7E903D1EC}"/>
                  </a:ext>
                </a:extLst>
              </p14:cNvPr>
              <p14:cNvContentPartPr/>
              <p14:nvPr/>
            </p14:nvContentPartPr>
            <p14:xfrm>
              <a:off x="7970544" y="2887416"/>
              <a:ext cx="88920" cy="37440"/>
            </p14:xfrm>
          </p:contentPart>
        </mc:Choice>
        <mc:Fallback xmlns="">
          <p:pic>
            <p:nvPicPr>
              <p:cNvPr id="61" name="Ink 60">
                <a:extLst>
                  <a:ext uri="{FF2B5EF4-FFF2-40B4-BE49-F238E27FC236}">
                    <a16:creationId xmlns:a16="http://schemas.microsoft.com/office/drawing/2014/main" id="{53AF9687-3AD7-133A-7A6F-92F7E903D1EC}"/>
                  </a:ext>
                </a:extLst>
              </p:cNvPr>
              <p:cNvPicPr/>
              <p:nvPr/>
            </p:nvPicPr>
            <p:blipFill>
              <a:blip r:embed="rId118"/>
              <a:stretch>
                <a:fillRect/>
              </a:stretch>
            </p:blipFill>
            <p:spPr>
              <a:xfrm>
                <a:off x="7966224" y="2883096"/>
                <a:ext cx="975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84F54833-3BF4-5797-FD88-B11860F15DFF}"/>
                  </a:ext>
                </a:extLst>
              </p14:cNvPr>
              <p14:cNvContentPartPr/>
              <p14:nvPr/>
            </p14:nvContentPartPr>
            <p14:xfrm>
              <a:off x="8292744" y="2766096"/>
              <a:ext cx="65160" cy="162000"/>
            </p14:xfrm>
          </p:contentPart>
        </mc:Choice>
        <mc:Fallback xmlns="">
          <p:pic>
            <p:nvPicPr>
              <p:cNvPr id="62" name="Ink 61">
                <a:extLst>
                  <a:ext uri="{FF2B5EF4-FFF2-40B4-BE49-F238E27FC236}">
                    <a16:creationId xmlns:a16="http://schemas.microsoft.com/office/drawing/2014/main" id="{84F54833-3BF4-5797-FD88-B11860F15DFF}"/>
                  </a:ext>
                </a:extLst>
              </p:cNvPr>
              <p:cNvPicPr/>
              <p:nvPr/>
            </p:nvPicPr>
            <p:blipFill>
              <a:blip r:embed="rId120"/>
              <a:stretch>
                <a:fillRect/>
              </a:stretch>
            </p:blipFill>
            <p:spPr>
              <a:xfrm>
                <a:off x="8288424" y="2761776"/>
                <a:ext cx="738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E378FBFC-5607-72C8-9785-ED4798A71CE9}"/>
                  </a:ext>
                </a:extLst>
              </p14:cNvPr>
              <p14:cNvContentPartPr/>
              <p14:nvPr/>
            </p14:nvContentPartPr>
            <p14:xfrm>
              <a:off x="8262504" y="2701296"/>
              <a:ext cx="388440" cy="217440"/>
            </p14:xfrm>
          </p:contentPart>
        </mc:Choice>
        <mc:Fallback xmlns="">
          <p:pic>
            <p:nvPicPr>
              <p:cNvPr id="63" name="Ink 62">
                <a:extLst>
                  <a:ext uri="{FF2B5EF4-FFF2-40B4-BE49-F238E27FC236}">
                    <a16:creationId xmlns:a16="http://schemas.microsoft.com/office/drawing/2014/main" id="{E378FBFC-5607-72C8-9785-ED4798A71CE9}"/>
                  </a:ext>
                </a:extLst>
              </p:cNvPr>
              <p:cNvPicPr/>
              <p:nvPr/>
            </p:nvPicPr>
            <p:blipFill>
              <a:blip r:embed="rId122"/>
              <a:stretch>
                <a:fillRect/>
              </a:stretch>
            </p:blipFill>
            <p:spPr>
              <a:xfrm>
                <a:off x="8258184" y="2696976"/>
                <a:ext cx="3970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4" name="Ink 63">
                <a:extLst>
                  <a:ext uri="{FF2B5EF4-FFF2-40B4-BE49-F238E27FC236}">
                    <a16:creationId xmlns:a16="http://schemas.microsoft.com/office/drawing/2014/main" id="{1F4A9873-3B41-D3B9-B08A-2B3001CFC2F1}"/>
                  </a:ext>
                </a:extLst>
              </p14:cNvPr>
              <p14:cNvContentPartPr/>
              <p14:nvPr/>
            </p14:nvContentPartPr>
            <p14:xfrm>
              <a:off x="8604504" y="2849616"/>
              <a:ext cx="63720" cy="98280"/>
            </p14:xfrm>
          </p:contentPart>
        </mc:Choice>
        <mc:Fallback xmlns="">
          <p:pic>
            <p:nvPicPr>
              <p:cNvPr id="64" name="Ink 63">
                <a:extLst>
                  <a:ext uri="{FF2B5EF4-FFF2-40B4-BE49-F238E27FC236}">
                    <a16:creationId xmlns:a16="http://schemas.microsoft.com/office/drawing/2014/main" id="{1F4A9873-3B41-D3B9-B08A-2B3001CFC2F1}"/>
                  </a:ext>
                </a:extLst>
              </p:cNvPr>
              <p:cNvPicPr/>
              <p:nvPr/>
            </p:nvPicPr>
            <p:blipFill>
              <a:blip r:embed="rId124"/>
              <a:stretch>
                <a:fillRect/>
              </a:stretch>
            </p:blipFill>
            <p:spPr>
              <a:xfrm>
                <a:off x="8600184" y="2845296"/>
                <a:ext cx="72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5" name="Ink 64">
                <a:extLst>
                  <a:ext uri="{FF2B5EF4-FFF2-40B4-BE49-F238E27FC236}">
                    <a16:creationId xmlns:a16="http://schemas.microsoft.com/office/drawing/2014/main" id="{C52A26B3-7514-AAD3-70BF-3E991BFDF275}"/>
                  </a:ext>
                </a:extLst>
              </p14:cNvPr>
              <p14:cNvContentPartPr/>
              <p14:nvPr/>
            </p14:nvContentPartPr>
            <p14:xfrm>
              <a:off x="6547824" y="3321576"/>
              <a:ext cx="174240" cy="68760"/>
            </p14:xfrm>
          </p:contentPart>
        </mc:Choice>
        <mc:Fallback xmlns="">
          <p:pic>
            <p:nvPicPr>
              <p:cNvPr id="65" name="Ink 64">
                <a:extLst>
                  <a:ext uri="{FF2B5EF4-FFF2-40B4-BE49-F238E27FC236}">
                    <a16:creationId xmlns:a16="http://schemas.microsoft.com/office/drawing/2014/main" id="{C52A26B3-7514-AAD3-70BF-3E991BFDF275}"/>
                  </a:ext>
                </a:extLst>
              </p:cNvPr>
              <p:cNvPicPr/>
              <p:nvPr/>
            </p:nvPicPr>
            <p:blipFill>
              <a:blip r:embed="rId126"/>
              <a:stretch>
                <a:fillRect/>
              </a:stretch>
            </p:blipFill>
            <p:spPr>
              <a:xfrm>
                <a:off x="6543504" y="3317256"/>
                <a:ext cx="18288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6" name="Ink 65">
                <a:extLst>
                  <a:ext uri="{FF2B5EF4-FFF2-40B4-BE49-F238E27FC236}">
                    <a16:creationId xmlns:a16="http://schemas.microsoft.com/office/drawing/2014/main" id="{68BB4D44-CD00-026E-EE7B-4A5E6436D48E}"/>
                  </a:ext>
                </a:extLst>
              </p14:cNvPr>
              <p14:cNvContentPartPr/>
              <p14:nvPr/>
            </p14:nvContentPartPr>
            <p14:xfrm>
              <a:off x="6772824" y="3312576"/>
              <a:ext cx="145800" cy="59400"/>
            </p14:xfrm>
          </p:contentPart>
        </mc:Choice>
        <mc:Fallback xmlns="">
          <p:pic>
            <p:nvPicPr>
              <p:cNvPr id="66" name="Ink 65">
                <a:extLst>
                  <a:ext uri="{FF2B5EF4-FFF2-40B4-BE49-F238E27FC236}">
                    <a16:creationId xmlns:a16="http://schemas.microsoft.com/office/drawing/2014/main" id="{68BB4D44-CD00-026E-EE7B-4A5E6436D48E}"/>
                  </a:ext>
                </a:extLst>
              </p:cNvPr>
              <p:cNvPicPr/>
              <p:nvPr/>
            </p:nvPicPr>
            <p:blipFill>
              <a:blip r:embed="rId128"/>
              <a:stretch>
                <a:fillRect/>
              </a:stretch>
            </p:blipFill>
            <p:spPr>
              <a:xfrm>
                <a:off x="6768504" y="3308256"/>
                <a:ext cx="1544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7" name="Ink 66">
                <a:extLst>
                  <a:ext uri="{FF2B5EF4-FFF2-40B4-BE49-F238E27FC236}">
                    <a16:creationId xmlns:a16="http://schemas.microsoft.com/office/drawing/2014/main" id="{325D4B49-60FE-78FB-ED7E-CF2E2BCEC8D3}"/>
                  </a:ext>
                </a:extLst>
              </p14:cNvPr>
              <p14:cNvContentPartPr/>
              <p14:nvPr/>
            </p14:nvContentPartPr>
            <p14:xfrm>
              <a:off x="6952824" y="3270816"/>
              <a:ext cx="109080" cy="98640"/>
            </p14:xfrm>
          </p:contentPart>
        </mc:Choice>
        <mc:Fallback xmlns="">
          <p:pic>
            <p:nvPicPr>
              <p:cNvPr id="67" name="Ink 66">
                <a:extLst>
                  <a:ext uri="{FF2B5EF4-FFF2-40B4-BE49-F238E27FC236}">
                    <a16:creationId xmlns:a16="http://schemas.microsoft.com/office/drawing/2014/main" id="{325D4B49-60FE-78FB-ED7E-CF2E2BCEC8D3}"/>
                  </a:ext>
                </a:extLst>
              </p:cNvPr>
              <p:cNvPicPr/>
              <p:nvPr/>
            </p:nvPicPr>
            <p:blipFill>
              <a:blip r:embed="rId130"/>
              <a:stretch>
                <a:fillRect/>
              </a:stretch>
            </p:blipFill>
            <p:spPr>
              <a:xfrm>
                <a:off x="6948504" y="3266496"/>
                <a:ext cx="11772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68" name="Ink 67">
                <a:extLst>
                  <a:ext uri="{FF2B5EF4-FFF2-40B4-BE49-F238E27FC236}">
                    <a16:creationId xmlns:a16="http://schemas.microsoft.com/office/drawing/2014/main" id="{599C162B-4734-A51D-1CC9-21D66B2C709A}"/>
                  </a:ext>
                </a:extLst>
              </p14:cNvPr>
              <p14:cNvContentPartPr/>
              <p14:nvPr/>
            </p14:nvContentPartPr>
            <p14:xfrm>
              <a:off x="7111224" y="3258216"/>
              <a:ext cx="77760" cy="89640"/>
            </p14:xfrm>
          </p:contentPart>
        </mc:Choice>
        <mc:Fallback xmlns="">
          <p:pic>
            <p:nvPicPr>
              <p:cNvPr id="68" name="Ink 67">
                <a:extLst>
                  <a:ext uri="{FF2B5EF4-FFF2-40B4-BE49-F238E27FC236}">
                    <a16:creationId xmlns:a16="http://schemas.microsoft.com/office/drawing/2014/main" id="{599C162B-4734-A51D-1CC9-21D66B2C709A}"/>
                  </a:ext>
                </a:extLst>
              </p:cNvPr>
              <p:cNvPicPr/>
              <p:nvPr/>
            </p:nvPicPr>
            <p:blipFill>
              <a:blip r:embed="rId132"/>
              <a:stretch>
                <a:fillRect/>
              </a:stretch>
            </p:blipFill>
            <p:spPr>
              <a:xfrm>
                <a:off x="7106904" y="3253896"/>
                <a:ext cx="86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69" name="Ink 68">
                <a:extLst>
                  <a:ext uri="{FF2B5EF4-FFF2-40B4-BE49-F238E27FC236}">
                    <a16:creationId xmlns:a16="http://schemas.microsoft.com/office/drawing/2014/main" id="{A5862856-711B-8428-F2A3-D819DD0F6CAA}"/>
                  </a:ext>
                </a:extLst>
              </p14:cNvPr>
              <p14:cNvContentPartPr/>
              <p14:nvPr/>
            </p14:nvContentPartPr>
            <p14:xfrm>
              <a:off x="7246224" y="3276576"/>
              <a:ext cx="57960" cy="60480"/>
            </p14:xfrm>
          </p:contentPart>
        </mc:Choice>
        <mc:Fallback xmlns="">
          <p:pic>
            <p:nvPicPr>
              <p:cNvPr id="69" name="Ink 68">
                <a:extLst>
                  <a:ext uri="{FF2B5EF4-FFF2-40B4-BE49-F238E27FC236}">
                    <a16:creationId xmlns:a16="http://schemas.microsoft.com/office/drawing/2014/main" id="{A5862856-711B-8428-F2A3-D819DD0F6CAA}"/>
                  </a:ext>
                </a:extLst>
              </p:cNvPr>
              <p:cNvPicPr/>
              <p:nvPr/>
            </p:nvPicPr>
            <p:blipFill>
              <a:blip r:embed="rId134"/>
              <a:stretch>
                <a:fillRect/>
              </a:stretch>
            </p:blipFill>
            <p:spPr>
              <a:xfrm>
                <a:off x="7241904" y="3272256"/>
                <a:ext cx="666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0" name="Ink 69">
                <a:extLst>
                  <a:ext uri="{FF2B5EF4-FFF2-40B4-BE49-F238E27FC236}">
                    <a16:creationId xmlns:a16="http://schemas.microsoft.com/office/drawing/2014/main" id="{26A3FAD3-EC2B-AF58-9BA7-F28281082EDE}"/>
                  </a:ext>
                </a:extLst>
              </p14:cNvPr>
              <p14:cNvContentPartPr/>
              <p14:nvPr/>
            </p14:nvContentPartPr>
            <p14:xfrm>
              <a:off x="7376904" y="3131136"/>
              <a:ext cx="59040" cy="188640"/>
            </p14:xfrm>
          </p:contentPart>
        </mc:Choice>
        <mc:Fallback xmlns="">
          <p:pic>
            <p:nvPicPr>
              <p:cNvPr id="70" name="Ink 69">
                <a:extLst>
                  <a:ext uri="{FF2B5EF4-FFF2-40B4-BE49-F238E27FC236}">
                    <a16:creationId xmlns:a16="http://schemas.microsoft.com/office/drawing/2014/main" id="{26A3FAD3-EC2B-AF58-9BA7-F28281082EDE}"/>
                  </a:ext>
                </a:extLst>
              </p:cNvPr>
              <p:cNvPicPr/>
              <p:nvPr/>
            </p:nvPicPr>
            <p:blipFill>
              <a:blip r:embed="rId136"/>
              <a:stretch>
                <a:fillRect/>
              </a:stretch>
            </p:blipFill>
            <p:spPr>
              <a:xfrm>
                <a:off x="7372584" y="3126816"/>
                <a:ext cx="676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1" name="Ink 70">
                <a:extLst>
                  <a:ext uri="{FF2B5EF4-FFF2-40B4-BE49-F238E27FC236}">
                    <a16:creationId xmlns:a16="http://schemas.microsoft.com/office/drawing/2014/main" id="{1545A9CC-F806-B6FD-71E1-14743DDD1A39}"/>
                  </a:ext>
                </a:extLst>
              </p14:cNvPr>
              <p14:cNvContentPartPr/>
              <p14:nvPr/>
            </p14:nvContentPartPr>
            <p14:xfrm>
              <a:off x="7359264" y="3247776"/>
              <a:ext cx="150480" cy="15480"/>
            </p14:xfrm>
          </p:contentPart>
        </mc:Choice>
        <mc:Fallback xmlns="">
          <p:pic>
            <p:nvPicPr>
              <p:cNvPr id="71" name="Ink 70">
                <a:extLst>
                  <a:ext uri="{FF2B5EF4-FFF2-40B4-BE49-F238E27FC236}">
                    <a16:creationId xmlns:a16="http://schemas.microsoft.com/office/drawing/2014/main" id="{1545A9CC-F806-B6FD-71E1-14743DDD1A39}"/>
                  </a:ext>
                </a:extLst>
              </p:cNvPr>
              <p:cNvPicPr/>
              <p:nvPr/>
            </p:nvPicPr>
            <p:blipFill>
              <a:blip r:embed="rId138"/>
              <a:stretch>
                <a:fillRect/>
              </a:stretch>
            </p:blipFill>
            <p:spPr>
              <a:xfrm>
                <a:off x="7354944" y="3243456"/>
                <a:ext cx="159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2" name="Ink 71">
                <a:extLst>
                  <a:ext uri="{FF2B5EF4-FFF2-40B4-BE49-F238E27FC236}">
                    <a16:creationId xmlns:a16="http://schemas.microsoft.com/office/drawing/2014/main" id="{8E71F01B-FC68-3AD1-1816-D05ED228C55E}"/>
                  </a:ext>
                </a:extLst>
              </p14:cNvPr>
              <p14:cNvContentPartPr/>
              <p14:nvPr/>
            </p14:nvContentPartPr>
            <p14:xfrm>
              <a:off x="7502544" y="3266856"/>
              <a:ext cx="95040" cy="57600"/>
            </p14:xfrm>
          </p:contentPart>
        </mc:Choice>
        <mc:Fallback xmlns="">
          <p:pic>
            <p:nvPicPr>
              <p:cNvPr id="72" name="Ink 71">
                <a:extLst>
                  <a:ext uri="{FF2B5EF4-FFF2-40B4-BE49-F238E27FC236}">
                    <a16:creationId xmlns:a16="http://schemas.microsoft.com/office/drawing/2014/main" id="{8E71F01B-FC68-3AD1-1816-D05ED228C55E}"/>
                  </a:ext>
                </a:extLst>
              </p:cNvPr>
              <p:cNvPicPr/>
              <p:nvPr/>
            </p:nvPicPr>
            <p:blipFill>
              <a:blip r:embed="rId140"/>
              <a:stretch>
                <a:fillRect/>
              </a:stretch>
            </p:blipFill>
            <p:spPr>
              <a:xfrm>
                <a:off x="7498224" y="3262536"/>
                <a:ext cx="103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3" name="Ink 72">
                <a:extLst>
                  <a:ext uri="{FF2B5EF4-FFF2-40B4-BE49-F238E27FC236}">
                    <a16:creationId xmlns:a16="http://schemas.microsoft.com/office/drawing/2014/main" id="{AC41A982-63E3-835B-4933-CF2B7DCBFB9E}"/>
                  </a:ext>
                </a:extLst>
              </p14:cNvPr>
              <p14:cNvContentPartPr/>
              <p14:nvPr/>
            </p14:nvContentPartPr>
            <p14:xfrm>
              <a:off x="7659504" y="3130776"/>
              <a:ext cx="183240" cy="194760"/>
            </p14:xfrm>
          </p:contentPart>
        </mc:Choice>
        <mc:Fallback xmlns="">
          <p:pic>
            <p:nvPicPr>
              <p:cNvPr id="73" name="Ink 72">
                <a:extLst>
                  <a:ext uri="{FF2B5EF4-FFF2-40B4-BE49-F238E27FC236}">
                    <a16:creationId xmlns:a16="http://schemas.microsoft.com/office/drawing/2014/main" id="{AC41A982-63E3-835B-4933-CF2B7DCBFB9E}"/>
                  </a:ext>
                </a:extLst>
              </p:cNvPr>
              <p:cNvPicPr/>
              <p:nvPr/>
            </p:nvPicPr>
            <p:blipFill>
              <a:blip r:embed="rId142"/>
              <a:stretch>
                <a:fillRect/>
              </a:stretch>
            </p:blipFill>
            <p:spPr>
              <a:xfrm>
                <a:off x="7655184" y="3126456"/>
                <a:ext cx="1918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4" name="Ink 73">
                <a:extLst>
                  <a:ext uri="{FF2B5EF4-FFF2-40B4-BE49-F238E27FC236}">
                    <a16:creationId xmlns:a16="http://schemas.microsoft.com/office/drawing/2014/main" id="{4574B43C-BE2A-2CCB-AF65-475277532C46}"/>
                  </a:ext>
                </a:extLst>
              </p14:cNvPr>
              <p14:cNvContentPartPr/>
              <p14:nvPr/>
            </p14:nvContentPartPr>
            <p14:xfrm>
              <a:off x="8010864" y="3297456"/>
              <a:ext cx="16560" cy="169560"/>
            </p14:xfrm>
          </p:contentPart>
        </mc:Choice>
        <mc:Fallback xmlns="">
          <p:pic>
            <p:nvPicPr>
              <p:cNvPr id="74" name="Ink 73">
                <a:extLst>
                  <a:ext uri="{FF2B5EF4-FFF2-40B4-BE49-F238E27FC236}">
                    <a16:creationId xmlns:a16="http://schemas.microsoft.com/office/drawing/2014/main" id="{4574B43C-BE2A-2CCB-AF65-475277532C46}"/>
                  </a:ext>
                </a:extLst>
              </p:cNvPr>
              <p:cNvPicPr/>
              <p:nvPr/>
            </p:nvPicPr>
            <p:blipFill>
              <a:blip r:embed="rId144"/>
              <a:stretch>
                <a:fillRect/>
              </a:stretch>
            </p:blipFill>
            <p:spPr>
              <a:xfrm>
                <a:off x="8006544" y="3293136"/>
                <a:ext cx="252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5" name="Ink 74">
                <a:extLst>
                  <a:ext uri="{FF2B5EF4-FFF2-40B4-BE49-F238E27FC236}">
                    <a16:creationId xmlns:a16="http://schemas.microsoft.com/office/drawing/2014/main" id="{D584CE9A-467C-EA8C-6DE1-FDFA07A40321}"/>
                  </a:ext>
                </a:extLst>
              </p14:cNvPr>
              <p14:cNvContentPartPr/>
              <p14:nvPr/>
            </p14:nvContentPartPr>
            <p14:xfrm>
              <a:off x="8059464" y="3241656"/>
              <a:ext cx="91080" cy="50400"/>
            </p14:xfrm>
          </p:contentPart>
        </mc:Choice>
        <mc:Fallback xmlns="">
          <p:pic>
            <p:nvPicPr>
              <p:cNvPr id="75" name="Ink 74">
                <a:extLst>
                  <a:ext uri="{FF2B5EF4-FFF2-40B4-BE49-F238E27FC236}">
                    <a16:creationId xmlns:a16="http://schemas.microsoft.com/office/drawing/2014/main" id="{D584CE9A-467C-EA8C-6DE1-FDFA07A40321}"/>
                  </a:ext>
                </a:extLst>
              </p:cNvPr>
              <p:cNvPicPr/>
              <p:nvPr/>
            </p:nvPicPr>
            <p:blipFill>
              <a:blip r:embed="rId146"/>
              <a:stretch>
                <a:fillRect/>
              </a:stretch>
            </p:blipFill>
            <p:spPr>
              <a:xfrm>
                <a:off x="8055144" y="3237336"/>
                <a:ext cx="997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6" name="Ink 75">
                <a:extLst>
                  <a:ext uri="{FF2B5EF4-FFF2-40B4-BE49-F238E27FC236}">
                    <a16:creationId xmlns:a16="http://schemas.microsoft.com/office/drawing/2014/main" id="{78697D03-FD9A-DF9A-347E-1ECDF15DC294}"/>
                  </a:ext>
                </a:extLst>
              </p14:cNvPr>
              <p14:cNvContentPartPr/>
              <p14:nvPr/>
            </p14:nvContentPartPr>
            <p14:xfrm>
              <a:off x="8181504" y="3229056"/>
              <a:ext cx="102240" cy="56160"/>
            </p14:xfrm>
          </p:contentPart>
        </mc:Choice>
        <mc:Fallback xmlns="">
          <p:pic>
            <p:nvPicPr>
              <p:cNvPr id="76" name="Ink 75">
                <a:extLst>
                  <a:ext uri="{FF2B5EF4-FFF2-40B4-BE49-F238E27FC236}">
                    <a16:creationId xmlns:a16="http://schemas.microsoft.com/office/drawing/2014/main" id="{78697D03-FD9A-DF9A-347E-1ECDF15DC294}"/>
                  </a:ext>
                </a:extLst>
              </p:cNvPr>
              <p:cNvPicPr/>
              <p:nvPr/>
            </p:nvPicPr>
            <p:blipFill>
              <a:blip r:embed="rId148"/>
              <a:stretch>
                <a:fillRect/>
              </a:stretch>
            </p:blipFill>
            <p:spPr>
              <a:xfrm>
                <a:off x="8177184" y="3224736"/>
                <a:ext cx="1108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7" name="Ink 76">
                <a:extLst>
                  <a:ext uri="{FF2B5EF4-FFF2-40B4-BE49-F238E27FC236}">
                    <a16:creationId xmlns:a16="http://schemas.microsoft.com/office/drawing/2014/main" id="{47B23CC9-C62C-049A-4445-8D805A35FE07}"/>
                  </a:ext>
                </a:extLst>
              </p14:cNvPr>
              <p14:cNvContentPartPr/>
              <p14:nvPr/>
            </p14:nvContentPartPr>
            <p14:xfrm>
              <a:off x="8342424" y="3190176"/>
              <a:ext cx="31320" cy="102600"/>
            </p14:xfrm>
          </p:contentPart>
        </mc:Choice>
        <mc:Fallback xmlns="">
          <p:pic>
            <p:nvPicPr>
              <p:cNvPr id="77" name="Ink 76">
                <a:extLst>
                  <a:ext uri="{FF2B5EF4-FFF2-40B4-BE49-F238E27FC236}">
                    <a16:creationId xmlns:a16="http://schemas.microsoft.com/office/drawing/2014/main" id="{47B23CC9-C62C-049A-4445-8D805A35FE07}"/>
                  </a:ext>
                </a:extLst>
              </p:cNvPr>
              <p:cNvPicPr/>
              <p:nvPr/>
            </p:nvPicPr>
            <p:blipFill>
              <a:blip r:embed="rId150"/>
              <a:stretch>
                <a:fillRect/>
              </a:stretch>
            </p:blipFill>
            <p:spPr>
              <a:xfrm>
                <a:off x="8338104" y="3185856"/>
                <a:ext cx="399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8" name="Ink 77">
                <a:extLst>
                  <a:ext uri="{FF2B5EF4-FFF2-40B4-BE49-F238E27FC236}">
                    <a16:creationId xmlns:a16="http://schemas.microsoft.com/office/drawing/2014/main" id="{B5748CA2-DF69-37FB-4A90-36F373A2F944}"/>
                  </a:ext>
                </a:extLst>
              </p14:cNvPr>
              <p14:cNvContentPartPr/>
              <p14:nvPr/>
            </p14:nvContentPartPr>
            <p14:xfrm>
              <a:off x="8489664" y="3117456"/>
              <a:ext cx="38880" cy="140760"/>
            </p14:xfrm>
          </p:contentPart>
        </mc:Choice>
        <mc:Fallback xmlns="">
          <p:pic>
            <p:nvPicPr>
              <p:cNvPr id="78" name="Ink 77">
                <a:extLst>
                  <a:ext uri="{FF2B5EF4-FFF2-40B4-BE49-F238E27FC236}">
                    <a16:creationId xmlns:a16="http://schemas.microsoft.com/office/drawing/2014/main" id="{B5748CA2-DF69-37FB-4A90-36F373A2F944}"/>
                  </a:ext>
                </a:extLst>
              </p:cNvPr>
              <p:cNvPicPr/>
              <p:nvPr/>
            </p:nvPicPr>
            <p:blipFill>
              <a:blip r:embed="rId152"/>
              <a:stretch>
                <a:fillRect/>
              </a:stretch>
            </p:blipFill>
            <p:spPr>
              <a:xfrm>
                <a:off x="8485344" y="3113136"/>
                <a:ext cx="47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9" name="Ink 78">
                <a:extLst>
                  <a:ext uri="{FF2B5EF4-FFF2-40B4-BE49-F238E27FC236}">
                    <a16:creationId xmlns:a16="http://schemas.microsoft.com/office/drawing/2014/main" id="{806B1700-CC57-A3D0-1BBE-C0DB80348D8D}"/>
                  </a:ext>
                </a:extLst>
              </p14:cNvPr>
              <p14:cNvContentPartPr/>
              <p14:nvPr/>
            </p14:nvContentPartPr>
            <p14:xfrm>
              <a:off x="8424144" y="3192336"/>
              <a:ext cx="155160" cy="20160"/>
            </p14:xfrm>
          </p:contentPart>
        </mc:Choice>
        <mc:Fallback xmlns="">
          <p:pic>
            <p:nvPicPr>
              <p:cNvPr id="79" name="Ink 78">
                <a:extLst>
                  <a:ext uri="{FF2B5EF4-FFF2-40B4-BE49-F238E27FC236}">
                    <a16:creationId xmlns:a16="http://schemas.microsoft.com/office/drawing/2014/main" id="{806B1700-CC57-A3D0-1BBE-C0DB80348D8D}"/>
                  </a:ext>
                </a:extLst>
              </p:cNvPr>
              <p:cNvPicPr/>
              <p:nvPr/>
            </p:nvPicPr>
            <p:blipFill>
              <a:blip r:embed="rId154"/>
              <a:stretch>
                <a:fillRect/>
              </a:stretch>
            </p:blipFill>
            <p:spPr>
              <a:xfrm>
                <a:off x="8419824" y="3188016"/>
                <a:ext cx="1638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0" name="Ink 79">
                <a:extLst>
                  <a:ext uri="{FF2B5EF4-FFF2-40B4-BE49-F238E27FC236}">
                    <a16:creationId xmlns:a16="http://schemas.microsoft.com/office/drawing/2014/main" id="{9E44F8D5-0E65-AA73-969F-7D1732E9BAF4}"/>
                  </a:ext>
                </a:extLst>
              </p14:cNvPr>
              <p14:cNvContentPartPr/>
              <p14:nvPr/>
            </p14:nvContentPartPr>
            <p14:xfrm>
              <a:off x="8516664" y="3319416"/>
              <a:ext cx="122760" cy="105480"/>
            </p14:xfrm>
          </p:contentPart>
        </mc:Choice>
        <mc:Fallback xmlns="">
          <p:pic>
            <p:nvPicPr>
              <p:cNvPr id="80" name="Ink 79">
                <a:extLst>
                  <a:ext uri="{FF2B5EF4-FFF2-40B4-BE49-F238E27FC236}">
                    <a16:creationId xmlns:a16="http://schemas.microsoft.com/office/drawing/2014/main" id="{9E44F8D5-0E65-AA73-969F-7D1732E9BAF4}"/>
                  </a:ext>
                </a:extLst>
              </p:cNvPr>
              <p:cNvPicPr/>
              <p:nvPr/>
            </p:nvPicPr>
            <p:blipFill>
              <a:blip r:embed="rId156"/>
              <a:stretch>
                <a:fillRect/>
              </a:stretch>
            </p:blipFill>
            <p:spPr>
              <a:xfrm>
                <a:off x="8512344" y="3315096"/>
                <a:ext cx="1314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1" name="Ink 80">
                <a:extLst>
                  <a:ext uri="{FF2B5EF4-FFF2-40B4-BE49-F238E27FC236}">
                    <a16:creationId xmlns:a16="http://schemas.microsoft.com/office/drawing/2014/main" id="{46692738-0879-4A13-268C-47F139943012}"/>
                  </a:ext>
                </a:extLst>
              </p14:cNvPr>
              <p14:cNvContentPartPr/>
              <p14:nvPr/>
            </p14:nvContentPartPr>
            <p14:xfrm>
              <a:off x="6498144" y="3657096"/>
              <a:ext cx="175680" cy="102600"/>
            </p14:xfrm>
          </p:contentPart>
        </mc:Choice>
        <mc:Fallback xmlns="">
          <p:pic>
            <p:nvPicPr>
              <p:cNvPr id="81" name="Ink 80">
                <a:extLst>
                  <a:ext uri="{FF2B5EF4-FFF2-40B4-BE49-F238E27FC236}">
                    <a16:creationId xmlns:a16="http://schemas.microsoft.com/office/drawing/2014/main" id="{46692738-0879-4A13-268C-47F139943012}"/>
                  </a:ext>
                </a:extLst>
              </p:cNvPr>
              <p:cNvPicPr/>
              <p:nvPr/>
            </p:nvPicPr>
            <p:blipFill>
              <a:blip r:embed="rId158"/>
              <a:stretch>
                <a:fillRect/>
              </a:stretch>
            </p:blipFill>
            <p:spPr>
              <a:xfrm>
                <a:off x="6493824" y="3652776"/>
                <a:ext cx="184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2" name="Ink 81">
                <a:extLst>
                  <a:ext uri="{FF2B5EF4-FFF2-40B4-BE49-F238E27FC236}">
                    <a16:creationId xmlns:a16="http://schemas.microsoft.com/office/drawing/2014/main" id="{984F6C9B-1236-4432-290D-7EEA47181324}"/>
                  </a:ext>
                </a:extLst>
              </p14:cNvPr>
              <p14:cNvContentPartPr/>
              <p14:nvPr/>
            </p14:nvContentPartPr>
            <p14:xfrm>
              <a:off x="6645744" y="3670416"/>
              <a:ext cx="360" cy="360"/>
            </p14:xfrm>
          </p:contentPart>
        </mc:Choice>
        <mc:Fallback xmlns="">
          <p:pic>
            <p:nvPicPr>
              <p:cNvPr id="82" name="Ink 81">
                <a:extLst>
                  <a:ext uri="{FF2B5EF4-FFF2-40B4-BE49-F238E27FC236}">
                    <a16:creationId xmlns:a16="http://schemas.microsoft.com/office/drawing/2014/main" id="{984F6C9B-1236-4432-290D-7EEA47181324}"/>
                  </a:ext>
                </a:extLst>
              </p:cNvPr>
              <p:cNvPicPr/>
              <p:nvPr/>
            </p:nvPicPr>
            <p:blipFill>
              <a:blip r:embed="rId92"/>
              <a:stretch>
                <a:fillRect/>
              </a:stretch>
            </p:blipFill>
            <p:spPr>
              <a:xfrm>
                <a:off x="6641424" y="366609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3" name="Ink 82">
                <a:extLst>
                  <a:ext uri="{FF2B5EF4-FFF2-40B4-BE49-F238E27FC236}">
                    <a16:creationId xmlns:a16="http://schemas.microsoft.com/office/drawing/2014/main" id="{AAF38336-DF7C-F6FF-55E5-1012C9150777}"/>
                  </a:ext>
                </a:extLst>
              </p14:cNvPr>
              <p14:cNvContentPartPr/>
              <p14:nvPr/>
            </p14:nvContentPartPr>
            <p14:xfrm>
              <a:off x="6645744" y="3670416"/>
              <a:ext cx="212760" cy="72000"/>
            </p14:xfrm>
          </p:contentPart>
        </mc:Choice>
        <mc:Fallback xmlns="">
          <p:pic>
            <p:nvPicPr>
              <p:cNvPr id="83" name="Ink 82">
                <a:extLst>
                  <a:ext uri="{FF2B5EF4-FFF2-40B4-BE49-F238E27FC236}">
                    <a16:creationId xmlns:a16="http://schemas.microsoft.com/office/drawing/2014/main" id="{AAF38336-DF7C-F6FF-55E5-1012C9150777}"/>
                  </a:ext>
                </a:extLst>
              </p:cNvPr>
              <p:cNvPicPr/>
              <p:nvPr/>
            </p:nvPicPr>
            <p:blipFill>
              <a:blip r:embed="rId161"/>
              <a:stretch>
                <a:fillRect/>
              </a:stretch>
            </p:blipFill>
            <p:spPr>
              <a:xfrm>
                <a:off x="6641424" y="3666096"/>
                <a:ext cx="2214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4" name="Ink 83">
                <a:extLst>
                  <a:ext uri="{FF2B5EF4-FFF2-40B4-BE49-F238E27FC236}">
                    <a16:creationId xmlns:a16="http://schemas.microsoft.com/office/drawing/2014/main" id="{1A030C78-04F0-69F3-DA86-8571B9841A5A}"/>
                  </a:ext>
                </a:extLst>
              </p14:cNvPr>
              <p14:cNvContentPartPr/>
              <p14:nvPr/>
            </p14:nvContentPartPr>
            <p14:xfrm>
              <a:off x="6866424" y="3474216"/>
              <a:ext cx="280800" cy="281880"/>
            </p14:xfrm>
          </p:contentPart>
        </mc:Choice>
        <mc:Fallback xmlns="">
          <p:pic>
            <p:nvPicPr>
              <p:cNvPr id="84" name="Ink 83">
                <a:extLst>
                  <a:ext uri="{FF2B5EF4-FFF2-40B4-BE49-F238E27FC236}">
                    <a16:creationId xmlns:a16="http://schemas.microsoft.com/office/drawing/2014/main" id="{1A030C78-04F0-69F3-DA86-8571B9841A5A}"/>
                  </a:ext>
                </a:extLst>
              </p:cNvPr>
              <p:cNvPicPr/>
              <p:nvPr/>
            </p:nvPicPr>
            <p:blipFill>
              <a:blip r:embed="rId163"/>
              <a:stretch>
                <a:fillRect/>
              </a:stretch>
            </p:blipFill>
            <p:spPr>
              <a:xfrm>
                <a:off x="6862104" y="3469896"/>
                <a:ext cx="28944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5" name="Ink 84">
                <a:extLst>
                  <a:ext uri="{FF2B5EF4-FFF2-40B4-BE49-F238E27FC236}">
                    <a16:creationId xmlns:a16="http://schemas.microsoft.com/office/drawing/2014/main" id="{FB169328-684F-E5AC-42BF-02846707AF2D}"/>
                  </a:ext>
                </a:extLst>
              </p14:cNvPr>
              <p14:cNvContentPartPr/>
              <p14:nvPr/>
            </p14:nvContentPartPr>
            <p14:xfrm>
              <a:off x="7403184" y="3646296"/>
              <a:ext cx="109080" cy="65160"/>
            </p14:xfrm>
          </p:contentPart>
        </mc:Choice>
        <mc:Fallback xmlns="">
          <p:pic>
            <p:nvPicPr>
              <p:cNvPr id="85" name="Ink 84">
                <a:extLst>
                  <a:ext uri="{FF2B5EF4-FFF2-40B4-BE49-F238E27FC236}">
                    <a16:creationId xmlns:a16="http://schemas.microsoft.com/office/drawing/2014/main" id="{FB169328-684F-E5AC-42BF-02846707AF2D}"/>
                  </a:ext>
                </a:extLst>
              </p:cNvPr>
              <p:cNvPicPr/>
              <p:nvPr/>
            </p:nvPicPr>
            <p:blipFill>
              <a:blip r:embed="rId165"/>
              <a:stretch>
                <a:fillRect/>
              </a:stretch>
            </p:blipFill>
            <p:spPr>
              <a:xfrm>
                <a:off x="7398864" y="3641976"/>
                <a:ext cx="1177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6" name="Ink 85">
                <a:extLst>
                  <a:ext uri="{FF2B5EF4-FFF2-40B4-BE49-F238E27FC236}">
                    <a16:creationId xmlns:a16="http://schemas.microsoft.com/office/drawing/2014/main" id="{3492AFB5-8015-6F32-12ED-37C0CCE277F8}"/>
                  </a:ext>
                </a:extLst>
              </p14:cNvPr>
              <p14:cNvContentPartPr/>
              <p14:nvPr/>
            </p14:nvContentPartPr>
            <p14:xfrm>
              <a:off x="7525584" y="3565296"/>
              <a:ext cx="23400" cy="72000"/>
            </p14:xfrm>
          </p:contentPart>
        </mc:Choice>
        <mc:Fallback xmlns="">
          <p:pic>
            <p:nvPicPr>
              <p:cNvPr id="86" name="Ink 85">
                <a:extLst>
                  <a:ext uri="{FF2B5EF4-FFF2-40B4-BE49-F238E27FC236}">
                    <a16:creationId xmlns:a16="http://schemas.microsoft.com/office/drawing/2014/main" id="{3492AFB5-8015-6F32-12ED-37C0CCE277F8}"/>
                  </a:ext>
                </a:extLst>
              </p:cNvPr>
              <p:cNvPicPr/>
              <p:nvPr/>
            </p:nvPicPr>
            <p:blipFill>
              <a:blip r:embed="rId167"/>
              <a:stretch>
                <a:fillRect/>
              </a:stretch>
            </p:blipFill>
            <p:spPr>
              <a:xfrm>
                <a:off x="7521264" y="3560976"/>
                <a:ext cx="32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7" name="Ink 86">
                <a:extLst>
                  <a:ext uri="{FF2B5EF4-FFF2-40B4-BE49-F238E27FC236}">
                    <a16:creationId xmlns:a16="http://schemas.microsoft.com/office/drawing/2014/main" id="{533AC511-A515-EA07-7FCE-03D03B7E4C0A}"/>
                  </a:ext>
                </a:extLst>
              </p14:cNvPr>
              <p14:cNvContentPartPr/>
              <p14:nvPr/>
            </p14:nvContentPartPr>
            <p14:xfrm>
              <a:off x="7534944" y="3661776"/>
              <a:ext cx="168840" cy="45000"/>
            </p14:xfrm>
          </p:contentPart>
        </mc:Choice>
        <mc:Fallback xmlns="">
          <p:pic>
            <p:nvPicPr>
              <p:cNvPr id="87" name="Ink 86">
                <a:extLst>
                  <a:ext uri="{FF2B5EF4-FFF2-40B4-BE49-F238E27FC236}">
                    <a16:creationId xmlns:a16="http://schemas.microsoft.com/office/drawing/2014/main" id="{533AC511-A515-EA07-7FCE-03D03B7E4C0A}"/>
                  </a:ext>
                </a:extLst>
              </p:cNvPr>
              <p:cNvPicPr/>
              <p:nvPr/>
            </p:nvPicPr>
            <p:blipFill>
              <a:blip r:embed="rId169"/>
              <a:stretch>
                <a:fillRect/>
              </a:stretch>
            </p:blipFill>
            <p:spPr>
              <a:xfrm>
                <a:off x="7530624" y="3657456"/>
                <a:ext cx="1774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8" name="Ink 87">
                <a:extLst>
                  <a:ext uri="{FF2B5EF4-FFF2-40B4-BE49-F238E27FC236}">
                    <a16:creationId xmlns:a16="http://schemas.microsoft.com/office/drawing/2014/main" id="{96C22F5C-BCF2-5542-7B9B-2F44D7AF3190}"/>
                  </a:ext>
                </a:extLst>
              </p14:cNvPr>
              <p14:cNvContentPartPr/>
              <p14:nvPr/>
            </p14:nvContentPartPr>
            <p14:xfrm>
              <a:off x="7726824" y="3628296"/>
              <a:ext cx="95040" cy="85320"/>
            </p14:xfrm>
          </p:contentPart>
        </mc:Choice>
        <mc:Fallback xmlns="">
          <p:pic>
            <p:nvPicPr>
              <p:cNvPr id="88" name="Ink 87">
                <a:extLst>
                  <a:ext uri="{FF2B5EF4-FFF2-40B4-BE49-F238E27FC236}">
                    <a16:creationId xmlns:a16="http://schemas.microsoft.com/office/drawing/2014/main" id="{96C22F5C-BCF2-5542-7B9B-2F44D7AF3190}"/>
                  </a:ext>
                </a:extLst>
              </p:cNvPr>
              <p:cNvPicPr/>
              <p:nvPr/>
            </p:nvPicPr>
            <p:blipFill>
              <a:blip r:embed="rId171"/>
              <a:stretch>
                <a:fillRect/>
              </a:stretch>
            </p:blipFill>
            <p:spPr>
              <a:xfrm>
                <a:off x="7722504" y="3623976"/>
                <a:ext cx="1036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9" name="Ink 88">
                <a:extLst>
                  <a:ext uri="{FF2B5EF4-FFF2-40B4-BE49-F238E27FC236}">
                    <a16:creationId xmlns:a16="http://schemas.microsoft.com/office/drawing/2014/main" id="{7DF2C022-5A7E-C11D-8B0F-3DAABD034663}"/>
                  </a:ext>
                </a:extLst>
              </p14:cNvPr>
              <p14:cNvContentPartPr/>
              <p14:nvPr/>
            </p14:nvContentPartPr>
            <p14:xfrm>
              <a:off x="7821504" y="3630096"/>
              <a:ext cx="360" cy="360"/>
            </p14:xfrm>
          </p:contentPart>
        </mc:Choice>
        <mc:Fallback xmlns="">
          <p:pic>
            <p:nvPicPr>
              <p:cNvPr id="89" name="Ink 88">
                <a:extLst>
                  <a:ext uri="{FF2B5EF4-FFF2-40B4-BE49-F238E27FC236}">
                    <a16:creationId xmlns:a16="http://schemas.microsoft.com/office/drawing/2014/main" id="{7DF2C022-5A7E-C11D-8B0F-3DAABD034663}"/>
                  </a:ext>
                </a:extLst>
              </p:cNvPr>
              <p:cNvPicPr/>
              <p:nvPr/>
            </p:nvPicPr>
            <p:blipFill>
              <a:blip r:embed="rId92"/>
              <a:stretch>
                <a:fillRect/>
              </a:stretch>
            </p:blipFill>
            <p:spPr>
              <a:xfrm>
                <a:off x="7817184" y="36257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0" name="Ink 89">
                <a:extLst>
                  <a:ext uri="{FF2B5EF4-FFF2-40B4-BE49-F238E27FC236}">
                    <a16:creationId xmlns:a16="http://schemas.microsoft.com/office/drawing/2014/main" id="{0F8D8234-3C60-D96B-99B6-CC4B655D732E}"/>
                  </a:ext>
                </a:extLst>
              </p14:cNvPr>
              <p14:cNvContentPartPr/>
              <p14:nvPr/>
            </p14:nvContentPartPr>
            <p14:xfrm>
              <a:off x="7821504" y="3624336"/>
              <a:ext cx="136800" cy="77760"/>
            </p14:xfrm>
          </p:contentPart>
        </mc:Choice>
        <mc:Fallback xmlns="">
          <p:pic>
            <p:nvPicPr>
              <p:cNvPr id="90" name="Ink 89">
                <a:extLst>
                  <a:ext uri="{FF2B5EF4-FFF2-40B4-BE49-F238E27FC236}">
                    <a16:creationId xmlns:a16="http://schemas.microsoft.com/office/drawing/2014/main" id="{0F8D8234-3C60-D96B-99B6-CC4B655D732E}"/>
                  </a:ext>
                </a:extLst>
              </p:cNvPr>
              <p:cNvPicPr/>
              <p:nvPr/>
            </p:nvPicPr>
            <p:blipFill>
              <a:blip r:embed="rId174"/>
              <a:stretch>
                <a:fillRect/>
              </a:stretch>
            </p:blipFill>
            <p:spPr>
              <a:xfrm>
                <a:off x="7817184" y="3620016"/>
                <a:ext cx="1454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1" name="Ink 90">
                <a:extLst>
                  <a:ext uri="{FF2B5EF4-FFF2-40B4-BE49-F238E27FC236}">
                    <a16:creationId xmlns:a16="http://schemas.microsoft.com/office/drawing/2014/main" id="{AA95C13C-F675-E3B3-E646-1281640940E2}"/>
                  </a:ext>
                </a:extLst>
              </p14:cNvPr>
              <p14:cNvContentPartPr/>
              <p14:nvPr/>
            </p14:nvContentPartPr>
            <p14:xfrm>
              <a:off x="8010864" y="3622896"/>
              <a:ext cx="62280" cy="78840"/>
            </p14:xfrm>
          </p:contentPart>
        </mc:Choice>
        <mc:Fallback xmlns="">
          <p:pic>
            <p:nvPicPr>
              <p:cNvPr id="91" name="Ink 90">
                <a:extLst>
                  <a:ext uri="{FF2B5EF4-FFF2-40B4-BE49-F238E27FC236}">
                    <a16:creationId xmlns:a16="http://schemas.microsoft.com/office/drawing/2014/main" id="{AA95C13C-F675-E3B3-E646-1281640940E2}"/>
                  </a:ext>
                </a:extLst>
              </p:cNvPr>
              <p:cNvPicPr/>
              <p:nvPr/>
            </p:nvPicPr>
            <p:blipFill>
              <a:blip r:embed="rId176"/>
              <a:stretch>
                <a:fillRect/>
              </a:stretch>
            </p:blipFill>
            <p:spPr>
              <a:xfrm>
                <a:off x="8006544" y="3618576"/>
                <a:ext cx="709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2" name="Ink 91">
                <a:extLst>
                  <a:ext uri="{FF2B5EF4-FFF2-40B4-BE49-F238E27FC236}">
                    <a16:creationId xmlns:a16="http://schemas.microsoft.com/office/drawing/2014/main" id="{B6BE0A2A-ED26-DD95-728C-A8D29A0D6290}"/>
                  </a:ext>
                </a:extLst>
              </p14:cNvPr>
              <p14:cNvContentPartPr/>
              <p14:nvPr/>
            </p14:nvContentPartPr>
            <p14:xfrm>
              <a:off x="8163864" y="3493656"/>
              <a:ext cx="27360" cy="176400"/>
            </p14:xfrm>
          </p:contentPart>
        </mc:Choice>
        <mc:Fallback xmlns="">
          <p:pic>
            <p:nvPicPr>
              <p:cNvPr id="92" name="Ink 91">
                <a:extLst>
                  <a:ext uri="{FF2B5EF4-FFF2-40B4-BE49-F238E27FC236}">
                    <a16:creationId xmlns:a16="http://schemas.microsoft.com/office/drawing/2014/main" id="{B6BE0A2A-ED26-DD95-728C-A8D29A0D6290}"/>
                  </a:ext>
                </a:extLst>
              </p:cNvPr>
              <p:cNvPicPr/>
              <p:nvPr/>
            </p:nvPicPr>
            <p:blipFill>
              <a:blip r:embed="rId178"/>
              <a:stretch>
                <a:fillRect/>
              </a:stretch>
            </p:blipFill>
            <p:spPr>
              <a:xfrm>
                <a:off x="8159544" y="3489336"/>
                <a:ext cx="360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93" name="Ink 92">
                <a:extLst>
                  <a:ext uri="{FF2B5EF4-FFF2-40B4-BE49-F238E27FC236}">
                    <a16:creationId xmlns:a16="http://schemas.microsoft.com/office/drawing/2014/main" id="{17ED804B-E335-CD80-63AA-2881511EE848}"/>
                  </a:ext>
                </a:extLst>
              </p14:cNvPr>
              <p14:cNvContentPartPr/>
              <p14:nvPr/>
            </p14:nvContentPartPr>
            <p14:xfrm>
              <a:off x="8117064" y="3610296"/>
              <a:ext cx="134280" cy="3960"/>
            </p14:xfrm>
          </p:contentPart>
        </mc:Choice>
        <mc:Fallback xmlns="">
          <p:pic>
            <p:nvPicPr>
              <p:cNvPr id="93" name="Ink 92">
                <a:extLst>
                  <a:ext uri="{FF2B5EF4-FFF2-40B4-BE49-F238E27FC236}">
                    <a16:creationId xmlns:a16="http://schemas.microsoft.com/office/drawing/2014/main" id="{17ED804B-E335-CD80-63AA-2881511EE848}"/>
                  </a:ext>
                </a:extLst>
              </p:cNvPr>
              <p:cNvPicPr/>
              <p:nvPr/>
            </p:nvPicPr>
            <p:blipFill>
              <a:blip r:embed="rId180"/>
              <a:stretch>
                <a:fillRect/>
              </a:stretch>
            </p:blipFill>
            <p:spPr>
              <a:xfrm>
                <a:off x="8112744" y="3605976"/>
                <a:ext cx="142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4" name="Ink 93">
                <a:extLst>
                  <a:ext uri="{FF2B5EF4-FFF2-40B4-BE49-F238E27FC236}">
                    <a16:creationId xmlns:a16="http://schemas.microsoft.com/office/drawing/2014/main" id="{5E7D707F-81ED-B88F-88FC-D75804328AE1}"/>
                  </a:ext>
                </a:extLst>
              </p14:cNvPr>
              <p14:cNvContentPartPr/>
              <p14:nvPr/>
            </p14:nvContentPartPr>
            <p14:xfrm>
              <a:off x="6606144" y="4037616"/>
              <a:ext cx="190080" cy="64080"/>
            </p14:xfrm>
          </p:contentPart>
        </mc:Choice>
        <mc:Fallback xmlns="">
          <p:pic>
            <p:nvPicPr>
              <p:cNvPr id="94" name="Ink 93">
                <a:extLst>
                  <a:ext uri="{FF2B5EF4-FFF2-40B4-BE49-F238E27FC236}">
                    <a16:creationId xmlns:a16="http://schemas.microsoft.com/office/drawing/2014/main" id="{5E7D707F-81ED-B88F-88FC-D75804328AE1}"/>
                  </a:ext>
                </a:extLst>
              </p:cNvPr>
              <p:cNvPicPr/>
              <p:nvPr/>
            </p:nvPicPr>
            <p:blipFill>
              <a:blip r:embed="rId182"/>
              <a:stretch>
                <a:fillRect/>
              </a:stretch>
            </p:blipFill>
            <p:spPr>
              <a:xfrm>
                <a:off x="6601824" y="4033296"/>
                <a:ext cx="1987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5" name="Ink 94">
                <a:extLst>
                  <a:ext uri="{FF2B5EF4-FFF2-40B4-BE49-F238E27FC236}">
                    <a16:creationId xmlns:a16="http://schemas.microsoft.com/office/drawing/2014/main" id="{1ADB9C05-7DCF-6FAE-F239-4C4C568D0FAF}"/>
                  </a:ext>
                </a:extLst>
              </p14:cNvPr>
              <p14:cNvContentPartPr/>
              <p14:nvPr/>
            </p14:nvContentPartPr>
            <p14:xfrm>
              <a:off x="6809544" y="3917736"/>
              <a:ext cx="21240" cy="46440"/>
            </p14:xfrm>
          </p:contentPart>
        </mc:Choice>
        <mc:Fallback xmlns="">
          <p:pic>
            <p:nvPicPr>
              <p:cNvPr id="95" name="Ink 94">
                <a:extLst>
                  <a:ext uri="{FF2B5EF4-FFF2-40B4-BE49-F238E27FC236}">
                    <a16:creationId xmlns:a16="http://schemas.microsoft.com/office/drawing/2014/main" id="{1ADB9C05-7DCF-6FAE-F239-4C4C568D0FAF}"/>
                  </a:ext>
                </a:extLst>
              </p:cNvPr>
              <p:cNvPicPr/>
              <p:nvPr/>
            </p:nvPicPr>
            <p:blipFill>
              <a:blip r:embed="rId184"/>
              <a:stretch>
                <a:fillRect/>
              </a:stretch>
            </p:blipFill>
            <p:spPr>
              <a:xfrm>
                <a:off x="6805224" y="3913416"/>
                <a:ext cx="298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6" name="Ink 95">
                <a:extLst>
                  <a:ext uri="{FF2B5EF4-FFF2-40B4-BE49-F238E27FC236}">
                    <a16:creationId xmlns:a16="http://schemas.microsoft.com/office/drawing/2014/main" id="{4E06333C-561C-A4B6-08C4-56577EC5736A}"/>
                  </a:ext>
                </a:extLst>
              </p14:cNvPr>
              <p14:cNvContentPartPr/>
              <p14:nvPr/>
            </p14:nvContentPartPr>
            <p14:xfrm>
              <a:off x="6825744" y="4040136"/>
              <a:ext cx="159840" cy="41400"/>
            </p14:xfrm>
          </p:contentPart>
        </mc:Choice>
        <mc:Fallback xmlns="">
          <p:pic>
            <p:nvPicPr>
              <p:cNvPr id="96" name="Ink 95">
                <a:extLst>
                  <a:ext uri="{FF2B5EF4-FFF2-40B4-BE49-F238E27FC236}">
                    <a16:creationId xmlns:a16="http://schemas.microsoft.com/office/drawing/2014/main" id="{4E06333C-561C-A4B6-08C4-56577EC5736A}"/>
                  </a:ext>
                </a:extLst>
              </p:cNvPr>
              <p:cNvPicPr/>
              <p:nvPr/>
            </p:nvPicPr>
            <p:blipFill>
              <a:blip r:embed="rId186"/>
              <a:stretch>
                <a:fillRect/>
              </a:stretch>
            </p:blipFill>
            <p:spPr>
              <a:xfrm>
                <a:off x="6821424" y="4035816"/>
                <a:ext cx="1684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97" name="Ink 96">
                <a:extLst>
                  <a:ext uri="{FF2B5EF4-FFF2-40B4-BE49-F238E27FC236}">
                    <a16:creationId xmlns:a16="http://schemas.microsoft.com/office/drawing/2014/main" id="{EBDFA29C-32A8-1493-F68C-C1C5D90E026A}"/>
                  </a:ext>
                </a:extLst>
              </p14:cNvPr>
              <p14:cNvContentPartPr/>
              <p14:nvPr/>
            </p14:nvContentPartPr>
            <p14:xfrm>
              <a:off x="7056864" y="3914136"/>
              <a:ext cx="32760" cy="174600"/>
            </p14:xfrm>
          </p:contentPart>
        </mc:Choice>
        <mc:Fallback xmlns="">
          <p:pic>
            <p:nvPicPr>
              <p:cNvPr id="97" name="Ink 96">
                <a:extLst>
                  <a:ext uri="{FF2B5EF4-FFF2-40B4-BE49-F238E27FC236}">
                    <a16:creationId xmlns:a16="http://schemas.microsoft.com/office/drawing/2014/main" id="{EBDFA29C-32A8-1493-F68C-C1C5D90E026A}"/>
                  </a:ext>
                </a:extLst>
              </p:cNvPr>
              <p:cNvPicPr/>
              <p:nvPr/>
            </p:nvPicPr>
            <p:blipFill>
              <a:blip r:embed="rId188"/>
              <a:stretch>
                <a:fillRect/>
              </a:stretch>
            </p:blipFill>
            <p:spPr>
              <a:xfrm>
                <a:off x="7052544" y="3909816"/>
                <a:ext cx="414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8" name="Ink 97">
                <a:extLst>
                  <a:ext uri="{FF2B5EF4-FFF2-40B4-BE49-F238E27FC236}">
                    <a16:creationId xmlns:a16="http://schemas.microsoft.com/office/drawing/2014/main" id="{DFDD8854-219F-7981-4011-DFAE98BAEC10}"/>
                  </a:ext>
                </a:extLst>
              </p14:cNvPr>
              <p14:cNvContentPartPr/>
              <p14:nvPr/>
            </p14:nvContentPartPr>
            <p14:xfrm>
              <a:off x="7008264" y="3998016"/>
              <a:ext cx="189720" cy="78840"/>
            </p14:xfrm>
          </p:contentPart>
        </mc:Choice>
        <mc:Fallback xmlns="">
          <p:pic>
            <p:nvPicPr>
              <p:cNvPr id="98" name="Ink 97">
                <a:extLst>
                  <a:ext uri="{FF2B5EF4-FFF2-40B4-BE49-F238E27FC236}">
                    <a16:creationId xmlns:a16="http://schemas.microsoft.com/office/drawing/2014/main" id="{DFDD8854-219F-7981-4011-DFAE98BAEC10}"/>
                  </a:ext>
                </a:extLst>
              </p:cNvPr>
              <p:cNvPicPr/>
              <p:nvPr/>
            </p:nvPicPr>
            <p:blipFill>
              <a:blip r:embed="rId190"/>
              <a:stretch>
                <a:fillRect/>
              </a:stretch>
            </p:blipFill>
            <p:spPr>
              <a:xfrm>
                <a:off x="7003944" y="3993696"/>
                <a:ext cx="1983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9" name="Ink 98">
                <a:extLst>
                  <a:ext uri="{FF2B5EF4-FFF2-40B4-BE49-F238E27FC236}">
                    <a16:creationId xmlns:a16="http://schemas.microsoft.com/office/drawing/2014/main" id="{58EF7E93-79D9-F3DC-9BBF-F4A7CF509505}"/>
                  </a:ext>
                </a:extLst>
              </p14:cNvPr>
              <p14:cNvContentPartPr/>
              <p14:nvPr/>
            </p14:nvContentPartPr>
            <p14:xfrm>
              <a:off x="7530264" y="3922416"/>
              <a:ext cx="41760" cy="141120"/>
            </p14:xfrm>
          </p:contentPart>
        </mc:Choice>
        <mc:Fallback xmlns="">
          <p:pic>
            <p:nvPicPr>
              <p:cNvPr id="99" name="Ink 98">
                <a:extLst>
                  <a:ext uri="{FF2B5EF4-FFF2-40B4-BE49-F238E27FC236}">
                    <a16:creationId xmlns:a16="http://schemas.microsoft.com/office/drawing/2014/main" id="{58EF7E93-79D9-F3DC-9BBF-F4A7CF509505}"/>
                  </a:ext>
                </a:extLst>
              </p:cNvPr>
              <p:cNvPicPr/>
              <p:nvPr/>
            </p:nvPicPr>
            <p:blipFill>
              <a:blip r:embed="rId192"/>
              <a:stretch>
                <a:fillRect/>
              </a:stretch>
            </p:blipFill>
            <p:spPr>
              <a:xfrm>
                <a:off x="7525944" y="3918096"/>
                <a:ext cx="504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00" name="Ink 99">
                <a:extLst>
                  <a:ext uri="{FF2B5EF4-FFF2-40B4-BE49-F238E27FC236}">
                    <a16:creationId xmlns:a16="http://schemas.microsoft.com/office/drawing/2014/main" id="{B77847D4-856F-A5B7-E998-1CFDB43C98D9}"/>
                  </a:ext>
                </a:extLst>
              </p14:cNvPr>
              <p14:cNvContentPartPr/>
              <p14:nvPr/>
            </p14:nvContentPartPr>
            <p14:xfrm>
              <a:off x="7444944" y="3819816"/>
              <a:ext cx="399960" cy="217080"/>
            </p14:xfrm>
          </p:contentPart>
        </mc:Choice>
        <mc:Fallback xmlns="">
          <p:pic>
            <p:nvPicPr>
              <p:cNvPr id="100" name="Ink 99">
                <a:extLst>
                  <a:ext uri="{FF2B5EF4-FFF2-40B4-BE49-F238E27FC236}">
                    <a16:creationId xmlns:a16="http://schemas.microsoft.com/office/drawing/2014/main" id="{B77847D4-856F-A5B7-E998-1CFDB43C98D9}"/>
                  </a:ext>
                </a:extLst>
              </p:cNvPr>
              <p:cNvPicPr/>
              <p:nvPr/>
            </p:nvPicPr>
            <p:blipFill>
              <a:blip r:embed="rId194"/>
              <a:stretch>
                <a:fillRect/>
              </a:stretch>
            </p:blipFill>
            <p:spPr>
              <a:xfrm>
                <a:off x="7440624" y="3815496"/>
                <a:ext cx="4086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01" name="Ink 100">
                <a:extLst>
                  <a:ext uri="{FF2B5EF4-FFF2-40B4-BE49-F238E27FC236}">
                    <a16:creationId xmlns:a16="http://schemas.microsoft.com/office/drawing/2014/main" id="{9DD0E51C-2AAD-30D1-3F1B-951AC3F35A97}"/>
                  </a:ext>
                </a:extLst>
              </p14:cNvPr>
              <p14:cNvContentPartPr/>
              <p14:nvPr/>
            </p14:nvContentPartPr>
            <p14:xfrm>
              <a:off x="7817904" y="3966336"/>
              <a:ext cx="100800" cy="88200"/>
            </p14:xfrm>
          </p:contentPart>
        </mc:Choice>
        <mc:Fallback xmlns="">
          <p:pic>
            <p:nvPicPr>
              <p:cNvPr id="101" name="Ink 100">
                <a:extLst>
                  <a:ext uri="{FF2B5EF4-FFF2-40B4-BE49-F238E27FC236}">
                    <a16:creationId xmlns:a16="http://schemas.microsoft.com/office/drawing/2014/main" id="{9DD0E51C-2AAD-30D1-3F1B-951AC3F35A97}"/>
                  </a:ext>
                </a:extLst>
              </p:cNvPr>
              <p:cNvPicPr/>
              <p:nvPr/>
            </p:nvPicPr>
            <p:blipFill>
              <a:blip r:embed="rId196"/>
              <a:stretch>
                <a:fillRect/>
              </a:stretch>
            </p:blipFill>
            <p:spPr>
              <a:xfrm>
                <a:off x="7813584" y="3962016"/>
                <a:ext cx="1094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2" name="Ink 101">
                <a:extLst>
                  <a:ext uri="{FF2B5EF4-FFF2-40B4-BE49-F238E27FC236}">
                    <a16:creationId xmlns:a16="http://schemas.microsoft.com/office/drawing/2014/main" id="{A8872D0F-144A-2264-F346-CCB30D2094EB}"/>
                  </a:ext>
                </a:extLst>
              </p14:cNvPr>
              <p14:cNvContentPartPr/>
              <p14:nvPr/>
            </p14:nvContentPartPr>
            <p14:xfrm>
              <a:off x="8103744" y="3935736"/>
              <a:ext cx="87480" cy="100080"/>
            </p14:xfrm>
          </p:contentPart>
        </mc:Choice>
        <mc:Fallback xmlns="">
          <p:pic>
            <p:nvPicPr>
              <p:cNvPr id="102" name="Ink 101">
                <a:extLst>
                  <a:ext uri="{FF2B5EF4-FFF2-40B4-BE49-F238E27FC236}">
                    <a16:creationId xmlns:a16="http://schemas.microsoft.com/office/drawing/2014/main" id="{A8872D0F-144A-2264-F346-CCB30D2094EB}"/>
                  </a:ext>
                </a:extLst>
              </p:cNvPr>
              <p:cNvPicPr/>
              <p:nvPr/>
            </p:nvPicPr>
            <p:blipFill>
              <a:blip r:embed="rId198"/>
              <a:stretch>
                <a:fillRect/>
              </a:stretch>
            </p:blipFill>
            <p:spPr>
              <a:xfrm>
                <a:off x="8099424" y="3931416"/>
                <a:ext cx="961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3" name="Ink 102">
                <a:extLst>
                  <a:ext uri="{FF2B5EF4-FFF2-40B4-BE49-F238E27FC236}">
                    <a16:creationId xmlns:a16="http://schemas.microsoft.com/office/drawing/2014/main" id="{64A58756-3E11-7CF5-1B3A-35F9CDDD7EF3}"/>
                  </a:ext>
                </a:extLst>
              </p14:cNvPr>
              <p14:cNvContentPartPr/>
              <p14:nvPr/>
            </p14:nvContentPartPr>
            <p14:xfrm>
              <a:off x="8240544" y="3954816"/>
              <a:ext cx="82440" cy="72000"/>
            </p14:xfrm>
          </p:contentPart>
        </mc:Choice>
        <mc:Fallback xmlns="">
          <p:pic>
            <p:nvPicPr>
              <p:cNvPr id="103" name="Ink 102">
                <a:extLst>
                  <a:ext uri="{FF2B5EF4-FFF2-40B4-BE49-F238E27FC236}">
                    <a16:creationId xmlns:a16="http://schemas.microsoft.com/office/drawing/2014/main" id="{64A58756-3E11-7CF5-1B3A-35F9CDDD7EF3}"/>
                  </a:ext>
                </a:extLst>
              </p:cNvPr>
              <p:cNvPicPr/>
              <p:nvPr/>
            </p:nvPicPr>
            <p:blipFill>
              <a:blip r:embed="rId200"/>
              <a:stretch>
                <a:fillRect/>
              </a:stretch>
            </p:blipFill>
            <p:spPr>
              <a:xfrm>
                <a:off x="8236224" y="3950496"/>
                <a:ext cx="910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04" name="Ink 103">
                <a:extLst>
                  <a:ext uri="{FF2B5EF4-FFF2-40B4-BE49-F238E27FC236}">
                    <a16:creationId xmlns:a16="http://schemas.microsoft.com/office/drawing/2014/main" id="{3E3B3049-B294-DBEB-0ED1-7DDB0EE02091}"/>
                  </a:ext>
                </a:extLst>
              </p14:cNvPr>
              <p14:cNvContentPartPr/>
              <p14:nvPr/>
            </p14:nvContentPartPr>
            <p14:xfrm>
              <a:off x="8387064" y="3930336"/>
              <a:ext cx="51480" cy="93960"/>
            </p14:xfrm>
          </p:contentPart>
        </mc:Choice>
        <mc:Fallback xmlns="">
          <p:pic>
            <p:nvPicPr>
              <p:cNvPr id="104" name="Ink 103">
                <a:extLst>
                  <a:ext uri="{FF2B5EF4-FFF2-40B4-BE49-F238E27FC236}">
                    <a16:creationId xmlns:a16="http://schemas.microsoft.com/office/drawing/2014/main" id="{3E3B3049-B294-DBEB-0ED1-7DDB0EE02091}"/>
                  </a:ext>
                </a:extLst>
              </p:cNvPr>
              <p:cNvPicPr/>
              <p:nvPr/>
            </p:nvPicPr>
            <p:blipFill>
              <a:blip r:embed="rId202"/>
              <a:stretch>
                <a:fillRect/>
              </a:stretch>
            </p:blipFill>
            <p:spPr>
              <a:xfrm>
                <a:off x="8382744" y="3926016"/>
                <a:ext cx="601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5" name="Ink 104">
                <a:extLst>
                  <a:ext uri="{FF2B5EF4-FFF2-40B4-BE49-F238E27FC236}">
                    <a16:creationId xmlns:a16="http://schemas.microsoft.com/office/drawing/2014/main" id="{617CDC16-B03B-A5F3-5084-A23BAACD7616}"/>
                  </a:ext>
                </a:extLst>
              </p14:cNvPr>
              <p14:cNvContentPartPr/>
              <p14:nvPr/>
            </p14:nvContentPartPr>
            <p14:xfrm>
              <a:off x="8529264" y="3807936"/>
              <a:ext cx="89280" cy="173880"/>
            </p14:xfrm>
          </p:contentPart>
        </mc:Choice>
        <mc:Fallback xmlns="">
          <p:pic>
            <p:nvPicPr>
              <p:cNvPr id="105" name="Ink 104">
                <a:extLst>
                  <a:ext uri="{FF2B5EF4-FFF2-40B4-BE49-F238E27FC236}">
                    <a16:creationId xmlns:a16="http://schemas.microsoft.com/office/drawing/2014/main" id="{617CDC16-B03B-A5F3-5084-A23BAACD7616}"/>
                  </a:ext>
                </a:extLst>
              </p:cNvPr>
              <p:cNvPicPr/>
              <p:nvPr/>
            </p:nvPicPr>
            <p:blipFill>
              <a:blip r:embed="rId204"/>
              <a:stretch>
                <a:fillRect/>
              </a:stretch>
            </p:blipFill>
            <p:spPr>
              <a:xfrm>
                <a:off x="8524944" y="3803616"/>
                <a:ext cx="979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06" name="Ink 105">
                <a:extLst>
                  <a:ext uri="{FF2B5EF4-FFF2-40B4-BE49-F238E27FC236}">
                    <a16:creationId xmlns:a16="http://schemas.microsoft.com/office/drawing/2014/main" id="{4EAFBC5A-A712-590B-A17B-94338DA74DAE}"/>
                  </a:ext>
                </a:extLst>
              </p14:cNvPr>
              <p14:cNvContentPartPr/>
              <p14:nvPr/>
            </p14:nvContentPartPr>
            <p14:xfrm>
              <a:off x="8451864" y="3881736"/>
              <a:ext cx="185040" cy="8280"/>
            </p14:xfrm>
          </p:contentPart>
        </mc:Choice>
        <mc:Fallback xmlns="">
          <p:pic>
            <p:nvPicPr>
              <p:cNvPr id="106" name="Ink 105">
                <a:extLst>
                  <a:ext uri="{FF2B5EF4-FFF2-40B4-BE49-F238E27FC236}">
                    <a16:creationId xmlns:a16="http://schemas.microsoft.com/office/drawing/2014/main" id="{4EAFBC5A-A712-590B-A17B-94338DA74DAE}"/>
                  </a:ext>
                </a:extLst>
              </p:cNvPr>
              <p:cNvPicPr/>
              <p:nvPr/>
            </p:nvPicPr>
            <p:blipFill>
              <a:blip r:embed="rId206"/>
              <a:stretch>
                <a:fillRect/>
              </a:stretch>
            </p:blipFill>
            <p:spPr>
              <a:xfrm>
                <a:off x="8447544" y="3877416"/>
                <a:ext cx="1936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07" name="Ink 106">
                <a:extLst>
                  <a:ext uri="{FF2B5EF4-FFF2-40B4-BE49-F238E27FC236}">
                    <a16:creationId xmlns:a16="http://schemas.microsoft.com/office/drawing/2014/main" id="{BAA341EE-1967-556B-7573-97229645AF20}"/>
                  </a:ext>
                </a:extLst>
              </p14:cNvPr>
              <p14:cNvContentPartPr/>
              <p14:nvPr/>
            </p14:nvContentPartPr>
            <p14:xfrm>
              <a:off x="8639064" y="3920616"/>
              <a:ext cx="68040" cy="65520"/>
            </p14:xfrm>
          </p:contentPart>
        </mc:Choice>
        <mc:Fallback xmlns="">
          <p:pic>
            <p:nvPicPr>
              <p:cNvPr id="107" name="Ink 106">
                <a:extLst>
                  <a:ext uri="{FF2B5EF4-FFF2-40B4-BE49-F238E27FC236}">
                    <a16:creationId xmlns:a16="http://schemas.microsoft.com/office/drawing/2014/main" id="{BAA341EE-1967-556B-7573-97229645AF20}"/>
                  </a:ext>
                </a:extLst>
              </p:cNvPr>
              <p:cNvPicPr/>
              <p:nvPr/>
            </p:nvPicPr>
            <p:blipFill>
              <a:blip r:embed="rId208"/>
              <a:stretch>
                <a:fillRect/>
              </a:stretch>
            </p:blipFill>
            <p:spPr>
              <a:xfrm>
                <a:off x="8634744" y="3916296"/>
                <a:ext cx="766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08" name="Ink 107">
                <a:extLst>
                  <a:ext uri="{FF2B5EF4-FFF2-40B4-BE49-F238E27FC236}">
                    <a16:creationId xmlns:a16="http://schemas.microsoft.com/office/drawing/2014/main" id="{479E81BB-73C2-AB18-1132-45B094F68A46}"/>
                  </a:ext>
                </a:extLst>
              </p14:cNvPr>
              <p14:cNvContentPartPr/>
              <p14:nvPr/>
            </p14:nvContentPartPr>
            <p14:xfrm>
              <a:off x="8777664" y="3795336"/>
              <a:ext cx="270720" cy="255240"/>
            </p14:xfrm>
          </p:contentPart>
        </mc:Choice>
        <mc:Fallback xmlns="">
          <p:pic>
            <p:nvPicPr>
              <p:cNvPr id="108" name="Ink 107">
                <a:extLst>
                  <a:ext uri="{FF2B5EF4-FFF2-40B4-BE49-F238E27FC236}">
                    <a16:creationId xmlns:a16="http://schemas.microsoft.com/office/drawing/2014/main" id="{479E81BB-73C2-AB18-1132-45B094F68A46}"/>
                  </a:ext>
                </a:extLst>
              </p:cNvPr>
              <p:cNvPicPr/>
              <p:nvPr/>
            </p:nvPicPr>
            <p:blipFill>
              <a:blip r:embed="rId210"/>
              <a:stretch>
                <a:fillRect/>
              </a:stretch>
            </p:blipFill>
            <p:spPr>
              <a:xfrm>
                <a:off x="8773344" y="3791016"/>
                <a:ext cx="2793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09" name="Ink 108">
                <a:extLst>
                  <a:ext uri="{FF2B5EF4-FFF2-40B4-BE49-F238E27FC236}">
                    <a16:creationId xmlns:a16="http://schemas.microsoft.com/office/drawing/2014/main" id="{1542A726-66C2-A2F9-937B-C704AB2C6902}"/>
                  </a:ext>
                </a:extLst>
              </p14:cNvPr>
              <p14:cNvContentPartPr/>
              <p14:nvPr/>
            </p14:nvContentPartPr>
            <p14:xfrm>
              <a:off x="6761304" y="4411296"/>
              <a:ext cx="46440" cy="187920"/>
            </p14:xfrm>
          </p:contentPart>
        </mc:Choice>
        <mc:Fallback xmlns="">
          <p:pic>
            <p:nvPicPr>
              <p:cNvPr id="109" name="Ink 108">
                <a:extLst>
                  <a:ext uri="{FF2B5EF4-FFF2-40B4-BE49-F238E27FC236}">
                    <a16:creationId xmlns:a16="http://schemas.microsoft.com/office/drawing/2014/main" id="{1542A726-66C2-A2F9-937B-C704AB2C6902}"/>
                  </a:ext>
                </a:extLst>
              </p:cNvPr>
              <p:cNvPicPr/>
              <p:nvPr/>
            </p:nvPicPr>
            <p:blipFill>
              <a:blip r:embed="rId212"/>
              <a:stretch>
                <a:fillRect/>
              </a:stretch>
            </p:blipFill>
            <p:spPr>
              <a:xfrm>
                <a:off x="6756984" y="4406976"/>
                <a:ext cx="550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10" name="Ink 109">
                <a:extLst>
                  <a:ext uri="{FF2B5EF4-FFF2-40B4-BE49-F238E27FC236}">
                    <a16:creationId xmlns:a16="http://schemas.microsoft.com/office/drawing/2014/main" id="{2C239D51-E594-B0E4-7B96-BF61DD61B046}"/>
                  </a:ext>
                </a:extLst>
              </p14:cNvPr>
              <p14:cNvContentPartPr/>
              <p14:nvPr/>
            </p14:nvContentPartPr>
            <p14:xfrm>
              <a:off x="6795864" y="4357656"/>
              <a:ext cx="120600" cy="59400"/>
            </p14:xfrm>
          </p:contentPart>
        </mc:Choice>
        <mc:Fallback xmlns="">
          <p:pic>
            <p:nvPicPr>
              <p:cNvPr id="110" name="Ink 109">
                <a:extLst>
                  <a:ext uri="{FF2B5EF4-FFF2-40B4-BE49-F238E27FC236}">
                    <a16:creationId xmlns:a16="http://schemas.microsoft.com/office/drawing/2014/main" id="{2C239D51-E594-B0E4-7B96-BF61DD61B046}"/>
                  </a:ext>
                </a:extLst>
              </p:cNvPr>
              <p:cNvPicPr/>
              <p:nvPr/>
            </p:nvPicPr>
            <p:blipFill>
              <a:blip r:embed="rId214"/>
              <a:stretch>
                <a:fillRect/>
              </a:stretch>
            </p:blipFill>
            <p:spPr>
              <a:xfrm>
                <a:off x="6791544" y="4353336"/>
                <a:ext cx="1292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11" name="Ink 110">
                <a:extLst>
                  <a:ext uri="{FF2B5EF4-FFF2-40B4-BE49-F238E27FC236}">
                    <a16:creationId xmlns:a16="http://schemas.microsoft.com/office/drawing/2014/main" id="{2637331E-A81A-9191-289B-EDCF3089B907}"/>
                  </a:ext>
                </a:extLst>
              </p14:cNvPr>
              <p14:cNvContentPartPr/>
              <p14:nvPr/>
            </p14:nvContentPartPr>
            <p14:xfrm>
              <a:off x="6961824" y="4368096"/>
              <a:ext cx="132480" cy="76680"/>
            </p14:xfrm>
          </p:contentPart>
        </mc:Choice>
        <mc:Fallback xmlns="">
          <p:pic>
            <p:nvPicPr>
              <p:cNvPr id="111" name="Ink 110">
                <a:extLst>
                  <a:ext uri="{FF2B5EF4-FFF2-40B4-BE49-F238E27FC236}">
                    <a16:creationId xmlns:a16="http://schemas.microsoft.com/office/drawing/2014/main" id="{2637331E-A81A-9191-289B-EDCF3089B907}"/>
                  </a:ext>
                </a:extLst>
              </p:cNvPr>
              <p:cNvPicPr/>
              <p:nvPr/>
            </p:nvPicPr>
            <p:blipFill>
              <a:blip r:embed="rId216"/>
              <a:stretch>
                <a:fillRect/>
              </a:stretch>
            </p:blipFill>
            <p:spPr>
              <a:xfrm>
                <a:off x="6957504" y="4363776"/>
                <a:ext cx="1411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12" name="Ink 111">
                <a:extLst>
                  <a:ext uri="{FF2B5EF4-FFF2-40B4-BE49-F238E27FC236}">
                    <a16:creationId xmlns:a16="http://schemas.microsoft.com/office/drawing/2014/main" id="{3518EE3D-91A6-C47F-C779-1446C516ECA8}"/>
                  </a:ext>
                </a:extLst>
              </p14:cNvPr>
              <p14:cNvContentPartPr/>
              <p14:nvPr/>
            </p14:nvContentPartPr>
            <p14:xfrm>
              <a:off x="7075224" y="4380696"/>
              <a:ext cx="360" cy="360"/>
            </p14:xfrm>
          </p:contentPart>
        </mc:Choice>
        <mc:Fallback xmlns="">
          <p:pic>
            <p:nvPicPr>
              <p:cNvPr id="112" name="Ink 111">
                <a:extLst>
                  <a:ext uri="{FF2B5EF4-FFF2-40B4-BE49-F238E27FC236}">
                    <a16:creationId xmlns:a16="http://schemas.microsoft.com/office/drawing/2014/main" id="{3518EE3D-91A6-C47F-C779-1446C516ECA8}"/>
                  </a:ext>
                </a:extLst>
              </p:cNvPr>
              <p:cNvPicPr/>
              <p:nvPr/>
            </p:nvPicPr>
            <p:blipFill>
              <a:blip r:embed="rId92"/>
              <a:stretch>
                <a:fillRect/>
              </a:stretch>
            </p:blipFill>
            <p:spPr>
              <a:xfrm>
                <a:off x="7070904" y="43763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3" name="Ink 112">
                <a:extLst>
                  <a:ext uri="{FF2B5EF4-FFF2-40B4-BE49-F238E27FC236}">
                    <a16:creationId xmlns:a16="http://schemas.microsoft.com/office/drawing/2014/main" id="{8393703B-8C79-5D08-2521-FA1FD99AEFC4}"/>
                  </a:ext>
                </a:extLst>
              </p14:cNvPr>
              <p14:cNvContentPartPr/>
              <p14:nvPr/>
            </p14:nvContentPartPr>
            <p14:xfrm>
              <a:off x="7075224" y="4346136"/>
              <a:ext cx="99720" cy="98640"/>
            </p14:xfrm>
          </p:contentPart>
        </mc:Choice>
        <mc:Fallback xmlns="">
          <p:pic>
            <p:nvPicPr>
              <p:cNvPr id="113" name="Ink 112">
                <a:extLst>
                  <a:ext uri="{FF2B5EF4-FFF2-40B4-BE49-F238E27FC236}">
                    <a16:creationId xmlns:a16="http://schemas.microsoft.com/office/drawing/2014/main" id="{8393703B-8C79-5D08-2521-FA1FD99AEFC4}"/>
                  </a:ext>
                </a:extLst>
              </p:cNvPr>
              <p:cNvPicPr/>
              <p:nvPr/>
            </p:nvPicPr>
            <p:blipFill>
              <a:blip r:embed="rId219"/>
              <a:stretch>
                <a:fillRect/>
              </a:stretch>
            </p:blipFill>
            <p:spPr>
              <a:xfrm>
                <a:off x="7070904" y="4341816"/>
                <a:ext cx="1083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4" name="Ink 113">
                <a:extLst>
                  <a:ext uri="{FF2B5EF4-FFF2-40B4-BE49-F238E27FC236}">
                    <a16:creationId xmlns:a16="http://schemas.microsoft.com/office/drawing/2014/main" id="{AE5FE7F4-5B28-F52F-165A-CBAF1D8B9C74}"/>
                  </a:ext>
                </a:extLst>
              </p14:cNvPr>
              <p14:cNvContentPartPr/>
              <p14:nvPr/>
            </p14:nvContentPartPr>
            <p14:xfrm>
              <a:off x="7244784" y="4270896"/>
              <a:ext cx="96840" cy="140040"/>
            </p14:xfrm>
          </p:contentPart>
        </mc:Choice>
        <mc:Fallback xmlns="">
          <p:pic>
            <p:nvPicPr>
              <p:cNvPr id="114" name="Ink 113">
                <a:extLst>
                  <a:ext uri="{FF2B5EF4-FFF2-40B4-BE49-F238E27FC236}">
                    <a16:creationId xmlns:a16="http://schemas.microsoft.com/office/drawing/2014/main" id="{AE5FE7F4-5B28-F52F-165A-CBAF1D8B9C74}"/>
                  </a:ext>
                </a:extLst>
              </p:cNvPr>
              <p:cNvPicPr/>
              <p:nvPr/>
            </p:nvPicPr>
            <p:blipFill>
              <a:blip r:embed="rId221"/>
              <a:stretch>
                <a:fillRect/>
              </a:stretch>
            </p:blipFill>
            <p:spPr>
              <a:xfrm>
                <a:off x="7240464" y="4266576"/>
                <a:ext cx="1054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5" name="Ink 114">
                <a:extLst>
                  <a:ext uri="{FF2B5EF4-FFF2-40B4-BE49-F238E27FC236}">
                    <a16:creationId xmlns:a16="http://schemas.microsoft.com/office/drawing/2014/main" id="{0AFD9BD5-304D-958A-3084-F4CB763D4AA0}"/>
                  </a:ext>
                </a:extLst>
              </p14:cNvPr>
              <p14:cNvContentPartPr/>
              <p14:nvPr/>
            </p14:nvContentPartPr>
            <p14:xfrm>
              <a:off x="7213824" y="4331016"/>
              <a:ext cx="141120" cy="15480"/>
            </p14:xfrm>
          </p:contentPart>
        </mc:Choice>
        <mc:Fallback xmlns="">
          <p:pic>
            <p:nvPicPr>
              <p:cNvPr id="115" name="Ink 114">
                <a:extLst>
                  <a:ext uri="{FF2B5EF4-FFF2-40B4-BE49-F238E27FC236}">
                    <a16:creationId xmlns:a16="http://schemas.microsoft.com/office/drawing/2014/main" id="{0AFD9BD5-304D-958A-3084-F4CB763D4AA0}"/>
                  </a:ext>
                </a:extLst>
              </p:cNvPr>
              <p:cNvPicPr/>
              <p:nvPr/>
            </p:nvPicPr>
            <p:blipFill>
              <a:blip r:embed="rId223"/>
              <a:stretch>
                <a:fillRect/>
              </a:stretch>
            </p:blipFill>
            <p:spPr>
              <a:xfrm>
                <a:off x="7209504" y="4326696"/>
                <a:ext cx="1497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16" name="Ink 115">
                <a:extLst>
                  <a:ext uri="{FF2B5EF4-FFF2-40B4-BE49-F238E27FC236}">
                    <a16:creationId xmlns:a16="http://schemas.microsoft.com/office/drawing/2014/main" id="{433D71AD-0779-F775-837B-740ACBDDF797}"/>
                  </a:ext>
                </a:extLst>
              </p14:cNvPr>
              <p14:cNvContentPartPr/>
              <p14:nvPr/>
            </p14:nvContentPartPr>
            <p14:xfrm>
              <a:off x="7419384" y="4453416"/>
              <a:ext cx="9720" cy="7200"/>
            </p14:xfrm>
          </p:contentPart>
        </mc:Choice>
        <mc:Fallback xmlns="">
          <p:pic>
            <p:nvPicPr>
              <p:cNvPr id="116" name="Ink 115">
                <a:extLst>
                  <a:ext uri="{FF2B5EF4-FFF2-40B4-BE49-F238E27FC236}">
                    <a16:creationId xmlns:a16="http://schemas.microsoft.com/office/drawing/2014/main" id="{433D71AD-0779-F775-837B-740ACBDDF797}"/>
                  </a:ext>
                </a:extLst>
              </p:cNvPr>
              <p:cNvPicPr/>
              <p:nvPr/>
            </p:nvPicPr>
            <p:blipFill>
              <a:blip r:embed="rId225"/>
              <a:stretch>
                <a:fillRect/>
              </a:stretch>
            </p:blipFill>
            <p:spPr>
              <a:xfrm>
                <a:off x="7415064" y="4449096"/>
                <a:ext cx="183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7" name="Ink 116">
                <a:extLst>
                  <a:ext uri="{FF2B5EF4-FFF2-40B4-BE49-F238E27FC236}">
                    <a16:creationId xmlns:a16="http://schemas.microsoft.com/office/drawing/2014/main" id="{9AC2EE76-2262-67D3-6CD6-FE73C0EA285E}"/>
                  </a:ext>
                </a:extLst>
              </p14:cNvPr>
              <p14:cNvContentPartPr/>
              <p14:nvPr/>
            </p14:nvContentPartPr>
            <p14:xfrm>
              <a:off x="2547864" y="2602296"/>
              <a:ext cx="7200" cy="24480"/>
            </p14:xfrm>
          </p:contentPart>
        </mc:Choice>
        <mc:Fallback xmlns="">
          <p:pic>
            <p:nvPicPr>
              <p:cNvPr id="117" name="Ink 116">
                <a:extLst>
                  <a:ext uri="{FF2B5EF4-FFF2-40B4-BE49-F238E27FC236}">
                    <a16:creationId xmlns:a16="http://schemas.microsoft.com/office/drawing/2014/main" id="{9AC2EE76-2262-67D3-6CD6-FE73C0EA285E}"/>
                  </a:ext>
                </a:extLst>
              </p:cNvPr>
              <p:cNvPicPr/>
              <p:nvPr/>
            </p:nvPicPr>
            <p:blipFill>
              <a:blip r:embed="rId227"/>
              <a:stretch>
                <a:fillRect/>
              </a:stretch>
            </p:blipFill>
            <p:spPr>
              <a:xfrm>
                <a:off x="2543544" y="2597976"/>
                <a:ext cx="158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19" name="Ink 118">
                <a:extLst>
                  <a:ext uri="{FF2B5EF4-FFF2-40B4-BE49-F238E27FC236}">
                    <a16:creationId xmlns:a16="http://schemas.microsoft.com/office/drawing/2014/main" id="{D3D0DFDD-AAFE-DDFD-FE9F-5F249AD96C67}"/>
                  </a:ext>
                </a:extLst>
              </p14:cNvPr>
              <p14:cNvContentPartPr/>
              <p14:nvPr/>
            </p14:nvContentPartPr>
            <p14:xfrm>
              <a:off x="2436984" y="718416"/>
              <a:ext cx="78480" cy="902160"/>
            </p14:xfrm>
          </p:contentPart>
        </mc:Choice>
        <mc:Fallback xmlns="">
          <p:pic>
            <p:nvPicPr>
              <p:cNvPr id="119" name="Ink 118">
                <a:extLst>
                  <a:ext uri="{FF2B5EF4-FFF2-40B4-BE49-F238E27FC236}">
                    <a16:creationId xmlns:a16="http://schemas.microsoft.com/office/drawing/2014/main" id="{D3D0DFDD-AAFE-DDFD-FE9F-5F249AD96C67}"/>
                  </a:ext>
                </a:extLst>
              </p:cNvPr>
              <p:cNvPicPr/>
              <p:nvPr/>
            </p:nvPicPr>
            <p:blipFill>
              <a:blip r:embed="rId229"/>
              <a:stretch>
                <a:fillRect/>
              </a:stretch>
            </p:blipFill>
            <p:spPr>
              <a:xfrm>
                <a:off x="2432664" y="714096"/>
                <a:ext cx="87120" cy="910800"/>
              </a:xfrm>
              <a:prstGeom prst="rect">
                <a:avLst/>
              </a:prstGeom>
            </p:spPr>
          </p:pic>
        </mc:Fallback>
      </mc:AlternateContent>
      <p:grpSp>
        <p:nvGrpSpPr>
          <p:cNvPr id="130" name="Group 129">
            <a:extLst>
              <a:ext uri="{FF2B5EF4-FFF2-40B4-BE49-F238E27FC236}">
                <a16:creationId xmlns:a16="http://schemas.microsoft.com/office/drawing/2014/main" id="{51CDAE9C-6889-2F66-830E-BB9A0EA28B8F}"/>
              </a:ext>
            </a:extLst>
          </p:cNvPr>
          <p:cNvGrpSpPr/>
          <p:nvPr/>
        </p:nvGrpSpPr>
        <p:grpSpPr>
          <a:xfrm>
            <a:off x="251784" y="1559376"/>
            <a:ext cx="497160" cy="605160"/>
            <a:chOff x="251784" y="1559376"/>
            <a:chExt cx="497160" cy="605160"/>
          </a:xfrm>
        </p:grpSpPr>
        <mc:AlternateContent xmlns:mc="http://schemas.openxmlformats.org/markup-compatibility/2006" xmlns:p14="http://schemas.microsoft.com/office/powerpoint/2010/main">
          <mc:Choice Requires="p14">
            <p:contentPart p14:bwMode="auto" r:id="rId230">
              <p14:nvContentPartPr>
                <p14:cNvPr id="120" name="Ink 119">
                  <a:extLst>
                    <a:ext uri="{FF2B5EF4-FFF2-40B4-BE49-F238E27FC236}">
                      <a16:creationId xmlns:a16="http://schemas.microsoft.com/office/drawing/2014/main" id="{65116419-915F-D2F8-2EAD-184571E93542}"/>
                    </a:ext>
                  </a:extLst>
                </p14:cNvPr>
                <p14:cNvContentPartPr/>
                <p14:nvPr/>
              </p14:nvContentPartPr>
              <p14:xfrm>
                <a:off x="261144" y="1797336"/>
                <a:ext cx="360" cy="254160"/>
              </p14:xfrm>
            </p:contentPart>
          </mc:Choice>
          <mc:Fallback xmlns="">
            <p:pic>
              <p:nvPicPr>
                <p:cNvPr id="120" name="Ink 119">
                  <a:extLst>
                    <a:ext uri="{FF2B5EF4-FFF2-40B4-BE49-F238E27FC236}">
                      <a16:creationId xmlns:a16="http://schemas.microsoft.com/office/drawing/2014/main" id="{65116419-915F-D2F8-2EAD-184571E93542}"/>
                    </a:ext>
                  </a:extLst>
                </p:cNvPr>
                <p:cNvPicPr/>
                <p:nvPr/>
              </p:nvPicPr>
              <p:blipFill>
                <a:blip r:embed="rId231"/>
                <a:stretch>
                  <a:fillRect/>
                </a:stretch>
              </p:blipFill>
              <p:spPr>
                <a:xfrm>
                  <a:off x="256824" y="1793016"/>
                  <a:ext cx="900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21" name="Ink 120">
                  <a:extLst>
                    <a:ext uri="{FF2B5EF4-FFF2-40B4-BE49-F238E27FC236}">
                      <a16:creationId xmlns:a16="http://schemas.microsoft.com/office/drawing/2014/main" id="{2C7C290A-E311-F506-E9CC-B93B7D2FF2E2}"/>
                    </a:ext>
                  </a:extLst>
                </p14:cNvPr>
                <p14:cNvContentPartPr/>
                <p14:nvPr/>
              </p14:nvContentPartPr>
              <p14:xfrm>
                <a:off x="251784" y="1762416"/>
                <a:ext cx="497160" cy="402120"/>
              </p14:xfrm>
            </p:contentPart>
          </mc:Choice>
          <mc:Fallback xmlns="">
            <p:pic>
              <p:nvPicPr>
                <p:cNvPr id="121" name="Ink 120">
                  <a:extLst>
                    <a:ext uri="{FF2B5EF4-FFF2-40B4-BE49-F238E27FC236}">
                      <a16:creationId xmlns:a16="http://schemas.microsoft.com/office/drawing/2014/main" id="{2C7C290A-E311-F506-E9CC-B93B7D2FF2E2}"/>
                    </a:ext>
                  </a:extLst>
                </p:cNvPr>
                <p:cNvPicPr/>
                <p:nvPr/>
              </p:nvPicPr>
              <p:blipFill>
                <a:blip r:embed="rId233"/>
                <a:stretch>
                  <a:fillRect/>
                </a:stretch>
              </p:blipFill>
              <p:spPr>
                <a:xfrm>
                  <a:off x="247464" y="1758096"/>
                  <a:ext cx="50580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22" name="Ink 121">
                  <a:extLst>
                    <a:ext uri="{FF2B5EF4-FFF2-40B4-BE49-F238E27FC236}">
                      <a16:creationId xmlns:a16="http://schemas.microsoft.com/office/drawing/2014/main" id="{827B5C19-07BD-3B81-A337-19F142CB9D58}"/>
                    </a:ext>
                  </a:extLst>
                </p14:cNvPr>
                <p14:cNvContentPartPr/>
                <p14:nvPr/>
              </p14:nvContentPartPr>
              <p14:xfrm>
                <a:off x="274824" y="1559376"/>
                <a:ext cx="14040" cy="210600"/>
              </p14:xfrm>
            </p:contentPart>
          </mc:Choice>
          <mc:Fallback xmlns="">
            <p:pic>
              <p:nvPicPr>
                <p:cNvPr id="122" name="Ink 121">
                  <a:extLst>
                    <a:ext uri="{FF2B5EF4-FFF2-40B4-BE49-F238E27FC236}">
                      <a16:creationId xmlns:a16="http://schemas.microsoft.com/office/drawing/2014/main" id="{827B5C19-07BD-3B81-A337-19F142CB9D58}"/>
                    </a:ext>
                  </a:extLst>
                </p:cNvPr>
                <p:cNvPicPr/>
                <p:nvPr/>
              </p:nvPicPr>
              <p:blipFill>
                <a:blip r:embed="rId235"/>
                <a:stretch>
                  <a:fillRect/>
                </a:stretch>
              </p:blipFill>
              <p:spPr>
                <a:xfrm>
                  <a:off x="270504" y="1555056"/>
                  <a:ext cx="226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23" name="Ink 122">
                  <a:extLst>
                    <a:ext uri="{FF2B5EF4-FFF2-40B4-BE49-F238E27FC236}">
                      <a16:creationId xmlns:a16="http://schemas.microsoft.com/office/drawing/2014/main" id="{73B5EB0C-6853-83E1-5FC4-49B15BB3EBB5}"/>
                    </a:ext>
                  </a:extLst>
                </p14:cNvPr>
                <p14:cNvContentPartPr/>
                <p14:nvPr/>
              </p14:nvContentPartPr>
              <p14:xfrm>
                <a:off x="254304" y="1624536"/>
                <a:ext cx="170640" cy="115560"/>
              </p14:xfrm>
            </p:contentPart>
          </mc:Choice>
          <mc:Fallback xmlns="">
            <p:pic>
              <p:nvPicPr>
                <p:cNvPr id="123" name="Ink 122">
                  <a:extLst>
                    <a:ext uri="{FF2B5EF4-FFF2-40B4-BE49-F238E27FC236}">
                      <a16:creationId xmlns:a16="http://schemas.microsoft.com/office/drawing/2014/main" id="{73B5EB0C-6853-83E1-5FC4-49B15BB3EBB5}"/>
                    </a:ext>
                  </a:extLst>
                </p:cNvPr>
                <p:cNvPicPr/>
                <p:nvPr/>
              </p:nvPicPr>
              <p:blipFill>
                <a:blip r:embed="rId237"/>
                <a:stretch>
                  <a:fillRect/>
                </a:stretch>
              </p:blipFill>
              <p:spPr>
                <a:xfrm>
                  <a:off x="249984" y="1620216"/>
                  <a:ext cx="1792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24" name="Ink 123">
                  <a:extLst>
                    <a:ext uri="{FF2B5EF4-FFF2-40B4-BE49-F238E27FC236}">
                      <a16:creationId xmlns:a16="http://schemas.microsoft.com/office/drawing/2014/main" id="{0E2EE2E9-B40F-8D49-0E76-2904CC7D0775}"/>
                    </a:ext>
                  </a:extLst>
                </p14:cNvPr>
                <p14:cNvContentPartPr/>
                <p14:nvPr/>
              </p14:nvContentPartPr>
              <p14:xfrm>
                <a:off x="443664" y="1652976"/>
                <a:ext cx="176040" cy="68400"/>
              </p14:xfrm>
            </p:contentPart>
          </mc:Choice>
          <mc:Fallback xmlns="">
            <p:pic>
              <p:nvPicPr>
                <p:cNvPr id="124" name="Ink 123">
                  <a:extLst>
                    <a:ext uri="{FF2B5EF4-FFF2-40B4-BE49-F238E27FC236}">
                      <a16:creationId xmlns:a16="http://schemas.microsoft.com/office/drawing/2014/main" id="{0E2EE2E9-B40F-8D49-0E76-2904CC7D0775}"/>
                    </a:ext>
                  </a:extLst>
                </p:cNvPr>
                <p:cNvPicPr/>
                <p:nvPr/>
              </p:nvPicPr>
              <p:blipFill>
                <a:blip r:embed="rId239"/>
                <a:stretch>
                  <a:fillRect/>
                </a:stretch>
              </p:blipFill>
              <p:spPr>
                <a:xfrm>
                  <a:off x="439344" y="1648656"/>
                  <a:ext cx="1846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25" name="Ink 124">
                  <a:extLst>
                    <a:ext uri="{FF2B5EF4-FFF2-40B4-BE49-F238E27FC236}">
                      <a16:creationId xmlns:a16="http://schemas.microsoft.com/office/drawing/2014/main" id="{C7BB7C6D-78B8-F0F2-8F11-290C80B755F7}"/>
                    </a:ext>
                  </a:extLst>
                </p14:cNvPr>
                <p14:cNvContentPartPr/>
                <p14:nvPr/>
              </p14:nvContentPartPr>
              <p14:xfrm>
                <a:off x="661104" y="1611216"/>
                <a:ext cx="4680" cy="141480"/>
              </p14:xfrm>
            </p:contentPart>
          </mc:Choice>
          <mc:Fallback xmlns="">
            <p:pic>
              <p:nvPicPr>
                <p:cNvPr id="125" name="Ink 124">
                  <a:extLst>
                    <a:ext uri="{FF2B5EF4-FFF2-40B4-BE49-F238E27FC236}">
                      <a16:creationId xmlns:a16="http://schemas.microsoft.com/office/drawing/2014/main" id="{C7BB7C6D-78B8-F0F2-8F11-290C80B755F7}"/>
                    </a:ext>
                  </a:extLst>
                </p:cNvPr>
                <p:cNvPicPr/>
                <p:nvPr/>
              </p:nvPicPr>
              <p:blipFill>
                <a:blip r:embed="rId241"/>
                <a:stretch>
                  <a:fillRect/>
                </a:stretch>
              </p:blipFill>
              <p:spPr>
                <a:xfrm>
                  <a:off x="656784" y="1606896"/>
                  <a:ext cx="133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26" name="Ink 125">
                  <a:extLst>
                    <a:ext uri="{FF2B5EF4-FFF2-40B4-BE49-F238E27FC236}">
                      <a16:creationId xmlns:a16="http://schemas.microsoft.com/office/drawing/2014/main" id="{F6C15AA5-7975-38B1-6D78-1CECD59235BC}"/>
                    </a:ext>
                  </a:extLst>
                </p14:cNvPr>
                <p14:cNvContentPartPr/>
                <p14:nvPr/>
              </p14:nvContentPartPr>
              <p14:xfrm>
                <a:off x="649584" y="1586376"/>
                <a:ext cx="51120" cy="88920"/>
              </p14:xfrm>
            </p:contentPart>
          </mc:Choice>
          <mc:Fallback xmlns="">
            <p:pic>
              <p:nvPicPr>
                <p:cNvPr id="126" name="Ink 125">
                  <a:extLst>
                    <a:ext uri="{FF2B5EF4-FFF2-40B4-BE49-F238E27FC236}">
                      <a16:creationId xmlns:a16="http://schemas.microsoft.com/office/drawing/2014/main" id="{F6C15AA5-7975-38B1-6D78-1CECD59235BC}"/>
                    </a:ext>
                  </a:extLst>
                </p:cNvPr>
                <p:cNvPicPr/>
                <p:nvPr/>
              </p:nvPicPr>
              <p:blipFill>
                <a:blip r:embed="rId243"/>
                <a:stretch>
                  <a:fillRect/>
                </a:stretch>
              </p:blipFill>
              <p:spPr>
                <a:xfrm>
                  <a:off x="645264" y="1582056"/>
                  <a:ext cx="597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28" name="Ink 127">
                  <a:extLst>
                    <a:ext uri="{FF2B5EF4-FFF2-40B4-BE49-F238E27FC236}">
                      <a16:creationId xmlns:a16="http://schemas.microsoft.com/office/drawing/2014/main" id="{458C962E-9F6E-8672-12A8-B5D4F2EF4BEB}"/>
                    </a:ext>
                  </a:extLst>
                </p14:cNvPr>
                <p14:cNvContentPartPr/>
                <p14:nvPr/>
              </p14:nvContentPartPr>
              <p14:xfrm>
                <a:off x="406224" y="1883736"/>
                <a:ext cx="116280" cy="164160"/>
              </p14:xfrm>
            </p:contentPart>
          </mc:Choice>
          <mc:Fallback xmlns="">
            <p:pic>
              <p:nvPicPr>
                <p:cNvPr id="128" name="Ink 127">
                  <a:extLst>
                    <a:ext uri="{FF2B5EF4-FFF2-40B4-BE49-F238E27FC236}">
                      <a16:creationId xmlns:a16="http://schemas.microsoft.com/office/drawing/2014/main" id="{458C962E-9F6E-8672-12A8-B5D4F2EF4BEB}"/>
                    </a:ext>
                  </a:extLst>
                </p:cNvPr>
                <p:cNvPicPr/>
                <p:nvPr/>
              </p:nvPicPr>
              <p:blipFill>
                <a:blip r:embed="rId245"/>
                <a:stretch>
                  <a:fillRect/>
                </a:stretch>
              </p:blipFill>
              <p:spPr>
                <a:xfrm>
                  <a:off x="401904" y="1879416"/>
                  <a:ext cx="1249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29" name="Ink 128">
                  <a:extLst>
                    <a:ext uri="{FF2B5EF4-FFF2-40B4-BE49-F238E27FC236}">
                      <a16:creationId xmlns:a16="http://schemas.microsoft.com/office/drawing/2014/main" id="{747AF877-3E31-F201-2CA2-F38196612CE9}"/>
                    </a:ext>
                  </a:extLst>
                </p14:cNvPr>
                <p14:cNvContentPartPr/>
                <p14:nvPr/>
              </p14:nvContentPartPr>
              <p14:xfrm>
                <a:off x="468864" y="1872216"/>
                <a:ext cx="110160" cy="28080"/>
              </p14:xfrm>
            </p:contentPart>
          </mc:Choice>
          <mc:Fallback xmlns="">
            <p:pic>
              <p:nvPicPr>
                <p:cNvPr id="129" name="Ink 128">
                  <a:extLst>
                    <a:ext uri="{FF2B5EF4-FFF2-40B4-BE49-F238E27FC236}">
                      <a16:creationId xmlns:a16="http://schemas.microsoft.com/office/drawing/2014/main" id="{747AF877-3E31-F201-2CA2-F38196612CE9}"/>
                    </a:ext>
                  </a:extLst>
                </p:cNvPr>
                <p:cNvPicPr/>
                <p:nvPr/>
              </p:nvPicPr>
              <p:blipFill>
                <a:blip r:embed="rId247"/>
                <a:stretch>
                  <a:fillRect/>
                </a:stretch>
              </p:blipFill>
              <p:spPr>
                <a:xfrm>
                  <a:off x="464544" y="1867896"/>
                  <a:ext cx="118800" cy="3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8">
            <p14:nvContentPartPr>
              <p14:cNvPr id="131" name="Ink 130">
                <a:extLst>
                  <a:ext uri="{FF2B5EF4-FFF2-40B4-BE49-F238E27FC236}">
                    <a16:creationId xmlns:a16="http://schemas.microsoft.com/office/drawing/2014/main" id="{F8FA7B7E-E422-858B-1F82-B0CD6F6E4635}"/>
                  </a:ext>
                </a:extLst>
              </p14:cNvPr>
              <p14:cNvContentPartPr/>
              <p14:nvPr/>
            </p14:nvContentPartPr>
            <p14:xfrm>
              <a:off x="1829840" y="1688304"/>
              <a:ext cx="25920" cy="25920"/>
            </p14:xfrm>
          </p:contentPart>
        </mc:Choice>
        <mc:Fallback xmlns="">
          <p:pic>
            <p:nvPicPr>
              <p:cNvPr id="131" name="Ink 130">
                <a:extLst>
                  <a:ext uri="{FF2B5EF4-FFF2-40B4-BE49-F238E27FC236}">
                    <a16:creationId xmlns:a16="http://schemas.microsoft.com/office/drawing/2014/main" id="{F8FA7B7E-E422-858B-1F82-B0CD6F6E4635}"/>
                  </a:ext>
                </a:extLst>
              </p:cNvPr>
              <p:cNvPicPr/>
              <p:nvPr/>
            </p:nvPicPr>
            <p:blipFill>
              <a:blip r:embed="rId3"/>
              <a:stretch>
                <a:fillRect/>
              </a:stretch>
            </p:blipFill>
            <p:spPr>
              <a:xfrm>
                <a:off x="1825520" y="1683984"/>
                <a:ext cx="34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32" name="Ink 131">
                <a:extLst>
                  <a:ext uri="{FF2B5EF4-FFF2-40B4-BE49-F238E27FC236}">
                    <a16:creationId xmlns:a16="http://schemas.microsoft.com/office/drawing/2014/main" id="{C6072AEB-7D4B-821F-A7A3-154C3596C36C}"/>
                  </a:ext>
                </a:extLst>
              </p14:cNvPr>
              <p14:cNvContentPartPr/>
              <p14:nvPr/>
            </p14:nvContentPartPr>
            <p14:xfrm>
              <a:off x="1923024" y="1810928"/>
              <a:ext cx="159840" cy="188640"/>
            </p14:xfrm>
          </p:contentPart>
        </mc:Choice>
        <mc:Fallback xmlns="">
          <p:pic>
            <p:nvPicPr>
              <p:cNvPr id="132" name="Ink 131">
                <a:extLst>
                  <a:ext uri="{FF2B5EF4-FFF2-40B4-BE49-F238E27FC236}">
                    <a16:creationId xmlns:a16="http://schemas.microsoft.com/office/drawing/2014/main" id="{C6072AEB-7D4B-821F-A7A3-154C3596C36C}"/>
                  </a:ext>
                </a:extLst>
              </p:cNvPr>
              <p:cNvPicPr/>
              <p:nvPr/>
            </p:nvPicPr>
            <p:blipFill>
              <a:blip r:embed="rId5"/>
              <a:stretch>
                <a:fillRect/>
              </a:stretch>
            </p:blipFill>
            <p:spPr>
              <a:xfrm>
                <a:off x="1918704" y="1806608"/>
                <a:ext cx="168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33" name="Ink 132">
                <a:extLst>
                  <a:ext uri="{FF2B5EF4-FFF2-40B4-BE49-F238E27FC236}">
                    <a16:creationId xmlns:a16="http://schemas.microsoft.com/office/drawing/2014/main" id="{46D40976-CFB3-F198-FC31-79A551DDA873}"/>
                  </a:ext>
                </a:extLst>
              </p14:cNvPr>
              <p14:cNvContentPartPr/>
              <p14:nvPr/>
            </p14:nvContentPartPr>
            <p14:xfrm>
              <a:off x="1956864" y="1909208"/>
              <a:ext cx="175680" cy="9360"/>
            </p14:xfrm>
          </p:contentPart>
        </mc:Choice>
        <mc:Fallback xmlns="">
          <p:pic>
            <p:nvPicPr>
              <p:cNvPr id="133" name="Ink 132">
                <a:extLst>
                  <a:ext uri="{FF2B5EF4-FFF2-40B4-BE49-F238E27FC236}">
                    <a16:creationId xmlns:a16="http://schemas.microsoft.com/office/drawing/2014/main" id="{46D40976-CFB3-F198-FC31-79A551DDA873}"/>
                  </a:ext>
                </a:extLst>
              </p:cNvPr>
              <p:cNvPicPr/>
              <p:nvPr/>
            </p:nvPicPr>
            <p:blipFill>
              <a:blip r:embed="rId7"/>
              <a:stretch>
                <a:fillRect/>
              </a:stretch>
            </p:blipFill>
            <p:spPr>
              <a:xfrm>
                <a:off x="1952544" y="1904888"/>
                <a:ext cx="184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34" name="Ink 133">
                <a:extLst>
                  <a:ext uri="{FF2B5EF4-FFF2-40B4-BE49-F238E27FC236}">
                    <a16:creationId xmlns:a16="http://schemas.microsoft.com/office/drawing/2014/main" id="{61BF901D-8B03-8E24-270C-D887BD3C4AEE}"/>
                  </a:ext>
                </a:extLst>
              </p14:cNvPr>
              <p14:cNvContentPartPr/>
              <p14:nvPr/>
            </p14:nvContentPartPr>
            <p14:xfrm>
              <a:off x="3559776" y="1948080"/>
              <a:ext cx="9720" cy="22320"/>
            </p14:xfrm>
          </p:contentPart>
        </mc:Choice>
        <mc:Fallback xmlns="">
          <p:pic>
            <p:nvPicPr>
              <p:cNvPr id="134" name="Ink 133">
                <a:extLst>
                  <a:ext uri="{FF2B5EF4-FFF2-40B4-BE49-F238E27FC236}">
                    <a16:creationId xmlns:a16="http://schemas.microsoft.com/office/drawing/2014/main" id="{61BF901D-8B03-8E24-270C-D887BD3C4AEE}"/>
                  </a:ext>
                </a:extLst>
              </p:cNvPr>
              <p:cNvPicPr/>
              <p:nvPr/>
            </p:nvPicPr>
            <p:blipFill>
              <a:blip r:embed="rId10"/>
              <a:stretch>
                <a:fillRect/>
              </a:stretch>
            </p:blipFill>
            <p:spPr>
              <a:xfrm>
                <a:off x="3555456" y="1943760"/>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35" name="Ink 134">
                <a:extLst>
                  <a:ext uri="{FF2B5EF4-FFF2-40B4-BE49-F238E27FC236}">
                    <a16:creationId xmlns:a16="http://schemas.microsoft.com/office/drawing/2014/main" id="{BC8F3691-4598-AE23-BBF5-7979F3FB385B}"/>
                  </a:ext>
                </a:extLst>
              </p14:cNvPr>
              <p14:cNvContentPartPr/>
              <p14:nvPr/>
            </p14:nvContentPartPr>
            <p14:xfrm>
              <a:off x="850416" y="1785000"/>
              <a:ext cx="21240" cy="476280"/>
            </p14:xfrm>
          </p:contentPart>
        </mc:Choice>
        <mc:Fallback xmlns="">
          <p:pic>
            <p:nvPicPr>
              <p:cNvPr id="135" name="Ink 134">
                <a:extLst>
                  <a:ext uri="{FF2B5EF4-FFF2-40B4-BE49-F238E27FC236}">
                    <a16:creationId xmlns:a16="http://schemas.microsoft.com/office/drawing/2014/main" id="{BC8F3691-4598-AE23-BBF5-7979F3FB385B}"/>
                  </a:ext>
                </a:extLst>
              </p:cNvPr>
              <p:cNvPicPr/>
              <p:nvPr/>
            </p:nvPicPr>
            <p:blipFill>
              <a:blip r:embed="rId12"/>
              <a:stretch>
                <a:fillRect/>
              </a:stretch>
            </p:blipFill>
            <p:spPr>
              <a:xfrm>
                <a:off x="846096" y="1780680"/>
                <a:ext cx="2988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36" name="Ink 135">
                <a:extLst>
                  <a:ext uri="{FF2B5EF4-FFF2-40B4-BE49-F238E27FC236}">
                    <a16:creationId xmlns:a16="http://schemas.microsoft.com/office/drawing/2014/main" id="{B367327C-3AFE-B0A3-009B-30C93BDC3F4C}"/>
                  </a:ext>
                </a:extLst>
              </p14:cNvPr>
              <p14:cNvContentPartPr/>
              <p14:nvPr/>
            </p14:nvContentPartPr>
            <p14:xfrm>
              <a:off x="790296" y="1618680"/>
              <a:ext cx="3860280" cy="523800"/>
            </p14:xfrm>
          </p:contentPart>
        </mc:Choice>
        <mc:Fallback xmlns="">
          <p:pic>
            <p:nvPicPr>
              <p:cNvPr id="136" name="Ink 135">
                <a:extLst>
                  <a:ext uri="{FF2B5EF4-FFF2-40B4-BE49-F238E27FC236}">
                    <a16:creationId xmlns:a16="http://schemas.microsoft.com/office/drawing/2014/main" id="{B367327C-3AFE-B0A3-009B-30C93BDC3F4C}"/>
                  </a:ext>
                </a:extLst>
              </p:cNvPr>
              <p:cNvPicPr/>
              <p:nvPr/>
            </p:nvPicPr>
            <p:blipFill>
              <a:blip r:embed="rId14"/>
              <a:stretch>
                <a:fillRect/>
              </a:stretch>
            </p:blipFill>
            <p:spPr>
              <a:xfrm>
                <a:off x="785976" y="1614360"/>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37" name="Ink 136">
                <a:extLst>
                  <a:ext uri="{FF2B5EF4-FFF2-40B4-BE49-F238E27FC236}">
                    <a16:creationId xmlns:a16="http://schemas.microsoft.com/office/drawing/2014/main" id="{3A7167C9-BE1D-6148-9CB5-4643F95C4591}"/>
                  </a:ext>
                </a:extLst>
              </p14:cNvPr>
              <p14:cNvContentPartPr/>
              <p14:nvPr/>
            </p14:nvContentPartPr>
            <p14:xfrm>
              <a:off x="1150656" y="1740000"/>
              <a:ext cx="25920" cy="314640"/>
            </p14:xfrm>
          </p:contentPart>
        </mc:Choice>
        <mc:Fallback xmlns="">
          <p:pic>
            <p:nvPicPr>
              <p:cNvPr id="137" name="Ink 136">
                <a:extLst>
                  <a:ext uri="{FF2B5EF4-FFF2-40B4-BE49-F238E27FC236}">
                    <a16:creationId xmlns:a16="http://schemas.microsoft.com/office/drawing/2014/main" id="{3A7167C9-BE1D-6148-9CB5-4643F95C4591}"/>
                  </a:ext>
                </a:extLst>
              </p:cNvPr>
              <p:cNvPicPr/>
              <p:nvPr/>
            </p:nvPicPr>
            <p:blipFill>
              <a:blip r:embed="rId16"/>
              <a:stretch>
                <a:fillRect/>
              </a:stretch>
            </p:blipFill>
            <p:spPr>
              <a:xfrm>
                <a:off x="1146336" y="1735680"/>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38" name="Ink 137">
                <a:extLst>
                  <a:ext uri="{FF2B5EF4-FFF2-40B4-BE49-F238E27FC236}">
                    <a16:creationId xmlns:a16="http://schemas.microsoft.com/office/drawing/2014/main" id="{984CA6BE-C3B3-C715-7330-1ECBF52C613B}"/>
                  </a:ext>
                </a:extLst>
              </p14:cNvPr>
              <p14:cNvContentPartPr/>
              <p14:nvPr/>
            </p14:nvContentPartPr>
            <p14:xfrm>
              <a:off x="1677336" y="1724160"/>
              <a:ext cx="41760" cy="279720"/>
            </p14:xfrm>
          </p:contentPart>
        </mc:Choice>
        <mc:Fallback xmlns="">
          <p:pic>
            <p:nvPicPr>
              <p:cNvPr id="138" name="Ink 137">
                <a:extLst>
                  <a:ext uri="{FF2B5EF4-FFF2-40B4-BE49-F238E27FC236}">
                    <a16:creationId xmlns:a16="http://schemas.microsoft.com/office/drawing/2014/main" id="{984CA6BE-C3B3-C715-7330-1ECBF52C613B}"/>
                  </a:ext>
                </a:extLst>
              </p:cNvPr>
              <p:cNvPicPr/>
              <p:nvPr/>
            </p:nvPicPr>
            <p:blipFill>
              <a:blip r:embed="rId18"/>
              <a:stretch>
                <a:fillRect/>
              </a:stretch>
            </p:blipFill>
            <p:spPr>
              <a:xfrm>
                <a:off x="1673016" y="1719840"/>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39" name="Ink 138">
                <a:extLst>
                  <a:ext uri="{FF2B5EF4-FFF2-40B4-BE49-F238E27FC236}">
                    <a16:creationId xmlns:a16="http://schemas.microsoft.com/office/drawing/2014/main" id="{EB628F66-020E-DE05-C336-BF925A3DF886}"/>
                  </a:ext>
                </a:extLst>
              </p14:cNvPr>
              <p14:cNvContentPartPr/>
              <p14:nvPr/>
            </p14:nvContentPartPr>
            <p14:xfrm>
              <a:off x="2317056" y="1728480"/>
              <a:ext cx="44280" cy="303120"/>
            </p14:xfrm>
          </p:contentPart>
        </mc:Choice>
        <mc:Fallback xmlns="">
          <p:pic>
            <p:nvPicPr>
              <p:cNvPr id="139" name="Ink 138">
                <a:extLst>
                  <a:ext uri="{FF2B5EF4-FFF2-40B4-BE49-F238E27FC236}">
                    <a16:creationId xmlns:a16="http://schemas.microsoft.com/office/drawing/2014/main" id="{EB628F66-020E-DE05-C336-BF925A3DF886}"/>
                  </a:ext>
                </a:extLst>
              </p:cNvPr>
              <p:cNvPicPr/>
              <p:nvPr/>
            </p:nvPicPr>
            <p:blipFill>
              <a:blip r:embed="rId20"/>
              <a:stretch>
                <a:fillRect/>
              </a:stretch>
            </p:blipFill>
            <p:spPr>
              <a:xfrm>
                <a:off x="2312736" y="1724160"/>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0" name="Ink 139">
                <a:extLst>
                  <a:ext uri="{FF2B5EF4-FFF2-40B4-BE49-F238E27FC236}">
                    <a16:creationId xmlns:a16="http://schemas.microsoft.com/office/drawing/2014/main" id="{F6825EB9-87A1-76F1-9777-B543A08CC3DF}"/>
                  </a:ext>
                </a:extLst>
              </p14:cNvPr>
              <p14:cNvContentPartPr/>
              <p14:nvPr/>
            </p14:nvContentPartPr>
            <p14:xfrm>
              <a:off x="2963976" y="1705440"/>
              <a:ext cx="14040" cy="295920"/>
            </p14:xfrm>
          </p:contentPart>
        </mc:Choice>
        <mc:Fallback xmlns="">
          <p:pic>
            <p:nvPicPr>
              <p:cNvPr id="140" name="Ink 139">
                <a:extLst>
                  <a:ext uri="{FF2B5EF4-FFF2-40B4-BE49-F238E27FC236}">
                    <a16:creationId xmlns:a16="http://schemas.microsoft.com/office/drawing/2014/main" id="{F6825EB9-87A1-76F1-9777-B543A08CC3DF}"/>
                  </a:ext>
                </a:extLst>
              </p:cNvPr>
              <p:cNvPicPr/>
              <p:nvPr/>
            </p:nvPicPr>
            <p:blipFill>
              <a:blip r:embed="rId22"/>
              <a:stretch>
                <a:fillRect/>
              </a:stretch>
            </p:blipFill>
            <p:spPr>
              <a:xfrm>
                <a:off x="2959656" y="1701120"/>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41" name="Ink 140">
                <a:extLst>
                  <a:ext uri="{FF2B5EF4-FFF2-40B4-BE49-F238E27FC236}">
                    <a16:creationId xmlns:a16="http://schemas.microsoft.com/office/drawing/2014/main" id="{5737EA15-2DF3-BBBB-C6A7-DADF9AB1DE27}"/>
                  </a:ext>
                </a:extLst>
              </p14:cNvPr>
              <p14:cNvContentPartPr/>
              <p14:nvPr/>
            </p14:nvContentPartPr>
            <p14:xfrm>
              <a:off x="3795576" y="1668360"/>
              <a:ext cx="48960" cy="413640"/>
            </p14:xfrm>
          </p:contentPart>
        </mc:Choice>
        <mc:Fallback xmlns="">
          <p:pic>
            <p:nvPicPr>
              <p:cNvPr id="141" name="Ink 140">
                <a:extLst>
                  <a:ext uri="{FF2B5EF4-FFF2-40B4-BE49-F238E27FC236}">
                    <a16:creationId xmlns:a16="http://schemas.microsoft.com/office/drawing/2014/main" id="{5737EA15-2DF3-BBBB-C6A7-DADF9AB1DE27}"/>
                  </a:ext>
                </a:extLst>
              </p:cNvPr>
              <p:cNvPicPr/>
              <p:nvPr/>
            </p:nvPicPr>
            <p:blipFill>
              <a:blip r:embed="rId24"/>
              <a:stretch>
                <a:fillRect/>
              </a:stretch>
            </p:blipFill>
            <p:spPr>
              <a:xfrm>
                <a:off x="3791256" y="1664040"/>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4" name="Ink 143">
                <a:extLst>
                  <a:ext uri="{FF2B5EF4-FFF2-40B4-BE49-F238E27FC236}">
                    <a16:creationId xmlns:a16="http://schemas.microsoft.com/office/drawing/2014/main" id="{58D7AD57-8A59-CE36-0D44-03BBD9A344F6}"/>
                  </a:ext>
                </a:extLst>
              </p14:cNvPr>
              <p14:cNvContentPartPr/>
              <p14:nvPr/>
            </p14:nvContentPartPr>
            <p14:xfrm>
              <a:off x="4031016" y="1770240"/>
              <a:ext cx="41760" cy="187560"/>
            </p14:xfrm>
          </p:contentPart>
        </mc:Choice>
        <mc:Fallback xmlns="">
          <p:pic>
            <p:nvPicPr>
              <p:cNvPr id="144" name="Ink 143">
                <a:extLst>
                  <a:ext uri="{FF2B5EF4-FFF2-40B4-BE49-F238E27FC236}">
                    <a16:creationId xmlns:a16="http://schemas.microsoft.com/office/drawing/2014/main" id="{58D7AD57-8A59-CE36-0D44-03BBD9A344F6}"/>
                  </a:ext>
                </a:extLst>
              </p:cNvPr>
              <p:cNvPicPr/>
              <p:nvPr/>
            </p:nvPicPr>
            <p:blipFill>
              <a:blip r:embed="rId30"/>
              <a:stretch>
                <a:fillRect/>
              </a:stretch>
            </p:blipFill>
            <p:spPr>
              <a:xfrm>
                <a:off x="4026696" y="1765920"/>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5" name="Ink 144">
                <a:extLst>
                  <a:ext uri="{FF2B5EF4-FFF2-40B4-BE49-F238E27FC236}">
                    <a16:creationId xmlns:a16="http://schemas.microsoft.com/office/drawing/2014/main" id="{46CE925F-E387-042D-A7DA-8B536E105ED1}"/>
                  </a:ext>
                </a:extLst>
              </p14:cNvPr>
              <p14:cNvContentPartPr/>
              <p14:nvPr/>
            </p14:nvContentPartPr>
            <p14:xfrm>
              <a:off x="3264216" y="1812720"/>
              <a:ext cx="132840" cy="130320"/>
            </p14:xfrm>
          </p:contentPart>
        </mc:Choice>
        <mc:Fallback xmlns="">
          <p:pic>
            <p:nvPicPr>
              <p:cNvPr id="145" name="Ink 144">
                <a:extLst>
                  <a:ext uri="{FF2B5EF4-FFF2-40B4-BE49-F238E27FC236}">
                    <a16:creationId xmlns:a16="http://schemas.microsoft.com/office/drawing/2014/main" id="{46CE925F-E387-042D-A7DA-8B536E105ED1}"/>
                  </a:ext>
                </a:extLst>
              </p:cNvPr>
              <p:cNvPicPr/>
              <p:nvPr/>
            </p:nvPicPr>
            <p:blipFill>
              <a:blip r:embed="rId32"/>
              <a:stretch>
                <a:fillRect/>
              </a:stretch>
            </p:blipFill>
            <p:spPr>
              <a:xfrm>
                <a:off x="3259896" y="1808400"/>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6" name="Ink 145">
                <a:extLst>
                  <a:ext uri="{FF2B5EF4-FFF2-40B4-BE49-F238E27FC236}">
                    <a16:creationId xmlns:a16="http://schemas.microsoft.com/office/drawing/2014/main" id="{6D2CB328-68CA-C99B-94E2-E0CD24071198}"/>
                  </a:ext>
                </a:extLst>
              </p14:cNvPr>
              <p14:cNvContentPartPr/>
              <p14:nvPr/>
            </p14:nvContentPartPr>
            <p14:xfrm>
              <a:off x="1375880" y="1803504"/>
              <a:ext cx="198000" cy="166680"/>
            </p14:xfrm>
          </p:contentPart>
        </mc:Choice>
        <mc:Fallback xmlns="">
          <p:pic>
            <p:nvPicPr>
              <p:cNvPr id="146" name="Ink 145">
                <a:extLst>
                  <a:ext uri="{FF2B5EF4-FFF2-40B4-BE49-F238E27FC236}">
                    <a16:creationId xmlns:a16="http://schemas.microsoft.com/office/drawing/2014/main" id="{6D2CB328-68CA-C99B-94E2-E0CD24071198}"/>
                  </a:ext>
                </a:extLst>
              </p:cNvPr>
              <p:cNvPicPr/>
              <p:nvPr/>
            </p:nvPicPr>
            <p:blipFill>
              <a:blip r:embed="rId34"/>
              <a:stretch>
                <a:fillRect/>
              </a:stretch>
            </p:blipFill>
            <p:spPr>
              <a:xfrm>
                <a:off x="1371560" y="1799184"/>
                <a:ext cx="206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47" name="Ink 146">
                <a:extLst>
                  <a:ext uri="{FF2B5EF4-FFF2-40B4-BE49-F238E27FC236}">
                    <a16:creationId xmlns:a16="http://schemas.microsoft.com/office/drawing/2014/main" id="{14063E48-68C0-BDF7-5185-4CA7A8229E6C}"/>
                  </a:ext>
                </a:extLst>
              </p14:cNvPr>
              <p14:cNvContentPartPr/>
              <p14:nvPr/>
            </p14:nvContentPartPr>
            <p14:xfrm>
              <a:off x="973040" y="1836984"/>
              <a:ext cx="114480" cy="160200"/>
            </p14:xfrm>
          </p:contentPart>
        </mc:Choice>
        <mc:Fallback xmlns="">
          <p:pic>
            <p:nvPicPr>
              <p:cNvPr id="147" name="Ink 146">
                <a:extLst>
                  <a:ext uri="{FF2B5EF4-FFF2-40B4-BE49-F238E27FC236}">
                    <a16:creationId xmlns:a16="http://schemas.microsoft.com/office/drawing/2014/main" id="{14063E48-68C0-BDF7-5185-4CA7A8229E6C}"/>
                  </a:ext>
                </a:extLst>
              </p:cNvPr>
              <p:cNvPicPr/>
              <p:nvPr/>
            </p:nvPicPr>
            <p:blipFill>
              <a:blip r:embed="rId36"/>
              <a:stretch>
                <a:fillRect/>
              </a:stretch>
            </p:blipFill>
            <p:spPr>
              <a:xfrm>
                <a:off x="968720" y="1832664"/>
                <a:ext cx="1231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49" name="Ink 148">
                <a:extLst>
                  <a:ext uri="{FF2B5EF4-FFF2-40B4-BE49-F238E27FC236}">
                    <a16:creationId xmlns:a16="http://schemas.microsoft.com/office/drawing/2014/main" id="{F005AB96-DAE8-6709-4278-3502C2D8AB1F}"/>
                  </a:ext>
                </a:extLst>
              </p14:cNvPr>
              <p14:cNvContentPartPr/>
              <p14:nvPr/>
            </p14:nvContentPartPr>
            <p14:xfrm>
              <a:off x="2132064" y="1922616"/>
              <a:ext cx="552600" cy="367560"/>
            </p14:xfrm>
          </p:contentPart>
        </mc:Choice>
        <mc:Fallback xmlns="">
          <p:pic>
            <p:nvPicPr>
              <p:cNvPr id="149" name="Ink 148">
                <a:extLst>
                  <a:ext uri="{FF2B5EF4-FFF2-40B4-BE49-F238E27FC236}">
                    <a16:creationId xmlns:a16="http://schemas.microsoft.com/office/drawing/2014/main" id="{F005AB96-DAE8-6709-4278-3502C2D8AB1F}"/>
                  </a:ext>
                </a:extLst>
              </p:cNvPr>
              <p:cNvPicPr/>
              <p:nvPr/>
            </p:nvPicPr>
            <p:blipFill>
              <a:blip r:embed="rId264"/>
              <a:stretch>
                <a:fillRect/>
              </a:stretch>
            </p:blipFill>
            <p:spPr>
              <a:xfrm>
                <a:off x="2127744" y="1918296"/>
                <a:ext cx="56124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0" name="Ink 149">
                <a:extLst>
                  <a:ext uri="{FF2B5EF4-FFF2-40B4-BE49-F238E27FC236}">
                    <a16:creationId xmlns:a16="http://schemas.microsoft.com/office/drawing/2014/main" id="{8F821BE7-1458-8715-4CAE-F0817488C521}"/>
                  </a:ext>
                </a:extLst>
              </p14:cNvPr>
              <p14:cNvContentPartPr/>
              <p14:nvPr/>
            </p14:nvContentPartPr>
            <p14:xfrm>
              <a:off x="2539944" y="3552000"/>
              <a:ext cx="7200" cy="24480"/>
            </p14:xfrm>
          </p:contentPart>
        </mc:Choice>
        <mc:Fallback xmlns="">
          <p:pic>
            <p:nvPicPr>
              <p:cNvPr id="150" name="Ink 149">
                <a:extLst>
                  <a:ext uri="{FF2B5EF4-FFF2-40B4-BE49-F238E27FC236}">
                    <a16:creationId xmlns:a16="http://schemas.microsoft.com/office/drawing/2014/main" id="{8F821BE7-1458-8715-4CAE-F0817488C521}"/>
                  </a:ext>
                </a:extLst>
              </p:cNvPr>
              <p:cNvPicPr/>
              <p:nvPr/>
            </p:nvPicPr>
            <p:blipFill>
              <a:blip r:embed="rId227"/>
              <a:stretch>
                <a:fillRect/>
              </a:stretch>
            </p:blipFill>
            <p:spPr>
              <a:xfrm>
                <a:off x="2535624" y="3547680"/>
                <a:ext cx="158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1" name="Ink 150">
                <a:extLst>
                  <a:ext uri="{FF2B5EF4-FFF2-40B4-BE49-F238E27FC236}">
                    <a16:creationId xmlns:a16="http://schemas.microsoft.com/office/drawing/2014/main" id="{8F16AC50-0692-FABB-22FB-428AABFAD484}"/>
                  </a:ext>
                </a:extLst>
              </p14:cNvPr>
              <p14:cNvContentPartPr/>
              <p14:nvPr/>
            </p14:nvContentPartPr>
            <p14:xfrm>
              <a:off x="1821920" y="2638008"/>
              <a:ext cx="25920" cy="25920"/>
            </p14:xfrm>
          </p:contentPart>
        </mc:Choice>
        <mc:Fallback xmlns="">
          <p:pic>
            <p:nvPicPr>
              <p:cNvPr id="151" name="Ink 150">
                <a:extLst>
                  <a:ext uri="{FF2B5EF4-FFF2-40B4-BE49-F238E27FC236}">
                    <a16:creationId xmlns:a16="http://schemas.microsoft.com/office/drawing/2014/main" id="{8F16AC50-0692-FABB-22FB-428AABFAD484}"/>
                  </a:ext>
                </a:extLst>
              </p:cNvPr>
              <p:cNvPicPr/>
              <p:nvPr/>
            </p:nvPicPr>
            <p:blipFill>
              <a:blip r:embed="rId3"/>
              <a:stretch>
                <a:fillRect/>
              </a:stretch>
            </p:blipFill>
            <p:spPr>
              <a:xfrm>
                <a:off x="1817600" y="2633688"/>
                <a:ext cx="34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4" name="Ink 153">
                <a:extLst>
                  <a:ext uri="{FF2B5EF4-FFF2-40B4-BE49-F238E27FC236}">
                    <a16:creationId xmlns:a16="http://schemas.microsoft.com/office/drawing/2014/main" id="{1793CF37-1F9D-DF0F-3C2F-2F776A1E8D32}"/>
                  </a:ext>
                </a:extLst>
              </p14:cNvPr>
              <p14:cNvContentPartPr/>
              <p14:nvPr/>
            </p14:nvContentPartPr>
            <p14:xfrm>
              <a:off x="3551856" y="2897784"/>
              <a:ext cx="9720" cy="22320"/>
            </p14:xfrm>
          </p:contentPart>
        </mc:Choice>
        <mc:Fallback xmlns="">
          <p:pic>
            <p:nvPicPr>
              <p:cNvPr id="154" name="Ink 153">
                <a:extLst>
                  <a:ext uri="{FF2B5EF4-FFF2-40B4-BE49-F238E27FC236}">
                    <a16:creationId xmlns:a16="http://schemas.microsoft.com/office/drawing/2014/main" id="{1793CF37-1F9D-DF0F-3C2F-2F776A1E8D32}"/>
                  </a:ext>
                </a:extLst>
              </p:cNvPr>
              <p:cNvPicPr/>
              <p:nvPr/>
            </p:nvPicPr>
            <p:blipFill>
              <a:blip r:embed="rId10"/>
              <a:stretch>
                <a:fillRect/>
              </a:stretch>
            </p:blipFill>
            <p:spPr>
              <a:xfrm>
                <a:off x="3547536" y="2893464"/>
                <a:ext cx="18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5" name="Ink 154">
                <a:extLst>
                  <a:ext uri="{FF2B5EF4-FFF2-40B4-BE49-F238E27FC236}">
                    <a16:creationId xmlns:a16="http://schemas.microsoft.com/office/drawing/2014/main" id="{3829A1B3-12F7-03DF-33C3-ECBEC78C6F1C}"/>
                  </a:ext>
                </a:extLst>
              </p14:cNvPr>
              <p14:cNvContentPartPr/>
              <p14:nvPr/>
            </p14:nvContentPartPr>
            <p14:xfrm>
              <a:off x="782376" y="2568384"/>
              <a:ext cx="3860280" cy="523800"/>
            </p14:xfrm>
          </p:contentPart>
        </mc:Choice>
        <mc:Fallback xmlns="">
          <p:pic>
            <p:nvPicPr>
              <p:cNvPr id="155" name="Ink 154">
                <a:extLst>
                  <a:ext uri="{FF2B5EF4-FFF2-40B4-BE49-F238E27FC236}">
                    <a16:creationId xmlns:a16="http://schemas.microsoft.com/office/drawing/2014/main" id="{3829A1B3-12F7-03DF-33C3-ECBEC78C6F1C}"/>
                  </a:ext>
                </a:extLst>
              </p:cNvPr>
              <p:cNvPicPr/>
              <p:nvPr/>
            </p:nvPicPr>
            <p:blipFill>
              <a:blip r:embed="rId14"/>
              <a:stretch>
                <a:fillRect/>
              </a:stretch>
            </p:blipFill>
            <p:spPr>
              <a:xfrm>
                <a:off x="778056" y="2564064"/>
                <a:ext cx="38689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56" name="Ink 155">
                <a:extLst>
                  <a:ext uri="{FF2B5EF4-FFF2-40B4-BE49-F238E27FC236}">
                    <a16:creationId xmlns:a16="http://schemas.microsoft.com/office/drawing/2014/main" id="{3FBDD62E-2298-7DBC-E4F4-33385C4B54B9}"/>
                  </a:ext>
                </a:extLst>
              </p14:cNvPr>
              <p14:cNvContentPartPr/>
              <p14:nvPr/>
            </p14:nvContentPartPr>
            <p14:xfrm>
              <a:off x="1142736" y="2689704"/>
              <a:ext cx="25920" cy="314640"/>
            </p14:xfrm>
          </p:contentPart>
        </mc:Choice>
        <mc:Fallback xmlns="">
          <p:pic>
            <p:nvPicPr>
              <p:cNvPr id="156" name="Ink 155">
                <a:extLst>
                  <a:ext uri="{FF2B5EF4-FFF2-40B4-BE49-F238E27FC236}">
                    <a16:creationId xmlns:a16="http://schemas.microsoft.com/office/drawing/2014/main" id="{3FBDD62E-2298-7DBC-E4F4-33385C4B54B9}"/>
                  </a:ext>
                </a:extLst>
              </p:cNvPr>
              <p:cNvPicPr/>
              <p:nvPr/>
            </p:nvPicPr>
            <p:blipFill>
              <a:blip r:embed="rId16"/>
              <a:stretch>
                <a:fillRect/>
              </a:stretch>
            </p:blipFill>
            <p:spPr>
              <a:xfrm>
                <a:off x="1138416" y="2685384"/>
                <a:ext cx="3456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57" name="Ink 156">
                <a:extLst>
                  <a:ext uri="{FF2B5EF4-FFF2-40B4-BE49-F238E27FC236}">
                    <a16:creationId xmlns:a16="http://schemas.microsoft.com/office/drawing/2014/main" id="{A9B6AF48-9A30-459B-548D-71381CD6F788}"/>
                  </a:ext>
                </a:extLst>
              </p14:cNvPr>
              <p14:cNvContentPartPr/>
              <p14:nvPr/>
            </p14:nvContentPartPr>
            <p14:xfrm>
              <a:off x="1669416" y="2673864"/>
              <a:ext cx="41760" cy="279720"/>
            </p14:xfrm>
          </p:contentPart>
        </mc:Choice>
        <mc:Fallback xmlns="">
          <p:pic>
            <p:nvPicPr>
              <p:cNvPr id="157" name="Ink 156">
                <a:extLst>
                  <a:ext uri="{FF2B5EF4-FFF2-40B4-BE49-F238E27FC236}">
                    <a16:creationId xmlns:a16="http://schemas.microsoft.com/office/drawing/2014/main" id="{A9B6AF48-9A30-459B-548D-71381CD6F788}"/>
                  </a:ext>
                </a:extLst>
              </p:cNvPr>
              <p:cNvPicPr/>
              <p:nvPr/>
            </p:nvPicPr>
            <p:blipFill>
              <a:blip r:embed="rId18"/>
              <a:stretch>
                <a:fillRect/>
              </a:stretch>
            </p:blipFill>
            <p:spPr>
              <a:xfrm>
                <a:off x="1665096" y="2669544"/>
                <a:ext cx="504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8" name="Ink 157">
                <a:extLst>
                  <a:ext uri="{FF2B5EF4-FFF2-40B4-BE49-F238E27FC236}">
                    <a16:creationId xmlns:a16="http://schemas.microsoft.com/office/drawing/2014/main" id="{ABF556E2-8A85-DA07-2116-03D77C042DD9}"/>
                  </a:ext>
                </a:extLst>
              </p14:cNvPr>
              <p14:cNvContentPartPr/>
              <p14:nvPr/>
            </p14:nvContentPartPr>
            <p14:xfrm>
              <a:off x="2309136" y="2678184"/>
              <a:ext cx="44280" cy="303120"/>
            </p14:xfrm>
          </p:contentPart>
        </mc:Choice>
        <mc:Fallback xmlns="">
          <p:pic>
            <p:nvPicPr>
              <p:cNvPr id="158" name="Ink 157">
                <a:extLst>
                  <a:ext uri="{FF2B5EF4-FFF2-40B4-BE49-F238E27FC236}">
                    <a16:creationId xmlns:a16="http://schemas.microsoft.com/office/drawing/2014/main" id="{ABF556E2-8A85-DA07-2116-03D77C042DD9}"/>
                  </a:ext>
                </a:extLst>
              </p:cNvPr>
              <p:cNvPicPr/>
              <p:nvPr/>
            </p:nvPicPr>
            <p:blipFill>
              <a:blip r:embed="rId20"/>
              <a:stretch>
                <a:fillRect/>
              </a:stretch>
            </p:blipFill>
            <p:spPr>
              <a:xfrm>
                <a:off x="2304816" y="2673864"/>
                <a:ext cx="529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59" name="Ink 158">
                <a:extLst>
                  <a:ext uri="{FF2B5EF4-FFF2-40B4-BE49-F238E27FC236}">
                    <a16:creationId xmlns:a16="http://schemas.microsoft.com/office/drawing/2014/main" id="{AE51AAF7-6738-8E82-FEB4-9F88A45AADFA}"/>
                  </a:ext>
                </a:extLst>
              </p14:cNvPr>
              <p14:cNvContentPartPr/>
              <p14:nvPr/>
            </p14:nvContentPartPr>
            <p14:xfrm>
              <a:off x="2956056" y="2655144"/>
              <a:ext cx="14040" cy="295920"/>
            </p14:xfrm>
          </p:contentPart>
        </mc:Choice>
        <mc:Fallback xmlns="">
          <p:pic>
            <p:nvPicPr>
              <p:cNvPr id="159" name="Ink 158">
                <a:extLst>
                  <a:ext uri="{FF2B5EF4-FFF2-40B4-BE49-F238E27FC236}">
                    <a16:creationId xmlns:a16="http://schemas.microsoft.com/office/drawing/2014/main" id="{AE51AAF7-6738-8E82-FEB4-9F88A45AADFA}"/>
                  </a:ext>
                </a:extLst>
              </p:cNvPr>
              <p:cNvPicPr/>
              <p:nvPr/>
            </p:nvPicPr>
            <p:blipFill>
              <a:blip r:embed="rId22"/>
              <a:stretch>
                <a:fillRect/>
              </a:stretch>
            </p:blipFill>
            <p:spPr>
              <a:xfrm>
                <a:off x="2951736" y="2650824"/>
                <a:ext cx="22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0" name="Ink 159">
                <a:extLst>
                  <a:ext uri="{FF2B5EF4-FFF2-40B4-BE49-F238E27FC236}">
                    <a16:creationId xmlns:a16="http://schemas.microsoft.com/office/drawing/2014/main" id="{FA986562-D979-84EF-DE6C-B8368019491D}"/>
                  </a:ext>
                </a:extLst>
              </p14:cNvPr>
              <p14:cNvContentPartPr/>
              <p14:nvPr/>
            </p14:nvContentPartPr>
            <p14:xfrm>
              <a:off x="3787656" y="2618064"/>
              <a:ext cx="48960" cy="413640"/>
            </p14:xfrm>
          </p:contentPart>
        </mc:Choice>
        <mc:Fallback xmlns="">
          <p:pic>
            <p:nvPicPr>
              <p:cNvPr id="160" name="Ink 159">
                <a:extLst>
                  <a:ext uri="{FF2B5EF4-FFF2-40B4-BE49-F238E27FC236}">
                    <a16:creationId xmlns:a16="http://schemas.microsoft.com/office/drawing/2014/main" id="{FA986562-D979-84EF-DE6C-B8368019491D}"/>
                  </a:ext>
                </a:extLst>
              </p:cNvPr>
              <p:cNvPicPr/>
              <p:nvPr/>
            </p:nvPicPr>
            <p:blipFill>
              <a:blip r:embed="rId24"/>
              <a:stretch>
                <a:fillRect/>
              </a:stretch>
            </p:blipFill>
            <p:spPr>
              <a:xfrm>
                <a:off x="3783336" y="2613744"/>
                <a:ext cx="576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1" name="Ink 160">
                <a:extLst>
                  <a:ext uri="{FF2B5EF4-FFF2-40B4-BE49-F238E27FC236}">
                    <a16:creationId xmlns:a16="http://schemas.microsoft.com/office/drawing/2014/main" id="{CB566340-AB21-453E-D713-027C7595C1D5}"/>
                  </a:ext>
                </a:extLst>
              </p14:cNvPr>
              <p14:cNvContentPartPr/>
              <p14:nvPr/>
            </p14:nvContentPartPr>
            <p14:xfrm>
              <a:off x="4023096" y="2719944"/>
              <a:ext cx="41760" cy="187560"/>
            </p14:xfrm>
          </p:contentPart>
        </mc:Choice>
        <mc:Fallback xmlns="">
          <p:pic>
            <p:nvPicPr>
              <p:cNvPr id="161" name="Ink 160">
                <a:extLst>
                  <a:ext uri="{FF2B5EF4-FFF2-40B4-BE49-F238E27FC236}">
                    <a16:creationId xmlns:a16="http://schemas.microsoft.com/office/drawing/2014/main" id="{CB566340-AB21-453E-D713-027C7595C1D5}"/>
                  </a:ext>
                </a:extLst>
              </p:cNvPr>
              <p:cNvPicPr/>
              <p:nvPr/>
            </p:nvPicPr>
            <p:blipFill>
              <a:blip r:embed="rId30"/>
              <a:stretch>
                <a:fillRect/>
              </a:stretch>
            </p:blipFill>
            <p:spPr>
              <a:xfrm>
                <a:off x="4018776" y="2715624"/>
                <a:ext cx="50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2" name="Ink 161">
                <a:extLst>
                  <a:ext uri="{FF2B5EF4-FFF2-40B4-BE49-F238E27FC236}">
                    <a16:creationId xmlns:a16="http://schemas.microsoft.com/office/drawing/2014/main" id="{B66A08F9-3D26-DEE7-801E-807739FA2CA8}"/>
                  </a:ext>
                </a:extLst>
              </p14:cNvPr>
              <p14:cNvContentPartPr/>
              <p14:nvPr/>
            </p14:nvContentPartPr>
            <p14:xfrm>
              <a:off x="3256296" y="2762424"/>
              <a:ext cx="132840" cy="130320"/>
            </p14:xfrm>
          </p:contentPart>
        </mc:Choice>
        <mc:Fallback xmlns="">
          <p:pic>
            <p:nvPicPr>
              <p:cNvPr id="162" name="Ink 161">
                <a:extLst>
                  <a:ext uri="{FF2B5EF4-FFF2-40B4-BE49-F238E27FC236}">
                    <a16:creationId xmlns:a16="http://schemas.microsoft.com/office/drawing/2014/main" id="{B66A08F9-3D26-DEE7-801E-807739FA2CA8}"/>
                  </a:ext>
                </a:extLst>
              </p:cNvPr>
              <p:cNvPicPr/>
              <p:nvPr/>
            </p:nvPicPr>
            <p:blipFill>
              <a:blip r:embed="rId32"/>
              <a:stretch>
                <a:fillRect/>
              </a:stretch>
            </p:blipFill>
            <p:spPr>
              <a:xfrm>
                <a:off x="3251976" y="2758104"/>
                <a:ext cx="141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3" name="Ink 162">
                <a:extLst>
                  <a:ext uri="{FF2B5EF4-FFF2-40B4-BE49-F238E27FC236}">
                    <a16:creationId xmlns:a16="http://schemas.microsoft.com/office/drawing/2014/main" id="{F521BE7A-4815-D200-43E5-61ED3D771552}"/>
                  </a:ext>
                </a:extLst>
              </p14:cNvPr>
              <p14:cNvContentPartPr/>
              <p14:nvPr/>
            </p14:nvContentPartPr>
            <p14:xfrm>
              <a:off x="1367960" y="2753208"/>
              <a:ext cx="198000" cy="166680"/>
            </p14:xfrm>
          </p:contentPart>
        </mc:Choice>
        <mc:Fallback xmlns="">
          <p:pic>
            <p:nvPicPr>
              <p:cNvPr id="163" name="Ink 162">
                <a:extLst>
                  <a:ext uri="{FF2B5EF4-FFF2-40B4-BE49-F238E27FC236}">
                    <a16:creationId xmlns:a16="http://schemas.microsoft.com/office/drawing/2014/main" id="{F521BE7A-4815-D200-43E5-61ED3D771552}"/>
                  </a:ext>
                </a:extLst>
              </p:cNvPr>
              <p:cNvPicPr/>
              <p:nvPr/>
            </p:nvPicPr>
            <p:blipFill>
              <a:blip r:embed="rId34"/>
              <a:stretch>
                <a:fillRect/>
              </a:stretch>
            </p:blipFill>
            <p:spPr>
              <a:xfrm>
                <a:off x="1363640" y="2748888"/>
                <a:ext cx="206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64" name="Ink 163">
                <a:extLst>
                  <a:ext uri="{FF2B5EF4-FFF2-40B4-BE49-F238E27FC236}">
                    <a16:creationId xmlns:a16="http://schemas.microsoft.com/office/drawing/2014/main" id="{1AE9787E-1C40-347A-023F-5AC9B514DC4C}"/>
                  </a:ext>
                </a:extLst>
              </p14:cNvPr>
              <p14:cNvContentPartPr/>
              <p14:nvPr/>
            </p14:nvContentPartPr>
            <p14:xfrm>
              <a:off x="965120" y="2786688"/>
              <a:ext cx="114480" cy="160200"/>
            </p14:xfrm>
          </p:contentPart>
        </mc:Choice>
        <mc:Fallback xmlns="">
          <p:pic>
            <p:nvPicPr>
              <p:cNvPr id="164" name="Ink 163">
                <a:extLst>
                  <a:ext uri="{FF2B5EF4-FFF2-40B4-BE49-F238E27FC236}">
                    <a16:creationId xmlns:a16="http://schemas.microsoft.com/office/drawing/2014/main" id="{1AE9787E-1C40-347A-023F-5AC9B514DC4C}"/>
                  </a:ext>
                </a:extLst>
              </p:cNvPr>
              <p:cNvPicPr/>
              <p:nvPr/>
            </p:nvPicPr>
            <p:blipFill>
              <a:blip r:embed="rId36"/>
              <a:stretch>
                <a:fillRect/>
              </a:stretch>
            </p:blipFill>
            <p:spPr>
              <a:xfrm>
                <a:off x="960800" y="2782368"/>
                <a:ext cx="1231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6" name="Ink 165">
                <a:extLst>
                  <a:ext uri="{FF2B5EF4-FFF2-40B4-BE49-F238E27FC236}">
                    <a16:creationId xmlns:a16="http://schemas.microsoft.com/office/drawing/2014/main" id="{C6778B95-9037-D9C5-0D82-B67730B2DBB5}"/>
                  </a:ext>
                </a:extLst>
              </p14:cNvPr>
              <p14:cNvContentPartPr/>
              <p14:nvPr/>
            </p14:nvContentPartPr>
            <p14:xfrm>
              <a:off x="833904" y="2732256"/>
              <a:ext cx="39600" cy="333360"/>
            </p14:xfrm>
          </p:contentPart>
        </mc:Choice>
        <mc:Fallback xmlns="">
          <p:pic>
            <p:nvPicPr>
              <p:cNvPr id="166" name="Ink 165">
                <a:extLst>
                  <a:ext uri="{FF2B5EF4-FFF2-40B4-BE49-F238E27FC236}">
                    <a16:creationId xmlns:a16="http://schemas.microsoft.com/office/drawing/2014/main" id="{C6778B95-9037-D9C5-0D82-B67730B2DBB5}"/>
                  </a:ext>
                </a:extLst>
              </p:cNvPr>
              <p:cNvPicPr/>
              <p:nvPr/>
            </p:nvPicPr>
            <p:blipFill>
              <a:blip r:embed="rId279"/>
              <a:stretch>
                <a:fillRect/>
              </a:stretch>
            </p:blipFill>
            <p:spPr>
              <a:xfrm>
                <a:off x="829584" y="2727936"/>
                <a:ext cx="48240" cy="342000"/>
              </a:xfrm>
              <a:prstGeom prst="rect">
                <a:avLst/>
              </a:prstGeom>
            </p:spPr>
          </p:pic>
        </mc:Fallback>
      </mc:AlternateContent>
      <p:grpSp>
        <p:nvGrpSpPr>
          <p:cNvPr id="169" name="Group 168">
            <a:extLst>
              <a:ext uri="{FF2B5EF4-FFF2-40B4-BE49-F238E27FC236}">
                <a16:creationId xmlns:a16="http://schemas.microsoft.com/office/drawing/2014/main" id="{40085FA2-B645-2E08-3878-B9FC20156021}"/>
              </a:ext>
            </a:extLst>
          </p:cNvPr>
          <p:cNvGrpSpPr/>
          <p:nvPr/>
        </p:nvGrpSpPr>
        <p:grpSpPr>
          <a:xfrm>
            <a:off x="2564064" y="2745576"/>
            <a:ext cx="191880" cy="226800"/>
            <a:chOff x="2564064" y="2745576"/>
            <a:chExt cx="191880" cy="226800"/>
          </a:xfrm>
        </p:grpSpPr>
        <mc:AlternateContent xmlns:mc="http://schemas.openxmlformats.org/markup-compatibility/2006" xmlns:p14="http://schemas.microsoft.com/office/powerpoint/2010/main">
          <mc:Choice Requires="p14">
            <p:contentPart p14:bwMode="auto" r:id="rId280">
              <p14:nvContentPartPr>
                <p14:cNvPr id="167" name="Ink 166">
                  <a:extLst>
                    <a:ext uri="{FF2B5EF4-FFF2-40B4-BE49-F238E27FC236}">
                      <a16:creationId xmlns:a16="http://schemas.microsoft.com/office/drawing/2014/main" id="{328DDEA1-7FD6-C1DF-6AA6-9D3660BEB81B}"/>
                    </a:ext>
                  </a:extLst>
                </p14:cNvPr>
                <p14:cNvContentPartPr/>
                <p14:nvPr/>
              </p14:nvContentPartPr>
              <p14:xfrm>
                <a:off x="2564064" y="2745576"/>
                <a:ext cx="152640" cy="226800"/>
              </p14:xfrm>
            </p:contentPart>
          </mc:Choice>
          <mc:Fallback xmlns="">
            <p:pic>
              <p:nvPicPr>
                <p:cNvPr id="167" name="Ink 166">
                  <a:extLst>
                    <a:ext uri="{FF2B5EF4-FFF2-40B4-BE49-F238E27FC236}">
                      <a16:creationId xmlns:a16="http://schemas.microsoft.com/office/drawing/2014/main" id="{328DDEA1-7FD6-C1DF-6AA6-9D3660BEB81B}"/>
                    </a:ext>
                  </a:extLst>
                </p:cNvPr>
                <p:cNvPicPr/>
                <p:nvPr/>
              </p:nvPicPr>
              <p:blipFill>
                <a:blip r:embed="rId281"/>
                <a:stretch>
                  <a:fillRect/>
                </a:stretch>
              </p:blipFill>
              <p:spPr>
                <a:xfrm>
                  <a:off x="2559744" y="2741256"/>
                  <a:ext cx="1612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8" name="Ink 167">
                  <a:extLst>
                    <a:ext uri="{FF2B5EF4-FFF2-40B4-BE49-F238E27FC236}">
                      <a16:creationId xmlns:a16="http://schemas.microsoft.com/office/drawing/2014/main" id="{DEF9D446-E74A-5623-42E5-D4C398F19997}"/>
                    </a:ext>
                  </a:extLst>
                </p14:cNvPr>
                <p14:cNvContentPartPr/>
                <p14:nvPr/>
              </p14:nvContentPartPr>
              <p14:xfrm>
                <a:off x="2621304" y="2841336"/>
                <a:ext cx="134640" cy="7200"/>
              </p14:xfrm>
            </p:contentPart>
          </mc:Choice>
          <mc:Fallback xmlns="">
            <p:pic>
              <p:nvPicPr>
                <p:cNvPr id="168" name="Ink 167">
                  <a:extLst>
                    <a:ext uri="{FF2B5EF4-FFF2-40B4-BE49-F238E27FC236}">
                      <a16:creationId xmlns:a16="http://schemas.microsoft.com/office/drawing/2014/main" id="{DEF9D446-E74A-5623-42E5-D4C398F19997}"/>
                    </a:ext>
                  </a:extLst>
                </p:cNvPr>
                <p:cNvPicPr/>
                <p:nvPr/>
              </p:nvPicPr>
              <p:blipFill>
                <a:blip r:embed="rId283"/>
                <a:stretch>
                  <a:fillRect/>
                </a:stretch>
              </p:blipFill>
              <p:spPr>
                <a:xfrm>
                  <a:off x="2616984" y="2837016"/>
                  <a:ext cx="143280" cy="15840"/>
                </a:xfrm>
                <a:prstGeom prst="rect">
                  <a:avLst/>
                </a:prstGeom>
              </p:spPr>
            </p:pic>
          </mc:Fallback>
        </mc:AlternateContent>
      </p:grpSp>
      <p:grpSp>
        <p:nvGrpSpPr>
          <p:cNvPr id="172" name="Group 171">
            <a:extLst>
              <a:ext uri="{FF2B5EF4-FFF2-40B4-BE49-F238E27FC236}">
                <a16:creationId xmlns:a16="http://schemas.microsoft.com/office/drawing/2014/main" id="{2E159678-DE58-D820-150B-CCF53BD2638B}"/>
              </a:ext>
            </a:extLst>
          </p:cNvPr>
          <p:cNvGrpSpPr/>
          <p:nvPr/>
        </p:nvGrpSpPr>
        <p:grpSpPr>
          <a:xfrm>
            <a:off x="1908144" y="2747736"/>
            <a:ext cx="210600" cy="170280"/>
            <a:chOff x="1908144" y="2747736"/>
            <a:chExt cx="210600" cy="170280"/>
          </a:xfrm>
        </p:grpSpPr>
        <mc:AlternateContent xmlns:mc="http://schemas.openxmlformats.org/markup-compatibility/2006" xmlns:p14="http://schemas.microsoft.com/office/powerpoint/2010/main">
          <mc:Choice Requires="p14">
            <p:contentPart p14:bwMode="auto" r:id="rId284">
              <p14:nvContentPartPr>
                <p14:cNvPr id="170" name="Ink 169">
                  <a:extLst>
                    <a:ext uri="{FF2B5EF4-FFF2-40B4-BE49-F238E27FC236}">
                      <a16:creationId xmlns:a16="http://schemas.microsoft.com/office/drawing/2014/main" id="{EB6D8001-E0D5-4AE3-C71D-7CDFA67C4CAA}"/>
                    </a:ext>
                  </a:extLst>
                </p14:cNvPr>
                <p14:cNvContentPartPr/>
                <p14:nvPr/>
              </p14:nvContentPartPr>
              <p14:xfrm>
                <a:off x="1908144" y="2747736"/>
                <a:ext cx="145800" cy="170280"/>
              </p14:xfrm>
            </p:contentPart>
          </mc:Choice>
          <mc:Fallback xmlns="">
            <p:pic>
              <p:nvPicPr>
                <p:cNvPr id="170" name="Ink 169">
                  <a:extLst>
                    <a:ext uri="{FF2B5EF4-FFF2-40B4-BE49-F238E27FC236}">
                      <a16:creationId xmlns:a16="http://schemas.microsoft.com/office/drawing/2014/main" id="{EB6D8001-E0D5-4AE3-C71D-7CDFA67C4CAA}"/>
                    </a:ext>
                  </a:extLst>
                </p:cNvPr>
                <p:cNvPicPr/>
                <p:nvPr/>
              </p:nvPicPr>
              <p:blipFill>
                <a:blip r:embed="rId285"/>
                <a:stretch>
                  <a:fillRect/>
                </a:stretch>
              </p:blipFill>
              <p:spPr>
                <a:xfrm>
                  <a:off x="1903824" y="2743416"/>
                  <a:ext cx="1544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1" name="Ink 170">
                  <a:extLst>
                    <a:ext uri="{FF2B5EF4-FFF2-40B4-BE49-F238E27FC236}">
                      <a16:creationId xmlns:a16="http://schemas.microsoft.com/office/drawing/2014/main" id="{85CAA879-5664-8F4E-EFF3-02D0A24CEF5D}"/>
                    </a:ext>
                  </a:extLst>
                </p14:cNvPr>
                <p14:cNvContentPartPr/>
                <p14:nvPr/>
              </p14:nvContentPartPr>
              <p14:xfrm>
                <a:off x="1968624" y="2747736"/>
                <a:ext cx="150120" cy="16560"/>
              </p14:xfrm>
            </p:contentPart>
          </mc:Choice>
          <mc:Fallback xmlns="">
            <p:pic>
              <p:nvPicPr>
                <p:cNvPr id="171" name="Ink 170">
                  <a:extLst>
                    <a:ext uri="{FF2B5EF4-FFF2-40B4-BE49-F238E27FC236}">
                      <a16:creationId xmlns:a16="http://schemas.microsoft.com/office/drawing/2014/main" id="{85CAA879-5664-8F4E-EFF3-02D0A24CEF5D}"/>
                    </a:ext>
                  </a:extLst>
                </p:cNvPr>
                <p:cNvPicPr/>
                <p:nvPr/>
              </p:nvPicPr>
              <p:blipFill>
                <a:blip r:embed="rId287"/>
                <a:stretch>
                  <a:fillRect/>
                </a:stretch>
              </p:blipFill>
              <p:spPr>
                <a:xfrm>
                  <a:off x="1964304" y="2743416"/>
                  <a:ext cx="158760" cy="25200"/>
                </a:xfrm>
                <a:prstGeom prst="rect">
                  <a:avLst/>
                </a:prstGeom>
              </p:spPr>
            </p:pic>
          </mc:Fallback>
        </mc:AlternateContent>
      </p:grpSp>
      <p:grpSp>
        <p:nvGrpSpPr>
          <p:cNvPr id="181" name="Group 180">
            <a:extLst>
              <a:ext uri="{FF2B5EF4-FFF2-40B4-BE49-F238E27FC236}">
                <a16:creationId xmlns:a16="http://schemas.microsoft.com/office/drawing/2014/main" id="{A16C558B-AC93-2594-E2CB-02A78B8A2D8B}"/>
              </a:ext>
            </a:extLst>
          </p:cNvPr>
          <p:cNvGrpSpPr/>
          <p:nvPr/>
        </p:nvGrpSpPr>
        <p:grpSpPr>
          <a:xfrm>
            <a:off x="900864" y="3191976"/>
            <a:ext cx="2097720" cy="452160"/>
            <a:chOff x="900864" y="3191976"/>
            <a:chExt cx="2097720" cy="452160"/>
          </a:xfrm>
        </p:grpSpPr>
        <mc:AlternateContent xmlns:mc="http://schemas.openxmlformats.org/markup-compatibility/2006" xmlns:p14="http://schemas.microsoft.com/office/powerpoint/2010/main">
          <mc:Choice Requires="p14">
            <p:contentPart p14:bwMode="auto" r:id="rId288">
              <p14:nvContentPartPr>
                <p14:cNvPr id="173" name="Ink 172">
                  <a:extLst>
                    <a:ext uri="{FF2B5EF4-FFF2-40B4-BE49-F238E27FC236}">
                      <a16:creationId xmlns:a16="http://schemas.microsoft.com/office/drawing/2014/main" id="{5E1BF22B-1780-B745-2D30-8A3673AACF6E}"/>
                    </a:ext>
                  </a:extLst>
                </p14:cNvPr>
                <p14:cNvContentPartPr/>
                <p14:nvPr/>
              </p14:nvContentPartPr>
              <p14:xfrm>
                <a:off x="900864" y="3191976"/>
                <a:ext cx="2097720" cy="161640"/>
              </p14:xfrm>
            </p:contentPart>
          </mc:Choice>
          <mc:Fallback xmlns="">
            <p:pic>
              <p:nvPicPr>
                <p:cNvPr id="173" name="Ink 172">
                  <a:extLst>
                    <a:ext uri="{FF2B5EF4-FFF2-40B4-BE49-F238E27FC236}">
                      <a16:creationId xmlns:a16="http://schemas.microsoft.com/office/drawing/2014/main" id="{5E1BF22B-1780-B745-2D30-8A3673AACF6E}"/>
                    </a:ext>
                  </a:extLst>
                </p:cNvPr>
                <p:cNvPicPr/>
                <p:nvPr/>
              </p:nvPicPr>
              <p:blipFill>
                <a:blip r:embed="rId289"/>
                <a:stretch>
                  <a:fillRect/>
                </a:stretch>
              </p:blipFill>
              <p:spPr>
                <a:xfrm>
                  <a:off x="896544" y="3187656"/>
                  <a:ext cx="21063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4" name="Ink 173">
                  <a:extLst>
                    <a:ext uri="{FF2B5EF4-FFF2-40B4-BE49-F238E27FC236}">
                      <a16:creationId xmlns:a16="http://schemas.microsoft.com/office/drawing/2014/main" id="{613D0C60-268C-1A67-18F8-8260D7EDD5AD}"/>
                    </a:ext>
                  </a:extLst>
                </p14:cNvPr>
                <p14:cNvContentPartPr/>
                <p14:nvPr/>
              </p14:nvContentPartPr>
              <p14:xfrm>
                <a:off x="1351224" y="3467376"/>
                <a:ext cx="141120" cy="162000"/>
              </p14:xfrm>
            </p:contentPart>
          </mc:Choice>
          <mc:Fallback xmlns="">
            <p:pic>
              <p:nvPicPr>
                <p:cNvPr id="174" name="Ink 173">
                  <a:extLst>
                    <a:ext uri="{FF2B5EF4-FFF2-40B4-BE49-F238E27FC236}">
                      <a16:creationId xmlns:a16="http://schemas.microsoft.com/office/drawing/2014/main" id="{613D0C60-268C-1A67-18F8-8260D7EDD5AD}"/>
                    </a:ext>
                  </a:extLst>
                </p:cNvPr>
                <p:cNvPicPr/>
                <p:nvPr/>
              </p:nvPicPr>
              <p:blipFill>
                <a:blip r:embed="rId291"/>
                <a:stretch>
                  <a:fillRect/>
                </a:stretch>
              </p:blipFill>
              <p:spPr>
                <a:xfrm>
                  <a:off x="1346904" y="3463056"/>
                  <a:ext cx="1497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5" name="Ink 174">
                  <a:extLst>
                    <a:ext uri="{FF2B5EF4-FFF2-40B4-BE49-F238E27FC236}">
                      <a16:creationId xmlns:a16="http://schemas.microsoft.com/office/drawing/2014/main" id="{C660A60F-C3E2-1F65-803E-D6FD9431D566}"/>
                    </a:ext>
                  </a:extLst>
                </p14:cNvPr>
                <p14:cNvContentPartPr/>
                <p14:nvPr/>
              </p14:nvContentPartPr>
              <p14:xfrm>
                <a:off x="1504584" y="3492576"/>
                <a:ext cx="83520" cy="135720"/>
              </p14:xfrm>
            </p:contentPart>
          </mc:Choice>
          <mc:Fallback xmlns="">
            <p:pic>
              <p:nvPicPr>
                <p:cNvPr id="175" name="Ink 174">
                  <a:extLst>
                    <a:ext uri="{FF2B5EF4-FFF2-40B4-BE49-F238E27FC236}">
                      <a16:creationId xmlns:a16="http://schemas.microsoft.com/office/drawing/2014/main" id="{C660A60F-C3E2-1F65-803E-D6FD9431D566}"/>
                    </a:ext>
                  </a:extLst>
                </p:cNvPr>
                <p:cNvPicPr/>
                <p:nvPr/>
              </p:nvPicPr>
              <p:blipFill>
                <a:blip r:embed="rId293"/>
                <a:stretch>
                  <a:fillRect/>
                </a:stretch>
              </p:blipFill>
              <p:spPr>
                <a:xfrm>
                  <a:off x="1500264" y="3488256"/>
                  <a:ext cx="921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6" name="Ink 175">
                  <a:extLst>
                    <a:ext uri="{FF2B5EF4-FFF2-40B4-BE49-F238E27FC236}">
                      <a16:creationId xmlns:a16="http://schemas.microsoft.com/office/drawing/2014/main" id="{4F39DC39-A2C1-6C3D-3726-03174BF79115}"/>
                    </a:ext>
                  </a:extLst>
                </p14:cNvPr>
                <p14:cNvContentPartPr/>
                <p14:nvPr/>
              </p14:nvContentPartPr>
              <p14:xfrm>
                <a:off x="1653264" y="3515616"/>
                <a:ext cx="31320" cy="84600"/>
              </p14:xfrm>
            </p:contentPart>
          </mc:Choice>
          <mc:Fallback xmlns="">
            <p:pic>
              <p:nvPicPr>
                <p:cNvPr id="176" name="Ink 175">
                  <a:extLst>
                    <a:ext uri="{FF2B5EF4-FFF2-40B4-BE49-F238E27FC236}">
                      <a16:creationId xmlns:a16="http://schemas.microsoft.com/office/drawing/2014/main" id="{4F39DC39-A2C1-6C3D-3726-03174BF79115}"/>
                    </a:ext>
                  </a:extLst>
                </p:cNvPr>
                <p:cNvPicPr/>
                <p:nvPr/>
              </p:nvPicPr>
              <p:blipFill>
                <a:blip r:embed="rId295"/>
                <a:stretch>
                  <a:fillRect/>
                </a:stretch>
              </p:blipFill>
              <p:spPr>
                <a:xfrm>
                  <a:off x="1648944" y="3511296"/>
                  <a:ext cx="399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7" name="Ink 176">
                  <a:extLst>
                    <a:ext uri="{FF2B5EF4-FFF2-40B4-BE49-F238E27FC236}">
                      <a16:creationId xmlns:a16="http://schemas.microsoft.com/office/drawing/2014/main" id="{594BD24E-D8EB-5A5A-E1C5-180F707FDBB4}"/>
                    </a:ext>
                  </a:extLst>
                </p14:cNvPr>
                <p14:cNvContentPartPr/>
                <p14:nvPr/>
              </p14:nvContentPartPr>
              <p14:xfrm>
                <a:off x="1776024" y="3369096"/>
                <a:ext cx="44640" cy="223200"/>
              </p14:xfrm>
            </p:contentPart>
          </mc:Choice>
          <mc:Fallback xmlns="">
            <p:pic>
              <p:nvPicPr>
                <p:cNvPr id="177" name="Ink 176">
                  <a:extLst>
                    <a:ext uri="{FF2B5EF4-FFF2-40B4-BE49-F238E27FC236}">
                      <a16:creationId xmlns:a16="http://schemas.microsoft.com/office/drawing/2014/main" id="{594BD24E-D8EB-5A5A-E1C5-180F707FDBB4}"/>
                    </a:ext>
                  </a:extLst>
                </p:cNvPr>
                <p:cNvPicPr/>
                <p:nvPr/>
              </p:nvPicPr>
              <p:blipFill>
                <a:blip r:embed="rId297"/>
                <a:stretch>
                  <a:fillRect/>
                </a:stretch>
              </p:blipFill>
              <p:spPr>
                <a:xfrm>
                  <a:off x="1771704" y="3364776"/>
                  <a:ext cx="532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8" name="Ink 177">
                  <a:extLst>
                    <a:ext uri="{FF2B5EF4-FFF2-40B4-BE49-F238E27FC236}">
                      <a16:creationId xmlns:a16="http://schemas.microsoft.com/office/drawing/2014/main" id="{A6568BA8-0FF1-2B08-8B98-DC0AFF03DEA7}"/>
                    </a:ext>
                  </a:extLst>
                </p14:cNvPr>
                <p14:cNvContentPartPr/>
                <p14:nvPr/>
              </p14:nvContentPartPr>
              <p14:xfrm>
                <a:off x="1758024" y="3506616"/>
                <a:ext cx="181440" cy="28080"/>
              </p14:xfrm>
            </p:contentPart>
          </mc:Choice>
          <mc:Fallback xmlns="">
            <p:pic>
              <p:nvPicPr>
                <p:cNvPr id="178" name="Ink 177">
                  <a:extLst>
                    <a:ext uri="{FF2B5EF4-FFF2-40B4-BE49-F238E27FC236}">
                      <a16:creationId xmlns:a16="http://schemas.microsoft.com/office/drawing/2014/main" id="{A6568BA8-0FF1-2B08-8B98-DC0AFF03DEA7}"/>
                    </a:ext>
                  </a:extLst>
                </p:cNvPr>
                <p:cNvPicPr/>
                <p:nvPr/>
              </p:nvPicPr>
              <p:blipFill>
                <a:blip r:embed="rId299"/>
                <a:stretch>
                  <a:fillRect/>
                </a:stretch>
              </p:blipFill>
              <p:spPr>
                <a:xfrm>
                  <a:off x="1753704" y="3502296"/>
                  <a:ext cx="19008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9" name="Ink 178">
                  <a:extLst>
                    <a:ext uri="{FF2B5EF4-FFF2-40B4-BE49-F238E27FC236}">
                      <a16:creationId xmlns:a16="http://schemas.microsoft.com/office/drawing/2014/main" id="{80DF9E72-9E54-73CF-5010-9320DDA930E8}"/>
                    </a:ext>
                  </a:extLst>
                </p14:cNvPr>
                <p14:cNvContentPartPr/>
                <p14:nvPr/>
              </p14:nvContentPartPr>
              <p14:xfrm>
                <a:off x="1942344" y="3491136"/>
                <a:ext cx="116280" cy="125640"/>
              </p14:xfrm>
            </p:contentPart>
          </mc:Choice>
          <mc:Fallback xmlns="">
            <p:pic>
              <p:nvPicPr>
                <p:cNvPr id="179" name="Ink 178">
                  <a:extLst>
                    <a:ext uri="{FF2B5EF4-FFF2-40B4-BE49-F238E27FC236}">
                      <a16:creationId xmlns:a16="http://schemas.microsoft.com/office/drawing/2014/main" id="{80DF9E72-9E54-73CF-5010-9320DDA930E8}"/>
                    </a:ext>
                  </a:extLst>
                </p:cNvPr>
                <p:cNvPicPr/>
                <p:nvPr/>
              </p:nvPicPr>
              <p:blipFill>
                <a:blip r:embed="rId301"/>
                <a:stretch>
                  <a:fillRect/>
                </a:stretch>
              </p:blipFill>
              <p:spPr>
                <a:xfrm>
                  <a:off x="1938024" y="3486816"/>
                  <a:ext cx="1249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0" name="Ink 179">
                  <a:extLst>
                    <a:ext uri="{FF2B5EF4-FFF2-40B4-BE49-F238E27FC236}">
                      <a16:creationId xmlns:a16="http://schemas.microsoft.com/office/drawing/2014/main" id="{A81A6A85-97C4-44AE-D61E-2AD6559BB272}"/>
                    </a:ext>
                  </a:extLst>
                </p14:cNvPr>
                <p14:cNvContentPartPr/>
                <p14:nvPr/>
              </p14:nvContentPartPr>
              <p14:xfrm>
                <a:off x="2076264" y="3366936"/>
                <a:ext cx="176040" cy="277200"/>
              </p14:xfrm>
            </p:contentPart>
          </mc:Choice>
          <mc:Fallback xmlns="">
            <p:pic>
              <p:nvPicPr>
                <p:cNvPr id="180" name="Ink 179">
                  <a:extLst>
                    <a:ext uri="{FF2B5EF4-FFF2-40B4-BE49-F238E27FC236}">
                      <a16:creationId xmlns:a16="http://schemas.microsoft.com/office/drawing/2014/main" id="{A81A6A85-97C4-44AE-D61E-2AD6559BB272}"/>
                    </a:ext>
                  </a:extLst>
                </p:cNvPr>
                <p:cNvPicPr/>
                <p:nvPr/>
              </p:nvPicPr>
              <p:blipFill>
                <a:blip r:embed="rId303"/>
                <a:stretch>
                  <a:fillRect/>
                </a:stretch>
              </p:blipFill>
              <p:spPr>
                <a:xfrm>
                  <a:off x="2071944" y="3362616"/>
                  <a:ext cx="184680" cy="28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4">
            <p14:nvContentPartPr>
              <p14:cNvPr id="182" name="Ink 181">
                <a:extLst>
                  <a:ext uri="{FF2B5EF4-FFF2-40B4-BE49-F238E27FC236}">
                    <a16:creationId xmlns:a16="http://schemas.microsoft.com/office/drawing/2014/main" id="{43C5F860-0670-1769-EA7E-2F2306556D6A}"/>
                  </a:ext>
                </a:extLst>
              </p14:cNvPr>
              <p14:cNvContentPartPr/>
              <p14:nvPr/>
            </p14:nvContentPartPr>
            <p14:xfrm>
              <a:off x="3150504" y="3208176"/>
              <a:ext cx="1356480" cy="140040"/>
            </p14:xfrm>
          </p:contentPart>
        </mc:Choice>
        <mc:Fallback xmlns="">
          <p:pic>
            <p:nvPicPr>
              <p:cNvPr id="182" name="Ink 181">
                <a:extLst>
                  <a:ext uri="{FF2B5EF4-FFF2-40B4-BE49-F238E27FC236}">
                    <a16:creationId xmlns:a16="http://schemas.microsoft.com/office/drawing/2014/main" id="{43C5F860-0670-1769-EA7E-2F2306556D6A}"/>
                  </a:ext>
                </a:extLst>
              </p:cNvPr>
              <p:cNvPicPr/>
              <p:nvPr/>
            </p:nvPicPr>
            <p:blipFill>
              <a:blip r:embed="rId305"/>
              <a:stretch>
                <a:fillRect/>
              </a:stretch>
            </p:blipFill>
            <p:spPr>
              <a:xfrm>
                <a:off x="3146184" y="3203856"/>
                <a:ext cx="1365120" cy="148680"/>
              </a:xfrm>
              <a:prstGeom prst="rect">
                <a:avLst/>
              </a:prstGeom>
            </p:spPr>
          </p:pic>
        </mc:Fallback>
      </mc:AlternateContent>
      <p:grpSp>
        <p:nvGrpSpPr>
          <p:cNvPr id="192" name="Group 191">
            <a:extLst>
              <a:ext uri="{FF2B5EF4-FFF2-40B4-BE49-F238E27FC236}">
                <a16:creationId xmlns:a16="http://schemas.microsoft.com/office/drawing/2014/main" id="{56F1AEF6-1E90-0569-9BDA-35DDC8B92449}"/>
              </a:ext>
            </a:extLst>
          </p:cNvPr>
          <p:cNvGrpSpPr/>
          <p:nvPr/>
        </p:nvGrpSpPr>
        <p:grpSpPr>
          <a:xfrm>
            <a:off x="3337704" y="3307896"/>
            <a:ext cx="1284840" cy="307440"/>
            <a:chOff x="3337704" y="3307896"/>
            <a:chExt cx="1284840" cy="307440"/>
          </a:xfrm>
        </p:grpSpPr>
        <mc:AlternateContent xmlns:mc="http://schemas.openxmlformats.org/markup-compatibility/2006" xmlns:p14="http://schemas.microsoft.com/office/powerpoint/2010/main">
          <mc:Choice Requires="p14">
            <p:contentPart p14:bwMode="auto" r:id="rId306">
              <p14:nvContentPartPr>
                <p14:cNvPr id="183" name="Ink 182">
                  <a:extLst>
                    <a:ext uri="{FF2B5EF4-FFF2-40B4-BE49-F238E27FC236}">
                      <a16:creationId xmlns:a16="http://schemas.microsoft.com/office/drawing/2014/main" id="{CB22CF0F-DC0D-DDA8-76F8-EEBF0F716F1F}"/>
                    </a:ext>
                  </a:extLst>
                </p14:cNvPr>
                <p14:cNvContentPartPr/>
                <p14:nvPr/>
              </p14:nvContentPartPr>
              <p14:xfrm>
                <a:off x="3337704" y="3535776"/>
                <a:ext cx="138960" cy="79560"/>
              </p14:xfrm>
            </p:contentPart>
          </mc:Choice>
          <mc:Fallback xmlns="">
            <p:pic>
              <p:nvPicPr>
                <p:cNvPr id="183" name="Ink 182">
                  <a:extLst>
                    <a:ext uri="{FF2B5EF4-FFF2-40B4-BE49-F238E27FC236}">
                      <a16:creationId xmlns:a16="http://schemas.microsoft.com/office/drawing/2014/main" id="{CB22CF0F-DC0D-DDA8-76F8-EEBF0F716F1F}"/>
                    </a:ext>
                  </a:extLst>
                </p:cNvPr>
                <p:cNvPicPr/>
                <p:nvPr/>
              </p:nvPicPr>
              <p:blipFill>
                <a:blip r:embed="rId307"/>
                <a:stretch>
                  <a:fillRect/>
                </a:stretch>
              </p:blipFill>
              <p:spPr>
                <a:xfrm>
                  <a:off x="3333384" y="3531456"/>
                  <a:ext cx="1476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4" name="Ink 183">
                  <a:extLst>
                    <a:ext uri="{FF2B5EF4-FFF2-40B4-BE49-F238E27FC236}">
                      <a16:creationId xmlns:a16="http://schemas.microsoft.com/office/drawing/2014/main" id="{C3987575-153D-0051-7DBD-3658CF82E781}"/>
                    </a:ext>
                  </a:extLst>
                </p14:cNvPr>
                <p14:cNvContentPartPr/>
                <p14:nvPr/>
              </p14:nvContentPartPr>
              <p14:xfrm>
                <a:off x="3515904" y="3512376"/>
                <a:ext cx="118080" cy="72720"/>
              </p14:xfrm>
            </p:contentPart>
          </mc:Choice>
          <mc:Fallback xmlns="">
            <p:pic>
              <p:nvPicPr>
                <p:cNvPr id="184" name="Ink 183">
                  <a:extLst>
                    <a:ext uri="{FF2B5EF4-FFF2-40B4-BE49-F238E27FC236}">
                      <a16:creationId xmlns:a16="http://schemas.microsoft.com/office/drawing/2014/main" id="{C3987575-153D-0051-7DBD-3658CF82E781}"/>
                    </a:ext>
                  </a:extLst>
                </p:cNvPr>
                <p:cNvPicPr/>
                <p:nvPr/>
              </p:nvPicPr>
              <p:blipFill>
                <a:blip r:embed="rId309"/>
                <a:stretch>
                  <a:fillRect/>
                </a:stretch>
              </p:blipFill>
              <p:spPr>
                <a:xfrm>
                  <a:off x="3511584" y="3508056"/>
                  <a:ext cx="1267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85" name="Ink 184">
                  <a:extLst>
                    <a:ext uri="{FF2B5EF4-FFF2-40B4-BE49-F238E27FC236}">
                      <a16:creationId xmlns:a16="http://schemas.microsoft.com/office/drawing/2014/main" id="{15DB8742-FE9E-E9C4-E33C-F946420B09F1}"/>
                    </a:ext>
                  </a:extLst>
                </p14:cNvPr>
                <p14:cNvContentPartPr/>
                <p14:nvPr/>
              </p14:nvContentPartPr>
              <p14:xfrm>
                <a:off x="3673584" y="3467376"/>
                <a:ext cx="91800" cy="132120"/>
              </p14:xfrm>
            </p:contentPart>
          </mc:Choice>
          <mc:Fallback xmlns="">
            <p:pic>
              <p:nvPicPr>
                <p:cNvPr id="185" name="Ink 184">
                  <a:extLst>
                    <a:ext uri="{FF2B5EF4-FFF2-40B4-BE49-F238E27FC236}">
                      <a16:creationId xmlns:a16="http://schemas.microsoft.com/office/drawing/2014/main" id="{15DB8742-FE9E-E9C4-E33C-F946420B09F1}"/>
                    </a:ext>
                  </a:extLst>
                </p:cNvPr>
                <p:cNvPicPr/>
                <p:nvPr/>
              </p:nvPicPr>
              <p:blipFill>
                <a:blip r:embed="rId311"/>
                <a:stretch>
                  <a:fillRect/>
                </a:stretch>
              </p:blipFill>
              <p:spPr>
                <a:xfrm>
                  <a:off x="3669264" y="3463056"/>
                  <a:ext cx="1004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86" name="Ink 185">
                  <a:extLst>
                    <a:ext uri="{FF2B5EF4-FFF2-40B4-BE49-F238E27FC236}">
                      <a16:creationId xmlns:a16="http://schemas.microsoft.com/office/drawing/2014/main" id="{5E0028B5-E445-4F49-578D-AD21108F8758}"/>
                    </a:ext>
                  </a:extLst>
                </p14:cNvPr>
                <p14:cNvContentPartPr/>
                <p14:nvPr/>
              </p14:nvContentPartPr>
              <p14:xfrm>
                <a:off x="3834504" y="3484296"/>
                <a:ext cx="72000" cy="69480"/>
              </p14:xfrm>
            </p:contentPart>
          </mc:Choice>
          <mc:Fallback xmlns="">
            <p:pic>
              <p:nvPicPr>
                <p:cNvPr id="186" name="Ink 185">
                  <a:extLst>
                    <a:ext uri="{FF2B5EF4-FFF2-40B4-BE49-F238E27FC236}">
                      <a16:creationId xmlns:a16="http://schemas.microsoft.com/office/drawing/2014/main" id="{5E0028B5-E445-4F49-578D-AD21108F8758}"/>
                    </a:ext>
                  </a:extLst>
                </p:cNvPr>
                <p:cNvPicPr/>
                <p:nvPr/>
              </p:nvPicPr>
              <p:blipFill>
                <a:blip r:embed="rId313"/>
                <a:stretch>
                  <a:fillRect/>
                </a:stretch>
              </p:blipFill>
              <p:spPr>
                <a:xfrm>
                  <a:off x="3830184" y="3479976"/>
                  <a:ext cx="806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87" name="Ink 186">
                  <a:extLst>
                    <a:ext uri="{FF2B5EF4-FFF2-40B4-BE49-F238E27FC236}">
                      <a16:creationId xmlns:a16="http://schemas.microsoft.com/office/drawing/2014/main" id="{DE716C85-5989-F213-76EC-59DE7BFDABE4}"/>
                    </a:ext>
                  </a:extLst>
                </p14:cNvPr>
                <p14:cNvContentPartPr/>
                <p14:nvPr/>
              </p14:nvContentPartPr>
              <p14:xfrm>
                <a:off x="3959424" y="3450456"/>
                <a:ext cx="41760" cy="87480"/>
              </p14:xfrm>
            </p:contentPart>
          </mc:Choice>
          <mc:Fallback xmlns="">
            <p:pic>
              <p:nvPicPr>
                <p:cNvPr id="187" name="Ink 186">
                  <a:extLst>
                    <a:ext uri="{FF2B5EF4-FFF2-40B4-BE49-F238E27FC236}">
                      <a16:creationId xmlns:a16="http://schemas.microsoft.com/office/drawing/2014/main" id="{DE716C85-5989-F213-76EC-59DE7BFDABE4}"/>
                    </a:ext>
                  </a:extLst>
                </p:cNvPr>
                <p:cNvPicPr/>
                <p:nvPr/>
              </p:nvPicPr>
              <p:blipFill>
                <a:blip r:embed="rId315"/>
                <a:stretch>
                  <a:fillRect/>
                </a:stretch>
              </p:blipFill>
              <p:spPr>
                <a:xfrm>
                  <a:off x="3955104" y="3446136"/>
                  <a:ext cx="504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8" name="Ink 187">
                  <a:extLst>
                    <a:ext uri="{FF2B5EF4-FFF2-40B4-BE49-F238E27FC236}">
                      <a16:creationId xmlns:a16="http://schemas.microsoft.com/office/drawing/2014/main" id="{F6878453-EABC-47EC-64CD-D61232D11FA6}"/>
                    </a:ext>
                  </a:extLst>
                </p14:cNvPr>
                <p14:cNvContentPartPr/>
                <p14:nvPr/>
              </p14:nvContentPartPr>
              <p14:xfrm>
                <a:off x="4095504" y="3366936"/>
                <a:ext cx="32760" cy="178200"/>
              </p14:xfrm>
            </p:contentPart>
          </mc:Choice>
          <mc:Fallback xmlns="">
            <p:pic>
              <p:nvPicPr>
                <p:cNvPr id="188" name="Ink 187">
                  <a:extLst>
                    <a:ext uri="{FF2B5EF4-FFF2-40B4-BE49-F238E27FC236}">
                      <a16:creationId xmlns:a16="http://schemas.microsoft.com/office/drawing/2014/main" id="{F6878453-EABC-47EC-64CD-D61232D11FA6}"/>
                    </a:ext>
                  </a:extLst>
                </p:cNvPr>
                <p:cNvPicPr/>
                <p:nvPr/>
              </p:nvPicPr>
              <p:blipFill>
                <a:blip r:embed="rId317"/>
                <a:stretch>
                  <a:fillRect/>
                </a:stretch>
              </p:blipFill>
              <p:spPr>
                <a:xfrm>
                  <a:off x="4091184" y="3362616"/>
                  <a:ext cx="4140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89" name="Ink 188">
                  <a:extLst>
                    <a:ext uri="{FF2B5EF4-FFF2-40B4-BE49-F238E27FC236}">
                      <a16:creationId xmlns:a16="http://schemas.microsoft.com/office/drawing/2014/main" id="{BD803C8F-2B1B-BE63-DE2D-89554331147D}"/>
                    </a:ext>
                  </a:extLst>
                </p14:cNvPr>
                <p14:cNvContentPartPr/>
                <p14:nvPr/>
              </p14:nvContentPartPr>
              <p14:xfrm>
                <a:off x="4060944" y="3454416"/>
                <a:ext cx="162000" cy="11880"/>
              </p14:xfrm>
            </p:contentPart>
          </mc:Choice>
          <mc:Fallback xmlns="">
            <p:pic>
              <p:nvPicPr>
                <p:cNvPr id="189" name="Ink 188">
                  <a:extLst>
                    <a:ext uri="{FF2B5EF4-FFF2-40B4-BE49-F238E27FC236}">
                      <a16:creationId xmlns:a16="http://schemas.microsoft.com/office/drawing/2014/main" id="{BD803C8F-2B1B-BE63-DE2D-89554331147D}"/>
                    </a:ext>
                  </a:extLst>
                </p:cNvPr>
                <p:cNvPicPr/>
                <p:nvPr/>
              </p:nvPicPr>
              <p:blipFill>
                <a:blip r:embed="rId319"/>
                <a:stretch>
                  <a:fillRect/>
                </a:stretch>
              </p:blipFill>
              <p:spPr>
                <a:xfrm>
                  <a:off x="4056624" y="3450096"/>
                  <a:ext cx="1706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90" name="Ink 189">
                  <a:extLst>
                    <a:ext uri="{FF2B5EF4-FFF2-40B4-BE49-F238E27FC236}">
                      <a16:creationId xmlns:a16="http://schemas.microsoft.com/office/drawing/2014/main" id="{F88D62EB-23A0-D3D7-49C3-56946F08CBC7}"/>
                    </a:ext>
                  </a:extLst>
                </p14:cNvPr>
                <p14:cNvContentPartPr/>
                <p14:nvPr/>
              </p14:nvContentPartPr>
              <p14:xfrm>
                <a:off x="4194864" y="3454416"/>
                <a:ext cx="113400" cy="90720"/>
              </p14:xfrm>
            </p:contentPart>
          </mc:Choice>
          <mc:Fallback xmlns="">
            <p:pic>
              <p:nvPicPr>
                <p:cNvPr id="190" name="Ink 189">
                  <a:extLst>
                    <a:ext uri="{FF2B5EF4-FFF2-40B4-BE49-F238E27FC236}">
                      <a16:creationId xmlns:a16="http://schemas.microsoft.com/office/drawing/2014/main" id="{F88D62EB-23A0-D3D7-49C3-56946F08CBC7}"/>
                    </a:ext>
                  </a:extLst>
                </p:cNvPr>
                <p:cNvPicPr/>
                <p:nvPr/>
              </p:nvPicPr>
              <p:blipFill>
                <a:blip r:embed="rId321"/>
                <a:stretch>
                  <a:fillRect/>
                </a:stretch>
              </p:blipFill>
              <p:spPr>
                <a:xfrm>
                  <a:off x="4190544" y="3450096"/>
                  <a:ext cx="1220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91" name="Ink 190">
                  <a:extLst>
                    <a:ext uri="{FF2B5EF4-FFF2-40B4-BE49-F238E27FC236}">
                      <a16:creationId xmlns:a16="http://schemas.microsoft.com/office/drawing/2014/main" id="{2710C82F-CB4C-2438-1536-4F5CDECA2297}"/>
                    </a:ext>
                  </a:extLst>
                </p14:cNvPr>
                <p14:cNvContentPartPr/>
                <p14:nvPr/>
              </p14:nvContentPartPr>
              <p14:xfrm>
                <a:off x="4358304" y="3307896"/>
                <a:ext cx="264240" cy="241560"/>
              </p14:xfrm>
            </p:contentPart>
          </mc:Choice>
          <mc:Fallback xmlns="">
            <p:pic>
              <p:nvPicPr>
                <p:cNvPr id="191" name="Ink 190">
                  <a:extLst>
                    <a:ext uri="{FF2B5EF4-FFF2-40B4-BE49-F238E27FC236}">
                      <a16:creationId xmlns:a16="http://schemas.microsoft.com/office/drawing/2014/main" id="{2710C82F-CB4C-2438-1536-4F5CDECA2297}"/>
                    </a:ext>
                  </a:extLst>
                </p:cNvPr>
                <p:cNvPicPr/>
                <p:nvPr/>
              </p:nvPicPr>
              <p:blipFill>
                <a:blip r:embed="rId323"/>
                <a:stretch>
                  <a:fillRect/>
                </a:stretch>
              </p:blipFill>
              <p:spPr>
                <a:xfrm>
                  <a:off x="4353984" y="3303576"/>
                  <a:ext cx="272880" cy="250200"/>
                </a:xfrm>
                <a:prstGeom prst="rect">
                  <a:avLst/>
                </a:prstGeom>
              </p:spPr>
            </p:pic>
          </mc:Fallback>
        </mc:AlternateContent>
      </p:grpSp>
    </p:spTree>
    <p:extLst>
      <p:ext uri="{BB962C8B-B14F-4D97-AF65-F5344CB8AC3E}">
        <p14:creationId xmlns:p14="http://schemas.microsoft.com/office/powerpoint/2010/main" val="1118461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EF2430-D176-98E6-5074-8A918DD0A754}"/>
              </a:ext>
            </a:extLst>
          </p:cNvPr>
          <p:cNvSpPr>
            <a:spLocks noGrp="1"/>
          </p:cNvSpPr>
          <p:nvPr>
            <p:ph type="sldNum" sz="quarter" idx="12"/>
          </p:nvPr>
        </p:nvSpPr>
        <p:spPr/>
        <p:txBody>
          <a:bodyPr/>
          <a:lstStyle/>
          <a:p>
            <a:fld id="{AD2B2EE5-B8BC-4D24-A25E-F2DF61737E68}" type="slidenum">
              <a:rPr lang="en-US" smtClean="0"/>
              <a:pPr/>
              <a:t>18</a:t>
            </a:fld>
            <a:endParaRPr lang="en-US"/>
          </a:p>
        </p:txBody>
      </p:sp>
      <p:grpSp>
        <p:nvGrpSpPr>
          <p:cNvPr id="18" name="Group 17">
            <a:extLst>
              <a:ext uri="{FF2B5EF4-FFF2-40B4-BE49-F238E27FC236}">
                <a16:creationId xmlns:a16="http://schemas.microsoft.com/office/drawing/2014/main" id="{178AEB1E-11FB-C651-9F34-725972EC4D64}"/>
              </a:ext>
            </a:extLst>
          </p:cNvPr>
          <p:cNvGrpSpPr/>
          <p:nvPr/>
        </p:nvGrpSpPr>
        <p:grpSpPr>
          <a:xfrm>
            <a:off x="896184" y="153936"/>
            <a:ext cx="416160" cy="241560"/>
            <a:chOff x="896184" y="153936"/>
            <a:chExt cx="416160" cy="24156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BE95E52B-362A-4078-CCAD-2CC472C93388}"/>
                    </a:ext>
                  </a:extLst>
                </p14:cNvPr>
                <p14:cNvContentPartPr/>
                <p14:nvPr/>
              </p14:nvContentPartPr>
              <p14:xfrm>
                <a:off x="896184" y="296136"/>
                <a:ext cx="15120" cy="99360"/>
              </p14:xfrm>
            </p:contentPart>
          </mc:Choice>
          <mc:Fallback xmlns="">
            <p:pic>
              <p:nvPicPr>
                <p:cNvPr id="9" name="Ink 8">
                  <a:extLst>
                    <a:ext uri="{FF2B5EF4-FFF2-40B4-BE49-F238E27FC236}">
                      <a16:creationId xmlns:a16="http://schemas.microsoft.com/office/drawing/2014/main" id="{BE95E52B-362A-4078-CCAD-2CC472C93388}"/>
                    </a:ext>
                  </a:extLst>
                </p:cNvPr>
                <p:cNvPicPr/>
                <p:nvPr/>
              </p:nvPicPr>
              <p:blipFill>
                <a:blip r:embed="rId3"/>
                <a:stretch>
                  <a:fillRect/>
                </a:stretch>
              </p:blipFill>
              <p:spPr>
                <a:xfrm>
                  <a:off x="891864" y="291816"/>
                  <a:ext cx="237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13C2FBD-6D1E-50C2-7257-FF7CFBCF1011}"/>
                    </a:ext>
                  </a:extLst>
                </p14:cNvPr>
                <p14:cNvContentPartPr/>
                <p14:nvPr/>
              </p14:nvContentPartPr>
              <p14:xfrm>
                <a:off x="917064" y="153936"/>
                <a:ext cx="7200" cy="44280"/>
              </p14:xfrm>
            </p:contentPart>
          </mc:Choice>
          <mc:Fallback xmlns="">
            <p:pic>
              <p:nvPicPr>
                <p:cNvPr id="10" name="Ink 9">
                  <a:extLst>
                    <a:ext uri="{FF2B5EF4-FFF2-40B4-BE49-F238E27FC236}">
                      <a16:creationId xmlns:a16="http://schemas.microsoft.com/office/drawing/2014/main" id="{613C2FBD-6D1E-50C2-7257-FF7CFBCF1011}"/>
                    </a:ext>
                  </a:extLst>
                </p:cNvPr>
                <p:cNvPicPr/>
                <p:nvPr/>
              </p:nvPicPr>
              <p:blipFill>
                <a:blip r:embed="rId5"/>
                <a:stretch>
                  <a:fillRect/>
                </a:stretch>
              </p:blipFill>
              <p:spPr>
                <a:xfrm>
                  <a:off x="912744" y="149616"/>
                  <a:ext cx="158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A9A27DDD-90CB-0DA3-DB49-155AAB1B5954}"/>
                    </a:ext>
                  </a:extLst>
                </p14:cNvPr>
                <p14:cNvContentPartPr/>
                <p14:nvPr/>
              </p14:nvContentPartPr>
              <p14:xfrm>
                <a:off x="967824" y="321336"/>
                <a:ext cx="122760" cy="46440"/>
              </p14:xfrm>
            </p:contentPart>
          </mc:Choice>
          <mc:Fallback xmlns="">
            <p:pic>
              <p:nvPicPr>
                <p:cNvPr id="11" name="Ink 10">
                  <a:extLst>
                    <a:ext uri="{FF2B5EF4-FFF2-40B4-BE49-F238E27FC236}">
                      <a16:creationId xmlns:a16="http://schemas.microsoft.com/office/drawing/2014/main" id="{A9A27DDD-90CB-0DA3-DB49-155AAB1B5954}"/>
                    </a:ext>
                  </a:extLst>
                </p:cNvPr>
                <p:cNvPicPr/>
                <p:nvPr/>
              </p:nvPicPr>
              <p:blipFill>
                <a:blip r:embed="rId7"/>
                <a:stretch>
                  <a:fillRect/>
                </a:stretch>
              </p:blipFill>
              <p:spPr>
                <a:xfrm>
                  <a:off x="963504" y="317016"/>
                  <a:ext cx="1314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143952C3-2E02-F8E7-359C-27E6B3C3B75F}"/>
                    </a:ext>
                  </a:extLst>
                </p14:cNvPr>
                <p14:cNvContentPartPr/>
                <p14:nvPr/>
              </p14:nvContentPartPr>
              <p14:xfrm>
                <a:off x="1201104" y="200016"/>
                <a:ext cx="48960" cy="166680"/>
              </p14:xfrm>
            </p:contentPart>
          </mc:Choice>
          <mc:Fallback xmlns="">
            <p:pic>
              <p:nvPicPr>
                <p:cNvPr id="12" name="Ink 11">
                  <a:extLst>
                    <a:ext uri="{FF2B5EF4-FFF2-40B4-BE49-F238E27FC236}">
                      <a16:creationId xmlns:a16="http://schemas.microsoft.com/office/drawing/2014/main" id="{143952C3-2E02-F8E7-359C-27E6B3C3B75F}"/>
                    </a:ext>
                  </a:extLst>
                </p:cNvPr>
                <p:cNvPicPr/>
                <p:nvPr/>
              </p:nvPicPr>
              <p:blipFill>
                <a:blip r:embed="rId9"/>
                <a:stretch>
                  <a:fillRect/>
                </a:stretch>
              </p:blipFill>
              <p:spPr>
                <a:xfrm>
                  <a:off x="1196784" y="195696"/>
                  <a:ext cx="576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8C6F8F6-DD0D-40D6-AF03-B372E6945290}"/>
                    </a:ext>
                  </a:extLst>
                </p14:cNvPr>
                <p14:cNvContentPartPr/>
                <p14:nvPr/>
              </p14:nvContentPartPr>
              <p14:xfrm>
                <a:off x="1143504" y="284256"/>
                <a:ext cx="168840" cy="2520"/>
              </p14:xfrm>
            </p:contentPart>
          </mc:Choice>
          <mc:Fallback xmlns="">
            <p:pic>
              <p:nvPicPr>
                <p:cNvPr id="13" name="Ink 12">
                  <a:extLst>
                    <a:ext uri="{FF2B5EF4-FFF2-40B4-BE49-F238E27FC236}">
                      <a16:creationId xmlns:a16="http://schemas.microsoft.com/office/drawing/2014/main" id="{28C6F8F6-DD0D-40D6-AF03-B372E6945290}"/>
                    </a:ext>
                  </a:extLst>
                </p:cNvPr>
                <p:cNvPicPr/>
                <p:nvPr/>
              </p:nvPicPr>
              <p:blipFill>
                <a:blip r:embed="rId11"/>
                <a:stretch>
                  <a:fillRect/>
                </a:stretch>
              </p:blipFill>
              <p:spPr>
                <a:xfrm>
                  <a:off x="1139184" y="279936"/>
                  <a:ext cx="177480" cy="11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22B6D717-E6DB-BB61-F39A-85E61F2D060F}"/>
                  </a:ext>
                </a:extLst>
              </p14:cNvPr>
              <p14:cNvContentPartPr/>
              <p14:nvPr/>
            </p14:nvContentPartPr>
            <p14:xfrm>
              <a:off x="1510704" y="280656"/>
              <a:ext cx="254520" cy="113400"/>
            </p14:xfrm>
          </p:contentPart>
        </mc:Choice>
        <mc:Fallback xmlns="">
          <p:pic>
            <p:nvPicPr>
              <p:cNvPr id="14" name="Ink 13">
                <a:extLst>
                  <a:ext uri="{FF2B5EF4-FFF2-40B4-BE49-F238E27FC236}">
                    <a16:creationId xmlns:a16="http://schemas.microsoft.com/office/drawing/2014/main" id="{22B6D717-E6DB-BB61-F39A-85E61F2D060F}"/>
                  </a:ext>
                </a:extLst>
              </p:cNvPr>
              <p:cNvPicPr/>
              <p:nvPr/>
            </p:nvPicPr>
            <p:blipFill>
              <a:blip r:embed="rId13"/>
              <a:stretch>
                <a:fillRect/>
              </a:stretch>
            </p:blipFill>
            <p:spPr>
              <a:xfrm>
                <a:off x="1506384" y="276336"/>
                <a:ext cx="263160" cy="122040"/>
              </a:xfrm>
              <a:prstGeom prst="rect">
                <a:avLst/>
              </a:prstGeom>
            </p:spPr>
          </p:pic>
        </mc:Fallback>
      </mc:AlternateContent>
      <p:grpSp>
        <p:nvGrpSpPr>
          <p:cNvPr id="17" name="Group 16">
            <a:extLst>
              <a:ext uri="{FF2B5EF4-FFF2-40B4-BE49-F238E27FC236}">
                <a16:creationId xmlns:a16="http://schemas.microsoft.com/office/drawing/2014/main" id="{D07E8389-A91F-14D2-A907-9C2DF0E9CC0D}"/>
              </a:ext>
            </a:extLst>
          </p:cNvPr>
          <p:cNvGrpSpPr/>
          <p:nvPr/>
        </p:nvGrpSpPr>
        <p:grpSpPr>
          <a:xfrm>
            <a:off x="1933344" y="276696"/>
            <a:ext cx="158760" cy="104760"/>
            <a:chOff x="1933344" y="276696"/>
            <a:chExt cx="158760" cy="104760"/>
          </a:xfrm>
        </p:grpSpPr>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18319B71-D3E9-8591-9323-183D7B62E2A4}"/>
                    </a:ext>
                  </a:extLst>
                </p14:cNvPr>
                <p14:cNvContentPartPr/>
                <p14:nvPr/>
              </p14:nvContentPartPr>
              <p14:xfrm>
                <a:off x="1942704" y="276696"/>
                <a:ext cx="149400" cy="43560"/>
              </p14:xfrm>
            </p:contentPart>
          </mc:Choice>
          <mc:Fallback xmlns="">
            <p:pic>
              <p:nvPicPr>
                <p:cNvPr id="15" name="Ink 14">
                  <a:extLst>
                    <a:ext uri="{FF2B5EF4-FFF2-40B4-BE49-F238E27FC236}">
                      <a16:creationId xmlns:a16="http://schemas.microsoft.com/office/drawing/2014/main" id="{18319B71-D3E9-8591-9323-183D7B62E2A4}"/>
                    </a:ext>
                  </a:extLst>
                </p:cNvPr>
                <p:cNvPicPr/>
                <p:nvPr/>
              </p:nvPicPr>
              <p:blipFill>
                <a:blip r:embed="rId15"/>
                <a:stretch>
                  <a:fillRect/>
                </a:stretch>
              </p:blipFill>
              <p:spPr>
                <a:xfrm>
                  <a:off x="1938384" y="272376"/>
                  <a:ext cx="1580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CF801FCF-90E7-9330-D26D-F92BDEEFC2BF}"/>
                    </a:ext>
                  </a:extLst>
                </p14:cNvPr>
                <p14:cNvContentPartPr/>
                <p14:nvPr/>
              </p14:nvContentPartPr>
              <p14:xfrm>
                <a:off x="1933344" y="362736"/>
                <a:ext cx="132120" cy="18720"/>
              </p14:xfrm>
            </p:contentPart>
          </mc:Choice>
          <mc:Fallback xmlns="">
            <p:pic>
              <p:nvPicPr>
                <p:cNvPr id="16" name="Ink 15">
                  <a:extLst>
                    <a:ext uri="{FF2B5EF4-FFF2-40B4-BE49-F238E27FC236}">
                      <a16:creationId xmlns:a16="http://schemas.microsoft.com/office/drawing/2014/main" id="{CF801FCF-90E7-9330-D26D-F92BDEEFC2BF}"/>
                    </a:ext>
                  </a:extLst>
                </p:cNvPr>
                <p:cNvPicPr/>
                <p:nvPr/>
              </p:nvPicPr>
              <p:blipFill>
                <a:blip r:embed="rId17"/>
                <a:stretch>
                  <a:fillRect/>
                </a:stretch>
              </p:blipFill>
              <p:spPr>
                <a:xfrm>
                  <a:off x="1929024" y="358416"/>
                  <a:ext cx="140760" cy="27360"/>
                </a:xfrm>
                <a:prstGeom prst="rect">
                  <a:avLst/>
                </a:prstGeom>
              </p:spPr>
            </p:pic>
          </mc:Fallback>
        </mc:AlternateContent>
      </p:grpSp>
      <p:grpSp>
        <p:nvGrpSpPr>
          <p:cNvPr id="22" name="Group 21">
            <a:extLst>
              <a:ext uri="{FF2B5EF4-FFF2-40B4-BE49-F238E27FC236}">
                <a16:creationId xmlns:a16="http://schemas.microsoft.com/office/drawing/2014/main" id="{9F46A00C-001F-E200-EDB0-E17DCE589CC3}"/>
              </a:ext>
            </a:extLst>
          </p:cNvPr>
          <p:cNvGrpSpPr/>
          <p:nvPr/>
        </p:nvGrpSpPr>
        <p:grpSpPr>
          <a:xfrm>
            <a:off x="2304864" y="159696"/>
            <a:ext cx="251280" cy="375480"/>
            <a:chOff x="2304864" y="159696"/>
            <a:chExt cx="251280" cy="375480"/>
          </a:xfrm>
        </p:grpSpPr>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73748361-2886-56A9-50CA-FCDCE0B17CC8}"/>
                    </a:ext>
                  </a:extLst>
                </p14:cNvPr>
                <p14:cNvContentPartPr/>
                <p14:nvPr/>
              </p14:nvContentPartPr>
              <p14:xfrm>
                <a:off x="2304864" y="159696"/>
                <a:ext cx="162360" cy="260280"/>
              </p14:xfrm>
            </p:contentPart>
          </mc:Choice>
          <mc:Fallback xmlns="">
            <p:pic>
              <p:nvPicPr>
                <p:cNvPr id="19" name="Ink 18">
                  <a:extLst>
                    <a:ext uri="{FF2B5EF4-FFF2-40B4-BE49-F238E27FC236}">
                      <a16:creationId xmlns:a16="http://schemas.microsoft.com/office/drawing/2014/main" id="{73748361-2886-56A9-50CA-FCDCE0B17CC8}"/>
                    </a:ext>
                  </a:extLst>
                </p:cNvPr>
                <p:cNvPicPr/>
                <p:nvPr/>
              </p:nvPicPr>
              <p:blipFill>
                <a:blip r:embed="rId19"/>
                <a:stretch>
                  <a:fillRect/>
                </a:stretch>
              </p:blipFill>
              <p:spPr>
                <a:xfrm>
                  <a:off x="2300544" y="155376"/>
                  <a:ext cx="1710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DF29D80A-4F32-C1EC-C888-105ABA410104}"/>
                    </a:ext>
                  </a:extLst>
                </p14:cNvPr>
                <p14:cNvContentPartPr/>
                <p14:nvPr/>
              </p14:nvContentPartPr>
              <p14:xfrm>
                <a:off x="2550024" y="293976"/>
                <a:ext cx="6120" cy="30960"/>
              </p14:xfrm>
            </p:contentPart>
          </mc:Choice>
          <mc:Fallback xmlns="">
            <p:pic>
              <p:nvPicPr>
                <p:cNvPr id="20" name="Ink 19">
                  <a:extLst>
                    <a:ext uri="{FF2B5EF4-FFF2-40B4-BE49-F238E27FC236}">
                      <a16:creationId xmlns:a16="http://schemas.microsoft.com/office/drawing/2014/main" id="{DF29D80A-4F32-C1EC-C888-105ABA410104}"/>
                    </a:ext>
                  </a:extLst>
                </p:cNvPr>
                <p:cNvPicPr/>
                <p:nvPr/>
              </p:nvPicPr>
              <p:blipFill>
                <a:blip r:embed="rId21"/>
                <a:stretch>
                  <a:fillRect/>
                </a:stretch>
              </p:blipFill>
              <p:spPr>
                <a:xfrm>
                  <a:off x="2545704" y="289656"/>
                  <a:ext cx="1476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4B09F103-D873-942A-9A52-F4AAEEF7432F}"/>
                    </a:ext>
                  </a:extLst>
                </p14:cNvPr>
                <p14:cNvContentPartPr/>
                <p14:nvPr/>
              </p14:nvContentPartPr>
              <p14:xfrm>
                <a:off x="2462544" y="437976"/>
                <a:ext cx="81360" cy="97200"/>
              </p14:xfrm>
            </p:contentPart>
          </mc:Choice>
          <mc:Fallback xmlns="">
            <p:pic>
              <p:nvPicPr>
                <p:cNvPr id="21" name="Ink 20">
                  <a:extLst>
                    <a:ext uri="{FF2B5EF4-FFF2-40B4-BE49-F238E27FC236}">
                      <a16:creationId xmlns:a16="http://schemas.microsoft.com/office/drawing/2014/main" id="{4B09F103-D873-942A-9A52-F4AAEEF7432F}"/>
                    </a:ext>
                  </a:extLst>
                </p:cNvPr>
                <p:cNvPicPr/>
                <p:nvPr/>
              </p:nvPicPr>
              <p:blipFill>
                <a:blip r:embed="rId23"/>
                <a:stretch>
                  <a:fillRect/>
                </a:stretch>
              </p:blipFill>
              <p:spPr>
                <a:xfrm>
                  <a:off x="2458224" y="433656"/>
                  <a:ext cx="90000" cy="105840"/>
                </a:xfrm>
                <a:prstGeom prst="rect">
                  <a:avLst/>
                </a:prstGeom>
              </p:spPr>
            </p:pic>
          </mc:Fallback>
        </mc:AlternateContent>
      </p:grpSp>
      <p:grpSp>
        <p:nvGrpSpPr>
          <p:cNvPr id="46" name="Group 45">
            <a:extLst>
              <a:ext uri="{FF2B5EF4-FFF2-40B4-BE49-F238E27FC236}">
                <a16:creationId xmlns:a16="http://schemas.microsoft.com/office/drawing/2014/main" id="{169B91C7-0C83-9CB0-316F-F99B7E832E8B}"/>
              </a:ext>
            </a:extLst>
          </p:cNvPr>
          <p:cNvGrpSpPr/>
          <p:nvPr/>
        </p:nvGrpSpPr>
        <p:grpSpPr>
          <a:xfrm>
            <a:off x="866304" y="693216"/>
            <a:ext cx="1231560" cy="527040"/>
            <a:chOff x="866304" y="693216"/>
            <a:chExt cx="1231560" cy="527040"/>
          </a:xfrm>
        </p:grpSpPr>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C21D6751-9F8C-B184-1D25-83083FA820BB}"/>
                    </a:ext>
                  </a:extLst>
                </p14:cNvPr>
                <p14:cNvContentPartPr/>
                <p14:nvPr/>
              </p14:nvContentPartPr>
              <p14:xfrm>
                <a:off x="900864" y="693216"/>
                <a:ext cx="195840" cy="527040"/>
              </p14:xfrm>
            </p:contentPart>
          </mc:Choice>
          <mc:Fallback xmlns="">
            <p:pic>
              <p:nvPicPr>
                <p:cNvPr id="23" name="Ink 22">
                  <a:extLst>
                    <a:ext uri="{FF2B5EF4-FFF2-40B4-BE49-F238E27FC236}">
                      <a16:creationId xmlns:a16="http://schemas.microsoft.com/office/drawing/2014/main" id="{C21D6751-9F8C-B184-1D25-83083FA820BB}"/>
                    </a:ext>
                  </a:extLst>
                </p:cNvPr>
                <p:cNvPicPr/>
                <p:nvPr/>
              </p:nvPicPr>
              <p:blipFill>
                <a:blip r:embed="rId25"/>
                <a:stretch>
                  <a:fillRect/>
                </a:stretch>
              </p:blipFill>
              <p:spPr>
                <a:xfrm>
                  <a:off x="896544" y="688896"/>
                  <a:ext cx="20448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5AB1A7E0-7226-08E4-6F81-1EB1C5D141CE}"/>
                    </a:ext>
                  </a:extLst>
                </p14:cNvPr>
                <p14:cNvContentPartPr/>
                <p14:nvPr/>
              </p14:nvContentPartPr>
              <p14:xfrm>
                <a:off x="866304" y="942696"/>
                <a:ext cx="203760" cy="38520"/>
              </p14:xfrm>
            </p:contentPart>
          </mc:Choice>
          <mc:Fallback xmlns="">
            <p:pic>
              <p:nvPicPr>
                <p:cNvPr id="24" name="Ink 23">
                  <a:extLst>
                    <a:ext uri="{FF2B5EF4-FFF2-40B4-BE49-F238E27FC236}">
                      <a16:creationId xmlns:a16="http://schemas.microsoft.com/office/drawing/2014/main" id="{5AB1A7E0-7226-08E4-6F81-1EB1C5D141CE}"/>
                    </a:ext>
                  </a:extLst>
                </p:cNvPr>
                <p:cNvPicPr/>
                <p:nvPr/>
              </p:nvPicPr>
              <p:blipFill>
                <a:blip r:embed="rId27"/>
                <a:stretch>
                  <a:fillRect/>
                </a:stretch>
              </p:blipFill>
              <p:spPr>
                <a:xfrm>
                  <a:off x="861984" y="938376"/>
                  <a:ext cx="2124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FB5A80BE-AAF2-F171-4C24-FC568C29ED0B}"/>
                    </a:ext>
                  </a:extLst>
                </p14:cNvPr>
                <p14:cNvContentPartPr/>
                <p14:nvPr/>
              </p14:nvContentPartPr>
              <p14:xfrm>
                <a:off x="1081944" y="922896"/>
                <a:ext cx="95040" cy="109080"/>
              </p14:xfrm>
            </p:contentPart>
          </mc:Choice>
          <mc:Fallback xmlns="">
            <p:pic>
              <p:nvPicPr>
                <p:cNvPr id="25" name="Ink 24">
                  <a:extLst>
                    <a:ext uri="{FF2B5EF4-FFF2-40B4-BE49-F238E27FC236}">
                      <a16:creationId xmlns:a16="http://schemas.microsoft.com/office/drawing/2014/main" id="{FB5A80BE-AAF2-F171-4C24-FC568C29ED0B}"/>
                    </a:ext>
                  </a:extLst>
                </p:cNvPr>
                <p:cNvPicPr/>
                <p:nvPr/>
              </p:nvPicPr>
              <p:blipFill>
                <a:blip r:embed="rId29"/>
                <a:stretch>
                  <a:fillRect/>
                </a:stretch>
              </p:blipFill>
              <p:spPr>
                <a:xfrm>
                  <a:off x="1077624" y="918576"/>
                  <a:ext cx="1036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19E68593-5057-4C09-D405-DBD98597148B}"/>
                    </a:ext>
                  </a:extLst>
                </p14:cNvPr>
                <p14:cNvContentPartPr/>
                <p14:nvPr/>
              </p14:nvContentPartPr>
              <p14:xfrm>
                <a:off x="1245024" y="896256"/>
                <a:ext cx="65160" cy="114840"/>
              </p14:xfrm>
            </p:contentPart>
          </mc:Choice>
          <mc:Fallback xmlns="">
            <p:pic>
              <p:nvPicPr>
                <p:cNvPr id="26" name="Ink 25">
                  <a:extLst>
                    <a:ext uri="{FF2B5EF4-FFF2-40B4-BE49-F238E27FC236}">
                      <a16:creationId xmlns:a16="http://schemas.microsoft.com/office/drawing/2014/main" id="{19E68593-5057-4C09-D405-DBD98597148B}"/>
                    </a:ext>
                  </a:extLst>
                </p:cNvPr>
                <p:cNvPicPr/>
                <p:nvPr/>
              </p:nvPicPr>
              <p:blipFill>
                <a:blip r:embed="rId31"/>
                <a:stretch>
                  <a:fillRect/>
                </a:stretch>
              </p:blipFill>
              <p:spPr>
                <a:xfrm>
                  <a:off x="1240704" y="891936"/>
                  <a:ext cx="738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7256F78C-2192-A942-49C9-086510FD56FD}"/>
                    </a:ext>
                  </a:extLst>
                </p14:cNvPr>
                <p14:cNvContentPartPr/>
                <p14:nvPr/>
              </p14:nvContentPartPr>
              <p14:xfrm>
                <a:off x="1401984" y="754416"/>
                <a:ext cx="187560" cy="327240"/>
              </p14:xfrm>
            </p:contentPart>
          </mc:Choice>
          <mc:Fallback xmlns="">
            <p:pic>
              <p:nvPicPr>
                <p:cNvPr id="27" name="Ink 26">
                  <a:extLst>
                    <a:ext uri="{FF2B5EF4-FFF2-40B4-BE49-F238E27FC236}">
                      <a16:creationId xmlns:a16="http://schemas.microsoft.com/office/drawing/2014/main" id="{7256F78C-2192-A942-49C9-086510FD56FD}"/>
                    </a:ext>
                  </a:extLst>
                </p:cNvPr>
                <p:cNvPicPr/>
                <p:nvPr/>
              </p:nvPicPr>
              <p:blipFill>
                <a:blip r:embed="rId33"/>
                <a:stretch>
                  <a:fillRect/>
                </a:stretch>
              </p:blipFill>
              <p:spPr>
                <a:xfrm>
                  <a:off x="1397664" y="750096"/>
                  <a:ext cx="19620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6E465C19-C104-23FC-2015-04BE0682CB7D}"/>
                    </a:ext>
                  </a:extLst>
                </p14:cNvPr>
                <p14:cNvContentPartPr/>
                <p14:nvPr/>
              </p14:nvContentPartPr>
              <p14:xfrm>
                <a:off x="1637784" y="939096"/>
                <a:ext cx="360" cy="69480"/>
              </p14:xfrm>
            </p:contentPart>
          </mc:Choice>
          <mc:Fallback xmlns="">
            <p:pic>
              <p:nvPicPr>
                <p:cNvPr id="28" name="Ink 27">
                  <a:extLst>
                    <a:ext uri="{FF2B5EF4-FFF2-40B4-BE49-F238E27FC236}">
                      <a16:creationId xmlns:a16="http://schemas.microsoft.com/office/drawing/2014/main" id="{6E465C19-C104-23FC-2015-04BE0682CB7D}"/>
                    </a:ext>
                  </a:extLst>
                </p:cNvPr>
                <p:cNvPicPr/>
                <p:nvPr/>
              </p:nvPicPr>
              <p:blipFill>
                <a:blip r:embed="rId35"/>
                <a:stretch>
                  <a:fillRect/>
                </a:stretch>
              </p:blipFill>
              <p:spPr>
                <a:xfrm>
                  <a:off x="1633464" y="934776"/>
                  <a:ext cx="90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F7DBFB5C-F0DF-8B1F-9410-5DCD0748F2C9}"/>
                    </a:ext>
                  </a:extLst>
                </p14:cNvPr>
                <p14:cNvContentPartPr/>
                <p14:nvPr/>
              </p14:nvContentPartPr>
              <p14:xfrm>
                <a:off x="1709424" y="799416"/>
                <a:ext cx="360" cy="54720"/>
              </p14:xfrm>
            </p:contentPart>
          </mc:Choice>
          <mc:Fallback xmlns="">
            <p:pic>
              <p:nvPicPr>
                <p:cNvPr id="29" name="Ink 28">
                  <a:extLst>
                    <a:ext uri="{FF2B5EF4-FFF2-40B4-BE49-F238E27FC236}">
                      <a16:creationId xmlns:a16="http://schemas.microsoft.com/office/drawing/2014/main" id="{F7DBFB5C-F0DF-8B1F-9410-5DCD0748F2C9}"/>
                    </a:ext>
                  </a:extLst>
                </p:cNvPr>
                <p:cNvPicPr/>
                <p:nvPr/>
              </p:nvPicPr>
              <p:blipFill>
                <a:blip r:embed="rId37"/>
                <a:stretch>
                  <a:fillRect/>
                </a:stretch>
              </p:blipFill>
              <p:spPr>
                <a:xfrm>
                  <a:off x="1705104" y="795096"/>
                  <a:ext cx="90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Ink 29">
                  <a:extLst>
                    <a:ext uri="{FF2B5EF4-FFF2-40B4-BE49-F238E27FC236}">
                      <a16:creationId xmlns:a16="http://schemas.microsoft.com/office/drawing/2014/main" id="{A304C42F-FCB6-9A00-0EB7-E21DD8DB2B8D}"/>
                    </a:ext>
                  </a:extLst>
                </p14:cNvPr>
                <p14:cNvContentPartPr/>
                <p14:nvPr/>
              </p14:nvContentPartPr>
              <p14:xfrm>
                <a:off x="1737144" y="922896"/>
                <a:ext cx="109080" cy="32760"/>
              </p14:xfrm>
            </p:contentPart>
          </mc:Choice>
          <mc:Fallback xmlns="">
            <p:pic>
              <p:nvPicPr>
                <p:cNvPr id="30" name="Ink 29">
                  <a:extLst>
                    <a:ext uri="{FF2B5EF4-FFF2-40B4-BE49-F238E27FC236}">
                      <a16:creationId xmlns:a16="http://schemas.microsoft.com/office/drawing/2014/main" id="{A304C42F-FCB6-9A00-0EB7-E21DD8DB2B8D}"/>
                    </a:ext>
                  </a:extLst>
                </p:cNvPr>
                <p:cNvPicPr/>
                <p:nvPr/>
              </p:nvPicPr>
              <p:blipFill>
                <a:blip r:embed="rId39"/>
                <a:stretch>
                  <a:fillRect/>
                </a:stretch>
              </p:blipFill>
              <p:spPr>
                <a:xfrm>
                  <a:off x="1732824" y="918576"/>
                  <a:ext cx="1177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52C0EF0A-3BFE-A704-E520-737FCCB3579E}"/>
                    </a:ext>
                  </a:extLst>
                </p14:cNvPr>
                <p14:cNvContentPartPr/>
                <p14:nvPr/>
              </p14:nvContentPartPr>
              <p14:xfrm>
                <a:off x="1988784" y="814536"/>
                <a:ext cx="34920" cy="171720"/>
              </p14:xfrm>
            </p:contentPart>
          </mc:Choice>
          <mc:Fallback xmlns="">
            <p:pic>
              <p:nvPicPr>
                <p:cNvPr id="31" name="Ink 30">
                  <a:extLst>
                    <a:ext uri="{FF2B5EF4-FFF2-40B4-BE49-F238E27FC236}">
                      <a16:creationId xmlns:a16="http://schemas.microsoft.com/office/drawing/2014/main" id="{52C0EF0A-3BFE-A704-E520-737FCCB3579E}"/>
                    </a:ext>
                  </a:extLst>
                </p:cNvPr>
                <p:cNvPicPr/>
                <p:nvPr/>
              </p:nvPicPr>
              <p:blipFill>
                <a:blip r:embed="rId41"/>
                <a:stretch>
                  <a:fillRect/>
                </a:stretch>
              </p:blipFill>
              <p:spPr>
                <a:xfrm>
                  <a:off x="1984464" y="810216"/>
                  <a:ext cx="435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2" name="Ink 31">
                  <a:extLst>
                    <a:ext uri="{FF2B5EF4-FFF2-40B4-BE49-F238E27FC236}">
                      <a16:creationId xmlns:a16="http://schemas.microsoft.com/office/drawing/2014/main" id="{AE41D591-7004-A70C-BCA7-EC719E9A8934}"/>
                    </a:ext>
                  </a:extLst>
                </p14:cNvPr>
                <p14:cNvContentPartPr/>
                <p14:nvPr/>
              </p14:nvContentPartPr>
              <p14:xfrm>
                <a:off x="1933344" y="894096"/>
                <a:ext cx="164520" cy="5040"/>
              </p14:xfrm>
            </p:contentPart>
          </mc:Choice>
          <mc:Fallback xmlns="">
            <p:pic>
              <p:nvPicPr>
                <p:cNvPr id="32" name="Ink 31">
                  <a:extLst>
                    <a:ext uri="{FF2B5EF4-FFF2-40B4-BE49-F238E27FC236}">
                      <a16:creationId xmlns:a16="http://schemas.microsoft.com/office/drawing/2014/main" id="{AE41D591-7004-A70C-BCA7-EC719E9A8934}"/>
                    </a:ext>
                  </a:extLst>
                </p:cNvPr>
                <p:cNvPicPr/>
                <p:nvPr/>
              </p:nvPicPr>
              <p:blipFill>
                <a:blip r:embed="rId43"/>
                <a:stretch>
                  <a:fillRect/>
                </a:stretch>
              </p:blipFill>
              <p:spPr>
                <a:xfrm>
                  <a:off x="1929024" y="889776"/>
                  <a:ext cx="173160" cy="13680"/>
                </a:xfrm>
                <a:prstGeom prst="rect">
                  <a:avLst/>
                </a:prstGeom>
              </p:spPr>
            </p:pic>
          </mc:Fallback>
        </mc:AlternateContent>
      </p:grpSp>
      <p:grpSp>
        <p:nvGrpSpPr>
          <p:cNvPr id="45" name="Group 44">
            <a:extLst>
              <a:ext uri="{FF2B5EF4-FFF2-40B4-BE49-F238E27FC236}">
                <a16:creationId xmlns:a16="http://schemas.microsoft.com/office/drawing/2014/main" id="{3E71FED5-B0DC-ED2A-596C-F53EE61CE547}"/>
              </a:ext>
            </a:extLst>
          </p:cNvPr>
          <p:cNvGrpSpPr/>
          <p:nvPr/>
        </p:nvGrpSpPr>
        <p:grpSpPr>
          <a:xfrm>
            <a:off x="2268504" y="793656"/>
            <a:ext cx="370080" cy="167400"/>
            <a:chOff x="2268504" y="793656"/>
            <a:chExt cx="370080" cy="167400"/>
          </a:xfrm>
        </p:grpSpPr>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F884692A-6C24-BC89-0412-8C38817EF7B1}"/>
                    </a:ext>
                  </a:extLst>
                </p14:cNvPr>
                <p14:cNvContentPartPr/>
                <p14:nvPr/>
              </p14:nvContentPartPr>
              <p14:xfrm>
                <a:off x="2268504" y="875736"/>
                <a:ext cx="122760" cy="85320"/>
              </p14:xfrm>
            </p:contentPart>
          </mc:Choice>
          <mc:Fallback xmlns="">
            <p:pic>
              <p:nvPicPr>
                <p:cNvPr id="33" name="Ink 32">
                  <a:extLst>
                    <a:ext uri="{FF2B5EF4-FFF2-40B4-BE49-F238E27FC236}">
                      <a16:creationId xmlns:a16="http://schemas.microsoft.com/office/drawing/2014/main" id="{F884692A-6C24-BC89-0412-8C38817EF7B1}"/>
                    </a:ext>
                  </a:extLst>
                </p:cNvPr>
                <p:cNvPicPr/>
                <p:nvPr/>
              </p:nvPicPr>
              <p:blipFill>
                <a:blip r:embed="rId45"/>
                <a:stretch>
                  <a:fillRect/>
                </a:stretch>
              </p:blipFill>
              <p:spPr>
                <a:xfrm>
                  <a:off x="2264184" y="871416"/>
                  <a:ext cx="1314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4" name="Ink 33">
                  <a:extLst>
                    <a:ext uri="{FF2B5EF4-FFF2-40B4-BE49-F238E27FC236}">
                      <a16:creationId xmlns:a16="http://schemas.microsoft.com/office/drawing/2014/main" id="{611DE845-00C3-2B26-E035-5133DCEB2F10}"/>
                    </a:ext>
                  </a:extLst>
                </p14:cNvPr>
                <p14:cNvContentPartPr/>
                <p14:nvPr/>
              </p14:nvContentPartPr>
              <p14:xfrm>
                <a:off x="2383704" y="793656"/>
                <a:ext cx="2520" cy="12960"/>
              </p14:xfrm>
            </p:contentPart>
          </mc:Choice>
          <mc:Fallback xmlns="">
            <p:pic>
              <p:nvPicPr>
                <p:cNvPr id="34" name="Ink 33">
                  <a:extLst>
                    <a:ext uri="{FF2B5EF4-FFF2-40B4-BE49-F238E27FC236}">
                      <a16:creationId xmlns:a16="http://schemas.microsoft.com/office/drawing/2014/main" id="{611DE845-00C3-2B26-E035-5133DCEB2F10}"/>
                    </a:ext>
                  </a:extLst>
                </p:cNvPr>
                <p:cNvPicPr/>
                <p:nvPr/>
              </p:nvPicPr>
              <p:blipFill>
                <a:blip r:embed="rId47"/>
                <a:stretch>
                  <a:fillRect/>
                </a:stretch>
              </p:blipFill>
              <p:spPr>
                <a:xfrm>
                  <a:off x="2379384" y="789336"/>
                  <a:ext cx="111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5" name="Ink 34">
                  <a:extLst>
                    <a:ext uri="{FF2B5EF4-FFF2-40B4-BE49-F238E27FC236}">
                      <a16:creationId xmlns:a16="http://schemas.microsoft.com/office/drawing/2014/main" id="{6BFA7591-3188-CF3E-CF70-FF2AAB7C68B8}"/>
                    </a:ext>
                  </a:extLst>
                </p14:cNvPr>
                <p14:cNvContentPartPr/>
                <p14:nvPr/>
              </p14:nvContentPartPr>
              <p14:xfrm>
                <a:off x="2517984" y="868536"/>
                <a:ext cx="109080" cy="5040"/>
              </p14:xfrm>
            </p:contentPart>
          </mc:Choice>
          <mc:Fallback xmlns="">
            <p:pic>
              <p:nvPicPr>
                <p:cNvPr id="35" name="Ink 34">
                  <a:extLst>
                    <a:ext uri="{FF2B5EF4-FFF2-40B4-BE49-F238E27FC236}">
                      <a16:creationId xmlns:a16="http://schemas.microsoft.com/office/drawing/2014/main" id="{6BFA7591-3188-CF3E-CF70-FF2AAB7C68B8}"/>
                    </a:ext>
                  </a:extLst>
                </p:cNvPr>
                <p:cNvPicPr/>
                <p:nvPr/>
              </p:nvPicPr>
              <p:blipFill>
                <a:blip r:embed="rId49"/>
                <a:stretch>
                  <a:fillRect/>
                </a:stretch>
              </p:blipFill>
              <p:spPr>
                <a:xfrm>
                  <a:off x="2513664" y="864216"/>
                  <a:ext cx="11772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6B030406-58DD-AEAB-429D-14B3C6AB6A69}"/>
                    </a:ext>
                  </a:extLst>
                </p14:cNvPr>
                <p14:cNvContentPartPr/>
                <p14:nvPr/>
              </p14:nvContentPartPr>
              <p14:xfrm>
                <a:off x="2517984" y="868536"/>
                <a:ext cx="120600" cy="47160"/>
              </p14:xfrm>
            </p:contentPart>
          </mc:Choice>
          <mc:Fallback xmlns="">
            <p:pic>
              <p:nvPicPr>
                <p:cNvPr id="36" name="Ink 35">
                  <a:extLst>
                    <a:ext uri="{FF2B5EF4-FFF2-40B4-BE49-F238E27FC236}">
                      <a16:creationId xmlns:a16="http://schemas.microsoft.com/office/drawing/2014/main" id="{6B030406-58DD-AEAB-429D-14B3C6AB6A69}"/>
                    </a:ext>
                  </a:extLst>
                </p:cNvPr>
                <p:cNvPicPr/>
                <p:nvPr/>
              </p:nvPicPr>
              <p:blipFill>
                <a:blip r:embed="rId51"/>
                <a:stretch>
                  <a:fillRect/>
                </a:stretch>
              </p:blipFill>
              <p:spPr>
                <a:xfrm>
                  <a:off x="2513664" y="864216"/>
                  <a:ext cx="129240" cy="55800"/>
                </a:xfrm>
                <a:prstGeom prst="rect">
                  <a:avLst/>
                </a:prstGeom>
              </p:spPr>
            </p:pic>
          </mc:Fallback>
        </mc:AlternateContent>
      </p:grpSp>
      <p:grpSp>
        <p:nvGrpSpPr>
          <p:cNvPr id="44" name="Group 43">
            <a:extLst>
              <a:ext uri="{FF2B5EF4-FFF2-40B4-BE49-F238E27FC236}">
                <a16:creationId xmlns:a16="http://schemas.microsoft.com/office/drawing/2014/main" id="{CA4BF4C3-2688-F028-9C15-7B88B8F3AA12}"/>
              </a:ext>
            </a:extLst>
          </p:cNvPr>
          <p:cNvGrpSpPr/>
          <p:nvPr/>
        </p:nvGrpSpPr>
        <p:grpSpPr>
          <a:xfrm>
            <a:off x="2850624" y="744696"/>
            <a:ext cx="203400" cy="384480"/>
            <a:chOff x="2850624" y="744696"/>
            <a:chExt cx="203400" cy="384480"/>
          </a:xfrm>
        </p:grpSpPr>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FA8561AA-B696-63C4-F7C1-0C69E1777530}"/>
                    </a:ext>
                  </a:extLst>
                </p14:cNvPr>
                <p14:cNvContentPartPr/>
                <p14:nvPr/>
              </p14:nvContentPartPr>
              <p14:xfrm>
                <a:off x="2850624" y="744696"/>
                <a:ext cx="2520" cy="206280"/>
              </p14:xfrm>
            </p:contentPart>
          </mc:Choice>
          <mc:Fallback xmlns="">
            <p:pic>
              <p:nvPicPr>
                <p:cNvPr id="37" name="Ink 36">
                  <a:extLst>
                    <a:ext uri="{FF2B5EF4-FFF2-40B4-BE49-F238E27FC236}">
                      <a16:creationId xmlns:a16="http://schemas.microsoft.com/office/drawing/2014/main" id="{FA8561AA-B696-63C4-F7C1-0C69E1777530}"/>
                    </a:ext>
                  </a:extLst>
                </p:cNvPr>
                <p:cNvPicPr/>
                <p:nvPr/>
              </p:nvPicPr>
              <p:blipFill>
                <a:blip r:embed="rId53"/>
                <a:stretch>
                  <a:fillRect/>
                </a:stretch>
              </p:blipFill>
              <p:spPr>
                <a:xfrm>
                  <a:off x="2846304" y="740376"/>
                  <a:ext cx="111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91CFEFDC-B5F6-47EC-D372-B51ED08031AC}"/>
                    </a:ext>
                  </a:extLst>
                </p14:cNvPr>
                <p14:cNvContentPartPr/>
                <p14:nvPr/>
              </p14:nvContentPartPr>
              <p14:xfrm>
                <a:off x="3044664" y="869616"/>
                <a:ext cx="5040" cy="16560"/>
              </p14:xfrm>
            </p:contentPart>
          </mc:Choice>
          <mc:Fallback xmlns="">
            <p:pic>
              <p:nvPicPr>
                <p:cNvPr id="38" name="Ink 37">
                  <a:extLst>
                    <a:ext uri="{FF2B5EF4-FFF2-40B4-BE49-F238E27FC236}">
                      <a16:creationId xmlns:a16="http://schemas.microsoft.com/office/drawing/2014/main" id="{91CFEFDC-B5F6-47EC-D372-B51ED08031AC}"/>
                    </a:ext>
                  </a:extLst>
                </p:cNvPr>
                <p:cNvPicPr/>
                <p:nvPr/>
              </p:nvPicPr>
              <p:blipFill>
                <a:blip r:embed="rId55"/>
                <a:stretch>
                  <a:fillRect/>
                </a:stretch>
              </p:blipFill>
              <p:spPr>
                <a:xfrm>
                  <a:off x="3040344" y="865296"/>
                  <a:ext cx="136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4E77E3BA-D03C-E4D9-BBAA-67DD9E4E3566}"/>
                    </a:ext>
                  </a:extLst>
                </p14:cNvPr>
                <p14:cNvContentPartPr/>
                <p14:nvPr/>
              </p14:nvContentPartPr>
              <p14:xfrm>
                <a:off x="2935944" y="1002816"/>
                <a:ext cx="118080" cy="126360"/>
              </p14:xfrm>
            </p:contentPart>
          </mc:Choice>
          <mc:Fallback xmlns="">
            <p:pic>
              <p:nvPicPr>
                <p:cNvPr id="39" name="Ink 38">
                  <a:extLst>
                    <a:ext uri="{FF2B5EF4-FFF2-40B4-BE49-F238E27FC236}">
                      <a16:creationId xmlns:a16="http://schemas.microsoft.com/office/drawing/2014/main" id="{4E77E3BA-D03C-E4D9-BBAA-67DD9E4E3566}"/>
                    </a:ext>
                  </a:extLst>
                </p:cNvPr>
                <p:cNvPicPr/>
                <p:nvPr/>
              </p:nvPicPr>
              <p:blipFill>
                <a:blip r:embed="rId57"/>
                <a:stretch>
                  <a:fillRect/>
                </a:stretch>
              </p:blipFill>
              <p:spPr>
                <a:xfrm>
                  <a:off x="2931624" y="998496"/>
                  <a:ext cx="126720" cy="135000"/>
                </a:xfrm>
                <a:prstGeom prst="rect">
                  <a:avLst/>
                </a:prstGeom>
              </p:spPr>
            </p:pic>
          </mc:Fallback>
        </mc:AlternateContent>
      </p:grpSp>
      <p:grpSp>
        <p:nvGrpSpPr>
          <p:cNvPr id="43" name="Group 42">
            <a:extLst>
              <a:ext uri="{FF2B5EF4-FFF2-40B4-BE49-F238E27FC236}">
                <a16:creationId xmlns:a16="http://schemas.microsoft.com/office/drawing/2014/main" id="{82A47438-3B40-D06A-D40A-D825930827B9}"/>
              </a:ext>
            </a:extLst>
          </p:cNvPr>
          <p:cNvGrpSpPr/>
          <p:nvPr/>
        </p:nvGrpSpPr>
        <p:grpSpPr>
          <a:xfrm>
            <a:off x="3333384" y="750816"/>
            <a:ext cx="508320" cy="199440"/>
            <a:chOff x="3333384" y="750816"/>
            <a:chExt cx="508320" cy="199440"/>
          </a:xfrm>
        </p:grpSpPr>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B611182A-5732-65D4-B320-2135304F67C4}"/>
                    </a:ext>
                  </a:extLst>
                </p14:cNvPr>
                <p14:cNvContentPartPr/>
                <p14:nvPr/>
              </p14:nvContentPartPr>
              <p14:xfrm>
                <a:off x="3333384" y="843336"/>
                <a:ext cx="205920" cy="106920"/>
              </p14:xfrm>
            </p:contentPart>
          </mc:Choice>
          <mc:Fallback xmlns="">
            <p:pic>
              <p:nvPicPr>
                <p:cNvPr id="40" name="Ink 39">
                  <a:extLst>
                    <a:ext uri="{FF2B5EF4-FFF2-40B4-BE49-F238E27FC236}">
                      <a16:creationId xmlns:a16="http://schemas.microsoft.com/office/drawing/2014/main" id="{B611182A-5732-65D4-B320-2135304F67C4}"/>
                    </a:ext>
                  </a:extLst>
                </p:cNvPr>
                <p:cNvPicPr/>
                <p:nvPr/>
              </p:nvPicPr>
              <p:blipFill>
                <a:blip r:embed="rId59"/>
                <a:stretch>
                  <a:fillRect/>
                </a:stretch>
              </p:blipFill>
              <p:spPr>
                <a:xfrm>
                  <a:off x="3329064" y="839016"/>
                  <a:ext cx="21456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2E0D03DD-E2BA-71CD-BD22-822FE81666BD}"/>
                    </a:ext>
                  </a:extLst>
                </p14:cNvPr>
                <p14:cNvContentPartPr/>
                <p14:nvPr/>
              </p14:nvContentPartPr>
              <p14:xfrm>
                <a:off x="3538944" y="750816"/>
                <a:ext cx="5040" cy="22320"/>
              </p14:xfrm>
            </p:contentPart>
          </mc:Choice>
          <mc:Fallback xmlns="">
            <p:pic>
              <p:nvPicPr>
                <p:cNvPr id="41" name="Ink 40">
                  <a:extLst>
                    <a:ext uri="{FF2B5EF4-FFF2-40B4-BE49-F238E27FC236}">
                      <a16:creationId xmlns:a16="http://schemas.microsoft.com/office/drawing/2014/main" id="{2E0D03DD-E2BA-71CD-BD22-822FE81666BD}"/>
                    </a:ext>
                  </a:extLst>
                </p:cNvPr>
                <p:cNvPicPr/>
                <p:nvPr/>
              </p:nvPicPr>
              <p:blipFill>
                <a:blip r:embed="rId61"/>
                <a:stretch>
                  <a:fillRect/>
                </a:stretch>
              </p:blipFill>
              <p:spPr>
                <a:xfrm>
                  <a:off x="3534624" y="746496"/>
                  <a:ext cx="136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2898B4C5-AA75-9417-A56C-92AAB2EB4BF4}"/>
                    </a:ext>
                  </a:extLst>
                </p14:cNvPr>
                <p14:cNvContentPartPr/>
                <p14:nvPr/>
              </p14:nvContentPartPr>
              <p14:xfrm>
                <a:off x="3649104" y="816696"/>
                <a:ext cx="192600" cy="109440"/>
              </p14:xfrm>
            </p:contentPart>
          </mc:Choice>
          <mc:Fallback xmlns="">
            <p:pic>
              <p:nvPicPr>
                <p:cNvPr id="42" name="Ink 41">
                  <a:extLst>
                    <a:ext uri="{FF2B5EF4-FFF2-40B4-BE49-F238E27FC236}">
                      <a16:creationId xmlns:a16="http://schemas.microsoft.com/office/drawing/2014/main" id="{2898B4C5-AA75-9417-A56C-92AAB2EB4BF4}"/>
                    </a:ext>
                  </a:extLst>
                </p:cNvPr>
                <p:cNvPicPr/>
                <p:nvPr/>
              </p:nvPicPr>
              <p:blipFill>
                <a:blip r:embed="rId63"/>
                <a:stretch>
                  <a:fillRect/>
                </a:stretch>
              </p:blipFill>
              <p:spPr>
                <a:xfrm>
                  <a:off x="3644784" y="812376"/>
                  <a:ext cx="201240" cy="11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
            <p14:nvContentPartPr>
              <p14:cNvPr id="47" name="Ink 46">
                <a:extLst>
                  <a:ext uri="{FF2B5EF4-FFF2-40B4-BE49-F238E27FC236}">
                    <a16:creationId xmlns:a16="http://schemas.microsoft.com/office/drawing/2014/main" id="{761B7F34-00E4-87E9-61BD-2FF18CE84276}"/>
                  </a:ext>
                </a:extLst>
              </p14:cNvPr>
              <p14:cNvContentPartPr/>
              <p14:nvPr/>
            </p14:nvContentPartPr>
            <p14:xfrm>
              <a:off x="3943224" y="800496"/>
              <a:ext cx="275400" cy="136800"/>
            </p14:xfrm>
          </p:contentPart>
        </mc:Choice>
        <mc:Fallback xmlns="">
          <p:pic>
            <p:nvPicPr>
              <p:cNvPr id="47" name="Ink 46">
                <a:extLst>
                  <a:ext uri="{FF2B5EF4-FFF2-40B4-BE49-F238E27FC236}">
                    <a16:creationId xmlns:a16="http://schemas.microsoft.com/office/drawing/2014/main" id="{761B7F34-00E4-87E9-61BD-2FF18CE84276}"/>
                  </a:ext>
                </a:extLst>
              </p:cNvPr>
              <p:cNvPicPr/>
              <p:nvPr/>
            </p:nvPicPr>
            <p:blipFill>
              <a:blip r:embed="rId65"/>
              <a:stretch>
                <a:fillRect/>
              </a:stretch>
            </p:blipFill>
            <p:spPr>
              <a:xfrm>
                <a:off x="3938904" y="796176"/>
                <a:ext cx="2840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8" name="Ink 47">
                <a:extLst>
                  <a:ext uri="{FF2B5EF4-FFF2-40B4-BE49-F238E27FC236}">
                    <a16:creationId xmlns:a16="http://schemas.microsoft.com/office/drawing/2014/main" id="{23C1C109-143A-E56C-768B-DFD0B3810C58}"/>
                  </a:ext>
                </a:extLst>
              </p14:cNvPr>
              <p14:cNvContentPartPr/>
              <p14:nvPr/>
            </p14:nvContentPartPr>
            <p14:xfrm>
              <a:off x="4416624" y="850176"/>
              <a:ext cx="18720" cy="12960"/>
            </p14:xfrm>
          </p:contentPart>
        </mc:Choice>
        <mc:Fallback xmlns="">
          <p:pic>
            <p:nvPicPr>
              <p:cNvPr id="48" name="Ink 47">
                <a:extLst>
                  <a:ext uri="{FF2B5EF4-FFF2-40B4-BE49-F238E27FC236}">
                    <a16:creationId xmlns:a16="http://schemas.microsoft.com/office/drawing/2014/main" id="{23C1C109-143A-E56C-768B-DFD0B3810C58}"/>
                  </a:ext>
                </a:extLst>
              </p:cNvPr>
              <p:cNvPicPr/>
              <p:nvPr/>
            </p:nvPicPr>
            <p:blipFill>
              <a:blip r:embed="rId67"/>
              <a:stretch>
                <a:fillRect/>
              </a:stretch>
            </p:blipFill>
            <p:spPr>
              <a:xfrm>
                <a:off x="4412304" y="845856"/>
                <a:ext cx="273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9" name="Ink 48">
                <a:extLst>
                  <a:ext uri="{FF2B5EF4-FFF2-40B4-BE49-F238E27FC236}">
                    <a16:creationId xmlns:a16="http://schemas.microsoft.com/office/drawing/2014/main" id="{3986FDBC-712F-283C-2232-922A853717CA}"/>
                  </a:ext>
                </a:extLst>
              </p14:cNvPr>
              <p14:cNvContentPartPr/>
              <p14:nvPr/>
            </p14:nvContentPartPr>
            <p14:xfrm>
              <a:off x="4386744" y="998136"/>
              <a:ext cx="69480" cy="65160"/>
            </p14:xfrm>
          </p:contentPart>
        </mc:Choice>
        <mc:Fallback xmlns="">
          <p:pic>
            <p:nvPicPr>
              <p:cNvPr id="49" name="Ink 48">
                <a:extLst>
                  <a:ext uri="{FF2B5EF4-FFF2-40B4-BE49-F238E27FC236}">
                    <a16:creationId xmlns:a16="http://schemas.microsoft.com/office/drawing/2014/main" id="{3986FDBC-712F-283C-2232-922A853717CA}"/>
                  </a:ext>
                </a:extLst>
              </p:cNvPr>
              <p:cNvPicPr/>
              <p:nvPr/>
            </p:nvPicPr>
            <p:blipFill>
              <a:blip r:embed="rId69"/>
              <a:stretch>
                <a:fillRect/>
              </a:stretch>
            </p:blipFill>
            <p:spPr>
              <a:xfrm>
                <a:off x="4382424" y="993816"/>
                <a:ext cx="78120" cy="73800"/>
              </a:xfrm>
              <a:prstGeom prst="rect">
                <a:avLst/>
              </a:prstGeom>
            </p:spPr>
          </p:pic>
        </mc:Fallback>
      </mc:AlternateContent>
      <p:grpSp>
        <p:nvGrpSpPr>
          <p:cNvPr id="58" name="Group 57">
            <a:extLst>
              <a:ext uri="{FF2B5EF4-FFF2-40B4-BE49-F238E27FC236}">
                <a16:creationId xmlns:a16="http://schemas.microsoft.com/office/drawing/2014/main" id="{C536BBD4-0067-F6C8-7BEC-0697D44EECCF}"/>
              </a:ext>
            </a:extLst>
          </p:cNvPr>
          <p:cNvGrpSpPr/>
          <p:nvPr/>
        </p:nvGrpSpPr>
        <p:grpSpPr>
          <a:xfrm>
            <a:off x="4829904" y="679176"/>
            <a:ext cx="580320" cy="198000"/>
            <a:chOff x="4829904" y="679176"/>
            <a:chExt cx="580320" cy="198000"/>
          </a:xfrm>
        </p:grpSpPr>
        <mc:AlternateContent xmlns:mc="http://schemas.openxmlformats.org/markup-compatibility/2006" xmlns:p14="http://schemas.microsoft.com/office/powerpoint/2010/main">
          <mc:Choice Requires="p14">
            <p:contentPart p14:bwMode="auto" r:id="rId70">
              <p14:nvContentPartPr>
                <p14:cNvPr id="50" name="Ink 49">
                  <a:extLst>
                    <a:ext uri="{FF2B5EF4-FFF2-40B4-BE49-F238E27FC236}">
                      <a16:creationId xmlns:a16="http://schemas.microsoft.com/office/drawing/2014/main" id="{E66ACCCC-E493-6592-8651-C707E01B235E}"/>
                    </a:ext>
                  </a:extLst>
                </p14:cNvPr>
                <p14:cNvContentPartPr/>
                <p14:nvPr/>
              </p14:nvContentPartPr>
              <p14:xfrm>
                <a:off x="4829904" y="783936"/>
                <a:ext cx="164520" cy="85320"/>
              </p14:xfrm>
            </p:contentPart>
          </mc:Choice>
          <mc:Fallback xmlns="">
            <p:pic>
              <p:nvPicPr>
                <p:cNvPr id="50" name="Ink 49">
                  <a:extLst>
                    <a:ext uri="{FF2B5EF4-FFF2-40B4-BE49-F238E27FC236}">
                      <a16:creationId xmlns:a16="http://schemas.microsoft.com/office/drawing/2014/main" id="{E66ACCCC-E493-6592-8651-C707E01B235E}"/>
                    </a:ext>
                  </a:extLst>
                </p:cNvPr>
                <p:cNvPicPr/>
                <p:nvPr/>
              </p:nvPicPr>
              <p:blipFill>
                <a:blip r:embed="rId71"/>
                <a:stretch>
                  <a:fillRect/>
                </a:stretch>
              </p:blipFill>
              <p:spPr>
                <a:xfrm>
                  <a:off x="4825584" y="779616"/>
                  <a:ext cx="1731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1" name="Ink 50">
                  <a:extLst>
                    <a:ext uri="{FF2B5EF4-FFF2-40B4-BE49-F238E27FC236}">
                      <a16:creationId xmlns:a16="http://schemas.microsoft.com/office/drawing/2014/main" id="{7634DBAF-CEFE-6AEA-D06C-0CA773B2035F}"/>
                    </a:ext>
                  </a:extLst>
                </p14:cNvPr>
                <p14:cNvContentPartPr/>
                <p14:nvPr/>
              </p14:nvContentPartPr>
              <p14:xfrm>
                <a:off x="4954824" y="679176"/>
                <a:ext cx="23400" cy="11880"/>
              </p14:xfrm>
            </p:contentPart>
          </mc:Choice>
          <mc:Fallback xmlns="">
            <p:pic>
              <p:nvPicPr>
                <p:cNvPr id="51" name="Ink 50">
                  <a:extLst>
                    <a:ext uri="{FF2B5EF4-FFF2-40B4-BE49-F238E27FC236}">
                      <a16:creationId xmlns:a16="http://schemas.microsoft.com/office/drawing/2014/main" id="{7634DBAF-CEFE-6AEA-D06C-0CA773B2035F}"/>
                    </a:ext>
                  </a:extLst>
                </p:cNvPr>
                <p:cNvPicPr/>
                <p:nvPr/>
              </p:nvPicPr>
              <p:blipFill>
                <a:blip r:embed="rId73"/>
                <a:stretch>
                  <a:fillRect/>
                </a:stretch>
              </p:blipFill>
              <p:spPr>
                <a:xfrm>
                  <a:off x="4950504" y="674856"/>
                  <a:ext cx="320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2" name="Ink 51">
                  <a:extLst>
                    <a:ext uri="{FF2B5EF4-FFF2-40B4-BE49-F238E27FC236}">
                      <a16:creationId xmlns:a16="http://schemas.microsoft.com/office/drawing/2014/main" id="{3D053A68-EB3A-A78D-1D7A-FE72A7D473FD}"/>
                    </a:ext>
                  </a:extLst>
                </p14:cNvPr>
                <p14:cNvContentPartPr/>
                <p14:nvPr/>
              </p14:nvContentPartPr>
              <p14:xfrm>
                <a:off x="5127984" y="734616"/>
                <a:ext cx="32760" cy="137160"/>
              </p14:xfrm>
            </p:contentPart>
          </mc:Choice>
          <mc:Fallback xmlns="">
            <p:pic>
              <p:nvPicPr>
                <p:cNvPr id="52" name="Ink 51">
                  <a:extLst>
                    <a:ext uri="{FF2B5EF4-FFF2-40B4-BE49-F238E27FC236}">
                      <a16:creationId xmlns:a16="http://schemas.microsoft.com/office/drawing/2014/main" id="{3D053A68-EB3A-A78D-1D7A-FE72A7D473FD}"/>
                    </a:ext>
                  </a:extLst>
                </p:cNvPr>
                <p:cNvPicPr/>
                <p:nvPr/>
              </p:nvPicPr>
              <p:blipFill>
                <a:blip r:embed="rId75"/>
                <a:stretch>
                  <a:fillRect/>
                </a:stretch>
              </p:blipFill>
              <p:spPr>
                <a:xfrm>
                  <a:off x="5123664" y="730296"/>
                  <a:ext cx="414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3" name="Ink 52">
                  <a:extLst>
                    <a:ext uri="{FF2B5EF4-FFF2-40B4-BE49-F238E27FC236}">
                      <a16:creationId xmlns:a16="http://schemas.microsoft.com/office/drawing/2014/main" id="{3A86F6B7-FB60-0CC4-B1A8-390D5E8EF98D}"/>
                    </a:ext>
                  </a:extLst>
                </p14:cNvPr>
                <p14:cNvContentPartPr/>
                <p14:nvPr/>
              </p14:nvContentPartPr>
              <p14:xfrm>
                <a:off x="5067864" y="805176"/>
                <a:ext cx="157320" cy="9720"/>
              </p14:xfrm>
            </p:contentPart>
          </mc:Choice>
          <mc:Fallback xmlns="">
            <p:pic>
              <p:nvPicPr>
                <p:cNvPr id="53" name="Ink 52">
                  <a:extLst>
                    <a:ext uri="{FF2B5EF4-FFF2-40B4-BE49-F238E27FC236}">
                      <a16:creationId xmlns:a16="http://schemas.microsoft.com/office/drawing/2014/main" id="{3A86F6B7-FB60-0CC4-B1A8-390D5E8EF98D}"/>
                    </a:ext>
                  </a:extLst>
                </p:cNvPr>
                <p:cNvPicPr/>
                <p:nvPr/>
              </p:nvPicPr>
              <p:blipFill>
                <a:blip r:embed="rId77"/>
                <a:stretch>
                  <a:fillRect/>
                </a:stretch>
              </p:blipFill>
              <p:spPr>
                <a:xfrm>
                  <a:off x="5063544" y="800856"/>
                  <a:ext cx="16596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4" name="Ink 53">
                  <a:extLst>
                    <a:ext uri="{FF2B5EF4-FFF2-40B4-BE49-F238E27FC236}">
                      <a16:creationId xmlns:a16="http://schemas.microsoft.com/office/drawing/2014/main" id="{FD1AE521-CFFD-0432-9414-46D9082D195A}"/>
                    </a:ext>
                  </a:extLst>
                </p14:cNvPr>
                <p14:cNvContentPartPr/>
                <p14:nvPr/>
              </p14:nvContentPartPr>
              <p14:xfrm>
                <a:off x="5301144" y="748656"/>
                <a:ext cx="34920" cy="128520"/>
              </p14:xfrm>
            </p:contentPart>
          </mc:Choice>
          <mc:Fallback xmlns="">
            <p:pic>
              <p:nvPicPr>
                <p:cNvPr id="54" name="Ink 53">
                  <a:extLst>
                    <a:ext uri="{FF2B5EF4-FFF2-40B4-BE49-F238E27FC236}">
                      <a16:creationId xmlns:a16="http://schemas.microsoft.com/office/drawing/2014/main" id="{FD1AE521-CFFD-0432-9414-46D9082D195A}"/>
                    </a:ext>
                  </a:extLst>
                </p:cNvPr>
                <p:cNvPicPr/>
                <p:nvPr/>
              </p:nvPicPr>
              <p:blipFill>
                <a:blip r:embed="rId79"/>
                <a:stretch>
                  <a:fillRect/>
                </a:stretch>
              </p:blipFill>
              <p:spPr>
                <a:xfrm>
                  <a:off x="5296824" y="744336"/>
                  <a:ext cx="435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5" name="Ink 54">
                  <a:extLst>
                    <a:ext uri="{FF2B5EF4-FFF2-40B4-BE49-F238E27FC236}">
                      <a16:creationId xmlns:a16="http://schemas.microsoft.com/office/drawing/2014/main" id="{AE026452-708A-430E-F5AC-EA25521F00A9}"/>
                    </a:ext>
                  </a:extLst>
                </p14:cNvPr>
                <p14:cNvContentPartPr/>
                <p14:nvPr/>
              </p14:nvContentPartPr>
              <p14:xfrm>
                <a:off x="5266584" y="826056"/>
                <a:ext cx="143640" cy="14040"/>
              </p14:xfrm>
            </p:contentPart>
          </mc:Choice>
          <mc:Fallback xmlns="">
            <p:pic>
              <p:nvPicPr>
                <p:cNvPr id="55" name="Ink 54">
                  <a:extLst>
                    <a:ext uri="{FF2B5EF4-FFF2-40B4-BE49-F238E27FC236}">
                      <a16:creationId xmlns:a16="http://schemas.microsoft.com/office/drawing/2014/main" id="{AE026452-708A-430E-F5AC-EA25521F00A9}"/>
                    </a:ext>
                  </a:extLst>
                </p:cNvPr>
                <p:cNvPicPr/>
                <p:nvPr/>
              </p:nvPicPr>
              <p:blipFill>
                <a:blip r:embed="rId81"/>
                <a:stretch>
                  <a:fillRect/>
                </a:stretch>
              </p:blipFill>
              <p:spPr>
                <a:xfrm>
                  <a:off x="5262264" y="821736"/>
                  <a:ext cx="152280" cy="22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2">
            <p14:nvContentPartPr>
              <p14:cNvPr id="56" name="Ink 55">
                <a:extLst>
                  <a:ext uri="{FF2B5EF4-FFF2-40B4-BE49-F238E27FC236}">
                    <a16:creationId xmlns:a16="http://schemas.microsoft.com/office/drawing/2014/main" id="{A3E9CAD2-3589-C5E8-46C7-B3EDEF22D260}"/>
                  </a:ext>
                </a:extLst>
              </p14:cNvPr>
              <p14:cNvContentPartPr/>
              <p14:nvPr/>
            </p14:nvContentPartPr>
            <p14:xfrm>
              <a:off x="5550624" y="646776"/>
              <a:ext cx="141840" cy="312840"/>
            </p14:xfrm>
          </p:contentPart>
        </mc:Choice>
        <mc:Fallback xmlns="">
          <p:pic>
            <p:nvPicPr>
              <p:cNvPr id="56" name="Ink 55">
                <a:extLst>
                  <a:ext uri="{FF2B5EF4-FFF2-40B4-BE49-F238E27FC236}">
                    <a16:creationId xmlns:a16="http://schemas.microsoft.com/office/drawing/2014/main" id="{A3E9CAD2-3589-C5E8-46C7-B3EDEF22D260}"/>
                  </a:ext>
                </a:extLst>
              </p:cNvPr>
              <p:cNvPicPr/>
              <p:nvPr/>
            </p:nvPicPr>
            <p:blipFill>
              <a:blip r:embed="rId83"/>
              <a:stretch>
                <a:fillRect/>
              </a:stretch>
            </p:blipFill>
            <p:spPr>
              <a:xfrm>
                <a:off x="5546304" y="642456"/>
                <a:ext cx="15048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7" name="Ink 56">
                <a:extLst>
                  <a:ext uri="{FF2B5EF4-FFF2-40B4-BE49-F238E27FC236}">
                    <a16:creationId xmlns:a16="http://schemas.microsoft.com/office/drawing/2014/main" id="{250909F2-7EA9-3193-3E12-821BAAF62F8C}"/>
                  </a:ext>
                </a:extLst>
              </p14:cNvPr>
              <p14:cNvContentPartPr/>
              <p14:nvPr/>
            </p14:nvContentPartPr>
            <p14:xfrm>
              <a:off x="5920704" y="615456"/>
              <a:ext cx="237960" cy="426960"/>
            </p14:xfrm>
          </p:contentPart>
        </mc:Choice>
        <mc:Fallback xmlns="">
          <p:pic>
            <p:nvPicPr>
              <p:cNvPr id="57" name="Ink 56">
                <a:extLst>
                  <a:ext uri="{FF2B5EF4-FFF2-40B4-BE49-F238E27FC236}">
                    <a16:creationId xmlns:a16="http://schemas.microsoft.com/office/drawing/2014/main" id="{250909F2-7EA9-3193-3E12-821BAAF62F8C}"/>
                  </a:ext>
                </a:extLst>
              </p:cNvPr>
              <p:cNvPicPr/>
              <p:nvPr/>
            </p:nvPicPr>
            <p:blipFill>
              <a:blip r:embed="rId85"/>
              <a:stretch>
                <a:fillRect/>
              </a:stretch>
            </p:blipFill>
            <p:spPr>
              <a:xfrm>
                <a:off x="5916384" y="611136"/>
                <a:ext cx="246600" cy="435600"/>
              </a:xfrm>
              <a:prstGeom prst="rect">
                <a:avLst/>
              </a:prstGeom>
            </p:spPr>
          </p:pic>
        </mc:Fallback>
      </mc:AlternateContent>
      <p:grpSp>
        <p:nvGrpSpPr>
          <p:cNvPr id="74" name="Group 73">
            <a:extLst>
              <a:ext uri="{FF2B5EF4-FFF2-40B4-BE49-F238E27FC236}">
                <a16:creationId xmlns:a16="http://schemas.microsoft.com/office/drawing/2014/main" id="{67D5AD8B-83CE-786A-C304-7C158FB3BB7C}"/>
              </a:ext>
            </a:extLst>
          </p:cNvPr>
          <p:cNvGrpSpPr/>
          <p:nvPr/>
        </p:nvGrpSpPr>
        <p:grpSpPr>
          <a:xfrm>
            <a:off x="1672344" y="1248696"/>
            <a:ext cx="335520" cy="258840"/>
            <a:chOff x="1672344" y="1248696"/>
            <a:chExt cx="335520" cy="258840"/>
          </a:xfrm>
        </p:grpSpPr>
        <mc:AlternateContent xmlns:mc="http://schemas.openxmlformats.org/markup-compatibility/2006" xmlns:p14="http://schemas.microsoft.com/office/powerpoint/2010/main">
          <mc:Choice Requires="p14">
            <p:contentPart p14:bwMode="auto" r:id="rId86">
              <p14:nvContentPartPr>
                <p14:cNvPr id="60" name="Ink 59">
                  <a:extLst>
                    <a:ext uri="{FF2B5EF4-FFF2-40B4-BE49-F238E27FC236}">
                      <a16:creationId xmlns:a16="http://schemas.microsoft.com/office/drawing/2014/main" id="{4A3996D4-1AB8-87A6-4AA1-3FE25EBF25BE}"/>
                    </a:ext>
                  </a:extLst>
                </p14:cNvPr>
                <p14:cNvContentPartPr/>
                <p14:nvPr/>
              </p14:nvContentPartPr>
              <p14:xfrm>
                <a:off x="1672344" y="1389456"/>
                <a:ext cx="25920" cy="118080"/>
              </p14:xfrm>
            </p:contentPart>
          </mc:Choice>
          <mc:Fallback xmlns="">
            <p:pic>
              <p:nvPicPr>
                <p:cNvPr id="60" name="Ink 59">
                  <a:extLst>
                    <a:ext uri="{FF2B5EF4-FFF2-40B4-BE49-F238E27FC236}">
                      <a16:creationId xmlns:a16="http://schemas.microsoft.com/office/drawing/2014/main" id="{4A3996D4-1AB8-87A6-4AA1-3FE25EBF25BE}"/>
                    </a:ext>
                  </a:extLst>
                </p:cNvPr>
                <p:cNvPicPr/>
                <p:nvPr/>
              </p:nvPicPr>
              <p:blipFill>
                <a:blip r:embed="rId87"/>
                <a:stretch>
                  <a:fillRect/>
                </a:stretch>
              </p:blipFill>
              <p:spPr>
                <a:xfrm>
                  <a:off x="1668024" y="1385136"/>
                  <a:ext cx="345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1" name="Ink 60">
                  <a:extLst>
                    <a:ext uri="{FF2B5EF4-FFF2-40B4-BE49-F238E27FC236}">
                      <a16:creationId xmlns:a16="http://schemas.microsoft.com/office/drawing/2014/main" id="{6B00DCF9-535E-FE98-A5A7-499C5655B2EA}"/>
                    </a:ext>
                  </a:extLst>
                </p14:cNvPr>
                <p14:cNvContentPartPr/>
                <p14:nvPr/>
              </p14:nvContentPartPr>
              <p14:xfrm>
                <a:off x="1734624" y="1248696"/>
                <a:ext cx="2520" cy="39600"/>
              </p14:xfrm>
            </p:contentPart>
          </mc:Choice>
          <mc:Fallback xmlns="">
            <p:pic>
              <p:nvPicPr>
                <p:cNvPr id="61" name="Ink 60">
                  <a:extLst>
                    <a:ext uri="{FF2B5EF4-FFF2-40B4-BE49-F238E27FC236}">
                      <a16:creationId xmlns:a16="http://schemas.microsoft.com/office/drawing/2014/main" id="{6B00DCF9-535E-FE98-A5A7-499C5655B2EA}"/>
                    </a:ext>
                  </a:extLst>
                </p:cNvPr>
                <p:cNvPicPr/>
                <p:nvPr/>
              </p:nvPicPr>
              <p:blipFill>
                <a:blip r:embed="rId89"/>
                <a:stretch>
                  <a:fillRect/>
                </a:stretch>
              </p:blipFill>
              <p:spPr>
                <a:xfrm>
                  <a:off x="1730304" y="1244376"/>
                  <a:ext cx="111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E3619312-BCC7-F5AB-90CF-8382A7CDA151}"/>
                    </a:ext>
                  </a:extLst>
                </p14:cNvPr>
                <p14:cNvContentPartPr/>
                <p14:nvPr/>
              </p14:nvContentPartPr>
              <p14:xfrm>
                <a:off x="1750824" y="1420776"/>
                <a:ext cx="81360" cy="50040"/>
              </p14:xfrm>
            </p:contentPart>
          </mc:Choice>
          <mc:Fallback xmlns="">
            <p:pic>
              <p:nvPicPr>
                <p:cNvPr id="62" name="Ink 61">
                  <a:extLst>
                    <a:ext uri="{FF2B5EF4-FFF2-40B4-BE49-F238E27FC236}">
                      <a16:creationId xmlns:a16="http://schemas.microsoft.com/office/drawing/2014/main" id="{E3619312-BCC7-F5AB-90CF-8382A7CDA151}"/>
                    </a:ext>
                  </a:extLst>
                </p:cNvPr>
                <p:cNvPicPr/>
                <p:nvPr/>
              </p:nvPicPr>
              <p:blipFill>
                <a:blip r:embed="rId91"/>
                <a:stretch>
                  <a:fillRect/>
                </a:stretch>
              </p:blipFill>
              <p:spPr>
                <a:xfrm>
                  <a:off x="1746504" y="1416456"/>
                  <a:ext cx="900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Ink 62">
                  <a:extLst>
                    <a:ext uri="{FF2B5EF4-FFF2-40B4-BE49-F238E27FC236}">
                      <a16:creationId xmlns:a16="http://schemas.microsoft.com/office/drawing/2014/main" id="{23A64724-0706-6BF8-4968-79C576A3144C}"/>
                    </a:ext>
                  </a:extLst>
                </p14:cNvPr>
                <p14:cNvContentPartPr/>
                <p14:nvPr/>
              </p14:nvContentPartPr>
              <p14:xfrm>
                <a:off x="1910304" y="1309896"/>
                <a:ext cx="39600" cy="173520"/>
              </p14:xfrm>
            </p:contentPart>
          </mc:Choice>
          <mc:Fallback xmlns="">
            <p:pic>
              <p:nvPicPr>
                <p:cNvPr id="63" name="Ink 62">
                  <a:extLst>
                    <a:ext uri="{FF2B5EF4-FFF2-40B4-BE49-F238E27FC236}">
                      <a16:creationId xmlns:a16="http://schemas.microsoft.com/office/drawing/2014/main" id="{23A64724-0706-6BF8-4968-79C576A3144C}"/>
                    </a:ext>
                  </a:extLst>
                </p:cNvPr>
                <p:cNvPicPr/>
                <p:nvPr/>
              </p:nvPicPr>
              <p:blipFill>
                <a:blip r:embed="rId93"/>
                <a:stretch>
                  <a:fillRect/>
                </a:stretch>
              </p:blipFill>
              <p:spPr>
                <a:xfrm>
                  <a:off x="1905984" y="1305576"/>
                  <a:ext cx="482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4" name="Ink 63">
                  <a:extLst>
                    <a:ext uri="{FF2B5EF4-FFF2-40B4-BE49-F238E27FC236}">
                      <a16:creationId xmlns:a16="http://schemas.microsoft.com/office/drawing/2014/main" id="{097154BB-EFD0-98D5-77C2-9D73919DC832}"/>
                    </a:ext>
                  </a:extLst>
                </p14:cNvPr>
                <p14:cNvContentPartPr/>
                <p14:nvPr/>
              </p14:nvContentPartPr>
              <p14:xfrm>
                <a:off x="1898784" y="1386216"/>
                <a:ext cx="109080" cy="12960"/>
              </p14:xfrm>
            </p:contentPart>
          </mc:Choice>
          <mc:Fallback xmlns="">
            <p:pic>
              <p:nvPicPr>
                <p:cNvPr id="64" name="Ink 63">
                  <a:extLst>
                    <a:ext uri="{FF2B5EF4-FFF2-40B4-BE49-F238E27FC236}">
                      <a16:creationId xmlns:a16="http://schemas.microsoft.com/office/drawing/2014/main" id="{097154BB-EFD0-98D5-77C2-9D73919DC832}"/>
                    </a:ext>
                  </a:extLst>
                </p:cNvPr>
                <p:cNvPicPr/>
                <p:nvPr/>
              </p:nvPicPr>
              <p:blipFill>
                <a:blip r:embed="rId95"/>
                <a:stretch>
                  <a:fillRect/>
                </a:stretch>
              </p:blipFill>
              <p:spPr>
                <a:xfrm>
                  <a:off x="1894464" y="1381896"/>
                  <a:ext cx="117720" cy="21600"/>
                </a:xfrm>
                <a:prstGeom prst="rect">
                  <a:avLst/>
                </a:prstGeom>
              </p:spPr>
            </p:pic>
          </mc:Fallback>
        </mc:AlternateContent>
      </p:grpSp>
      <p:grpSp>
        <p:nvGrpSpPr>
          <p:cNvPr id="73" name="Group 72">
            <a:extLst>
              <a:ext uri="{FF2B5EF4-FFF2-40B4-BE49-F238E27FC236}">
                <a16:creationId xmlns:a16="http://schemas.microsoft.com/office/drawing/2014/main" id="{3B87E2E8-CD0E-F814-0C41-4785F7AB31E8}"/>
              </a:ext>
            </a:extLst>
          </p:cNvPr>
          <p:cNvGrpSpPr/>
          <p:nvPr/>
        </p:nvGrpSpPr>
        <p:grpSpPr>
          <a:xfrm>
            <a:off x="2175984" y="1294776"/>
            <a:ext cx="664560" cy="284760"/>
            <a:chOff x="2175984" y="1294776"/>
            <a:chExt cx="664560" cy="284760"/>
          </a:xfrm>
        </p:grpSpPr>
        <mc:AlternateContent xmlns:mc="http://schemas.openxmlformats.org/markup-compatibility/2006" xmlns:p14="http://schemas.microsoft.com/office/powerpoint/2010/main">
          <mc:Choice Requires="p14">
            <p:contentPart p14:bwMode="auto" r:id="rId96">
              <p14:nvContentPartPr>
                <p14:cNvPr id="65" name="Ink 64">
                  <a:extLst>
                    <a:ext uri="{FF2B5EF4-FFF2-40B4-BE49-F238E27FC236}">
                      <a16:creationId xmlns:a16="http://schemas.microsoft.com/office/drawing/2014/main" id="{F666C042-DCC1-990A-CBF7-DD8AF7787974}"/>
                    </a:ext>
                  </a:extLst>
                </p14:cNvPr>
                <p14:cNvContentPartPr/>
                <p14:nvPr/>
              </p14:nvContentPartPr>
              <p14:xfrm>
                <a:off x="2219904" y="1294776"/>
                <a:ext cx="74160" cy="175680"/>
              </p14:xfrm>
            </p:contentPart>
          </mc:Choice>
          <mc:Fallback xmlns="">
            <p:pic>
              <p:nvPicPr>
                <p:cNvPr id="65" name="Ink 64">
                  <a:extLst>
                    <a:ext uri="{FF2B5EF4-FFF2-40B4-BE49-F238E27FC236}">
                      <a16:creationId xmlns:a16="http://schemas.microsoft.com/office/drawing/2014/main" id="{F666C042-DCC1-990A-CBF7-DD8AF7787974}"/>
                    </a:ext>
                  </a:extLst>
                </p:cNvPr>
                <p:cNvPicPr/>
                <p:nvPr/>
              </p:nvPicPr>
              <p:blipFill>
                <a:blip r:embed="rId97"/>
                <a:stretch>
                  <a:fillRect/>
                </a:stretch>
              </p:blipFill>
              <p:spPr>
                <a:xfrm>
                  <a:off x="2215584" y="1290456"/>
                  <a:ext cx="828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BAF7C93F-6E7B-BF8C-317B-5E07F9B3BB43}"/>
                    </a:ext>
                  </a:extLst>
                </p14:cNvPr>
                <p14:cNvContentPartPr/>
                <p14:nvPr/>
              </p14:nvContentPartPr>
              <p14:xfrm>
                <a:off x="2175984" y="1360656"/>
                <a:ext cx="203760" cy="68400"/>
              </p14:xfrm>
            </p:contentPart>
          </mc:Choice>
          <mc:Fallback xmlns="">
            <p:pic>
              <p:nvPicPr>
                <p:cNvPr id="66" name="Ink 65">
                  <a:extLst>
                    <a:ext uri="{FF2B5EF4-FFF2-40B4-BE49-F238E27FC236}">
                      <a16:creationId xmlns:a16="http://schemas.microsoft.com/office/drawing/2014/main" id="{BAF7C93F-6E7B-BF8C-317B-5E07F9B3BB43}"/>
                    </a:ext>
                  </a:extLst>
                </p:cNvPr>
                <p:cNvPicPr/>
                <p:nvPr/>
              </p:nvPicPr>
              <p:blipFill>
                <a:blip r:embed="rId99"/>
                <a:stretch>
                  <a:fillRect/>
                </a:stretch>
              </p:blipFill>
              <p:spPr>
                <a:xfrm>
                  <a:off x="2171664" y="1356336"/>
                  <a:ext cx="21240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7" name="Ink 66">
                  <a:extLst>
                    <a:ext uri="{FF2B5EF4-FFF2-40B4-BE49-F238E27FC236}">
                      <a16:creationId xmlns:a16="http://schemas.microsoft.com/office/drawing/2014/main" id="{DA5FACC3-DAB3-6179-864A-56328459A591}"/>
                    </a:ext>
                  </a:extLst>
                </p14:cNvPr>
                <p14:cNvContentPartPr/>
                <p14:nvPr/>
              </p14:nvContentPartPr>
              <p14:xfrm>
                <a:off x="2420784" y="1373256"/>
                <a:ext cx="266040" cy="50040"/>
              </p14:xfrm>
            </p:contentPart>
          </mc:Choice>
          <mc:Fallback xmlns="">
            <p:pic>
              <p:nvPicPr>
                <p:cNvPr id="67" name="Ink 66">
                  <a:extLst>
                    <a:ext uri="{FF2B5EF4-FFF2-40B4-BE49-F238E27FC236}">
                      <a16:creationId xmlns:a16="http://schemas.microsoft.com/office/drawing/2014/main" id="{DA5FACC3-DAB3-6179-864A-56328459A591}"/>
                    </a:ext>
                  </a:extLst>
                </p:cNvPr>
                <p:cNvPicPr/>
                <p:nvPr/>
              </p:nvPicPr>
              <p:blipFill>
                <a:blip r:embed="rId101"/>
                <a:stretch>
                  <a:fillRect/>
                </a:stretch>
              </p:blipFill>
              <p:spPr>
                <a:xfrm>
                  <a:off x="2416464" y="1368936"/>
                  <a:ext cx="2746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0E56E5A5-621D-2C78-60FB-012E78C7439B}"/>
                    </a:ext>
                  </a:extLst>
                </p14:cNvPr>
                <p14:cNvContentPartPr/>
                <p14:nvPr/>
              </p14:nvContentPartPr>
              <p14:xfrm>
                <a:off x="2691144" y="1390536"/>
                <a:ext cx="57960" cy="189000"/>
              </p14:xfrm>
            </p:contentPart>
          </mc:Choice>
          <mc:Fallback xmlns="">
            <p:pic>
              <p:nvPicPr>
                <p:cNvPr id="68" name="Ink 67">
                  <a:extLst>
                    <a:ext uri="{FF2B5EF4-FFF2-40B4-BE49-F238E27FC236}">
                      <a16:creationId xmlns:a16="http://schemas.microsoft.com/office/drawing/2014/main" id="{0E56E5A5-621D-2C78-60FB-012E78C7439B}"/>
                    </a:ext>
                  </a:extLst>
                </p:cNvPr>
                <p:cNvPicPr/>
                <p:nvPr/>
              </p:nvPicPr>
              <p:blipFill>
                <a:blip r:embed="rId103"/>
                <a:stretch>
                  <a:fillRect/>
                </a:stretch>
              </p:blipFill>
              <p:spPr>
                <a:xfrm>
                  <a:off x="2686824" y="1386216"/>
                  <a:ext cx="666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FD5686B1-754A-4E23-F287-24500EB2D03A}"/>
                    </a:ext>
                  </a:extLst>
                </p14:cNvPr>
                <p14:cNvContentPartPr/>
                <p14:nvPr/>
              </p14:nvContentPartPr>
              <p14:xfrm>
                <a:off x="2781144" y="1339776"/>
                <a:ext cx="59400" cy="67680"/>
              </p14:xfrm>
            </p:contentPart>
          </mc:Choice>
          <mc:Fallback xmlns="">
            <p:pic>
              <p:nvPicPr>
                <p:cNvPr id="69" name="Ink 68">
                  <a:extLst>
                    <a:ext uri="{FF2B5EF4-FFF2-40B4-BE49-F238E27FC236}">
                      <a16:creationId xmlns:a16="http://schemas.microsoft.com/office/drawing/2014/main" id="{FD5686B1-754A-4E23-F287-24500EB2D03A}"/>
                    </a:ext>
                  </a:extLst>
                </p:cNvPr>
                <p:cNvPicPr/>
                <p:nvPr/>
              </p:nvPicPr>
              <p:blipFill>
                <a:blip r:embed="rId105"/>
                <a:stretch>
                  <a:fillRect/>
                </a:stretch>
              </p:blipFill>
              <p:spPr>
                <a:xfrm>
                  <a:off x="2776824" y="1335456"/>
                  <a:ext cx="68040" cy="76320"/>
                </a:xfrm>
                <a:prstGeom prst="rect">
                  <a:avLst/>
                </a:prstGeom>
              </p:spPr>
            </p:pic>
          </mc:Fallback>
        </mc:AlternateContent>
      </p:grpSp>
      <p:grpSp>
        <p:nvGrpSpPr>
          <p:cNvPr id="72" name="Group 71">
            <a:extLst>
              <a:ext uri="{FF2B5EF4-FFF2-40B4-BE49-F238E27FC236}">
                <a16:creationId xmlns:a16="http://schemas.microsoft.com/office/drawing/2014/main" id="{0A2214E1-4312-0F3A-B6E6-597C859D3597}"/>
              </a:ext>
            </a:extLst>
          </p:cNvPr>
          <p:cNvGrpSpPr/>
          <p:nvPr/>
        </p:nvGrpSpPr>
        <p:grpSpPr>
          <a:xfrm>
            <a:off x="3033144" y="1345536"/>
            <a:ext cx="120600" cy="83880"/>
            <a:chOff x="3033144" y="1345536"/>
            <a:chExt cx="120600" cy="83880"/>
          </a:xfrm>
        </p:grpSpPr>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3BA28F5F-E331-11BF-5CD2-258F3EC5FB5C}"/>
                    </a:ext>
                  </a:extLst>
                </p14:cNvPr>
                <p14:cNvContentPartPr/>
                <p14:nvPr/>
              </p14:nvContentPartPr>
              <p14:xfrm>
                <a:off x="3033144" y="1345536"/>
                <a:ext cx="117720" cy="25920"/>
              </p14:xfrm>
            </p:contentPart>
          </mc:Choice>
          <mc:Fallback xmlns="">
            <p:pic>
              <p:nvPicPr>
                <p:cNvPr id="70" name="Ink 69">
                  <a:extLst>
                    <a:ext uri="{FF2B5EF4-FFF2-40B4-BE49-F238E27FC236}">
                      <a16:creationId xmlns:a16="http://schemas.microsoft.com/office/drawing/2014/main" id="{3BA28F5F-E331-11BF-5CD2-258F3EC5FB5C}"/>
                    </a:ext>
                  </a:extLst>
                </p:cNvPr>
                <p:cNvPicPr/>
                <p:nvPr/>
              </p:nvPicPr>
              <p:blipFill>
                <a:blip r:embed="rId107"/>
                <a:stretch>
                  <a:fillRect/>
                </a:stretch>
              </p:blipFill>
              <p:spPr>
                <a:xfrm>
                  <a:off x="3028824" y="1341216"/>
                  <a:ext cx="1263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3409650D-7F14-BFF0-EE4C-011F8C37BF57}"/>
                    </a:ext>
                  </a:extLst>
                </p14:cNvPr>
                <p14:cNvContentPartPr/>
                <p14:nvPr/>
              </p14:nvContentPartPr>
              <p14:xfrm>
                <a:off x="3033144" y="1345536"/>
                <a:ext cx="120600" cy="83880"/>
              </p14:xfrm>
            </p:contentPart>
          </mc:Choice>
          <mc:Fallback xmlns="">
            <p:pic>
              <p:nvPicPr>
                <p:cNvPr id="71" name="Ink 70">
                  <a:extLst>
                    <a:ext uri="{FF2B5EF4-FFF2-40B4-BE49-F238E27FC236}">
                      <a16:creationId xmlns:a16="http://schemas.microsoft.com/office/drawing/2014/main" id="{3409650D-7F14-BFF0-EE4C-011F8C37BF57}"/>
                    </a:ext>
                  </a:extLst>
                </p:cNvPr>
                <p:cNvPicPr/>
                <p:nvPr/>
              </p:nvPicPr>
              <p:blipFill>
                <a:blip r:embed="rId109"/>
                <a:stretch>
                  <a:fillRect/>
                </a:stretch>
              </p:blipFill>
              <p:spPr>
                <a:xfrm>
                  <a:off x="3028824" y="1341216"/>
                  <a:ext cx="129240" cy="92520"/>
                </a:xfrm>
                <a:prstGeom prst="rect">
                  <a:avLst/>
                </a:prstGeom>
              </p:spPr>
            </p:pic>
          </mc:Fallback>
        </mc:AlternateContent>
      </p:grpSp>
      <p:grpSp>
        <p:nvGrpSpPr>
          <p:cNvPr id="82" name="Group 81">
            <a:extLst>
              <a:ext uri="{FF2B5EF4-FFF2-40B4-BE49-F238E27FC236}">
                <a16:creationId xmlns:a16="http://schemas.microsoft.com/office/drawing/2014/main" id="{F6C0BC87-3E97-6E07-923C-6DBFB3A47F46}"/>
              </a:ext>
            </a:extLst>
          </p:cNvPr>
          <p:cNvGrpSpPr/>
          <p:nvPr/>
        </p:nvGrpSpPr>
        <p:grpSpPr>
          <a:xfrm>
            <a:off x="3353904" y="1173456"/>
            <a:ext cx="887400" cy="424080"/>
            <a:chOff x="3353904" y="1173456"/>
            <a:chExt cx="887400" cy="424080"/>
          </a:xfrm>
        </p:grpSpPr>
        <mc:AlternateContent xmlns:mc="http://schemas.openxmlformats.org/markup-compatibility/2006" xmlns:p14="http://schemas.microsoft.com/office/powerpoint/2010/main">
          <mc:Choice Requires="p14">
            <p:contentPart p14:bwMode="auto" r:id="rId110">
              <p14:nvContentPartPr>
                <p14:cNvPr id="75" name="Ink 74">
                  <a:extLst>
                    <a:ext uri="{FF2B5EF4-FFF2-40B4-BE49-F238E27FC236}">
                      <a16:creationId xmlns:a16="http://schemas.microsoft.com/office/drawing/2014/main" id="{F1D08E29-FFD3-F8BD-073F-0C9057C27B85}"/>
                    </a:ext>
                  </a:extLst>
                </p14:cNvPr>
                <p14:cNvContentPartPr/>
                <p14:nvPr/>
              </p14:nvContentPartPr>
              <p14:xfrm>
                <a:off x="3353904" y="1287936"/>
                <a:ext cx="194400" cy="97560"/>
              </p14:xfrm>
            </p:contentPart>
          </mc:Choice>
          <mc:Fallback xmlns="">
            <p:pic>
              <p:nvPicPr>
                <p:cNvPr id="75" name="Ink 74">
                  <a:extLst>
                    <a:ext uri="{FF2B5EF4-FFF2-40B4-BE49-F238E27FC236}">
                      <a16:creationId xmlns:a16="http://schemas.microsoft.com/office/drawing/2014/main" id="{F1D08E29-FFD3-F8BD-073F-0C9057C27B85}"/>
                    </a:ext>
                  </a:extLst>
                </p:cNvPr>
                <p:cNvPicPr/>
                <p:nvPr/>
              </p:nvPicPr>
              <p:blipFill>
                <a:blip r:embed="rId111"/>
                <a:stretch>
                  <a:fillRect/>
                </a:stretch>
              </p:blipFill>
              <p:spPr>
                <a:xfrm>
                  <a:off x="3349584" y="1283616"/>
                  <a:ext cx="2030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6" name="Ink 75">
                  <a:extLst>
                    <a:ext uri="{FF2B5EF4-FFF2-40B4-BE49-F238E27FC236}">
                      <a16:creationId xmlns:a16="http://schemas.microsoft.com/office/drawing/2014/main" id="{6261A555-B45A-7906-262B-5B2A5A8B192C}"/>
                    </a:ext>
                  </a:extLst>
                </p14:cNvPr>
                <p14:cNvContentPartPr/>
                <p14:nvPr/>
              </p14:nvContentPartPr>
              <p14:xfrm>
                <a:off x="3595824" y="1173456"/>
                <a:ext cx="241560" cy="318960"/>
              </p14:xfrm>
            </p:contentPart>
          </mc:Choice>
          <mc:Fallback xmlns="">
            <p:pic>
              <p:nvPicPr>
                <p:cNvPr id="76" name="Ink 75">
                  <a:extLst>
                    <a:ext uri="{FF2B5EF4-FFF2-40B4-BE49-F238E27FC236}">
                      <a16:creationId xmlns:a16="http://schemas.microsoft.com/office/drawing/2014/main" id="{6261A555-B45A-7906-262B-5B2A5A8B192C}"/>
                    </a:ext>
                  </a:extLst>
                </p:cNvPr>
                <p:cNvPicPr/>
                <p:nvPr/>
              </p:nvPicPr>
              <p:blipFill>
                <a:blip r:embed="rId113"/>
                <a:stretch>
                  <a:fillRect/>
                </a:stretch>
              </p:blipFill>
              <p:spPr>
                <a:xfrm>
                  <a:off x="3591504" y="1169136"/>
                  <a:ext cx="25020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7" name="Ink 76">
                  <a:extLst>
                    <a:ext uri="{FF2B5EF4-FFF2-40B4-BE49-F238E27FC236}">
                      <a16:creationId xmlns:a16="http://schemas.microsoft.com/office/drawing/2014/main" id="{96CC827A-FD79-F275-20DC-7C7E20B3B459}"/>
                    </a:ext>
                  </a:extLst>
                </p14:cNvPr>
                <p14:cNvContentPartPr/>
                <p14:nvPr/>
              </p14:nvContentPartPr>
              <p14:xfrm>
                <a:off x="3822984" y="1295136"/>
                <a:ext cx="81360" cy="70920"/>
              </p14:xfrm>
            </p:contentPart>
          </mc:Choice>
          <mc:Fallback xmlns="">
            <p:pic>
              <p:nvPicPr>
                <p:cNvPr id="77" name="Ink 76">
                  <a:extLst>
                    <a:ext uri="{FF2B5EF4-FFF2-40B4-BE49-F238E27FC236}">
                      <a16:creationId xmlns:a16="http://schemas.microsoft.com/office/drawing/2014/main" id="{96CC827A-FD79-F275-20DC-7C7E20B3B459}"/>
                    </a:ext>
                  </a:extLst>
                </p:cNvPr>
                <p:cNvPicPr/>
                <p:nvPr/>
              </p:nvPicPr>
              <p:blipFill>
                <a:blip r:embed="rId115"/>
                <a:stretch>
                  <a:fillRect/>
                </a:stretch>
              </p:blipFill>
              <p:spPr>
                <a:xfrm>
                  <a:off x="3818664" y="1290816"/>
                  <a:ext cx="90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78EB8862-C0CE-9965-EE6A-53286BD67A7F}"/>
                    </a:ext>
                  </a:extLst>
                </p14:cNvPr>
                <p14:cNvContentPartPr/>
                <p14:nvPr/>
              </p14:nvContentPartPr>
              <p14:xfrm>
                <a:off x="3880584" y="1230336"/>
                <a:ext cx="12240" cy="15480"/>
              </p14:xfrm>
            </p:contentPart>
          </mc:Choice>
          <mc:Fallback xmlns="">
            <p:pic>
              <p:nvPicPr>
                <p:cNvPr id="78" name="Ink 77">
                  <a:extLst>
                    <a:ext uri="{FF2B5EF4-FFF2-40B4-BE49-F238E27FC236}">
                      <a16:creationId xmlns:a16="http://schemas.microsoft.com/office/drawing/2014/main" id="{78EB8862-C0CE-9965-EE6A-53286BD67A7F}"/>
                    </a:ext>
                  </a:extLst>
                </p:cNvPr>
                <p:cNvPicPr/>
                <p:nvPr/>
              </p:nvPicPr>
              <p:blipFill>
                <a:blip r:embed="rId117"/>
                <a:stretch>
                  <a:fillRect/>
                </a:stretch>
              </p:blipFill>
              <p:spPr>
                <a:xfrm>
                  <a:off x="3876264" y="1226016"/>
                  <a:ext cx="20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E1C0C3E4-BCB9-798D-E52F-C2CC89B69602}"/>
                    </a:ext>
                  </a:extLst>
                </p14:cNvPr>
                <p14:cNvContentPartPr/>
                <p14:nvPr/>
              </p14:nvContentPartPr>
              <p14:xfrm>
                <a:off x="3975264" y="1196856"/>
                <a:ext cx="129960" cy="207360"/>
              </p14:xfrm>
            </p:contentPart>
          </mc:Choice>
          <mc:Fallback xmlns="">
            <p:pic>
              <p:nvPicPr>
                <p:cNvPr id="79" name="Ink 78">
                  <a:extLst>
                    <a:ext uri="{FF2B5EF4-FFF2-40B4-BE49-F238E27FC236}">
                      <a16:creationId xmlns:a16="http://schemas.microsoft.com/office/drawing/2014/main" id="{E1C0C3E4-BCB9-798D-E52F-C2CC89B69602}"/>
                    </a:ext>
                  </a:extLst>
                </p:cNvPr>
                <p:cNvPicPr/>
                <p:nvPr/>
              </p:nvPicPr>
              <p:blipFill>
                <a:blip r:embed="rId119"/>
                <a:stretch>
                  <a:fillRect/>
                </a:stretch>
              </p:blipFill>
              <p:spPr>
                <a:xfrm>
                  <a:off x="3970944" y="1192536"/>
                  <a:ext cx="138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7B4CFCD4-86CD-2D50-8C5C-C08656910C7D}"/>
                    </a:ext>
                  </a:extLst>
                </p14:cNvPr>
                <p14:cNvContentPartPr/>
                <p14:nvPr/>
              </p14:nvContentPartPr>
              <p14:xfrm>
                <a:off x="4201704" y="1283256"/>
                <a:ext cx="2520" cy="29160"/>
              </p14:xfrm>
            </p:contentPart>
          </mc:Choice>
          <mc:Fallback xmlns="">
            <p:pic>
              <p:nvPicPr>
                <p:cNvPr id="80" name="Ink 79">
                  <a:extLst>
                    <a:ext uri="{FF2B5EF4-FFF2-40B4-BE49-F238E27FC236}">
                      <a16:creationId xmlns:a16="http://schemas.microsoft.com/office/drawing/2014/main" id="{7B4CFCD4-86CD-2D50-8C5C-C08656910C7D}"/>
                    </a:ext>
                  </a:extLst>
                </p:cNvPr>
                <p:cNvPicPr/>
                <p:nvPr/>
              </p:nvPicPr>
              <p:blipFill>
                <a:blip r:embed="rId121"/>
                <a:stretch>
                  <a:fillRect/>
                </a:stretch>
              </p:blipFill>
              <p:spPr>
                <a:xfrm>
                  <a:off x="4197384" y="1278936"/>
                  <a:ext cx="11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1" name="Ink 80">
                  <a:extLst>
                    <a:ext uri="{FF2B5EF4-FFF2-40B4-BE49-F238E27FC236}">
                      <a16:creationId xmlns:a16="http://schemas.microsoft.com/office/drawing/2014/main" id="{968250E5-4FFB-CA41-6AD4-94E3A1EEE600}"/>
                    </a:ext>
                  </a:extLst>
                </p14:cNvPr>
                <p14:cNvContentPartPr/>
                <p14:nvPr/>
              </p14:nvContentPartPr>
              <p14:xfrm>
                <a:off x="4046904" y="1395216"/>
                <a:ext cx="194400" cy="202320"/>
              </p14:xfrm>
            </p:contentPart>
          </mc:Choice>
          <mc:Fallback xmlns="">
            <p:pic>
              <p:nvPicPr>
                <p:cNvPr id="81" name="Ink 80">
                  <a:extLst>
                    <a:ext uri="{FF2B5EF4-FFF2-40B4-BE49-F238E27FC236}">
                      <a16:creationId xmlns:a16="http://schemas.microsoft.com/office/drawing/2014/main" id="{968250E5-4FFB-CA41-6AD4-94E3A1EEE600}"/>
                    </a:ext>
                  </a:extLst>
                </p:cNvPr>
                <p:cNvPicPr/>
                <p:nvPr/>
              </p:nvPicPr>
              <p:blipFill>
                <a:blip r:embed="rId123"/>
                <a:stretch>
                  <a:fillRect/>
                </a:stretch>
              </p:blipFill>
              <p:spPr>
                <a:xfrm>
                  <a:off x="4042584" y="1390896"/>
                  <a:ext cx="203040" cy="210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83" name="Ink 82">
                <a:extLst>
                  <a:ext uri="{FF2B5EF4-FFF2-40B4-BE49-F238E27FC236}">
                    <a16:creationId xmlns:a16="http://schemas.microsoft.com/office/drawing/2014/main" id="{E4FD6672-4327-5C39-3AB1-7C1D826391B6}"/>
                  </a:ext>
                </a:extLst>
              </p14:cNvPr>
              <p14:cNvContentPartPr/>
              <p14:nvPr/>
            </p14:nvContentPartPr>
            <p14:xfrm>
              <a:off x="1596024" y="1832976"/>
              <a:ext cx="92880" cy="259200"/>
            </p14:xfrm>
          </p:contentPart>
        </mc:Choice>
        <mc:Fallback xmlns="">
          <p:pic>
            <p:nvPicPr>
              <p:cNvPr id="83" name="Ink 82">
                <a:extLst>
                  <a:ext uri="{FF2B5EF4-FFF2-40B4-BE49-F238E27FC236}">
                    <a16:creationId xmlns:a16="http://schemas.microsoft.com/office/drawing/2014/main" id="{E4FD6672-4327-5C39-3AB1-7C1D826391B6}"/>
                  </a:ext>
                </a:extLst>
              </p:cNvPr>
              <p:cNvPicPr/>
              <p:nvPr/>
            </p:nvPicPr>
            <p:blipFill>
              <a:blip r:embed="rId125"/>
              <a:stretch>
                <a:fillRect/>
              </a:stretch>
            </p:blipFill>
            <p:spPr>
              <a:xfrm>
                <a:off x="1591704" y="1828656"/>
                <a:ext cx="1015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4" name="Ink 83">
                <a:extLst>
                  <a:ext uri="{FF2B5EF4-FFF2-40B4-BE49-F238E27FC236}">
                    <a16:creationId xmlns:a16="http://schemas.microsoft.com/office/drawing/2014/main" id="{DF656E82-9588-7A2E-93F0-067405A76075}"/>
                  </a:ext>
                </a:extLst>
              </p14:cNvPr>
              <p14:cNvContentPartPr/>
              <p14:nvPr/>
            </p14:nvContentPartPr>
            <p14:xfrm>
              <a:off x="1658304" y="1723176"/>
              <a:ext cx="19080" cy="25920"/>
            </p14:xfrm>
          </p:contentPart>
        </mc:Choice>
        <mc:Fallback xmlns="">
          <p:pic>
            <p:nvPicPr>
              <p:cNvPr id="84" name="Ink 83">
                <a:extLst>
                  <a:ext uri="{FF2B5EF4-FFF2-40B4-BE49-F238E27FC236}">
                    <a16:creationId xmlns:a16="http://schemas.microsoft.com/office/drawing/2014/main" id="{DF656E82-9588-7A2E-93F0-067405A76075}"/>
                  </a:ext>
                </a:extLst>
              </p:cNvPr>
              <p:cNvPicPr/>
              <p:nvPr/>
            </p:nvPicPr>
            <p:blipFill>
              <a:blip r:embed="rId127"/>
              <a:stretch>
                <a:fillRect/>
              </a:stretch>
            </p:blipFill>
            <p:spPr>
              <a:xfrm>
                <a:off x="1653984" y="1718856"/>
                <a:ext cx="27720" cy="34560"/>
              </a:xfrm>
              <a:prstGeom prst="rect">
                <a:avLst/>
              </a:prstGeom>
            </p:spPr>
          </p:pic>
        </mc:Fallback>
      </mc:AlternateContent>
      <p:grpSp>
        <p:nvGrpSpPr>
          <p:cNvPr id="95" name="Group 94">
            <a:extLst>
              <a:ext uri="{FF2B5EF4-FFF2-40B4-BE49-F238E27FC236}">
                <a16:creationId xmlns:a16="http://schemas.microsoft.com/office/drawing/2014/main" id="{3EB6531E-6354-E020-DD2B-E25D80DC038D}"/>
              </a:ext>
            </a:extLst>
          </p:cNvPr>
          <p:cNvGrpSpPr/>
          <p:nvPr/>
        </p:nvGrpSpPr>
        <p:grpSpPr>
          <a:xfrm>
            <a:off x="1833984" y="1813896"/>
            <a:ext cx="153000" cy="74880"/>
            <a:chOff x="1833984" y="1813896"/>
            <a:chExt cx="153000" cy="74880"/>
          </a:xfrm>
        </p:grpSpPr>
        <mc:AlternateContent xmlns:mc="http://schemas.openxmlformats.org/markup-compatibility/2006" xmlns:p14="http://schemas.microsoft.com/office/powerpoint/2010/main">
          <mc:Choice Requires="p14">
            <p:contentPart p14:bwMode="auto" r:id="rId128">
              <p14:nvContentPartPr>
                <p14:cNvPr id="85" name="Ink 84">
                  <a:extLst>
                    <a:ext uri="{FF2B5EF4-FFF2-40B4-BE49-F238E27FC236}">
                      <a16:creationId xmlns:a16="http://schemas.microsoft.com/office/drawing/2014/main" id="{60FAC008-5351-D845-0707-6C99D9BAA36D}"/>
                    </a:ext>
                  </a:extLst>
                </p14:cNvPr>
                <p14:cNvContentPartPr/>
                <p14:nvPr/>
              </p14:nvContentPartPr>
              <p14:xfrm>
                <a:off x="1833984" y="1813896"/>
                <a:ext cx="107640" cy="32400"/>
              </p14:xfrm>
            </p:contentPart>
          </mc:Choice>
          <mc:Fallback xmlns="">
            <p:pic>
              <p:nvPicPr>
                <p:cNvPr id="85" name="Ink 84">
                  <a:extLst>
                    <a:ext uri="{FF2B5EF4-FFF2-40B4-BE49-F238E27FC236}">
                      <a16:creationId xmlns:a16="http://schemas.microsoft.com/office/drawing/2014/main" id="{60FAC008-5351-D845-0707-6C99D9BAA36D}"/>
                    </a:ext>
                  </a:extLst>
                </p:cNvPr>
                <p:cNvPicPr/>
                <p:nvPr/>
              </p:nvPicPr>
              <p:blipFill>
                <a:blip r:embed="rId129"/>
                <a:stretch>
                  <a:fillRect/>
                </a:stretch>
              </p:blipFill>
              <p:spPr>
                <a:xfrm>
                  <a:off x="1829664" y="1809576"/>
                  <a:ext cx="1162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6" name="Ink 85">
                  <a:extLst>
                    <a:ext uri="{FF2B5EF4-FFF2-40B4-BE49-F238E27FC236}">
                      <a16:creationId xmlns:a16="http://schemas.microsoft.com/office/drawing/2014/main" id="{E1E05373-CC18-5A6E-C859-A168D8F1C35D}"/>
                    </a:ext>
                  </a:extLst>
                </p14:cNvPr>
                <p14:cNvContentPartPr/>
                <p14:nvPr/>
              </p14:nvContentPartPr>
              <p14:xfrm>
                <a:off x="1850184" y="1822536"/>
                <a:ext cx="360" cy="360"/>
              </p14:xfrm>
            </p:contentPart>
          </mc:Choice>
          <mc:Fallback xmlns="">
            <p:pic>
              <p:nvPicPr>
                <p:cNvPr id="86" name="Ink 85">
                  <a:extLst>
                    <a:ext uri="{FF2B5EF4-FFF2-40B4-BE49-F238E27FC236}">
                      <a16:creationId xmlns:a16="http://schemas.microsoft.com/office/drawing/2014/main" id="{E1E05373-CC18-5A6E-C859-A168D8F1C35D}"/>
                    </a:ext>
                  </a:extLst>
                </p:cNvPr>
                <p:cNvPicPr/>
                <p:nvPr/>
              </p:nvPicPr>
              <p:blipFill>
                <a:blip r:embed="rId131"/>
                <a:stretch>
                  <a:fillRect/>
                </a:stretch>
              </p:blipFill>
              <p:spPr>
                <a:xfrm>
                  <a:off x="1845864" y="181821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7" name="Ink 86">
                  <a:extLst>
                    <a:ext uri="{FF2B5EF4-FFF2-40B4-BE49-F238E27FC236}">
                      <a16:creationId xmlns:a16="http://schemas.microsoft.com/office/drawing/2014/main" id="{FFA6215F-0AD6-0BFA-82CB-5A9D9A0B5B2D}"/>
                    </a:ext>
                  </a:extLst>
                </p14:cNvPr>
                <p14:cNvContentPartPr/>
                <p14:nvPr/>
              </p14:nvContentPartPr>
              <p14:xfrm>
                <a:off x="1850184" y="1822536"/>
                <a:ext cx="136800" cy="66240"/>
              </p14:xfrm>
            </p:contentPart>
          </mc:Choice>
          <mc:Fallback xmlns="">
            <p:pic>
              <p:nvPicPr>
                <p:cNvPr id="87" name="Ink 86">
                  <a:extLst>
                    <a:ext uri="{FF2B5EF4-FFF2-40B4-BE49-F238E27FC236}">
                      <a16:creationId xmlns:a16="http://schemas.microsoft.com/office/drawing/2014/main" id="{FFA6215F-0AD6-0BFA-82CB-5A9D9A0B5B2D}"/>
                    </a:ext>
                  </a:extLst>
                </p:cNvPr>
                <p:cNvPicPr/>
                <p:nvPr/>
              </p:nvPicPr>
              <p:blipFill>
                <a:blip r:embed="rId133"/>
                <a:stretch>
                  <a:fillRect/>
                </a:stretch>
              </p:blipFill>
              <p:spPr>
                <a:xfrm>
                  <a:off x="1845864" y="1818216"/>
                  <a:ext cx="145440" cy="74880"/>
                </a:xfrm>
                <a:prstGeom prst="rect">
                  <a:avLst/>
                </a:prstGeom>
              </p:spPr>
            </p:pic>
          </mc:Fallback>
        </mc:AlternateContent>
      </p:grpSp>
      <p:grpSp>
        <p:nvGrpSpPr>
          <p:cNvPr id="94" name="Group 93">
            <a:extLst>
              <a:ext uri="{FF2B5EF4-FFF2-40B4-BE49-F238E27FC236}">
                <a16:creationId xmlns:a16="http://schemas.microsoft.com/office/drawing/2014/main" id="{2D7756E8-069C-F5D2-11C2-48C194C63B91}"/>
              </a:ext>
            </a:extLst>
          </p:cNvPr>
          <p:cNvGrpSpPr/>
          <p:nvPr/>
        </p:nvGrpSpPr>
        <p:grpSpPr>
          <a:xfrm>
            <a:off x="2175984" y="1690776"/>
            <a:ext cx="619200" cy="367920"/>
            <a:chOff x="2175984" y="1690776"/>
            <a:chExt cx="619200" cy="367920"/>
          </a:xfrm>
        </p:grpSpPr>
        <mc:AlternateContent xmlns:mc="http://schemas.openxmlformats.org/markup-compatibility/2006" xmlns:p14="http://schemas.microsoft.com/office/powerpoint/2010/main">
          <mc:Choice Requires="p14">
            <p:contentPart p14:bwMode="auto" r:id="rId134">
              <p14:nvContentPartPr>
                <p14:cNvPr id="88" name="Ink 87">
                  <a:extLst>
                    <a:ext uri="{FF2B5EF4-FFF2-40B4-BE49-F238E27FC236}">
                      <a16:creationId xmlns:a16="http://schemas.microsoft.com/office/drawing/2014/main" id="{2815429F-67BF-021E-3482-DC1B94E526E0}"/>
                    </a:ext>
                  </a:extLst>
                </p14:cNvPr>
                <p14:cNvContentPartPr/>
                <p14:nvPr/>
              </p14:nvContentPartPr>
              <p14:xfrm>
                <a:off x="2175984" y="1752696"/>
                <a:ext cx="185040" cy="147240"/>
              </p14:xfrm>
            </p:contentPart>
          </mc:Choice>
          <mc:Fallback xmlns="">
            <p:pic>
              <p:nvPicPr>
                <p:cNvPr id="88" name="Ink 87">
                  <a:extLst>
                    <a:ext uri="{FF2B5EF4-FFF2-40B4-BE49-F238E27FC236}">
                      <a16:creationId xmlns:a16="http://schemas.microsoft.com/office/drawing/2014/main" id="{2815429F-67BF-021E-3482-DC1B94E526E0}"/>
                    </a:ext>
                  </a:extLst>
                </p:cNvPr>
                <p:cNvPicPr/>
                <p:nvPr/>
              </p:nvPicPr>
              <p:blipFill>
                <a:blip r:embed="rId135"/>
                <a:stretch>
                  <a:fillRect/>
                </a:stretch>
              </p:blipFill>
              <p:spPr>
                <a:xfrm>
                  <a:off x="2171664" y="1748376"/>
                  <a:ext cx="1936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9" name="Ink 88">
                  <a:extLst>
                    <a:ext uri="{FF2B5EF4-FFF2-40B4-BE49-F238E27FC236}">
                      <a16:creationId xmlns:a16="http://schemas.microsoft.com/office/drawing/2014/main" id="{63E14D50-8785-8DEE-4271-816703DF3393}"/>
                    </a:ext>
                  </a:extLst>
                </p14:cNvPr>
                <p14:cNvContentPartPr/>
                <p14:nvPr/>
              </p14:nvContentPartPr>
              <p14:xfrm>
                <a:off x="2298024" y="1695456"/>
                <a:ext cx="23760" cy="20160"/>
              </p14:xfrm>
            </p:contentPart>
          </mc:Choice>
          <mc:Fallback xmlns="">
            <p:pic>
              <p:nvPicPr>
                <p:cNvPr id="89" name="Ink 88">
                  <a:extLst>
                    <a:ext uri="{FF2B5EF4-FFF2-40B4-BE49-F238E27FC236}">
                      <a16:creationId xmlns:a16="http://schemas.microsoft.com/office/drawing/2014/main" id="{63E14D50-8785-8DEE-4271-816703DF3393}"/>
                    </a:ext>
                  </a:extLst>
                </p:cNvPr>
                <p:cNvPicPr/>
                <p:nvPr/>
              </p:nvPicPr>
              <p:blipFill>
                <a:blip r:embed="rId137"/>
                <a:stretch>
                  <a:fillRect/>
                </a:stretch>
              </p:blipFill>
              <p:spPr>
                <a:xfrm>
                  <a:off x="2293704" y="1691136"/>
                  <a:ext cx="324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0" name="Ink 89">
                  <a:extLst>
                    <a:ext uri="{FF2B5EF4-FFF2-40B4-BE49-F238E27FC236}">
                      <a16:creationId xmlns:a16="http://schemas.microsoft.com/office/drawing/2014/main" id="{59FD88C3-5AD1-4E4B-F86D-AF7DE5EF3784}"/>
                    </a:ext>
                  </a:extLst>
                </p14:cNvPr>
                <p14:cNvContentPartPr/>
                <p14:nvPr/>
              </p14:nvContentPartPr>
              <p14:xfrm>
                <a:off x="2418624" y="1784376"/>
                <a:ext cx="127440" cy="7200"/>
              </p14:xfrm>
            </p:contentPart>
          </mc:Choice>
          <mc:Fallback xmlns="">
            <p:pic>
              <p:nvPicPr>
                <p:cNvPr id="90" name="Ink 89">
                  <a:extLst>
                    <a:ext uri="{FF2B5EF4-FFF2-40B4-BE49-F238E27FC236}">
                      <a16:creationId xmlns:a16="http://schemas.microsoft.com/office/drawing/2014/main" id="{59FD88C3-5AD1-4E4B-F86D-AF7DE5EF3784}"/>
                    </a:ext>
                  </a:extLst>
                </p:cNvPr>
                <p:cNvPicPr/>
                <p:nvPr/>
              </p:nvPicPr>
              <p:blipFill>
                <a:blip r:embed="rId139"/>
                <a:stretch>
                  <a:fillRect/>
                </a:stretch>
              </p:blipFill>
              <p:spPr>
                <a:xfrm>
                  <a:off x="2414304" y="1780056"/>
                  <a:ext cx="13608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1" name="Ink 90">
                  <a:extLst>
                    <a:ext uri="{FF2B5EF4-FFF2-40B4-BE49-F238E27FC236}">
                      <a16:creationId xmlns:a16="http://schemas.microsoft.com/office/drawing/2014/main" id="{2AB525BD-2CBA-9970-4A34-545CC00EA720}"/>
                    </a:ext>
                  </a:extLst>
                </p14:cNvPr>
                <p14:cNvContentPartPr/>
                <p14:nvPr/>
              </p14:nvContentPartPr>
              <p14:xfrm>
                <a:off x="2663424" y="1690776"/>
                <a:ext cx="39600" cy="139320"/>
              </p14:xfrm>
            </p:contentPart>
          </mc:Choice>
          <mc:Fallback xmlns="">
            <p:pic>
              <p:nvPicPr>
                <p:cNvPr id="91" name="Ink 90">
                  <a:extLst>
                    <a:ext uri="{FF2B5EF4-FFF2-40B4-BE49-F238E27FC236}">
                      <a16:creationId xmlns:a16="http://schemas.microsoft.com/office/drawing/2014/main" id="{2AB525BD-2CBA-9970-4A34-545CC00EA720}"/>
                    </a:ext>
                  </a:extLst>
                </p:cNvPr>
                <p:cNvPicPr/>
                <p:nvPr/>
              </p:nvPicPr>
              <p:blipFill>
                <a:blip r:embed="rId141"/>
                <a:stretch>
                  <a:fillRect/>
                </a:stretch>
              </p:blipFill>
              <p:spPr>
                <a:xfrm>
                  <a:off x="2659104" y="1686456"/>
                  <a:ext cx="482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 name="Ink 91">
                  <a:extLst>
                    <a:ext uri="{FF2B5EF4-FFF2-40B4-BE49-F238E27FC236}">
                      <a16:creationId xmlns:a16="http://schemas.microsoft.com/office/drawing/2014/main" id="{CF19BAA8-7AE2-D98C-351D-CDAABFE0BEC4}"/>
                    </a:ext>
                  </a:extLst>
                </p14:cNvPr>
                <p14:cNvContentPartPr/>
                <p14:nvPr/>
              </p14:nvContentPartPr>
              <p14:xfrm>
                <a:off x="2781144" y="1791576"/>
                <a:ext cx="14040" cy="11880"/>
              </p14:xfrm>
            </p:contentPart>
          </mc:Choice>
          <mc:Fallback xmlns="">
            <p:pic>
              <p:nvPicPr>
                <p:cNvPr id="92" name="Ink 91">
                  <a:extLst>
                    <a:ext uri="{FF2B5EF4-FFF2-40B4-BE49-F238E27FC236}">
                      <a16:creationId xmlns:a16="http://schemas.microsoft.com/office/drawing/2014/main" id="{CF19BAA8-7AE2-D98C-351D-CDAABFE0BEC4}"/>
                    </a:ext>
                  </a:extLst>
                </p:cNvPr>
                <p:cNvPicPr/>
                <p:nvPr/>
              </p:nvPicPr>
              <p:blipFill>
                <a:blip r:embed="rId143"/>
                <a:stretch>
                  <a:fillRect/>
                </a:stretch>
              </p:blipFill>
              <p:spPr>
                <a:xfrm>
                  <a:off x="2776824" y="1787256"/>
                  <a:ext cx="226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A0DCA5E5-8A79-E613-D4A0-CA9186D6C38B}"/>
                    </a:ext>
                  </a:extLst>
                </p14:cNvPr>
                <p14:cNvContentPartPr/>
                <p14:nvPr/>
              </p14:nvContentPartPr>
              <p14:xfrm>
                <a:off x="2658744" y="1916136"/>
                <a:ext cx="127440" cy="142560"/>
              </p14:xfrm>
            </p:contentPart>
          </mc:Choice>
          <mc:Fallback xmlns="">
            <p:pic>
              <p:nvPicPr>
                <p:cNvPr id="93" name="Ink 92">
                  <a:extLst>
                    <a:ext uri="{FF2B5EF4-FFF2-40B4-BE49-F238E27FC236}">
                      <a16:creationId xmlns:a16="http://schemas.microsoft.com/office/drawing/2014/main" id="{A0DCA5E5-8A79-E613-D4A0-CA9186D6C38B}"/>
                    </a:ext>
                  </a:extLst>
                </p:cNvPr>
                <p:cNvPicPr/>
                <p:nvPr/>
              </p:nvPicPr>
              <p:blipFill>
                <a:blip r:embed="rId145"/>
                <a:stretch>
                  <a:fillRect/>
                </a:stretch>
              </p:blipFill>
              <p:spPr>
                <a:xfrm>
                  <a:off x="2654424" y="1911816"/>
                  <a:ext cx="136080" cy="151200"/>
                </a:xfrm>
                <a:prstGeom prst="rect">
                  <a:avLst/>
                </a:prstGeom>
              </p:spPr>
            </p:pic>
          </mc:Fallback>
        </mc:AlternateContent>
      </p:grpSp>
      <p:grpSp>
        <p:nvGrpSpPr>
          <p:cNvPr id="107" name="Group 106">
            <a:extLst>
              <a:ext uri="{FF2B5EF4-FFF2-40B4-BE49-F238E27FC236}">
                <a16:creationId xmlns:a16="http://schemas.microsoft.com/office/drawing/2014/main" id="{643E3EA0-F5DF-1E60-F278-8A3CC6DE14A8}"/>
              </a:ext>
            </a:extLst>
          </p:cNvPr>
          <p:cNvGrpSpPr/>
          <p:nvPr/>
        </p:nvGrpSpPr>
        <p:grpSpPr>
          <a:xfrm>
            <a:off x="1647144" y="2145456"/>
            <a:ext cx="1772640" cy="417600"/>
            <a:chOff x="1647144" y="2145456"/>
            <a:chExt cx="1772640" cy="417600"/>
          </a:xfrm>
        </p:grpSpPr>
        <mc:AlternateContent xmlns:mc="http://schemas.openxmlformats.org/markup-compatibility/2006" xmlns:p14="http://schemas.microsoft.com/office/powerpoint/2010/main">
          <mc:Choice Requires="p14">
            <p:contentPart p14:bwMode="auto" r:id="rId146">
              <p14:nvContentPartPr>
                <p14:cNvPr id="96" name="Ink 95">
                  <a:extLst>
                    <a:ext uri="{FF2B5EF4-FFF2-40B4-BE49-F238E27FC236}">
                      <a16:creationId xmlns:a16="http://schemas.microsoft.com/office/drawing/2014/main" id="{2236E032-FA68-BDFC-B5A5-38FA4651F9A2}"/>
                    </a:ext>
                  </a:extLst>
                </p14:cNvPr>
                <p14:cNvContentPartPr/>
                <p14:nvPr/>
              </p14:nvContentPartPr>
              <p14:xfrm>
                <a:off x="1647144" y="2320416"/>
                <a:ext cx="291600" cy="122760"/>
              </p14:xfrm>
            </p:contentPart>
          </mc:Choice>
          <mc:Fallback xmlns="">
            <p:pic>
              <p:nvPicPr>
                <p:cNvPr id="96" name="Ink 95">
                  <a:extLst>
                    <a:ext uri="{FF2B5EF4-FFF2-40B4-BE49-F238E27FC236}">
                      <a16:creationId xmlns:a16="http://schemas.microsoft.com/office/drawing/2014/main" id="{2236E032-FA68-BDFC-B5A5-38FA4651F9A2}"/>
                    </a:ext>
                  </a:extLst>
                </p:cNvPr>
                <p:cNvPicPr/>
                <p:nvPr/>
              </p:nvPicPr>
              <p:blipFill>
                <a:blip r:embed="rId147"/>
                <a:stretch>
                  <a:fillRect/>
                </a:stretch>
              </p:blipFill>
              <p:spPr>
                <a:xfrm>
                  <a:off x="1642824" y="2316096"/>
                  <a:ext cx="3002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7" name="Ink 96">
                  <a:extLst>
                    <a:ext uri="{FF2B5EF4-FFF2-40B4-BE49-F238E27FC236}">
                      <a16:creationId xmlns:a16="http://schemas.microsoft.com/office/drawing/2014/main" id="{7F493899-C93A-A63B-53DE-B42C887FF9C5}"/>
                    </a:ext>
                  </a:extLst>
                </p14:cNvPr>
                <p14:cNvContentPartPr/>
                <p14:nvPr/>
              </p14:nvContentPartPr>
              <p14:xfrm>
                <a:off x="1993464" y="2165616"/>
                <a:ext cx="118080" cy="249840"/>
              </p14:xfrm>
            </p:contentPart>
          </mc:Choice>
          <mc:Fallback xmlns="">
            <p:pic>
              <p:nvPicPr>
                <p:cNvPr id="97" name="Ink 96">
                  <a:extLst>
                    <a:ext uri="{FF2B5EF4-FFF2-40B4-BE49-F238E27FC236}">
                      <a16:creationId xmlns:a16="http://schemas.microsoft.com/office/drawing/2014/main" id="{7F493899-C93A-A63B-53DE-B42C887FF9C5}"/>
                    </a:ext>
                  </a:extLst>
                </p:cNvPr>
                <p:cNvPicPr/>
                <p:nvPr/>
              </p:nvPicPr>
              <p:blipFill>
                <a:blip r:embed="rId149"/>
                <a:stretch>
                  <a:fillRect/>
                </a:stretch>
              </p:blipFill>
              <p:spPr>
                <a:xfrm>
                  <a:off x="1989144" y="2161296"/>
                  <a:ext cx="1267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8" name="Ink 97">
                  <a:extLst>
                    <a:ext uri="{FF2B5EF4-FFF2-40B4-BE49-F238E27FC236}">
                      <a16:creationId xmlns:a16="http://schemas.microsoft.com/office/drawing/2014/main" id="{92B7C95D-7E19-A389-947F-122E2499C598}"/>
                    </a:ext>
                  </a:extLst>
                </p14:cNvPr>
                <p14:cNvContentPartPr/>
                <p14:nvPr/>
              </p14:nvContentPartPr>
              <p14:xfrm>
                <a:off x="2159784" y="2338776"/>
                <a:ext cx="34920" cy="69480"/>
              </p14:xfrm>
            </p:contentPart>
          </mc:Choice>
          <mc:Fallback xmlns="">
            <p:pic>
              <p:nvPicPr>
                <p:cNvPr id="98" name="Ink 97">
                  <a:extLst>
                    <a:ext uri="{FF2B5EF4-FFF2-40B4-BE49-F238E27FC236}">
                      <a16:creationId xmlns:a16="http://schemas.microsoft.com/office/drawing/2014/main" id="{92B7C95D-7E19-A389-947F-122E2499C598}"/>
                    </a:ext>
                  </a:extLst>
                </p:cNvPr>
                <p:cNvPicPr/>
                <p:nvPr/>
              </p:nvPicPr>
              <p:blipFill>
                <a:blip r:embed="rId151"/>
                <a:stretch>
                  <a:fillRect/>
                </a:stretch>
              </p:blipFill>
              <p:spPr>
                <a:xfrm>
                  <a:off x="2155464" y="2334456"/>
                  <a:ext cx="435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9" name="Ink 98">
                  <a:extLst>
                    <a:ext uri="{FF2B5EF4-FFF2-40B4-BE49-F238E27FC236}">
                      <a16:creationId xmlns:a16="http://schemas.microsoft.com/office/drawing/2014/main" id="{02BF9D6E-6303-109F-A3D9-E602FC9EDBB0}"/>
                    </a:ext>
                  </a:extLst>
                </p14:cNvPr>
                <p14:cNvContentPartPr/>
                <p14:nvPr/>
              </p14:nvContentPartPr>
              <p14:xfrm>
                <a:off x="2190024" y="2176056"/>
                <a:ext cx="32760" cy="32760"/>
              </p14:xfrm>
            </p:contentPart>
          </mc:Choice>
          <mc:Fallback xmlns="">
            <p:pic>
              <p:nvPicPr>
                <p:cNvPr id="99" name="Ink 98">
                  <a:extLst>
                    <a:ext uri="{FF2B5EF4-FFF2-40B4-BE49-F238E27FC236}">
                      <a16:creationId xmlns:a16="http://schemas.microsoft.com/office/drawing/2014/main" id="{02BF9D6E-6303-109F-A3D9-E602FC9EDBB0}"/>
                    </a:ext>
                  </a:extLst>
                </p:cNvPr>
                <p:cNvPicPr/>
                <p:nvPr/>
              </p:nvPicPr>
              <p:blipFill>
                <a:blip r:embed="rId153"/>
                <a:stretch>
                  <a:fillRect/>
                </a:stretch>
              </p:blipFill>
              <p:spPr>
                <a:xfrm>
                  <a:off x="2185704" y="2171736"/>
                  <a:ext cx="414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0" name="Ink 99">
                  <a:extLst>
                    <a:ext uri="{FF2B5EF4-FFF2-40B4-BE49-F238E27FC236}">
                      <a16:creationId xmlns:a16="http://schemas.microsoft.com/office/drawing/2014/main" id="{B8BE150B-0AE0-378E-169A-CB00ADB76F9A}"/>
                    </a:ext>
                  </a:extLst>
                </p14:cNvPr>
                <p14:cNvContentPartPr/>
                <p14:nvPr/>
              </p14:nvContentPartPr>
              <p14:xfrm>
                <a:off x="2270304" y="2194416"/>
                <a:ext cx="44640" cy="219600"/>
              </p14:xfrm>
            </p:contentPart>
          </mc:Choice>
          <mc:Fallback xmlns="">
            <p:pic>
              <p:nvPicPr>
                <p:cNvPr id="100" name="Ink 99">
                  <a:extLst>
                    <a:ext uri="{FF2B5EF4-FFF2-40B4-BE49-F238E27FC236}">
                      <a16:creationId xmlns:a16="http://schemas.microsoft.com/office/drawing/2014/main" id="{B8BE150B-0AE0-378E-169A-CB00ADB76F9A}"/>
                    </a:ext>
                  </a:extLst>
                </p:cNvPr>
                <p:cNvPicPr/>
                <p:nvPr/>
              </p:nvPicPr>
              <p:blipFill>
                <a:blip r:embed="rId155"/>
                <a:stretch>
                  <a:fillRect/>
                </a:stretch>
              </p:blipFill>
              <p:spPr>
                <a:xfrm>
                  <a:off x="2265984" y="2190096"/>
                  <a:ext cx="5328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1" name="Ink 100">
                  <a:extLst>
                    <a:ext uri="{FF2B5EF4-FFF2-40B4-BE49-F238E27FC236}">
                      <a16:creationId xmlns:a16="http://schemas.microsoft.com/office/drawing/2014/main" id="{749E3F9D-6B7F-9C0F-5AB8-669F0B1A0DC2}"/>
                    </a:ext>
                  </a:extLst>
                </p14:cNvPr>
                <p14:cNvContentPartPr/>
                <p14:nvPr/>
              </p14:nvContentPartPr>
              <p14:xfrm>
                <a:off x="2346984" y="2322216"/>
                <a:ext cx="95760" cy="107280"/>
              </p14:xfrm>
            </p:contentPart>
          </mc:Choice>
          <mc:Fallback xmlns="">
            <p:pic>
              <p:nvPicPr>
                <p:cNvPr id="101" name="Ink 100">
                  <a:extLst>
                    <a:ext uri="{FF2B5EF4-FFF2-40B4-BE49-F238E27FC236}">
                      <a16:creationId xmlns:a16="http://schemas.microsoft.com/office/drawing/2014/main" id="{749E3F9D-6B7F-9C0F-5AB8-669F0B1A0DC2}"/>
                    </a:ext>
                  </a:extLst>
                </p:cNvPr>
                <p:cNvPicPr/>
                <p:nvPr/>
              </p:nvPicPr>
              <p:blipFill>
                <a:blip r:embed="rId157"/>
                <a:stretch>
                  <a:fillRect/>
                </a:stretch>
              </p:blipFill>
              <p:spPr>
                <a:xfrm>
                  <a:off x="2342664" y="2317896"/>
                  <a:ext cx="1044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2" name="Ink 101">
                  <a:extLst>
                    <a:ext uri="{FF2B5EF4-FFF2-40B4-BE49-F238E27FC236}">
                      <a16:creationId xmlns:a16="http://schemas.microsoft.com/office/drawing/2014/main" id="{5D03069F-F10D-CEE1-4E14-2DAAB0C33532}"/>
                    </a:ext>
                  </a:extLst>
                </p14:cNvPr>
                <p14:cNvContentPartPr/>
                <p14:nvPr/>
              </p14:nvContentPartPr>
              <p14:xfrm>
                <a:off x="2554704" y="2145456"/>
                <a:ext cx="166680" cy="313920"/>
              </p14:xfrm>
            </p:contentPart>
          </mc:Choice>
          <mc:Fallback xmlns="">
            <p:pic>
              <p:nvPicPr>
                <p:cNvPr id="102" name="Ink 101">
                  <a:extLst>
                    <a:ext uri="{FF2B5EF4-FFF2-40B4-BE49-F238E27FC236}">
                      <a16:creationId xmlns:a16="http://schemas.microsoft.com/office/drawing/2014/main" id="{5D03069F-F10D-CEE1-4E14-2DAAB0C33532}"/>
                    </a:ext>
                  </a:extLst>
                </p:cNvPr>
                <p:cNvPicPr/>
                <p:nvPr/>
              </p:nvPicPr>
              <p:blipFill>
                <a:blip r:embed="rId159"/>
                <a:stretch>
                  <a:fillRect/>
                </a:stretch>
              </p:blipFill>
              <p:spPr>
                <a:xfrm>
                  <a:off x="2550384" y="2141136"/>
                  <a:ext cx="1753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3" name="Ink 102">
                  <a:extLst>
                    <a:ext uri="{FF2B5EF4-FFF2-40B4-BE49-F238E27FC236}">
                      <a16:creationId xmlns:a16="http://schemas.microsoft.com/office/drawing/2014/main" id="{993938B2-7B08-8AA8-455A-25D723BB6338}"/>
                    </a:ext>
                  </a:extLst>
                </p14:cNvPr>
                <p14:cNvContentPartPr/>
                <p14:nvPr/>
              </p14:nvContentPartPr>
              <p14:xfrm>
                <a:off x="2783664" y="2311056"/>
                <a:ext cx="109080" cy="252000"/>
              </p14:xfrm>
            </p:contentPart>
          </mc:Choice>
          <mc:Fallback xmlns="">
            <p:pic>
              <p:nvPicPr>
                <p:cNvPr id="103" name="Ink 102">
                  <a:extLst>
                    <a:ext uri="{FF2B5EF4-FFF2-40B4-BE49-F238E27FC236}">
                      <a16:creationId xmlns:a16="http://schemas.microsoft.com/office/drawing/2014/main" id="{993938B2-7B08-8AA8-455A-25D723BB6338}"/>
                    </a:ext>
                  </a:extLst>
                </p:cNvPr>
                <p:cNvPicPr/>
                <p:nvPr/>
              </p:nvPicPr>
              <p:blipFill>
                <a:blip r:embed="rId161"/>
                <a:stretch>
                  <a:fillRect/>
                </a:stretch>
              </p:blipFill>
              <p:spPr>
                <a:xfrm>
                  <a:off x="2779344" y="2306736"/>
                  <a:ext cx="1177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4" name="Ink 103">
                  <a:extLst>
                    <a:ext uri="{FF2B5EF4-FFF2-40B4-BE49-F238E27FC236}">
                      <a16:creationId xmlns:a16="http://schemas.microsoft.com/office/drawing/2014/main" id="{6FD35C88-3C91-3EEA-77A1-14302A61E93E}"/>
                    </a:ext>
                  </a:extLst>
                </p14:cNvPr>
                <p14:cNvContentPartPr/>
                <p14:nvPr/>
              </p14:nvContentPartPr>
              <p14:xfrm>
                <a:off x="2861784" y="2200896"/>
                <a:ext cx="21240" cy="28800"/>
              </p14:xfrm>
            </p:contentPart>
          </mc:Choice>
          <mc:Fallback xmlns="">
            <p:pic>
              <p:nvPicPr>
                <p:cNvPr id="104" name="Ink 103">
                  <a:extLst>
                    <a:ext uri="{FF2B5EF4-FFF2-40B4-BE49-F238E27FC236}">
                      <a16:creationId xmlns:a16="http://schemas.microsoft.com/office/drawing/2014/main" id="{6FD35C88-3C91-3EEA-77A1-14302A61E93E}"/>
                    </a:ext>
                  </a:extLst>
                </p:cNvPr>
                <p:cNvPicPr/>
                <p:nvPr/>
              </p:nvPicPr>
              <p:blipFill>
                <a:blip r:embed="rId163"/>
                <a:stretch>
                  <a:fillRect/>
                </a:stretch>
              </p:blipFill>
              <p:spPr>
                <a:xfrm>
                  <a:off x="2857464" y="2196576"/>
                  <a:ext cx="298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5" name="Ink 104">
                  <a:extLst>
                    <a:ext uri="{FF2B5EF4-FFF2-40B4-BE49-F238E27FC236}">
                      <a16:creationId xmlns:a16="http://schemas.microsoft.com/office/drawing/2014/main" id="{099FA61C-954C-12E2-866B-157138F2D7A6}"/>
                    </a:ext>
                  </a:extLst>
                </p14:cNvPr>
                <p14:cNvContentPartPr/>
                <p14:nvPr/>
              </p14:nvContentPartPr>
              <p14:xfrm>
                <a:off x="2963304" y="2261376"/>
                <a:ext cx="248040" cy="105480"/>
              </p14:xfrm>
            </p:contentPart>
          </mc:Choice>
          <mc:Fallback xmlns="">
            <p:pic>
              <p:nvPicPr>
                <p:cNvPr id="105" name="Ink 104">
                  <a:extLst>
                    <a:ext uri="{FF2B5EF4-FFF2-40B4-BE49-F238E27FC236}">
                      <a16:creationId xmlns:a16="http://schemas.microsoft.com/office/drawing/2014/main" id="{099FA61C-954C-12E2-866B-157138F2D7A6}"/>
                    </a:ext>
                  </a:extLst>
                </p:cNvPr>
                <p:cNvPicPr/>
                <p:nvPr/>
              </p:nvPicPr>
              <p:blipFill>
                <a:blip r:embed="rId165"/>
                <a:stretch>
                  <a:fillRect/>
                </a:stretch>
              </p:blipFill>
              <p:spPr>
                <a:xfrm>
                  <a:off x="2958984" y="2257056"/>
                  <a:ext cx="2566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6" name="Ink 105">
                  <a:extLst>
                    <a:ext uri="{FF2B5EF4-FFF2-40B4-BE49-F238E27FC236}">
                      <a16:creationId xmlns:a16="http://schemas.microsoft.com/office/drawing/2014/main" id="{A4F71168-DE22-4417-787D-960BCDBE3B67}"/>
                    </a:ext>
                  </a:extLst>
                </p14:cNvPr>
                <p14:cNvContentPartPr/>
                <p14:nvPr/>
              </p14:nvContentPartPr>
              <p14:xfrm>
                <a:off x="3273264" y="2237976"/>
                <a:ext cx="146520" cy="147960"/>
              </p14:xfrm>
            </p:contentPart>
          </mc:Choice>
          <mc:Fallback xmlns="">
            <p:pic>
              <p:nvPicPr>
                <p:cNvPr id="106" name="Ink 105">
                  <a:extLst>
                    <a:ext uri="{FF2B5EF4-FFF2-40B4-BE49-F238E27FC236}">
                      <a16:creationId xmlns:a16="http://schemas.microsoft.com/office/drawing/2014/main" id="{A4F71168-DE22-4417-787D-960BCDBE3B67}"/>
                    </a:ext>
                  </a:extLst>
                </p:cNvPr>
                <p:cNvPicPr/>
                <p:nvPr/>
              </p:nvPicPr>
              <p:blipFill>
                <a:blip r:embed="rId167"/>
                <a:stretch>
                  <a:fillRect/>
                </a:stretch>
              </p:blipFill>
              <p:spPr>
                <a:xfrm>
                  <a:off x="3268944" y="2233656"/>
                  <a:ext cx="155160" cy="156600"/>
                </a:xfrm>
                <a:prstGeom prst="rect">
                  <a:avLst/>
                </a:prstGeom>
              </p:spPr>
            </p:pic>
          </mc:Fallback>
        </mc:AlternateContent>
      </p:grpSp>
      <p:grpSp>
        <p:nvGrpSpPr>
          <p:cNvPr id="110" name="Group 109">
            <a:extLst>
              <a:ext uri="{FF2B5EF4-FFF2-40B4-BE49-F238E27FC236}">
                <a16:creationId xmlns:a16="http://schemas.microsoft.com/office/drawing/2014/main" id="{4191B63B-D881-AD37-F7E0-FAC84340E35C}"/>
              </a:ext>
            </a:extLst>
          </p:cNvPr>
          <p:cNvGrpSpPr/>
          <p:nvPr/>
        </p:nvGrpSpPr>
        <p:grpSpPr>
          <a:xfrm>
            <a:off x="3641544" y="2112336"/>
            <a:ext cx="392040" cy="299880"/>
            <a:chOff x="3641544" y="2112336"/>
            <a:chExt cx="392040" cy="299880"/>
          </a:xfrm>
        </p:grpSpPr>
        <mc:AlternateContent xmlns:mc="http://schemas.openxmlformats.org/markup-compatibility/2006" xmlns:p14="http://schemas.microsoft.com/office/powerpoint/2010/main">
          <mc:Choice Requires="p14">
            <p:contentPart p14:bwMode="auto" r:id="rId168">
              <p14:nvContentPartPr>
                <p14:cNvPr id="108" name="Ink 107">
                  <a:extLst>
                    <a:ext uri="{FF2B5EF4-FFF2-40B4-BE49-F238E27FC236}">
                      <a16:creationId xmlns:a16="http://schemas.microsoft.com/office/drawing/2014/main" id="{D8EA5A35-4135-67FF-5E47-A3D240EF1336}"/>
                    </a:ext>
                  </a:extLst>
                </p14:cNvPr>
                <p14:cNvContentPartPr/>
                <p14:nvPr/>
              </p14:nvContentPartPr>
              <p14:xfrm>
                <a:off x="3641544" y="2141136"/>
                <a:ext cx="165240" cy="233640"/>
              </p14:xfrm>
            </p:contentPart>
          </mc:Choice>
          <mc:Fallback xmlns="">
            <p:pic>
              <p:nvPicPr>
                <p:cNvPr id="108" name="Ink 107">
                  <a:extLst>
                    <a:ext uri="{FF2B5EF4-FFF2-40B4-BE49-F238E27FC236}">
                      <a16:creationId xmlns:a16="http://schemas.microsoft.com/office/drawing/2014/main" id="{D8EA5A35-4135-67FF-5E47-A3D240EF1336}"/>
                    </a:ext>
                  </a:extLst>
                </p:cNvPr>
                <p:cNvPicPr/>
                <p:nvPr/>
              </p:nvPicPr>
              <p:blipFill>
                <a:blip r:embed="rId169"/>
                <a:stretch>
                  <a:fillRect/>
                </a:stretch>
              </p:blipFill>
              <p:spPr>
                <a:xfrm>
                  <a:off x="3637224" y="2136816"/>
                  <a:ext cx="1738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9" name="Ink 108">
                  <a:extLst>
                    <a:ext uri="{FF2B5EF4-FFF2-40B4-BE49-F238E27FC236}">
                      <a16:creationId xmlns:a16="http://schemas.microsoft.com/office/drawing/2014/main" id="{8FE88E04-2A14-3E78-18FC-85ED8FC491FE}"/>
                    </a:ext>
                  </a:extLst>
                </p14:cNvPr>
                <p14:cNvContentPartPr/>
                <p14:nvPr/>
              </p14:nvContentPartPr>
              <p14:xfrm>
                <a:off x="3839184" y="2112336"/>
                <a:ext cx="194400" cy="299880"/>
              </p14:xfrm>
            </p:contentPart>
          </mc:Choice>
          <mc:Fallback xmlns="">
            <p:pic>
              <p:nvPicPr>
                <p:cNvPr id="109" name="Ink 108">
                  <a:extLst>
                    <a:ext uri="{FF2B5EF4-FFF2-40B4-BE49-F238E27FC236}">
                      <a16:creationId xmlns:a16="http://schemas.microsoft.com/office/drawing/2014/main" id="{8FE88E04-2A14-3E78-18FC-85ED8FC491FE}"/>
                    </a:ext>
                  </a:extLst>
                </p:cNvPr>
                <p:cNvPicPr/>
                <p:nvPr/>
              </p:nvPicPr>
              <p:blipFill>
                <a:blip r:embed="rId171"/>
                <a:stretch>
                  <a:fillRect/>
                </a:stretch>
              </p:blipFill>
              <p:spPr>
                <a:xfrm>
                  <a:off x="3834864" y="2108016"/>
                  <a:ext cx="203040" cy="308520"/>
                </a:xfrm>
                <a:prstGeom prst="rect">
                  <a:avLst/>
                </a:prstGeom>
              </p:spPr>
            </p:pic>
          </mc:Fallback>
        </mc:AlternateContent>
      </p:grpSp>
      <p:grpSp>
        <p:nvGrpSpPr>
          <p:cNvPr id="125" name="Group 124">
            <a:extLst>
              <a:ext uri="{FF2B5EF4-FFF2-40B4-BE49-F238E27FC236}">
                <a16:creationId xmlns:a16="http://schemas.microsoft.com/office/drawing/2014/main" id="{3A967AF7-D3D8-3FA5-86E7-4327A111BF45}"/>
              </a:ext>
            </a:extLst>
          </p:cNvPr>
          <p:cNvGrpSpPr/>
          <p:nvPr/>
        </p:nvGrpSpPr>
        <p:grpSpPr>
          <a:xfrm>
            <a:off x="4361184" y="2061576"/>
            <a:ext cx="685800" cy="397800"/>
            <a:chOff x="4361184" y="2061576"/>
            <a:chExt cx="685800" cy="397800"/>
          </a:xfrm>
        </p:grpSpPr>
        <mc:AlternateContent xmlns:mc="http://schemas.openxmlformats.org/markup-compatibility/2006" xmlns:p14="http://schemas.microsoft.com/office/powerpoint/2010/main">
          <mc:Choice Requires="p14">
            <p:contentPart p14:bwMode="auto" r:id="rId172">
              <p14:nvContentPartPr>
                <p14:cNvPr id="111" name="Ink 110">
                  <a:extLst>
                    <a:ext uri="{FF2B5EF4-FFF2-40B4-BE49-F238E27FC236}">
                      <a16:creationId xmlns:a16="http://schemas.microsoft.com/office/drawing/2014/main" id="{BEAE9FFB-9349-E252-7525-E0AEB5D50DBE}"/>
                    </a:ext>
                  </a:extLst>
                </p14:cNvPr>
                <p14:cNvContentPartPr/>
                <p14:nvPr/>
              </p14:nvContentPartPr>
              <p14:xfrm>
                <a:off x="4407264" y="2061576"/>
                <a:ext cx="76680" cy="269280"/>
              </p14:xfrm>
            </p:contentPart>
          </mc:Choice>
          <mc:Fallback xmlns="">
            <p:pic>
              <p:nvPicPr>
                <p:cNvPr id="111" name="Ink 110">
                  <a:extLst>
                    <a:ext uri="{FF2B5EF4-FFF2-40B4-BE49-F238E27FC236}">
                      <a16:creationId xmlns:a16="http://schemas.microsoft.com/office/drawing/2014/main" id="{BEAE9FFB-9349-E252-7525-E0AEB5D50DBE}"/>
                    </a:ext>
                  </a:extLst>
                </p:cNvPr>
                <p:cNvPicPr/>
                <p:nvPr/>
              </p:nvPicPr>
              <p:blipFill>
                <a:blip r:embed="rId173"/>
                <a:stretch>
                  <a:fillRect/>
                </a:stretch>
              </p:blipFill>
              <p:spPr>
                <a:xfrm>
                  <a:off x="4402944" y="2057256"/>
                  <a:ext cx="8532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2" name="Ink 111">
                  <a:extLst>
                    <a:ext uri="{FF2B5EF4-FFF2-40B4-BE49-F238E27FC236}">
                      <a16:creationId xmlns:a16="http://schemas.microsoft.com/office/drawing/2014/main" id="{12370025-1995-90D9-1589-613B02D36384}"/>
                    </a:ext>
                  </a:extLst>
                </p14:cNvPr>
                <p14:cNvContentPartPr/>
                <p14:nvPr/>
              </p14:nvContentPartPr>
              <p14:xfrm>
                <a:off x="4361184" y="2217456"/>
                <a:ext cx="203760" cy="44280"/>
              </p14:xfrm>
            </p:contentPart>
          </mc:Choice>
          <mc:Fallback xmlns="">
            <p:pic>
              <p:nvPicPr>
                <p:cNvPr id="112" name="Ink 111">
                  <a:extLst>
                    <a:ext uri="{FF2B5EF4-FFF2-40B4-BE49-F238E27FC236}">
                      <a16:creationId xmlns:a16="http://schemas.microsoft.com/office/drawing/2014/main" id="{12370025-1995-90D9-1589-613B02D36384}"/>
                    </a:ext>
                  </a:extLst>
                </p:cNvPr>
                <p:cNvPicPr/>
                <p:nvPr/>
              </p:nvPicPr>
              <p:blipFill>
                <a:blip r:embed="rId175"/>
                <a:stretch>
                  <a:fillRect/>
                </a:stretch>
              </p:blipFill>
              <p:spPr>
                <a:xfrm>
                  <a:off x="4356864" y="2213136"/>
                  <a:ext cx="2124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3" name="Ink 112">
                  <a:extLst>
                    <a:ext uri="{FF2B5EF4-FFF2-40B4-BE49-F238E27FC236}">
                      <a16:creationId xmlns:a16="http://schemas.microsoft.com/office/drawing/2014/main" id="{652F4299-1243-1917-4C70-4619D5E58395}"/>
                    </a:ext>
                  </a:extLst>
                </p14:cNvPr>
                <p14:cNvContentPartPr/>
                <p14:nvPr/>
              </p14:nvContentPartPr>
              <p14:xfrm>
                <a:off x="4538664" y="2242296"/>
                <a:ext cx="102240" cy="78480"/>
              </p14:xfrm>
            </p:contentPart>
          </mc:Choice>
          <mc:Fallback xmlns="">
            <p:pic>
              <p:nvPicPr>
                <p:cNvPr id="113" name="Ink 112">
                  <a:extLst>
                    <a:ext uri="{FF2B5EF4-FFF2-40B4-BE49-F238E27FC236}">
                      <a16:creationId xmlns:a16="http://schemas.microsoft.com/office/drawing/2014/main" id="{652F4299-1243-1917-4C70-4619D5E58395}"/>
                    </a:ext>
                  </a:extLst>
                </p:cNvPr>
                <p:cNvPicPr/>
                <p:nvPr/>
              </p:nvPicPr>
              <p:blipFill>
                <a:blip r:embed="rId177"/>
                <a:stretch>
                  <a:fillRect/>
                </a:stretch>
              </p:blipFill>
              <p:spPr>
                <a:xfrm>
                  <a:off x="4534344" y="2237976"/>
                  <a:ext cx="11088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4" name="Ink 113">
                  <a:extLst>
                    <a:ext uri="{FF2B5EF4-FFF2-40B4-BE49-F238E27FC236}">
                      <a16:creationId xmlns:a16="http://schemas.microsoft.com/office/drawing/2014/main" id="{2435F05D-55D8-D810-7B7B-2B71339A043C}"/>
                    </a:ext>
                  </a:extLst>
                </p14:cNvPr>
                <p14:cNvContentPartPr/>
                <p14:nvPr/>
              </p14:nvContentPartPr>
              <p14:xfrm>
                <a:off x="4680144" y="2257056"/>
                <a:ext cx="194400" cy="43560"/>
              </p14:xfrm>
            </p:contentPart>
          </mc:Choice>
          <mc:Fallback xmlns="">
            <p:pic>
              <p:nvPicPr>
                <p:cNvPr id="114" name="Ink 113">
                  <a:extLst>
                    <a:ext uri="{FF2B5EF4-FFF2-40B4-BE49-F238E27FC236}">
                      <a16:creationId xmlns:a16="http://schemas.microsoft.com/office/drawing/2014/main" id="{2435F05D-55D8-D810-7B7B-2B71339A043C}"/>
                    </a:ext>
                  </a:extLst>
                </p:cNvPr>
                <p:cNvPicPr/>
                <p:nvPr/>
              </p:nvPicPr>
              <p:blipFill>
                <a:blip r:embed="rId179"/>
                <a:stretch>
                  <a:fillRect/>
                </a:stretch>
              </p:blipFill>
              <p:spPr>
                <a:xfrm>
                  <a:off x="4675824" y="2252736"/>
                  <a:ext cx="2030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5" name="Ink 114">
                  <a:extLst>
                    <a:ext uri="{FF2B5EF4-FFF2-40B4-BE49-F238E27FC236}">
                      <a16:creationId xmlns:a16="http://schemas.microsoft.com/office/drawing/2014/main" id="{BE9E4CA4-DC88-4F58-F056-C9008150B0A3}"/>
                    </a:ext>
                  </a:extLst>
                </p14:cNvPr>
                <p14:cNvContentPartPr/>
                <p14:nvPr/>
              </p14:nvContentPartPr>
              <p14:xfrm>
                <a:off x="4890024" y="2253456"/>
                <a:ext cx="57960" cy="205920"/>
              </p14:xfrm>
            </p:contentPart>
          </mc:Choice>
          <mc:Fallback xmlns="">
            <p:pic>
              <p:nvPicPr>
                <p:cNvPr id="115" name="Ink 114">
                  <a:extLst>
                    <a:ext uri="{FF2B5EF4-FFF2-40B4-BE49-F238E27FC236}">
                      <a16:creationId xmlns:a16="http://schemas.microsoft.com/office/drawing/2014/main" id="{BE9E4CA4-DC88-4F58-F056-C9008150B0A3}"/>
                    </a:ext>
                  </a:extLst>
                </p:cNvPr>
                <p:cNvPicPr/>
                <p:nvPr/>
              </p:nvPicPr>
              <p:blipFill>
                <a:blip r:embed="rId181"/>
                <a:stretch>
                  <a:fillRect/>
                </a:stretch>
              </p:blipFill>
              <p:spPr>
                <a:xfrm>
                  <a:off x="4885704" y="2249136"/>
                  <a:ext cx="6660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6" name="Ink 115">
                  <a:extLst>
                    <a:ext uri="{FF2B5EF4-FFF2-40B4-BE49-F238E27FC236}">
                      <a16:creationId xmlns:a16="http://schemas.microsoft.com/office/drawing/2014/main" id="{7E195E90-BE3B-8EF1-D53C-54F0FC7CD711}"/>
                    </a:ext>
                  </a:extLst>
                </p14:cNvPr>
                <p14:cNvContentPartPr/>
                <p14:nvPr/>
              </p14:nvContentPartPr>
              <p14:xfrm>
                <a:off x="4922424" y="2185416"/>
                <a:ext cx="124560" cy="96480"/>
              </p14:xfrm>
            </p:contentPart>
          </mc:Choice>
          <mc:Fallback xmlns="">
            <p:pic>
              <p:nvPicPr>
                <p:cNvPr id="116" name="Ink 115">
                  <a:extLst>
                    <a:ext uri="{FF2B5EF4-FFF2-40B4-BE49-F238E27FC236}">
                      <a16:creationId xmlns:a16="http://schemas.microsoft.com/office/drawing/2014/main" id="{7E195E90-BE3B-8EF1-D53C-54F0FC7CD711}"/>
                    </a:ext>
                  </a:extLst>
                </p:cNvPr>
                <p:cNvPicPr/>
                <p:nvPr/>
              </p:nvPicPr>
              <p:blipFill>
                <a:blip r:embed="rId183"/>
                <a:stretch>
                  <a:fillRect/>
                </a:stretch>
              </p:blipFill>
              <p:spPr>
                <a:xfrm>
                  <a:off x="4918104" y="2181096"/>
                  <a:ext cx="133200" cy="105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4">
            <p14:nvContentPartPr>
              <p14:cNvPr id="117" name="Ink 116">
                <a:extLst>
                  <a:ext uri="{FF2B5EF4-FFF2-40B4-BE49-F238E27FC236}">
                    <a16:creationId xmlns:a16="http://schemas.microsoft.com/office/drawing/2014/main" id="{0FB190D8-EB09-DAFE-A133-1E177E3B149C}"/>
                  </a:ext>
                </a:extLst>
              </p14:cNvPr>
              <p14:cNvContentPartPr/>
              <p14:nvPr/>
            </p14:nvContentPartPr>
            <p14:xfrm>
              <a:off x="5201784" y="2155176"/>
              <a:ext cx="259200" cy="143640"/>
            </p14:xfrm>
          </p:contentPart>
        </mc:Choice>
        <mc:Fallback xmlns="">
          <p:pic>
            <p:nvPicPr>
              <p:cNvPr id="117" name="Ink 116">
                <a:extLst>
                  <a:ext uri="{FF2B5EF4-FFF2-40B4-BE49-F238E27FC236}">
                    <a16:creationId xmlns:a16="http://schemas.microsoft.com/office/drawing/2014/main" id="{0FB190D8-EB09-DAFE-A133-1E177E3B149C}"/>
                  </a:ext>
                </a:extLst>
              </p:cNvPr>
              <p:cNvPicPr/>
              <p:nvPr/>
            </p:nvPicPr>
            <p:blipFill>
              <a:blip r:embed="rId185"/>
              <a:stretch>
                <a:fillRect/>
              </a:stretch>
            </p:blipFill>
            <p:spPr>
              <a:xfrm>
                <a:off x="5197464" y="2150856"/>
                <a:ext cx="267840" cy="152280"/>
              </a:xfrm>
              <a:prstGeom prst="rect">
                <a:avLst/>
              </a:prstGeom>
            </p:spPr>
          </p:pic>
        </mc:Fallback>
      </mc:AlternateContent>
      <p:grpSp>
        <p:nvGrpSpPr>
          <p:cNvPr id="124" name="Group 123">
            <a:extLst>
              <a:ext uri="{FF2B5EF4-FFF2-40B4-BE49-F238E27FC236}">
                <a16:creationId xmlns:a16="http://schemas.microsoft.com/office/drawing/2014/main" id="{FBE250B5-9A13-6516-D604-A69B04C20FBD}"/>
              </a:ext>
            </a:extLst>
          </p:cNvPr>
          <p:cNvGrpSpPr/>
          <p:nvPr/>
        </p:nvGrpSpPr>
        <p:grpSpPr>
          <a:xfrm>
            <a:off x="5633064" y="1975176"/>
            <a:ext cx="1147320" cy="440280"/>
            <a:chOff x="5633064" y="1975176"/>
            <a:chExt cx="1147320" cy="440280"/>
          </a:xfrm>
        </p:grpSpPr>
        <mc:AlternateContent xmlns:mc="http://schemas.openxmlformats.org/markup-compatibility/2006" xmlns:p14="http://schemas.microsoft.com/office/powerpoint/2010/main">
          <mc:Choice Requires="p14">
            <p:contentPart p14:bwMode="auto" r:id="rId186">
              <p14:nvContentPartPr>
                <p14:cNvPr id="118" name="Ink 117">
                  <a:extLst>
                    <a:ext uri="{FF2B5EF4-FFF2-40B4-BE49-F238E27FC236}">
                      <a16:creationId xmlns:a16="http://schemas.microsoft.com/office/drawing/2014/main" id="{2AA859FC-0386-C0C2-85C0-595310D2A2F7}"/>
                    </a:ext>
                  </a:extLst>
                </p14:cNvPr>
                <p14:cNvContentPartPr/>
                <p14:nvPr/>
              </p14:nvContentPartPr>
              <p14:xfrm>
                <a:off x="5633064" y="2181816"/>
                <a:ext cx="160560" cy="69840"/>
              </p14:xfrm>
            </p:contentPart>
          </mc:Choice>
          <mc:Fallback xmlns="">
            <p:pic>
              <p:nvPicPr>
                <p:cNvPr id="118" name="Ink 117">
                  <a:extLst>
                    <a:ext uri="{FF2B5EF4-FFF2-40B4-BE49-F238E27FC236}">
                      <a16:creationId xmlns:a16="http://schemas.microsoft.com/office/drawing/2014/main" id="{2AA859FC-0386-C0C2-85C0-595310D2A2F7}"/>
                    </a:ext>
                  </a:extLst>
                </p:cNvPr>
                <p:cNvPicPr/>
                <p:nvPr/>
              </p:nvPicPr>
              <p:blipFill>
                <a:blip r:embed="rId187"/>
                <a:stretch>
                  <a:fillRect/>
                </a:stretch>
              </p:blipFill>
              <p:spPr>
                <a:xfrm>
                  <a:off x="5628744" y="2177496"/>
                  <a:ext cx="169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9" name="Ink 118">
                  <a:extLst>
                    <a:ext uri="{FF2B5EF4-FFF2-40B4-BE49-F238E27FC236}">
                      <a16:creationId xmlns:a16="http://schemas.microsoft.com/office/drawing/2014/main" id="{D82491E3-B26C-6AF3-615F-AB8D9D48E9DB}"/>
                    </a:ext>
                  </a:extLst>
                </p14:cNvPr>
                <p14:cNvContentPartPr/>
                <p14:nvPr/>
              </p14:nvContentPartPr>
              <p14:xfrm>
                <a:off x="5877144" y="2050056"/>
                <a:ext cx="201960" cy="262440"/>
              </p14:xfrm>
            </p:contentPart>
          </mc:Choice>
          <mc:Fallback xmlns="">
            <p:pic>
              <p:nvPicPr>
                <p:cNvPr id="119" name="Ink 118">
                  <a:extLst>
                    <a:ext uri="{FF2B5EF4-FFF2-40B4-BE49-F238E27FC236}">
                      <a16:creationId xmlns:a16="http://schemas.microsoft.com/office/drawing/2014/main" id="{D82491E3-B26C-6AF3-615F-AB8D9D48E9DB}"/>
                    </a:ext>
                  </a:extLst>
                </p:cNvPr>
                <p:cNvPicPr/>
                <p:nvPr/>
              </p:nvPicPr>
              <p:blipFill>
                <a:blip r:embed="rId189"/>
                <a:stretch>
                  <a:fillRect/>
                </a:stretch>
              </p:blipFill>
              <p:spPr>
                <a:xfrm>
                  <a:off x="5872824" y="2045736"/>
                  <a:ext cx="21060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0" name="Ink 119">
                  <a:extLst>
                    <a:ext uri="{FF2B5EF4-FFF2-40B4-BE49-F238E27FC236}">
                      <a16:creationId xmlns:a16="http://schemas.microsoft.com/office/drawing/2014/main" id="{A3672610-694C-EEE8-1523-F75D900FFCE1}"/>
                    </a:ext>
                  </a:extLst>
                </p14:cNvPr>
                <p14:cNvContentPartPr/>
                <p14:nvPr/>
              </p14:nvContentPartPr>
              <p14:xfrm>
                <a:off x="5987304" y="2236176"/>
                <a:ext cx="141120" cy="179280"/>
              </p14:xfrm>
            </p:contentPart>
          </mc:Choice>
          <mc:Fallback xmlns="">
            <p:pic>
              <p:nvPicPr>
                <p:cNvPr id="120" name="Ink 119">
                  <a:extLst>
                    <a:ext uri="{FF2B5EF4-FFF2-40B4-BE49-F238E27FC236}">
                      <a16:creationId xmlns:a16="http://schemas.microsoft.com/office/drawing/2014/main" id="{A3672610-694C-EEE8-1523-F75D900FFCE1}"/>
                    </a:ext>
                  </a:extLst>
                </p:cNvPr>
                <p:cNvPicPr/>
                <p:nvPr/>
              </p:nvPicPr>
              <p:blipFill>
                <a:blip r:embed="rId191"/>
                <a:stretch>
                  <a:fillRect/>
                </a:stretch>
              </p:blipFill>
              <p:spPr>
                <a:xfrm>
                  <a:off x="5982984" y="2231856"/>
                  <a:ext cx="14976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1" name="Ink 120">
                  <a:extLst>
                    <a:ext uri="{FF2B5EF4-FFF2-40B4-BE49-F238E27FC236}">
                      <a16:creationId xmlns:a16="http://schemas.microsoft.com/office/drawing/2014/main" id="{48CC9EF6-F3EC-87BD-0167-EBD09DE8476B}"/>
                    </a:ext>
                  </a:extLst>
                </p14:cNvPr>
                <p14:cNvContentPartPr/>
                <p14:nvPr/>
              </p14:nvContentPartPr>
              <p14:xfrm>
                <a:off x="6157944" y="2116656"/>
                <a:ext cx="12240" cy="20520"/>
              </p14:xfrm>
            </p:contentPart>
          </mc:Choice>
          <mc:Fallback xmlns="">
            <p:pic>
              <p:nvPicPr>
                <p:cNvPr id="121" name="Ink 120">
                  <a:extLst>
                    <a:ext uri="{FF2B5EF4-FFF2-40B4-BE49-F238E27FC236}">
                      <a16:creationId xmlns:a16="http://schemas.microsoft.com/office/drawing/2014/main" id="{48CC9EF6-F3EC-87BD-0167-EBD09DE8476B}"/>
                    </a:ext>
                  </a:extLst>
                </p:cNvPr>
                <p:cNvPicPr/>
                <p:nvPr/>
              </p:nvPicPr>
              <p:blipFill>
                <a:blip r:embed="rId193"/>
                <a:stretch>
                  <a:fillRect/>
                </a:stretch>
              </p:blipFill>
              <p:spPr>
                <a:xfrm>
                  <a:off x="6153624" y="2112336"/>
                  <a:ext cx="208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9CFE3B2B-3612-34DC-EF35-59EF9AD2CD60}"/>
                    </a:ext>
                  </a:extLst>
                </p14:cNvPr>
                <p14:cNvContentPartPr/>
                <p14:nvPr/>
              </p14:nvContentPartPr>
              <p14:xfrm>
                <a:off x="6287544" y="2005056"/>
                <a:ext cx="157680" cy="258840"/>
              </p14:xfrm>
            </p:contentPart>
          </mc:Choice>
          <mc:Fallback xmlns="">
            <p:pic>
              <p:nvPicPr>
                <p:cNvPr id="122" name="Ink 121">
                  <a:extLst>
                    <a:ext uri="{FF2B5EF4-FFF2-40B4-BE49-F238E27FC236}">
                      <a16:creationId xmlns:a16="http://schemas.microsoft.com/office/drawing/2014/main" id="{9CFE3B2B-3612-34DC-EF35-59EF9AD2CD60}"/>
                    </a:ext>
                  </a:extLst>
                </p:cNvPr>
                <p:cNvPicPr/>
                <p:nvPr/>
              </p:nvPicPr>
              <p:blipFill>
                <a:blip r:embed="rId195"/>
                <a:stretch>
                  <a:fillRect/>
                </a:stretch>
              </p:blipFill>
              <p:spPr>
                <a:xfrm>
                  <a:off x="6283224" y="2000736"/>
                  <a:ext cx="16632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350DCA64-907B-41B1-D986-5DA4A8FE0A86}"/>
                    </a:ext>
                  </a:extLst>
                </p14:cNvPr>
                <p14:cNvContentPartPr/>
                <p14:nvPr/>
              </p14:nvContentPartPr>
              <p14:xfrm>
                <a:off x="6572304" y="1975176"/>
                <a:ext cx="208080" cy="368640"/>
              </p14:xfrm>
            </p:contentPart>
          </mc:Choice>
          <mc:Fallback xmlns="">
            <p:pic>
              <p:nvPicPr>
                <p:cNvPr id="123" name="Ink 122">
                  <a:extLst>
                    <a:ext uri="{FF2B5EF4-FFF2-40B4-BE49-F238E27FC236}">
                      <a16:creationId xmlns:a16="http://schemas.microsoft.com/office/drawing/2014/main" id="{350DCA64-907B-41B1-D986-5DA4A8FE0A86}"/>
                    </a:ext>
                  </a:extLst>
                </p:cNvPr>
                <p:cNvPicPr/>
                <p:nvPr/>
              </p:nvPicPr>
              <p:blipFill>
                <a:blip r:embed="rId197"/>
                <a:stretch>
                  <a:fillRect/>
                </a:stretch>
              </p:blipFill>
              <p:spPr>
                <a:xfrm>
                  <a:off x="6567984" y="1970856"/>
                  <a:ext cx="216720" cy="377280"/>
                </a:xfrm>
                <a:prstGeom prst="rect">
                  <a:avLst/>
                </a:prstGeom>
              </p:spPr>
            </p:pic>
          </mc:Fallback>
        </mc:AlternateContent>
      </p:grpSp>
      <p:grpSp>
        <p:nvGrpSpPr>
          <p:cNvPr id="133" name="Group 132">
            <a:extLst>
              <a:ext uri="{FF2B5EF4-FFF2-40B4-BE49-F238E27FC236}">
                <a16:creationId xmlns:a16="http://schemas.microsoft.com/office/drawing/2014/main" id="{62885C7A-A287-76C4-B661-A898317EF375}"/>
              </a:ext>
            </a:extLst>
          </p:cNvPr>
          <p:cNvGrpSpPr/>
          <p:nvPr/>
        </p:nvGrpSpPr>
        <p:grpSpPr>
          <a:xfrm>
            <a:off x="2621664" y="2683656"/>
            <a:ext cx="929160" cy="417600"/>
            <a:chOff x="2621664" y="2683656"/>
            <a:chExt cx="929160" cy="417600"/>
          </a:xfrm>
        </p:grpSpPr>
        <mc:AlternateContent xmlns:mc="http://schemas.openxmlformats.org/markup-compatibility/2006" xmlns:p14="http://schemas.microsoft.com/office/powerpoint/2010/main">
          <mc:Choice Requires="p14">
            <p:contentPart p14:bwMode="auto" r:id="rId198">
              <p14:nvContentPartPr>
                <p14:cNvPr id="126" name="Ink 125">
                  <a:extLst>
                    <a:ext uri="{FF2B5EF4-FFF2-40B4-BE49-F238E27FC236}">
                      <a16:creationId xmlns:a16="http://schemas.microsoft.com/office/drawing/2014/main" id="{A08A53F7-218D-2751-79DD-40678D997983}"/>
                    </a:ext>
                  </a:extLst>
                </p14:cNvPr>
                <p14:cNvContentPartPr/>
                <p14:nvPr/>
              </p14:nvContentPartPr>
              <p14:xfrm>
                <a:off x="2621664" y="2818296"/>
                <a:ext cx="233640" cy="86040"/>
              </p14:xfrm>
            </p:contentPart>
          </mc:Choice>
          <mc:Fallback xmlns="">
            <p:pic>
              <p:nvPicPr>
                <p:cNvPr id="126" name="Ink 125">
                  <a:extLst>
                    <a:ext uri="{FF2B5EF4-FFF2-40B4-BE49-F238E27FC236}">
                      <a16:creationId xmlns:a16="http://schemas.microsoft.com/office/drawing/2014/main" id="{A08A53F7-218D-2751-79DD-40678D997983}"/>
                    </a:ext>
                  </a:extLst>
                </p:cNvPr>
                <p:cNvPicPr/>
                <p:nvPr/>
              </p:nvPicPr>
              <p:blipFill>
                <a:blip r:embed="rId199"/>
                <a:stretch>
                  <a:fillRect/>
                </a:stretch>
              </p:blipFill>
              <p:spPr>
                <a:xfrm>
                  <a:off x="2617344" y="2813976"/>
                  <a:ext cx="2422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7" name="Ink 126">
                  <a:extLst>
                    <a:ext uri="{FF2B5EF4-FFF2-40B4-BE49-F238E27FC236}">
                      <a16:creationId xmlns:a16="http://schemas.microsoft.com/office/drawing/2014/main" id="{2ADF6FA6-A638-49C1-EC54-5E68C045E730}"/>
                    </a:ext>
                  </a:extLst>
                </p14:cNvPr>
                <p14:cNvContentPartPr/>
                <p14:nvPr/>
              </p14:nvContentPartPr>
              <p14:xfrm>
                <a:off x="2887344" y="2683656"/>
                <a:ext cx="229320" cy="288360"/>
              </p14:xfrm>
            </p:contentPart>
          </mc:Choice>
          <mc:Fallback xmlns="">
            <p:pic>
              <p:nvPicPr>
                <p:cNvPr id="127" name="Ink 126">
                  <a:extLst>
                    <a:ext uri="{FF2B5EF4-FFF2-40B4-BE49-F238E27FC236}">
                      <a16:creationId xmlns:a16="http://schemas.microsoft.com/office/drawing/2014/main" id="{2ADF6FA6-A638-49C1-EC54-5E68C045E730}"/>
                    </a:ext>
                  </a:extLst>
                </p:cNvPr>
                <p:cNvPicPr/>
                <p:nvPr/>
              </p:nvPicPr>
              <p:blipFill>
                <a:blip r:embed="rId201"/>
                <a:stretch>
                  <a:fillRect/>
                </a:stretch>
              </p:blipFill>
              <p:spPr>
                <a:xfrm>
                  <a:off x="2883024" y="2679336"/>
                  <a:ext cx="2379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8" name="Ink 127">
                  <a:extLst>
                    <a:ext uri="{FF2B5EF4-FFF2-40B4-BE49-F238E27FC236}">
                      <a16:creationId xmlns:a16="http://schemas.microsoft.com/office/drawing/2014/main" id="{65CA6CEF-C59A-9DBF-F61B-1122A7C05C26}"/>
                    </a:ext>
                  </a:extLst>
                </p14:cNvPr>
                <p14:cNvContentPartPr/>
                <p14:nvPr/>
              </p14:nvContentPartPr>
              <p14:xfrm>
                <a:off x="3036384" y="2887416"/>
                <a:ext cx="158400" cy="213840"/>
              </p14:xfrm>
            </p:contentPart>
          </mc:Choice>
          <mc:Fallback xmlns="">
            <p:pic>
              <p:nvPicPr>
                <p:cNvPr id="128" name="Ink 127">
                  <a:extLst>
                    <a:ext uri="{FF2B5EF4-FFF2-40B4-BE49-F238E27FC236}">
                      <a16:creationId xmlns:a16="http://schemas.microsoft.com/office/drawing/2014/main" id="{65CA6CEF-C59A-9DBF-F61B-1122A7C05C26}"/>
                    </a:ext>
                  </a:extLst>
                </p:cNvPr>
                <p:cNvPicPr/>
                <p:nvPr/>
              </p:nvPicPr>
              <p:blipFill>
                <a:blip r:embed="rId203"/>
                <a:stretch>
                  <a:fillRect/>
                </a:stretch>
              </p:blipFill>
              <p:spPr>
                <a:xfrm>
                  <a:off x="3032064" y="2883096"/>
                  <a:ext cx="1670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9" name="Ink 128">
                  <a:extLst>
                    <a:ext uri="{FF2B5EF4-FFF2-40B4-BE49-F238E27FC236}">
                      <a16:creationId xmlns:a16="http://schemas.microsoft.com/office/drawing/2014/main" id="{2FD5ACAF-4206-2ED5-AAEE-3658F3C2DBB6}"/>
                    </a:ext>
                  </a:extLst>
                </p14:cNvPr>
                <p14:cNvContentPartPr/>
                <p14:nvPr/>
              </p14:nvContentPartPr>
              <p14:xfrm>
                <a:off x="3199104" y="2766096"/>
                <a:ext cx="28080" cy="31680"/>
              </p14:xfrm>
            </p:contentPart>
          </mc:Choice>
          <mc:Fallback xmlns="">
            <p:pic>
              <p:nvPicPr>
                <p:cNvPr id="129" name="Ink 128">
                  <a:extLst>
                    <a:ext uri="{FF2B5EF4-FFF2-40B4-BE49-F238E27FC236}">
                      <a16:creationId xmlns:a16="http://schemas.microsoft.com/office/drawing/2014/main" id="{2FD5ACAF-4206-2ED5-AAEE-3658F3C2DBB6}"/>
                    </a:ext>
                  </a:extLst>
                </p:cNvPr>
                <p:cNvPicPr/>
                <p:nvPr/>
              </p:nvPicPr>
              <p:blipFill>
                <a:blip r:embed="rId205"/>
                <a:stretch>
                  <a:fillRect/>
                </a:stretch>
              </p:blipFill>
              <p:spPr>
                <a:xfrm>
                  <a:off x="3194784" y="2761776"/>
                  <a:ext cx="3672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0" name="Ink 129">
                  <a:extLst>
                    <a:ext uri="{FF2B5EF4-FFF2-40B4-BE49-F238E27FC236}">
                      <a16:creationId xmlns:a16="http://schemas.microsoft.com/office/drawing/2014/main" id="{9AB0E14C-B60E-9065-9734-58E08F4E2190}"/>
                    </a:ext>
                  </a:extLst>
                </p14:cNvPr>
                <p14:cNvContentPartPr/>
                <p14:nvPr/>
              </p14:nvContentPartPr>
              <p14:xfrm>
                <a:off x="3306024" y="2786976"/>
                <a:ext cx="13680" cy="109080"/>
              </p14:xfrm>
            </p:contentPart>
          </mc:Choice>
          <mc:Fallback xmlns="">
            <p:pic>
              <p:nvPicPr>
                <p:cNvPr id="130" name="Ink 129">
                  <a:extLst>
                    <a:ext uri="{FF2B5EF4-FFF2-40B4-BE49-F238E27FC236}">
                      <a16:creationId xmlns:a16="http://schemas.microsoft.com/office/drawing/2014/main" id="{9AB0E14C-B60E-9065-9734-58E08F4E2190}"/>
                    </a:ext>
                  </a:extLst>
                </p:cNvPr>
                <p:cNvPicPr/>
                <p:nvPr/>
              </p:nvPicPr>
              <p:blipFill>
                <a:blip r:embed="rId207"/>
                <a:stretch>
                  <a:fillRect/>
                </a:stretch>
              </p:blipFill>
              <p:spPr>
                <a:xfrm>
                  <a:off x="3301704" y="2782656"/>
                  <a:ext cx="223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76C908A4-075D-3A3F-2175-8CBCC7A33A6E}"/>
                    </a:ext>
                  </a:extLst>
                </p14:cNvPr>
                <p14:cNvContentPartPr/>
                <p14:nvPr/>
              </p14:nvContentPartPr>
              <p14:xfrm>
                <a:off x="3277944" y="2833056"/>
                <a:ext cx="136800" cy="18720"/>
              </p14:xfrm>
            </p:contentPart>
          </mc:Choice>
          <mc:Fallback xmlns="">
            <p:pic>
              <p:nvPicPr>
                <p:cNvPr id="131" name="Ink 130">
                  <a:extLst>
                    <a:ext uri="{FF2B5EF4-FFF2-40B4-BE49-F238E27FC236}">
                      <a16:creationId xmlns:a16="http://schemas.microsoft.com/office/drawing/2014/main" id="{76C908A4-075D-3A3F-2175-8CBCC7A33A6E}"/>
                    </a:ext>
                  </a:extLst>
                </p:cNvPr>
                <p:cNvPicPr/>
                <p:nvPr/>
              </p:nvPicPr>
              <p:blipFill>
                <a:blip r:embed="rId209"/>
                <a:stretch>
                  <a:fillRect/>
                </a:stretch>
              </p:blipFill>
              <p:spPr>
                <a:xfrm>
                  <a:off x="3273624" y="2828736"/>
                  <a:ext cx="145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436162CE-0A34-BAD4-A04B-DDD8863E4598}"/>
                    </a:ext>
                  </a:extLst>
                </p14:cNvPr>
                <p14:cNvContentPartPr/>
                <p14:nvPr/>
              </p14:nvContentPartPr>
              <p14:xfrm>
                <a:off x="3514104" y="2747736"/>
                <a:ext cx="36720" cy="126720"/>
              </p14:xfrm>
            </p:contentPart>
          </mc:Choice>
          <mc:Fallback xmlns="">
            <p:pic>
              <p:nvPicPr>
                <p:cNvPr id="132" name="Ink 131">
                  <a:extLst>
                    <a:ext uri="{FF2B5EF4-FFF2-40B4-BE49-F238E27FC236}">
                      <a16:creationId xmlns:a16="http://schemas.microsoft.com/office/drawing/2014/main" id="{436162CE-0A34-BAD4-A04B-DDD8863E4598}"/>
                    </a:ext>
                  </a:extLst>
                </p:cNvPr>
                <p:cNvPicPr/>
                <p:nvPr/>
              </p:nvPicPr>
              <p:blipFill>
                <a:blip r:embed="rId211"/>
                <a:stretch>
                  <a:fillRect/>
                </a:stretch>
              </p:blipFill>
              <p:spPr>
                <a:xfrm>
                  <a:off x="3509784" y="2743416"/>
                  <a:ext cx="45360" cy="13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2">
            <p14:nvContentPartPr>
              <p14:cNvPr id="134" name="Ink 133">
                <a:extLst>
                  <a:ext uri="{FF2B5EF4-FFF2-40B4-BE49-F238E27FC236}">
                    <a16:creationId xmlns:a16="http://schemas.microsoft.com/office/drawing/2014/main" id="{E6DD0907-7C2F-A902-6E86-69DEB9424D45}"/>
                  </a:ext>
                </a:extLst>
              </p14:cNvPr>
              <p14:cNvContentPartPr/>
              <p14:nvPr/>
            </p14:nvContentPartPr>
            <p14:xfrm>
              <a:off x="3712104" y="2668176"/>
              <a:ext cx="164880" cy="223560"/>
            </p14:xfrm>
          </p:contentPart>
        </mc:Choice>
        <mc:Fallback xmlns="">
          <p:pic>
            <p:nvPicPr>
              <p:cNvPr id="134" name="Ink 133">
                <a:extLst>
                  <a:ext uri="{FF2B5EF4-FFF2-40B4-BE49-F238E27FC236}">
                    <a16:creationId xmlns:a16="http://schemas.microsoft.com/office/drawing/2014/main" id="{E6DD0907-7C2F-A902-6E86-69DEB9424D45}"/>
                  </a:ext>
                </a:extLst>
              </p:cNvPr>
              <p:cNvPicPr/>
              <p:nvPr/>
            </p:nvPicPr>
            <p:blipFill>
              <a:blip r:embed="rId213"/>
              <a:stretch>
                <a:fillRect/>
              </a:stretch>
            </p:blipFill>
            <p:spPr>
              <a:xfrm>
                <a:off x="3707784" y="2663856"/>
                <a:ext cx="173520" cy="232200"/>
              </a:xfrm>
              <a:prstGeom prst="rect">
                <a:avLst/>
              </a:prstGeom>
            </p:spPr>
          </p:pic>
        </mc:Fallback>
      </mc:AlternateContent>
      <p:grpSp>
        <p:nvGrpSpPr>
          <p:cNvPr id="145" name="Group 144">
            <a:extLst>
              <a:ext uri="{FF2B5EF4-FFF2-40B4-BE49-F238E27FC236}">
                <a16:creationId xmlns:a16="http://schemas.microsoft.com/office/drawing/2014/main" id="{7315375B-73BB-AF9D-7B79-4338A05E2323}"/>
              </a:ext>
            </a:extLst>
          </p:cNvPr>
          <p:cNvGrpSpPr/>
          <p:nvPr/>
        </p:nvGrpSpPr>
        <p:grpSpPr>
          <a:xfrm>
            <a:off x="4090824" y="2757096"/>
            <a:ext cx="134280" cy="74160"/>
            <a:chOff x="4090824" y="2757096"/>
            <a:chExt cx="134280" cy="74160"/>
          </a:xfrm>
        </p:grpSpPr>
        <mc:AlternateContent xmlns:mc="http://schemas.openxmlformats.org/markup-compatibility/2006" xmlns:p14="http://schemas.microsoft.com/office/powerpoint/2010/main">
          <mc:Choice Requires="p14">
            <p:contentPart p14:bwMode="auto" r:id="rId214">
              <p14:nvContentPartPr>
                <p14:cNvPr id="135" name="Ink 134">
                  <a:extLst>
                    <a:ext uri="{FF2B5EF4-FFF2-40B4-BE49-F238E27FC236}">
                      <a16:creationId xmlns:a16="http://schemas.microsoft.com/office/drawing/2014/main" id="{B1D6BBE2-1BDA-58A7-E5B5-4F47364A0E49}"/>
                    </a:ext>
                  </a:extLst>
                </p14:cNvPr>
                <p14:cNvContentPartPr/>
                <p14:nvPr/>
              </p14:nvContentPartPr>
              <p14:xfrm>
                <a:off x="4111704" y="2757096"/>
                <a:ext cx="96840" cy="17640"/>
              </p14:xfrm>
            </p:contentPart>
          </mc:Choice>
          <mc:Fallback xmlns="">
            <p:pic>
              <p:nvPicPr>
                <p:cNvPr id="135" name="Ink 134">
                  <a:extLst>
                    <a:ext uri="{FF2B5EF4-FFF2-40B4-BE49-F238E27FC236}">
                      <a16:creationId xmlns:a16="http://schemas.microsoft.com/office/drawing/2014/main" id="{B1D6BBE2-1BDA-58A7-E5B5-4F47364A0E49}"/>
                    </a:ext>
                  </a:extLst>
                </p:cNvPr>
                <p:cNvPicPr/>
                <p:nvPr/>
              </p:nvPicPr>
              <p:blipFill>
                <a:blip r:embed="rId215"/>
                <a:stretch>
                  <a:fillRect/>
                </a:stretch>
              </p:blipFill>
              <p:spPr>
                <a:xfrm>
                  <a:off x="4107384" y="2752776"/>
                  <a:ext cx="1054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6" name="Ink 135">
                  <a:extLst>
                    <a:ext uri="{FF2B5EF4-FFF2-40B4-BE49-F238E27FC236}">
                      <a16:creationId xmlns:a16="http://schemas.microsoft.com/office/drawing/2014/main" id="{64944D71-B320-F6EA-0C0F-17C3DFD99119}"/>
                    </a:ext>
                  </a:extLst>
                </p14:cNvPr>
                <p14:cNvContentPartPr/>
                <p14:nvPr/>
              </p14:nvContentPartPr>
              <p14:xfrm>
                <a:off x="4090824" y="2757096"/>
                <a:ext cx="134280" cy="74160"/>
              </p14:xfrm>
            </p:contentPart>
          </mc:Choice>
          <mc:Fallback xmlns="">
            <p:pic>
              <p:nvPicPr>
                <p:cNvPr id="136" name="Ink 135">
                  <a:extLst>
                    <a:ext uri="{FF2B5EF4-FFF2-40B4-BE49-F238E27FC236}">
                      <a16:creationId xmlns:a16="http://schemas.microsoft.com/office/drawing/2014/main" id="{64944D71-B320-F6EA-0C0F-17C3DFD99119}"/>
                    </a:ext>
                  </a:extLst>
                </p:cNvPr>
                <p:cNvPicPr/>
                <p:nvPr/>
              </p:nvPicPr>
              <p:blipFill>
                <a:blip r:embed="rId217"/>
                <a:stretch>
                  <a:fillRect/>
                </a:stretch>
              </p:blipFill>
              <p:spPr>
                <a:xfrm>
                  <a:off x="4086504" y="2752776"/>
                  <a:ext cx="142920" cy="82800"/>
                </a:xfrm>
                <a:prstGeom prst="rect">
                  <a:avLst/>
                </a:prstGeom>
              </p:spPr>
            </p:pic>
          </mc:Fallback>
        </mc:AlternateContent>
      </p:grpSp>
      <p:grpSp>
        <p:nvGrpSpPr>
          <p:cNvPr id="144" name="Group 143">
            <a:extLst>
              <a:ext uri="{FF2B5EF4-FFF2-40B4-BE49-F238E27FC236}">
                <a16:creationId xmlns:a16="http://schemas.microsoft.com/office/drawing/2014/main" id="{442283B2-B04E-1AD9-0DF4-FC4690BA2A2D}"/>
              </a:ext>
            </a:extLst>
          </p:cNvPr>
          <p:cNvGrpSpPr/>
          <p:nvPr/>
        </p:nvGrpSpPr>
        <p:grpSpPr>
          <a:xfrm>
            <a:off x="4430304" y="2603376"/>
            <a:ext cx="936000" cy="381240"/>
            <a:chOff x="4430304" y="2603376"/>
            <a:chExt cx="936000" cy="381240"/>
          </a:xfrm>
        </p:grpSpPr>
        <mc:AlternateContent xmlns:mc="http://schemas.openxmlformats.org/markup-compatibility/2006" xmlns:p14="http://schemas.microsoft.com/office/powerpoint/2010/main">
          <mc:Choice Requires="p14">
            <p:contentPart p14:bwMode="auto" r:id="rId218">
              <p14:nvContentPartPr>
                <p14:cNvPr id="137" name="Ink 136">
                  <a:extLst>
                    <a:ext uri="{FF2B5EF4-FFF2-40B4-BE49-F238E27FC236}">
                      <a16:creationId xmlns:a16="http://schemas.microsoft.com/office/drawing/2014/main" id="{59D75AAD-39C4-D7EC-C6DA-693F3B557EC9}"/>
                    </a:ext>
                  </a:extLst>
                </p14:cNvPr>
                <p14:cNvContentPartPr/>
                <p14:nvPr/>
              </p14:nvContentPartPr>
              <p14:xfrm>
                <a:off x="4430304" y="2716416"/>
                <a:ext cx="192240" cy="90000"/>
              </p14:xfrm>
            </p:contentPart>
          </mc:Choice>
          <mc:Fallback xmlns="">
            <p:pic>
              <p:nvPicPr>
                <p:cNvPr id="137" name="Ink 136">
                  <a:extLst>
                    <a:ext uri="{FF2B5EF4-FFF2-40B4-BE49-F238E27FC236}">
                      <a16:creationId xmlns:a16="http://schemas.microsoft.com/office/drawing/2014/main" id="{59D75AAD-39C4-D7EC-C6DA-693F3B557EC9}"/>
                    </a:ext>
                  </a:extLst>
                </p:cNvPr>
                <p:cNvPicPr/>
                <p:nvPr/>
              </p:nvPicPr>
              <p:blipFill>
                <a:blip r:embed="rId219"/>
                <a:stretch>
                  <a:fillRect/>
                </a:stretch>
              </p:blipFill>
              <p:spPr>
                <a:xfrm>
                  <a:off x="4425984" y="2712096"/>
                  <a:ext cx="2008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8" name="Ink 137">
                  <a:extLst>
                    <a:ext uri="{FF2B5EF4-FFF2-40B4-BE49-F238E27FC236}">
                      <a16:creationId xmlns:a16="http://schemas.microsoft.com/office/drawing/2014/main" id="{03B8B0CF-5F48-28E1-543D-13A41589E84A}"/>
                    </a:ext>
                  </a:extLst>
                </p14:cNvPr>
                <p14:cNvContentPartPr/>
                <p14:nvPr/>
              </p14:nvContentPartPr>
              <p14:xfrm>
                <a:off x="4667544" y="2637576"/>
                <a:ext cx="230040" cy="228600"/>
              </p14:xfrm>
            </p:contentPart>
          </mc:Choice>
          <mc:Fallback xmlns="">
            <p:pic>
              <p:nvPicPr>
                <p:cNvPr id="138" name="Ink 137">
                  <a:extLst>
                    <a:ext uri="{FF2B5EF4-FFF2-40B4-BE49-F238E27FC236}">
                      <a16:creationId xmlns:a16="http://schemas.microsoft.com/office/drawing/2014/main" id="{03B8B0CF-5F48-28E1-543D-13A41589E84A}"/>
                    </a:ext>
                  </a:extLst>
                </p:cNvPr>
                <p:cNvPicPr/>
                <p:nvPr/>
              </p:nvPicPr>
              <p:blipFill>
                <a:blip r:embed="rId221"/>
                <a:stretch>
                  <a:fillRect/>
                </a:stretch>
              </p:blipFill>
              <p:spPr>
                <a:xfrm>
                  <a:off x="4663224" y="2633256"/>
                  <a:ext cx="2386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9" name="Ink 138">
                  <a:extLst>
                    <a:ext uri="{FF2B5EF4-FFF2-40B4-BE49-F238E27FC236}">
                      <a16:creationId xmlns:a16="http://schemas.microsoft.com/office/drawing/2014/main" id="{35827179-8DD7-2BA5-9786-081D05DF46D5}"/>
                    </a:ext>
                  </a:extLst>
                </p14:cNvPr>
                <p14:cNvContentPartPr/>
                <p14:nvPr/>
              </p14:nvContentPartPr>
              <p14:xfrm>
                <a:off x="4852944" y="2810016"/>
                <a:ext cx="149400" cy="174600"/>
              </p14:xfrm>
            </p:contentPart>
          </mc:Choice>
          <mc:Fallback xmlns="">
            <p:pic>
              <p:nvPicPr>
                <p:cNvPr id="139" name="Ink 138">
                  <a:extLst>
                    <a:ext uri="{FF2B5EF4-FFF2-40B4-BE49-F238E27FC236}">
                      <a16:creationId xmlns:a16="http://schemas.microsoft.com/office/drawing/2014/main" id="{35827179-8DD7-2BA5-9786-081D05DF46D5}"/>
                    </a:ext>
                  </a:extLst>
                </p:cNvPr>
                <p:cNvPicPr/>
                <p:nvPr/>
              </p:nvPicPr>
              <p:blipFill>
                <a:blip r:embed="rId223"/>
                <a:stretch>
                  <a:fillRect/>
                </a:stretch>
              </p:blipFill>
              <p:spPr>
                <a:xfrm>
                  <a:off x="4848624" y="2805696"/>
                  <a:ext cx="1580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0" name="Ink 139">
                  <a:extLst>
                    <a:ext uri="{FF2B5EF4-FFF2-40B4-BE49-F238E27FC236}">
                      <a16:creationId xmlns:a16="http://schemas.microsoft.com/office/drawing/2014/main" id="{68E61143-93B7-4731-3225-DB9056D43C71}"/>
                    </a:ext>
                  </a:extLst>
                </p14:cNvPr>
                <p14:cNvContentPartPr/>
                <p14:nvPr/>
              </p14:nvContentPartPr>
              <p14:xfrm>
                <a:off x="4966344" y="2713176"/>
                <a:ext cx="11880" cy="17640"/>
              </p14:xfrm>
            </p:contentPart>
          </mc:Choice>
          <mc:Fallback xmlns="">
            <p:pic>
              <p:nvPicPr>
                <p:cNvPr id="140" name="Ink 139">
                  <a:extLst>
                    <a:ext uri="{FF2B5EF4-FFF2-40B4-BE49-F238E27FC236}">
                      <a16:creationId xmlns:a16="http://schemas.microsoft.com/office/drawing/2014/main" id="{68E61143-93B7-4731-3225-DB9056D43C71}"/>
                    </a:ext>
                  </a:extLst>
                </p:cNvPr>
                <p:cNvPicPr/>
                <p:nvPr/>
              </p:nvPicPr>
              <p:blipFill>
                <a:blip r:embed="rId225"/>
                <a:stretch>
                  <a:fillRect/>
                </a:stretch>
              </p:blipFill>
              <p:spPr>
                <a:xfrm>
                  <a:off x="4962024" y="2708856"/>
                  <a:ext cx="205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1" name="Ink 140">
                  <a:extLst>
                    <a:ext uri="{FF2B5EF4-FFF2-40B4-BE49-F238E27FC236}">
                      <a16:creationId xmlns:a16="http://schemas.microsoft.com/office/drawing/2014/main" id="{31D4C8D9-4761-6494-C406-657D10410C42}"/>
                    </a:ext>
                  </a:extLst>
                </p14:cNvPr>
                <p14:cNvContentPartPr/>
                <p14:nvPr/>
              </p14:nvContentPartPr>
              <p14:xfrm>
                <a:off x="5054904" y="2603376"/>
                <a:ext cx="163440" cy="243000"/>
              </p14:xfrm>
            </p:contentPart>
          </mc:Choice>
          <mc:Fallback xmlns="">
            <p:pic>
              <p:nvPicPr>
                <p:cNvPr id="141" name="Ink 140">
                  <a:extLst>
                    <a:ext uri="{FF2B5EF4-FFF2-40B4-BE49-F238E27FC236}">
                      <a16:creationId xmlns:a16="http://schemas.microsoft.com/office/drawing/2014/main" id="{31D4C8D9-4761-6494-C406-657D10410C42}"/>
                    </a:ext>
                  </a:extLst>
                </p:cNvPr>
                <p:cNvPicPr/>
                <p:nvPr/>
              </p:nvPicPr>
              <p:blipFill>
                <a:blip r:embed="rId227"/>
                <a:stretch>
                  <a:fillRect/>
                </a:stretch>
              </p:blipFill>
              <p:spPr>
                <a:xfrm>
                  <a:off x="5050584" y="2599056"/>
                  <a:ext cx="1720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2" name="Ink 141">
                  <a:extLst>
                    <a:ext uri="{FF2B5EF4-FFF2-40B4-BE49-F238E27FC236}">
                      <a16:creationId xmlns:a16="http://schemas.microsoft.com/office/drawing/2014/main" id="{A03172AB-12AC-D1BC-36D8-9437ECE32D21}"/>
                    </a:ext>
                  </a:extLst>
                </p14:cNvPr>
                <p14:cNvContentPartPr/>
                <p14:nvPr/>
              </p14:nvContentPartPr>
              <p14:xfrm>
                <a:off x="5352264" y="2726856"/>
                <a:ext cx="9720" cy="28080"/>
              </p14:xfrm>
            </p:contentPart>
          </mc:Choice>
          <mc:Fallback xmlns="">
            <p:pic>
              <p:nvPicPr>
                <p:cNvPr id="142" name="Ink 141">
                  <a:extLst>
                    <a:ext uri="{FF2B5EF4-FFF2-40B4-BE49-F238E27FC236}">
                      <a16:creationId xmlns:a16="http://schemas.microsoft.com/office/drawing/2014/main" id="{A03172AB-12AC-D1BC-36D8-9437ECE32D21}"/>
                    </a:ext>
                  </a:extLst>
                </p:cNvPr>
                <p:cNvPicPr/>
                <p:nvPr/>
              </p:nvPicPr>
              <p:blipFill>
                <a:blip r:embed="rId229"/>
                <a:stretch>
                  <a:fillRect/>
                </a:stretch>
              </p:blipFill>
              <p:spPr>
                <a:xfrm>
                  <a:off x="5347944" y="2722536"/>
                  <a:ext cx="183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3" name="Ink 142">
                  <a:extLst>
                    <a:ext uri="{FF2B5EF4-FFF2-40B4-BE49-F238E27FC236}">
                      <a16:creationId xmlns:a16="http://schemas.microsoft.com/office/drawing/2014/main" id="{9092E709-B131-BEEE-B71D-8472DF03B443}"/>
                    </a:ext>
                  </a:extLst>
                </p14:cNvPr>
                <p14:cNvContentPartPr/>
                <p14:nvPr/>
              </p14:nvContentPartPr>
              <p14:xfrm>
                <a:off x="5220504" y="2857536"/>
                <a:ext cx="145800" cy="119160"/>
              </p14:xfrm>
            </p:contentPart>
          </mc:Choice>
          <mc:Fallback xmlns="">
            <p:pic>
              <p:nvPicPr>
                <p:cNvPr id="143" name="Ink 142">
                  <a:extLst>
                    <a:ext uri="{FF2B5EF4-FFF2-40B4-BE49-F238E27FC236}">
                      <a16:creationId xmlns:a16="http://schemas.microsoft.com/office/drawing/2014/main" id="{9092E709-B131-BEEE-B71D-8472DF03B443}"/>
                    </a:ext>
                  </a:extLst>
                </p:cNvPr>
                <p:cNvPicPr/>
                <p:nvPr/>
              </p:nvPicPr>
              <p:blipFill>
                <a:blip r:embed="rId231"/>
                <a:stretch>
                  <a:fillRect/>
                </a:stretch>
              </p:blipFill>
              <p:spPr>
                <a:xfrm>
                  <a:off x="5216184" y="2853216"/>
                  <a:ext cx="154440" cy="127800"/>
                </a:xfrm>
                <a:prstGeom prst="rect">
                  <a:avLst/>
                </a:prstGeom>
              </p:spPr>
            </p:pic>
          </mc:Fallback>
        </mc:AlternateContent>
      </p:grpSp>
      <p:grpSp>
        <p:nvGrpSpPr>
          <p:cNvPr id="152" name="Group 151">
            <a:extLst>
              <a:ext uri="{FF2B5EF4-FFF2-40B4-BE49-F238E27FC236}">
                <a16:creationId xmlns:a16="http://schemas.microsoft.com/office/drawing/2014/main" id="{7D280986-4A19-65C0-D56A-76354B5B8BA1}"/>
              </a:ext>
            </a:extLst>
          </p:cNvPr>
          <p:cNvGrpSpPr/>
          <p:nvPr/>
        </p:nvGrpSpPr>
        <p:grpSpPr>
          <a:xfrm>
            <a:off x="2503944" y="3224736"/>
            <a:ext cx="894240" cy="380160"/>
            <a:chOff x="2503944" y="3224736"/>
            <a:chExt cx="894240" cy="380160"/>
          </a:xfrm>
        </p:grpSpPr>
        <mc:AlternateContent xmlns:mc="http://schemas.openxmlformats.org/markup-compatibility/2006" xmlns:p14="http://schemas.microsoft.com/office/powerpoint/2010/main">
          <mc:Choice Requires="p14">
            <p:contentPart p14:bwMode="auto" r:id="rId232">
              <p14:nvContentPartPr>
                <p14:cNvPr id="146" name="Ink 145">
                  <a:extLst>
                    <a:ext uri="{FF2B5EF4-FFF2-40B4-BE49-F238E27FC236}">
                      <a16:creationId xmlns:a16="http://schemas.microsoft.com/office/drawing/2014/main" id="{1E06ECBE-8EFD-EF90-8D3A-A439A73E0F1A}"/>
                    </a:ext>
                  </a:extLst>
                </p14:cNvPr>
                <p14:cNvContentPartPr/>
                <p14:nvPr/>
              </p14:nvContentPartPr>
              <p14:xfrm>
                <a:off x="2503944" y="3325176"/>
                <a:ext cx="143280" cy="279000"/>
              </p14:xfrm>
            </p:contentPart>
          </mc:Choice>
          <mc:Fallback xmlns="">
            <p:pic>
              <p:nvPicPr>
                <p:cNvPr id="146" name="Ink 145">
                  <a:extLst>
                    <a:ext uri="{FF2B5EF4-FFF2-40B4-BE49-F238E27FC236}">
                      <a16:creationId xmlns:a16="http://schemas.microsoft.com/office/drawing/2014/main" id="{1E06ECBE-8EFD-EF90-8D3A-A439A73E0F1A}"/>
                    </a:ext>
                  </a:extLst>
                </p:cNvPr>
                <p:cNvPicPr/>
                <p:nvPr/>
              </p:nvPicPr>
              <p:blipFill>
                <a:blip r:embed="rId233"/>
                <a:stretch>
                  <a:fillRect/>
                </a:stretch>
              </p:blipFill>
              <p:spPr>
                <a:xfrm>
                  <a:off x="2499624" y="3320856"/>
                  <a:ext cx="15192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7" name="Ink 146">
                  <a:extLst>
                    <a:ext uri="{FF2B5EF4-FFF2-40B4-BE49-F238E27FC236}">
                      <a16:creationId xmlns:a16="http://schemas.microsoft.com/office/drawing/2014/main" id="{F54C8897-C1CB-4494-E4D4-9C3A48FA5B67}"/>
                    </a:ext>
                  </a:extLst>
                </p14:cNvPr>
                <p14:cNvContentPartPr/>
                <p14:nvPr/>
              </p14:nvContentPartPr>
              <p14:xfrm>
                <a:off x="2612664" y="3224736"/>
                <a:ext cx="44280" cy="49680"/>
              </p14:xfrm>
            </p:contentPart>
          </mc:Choice>
          <mc:Fallback xmlns="">
            <p:pic>
              <p:nvPicPr>
                <p:cNvPr id="147" name="Ink 146">
                  <a:extLst>
                    <a:ext uri="{FF2B5EF4-FFF2-40B4-BE49-F238E27FC236}">
                      <a16:creationId xmlns:a16="http://schemas.microsoft.com/office/drawing/2014/main" id="{F54C8897-C1CB-4494-E4D4-9C3A48FA5B67}"/>
                    </a:ext>
                  </a:extLst>
                </p:cNvPr>
                <p:cNvPicPr/>
                <p:nvPr/>
              </p:nvPicPr>
              <p:blipFill>
                <a:blip r:embed="rId235"/>
                <a:stretch>
                  <a:fillRect/>
                </a:stretch>
              </p:blipFill>
              <p:spPr>
                <a:xfrm>
                  <a:off x="2608344" y="3220416"/>
                  <a:ext cx="529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8" name="Ink 147">
                  <a:extLst>
                    <a:ext uri="{FF2B5EF4-FFF2-40B4-BE49-F238E27FC236}">
                      <a16:creationId xmlns:a16="http://schemas.microsoft.com/office/drawing/2014/main" id="{16F9596A-93A7-30EF-0150-8C507A4E3642}"/>
                    </a:ext>
                  </a:extLst>
                </p14:cNvPr>
                <p14:cNvContentPartPr/>
                <p14:nvPr/>
              </p14:nvContentPartPr>
              <p14:xfrm>
                <a:off x="2776464" y="3360816"/>
                <a:ext cx="157320" cy="11880"/>
              </p14:xfrm>
            </p:contentPart>
          </mc:Choice>
          <mc:Fallback xmlns="">
            <p:pic>
              <p:nvPicPr>
                <p:cNvPr id="148" name="Ink 147">
                  <a:extLst>
                    <a:ext uri="{FF2B5EF4-FFF2-40B4-BE49-F238E27FC236}">
                      <a16:creationId xmlns:a16="http://schemas.microsoft.com/office/drawing/2014/main" id="{16F9596A-93A7-30EF-0150-8C507A4E3642}"/>
                    </a:ext>
                  </a:extLst>
                </p:cNvPr>
                <p:cNvPicPr/>
                <p:nvPr/>
              </p:nvPicPr>
              <p:blipFill>
                <a:blip r:embed="rId237"/>
                <a:stretch>
                  <a:fillRect/>
                </a:stretch>
              </p:blipFill>
              <p:spPr>
                <a:xfrm>
                  <a:off x="2772144" y="3356496"/>
                  <a:ext cx="1659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9" name="Ink 148">
                  <a:extLst>
                    <a:ext uri="{FF2B5EF4-FFF2-40B4-BE49-F238E27FC236}">
                      <a16:creationId xmlns:a16="http://schemas.microsoft.com/office/drawing/2014/main" id="{DFF87C36-A6A7-A6E0-0D97-E3C0945F1D56}"/>
                    </a:ext>
                  </a:extLst>
                </p14:cNvPr>
                <p14:cNvContentPartPr/>
                <p14:nvPr/>
              </p14:nvContentPartPr>
              <p14:xfrm>
                <a:off x="3009744" y="3344976"/>
                <a:ext cx="171720" cy="10800"/>
              </p14:xfrm>
            </p:contentPart>
          </mc:Choice>
          <mc:Fallback xmlns="">
            <p:pic>
              <p:nvPicPr>
                <p:cNvPr id="149" name="Ink 148">
                  <a:extLst>
                    <a:ext uri="{FF2B5EF4-FFF2-40B4-BE49-F238E27FC236}">
                      <a16:creationId xmlns:a16="http://schemas.microsoft.com/office/drawing/2014/main" id="{DFF87C36-A6A7-A6E0-0D97-E3C0945F1D56}"/>
                    </a:ext>
                  </a:extLst>
                </p:cNvPr>
                <p:cNvPicPr/>
                <p:nvPr/>
              </p:nvPicPr>
              <p:blipFill>
                <a:blip r:embed="rId239"/>
                <a:stretch>
                  <a:fillRect/>
                </a:stretch>
              </p:blipFill>
              <p:spPr>
                <a:xfrm>
                  <a:off x="3005424" y="3340656"/>
                  <a:ext cx="18036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0" name="Ink 149">
                  <a:extLst>
                    <a:ext uri="{FF2B5EF4-FFF2-40B4-BE49-F238E27FC236}">
                      <a16:creationId xmlns:a16="http://schemas.microsoft.com/office/drawing/2014/main" id="{1158D67E-52D9-61DF-2168-5E51A62375EC}"/>
                    </a:ext>
                  </a:extLst>
                </p14:cNvPr>
                <p14:cNvContentPartPr/>
                <p14:nvPr/>
              </p14:nvContentPartPr>
              <p14:xfrm>
                <a:off x="3369024" y="3298536"/>
                <a:ext cx="8640" cy="41760"/>
              </p14:xfrm>
            </p:contentPart>
          </mc:Choice>
          <mc:Fallback xmlns="">
            <p:pic>
              <p:nvPicPr>
                <p:cNvPr id="150" name="Ink 149">
                  <a:extLst>
                    <a:ext uri="{FF2B5EF4-FFF2-40B4-BE49-F238E27FC236}">
                      <a16:creationId xmlns:a16="http://schemas.microsoft.com/office/drawing/2014/main" id="{1158D67E-52D9-61DF-2168-5E51A62375EC}"/>
                    </a:ext>
                  </a:extLst>
                </p:cNvPr>
                <p:cNvPicPr/>
                <p:nvPr/>
              </p:nvPicPr>
              <p:blipFill>
                <a:blip r:embed="rId241"/>
                <a:stretch>
                  <a:fillRect/>
                </a:stretch>
              </p:blipFill>
              <p:spPr>
                <a:xfrm>
                  <a:off x="3364704" y="3294216"/>
                  <a:ext cx="172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1" name="Ink 150">
                  <a:extLst>
                    <a:ext uri="{FF2B5EF4-FFF2-40B4-BE49-F238E27FC236}">
                      <a16:creationId xmlns:a16="http://schemas.microsoft.com/office/drawing/2014/main" id="{369A3BCC-A082-C6A3-ABEC-166333189103}"/>
                    </a:ext>
                  </a:extLst>
                </p14:cNvPr>
                <p14:cNvContentPartPr/>
                <p14:nvPr/>
              </p14:nvContentPartPr>
              <p14:xfrm>
                <a:off x="3148344" y="3443976"/>
                <a:ext cx="249840" cy="160920"/>
              </p14:xfrm>
            </p:contentPart>
          </mc:Choice>
          <mc:Fallback xmlns="">
            <p:pic>
              <p:nvPicPr>
                <p:cNvPr id="151" name="Ink 150">
                  <a:extLst>
                    <a:ext uri="{FF2B5EF4-FFF2-40B4-BE49-F238E27FC236}">
                      <a16:creationId xmlns:a16="http://schemas.microsoft.com/office/drawing/2014/main" id="{369A3BCC-A082-C6A3-ABEC-166333189103}"/>
                    </a:ext>
                  </a:extLst>
                </p:cNvPr>
                <p:cNvPicPr/>
                <p:nvPr/>
              </p:nvPicPr>
              <p:blipFill>
                <a:blip r:embed="rId243"/>
                <a:stretch>
                  <a:fillRect/>
                </a:stretch>
              </p:blipFill>
              <p:spPr>
                <a:xfrm>
                  <a:off x="3144024" y="3439656"/>
                  <a:ext cx="258480" cy="16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4">
            <p14:nvContentPartPr>
              <p14:cNvPr id="153" name="Ink 152">
                <a:extLst>
                  <a:ext uri="{FF2B5EF4-FFF2-40B4-BE49-F238E27FC236}">
                    <a16:creationId xmlns:a16="http://schemas.microsoft.com/office/drawing/2014/main" id="{3845501B-60E6-3294-75D1-44100A4EDB68}"/>
                  </a:ext>
                </a:extLst>
              </p14:cNvPr>
              <p14:cNvContentPartPr/>
              <p14:nvPr/>
            </p14:nvContentPartPr>
            <p14:xfrm>
              <a:off x="1693584" y="3548016"/>
              <a:ext cx="207720" cy="331920"/>
            </p14:xfrm>
          </p:contentPart>
        </mc:Choice>
        <mc:Fallback xmlns="">
          <p:pic>
            <p:nvPicPr>
              <p:cNvPr id="153" name="Ink 152">
                <a:extLst>
                  <a:ext uri="{FF2B5EF4-FFF2-40B4-BE49-F238E27FC236}">
                    <a16:creationId xmlns:a16="http://schemas.microsoft.com/office/drawing/2014/main" id="{3845501B-60E6-3294-75D1-44100A4EDB68}"/>
                  </a:ext>
                </a:extLst>
              </p:cNvPr>
              <p:cNvPicPr/>
              <p:nvPr/>
            </p:nvPicPr>
            <p:blipFill>
              <a:blip r:embed="rId245"/>
              <a:stretch>
                <a:fillRect/>
              </a:stretch>
            </p:blipFill>
            <p:spPr>
              <a:xfrm>
                <a:off x="1689264" y="3543696"/>
                <a:ext cx="216360" cy="340560"/>
              </a:xfrm>
              <a:prstGeom prst="rect">
                <a:avLst/>
              </a:prstGeom>
            </p:spPr>
          </p:pic>
        </mc:Fallback>
      </mc:AlternateContent>
      <p:grpSp>
        <p:nvGrpSpPr>
          <p:cNvPr id="169" name="Group 168">
            <a:extLst>
              <a:ext uri="{FF2B5EF4-FFF2-40B4-BE49-F238E27FC236}">
                <a16:creationId xmlns:a16="http://schemas.microsoft.com/office/drawing/2014/main" id="{FC264BA1-1138-6827-CCCD-83F5C2468790}"/>
              </a:ext>
            </a:extLst>
          </p:cNvPr>
          <p:cNvGrpSpPr/>
          <p:nvPr/>
        </p:nvGrpSpPr>
        <p:grpSpPr>
          <a:xfrm>
            <a:off x="2970504" y="4206456"/>
            <a:ext cx="120240" cy="79920"/>
            <a:chOff x="2970504" y="4206456"/>
            <a:chExt cx="120240" cy="79920"/>
          </a:xfrm>
        </p:grpSpPr>
        <mc:AlternateContent xmlns:mc="http://schemas.openxmlformats.org/markup-compatibility/2006" xmlns:p14="http://schemas.microsoft.com/office/powerpoint/2010/main">
          <mc:Choice Requires="p14">
            <p:contentPart p14:bwMode="auto" r:id="rId246">
              <p14:nvContentPartPr>
                <p14:cNvPr id="158" name="Ink 157">
                  <a:extLst>
                    <a:ext uri="{FF2B5EF4-FFF2-40B4-BE49-F238E27FC236}">
                      <a16:creationId xmlns:a16="http://schemas.microsoft.com/office/drawing/2014/main" id="{D930DB70-ADF3-6ADC-0F71-1E4298ED5C2A}"/>
                    </a:ext>
                  </a:extLst>
                </p14:cNvPr>
                <p14:cNvContentPartPr/>
                <p14:nvPr/>
              </p14:nvContentPartPr>
              <p14:xfrm>
                <a:off x="2970504" y="4206456"/>
                <a:ext cx="120240" cy="30240"/>
              </p14:xfrm>
            </p:contentPart>
          </mc:Choice>
          <mc:Fallback xmlns="">
            <p:pic>
              <p:nvPicPr>
                <p:cNvPr id="158" name="Ink 157">
                  <a:extLst>
                    <a:ext uri="{FF2B5EF4-FFF2-40B4-BE49-F238E27FC236}">
                      <a16:creationId xmlns:a16="http://schemas.microsoft.com/office/drawing/2014/main" id="{D930DB70-ADF3-6ADC-0F71-1E4298ED5C2A}"/>
                    </a:ext>
                  </a:extLst>
                </p:cNvPr>
                <p:cNvPicPr/>
                <p:nvPr/>
              </p:nvPicPr>
              <p:blipFill>
                <a:blip r:embed="rId247"/>
                <a:stretch>
                  <a:fillRect/>
                </a:stretch>
              </p:blipFill>
              <p:spPr>
                <a:xfrm>
                  <a:off x="2966184" y="4202136"/>
                  <a:ext cx="1288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9" name="Ink 158">
                  <a:extLst>
                    <a:ext uri="{FF2B5EF4-FFF2-40B4-BE49-F238E27FC236}">
                      <a16:creationId xmlns:a16="http://schemas.microsoft.com/office/drawing/2014/main" id="{D36F06A8-6F90-24FE-0BD0-AC5321B4AA40}"/>
                    </a:ext>
                  </a:extLst>
                </p14:cNvPr>
                <p14:cNvContentPartPr/>
                <p14:nvPr/>
              </p14:nvContentPartPr>
              <p14:xfrm>
                <a:off x="2977704" y="4283856"/>
                <a:ext cx="88200" cy="2520"/>
              </p14:xfrm>
            </p:contentPart>
          </mc:Choice>
          <mc:Fallback xmlns="">
            <p:pic>
              <p:nvPicPr>
                <p:cNvPr id="159" name="Ink 158">
                  <a:extLst>
                    <a:ext uri="{FF2B5EF4-FFF2-40B4-BE49-F238E27FC236}">
                      <a16:creationId xmlns:a16="http://schemas.microsoft.com/office/drawing/2014/main" id="{D36F06A8-6F90-24FE-0BD0-AC5321B4AA40}"/>
                    </a:ext>
                  </a:extLst>
                </p:cNvPr>
                <p:cNvPicPr/>
                <p:nvPr/>
              </p:nvPicPr>
              <p:blipFill>
                <a:blip r:embed="rId249"/>
                <a:stretch>
                  <a:fillRect/>
                </a:stretch>
              </p:blipFill>
              <p:spPr>
                <a:xfrm>
                  <a:off x="2973384" y="4279536"/>
                  <a:ext cx="96840" cy="11160"/>
                </a:xfrm>
                <a:prstGeom prst="rect">
                  <a:avLst/>
                </a:prstGeom>
              </p:spPr>
            </p:pic>
          </mc:Fallback>
        </mc:AlternateContent>
      </p:grpSp>
      <p:grpSp>
        <p:nvGrpSpPr>
          <p:cNvPr id="168" name="Group 167">
            <a:extLst>
              <a:ext uri="{FF2B5EF4-FFF2-40B4-BE49-F238E27FC236}">
                <a16:creationId xmlns:a16="http://schemas.microsoft.com/office/drawing/2014/main" id="{E1C9C15B-9598-3A04-3DC3-65B114965586}"/>
              </a:ext>
            </a:extLst>
          </p:cNvPr>
          <p:cNvGrpSpPr/>
          <p:nvPr/>
        </p:nvGrpSpPr>
        <p:grpSpPr>
          <a:xfrm>
            <a:off x="3298464" y="4067856"/>
            <a:ext cx="1136880" cy="391680"/>
            <a:chOff x="3298464" y="4067856"/>
            <a:chExt cx="1136880" cy="391680"/>
          </a:xfrm>
        </p:grpSpPr>
        <mc:AlternateContent xmlns:mc="http://schemas.openxmlformats.org/markup-compatibility/2006" xmlns:p14="http://schemas.microsoft.com/office/powerpoint/2010/main">
          <mc:Choice Requires="p14">
            <p:contentPart p14:bwMode="auto" r:id="rId250">
              <p14:nvContentPartPr>
                <p14:cNvPr id="160" name="Ink 159">
                  <a:extLst>
                    <a:ext uri="{FF2B5EF4-FFF2-40B4-BE49-F238E27FC236}">
                      <a16:creationId xmlns:a16="http://schemas.microsoft.com/office/drawing/2014/main" id="{6D789D78-7EE3-BF03-115E-D039D8B7AAE0}"/>
                    </a:ext>
                  </a:extLst>
                </p14:cNvPr>
                <p14:cNvContentPartPr/>
                <p14:nvPr/>
              </p14:nvContentPartPr>
              <p14:xfrm>
                <a:off x="3393144" y="4067856"/>
                <a:ext cx="31680" cy="195480"/>
              </p14:xfrm>
            </p:contentPart>
          </mc:Choice>
          <mc:Fallback xmlns="">
            <p:pic>
              <p:nvPicPr>
                <p:cNvPr id="160" name="Ink 159">
                  <a:extLst>
                    <a:ext uri="{FF2B5EF4-FFF2-40B4-BE49-F238E27FC236}">
                      <a16:creationId xmlns:a16="http://schemas.microsoft.com/office/drawing/2014/main" id="{6D789D78-7EE3-BF03-115E-D039D8B7AAE0}"/>
                    </a:ext>
                  </a:extLst>
                </p:cNvPr>
                <p:cNvPicPr/>
                <p:nvPr/>
              </p:nvPicPr>
              <p:blipFill>
                <a:blip r:embed="rId251"/>
                <a:stretch>
                  <a:fillRect/>
                </a:stretch>
              </p:blipFill>
              <p:spPr>
                <a:xfrm>
                  <a:off x="3388824" y="4063536"/>
                  <a:ext cx="403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1" name="Ink 160">
                  <a:extLst>
                    <a:ext uri="{FF2B5EF4-FFF2-40B4-BE49-F238E27FC236}">
                      <a16:creationId xmlns:a16="http://schemas.microsoft.com/office/drawing/2014/main" id="{9BB55D11-02F3-AFC8-1E50-0C296C4FA2F8}"/>
                    </a:ext>
                  </a:extLst>
                </p14:cNvPr>
                <p14:cNvContentPartPr/>
                <p14:nvPr/>
              </p14:nvContentPartPr>
              <p14:xfrm>
                <a:off x="3298464" y="4158936"/>
                <a:ext cx="162000" cy="38520"/>
              </p14:xfrm>
            </p:contentPart>
          </mc:Choice>
          <mc:Fallback xmlns="">
            <p:pic>
              <p:nvPicPr>
                <p:cNvPr id="161" name="Ink 160">
                  <a:extLst>
                    <a:ext uri="{FF2B5EF4-FFF2-40B4-BE49-F238E27FC236}">
                      <a16:creationId xmlns:a16="http://schemas.microsoft.com/office/drawing/2014/main" id="{9BB55D11-02F3-AFC8-1E50-0C296C4FA2F8}"/>
                    </a:ext>
                  </a:extLst>
                </p:cNvPr>
                <p:cNvPicPr/>
                <p:nvPr/>
              </p:nvPicPr>
              <p:blipFill>
                <a:blip r:embed="rId253"/>
                <a:stretch>
                  <a:fillRect/>
                </a:stretch>
              </p:blipFill>
              <p:spPr>
                <a:xfrm>
                  <a:off x="3294144" y="4154616"/>
                  <a:ext cx="1706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2" name="Ink 161">
                  <a:extLst>
                    <a:ext uri="{FF2B5EF4-FFF2-40B4-BE49-F238E27FC236}">
                      <a16:creationId xmlns:a16="http://schemas.microsoft.com/office/drawing/2014/main" id="{A4D235D3-5AB1-E7C4-ED2A-6AA6AABDCEC0}"/>
                    </a:ext>
                  </a:extLst>
                </p14:cNvPr>
                <p14:cNvContentPartPr/>
                <p14:nvPr/>
              </p14:nvContentPartPr>
              <p14:xfrm>
                <a:off x="3531744" y="4152456"/>
                <a:ext cx="134280" cy="102600"/>
              </p14:xfrm>
            </p:contentPart>
          </mc:Choice>
          <mc:Fallback xmlns="">
            <p:pic>
              <p:nvPicPr>
                <p:cNvPr id="162" name="Ink 161">
                  <a:extLst>
                    <a:ext uri="{FF2B5EF4-FFF2-40B4-BE49-F238E27FC236}">
                      <a16:creationId xmlns:a16="http://schemas.microsoft.com/office/drawing/2014/main" id="{A4D235D3-5AB1-E7C4-ED2A-6AA6AABDCEC0}"/>
                    </a:ext>
                  </a:extLst>
                </p:cNvPr>
                <p:cNvPicPr/>
                <p:nvPr/>
              </p:nvPicPr>
              <p:blipFill>
                <a:blip r:embed="rId255"/>
                <a:stretch>
                  <a:fillRect/>
                </a:stretch>
              </p:blipFill>
              <p:spPr>
                <a:xfrm>
                  <a:off x="3527424" y="4148136"/>
                  <a:ext cx="1429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3" name="Ink 162">
                  <a:extLst>
                    <a:ext uri="{FF2B5EF4-FFF2-40B4-BE49-F238E27FC236}">
                      <a16:creationId xmlns:a16="http://schemas.microsoft.com/office/drawing/2014/main" id="{224DBFDC-B822-218B-52C3-B3913879F600}"/>
                    </a:ext>
                  </a:extLst>
                </p14:cNvPr>
                <p14:cNvContentPartPr/>
                <p14:nvPr/>
              </p14:nvContentPartPr>
              <p14:xfrm>
                <a:off x="3712104" y="4179816"/>
                <a:ext cx="344520" cy="57960"/>
              </p14:xfrm>
            </p:contentPart>
          </mc:Choice>
          <mc:Fallback xmlns="">
            <p:pic>
              <p:nvPicPr>
                <p:cNvPr id="163" name="Ink 162">
                  <a:extLst>
                    <a:ext uri="{FF2B5EF4-FFF2-40B4-BE49-F238E27FC236}">
                      <a16:creationId xmlns:a16="http://schemas.microsoft.com/office/drawing/2014/main" id="{224DBFDC-B822-218B-52C3-B3913879F600}"/>
                    </a:ext>
                  </a:extLst>
                </p:cNvPr>
                <p:cNvPicPr/>
                <p:nvPr/>
              </p:nvPicPr>
              <p:blipFill>
                <a:blip r:embed="rId257"/>
                <a:stretch>
                  <a:fillRect/>
                </a:stretch>
              </p:blipFill>
              <p:spPr>
                <a:xfrm>
                  <a:off x="3707784" y="4175496"/>
                  <a:ext cx="3531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4" name="Ink 163">
                  <a:extLst>
                    <a:ext uri="{FF2B5EF4-FFF2-40B4-BE49-F238E27FC236}">
                      <a16:creationId xmlns:a16="http://schemas.microsoft.com/office/drawing/2014/main" id="{2305B1F5-379D-8AF3-6B6A-7B422DA05E50}"/>
                    </a:ext>
                  </a:extLst>
                </p14:cNvPr>
                <p14:cNvContentPartPr/>
                <p14:nvPr/>
              </p14:nvContentPartPr>
              <p14:xfrm>
                <a:off x="4107024" y="4192056"/>
                <a:ext cx="12600" cy="245160"/>
              </p14:xfrm>
            </p:contentPart>
          </mc:Choice>
          <mc:Fallback xmlns="">
            <p:pic>
              <p:nvPicPr>
                <p:cNvPr id="164" name="Ink 163">
                  <a:extLst>
                    <a:ext uri="{FF2B5EF4-FFF2-40B4-BE49-F238E27FC236}">
                      <a16:creationId xmlns:a16="http://schemas.microsoft.com/office/drawing/2014/main" id="{2305B1F5-379D-8AF3-6B6A-7B422DA05E50}"/>
                    </a:ext>
                  </a:extLst>
                </p:cNvPr>
                <p:cNvPicPr/>
                <p:nvPr/>
              </p:nvPicPr>
              <p:blipFill>
                <a:blip r:embed="rId259"/>
                <a:stretch>
                  <a:fillRect/>
                </a:stretch>
              </p:blipFill>
              <p:spPr>
                <a:xfrm>
                  <a:off x="4102704" y="4187736"/>
                  <a:ext cx="2124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5" name="Ink 164">
                  <a:extLst>
                    <a:ext uri="{FF2B5EF4-FFF2-40B4-BE49-F238E27FC236}">
                      <a16:creationId xmlns:a16="http://schemas.microsoft.com/office/drawing/2014/main" id="{2245F1FD-02E1-D03C-656B-E6AD56BD7194}"/>
                    </a:ext>
                  </a:extLst>
                </p14:cNvPr>
                <p14:cNvContentPartPr/>
                <p14:nvPr/>
              </p14:nvContentPartPr>
              <p14:xfrm>
                <a:off x="4100184" y="4108896"/>
                <a:ext cx="96840" cy="74880"/>
              </p14:xfrm>
            </p:contentPart>
          </mc:Choice>
          <mc:Fallback xmlns="">
            <p:pic>
              <p:nvPicPr>
                <p:cNvPr id="165" name="Ink 164">
                  <a:extLst>
                    <a:ext uri="{FF2B5EF4-FFF2-40B4-BE49-F238E27FC236}">
                      <a16:creationId xmlns:a16="http://schemas.microsoft.com/office/drawing/2014/main" id="{2245F1FD-02E1-D03C-656B-E6AD56BD7194}"/>
                    </a:ext>
                  </a:extLst>
                </p:cNvPr>
                <p:cNvPicPr/>
                <p:nvPr/>
              </p:nvPicPr>
              <p:blipFill>
                <a:blip r:embed="rId261"/>
                <a:stretch>
                  <a:fillRect/>
                </a:stretch>
              </p:blipFill>
              <p:spPr>
                <a:xfrm>
                  <a:off x="4095864" y="4104576"/>
                  <a:ext cx="1054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6" name="Ink 165">
                  <a:extLst>
                    <a:ext uri="{FF2B5EF4-FFF2-40B4-BE49-F238E27FC236}">
                      <a16:creationId xmlns:a16="http://schemas.microsoft.com/office/drawing/2014/main" id="{5D0505B1-4AE0-9B1C-B672-0BB809436DAB}"/>
                    </a:ext>
                  </a:extLst>
                </p14:cNvPr>
                <p14:cNvContentPartPr/>
                <p14:nvPr/>
              </p14:nvContentPartPr>
              <p14:xfrm>
                <a:off x="4370544" y="4130136"/>
                <a:ext cx="11880" cy="36000"/>
              </p14:xfrm>
            </p:contentPart>
          </mc:Choice>
          <mc:Fallback xmlns="">
            <p:pic>
              <p:nvPicPr>
                <p:cNvPr id="166" name="Ink 165">
                  <a:extLst>
                    <a:ext uri="{FF2B5EF4-FFF2-40B4-BE49-F238E27FC236}">
                      <a16:creationId xmlns:a16="http://schemas.microsoft.com/office/drawing/2014/main" id="{5D0505B1-4AE0-9B1C-B672-0BB809436DAB}"/>
                    </a:ext>
                  </a:extLst>
                </p:cNvPr>
                <p:cNvPicPr/>
                <p:nvPr/>
              </p:nvPicPr>
              <p:blipFill>
                <a:blip r:embed="rId263"/>
                <a:stretch>
                  <a:fillRect/>
                </a:stretch>
              </p:blipFill>
              <p:spPr>
                <a:xfrm>
                  <a:off x="4366224" y="4125816"/>
                  <a:ext cx="205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7" name="Ink 166">
                  <a:extLst>
                    <a:ext uri="{FF2B5EF4-FFF2-40B4-BE49-F238E27FC236}">
                      <a16:creationId xmlns:a16="http://schemas.microsoft.com/office/drawing/2014/main" id="{713F40FD-6B10-B0A5-45C9-DD8BF7DB9FE2}"/>
                    </a:ext>
                  </a:extLst>
                </p14:cNvPr>
                <p14:cNvContentPartPr/>
                <p14:nvPr/>
              </p14:nvContentPartPr>
              <p14:xfrm>
                <a:off x="4291704" y="4279176"/>
                <a:ext cx="143640" cy="180360"/>
              </p14:xfrm>
            </p:contentPart>
          </mc:Choice>
          <mc:Fallback xmlns="">
            <p:pic>
              <p:nvPicPr>
                <p:cNvPr id="167" name="Ink 166">
                  <a:extLst>
                    <a:ext uri="{FF2B5EF4-FFF2-40B4-BE49-F238E27FC236}">
                      <a16:creationId xmlns:a16="http://schemas.microsoft.com/office/drawing/2014/main" id="{713F40FD-6B10-B0A5-45C9-DD8BF7DB9FE2}"/>
                    </a:ext>
                  </a:extLst>
                </p:cNvPr>
                <p:cNvPicPr/>
                <p:nvPr/>
              </p:nvPicPr>
              <p:blipFill>
                <a:blip r:embed="rId265"/>
                <a:stretch>
                  <a:fillRect/>
                </a:stretch>
              </p:blipFill>
              <p:spPr>
                <a:xfrm>
                  <a:off x="4287384" y="4274856"/>
                  <a:ext cx="152280" cy="189000"/>
                </a:xfrm>
                <a:prstGeom prst="rect">
                  <a:avLst/>
                </a:prstGeom>
              </p:spPr>
            </p:pic>
          </mc:Fallback>
        </mc:AlternateContent>
      </p:grpSp>
      <p:grpSp>
        <p:nvGrpSpPr>
          <p:cNvPr id="178" name="Group 177">
            <a:extLst>
              <a:ext uri="{FF2B5EF4-FFF2-40B4-BE49-F238E27FC236}">
                <a16:creationId xmlns:a16="http://schemas.microsoft.com/office/drawing/2014/main" id="{86F12D6F-E209-0A22-85AA-5641F492D891}"/>
              </a:ext>
            </a:extLst>
          </p:cNvPr>
          <p:cNvGrpSpPr/>
          <p:nvPr/>
        </p:nvGrpSpPr>
        <p:grpSpPr>
          <a:xfrm>
            <a:off x="1720944" y="4086216"/>
            <a:ext cx="1065240" cy="404280"/>
            <a:chOff x="1720944" y="4086216"/>
            <a:chExt cx="1065240" cy="404280"/>
          </a:xfrm>
        </p:grpSpPr>
        <mc:AlternateContent xmlns:mc="http://schemas.openxmlformats.org/markup-compatibility/2006" xmlns:p14="http://schemas.microsoft.com/office/powerpoint/2010/main">
          <mc:Choice Requires="p14">
            <p:contentPart p14:bwMode="auto" r:id="rId266">
              <p14:nvContentPartPr>
                <p14:cNvPr id="154" name="Ink 153">
                  <a:extLst>
                    <a:ext uri="{FF2B5EF4-FFF2-40B4-BE49-F238E27FC236}">
                      <a16:creationId xmlns:a16="http://schemas.microsoft.com/office/drawing/2014/main" id="{69DD89B2-1DD4-2FD9-F0B2-5B68F5FD3B7E}"/>
                    </a:ext>
                  </a:extLst>
                </p14:cNvPr>
                <p14:cNvContentPartPr/>
                <p14:nvPr/>
              </p14:nvContentPartPr>
              <p14:xfrm>
                <a:off x="1720944" y="4203576"/>
                <a:ext cx="168840" cy="90720"/>
              </p14:xfrm>
            </p:contentPart>
          </mc:Choice>
          <mc:Fallback xmlns="">
            <p:pic>
              <p:nvPicPr>
                <p:cNvPr id="154" name="Ink 153">
                  <a:extLst>
                    <a:ext uri="{FF2B5EF4-FFF2-40B4-BE49-F238E27FC236}">
                      <a16:creationId xmlns:a16="http://schemas.microsoft.com/office/drawing/2014/main" id="{69DD89B2-1DD4-2FD9-F0B2-5B68F5FD3B7E}"/>
                    </a:ext>
                  </a:extLst>
                </p:cNvPr>
                <p:cNvPicPr/>
                <p:nvPr/>
              </p:nvPicPr>
              <p:blipFill>
                <a:blip r:embed="rId267"/>
                <a:stretch>
                  <a:fillRect/>
                </a:stretch>
              </p:blipFill>
              <p:spPr>
                <a:xfrm>
                  <a:off x="1716624" y="4199256"/>
                  <a:ext cx="1774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5" name="Ink 154">
                  <a:extLst>
                    <a:ext uri="{FF2B5EF4-FFF2-40B4-BE49-F238E27FC236}">
                      <a16:creationId xmlns:a16="http://schemas.microsoft.com/office/drawing/2014/main" id="{F09F5147-B2DF-7ED1-584D-EB69C0EAAD84}"/>
                    </a:ext>
                  </a:extLst>
                </p14:cNvPr>
                <p14:cNvContentPartPr/>
                <p14:nvPr/>
              </p14:nvContentPartPr>
              <p14:xfrm>
                <a:off x="1986984" y="4086216"/>
                <a:ext cx="187200" cy="324720"/>
              </p14:xfrm>
            </p:contentPart>
          </mc:Choice>
          <mc:Fallback xmlns="">
            <p:pic>
              <p:nvPicPr>
                <p:cNvPr id="155" name="Ink 154">
                  <a:extLst>
                    <a:ext uri="{FF2B5EF4-FFF2-40B4-BE49-F238E27FC236}">
                      <a16:creationId xmlns:a16="http://schemas.microsoft.com/office/drawing/2014/main" id="{F09F5147-B2DF-7ED1-584D-EB69C0EAAD84}"/>
                    </a:ext>
                  </a:extLst>
                </p:cNvPr>
                <p:cNvPicPr/>
                <p:nvPr/>
              </p:nvPicPr>
              <p:blipFill>
                <a:blip r:embed="rId269"/>
                <a:stretch>
                  <a:fillRect/>
                </a:stretch>
              </p:blipFill>
              <p:spPr>
                <a:xfrm>
                  <a:off x="1982664" y="4081896"/>
                  <a:ext cx="19584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57" name="Ink 156">
                  <a:extLst>
                    <a:ext uri="{FF2B5EF4-FFF2-40B4-BE49-F238E27FC236}">
                      <a16:creationId xmlns:a16="http://schemas.microsoft.com/office/drawing/2014/main" id="{04B90005-FAB4-E50A-FEA6-417E7D6064F5}"/>
                    </a:ext>
                  </a:extLst>
                </p14:cNvPr>
                <p14:cNvContentPartPr/>
                <p14:nvPr/>
              </p14:nvContentPartPr>
              <p14:xfrm>
                <a:off x="2557224" y="4088016"/>
                <a:ext cx="228960" cy="286920"/>
              </p14:xfrm>
            </p:contentPart>
          </mc:Choice>
          <mc:Fallback xmlns="">
            <p:pic>
              <p:nvPicPr>
                <p:cNvPr id="157" name="Ink 156">
                  <a:extLst>
                    <a:ext uri="{FF2B5EF4-FFF2-40B4-BE49-F238E27FC236}">
                      <a16:creationId xmlns:a16="http://schemas.microsoft.com/office/drawing/2014/main" id="{04B90005-FAB4-E50A-FEA6-417E7D6064F5}"/>
                    </a:ext>
                  </a:extLst>
                </p:cNvPr>
                <p:cNvPicPr/>
                <p:nvPr/>
              </p:nvPicPr>
              <p:blipFill>
                <a:blip r:embed="rId271"/>
                <a:stretch>
                  <a:fillRect/>
                </a:stretch>
              </p:blipFill>
              <p:spPr>
                <a:xfrm>
                  <a:off x="2552904" y="4083696"/>
                  <a:ext cx="2376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0" name="Ink 169">
                  <a:extLst>
                    <a:ext uri="{FF2B5EF4-FFF2-40B4-BE49-F238E27FC236}">
                      <a16:creationId xmlns:a16="http://schemas.microsoft.com/office/drawing/2014/main" id="{C56F2794-1F5F-2D64-B292-974DE85446E5}"/>
                    </a:ext>
                  </a:extLst>
                </p14:cNvPr>
                <p14:cNvContentPartPr/>
                <p14:nvPr/>
              </p14:nvContentPartPr>
              <p14:xfrm>
                <a:off x="2165904" y="4296096"/>
                <a:ext cx="102960" cy="194400"/>
              </p14:xfrm>
            </p:contentPart>
          </mc:Choice>
          <mc:Fallback xmlns="">
            <p:pic>
              <p:nvPicPr>
                <p:cNvPr id="170" name="Ink 169">
                  <a:extLst>
                    <a:ext uri="{FF2B5EF4-FFF2-40B4-BE49-F238E27FC236}">
                      <a16:creationId xmlns:a16="http://schemas.microsoft.com/office/drawing/2014/main" id="{C56F2794-1F5F-2D64-B292-974DE85446E5}"/>
                    </a:ext>
                  </a:extLst>
                </p:cNvPr>
                <p:cNvPicPr/>
                <p:nvPr/>
              </p:nvPicPr>
              <p:blipFill>
                <a:blip r:embed="rId273"/>
                <a:stretch>
                  <a:fillRect/>
                </a:stretch>
              </p:blipFill>
              <p:spPr>
                <a:xfrm>
                  <a:off x="2161584" y="4291776"/>
                  <a:ext cx="1116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1" name="Ink 170">
                  <a:extLst>
                    <a:ext uri="{FF2B5EF4-FFF2-40B4-BE49-F238E27FC236}">
                      <a16:creationId xmlns:a16="http://schemas.microsoft.com/office/drawing/2014/main" id="{22AF96D6-75C4-2DA1-29AF-F4F1CBD6C33A}"/>
                    </a:ext>
                  </a:extLst>
                </p14:cNvPr>
                <p14:cNvContentPartPr/>
                <p14:nvPr/>
              </p14:nvContentPartPr>
              <p14:xfrm>
                <a:off x="2254464" y="4163616"/>
                <a:ext cx="7200" cy="29160"/>
              </p14:xfrm>
            </p:contentPart>
          </mc:Choice>
          <mc:Fallback xmlns="">
            <p:pic>
              <p:nvPicPr>
                <p:cNvPr id="171" name="Ink 170">
                  <a:extLst>
                    <a:ext uri="{FF2B5EF4-FFF2-40B4-BE49-F238E27FC236}">
                      <a16:creationId xmlns:a16="http://schemas.microsoft.com/office/drawing/2014/main" id="{22AF96D6-75C4-2DA1-29AF-F4F1CBD6C33A}"/>
                    </a:ext>
                  </a:extLst>
                </p:cNvPr>
                <p:cNvPicPr/>
                <p:nvPr/>
              </p:nvPicPr>
              <p:blipFill>
                <a:blip r:embed="rId275"/>
                <a:stretch>
                  <a:fillRect/>
                </a:stretch>
              </p:blipFill>
              <p:spPr>
                <a:xfrm>
                  <a:off x="2250144" y="4159296"/>
                  <a:ext cx="158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2" name="Ink 171">
                  <a:extLst>
                    <a:ext uri="{FF2B5EF4-FFF2-40B4-BE49-F238E27FC236}">
                      <a16:creationId xmlns:a16="http://schemas.microsoft.com/office/drawing/2014/main" id="{42C02100-3694-549B-AD73-ACDF5D03A04D}"/>
                    </a:ext>
                  </a:extLst>
                </p14:cNvPr>
                <p14:cNvContentPartPr/>
                <p14:nvPr/>
              </p14:nvContentPartPr>
              <p14:xfrm>
                <a:off x="2355984" y="4192416"/>
                <a:ext cx="21240" cy="124920"/>
              </p14:xfrm>
            </p:contentPart>
          </mc:Choice>
          <mc:Fallback xmlns="">
            <p:pic>
              <p:nvPicPr>
                <p:cNvPr id="172" name="Ink 171">
                  <a:extLst>
                    <a:ext uri="{FF2B5EF4-FFF2-40B4-BE49-F238E27FC236}">
                      <a16:creationId xmlns:a16="http://schemas.microsoft.com/office/drawing/2014/main" id="{42C02100-3694-549B-AD73-ACDF5D03A04D}"/>
                    </a:ext>
                  </a:extLst>
                </p:cNvPr>
                <p:cNvPicPr/>
                <p:nvPr/>
              </p:nvPicPr>
              <p:blipFill>
                <a:blip r:embed="rId277"/>
                <a:stretch>
                  <a:fillRect/>
                </a:stretch>
              </p:blipFill>
              <p:spPr>
                <a:xfrm>
                  <a:off x="2351664" y="4188096"/>
                  <a:ext cx="298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3" name="Ink 172">
                  <a:extLst>
                    <a:ext uri="{FF2B5EF4-FFF2-40B4-BE49-F238E27FC236}">
                      <a16:creationId xmlns:a16="http://schemas.microsoft.com/office/drawing/2014/main" id="{946FF308-6693-E931-3205-D4BFE033604E}"/>
                    </a:ext>
                  </a:extLst>
                </p14:cNvPr>
                <p14:cNvContentPartPr/>
                <p14:nvPr/>
              </p14:nvContentPartPr>
              <p14:xfrm>
                <a:off x="2351664" y="4242096"/>
                <a:ext cx="88200" cy="29160"/>
              </p14:xfrm>
            </p:contentPart>
          </mc:Choice>
          <mc:Fallback xmlns="">
            <p:pic>
              <p:nvPicPr>
                <p:cNvPr id="173" name="Ink 172">
                  <a:extLst>
                    <a:ext uri="{FF2B5EF4-FFF2-40B4-BE49-F238E27FC236}">
                      <a16:creationId xmlns:a16="http://schemas.microsoft.com/office/drawing/2014/main" id="{946FF308-6693-E931-3205-D4BFE033604E}"/>
                    </a:ext>
                  </a:extLst>
                </p:cNvPr>
                <p:cNvPicPr/>
                <p:nvPr/>
              </p:nvPicPr>
              <p:blipFill>
                <a:blip r:embed="rId279"/>
                <a:stretch>
                  <a:fillRect/>
                </a:stretch>
              </p:blipFill>
              <p:spPr>
                <a:xfrm>
                  <a:off x="2347344" y="4237776"/>
                  <a:ext cx="968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4" name="Ink 173">
                  <a:extLst>
                    <a:ext uri="{FF2B5EF4-FFF2-40B4-BE49-F238E27FC236}">
                      <a16:creationId xmlns:a16="http://schemas.microsoft.com/office/drawing/2014/main" id="{AFF60B01-0DB1-7D5D-9BCC-526E9BB961DD}"/>
                    </a:ext>
                  </a:extLst>
                </p14:cNvPr>
                <p14:cNvContentPartPr/>
                <p14:nvPr/>
              </p14:nvContentPartPr>
              <p14:xfrm>
                <a:off x="2515464" y="4157856"/>
                <a:ext cx="23760" cy="150480"/>
              </p14:xfrm>
            </p:contentPart>
          </mc:Choice>
          <mc:Fallback xmlns="">
            <p:pic>
              <p:nvPicPr>
                <p:cNvPr id="174" name="Ink 173">
                  <a:extLst>
                    <a:ext uri="{FF2B5EF4-FFF2-40B4-BE49-F238E27FC236}">
                      <a16:creationId xmlns:a16="http://schemas.microsoft.com/office/drawing/2014/main" id="{AFF60B01-0DB1-7D5D-9BCC-526E9BB961DD}"/>
                    </a:ext>
                  </a:extLst>
                </p:cNvPr>
                <p:cNvPicPr/>
                <p:nvPr/>
              </p:nvPicPr>
              <p:blipFill>
                <a:blip r:embed="rId281"/>
                <a:stretch>
                  <a:fillRect/>
                </a:stretch>
              </p:blipFill>
              <p:spPr>
                <a:xfrm>
                  <a:off x="2511144" y="4153536"/>
                  <a:ext cx="324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5" name="Ink 174">
                  <a:extLst>
                    <a:ext uri="{FF2B5EF4-FFF2-40B4-BE49-F238E27FC236}">
                      <a16:creationId xmlns:a16="http://schemas.microsoft.com/office/drawing/2014/main" id="{DD72B7B5-F3E7-EE69-06DB-88555DCAA736}"/>
                    </a:ext>
                  </a:extLst>
                </p14:cNvPr>
                <p14:cNvContentPartPr/>
                <p14:nvPr/>
              </p14:nvContentPartPr>
              <p14:xfrm>
                <a:off x="2315304" y="4241376"/>
                <a:ext cx="77040" cy="25200"/>
              </p14:xfrm>
            </p:contentPart>
          </mc:Choice>
          <mc:Fallback xmlns="">
            <p:pic>
              <p:nvPicPr>
                <p:cNvPr id="175" name="Ink 174">
                  <a:extLst>
                    <a:ext uri="{FF2B5EF4-FFF2-40B4-BE49-F238E27FC236}">
                      <a16:creationId xmlns:a16="http://schemas.microsoft.com/office/drawing/2014/main" id="{DD72B7B5-F3E7-EE69-06DB-88555DCAA736}"/>
                    </a:ext>
                  </a:extLst>
                </p:cNvPr>
                <p:cNvPicPr/>
                <p:nvPr/>
              </p:nvPicPr>
              <p:blipFill>
                <a:blip r:embed="rId283"/>
                <a:stretch>
                  <a:fillRect/>
                </a:stretch>
              </p:blipFill>
              <p:spPr>
                <a:xfrm>
                  <a:off x="2310984" y="4237056"/>
                  <a:ext cx="856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7" name="Ink 176">
                  <a:extLst>
                    <a:ext uri="{FF2B5EF4-FFF2-40B4-BE49-F238E27FC236}">
                      <a16:creationId xmlns:a16="http://schemas.microsoft.com/office/drawing/2014/main" id="{4B2491E8-E33F-DD91-1451-C55DB9680E1C}"/>
                    </a:ext>
                  </a:extLst>
                </p14:cNvPr>
                <p14:cNvContentPartPr/>
                <p14:nvPr/>
              </p14:nvContentPartPr>
              <p14:xfrm>
                <a:off x="2229264" y="4147056"/>
                <a:ext cx="34920" cy="45720"/>
              </p14:xfrm>
            </p:contentPart>
          </mc:Choice>
          <mc:Fallback xmlns="">
            <p:pic>
              <p:nvPicPr>
                <p:cNvPr id="177" name="Ink 176">
                  <a:extLst>
                    <a:ext uri="{FF2B5EF4-FFF2-40B4-BE49-F238E27FC236}">
                      <a16:creationId xmlns:a16="http://schemas.microsoft.com/office/drawing/2014/main" id="{4B2491E8-E33F-DD91-1451-C55DB9680E1C}"/>
                    </a:ext>
                  </a:extLst>
                </p:cNvPr>
                <p:cNvPicPr/>
                <p:nvPr/>
              </p:nvPicPr>
              <p:blipFill>
                <a:blip r:embed="rId285"/>
                <a:stretch>
                  <a:fillRect/>
                </a:stretch>
              </p:blipFill>
              <p:spPr>
                <a:xfrm>
                  <a:off x="2224944" y="4142736"/>
                  <a:ext cx="43560" cy="54360"/>
                </a:xfrm>
                <a:prstGeom prst="rect">
                  <a:avLst/>
                </a:prstGeom>
              </p:spPr>
            </p:pic>
          </mc:Fallback>
        </mc:AlternateContent>
      </p:grpSp>
      <p:grpSp>
        <p:nvGrpSpPr>
          <p:cNvPr id="197" name="Group 196">
            <a:extLst>
              <a:ext uri="{FF2B5EF4-FFF2-40B4-BE49-F238E27FC236}">
                <a16:creationId xmlns:a16="http://schemas.microsoft.com/office/drawing/2014/main" id="{1B15082B-3AAC-84BF-664E-94FBF7F432B0}"/>
              </a:ext>
            </a:extLst>
          </p:cNvPr>
          <p:cNvGrpSpPr/>
          <p:nvPr/>
        </p:nvGrpSpPr>
        <p:grpSpPr>
          <a:xfrm>
            <a:off x="4940784" y="5440896"/>
            <a:ext cx="1749240" cy="411120"/>
            <a:chOff x="4940784" y="5440896"/>
            <a:chExt cx="1749240" cy="411120"/>
          </a:xfrm>
        </p:grpSpPr>
        <mc:AlternateContent xmlns:mc="http://schemas.openxmlformats.org/markup-compatibility/2006" xmlns:p14="http://schemas.microsoft.com/office/powerpoint/2010/main">
          <mc:Choice Requires="p14">
            <p:contentPart p14:bwMode="auto" r:id="rId286">
              <p14:nvContentPartPr>
                <p14:cNvPr id="179" name="Ink 178">
                  <a:extLst>
                    <a:ext uri="{FF2B5EF4-FFF2-40B4-BE49-F238E27FC236}">
                      <a16:creationId xmlns:a16="http://schemas.microsoft.com/office/drawing/2014/main" id="{BA8685C8-D0D0-A80F-9EF6-EE96FEA981B1}"/>
                    </a:ext>
                  </a:extLst>
                </p14:cNvPr>
                <p14:cNvContentPartPr/>
                <p14:nvPr/>
              </p14:nvContentPartPr>
              <p14:xfrm>
                <a:off x="5183424" y="5508216"/>
                <a:ext cx="67320" cy="258840"/>
              </p14:xfrm>
            </p:contentPart>
          </mc:Choice>
          <mc:Fallback xmlns="">
            <p:pic>
              <p:nvPicPr>
                <p:cNvPr id="179" name="Ink 178">
                  <a:extLst>
                    <a:ext uri="{FF2B5EF4-FFF2-40B4-BE49-F238E27FC236}">
                      <a16:creationId xmlns:a16="http://schemas.microsoft.com/office/drawing/2014/main" id="{BA8685C8-D0D0-A80F-9EF6-EE96FEA981B1}"/>
                    </a:ext>
                  </a:extLst>
                </p:cNvPr>
                <p:cNvPicPr/>
                <p:nvPr/>
              </p:nvPicPr>
              <p:blipFill>
                <a:blip r:embed="rId287"/>
                <a:stretch>
                  <a:fillRect/>
                </a:stretch>
              </p:blipFill>
              <p:spPr>
                <a:xfrm>
                  <a:off x="5179104" y="5503896"/>
                  <a:ext cx="759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0" name="Ink 179">
                  <a:extLst>
                    <a:ext uri="{FF2B5EF4-FFF2-40B4-BE49-F238E27FC236}">
                      <a16:creationId xmlns:a16="http://schemas.microsoft.com/office/drawing/2014/main" id="{347F36A9-C10C-9757-24FF-5D39640B6225}"/>
                    </a:ext>
                  </a:extLst>
                </p14:cNvPr>
                <p14:cNvContentPartPr/>
                <p14:nvPr/>
              </p14:nvContentPartPr>
              <p14:xfrm>
                <a:off x="5054184" y="5527296"/>
                <a:ext cx="482400" cy="27000"/>
              </p14:xfrm>
            </p:contentPart>
          </mc:Choice>
          <mc:Fallback xmlns="">
            <p:pic>
              <p:nvPicPr>
                <p:cNvPr id="180" name="Ink 179">
                  <a:extLst>
                    <a:ext uri="{FF2B5EF4-FFF2-40B4-BE49-F238E27FC236}">
                      <a16:creationId xmlns:a16="http://schemas.microsoft.com/office/drawing/2014/main" id="{347F36A9-C10C-9757-24FF-5D39640B6225}"/>
                    </a:ext>
                  </a:extLst>
                </p:cNvPr>
                <p:cNvPicPr/>
                <p:nvPr/>
              </p:nvPicPr>
              <p:blipFill>
                <a:blip r:embed="rId289"/>
                <a:stretch>
                  <a:fillRect/>
                </a:stretch>
              </p:blipFill>
              <p:spPr>
                <a:xfrm>
                  <a:off x="5049864" y="5522976"/>
                  <a:ext cx="4910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1" name="Ink 180">
                  <a:extLst>
                    <a:ext uri="{FF2B5EF4-FFF2-40B4-BE49-F238E27FC236}">
                      <a16:creationId xmlns:a16="http://schemas.microsoft.com/office/drawing/2014/main" id="{2D051428-E66F-5E88-B611-C9F6F5825874}"/>
                    </a:ext>
                  </a:extLst>
                </p14:cNvPr>
                <p14:cNvContentPartPr/>
                <p14:nvPr/>
              </p14:nvContentPartPr>
              <p14:xfrm>
                <a:off x="4940784" y="5808096"/>
                <a:ext cx="461160" cy="43920"/>
              </p14:xfrm>
            </p:contentPart>
          </mc:Choice>
          <mc:Fallback xmlns="">
            <p:pic>
              <p:nvPicPr>
                <p:cNvPr id="181" name="Ink 180">
                  <a:extLst>
                    <a:ext uri="{FF2B5EF4-FFF2-40B4-BE49-F238E27FC236}">
                      <a16:creationId xmlns:a16="http://schemas.microsoft.com/office/drawing/2014/main" id="{2D051428-E66F-5E88-B611-C9F6F5825874}"/>
                    </a:ext>
                  </a:extLst>
                </p:cNvPr>
                <p:cNvPicPr/>
                <p:nvPr/>
              </p:nvPicPr>
              <p:blipFill>
                <a:blip r:embed="rId291"/>
                <a:stretch>
                  <a:fillRect/>
                </a:stretch>
              </p:blipFill>
              <p:spPr>
                <a:xfrm>
                  <a:off x="4936464" y="5803776"/>
                  <a:ext cx="4698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2" name="Ink 181">
                  <a:extLst>
                    <a:ext uri="{FF2B5EF4-FFF2-40B4-BE49-F238E27FC236}">
                      <a16:creationId xmlns:a16="http://schemas.microsoft.com/office/drawing/2014/main" id="{84CF6E53-5B08-76A3-9106-344E21EC0B51}"/>
                    </a:ext>
                  </a:extLst>
                </p14:cNvPr>
                <p14:cNvContentPartPr/>
                <p14:nvPr/>
              </p14:nvContentPartPr>
              <p14:xfrm>
                <a:off x="5414544" y="5705496"/>
                <a:ext cx="157320" cy="82440"/>
              </p14:xfrm>
            </p:contentPart>
          </mc:Choice>
          <mc:Fallback xmlns="">
            <p:pic>
              <p:nvPicPr>
                <p:cNvPr id="182" name="Ink 181">
                  <a:extLst>
                    <a:ext uri="{FF2B5EF4-FFF2-40B4-BE49-F238E27FC236}">
                      <a16:creationId xmlns:a16="http://schemas.microsoft.com/office/drawing/2014/main" id="{84CF6E53-5B08-76A3-9106-344E21EC0B51}"/>
                    </a:ext>
                  </a:extLst>
                </p:cNvPr>
                <p:cNvPicPr/>
                <p:nvPr/>
              </p:nvPicPr>
              <p:blipFill>
                <a:blip r:embed="rId293"/>
                <a:stretch>
                  <a:fillRect/>
                </a:stretch>
              </p:blipFill>
              <p:spPr>
                <a:xfrm>
                  <a:off x="5410224" y="5701176"/>
                  <a:ext cx="16596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3" name="Ink 182">
                  <a:extLst>
                    <a:ext uri="{FF2B5EF4-FFF2-40B4-BE49-F238E27FC236}">
                      <a16:creationId xmlns:a16="http://schemas.microsoft.com/office/drawing/2014/main" id="{89111236-4F9E-EFBA-F087-8290CF7FEB7B}"/>
                    </a:ext>
                  </a:extLst>
                </p14:cNvPr>
                <p14:cNvContentPartPr/>
                <p14:nvPr/>
              </p14:nvContentPartPr>
              <p14:xfrm>
                <a:off x="5622624" y="5666256"/>
                <a:ext cx="127080" cy="115920"/>
              </p14:xfrm>
            </p:contentPart>
          </mc:Choice>
          <mc:Fallback xmlns="">
            <p:pic>
              <p:nvPicPr>
                <p:cNvPr id="183" name="Ink 182">
                  <a:extLst>
                    <a:ext uri="{FF2B5EF4-FFF2-40B4-BE49-F238E27FC236}">
                      <a16:creationId xmlns:a16="http://schemas.microsoft.com/office/drawing/2014/main" id="{89111236-4F9E-EFBA-F087-8290CF7FEB7B}"/>
                    </a:ext>
                  </a:extLst>
                </p:cNvPr>
                <p:cNvPicPr/>
                <p:nvPr/>
              </p:nvPicPr>
              <p:blipFill>
                <a:blip r:embed="rId295"/>
                <a:stretch>
                  <a:fillRect/>
                </a:stretch>
              </p:blipFill>
              <p:spPr>
                <a:xfrm>
                  <a:off x="5618304" y="5661936"/>
                  <a:ext cx="1357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4" name="Ink 183">
                  <a:extLst>
                    <a:ext uri="{FF2B5EF4-FFF2-40B4-BE49-F238E27FC236}">
                      <a16:creationId xmlns:a16="http://schemas.microsoft.com/office/drawing/2014/main" id="{78EF02CE-83CE-223E-D73F-075E4238CFF7}"/>
                    </a:ext>
                  </a:extLst>
                </p14:cNvPr>
                <p14:cNvContentPartPr/>
                <p14:nvPr/>
              </p14:nvContentPartPr>
              <p14:xfrm>
                <a:off x="5797944" y="5684256"/>
                <a:ext cx="97200" cy="111240"/>
              </p14:xfrm>
            </p:contentPart>
          </mc:Choice>
          <mc:Fallback xmlns="">
            <p:pic>
              <p:nvPicPr>
                <p:cNvPr id="184" name="Ink 183">
                  <a:extLst>
                    <a:ext uri="{FF2B5EF4-FFF2-40B4-BE49-F238E27FC236}">
                      <a16:creationId xmlns:a16="http://schemas.microsoft.com/office/drawing/2014/main" id="{78EF02CE-83CE-223E-D73F-075E4238CFF7}"/>
                    </a:ext>
                  </a:extLst>
                </p:cNvPr>
                <p:cNvPicPr/>
                <p:nvPr/>
              </p:nvPicPr>
              <p:blipFill>
                <a:blip r:embed="rId297"/>
                <a:stretch>
                  <a:fillRect/>
                </a:stretch>
              </p:blipFill>
              <p:spPr>
                <a:xfrm>
                  <a:off x="5793624" y="5679936"/>
                  <a:ext cx="1058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5" name="Ink 184">
                  <a:extLst>
                    <a:ext uri="{FF2B5EF4-FFF2-40B4-BE49-F238E27FC236}">
                      <a16:creationId xmlns:a16="http://schemas.microsoft.com/office/drawing/2014/main" id="{4756F810-4642-3A73-57AB-53935E14A0ED}"/>
                    </a:ext>
                  </a:extLst>
                </p14:cNvPr>
                <p14:cNvContentPartPr/>
                <p14:nvPr/>
              </p14:nvContentPartPr>
              <p14:xfrm>
                <a:off x="5957424" y="5653296"/>
                <a:ext cx="64800" cy="101160"/>
              </p14:xfrm>
            </p:contentPart>
          </mc:Choice>
          <mc:Fallback xmlns="">
            <p:pic>
              <p:nvPicPr>
                <p:cNvPr id="185" name="Ink 184">
                  <a:extLst>
                    <a:ext uri="{FF2B5EF4-FFF2-40B4-BE49-F238E27FC236}">
                      <a16:creationId xmlns:a16="http://schemas.microsoft.com/office/drawing/2014/main" id="{4756F810-4642-3A73-57AB-53935E14A0ED}"/>
                    </a:ext>
                  </a:extLst>
                </p:cNvPr>
                <p:cNvPicPr/>
                <p:nvPr/>
              </p:nvPicPr>
              <p:blipFill>
                <a:blip r:embed="rId299"/>
                <a:stretch>
                  <a:fillRect/>
                </a:stretch>
              </p:blipFill>
              <p:spPr>
                <a:xfrm>
                  <a:off x="5953104" y="5648976"/>
                  <a:ext cx="734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6" name="Ink 185">
                  <a:extLst>
                    <a:ext uri="{FF2B5EF4-FFF2-40B4-BE49-F238E27FC236}">
                      <a16:creationId xmlns:a16="http://schemas.microsoft.com/office/drawing/2014/main" id="{7544FA35-444E-C5EE-A99E-1AC33155188D}"/>
                    </a:ext>
                  </a:extLst>
                </p14:cNvPr>
                <p14:cNvContentPartPr/>
                <p14:nvPr/>
              </p14:nvContentPartPr>
              <p14:xfrm>
                <a:off x="6130584" y="5440896"/>
                <a:ext cx="48960" cy="277200"/>
              </p14:xfrm>
            </p:contentPart>
          </mc:Choice>
          <mc:Fallback xmlns="">
            <p:pic>
              <p:nvPicPr>
                <p:cNvPr id="186" name="Ink 185">
                  <a:extLst>
                    <a:ext uri="{FF2B5EF4-FFF2-40B4-BE49-F238E27FC236}">
                      <a16:creationId xmlns:a16="http://schemas.microsoft.com/office/drawing/2014/main" id="{7544FA35-444E-C5EE-A99E-1AC33155188D}"/>
                    </a:ext>
                  </a:extLst>
                </p:cNvPr>
                <p:cNvPicPr/>
                <p:nvPr/>
              </p:nvPicPr>
              <p:blipFill>
                <a:blip r:embed="rId301"/>
                <a:stretch>
                  <a:fillRect/>
                </a:stretch>
              </p:blipFill>
              <p:spPr>
                <a:xfrm>
                  <a:off x="6126264" y="5436576"/>
                  <a:ext cx="5760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7" name="Ink 186">
                  <a:extLst>
                    <a:ext uri="{FF2B5EF4-FFF2-40B4-BE49-F238E27FC236}">
                      <a16:creationId xmlns:a16="http://schemas.microsoft.com/office/drawing/2014/main" id="{4C4F5F10-F974-C22B-6B70-CBBF5B07261E}"/>
                    </a:ext>
                  </a:extLst>
                </p14:cNvPr>
                <p14:cNvContentPartPr/>
                <p14:nvPr/>
              </p14:nvContentPartPr>
              <p14:xfrm>
                <a:off x="6077304" y="5617656"/>
                <a:ext cx="141120" cy="14040"/>
              </p14:xfrm>
            </p:contentPart>
          </mc:Choice>
          <mc:Fallback xmlns="">
            <p:pic>
              <p:nvPicPr>
                <p:cNvPr id="187" name="Ink 186">
                  <a:extLst>
                    <a:ext uri="{FF2B5EF4-FFF2-40B4-BE49-F238E27FC236}">
                      <a16:creationId xmlns:a16="http://schemas.microsoft.com/office/drawing/2014/main" id="{4C4F5F10-F974-C22B-6B70-CBBF5B07261E}"/>
                    </a:ext>
                  </a:extLst>
                </p:cNvPr>
                <p:cNvPicPr/>
                <p:nvPr/>
              </p:nvPicPr>
              <p:blipFill>
                <a:blip r:embed="rId303"/>
                <a:stretch>
                  <a:fillRect/>
                </a:stretch>
              </p:blipFill>
              <p:spPr>
                <a:xfrm>
                  <a:off x="6072984" y="5613336"/>
                  <a:ext cx="1497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8" name="Ink 187">
                  <a:extLst>
                    <a:ext uri="{FF2B5EF4-FFF2-40B4-BE49-F238E27FC236}">
                      <a16:creationId xmlns:a16="http://schemas.microsoft.com/office/drawing/2014/main" id="{39D8473A-8106-4F9D-9AC8-F989E74952F5}"/>
                    </a:ext>
                  </a:extLst>
                </p14:cNvPr>
                <p14:cNvContentPartPr/>
                <p14:nvPr/>
              </p14:nvContentPartPr>
              <p14:xfrm>
                <a:off x="6280704" y="5647536"/>
                <a:ext cx="18720" cy="77760"/>
              </p14:xfrm>
            </p:contentPart>
          </mc:Choice>
          <mc:Fallback xmlns="">
            <p:pic>
              <p:nvPicPr>
                <p:cNvPr id="188" name="Ink 187">
                  <a:extLst>
                    <a:ext uri="{FF2B5EF4-FFF2-40B4-BE49-F238E27FC236}">
                      <a16:creationId xmlns:a16="http://schemas.microsoft.com/office/drawing/2014/main" id="{39D8473A-8106-4F9D-9AC8-F989E74952F5}"/>
                    </a:ext>
                  </a:extLst>
                </p:cNvPr>
                <p:cNvPicPr/>
                <p:nvPr/>
              </p:nvPicPr>
              <p:blipFill>
                <a:blip r:embed="rId305"/>
                <a:stretch>
                  <a:fillRect/>
                </a:stretch>
              </p:blipFill>
              <p:spPr>
                <a:xfrm>
                  <a:off x="6276384" y="5643216"/>
                  <a:ext cx="273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89" name="Ink 188">
                  <a:extLst>
                    <a:ext uri="{FF2B5EF4-FFF2-40B4-BE49-F238E27FC236}">
                      <a16:creationId xmlns:a16="http://schemas.microsoft.com/office/drawing/2014/main" id="{4DBB127C-A4DC-F86A-0A5B-0DFF7BD56987}"/>
                    </a:ext>
                  </a:extLst>
                </p14:cNvPr>
                <p14:cNvContentPartPr/>
                <p14:nvPr/>
              </p14:nvContentPartPr>
              <p14:xfrm>
                <a:off x="6363864" y="5503176"/>
                <a:ext cx="18720" cy="101880"/>
              </p14:xfrm>
            </p:contentPart>
          </mc:Choice>
          <mc:Fallback xmlns="">
            <p:pic>
              <p:nvPicPr>
                <p:cNvPr id="189" name="Ink 188">
                  <a:extLst>
                    <a:ext uri="{FF2B5EF4-FFF2-40B4-BE49-F238E27FC236}">
                      <a16:creationId xmlns:a16="http://schemas.microsoft.com/office/drawing/2014/main" id="{4DBB127C-A4DC-F86A-0A5B-0DFF7BD56987}"/>
                    </a:ext>
                  </a:extLst>
                </p:cNvPr>
                <p:cNvPicPr/>
                <p:nvPr/>
              </p:nvPicPr>
              <p:blipFill>
                <a:blip r:embed="rId307"/>
                <a:stretch>
                  <a:fillRect/>
                </a:stretch>
              </p:blipFill>
              <p:spPr>
                <a:xfrm>
                  <a:off x="6359544" y="5498856"/>
                  <a:ext cx="273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0" name="Ink 189">
                  <a:extLst>
                    <a:ext uri="{FF2B5EF4-FFF2-40B4-BE49-F238E27FC236}">
                      <a16:creationId xmlns:a16="http://schemas.microsoft.com/office/drawing/2014/main" id="{0807B81B-A560-04BF-0978-4D893B11ADD8}"/>
                    </a:ext>
                  </a:extLst>
                </p14:cNvPr>
                <p14:cNvContentPartPr/>
                <p14:nvPr/>
              </p14:nvContentPartPr>
              <p14:xfrm>
                <a:off x="6393744" y="5607216"/>
                <a:ext cx="296280" cy="111240"/>
              </p14:xfrm>
            </p:contentPart>
          </mc:Choice>
          <mc:Fallback xmlns="">
            <p:pic>
              <p:nvPicPr>
                <p:cNvPr id="190" name="Ink 189">
                  <a:extLst>
                    <a:ext uri="{FF2B5EF4-FFF2-40B4-BE49-F238E27FC236}">
                      <a16:creationId xmlns:a16="http://schemas.microsoft.com/office/drawing/2014/main" id="{0807B81B-A560-04BF-0978-4D893B11ADD8}"/>
                    </a:ext>
                  </a:extLst>
                </p:cNvPr>
                <p:cNvPicPr/>
                <p:nvPr/>
              </p:nvPicPr>
              <p:blipFill>
                <a:blip r:embed="rId309"/>
                <a:stretch>
                  <a:fillRect/>
                </a:stretch>
              </p:blipFill>
              <p:spPr>
                <a:xfrm>
                  <a:off x="6389424" y="5602896"/>
                  <a:ext cx="304920" cy="119880"/>
                </a:xfrm>
                <a:prstGeom prst="rect">
                  <a:avLst/>
                </a:prstGeom>
              </p:spPr>
            </p:pic>
          </mc:Fallback>
        </mc:AlternateContent>
      </p:grpSp>
      <p:grpSp>
        <p:nvGrpSpPr>
          <p:cNvPr id="196" name="Group 195">
            <a:extLst>
              <a:ext uri="{FF2B5EF4-FFF2-40B4-BE49-F238E27FC236}">
                <a16:creationId xmlns:a16="http://schemas.microsoft.com/office/drawing/2014/main" id="{1F6D95B7-E989-3634-A863-649F26C68BEA}"/>
              </a:ext>
            </a:extLst>
          </p:cNvPr>
          <p:cNvGrpSpPr/>
          <p:nvPr/>
        </p:nvGrpSpPr>
        <p:grpSpPr>
          <a:xfrm>
            <a:off x="6987384" y="5439816"/>
            <a:ext cx="735120" cy="286560"/>
            <a:chOff x="6987384" y="5439816"/>
            <a:chExt cx="735120" cy="286560"/>
          </a:xfrm>
        </p:grpSpPr>
        <mc:AlternateContent xmlns:mc="http://schemas.openxmlformats.org/markup-compatibility/2006" xmlns:p14="http://schemas.microsoft.com/office/powerpoint/2010/main">
          <mc:Choice Requires="p14">
            <p:contentPart p14:bwMode="auto" r:id="rId310">
              <p14:nvContentPartPr>
                <p14:cNvPr id="191" name="Ink 190">
                  <a:extLst>
                    <a:ext uri="{FF2B5EF4-FFF2-40B4-BE49-F238E27FC236}">
                      <a16:creationId xmlns:a16="http://schemas.microsoft.com/office/drawing/2014/main" id="{24909C2E-2E72-9D10-8C71-3E3B09FBE36A}"/>
                    </a:ext>
                  </a:extLst>
                </p14:cNvPr>
                <p14:cNvContentPartPr/>
                <p14:nvPr/>
              </p14:nvContentPartPr>
              <p14:xfrm>
                <a:off x="6987384" y="5479056"/>
                <a:ext cx="228960" cy="189720"/>
              </p14:xfrm>
            </p:contentPart>
          </mc:Choice>
          <mc:Fallback xmlns="">
            <p:pic>
              <p:nvPicPr>
                <p:cNvPr id="191" name="Ink 190">
                  <a:extLst>
                    <a:ext uri="{FF2B5EF4-FFF2-40B4-BE49-F238E27FC236}">
                      <a16:creationId xmlns:a16="http://schemas.microsoft.com/office/drawing/2014/main" id="{24909C2E-2E72-9D10-8C71-3E3B09FBE36A}"/>
                    </a:ext>
                  </a:extLst>
                </p:cNvPr>
                <p:cNvPicPr/>
                <p:nvPr/>
              </p:nvPicPr>
              <p:blipFill>
                <a:blip r:embed="rId311"/>
                <a:stretch>
                  <a:fillRect/>
                </a:stretch>
              </p:blipFill>
              <p:spPr>
                <a:xfrm>
                  <a:off x="6983064" y="5474736"/>
                  <a:ext cx="2376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2" name="Ink 191">
                  <a:extLst>
                    <a:ext uri="{FF2B5EF4-FFF2-40B4-BE49-F238E27FC236}">
                      <a16:creationId xmlns:a16="http://schemas.microsoft.com/office/drawing/2014/main" id="{33587980-DBEE-84B4-5CC7-618FD457E802}"/>
                    </a:ext>
                  </a:extLst>
                </p14:cNvPr>
                <p14:cNvContentPartPr/>
                <p14:nvPr/>
              </p14:nvContentPartPr>
              <p14:xfrm>
                <a:off x="7218144" y="5596776"/>
                <a:ext cx="107640" cy="129600"/>
              </p14:xfrm>
            </p:contentPart>
          </mc:Choice>
          <mc:Fallback xmlns="">
            <p:pic>
              <p:nvPicPr>
                <p:cNvPr id="192" name="Ink 191">
                  <a:extLst>
                    <a:ext uri="{FF2B5EF4-FFF2-40B4-BE49-F238E27FC236}">
                      <a16:creationId xmlns:a16="http://schemas.microsoft.com/office/drawing/2014/main" id="{33587980-DBEE-84B4-5CC7-618FD457E802}"/>
                    </a:ext>
                  </a:extLst>
                </p:cNvPr>
                <p:cNvPicPr/>
                <p:nvPr/>
              </p:nvPicPr>
              <p:blipFill>
                <a:blip r:embed="rId313"/>
                <a:stretch>
                  <a:fillRect/>
                </a:stretch>
              </p:blipFill>
              <p:spPr>
                <a:xfrm>
                  <a:off x="7213824" y="5592456"/>
                  <a:ext cx="1162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3" name="Ink 192">
                  <a:extLst>
                    <a:ext uri="{FF2B5EF4-FFF2-40B4-BE49-F238E27FC236}">
                      <a16:creationId xmlns:a16="http://schemas.microsoft.com/office/drawing/2014/main" id="{33D52E26-3AB9-3E88-EB32-2A28F593553C}"/>
                    </a:ext>
                  </a:extLst>
                </p14:cNvPr>
                <p14:cNvContentPartPr/>
                <p14:nvPr/>
              </p14:nvContentPartPr>
              <p14:xfrm>
                <a:off x="7405704" y="5586336"/>
                <a:ext cx="55800" cy="113400"/>
              </p14:xfrm>
            </p:contentPart>
          </mc:Choice>
          <mc:Fallback xmlns="">
            <p:pic>
              <p:nvPicPr>
                <p:cNvPr id="193" name="Ink 192">
                  <a:extLst>
                    <a:ext uri="{FF2B5EF4-FFF2-40B4-BE49-F238E27FC236}">
                      <a16:creationId xmlns:a16="http://schemas.microsoft.com/office/drawing/2014/main" id="{33D52E26-3AB9-3E88-EB32-2A28F593553C}"/>
                    </a:ext>
                  </a:extLst>
                </p:cNvPr>
                <p:cNvPicPr/>
                <p:nvPr/>
              </p:nvPicPr>
              <p:blipFill>
                <a:blip r:embed="rId315"/>
                <a:stretch>
                  <a:fillRect/>
                </a:stretch>
              </p:blipFill>
              <p:spPr>
                <a:xfrm>
                  <a:off x="7401384" y="5582016"/>
                  <a:ext cx="644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4" name="Ink 193">
                  <a:extLst>
                    <a:ext uri="{FF2B5EF4-FFF2-40B4-BE49-F238E27FC236}">
                      <a16:creationId xmlns:a16="http://schemas.microsoft.com/office/drawing/2014/main" id="{1E1D276C-935B-A444-E246-B3E2545EE618}"/>
                    </a:ext>
                  </a:extLst>
                </p14:cNvPr>
                <p14:cNvContentPartPr/>
                <p14:nvPr/>
              </p14:nvContentPartPr>
              <p14:xfrm>
                <a:off x="7601904" y="5439816"/>
                <a:ext cx="85680" cy="237240"/>
              </p14:xfrm>
            </p:contentPart>
          </mc:Choice>
          <mc:Fallback xmlns="">
            <p:pic>
              <p:nvPicPr>
                <p:cNvPr id="194" name="Ink 193">
                  <a:extLst>
                    <a:ext uri="{FF2B5EF4-FFF2-40B4-BE49-F238E27FC236}">
                      <a16:creationId xmlns:a16="http://schemas.microsoft.com/office/drawing/2014/main" id="{1E1D276C-935B-A444-E246-B3E2545EE618}"/>
                    </a:ext>
                  </a:extLst>
                </p:cNvPr>
                <p:cNvPicPr/>
                <p:nvPr/>
              </p:nvPicPr>
              <p:blipFill>
                <a:blip r:embed="rId317"/>
                <a:stretch>
                  <a:fillRect/>
                </a:stretch>
              </p:blipFill>
              <p:spPr>
                <a:xfrm>
                  <a:off x="7597584" y="5435496"/>
                  <a:ext cx="9432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95" name="Ink 194">
                  <a:extLst>
                    <a:ext uri="{FF2B5EF4-FFF2-40B4-BE49-F238E27FC236}">
                      <a16:creationId xmlns:a16="http://schemas.microsoft.com/office/drawing/2014/main" id="{EE7F3387-99A2-F090-8887-EB7E20A6DBC7}"/>
                    </a:ext>
                  </a:extLst>
                </p14:cNvPr>
                <p14:cNvContentPartPr/>
                <p14:nvPr/>
              </p14:nvContentPartPr>
              <p14:xfrm>
                <a:off x="7528104" y="5540256"/>
                <a:ext cx="194400" cy="21240"/>
              </p14:xfrm>
            </p:contentPart>
          </mc:Choice>
          <mc:Fallback xmlns="">
            <p:pic>
              <p:nvPicPr>
                <p:cNvPr id="195" name="Ink 194">
                  <a:extLst>
                    <a:ext uri="{FF2B5EF4-FFF2-40B4-BE49-F238E27FC236}">
                      <a16:creationId xmlns:a16="http://schemas.microsoft.com/office/drawing/2014/main" id="{EE7F3387-99A2-F090-8887-EB7E20A6DBC7}"/>
                    </a:ext>
                  </a:extLst>
                </p:cNvPr>
                <p:cNvPicPr/>
                <p:nvPr/>
              </p:nvPicPr>
              <p:blipFill>
                <a:blip r:embed="rId319"/>
                <a:stretch>
                  <a:fillRect/>
                </a:stretch>
              </p:blipFill>
              <p:spPr>
                <a:xfrm>
                  <a:off x="7523784" y="5535936"/>
                  <a:ext cx="203040" cy="29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0">
            <p14:nvContentPartPr>
              <p14:cNvPr id="198" name="Ink 197">
                <a:extLst>
                  <a:ext uri="{FF2B5EF4-FFF2-40B4-BE49-F238E27FC236}">
                    <a16:creationId xmlns:a16="http://schemas.microsoft.com/office/drawing/2014/main" id="{0A7F6217-98A5-BCE5-7F3D-DAC10371509A}"/>
                  </a:ext>
                </a:extLst>
              </p14:cNvPr>
              <p14:cNvContentPartPr/>
              <p14:nvPr/>
            </p14:nvContentPartPr>
            <p14:xfrm>
              <a:off x="1136664" y="4658976"/>
              <a:ext cx="223200" cy="335520"/>
            </p14:xfrm>
          </p:contentPart>
        </mc:Choice>
        <mc:Fallback xmlns="">
          <p:pic>
            <p:nvPicPr>
              <p:cNvPr id="198" name="Ink 197">
                <a:extLst>
                  <a:ext uri="{FF2B5EF4-FFF2-40B4-BE49-F238E27FC236}">
                    <a16:creationId xmlns:a16="http://schemas.microsoft.com/office/drawing/2014/main" id="{0A7F6217-98A5-BCE5-7F3D-DAC10371509A}"/>
                  </a:ext>
                </a:extLst>
              </p:cNvPr>
              <p:cNvPicPr/>
              <p:nvPr/>
            </p:nvPicPr>
            <p:blipFill>
              <a:blip r:embed="rId321"/>
              <a:stretch>
                <a:fillRect/>
              </a:stretch>
            </p:blipFill>
            <p:spPr>
              <a:xfrm>
                <a:off x="1132344" y="4654656"/>
                <a:ext cx="231840" cy="344160"/>
              </a:xfrm>
              <a:prstGeom prst="rect">
                <a:avLst/>
              </a:prstGeom>
            </p:spPr>
          </p:pic>
        </mc:Fallback>
      </mc:AlternateContent>
    </p:spTree>
    <p:extLst>
      <p:ext uri="{BB962C8B-B14F-4D97-AF65-F5344CB8AC3E}">
        <p14:creationId xmlns:p14="http://schemas.microsoft.com/office/powerpoint/2010/main" val="819484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0E6C07-1131-D10E-013A-972E764266E9}"/>
              </a:ext>
            </a:extLst>
          </p:cNvPr>
          <p:cNvSpPr>
            <a:spLocks noGrp="1"/>
          </p:cNvSpPr>
          <p:nvPr>
            <p:ph type="sldNum" sz="quarter" idx="12"/>
          </p:nvPr>
        </p:nvSpPr>
        <p:spPr/>
        <p:txBody>
          <a:bodyPr/>
          <a:lstStyle/>
          <a:p>
            <a:fld id="{AD2B2EE5-B8BC-4D24-A25E-F2DF61737E68}" type="slidenum">
              <a:rPr lang="en-US" smtClean="0"/>
              <a:pPr/>
              <a:t>19</a:t>
            </a:fld>
            <a:endParaRPr lang="en-US"/>
          </a:p>
        </p:txBody>
      </p:sp>
      <p:grpSp>
        <p:nvGrpSpPr>
          <p:cNvPr id="18" name="Group 17">
            <a:extLst>
              <a:ext uri="{FF2B5EF4-FFF2-40B4-BE49-F238E27FC236}">
                <a16:creationId xmlns:a16="http://schemas.microsoft.com/office/drawing/2014/main" id="{0B0D0E1E-3E34-684E-3160-80C3A99D7B8B}"/>
              </a:ext>
            </a:extLst>
          </p:cNvPr>
          <p:cNvGrpSpPr/>
          <p:nvPr/>
        </p:nvGrpSpPr>
        <p:grpSpPr>
          <a:xfrm>
            <a:off x="1229184" y="192816"/>
            <a:ext cx="1080360" cy="541800"/>
            <a:chOff x="1229184" y="192816"/>
            <a:chExt cx="1080360" cy="54180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F68BA59-D7F0-A8D5-BF33-41295E56A283}"/>
                    </a:ext>
                  </a:extLst>
                </p14:cNvPr>
                <p14:cNvContentPartPr/>
                <p14:nvPr/>
              </p14:nvContentPartPr>
              <p14:xfrm>
                <a:off x="1229184" y="192816"/>
                <a:ext cx="243720" cy="327240"/>
              </p14:xfrm>
            </p:contentPart>
          </mc:Choice>
          <mc:Fallback xmlns="">
            <p:pic>
              <p:nvPicPr>
                <p:cNvPr id="3" name="Ink 2">
                  <a:extLst>
                    <a:ext uri="{FF2B5EF4-FFF2-40B4-BE49-F238E27FC236}">
                      <a16:creationId xmlns:a16="http://schemas.microsoft.com/office/drawing/2014/main" id="{3F68BA59-D7F0-A8D5-BF33-41295E56A283}"/>
                    </a:ext>
                  </a:extLst>
                </p:cNvPr>
                <p:cNvPicPr/>
                <p:nvPr/>
              </p:nvPicPr>
              <p:blipFill>
                <a:blip r:embed="rId3"/>
                <a:stretch>
                  <a:fillRect/>
                </a:stretch>
              </p:blipFill>
              <p:spPr>
                <a:xfrm>
                  <a:off x="1224864" y="188496"/>
                  <a:ext cx="25236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8C45BF7-605F-4422-6E9E-B10FA721ADEA}"/>
                    </a:ext>
                  </a:extLst>
                </p14:cNvPr>
                <p14:cNvContentPartPr/>
                <p14:nvPr/>
              </p14:nvContentPartPr>
              <p14:xfrm>
                <a:off x="1291464" y="337536"/>
                <a:ext cx="145800" cy="15480"/>
              </p14:xfrm>
            </p:contentPart>
          </mc:Choice>
          <mc:Fallback xmlns="">
            <p:pic>
              <p:nvPicPr>
                <p:cNvPr id="4" name="Ink 3">
                  <a:extLst>
                    <a:ext uri="{FF2B5EF4-FFF2-40B4-BE49-F238E27FC236}">
                      <a16:creationId xmlns:a16="http://schemas.microsoft.com/office/drawing/2014/main" id="{28C45BF7-605F-4422-6E9E-B10FA721ADEA}"/>
                    </a:ext>
                  </a:extLst>
                </p:cNvPr>
                <p:cNvPicPr/>
                <p:nvPr/>
              </p:nvPicPr>
              <p:blipFill>
                <a:blip r:embed="rId5"/>
                <a:stretch>
                  <a:fillRect/>
                </a:stretch>
              </p:blipFill>
              <p:spPr>
                <a:xfrm>
                  <a:off x="1287144" y="333216"/>
                  <a:ext cx="1544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A71A42C-B5AE-0B77-7D72-0E3A42234659}"/>
                    </a:ext>
                  </a:extLst>
                </p14:cNvPr>
                <p14:cNvContentPartPr/>
                <p14:nvPr/>
              </p14:nvContentPartPr>
              <p14:xfrm>
                <a:off x="1487664" y="382176"/>
                <a:ext cx="118080" cy="44280"/>
              </p14:xfrm>
            </p:contentPart>
          </mc:Choice>
          <mc:Fallback xmlns="">
            <p:pic>
              <p:nvPicPr>
                <p:cNvPr id="5" name="Ink 4">
                  <a:extLst>
                    <a:ext uri="{FF2B5EF4-FFF2-40B4-BE49-F238E27FC236}">
                      <a16:creationId xmlns:a16="http://schemas.microsoft.com/office/drawing/2014/main" id="{4A71A42C-B5AE-0B77-7D72-0E3A42234659}"/>
                    </a:ext>
                  </a:extLst>
                </p:cNvPr>
                <p:cNvPicPr/>
                <p:nvPr/>
              </p:nvPicPr>
              <p:blipFill>
                <a:blip r:embed="rId7"/>
                <a:stretch>
                  <a:fillRect/>
                </a:stretch>
              </p:blipFill>
              <p:spPr>
                <a:xfrm>
                  <a:off x="1483344" y="377856"/>
                  <a:ext cx="1267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F6100CA3-84C9-E18D-F066-843FC7E4741A}"/>
                    </a:ext>
                  </a:extLst>
                </p14:cNvPr>
                <p14:cNvContentPartPr/>
                <p14:nvPr/>
              </p14:nvContentPartPr>
              <p14:xfrm>
                <a:off x="1653984" y="372096"/>
                <a:ext cx="101880" cy="45360"/>
              </p14:xfrm>
            </p:contentPart>
          </mc:Choice>
          <mc:Fallback xmlns="">
            <p:pic>
              <p:nvPicPr>
                <p:cNvPr id="6" name="Ink 5">
                  <a:extLst>
                    <a:ext uri="{FF2B5EF4-FFF2-40B4-BE49-F238E27FC236}">
                      <a16:creationId xmlns:a16="http://schemas.microsoft.com/office/drawing/2014/main" id="{F6100CA3-84C9-E18D-F066-843FC7E4741A}"/>
                    </a:ext>
                  </a:extLst>
                </p:cNvPr>
                <p:cNvPicPr/>
                <p:nvPr/>
              </p:nvPicPr>
              <p:blipFill>
                <a:blip r:embed="rId9"/>
                <a:stretch>
                  <a:fillRect/>
                </a:stretch>
              </p:blipFill>
              <p:spPr>
                <a:xfrm>
                  <a:off x="1649664" y="367776"/>
                  <a:ext cx="1105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D7F52640-85DF-5A57-BF85-0D588B004439}"/>
                    </a:ext>
                  </a:extLst>
                </p14:cNvPr>
                <p14:cNvContentPartPr/>
                <p14:nvPr/>
              </p14:nvContentPartPr>
              <p14:xfrm>
                <a:off x="1789344" y="197856"/>
                <a:ext cx="63720" cy="239040"/>
              </p14:xfrm>
            </p:contentPart>
          </mc:Choice>
          <mc:Fallback xmlns="">
            <p:pic>
              <p:nvPicPr>
                <p:cNvPr id="7" name="Ink 6">
                  <a:extLst>
                    <a:ext uri="{FF2B5EF4-FFF2-40B4-BE49-F238E27FC236}">
                      <a16:creationId xmlns:a16="http://schemas.microsoft.com/office/drawing/2014/main" id="{D7F52640-85DF-5A57-BF85-0D588B004439}"/>
                    </a:ext>
                  </a:extLst>
                </p:cNvPr>
                <p:cNvPicPr/>
                <p:nvPr/>
              </p:nvPicPr>
              <p:blipFill>
                <a:blip r:embed="rId11"/>
                <a:stretch>
                  <a:fillRect/>
                </a:stretch>
              </p:blipFill>
              <p:spPr>
                <a:xfrm>
                  <a:off x="1785024" y="193536"/>
                  <a:ext cx="723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F9FE6539-78B9-1C14-FE3F-9C503ABA8219}"/>
                    </a:ext>
                  </a:extLst>
                </p14:cNvPr>
                <p14:cNvContentPartPr/>
                <p14:nvPr/>
              </p14:nvContentPartPr>
              <p14:xfrm>
                <a:off x="1868904" y="369936"/>
                <a:ext cx="51120" cy="38520"/>
              </p14:xfrm>
            </p:contentPart>
          </mc:Choice>
          <mc:Fallback xmlns="">
            <p:pic>
              <p:nvPicPr>
                <p:cNvPr id="8" name="Ink 7">
                  <a:extLst>
                    <a:ext uri="{FF2B5EF4-FFF2-40B4-BE49-F238E27FC236}">
                      <a16:creationId xmlns:a16="http://schemas.microsoft.com/office/drawing/2014/main" id="{F9FE6539-78B9-1C14-FE3F-9C503ABA8219}"/>
                    </a:ext>
                  </a:extLst>
                </p:cNvPr>
                <p:cNvPicPr/>
                <p:nvPr/>
              </p:nvPicPr>
              <p:blipFill>
                <a:blip r:embed="rId13"/>
                <a:stretch>
                  <a:fillRect/>
                </a:stretch>
              </p:blipFill>
              <p:spPr>
                <a:xfrm>
                  <a:off x="1864584" y="365616"/>
                  <a:ext cx="597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688FF059-F6D9-3BFF-F151-431339753232}"/>
                    </a:ext>
                  </a:extLst>
                </p14:cNvPr>
                <p14:cNvContentPartPr/>
                <p14:nvPr/>
              </p14:nvContentPartPr>
              <p14:xfrm>
                <a:off x="1705824" y="348696"/>
                <a:ext cx="257760" cy="385920"/>
              </p14:xfrm>
            </p:contentPart>
          </mc:Choice>
          <mc:Fallback xmlns="">
            <p:pic>
              <p:nvPicPr>
                <p:cNvPr id="9" name="Ink 8">
                  <a:extLst>
                    <a:ext uri="{FF2B5EF4-FFF2-40B4-BE49-F238E27FC236}">
                      <a16:creationId xmlns:a16="http://schemas.microsoft.com/office/drawing/2014/main" id="{688FF059-F6D9-3BFF-F151-431339753232}"/>
                    </a:ext>
                  </a:extLst>
                </p:cNvPr>
                <p:cNvPicPr/>
                <p:nvPr/>
              </p:nvPicPr>
              <p:blipFill>
                <a:blip r:embed="rId15"/>
                <a:stretch>
                  <a:fillRect/>
                </a:stretch>
              </p:blipFill>
              <p:spPr>
                <a:xfrm>
                  <a:off x="1701504" y="344376"/>
                  <a:ext cx="26640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C7DBE9C0-F011-AA87-8472-928A84F5424C}"/>
                    </a:ext>
                  </a:extLst>
                </p14:cNvPr>
                <p14:cNvContentPartPr/>
                <p14:nvPr/>
              </p14:nvContentPartPr>
              <p14:xfrm>
                <a:off x="1981224" y="316656"/>
                <a:ext cx="59040" cy="111240"/>
              </p14:xfrm>
            </p:contentPart>
          </mc:Choice>
          <mc:Fallback xmlns="">
            <p:pic>
              <p:nvPicPr>
                <p:cNvPr id="10" name="Ink 9">
                  <a:extLst>
                    <a:ext uri="{FF2B5EF4-FFF2-40B4-BE49-F238E27FC236}">
                      <a16:creationId xmlns:a16="http://schemas.microsoft.com/office/drawing/2014/main" id="{C7DBE9C0-F011-AA87-8472-928A84F5424C}"/>
                    </a:ext>
                  </a:extLst>
                </p:cNvPr>
                <p:cNvPicPr/>
                <p:nvPr/>
              </p:nvPicPr>
              <p:blipFill>
                <a:blip r:embed="rId17"/>
                <a:stretch>
                  <a:fillRect/>
                </a:stretch>
              </p:blipFill>
              <p:spPr>
                <a:xfrm>
                  <a:off x="1976904" y="312336"/>
                  <a:ext cx="676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2325212F-43A4-D577-D767-EA56DC9A6D8E}"/>
                    </a:ext>
                  </a:extLst>
                </p14:cNvPr>
                <p14:cNvContentPartPr/>
                <p14:nvPr/>
              </p14:nvContentPartPr>
              <p14:xfrm>
                <a:off x="2115864" y="346536"/>
                <a:ext cx="46440" cy="83520"/>
              </p14:xfrm>
            </p:contentPart>
          </mc:Choice>
          <mc:Fallback xmlns="">
            <p:pic>
              <p:nvPicPr>
                <p:cNvPr id="11" name="Ink 10">
                  <a:extLst>
                    <a:ext uri="{FF2B5EF4-FFF2-40B4-BE49-F238E27FC236}">
                      <a16:creationId xmlns:a16="http://schemas.microsoft.com/office/drawing/2014/main" id="{2325212F-43A4-D577-D767-EA56DC9A6D8E}"/>
                    </a:ext>
                  </a:extLst>
                </p:cNvPr>
                <p:cNvPicPr/>
                <p:nvPr/>
              </p:nvPicPr>
              <p:blipFill>
                <a:blip r:embed="rId19"/>
                <a:stretch>
                  <a:fillRect/>
                </a:stretch>
              </p:blipFill>
              <p:spPr>
                <a:xfrm>
                  <a:off x="2111544" y="342216"/>
                  <a:ext cx="550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7B80527C-7FD3-9291-51CB-87FE084A3115}"/>
                    </a:ext>
                  </a:extLst>
                </p14:cNvPr>
                <p14:cNvContentPartPr/>
                <p14:nvPr/>
              </p14:nvContentPartPr>
              <p14:xfrm>
                <a:off x="2182824" y="218376"/>
                <a:ext cx="9720" cy="50040"/>
              </p14:xfrm>
            </p:contentPart>
          </mc:Choice>
          <mc:Fallback xmlns="">
            <p:pic>
              <p:nvPicPr>
                <p:cNvPr id="12" name="Ink 11">
                  <a:extLst>
                    <a:ext uri="{FF2B5EF4-FFF2-40B4-BE49-F238E27FC236}">
                      <a16:creationId xmlns:a16="http://schemas.microsoft.com/office/drawing/2014/main" id="{7B80527C-7FD3-9291-51CB-87FE084A3115}"/>
                    </a:ext>
                  </a:extLst>
                </p:cNvPr>
                <p:cNvPicPr/>
                <p:nvPr/>
              </p:nvPicPr>
              <p:blipFill>
                <a:blip r:embed="rId21"/>
                <a:stretch>
                  <a:fillRect/>
                </a:stretch>
              </p:blipFill>
              <p:spPr>
                <a:xfrm>
                  <a:off x="2178504" y="214056"/>
                  <a:ext cx="183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DCD0E84-F790-BFCF-C817-E5421E455A8D}"/>
                    </a:ext>
                  </a:extLst>
                </p14:cNvPr>
                <p14:cNvContentPartPr/>
                <p14:nvPr/>
              </p14:nvContentPartPr>
              <p14:xfrm>
                <a:off x="2240784" y="302616"/>
                <a:ext cx="68760" cy="111960"/>
              </p14:xfrm>
            </p:contentPart>
          </mc:Choice>
          <mc:Fallback xmlns="">
            <p:pic>
              <p:nvPicPr>
                <p:cNvPr id="13" name="Ink 12">
                  <a:extLst>
                    <a:ext uri="{FF2B5EF4-FFF2-40B4-BE49-F238E27FC236}">
                      <a16:creationId xmlns:a16="http://schemas.microsoft.com/office/drawing/2014/main" id="{EDCD0E84-F790-BFCF-C817-E5421E455A8D}"/>
                    </a:ext>
                  </a:extLst>
                </p:cNvPr>
                <p:cNvPicPr/>
                <p:nvPr/>
              </p:nvPicPr>
              <p:blipFill>
                <a:blip r:embed="rId23"/>
                <a:stretch>
                  <a:fillRect/>
                </a:stretch>
              </p:blipFill>
              <p:spPr>
                <a:xfrm>
                  <a:off x="2236464" y="298296"/>
                  <a:ext cx="77400" cy="120600"/>
                </a:xfrm>
                <a:prstGeom prst="rect">
                  <a:avLst/>
                </a:prstGeom>
              </p:spPr>
            </p:pic>
          </mc:Fallback>
        </mc:AlternateContent>
      </p:grpSp>
      <p:grpSp>
        <p:nvGrpSpPr>
          <p:cNvPr id="17" name="Group 16">
            <a:extLst>
              <a:ext uri="{FF2B5EF4-FFF2-40B4-BE49-F238E27FC236}">
                <a16:creationId xmlns:a16="http://schemas.microsoft.com/office/drawing/2014/main" id="{F1D18408-4696-E286-6C68-811D62F557ED}"/>
              </a:ext>
            </a:extLst>
          </p:cNvPr>
          <p:cNvGrpSpPr/>
          <p:nvPr/>
        </p:nvGrpSpPr>
        <p:grpSpPr>
          <a:xfrm>
            <a:off x="2619504" y="127296"/>
            <a:ext cx="272880" cy="327600"/>
            <a:chOff x="2619504" y="127296"/>
            <a:chExt cx="272880" cy="327600"/>
          </a:xfrm>
        </p:grpSpPr>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CCF31592-A042-5DFB-87DA-53AF88E411F1}"/>
                    </a:ext>
                  </a:extLst>
                </p14:cNvPr>
                <p14:cNvContentPartPr/>
                <p14:nvPr/>
              </p14:nvContentPartPr>
              <p14:xfrm>
                <a:off x="2619504" y="283176"/>
                <a:ext cx="82080" cy="91080"/>
              </p14:xfrm>
            </p:contentPart>
          </mc:Choice>
          <mc:Fallback xmlns="">
            <p:pic>
              <p:nvPicPr>
                <p:cNvPr id="14" name="Ink 13">
                  <a:extLst>
                    <a:ext uri="{FF2B5EF4-FFF2-40B4-BE49-F238E27FC236}">
                      <a16:creationId xmlns:a16="http://schemas.microsoft.com/office/drawing/2014/main" id="{CCF31592-A042-5DFB-87DA-53AF88E411F1}"/>
                    </a:ext>
                  </a:extLst>
                </p:cNvPr>
                <p:cNvPicPr/>
                <p:nvPr/>
              </p:nvPicPr>
              <p:blipFill>
                <a:blip r:embed="rId25"/>
                <a:stretch>
                  <a:fillRect/>
                </a:stretch>
              </p:blipFill>
              <p:spPr>
                <a:xfrm>
                  <a:off x="2615184" y="278856"/>
                  <a:ext cx="907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668FF13A-8FB1-F775-3908-7C3E87E92F4E}"/>
                    </a:ext>
                  </a:extLst>
                </p14:cNvPr>
                <p14:cNvContentPartPr/>
                <p14:nvPr/>
              </p14:nvContentPartPr>
              <p14:xfrm>
                <a:off x="2753424" y="127296"/>
                <a:ext cx="138960" cy="327600"/>
              </p14:xfrm>
            </p:contentPart>
          </mc:Choice>
          <mc:Fallback xmlns="">
            <p:pic>
              <p:nvPicPr>
                <p:cNvPr id="15" name="Ink 14">
                  <a:extLst>
                    <a:ext uri="{FF2B5EF4-FFF2-40B4-BE49-F238E27FC236}">
                      <a16:creationId xmlns:a16="http://schemas.microsoft.com/office/drawing/2014/main" id="{668FF13A-8FB1-F775-3908-7C3E87E92F4E}"/>
                    </a:ext>
                  </a:extLst>
                </p:cNvPr>
                <p:cNvPicPr/>
                <p:nvPr/>
              </p:nvPicPr>
              <p:blipFill>
                <a:blip r:embed="rId27"/>
                <a:stretch>
                  <a:fillRect/>
                </a:stretch>
              </p:blipFill>
              <p:spPr>
                <a:xfrm>
                  <a:off x="2749104" y="122976"/>
                  <a:ext cx="14760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1B30EDE2-ECE4-5AF6-9C1C-984F102BFE42}"/>
                    </a:ext>
                  </a:extLst>
                </p14:cNvPr>
                <p14:cNvContentPartPr/>
                <p14:nvPr/>
              </p14:nvContentPartPr>
              <p14:xfrm>
                <a:off x="2737224" y="261216"/>
                <a:ext cx="78840" cy="27000"/>
              </p14:xfrm>
            </p:contentPart>
          </mc:Choice>
          <mc:Fallback xmlns="">
            <p:pic>
              <p:nvPicPr>
                <p:cNvPr id="16" name="Ink 15">
                  <a:extLst>
                    <a:ext uri="{FF2B5EF4-FFF2-40B4-BE49-F238E27FC236}">
                      <a16:creationId xmlns:a16="http://schemas.microsoft.com/office/drawing/2014/main" id="{1B30EDE2-ECE4-5AF6-9C1C-984F102BFE42}"/>
                    </a:ext>
                  </a:extLst>
                </p:cNvPr>
                <p:cNvPicPr/>
                <p:nvPr/>
              </p:nvPicPr>
              <p:blipFill>
                <a:blip r:embed="rId29"/>
                <a:stretch>
                  <a:fillRect/>
                </a:stretch>
              </p:blipFill>
              <p:spPr>
                <a:xfrm>
                  <a:off x="2732904" y="256896"/>
                  <a:ext cx="87480" cy="35640"/>
                </a:xfrm>
                <a:prstGeom prst="rect">
                  <a:avLst/>
                </a:prstGeom>
              </p:spPr>
            </p:pic>
          </mc:Fallback>
        </mc:AlternateContent>
      </p:grpSp>
      <p:grpSp>
        <p:nvGrpSpPr>
          <p:cNvPr id="30" name="Group 29">
            <a:extLst>
              <a:ext uri="{FF2B5EF4-FFF2-40B4-BE49-F238E27FC236}">
                <a16:creationId xmlns:a16="http://schemas.microsoft.com/office/drawing/2014/main" id="{B263DFA2-3FB0-B450-42A4-847C621FF768}"/>
              </a:ext>
            </a:extLst>
          </p:cNvPr>
          <p:cNvGrpSpPr/>
          <p:nvPr/>
        </p:nvGrpSpPr>
        <p:grpSpPr>
          <a:xfrm>
            <a:off x="3132144" y="90576"/>
            <a:ext cx="1524960" cy="390240"/>
            <a:chOff x="3132144" y="90576"/>
            <a:chExt cx="1524960" cy="390240"/>
          </a:xfrm>
        </p:grpSpPr>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BDDA1154-1C6A-E98C-B15F-4648B626991D}"/>
                    </a:ext>
                  </a:extLst>
                </p14:cNvPr>
                <p14:cNvContentPartPr/>
                <p14:nvPr/>
              </p14:nvContentPartPr>
              <p14:xfrm>
                <a:off x="3132144" y="118656"/>
                <a:ext cx="203760" cy="280440"/>
              </p14:xfrm>
            </p:contentPart>
          </mc:Choice>
          <mc:Fallback xmlns="">
            <p:pic>
              <p:nvPicPr>
                <p:cNvPr id="19" name="Ink 18">
                  <a:extLst>
                    <a:ext uri="{FF2B5EF4-FFF2-40B4-BE49-F238E27FC236}">
                      <a16:creationId xmlns:a16="http://schemas.microsoft.com/office/drawing/2014/main" id="{BDDA1154-1C6A-E98C-B15F-4648B626991D}"/>
                    </a:ext>
                  </a:extLst>
                </p:cNvPr>
                <p:cNvPicPr/>
                <p:nvPr/>
              </p:nvPicPr>
              <p:blipFill>
                <a:blip r:embed="rId31"/>
                <a:stretch>
                  <a:fillRect/>
                </a:stretch>
              </p:blipFill>
              <p:spPr>
                <a:xfrm>
                  <a:off x="3127824" y="114336"/>
                  <a:ext cx="21240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CBD824DC-CF2F-F43E-CF57-AADFB8B89DF7}"/>
                    </a:ext>
                  </a:extLst>
                </p14:cNvPr>
                <p14:cNvContentPartPr/>
                <p14:nvPr/>
              </p14:nvContentPartPr>
              <p14:xfrm>
                <a:off x="3263904" y="200016"/>
                <a:ext cx="150480" cy="51120"/>
              </p14:xfrm>
            </p:contentPart>
          </mc:Choice>
          <mc:Fallback xmlns="">
            <p:pic>
              <p:nvPicPr>
                <p:cNvPr id="20" name="Ink 19">
                  <a:extLst>
                    <a:ext uri="{FF2B5EF4-FFF2-40B4-BE49-F238E27FC236}">
                      <a16:creationId xmlns:a16="http://schemas.microsoft.com/office/drawing/2014/main" id="{CBD824DC-CF2F-F43E-CF57-AADFB8B89DF7}"/>
                    </a:ext>
                  </a:extLst>
                </p:cNvPr>
                <p:cNvPicPr/>
                <p:nvPr/>
              </p:nvPicPr>
              <p:blipFill>
                <a:blip r:embed="rId33"/>
                <a:stretch>
                  <a:fillRect/>
                </a:stretch>
              </p:blipFill>
              <p:spPr>
                <a:xfrm>
                  <a:off x="3259584" y="195696"/>
                  <a:ext cx="1591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429D45C6-EFCA-EE6F-5473-673621900AC2}"/>
                    </a:ext>
                  </a:extLst>
                </p14:cNvPr>
                <p14:cNvContentPartPr/>
                <p14:nvPr/>
              </p14:nvContentPartPr>
              <p14:xfrm>
                <a:off x="3457224" y="97056"/>
                <a:ext cx="109800" cy="254880"/>
              </p14:xfrm>
            </p:contentPart>
          </mc:Choice>
          <mc:Fallback xmlns="">
            <p:pic>
              <p:nvPicPr>
                <p:cNvPr id="21" name="Ink 20">
                  <a:extLst>
                    <a:ext uri="{FF2B5EF4-FFF2-40B4-BE49-F238E27FC236}">
                      <a16:creationId xmlns:a16="http://schemas.microsoft.com/office/drawing/2014/main" id="{429D45C6-EFCA-EE6F-5473-673621900AC2}"/>
                    </a:ext>
                  </a:extLst>
                </p:cNvPr>
                <p:cNvPicPr/>
                <p:nvPr/>
              </p:nvPicPr>
              <p:blipFill>
                <a:blip r:embed="rId35"/>
                <a:stretch>
                  <a:fillRect/>
                </a:stretch>
              </p:blipFill>
              <p:spPr>
                <a:xfrm>
                  <a:off x="3452904" y="92736"/>
                  <a:ext cx="1184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413EB3E3-F01C-72F0-B4E1-1ABE4C4C8F90}"/>
                    </a:ext>
                  </a:extLst>
                </p14:cNvPr>
                <p14:cNvContentPartPr/>
                <p14:nvPr/>
              </p14:nvContentPartPr>
              <p14:xfrm>
                <a:off x="3560544" y="281376"/>
                <a:ext cx="89280" cy="199440"/>
              </p14:xfrm>
            </p:contentPart>
          </mc:Choice>
          <mc:Fallback xmlns="">
            <p:pic>
              <p:nvPicPr>
                <p:cNvPr id="22" name="Ink 21">
                  <a:extLst>
                    <a:ext uri="{FF2B5EF4-FFF2-40B4-BE49-F238E27FC236}">
                      <a16:creationId xmlns:a16="http://schemas.microsoft.com/office/drawing/2014/main" id="{413EB3E3-F01C-72F0-B4E1-1ABE4C4C8F90}"/>
                    </a:ext>
                  </a:extLst>
                </p:cNvPr>
                <p:cNvPicPr/>
                <p:nvPr/>
              </p:nvPicPr>
              <p:blipFill>
                <a:blip r:embed="rId37"/>
                <a:stretch>
                  <a:fillRect/>
                </a:stretch>
              </p:blipFill>
              <p:spPr>
                <a:xfrm>
                  <a:off x="3556224" y="277056"/>
                  <a:ext cx="979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02EF9C09-299C-AEBB-0080-1DDB090057B1}"/>
                    </a:ext>
                  </a:extLst>
                </p14:cNvPr>
                <p14:cNvContentPartPr/>
                <p14:nvPr/>
              </p14:nvContentPartPr>
              <p14:xfrm>
                <a:off x="3674304" y="213696"/>
                <a:ext cx="183600" cy="162000"/>
              </p14:xfrm>
            </p:contentPart>
          </mc:Choice>
          <mc:Fallback xmlns="">
            <p:pic>
              <p:nvPicPr>
                <p:cNvPr id="23" name="Ink 22">
                  <a:extLst>
                    <a:ext uri="{FF2B5EF4-FFF2-40B4-BE49-F238E27FC236}">
                      <a16:creationId xmlns:a16="http://schemas.microsoft.com/office/drawing/2014/main" id="{02EF9C09-299C-AEBB-0080-1DDB090057B1}"/>
                    </a:ext>
                  </a:extLst>
                </p:cNvPr>
                <p:cNvPicPr/>
                <p:nvPr/>
              </p:nvPicPr>
              <p:blipFill>
                <a:blip r:embed="rId39"/>
                <a:stretch>
                  <a:fillRect/>
                </a:stretch>
              </p:blipFill>
              <p:spPr>
                <a:xfrm>
                  <a:off x="3669984" y="209376"/>
                  <a:ext cx="19224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F620FC70-0DAE-7203-66C0-535CEB20ED28}"/>
                    </a:ext>
                  </a:extLst>
                </p14:cNvPr>
                <p14:cNvContentPartPr/>
                <p14:nvPr/>
              </p14:nvContentPartPr>
              <p14:xfrm>
                <a:off x="3883104" y="239256"/>
                <a:ext cx="9720" cy="46440"/>
              </p14:xfrm>
            </p:contentPart>
          </mc:Choice>
          <mc:Fallback xmlns="">
            <p:pic>
              <p:nvPicPr>
                <p:cNvPr id="24" name="Ink 23">
                  <a:extLst>
                    <a:ext uri="{FF2B5EF4-FFF2-40B4-BE49-F238E27FC236}">
                      <a16:creationId xmlns:a16="http://schemas.microsoft.com/office/drawing/2014/main" id="{F620FC70-0DAE-7203-66C0-535CEB20ED28}"/>
                    </a:ext>
                  </a:extLst>
                </p:cNvPr>
                <p:cNvPicPr/>
                <p:nvPr/>
              </p:nvPicPr>
              <p:blipFill>
                <a:blip r:embed="rId41"/>
                <a:stretch>
                  <a:fillRect/>
                </a:stretch>
              </p:blipFill>
              <p:spPr>
                <a:xfrm>
                  <a:off x="3878784" y="234936"/>
                  <a:ext cx="183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BD6BBB1B-D4F3-F8BC-B410-9F3C8E263DA3}"/>
                    </a:ext>
                  </a:extLst>
                </p14:cNvPr>
                <p14:cNvContentPartPr/>
                <p14:nvPr/>
              </p14:nvContentPartPr>
              <p14:xfrm>
                <a:off x="3975264" y="95976"/>
                <a:ext cx="23400" cy="15480"/>
              </p14:xfrm>
            </p:contentPart>
          </mc:Choice>
          <mc:Fallback xmlns="">
            <p:pic>
              <p:nvPicPr>
                <p:cNvPr id="25" name="Ink 24">
                  <a:extLst>
                    <a:ext uri="{FF2B5EF4-FFF2-40B4-BE49-F238E27FC236}">
                      <a16:creationId xmlns:a16="http://schemas.microsoft.com/office/drawing/2014/main" id="{BD6BBB1B-D4F3-F8BC-B410-9F3C8E263DA3}"/>
                    </a:ext>
                  </a:extLst>
                </p:cNvPr>
                <p:cNvPicPr/>
                <p:nvPr/>
              </p:nvPicPr>
              <p:blipFill>
                <a:blip r:embed="rId43"/>
                <a:stretch>
                  <a:fillRect/>
                </a:stretch>
              </p:blipFill>
              <p:spPr>
                <a:xfrm>
                  <a:off x="3970944" y="91656"/>
                  <a:ext cx="320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91CAF8B5-91F6-A838-B7EE-AC5AF0D0A1B0}"/>
                    </a:ext>
                  </a:extLst>
                </p14:cNvPr>
                <p14:cNvContentPartPr/>
                <p14:nvPr/>
              </p14:nvContentPartPr>
              <p14:xfrm>
                <a:off x="3982464" y="106416"/>
                <a:ext cx="129600" cy="190800"/>
              </p14:xfrm>
            </p:contentPart>
          </mc:Choice>
          <mc:Fallback xmlns="">
            <p:pic>
              <p:nvPicPr>
                <p:cNvPr id="26" name="Ink 25">
                  <a:extLst>
                    <a:ext uri="{FF2B5EF4-FFF2-40B4-BE49-F238E27FC236}">
                      <a16:creationId xmlns:a16="http://schemas.microsoft.com/office/drawing/2014/main" id="{91CAF8B5-91F6-A838-B7EE-AC5AF0D0A1B0}"/>
                    </a:ext>
                  </a:extLst>
                </p:cNvPr>
                <p:cNvPicPr/>
                <p:nvPr/>
              </p:nvPicPr>
              <p:blipFill>
                <a:blip r:embed="rId45"/>
                <a:stretch>
                  <a:fillRect/>
                </a:stretch>
              </p:blipFill>
              <p:spPr>
                <a:xfrm>
                  <a:off x="3978144" y="102096"/>
                  <a:ext cx="1382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92B62D77-3159-F0BD-56E1-CB9F4C7A5748}"/>
                    </a:ext>
                  </a:extLst>
                </p14:cNvPr>
                <p14:cNvContentPartPr/>
                <p14:nvPr/>
              </p14:nvContentPartPr>
              <p14:xfrm>
                <a:off x="4014504" y="90576"/>
                <a:ext cx="278280" cy="227520"/>
              </p14:xfrm>
            </p:contentPart>
          </mc:Choice>
          <mc:Fallback xmlns="">
            <p:pic>
              <p:nvPicPr>
                <p:cNvPr id="27" name="Ink 26">
                  <a:extLst>
                    <a:ext uri="{FF2B5EF4-FFF2-40B4-BE49-F238E27FC236}">
                      <a16:creationId xmlns:a16="http://schemas.microsoft.com/office/drawing/2014/main" id="{92B62D77-3159-F0BD-56E1-CB9F4C7A5748}"/>
                    </a:ext>
                  </a:extLst>
                </p:cNvPr>
                <p:cNvPicPr/>
                <p:nvPr/>
              </p:nvPicPr>
              <p:blipFill>
                <a:blip r:embed="rId47"/>
                <a:stretch>
                  <a:fillRect/>
                </a:stretch>
              </p:blipFill>
              <p:spPr>
                <a:xfrm>
                  <a:off x="4010184" y="86256"/>
                  <a:ext cx="2869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5235A2F0-535E-2961-5E17-B31DC6050057}"/>
                    </a:ext>
                  </a:extLst>
                </p14:cNvPr>
                <p14:cNvContentPartPr/>
                <p14:nvPr/>
              </p14:nvContentPartPr>
              <p14:xfrm>
                <a:off x="4294224" y="199296"/>
                <a:ext cx="201600" cy="90000"/>
              </p14:xfrm>
            </p:contentPart>
          </mc:Choice>
          <mc:Fallback xmlns="">
            <p:pic>
              <p:nvPicPr>
                <p:cNvPr id="28" name="Ink 27">
                  <a:extLst>
                    <a:ext uri="{FF2B5EF4-FFF2-40B4-BE49-F238E27FC236}">
                      <a16:creationId xmlns:a16="http://schemas.microsoft.com/office/drawing/2014/main" id="{5235A2F0-535E-2961-5E17-B31DC6050057}"/>
                    </a:ext>
                  </a:extLst>
                </p:cNvPr>
                <p:cNvPicPr/>
                <p:nvPr/>
              </p:nvPicPr>
              <p:blipFill>
                <a:blip r:embed="rId49"/>
                <a:stretch>
                  <a:fillRect/>
                </a:stretch>
              </p:blipFill>
              <p:spPr>
                <a:xfrm>
                  <a:off x="4289904" y="194976"/>
                  <a:ext cx="2102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B016AB89-35E0-F372-6C2F-29F24444497B}"/>
                    </a:ext>
                  </a:extLst>
                </p14:cNvPr>
                <p14:cNvContentPartPr/>
                <p14:nvPr/>
              </p14:nvContentPartPr>
              <p14:xfrm>
                <a:off x="4478904" y="189576"/>
                <a:ext cx="178200" cy="120600"/>
              </p14:xfrm>
            </p:contentPart>
          </mc:Choice>
          <mc:Fallback xmlns="">
            <p:pic>
              <p:nvPicPr>
                <p:cNvPr id="29" name="Ink 28">
                  <a:extLst>
                    <a:ext uri="{FF2B5EF4-FFF2-40B4-BE49-F238E27FC236}">
                      <a16:creationId xmlns:a16="http://schemas.microsoft.com/office/drawing/2014/main" id="{B016AB89-35E0-F372-6C2F-29F24444497B}"/>
                    </a:ext>
                  </a:extLst>
                </p:cNvPr>
                <p:cNvPicPr/>
                <p:nvPr/>
              </p:nvPicPr>
              <p:blipFill>
                <a:blip r:embed="rId51"/>
                <a:stretch>
                  <a:fillRect/>
                </a:stretch>
              </p:blipFill>
              <p:spPr>
                <a:xfrm>
                  <a:off x="4474584" y="185256"/>
                  <a:ext cx="186840" cy="129240"/>
                </a:xfrm>
                <a:prstGeom prst="rect">
                  <a:avLst/>
                </a:prstGeom>
              </p:spPr>
            </p:pic>
          </mc:Fallback>
        </mc:AlternateContent>
      </p:grpSp>
      <p:grpSp>
        <p:nvGrpSpPr>
          <p:cNvPr id="49" name="Group 48">
            <a:extLst>
              <a:ext uri="{FF2B5EF4-FFF2-40B4-BE49-F238E27FC236}">
                <a16:creationId xmlns:a16="http://schemas.microsoft.com/office/drawing/2014/main" id="{EF76157B-F0D6-5A61-279E-160CB533118F}"/>
              </a:ext>
            </a:extLst>
          </p:cNvPr>
          <p:cNvGrpSpPr/>
          <p:nvPr/>
        </p:nvGrpSpPr>
        <p:grpSpPr>
          <a:xfrm>
            <a:off x="852264" y="997056"/>
            <a:ext cx="744120" cy="353880"/>
            <a:chOff x="852264" y="997056"/>
            <a:chExt cx="744120" cy="353880"/>
          </a:xfrm>
        </p:grpSpPr>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FA4E190B-6B7E-5053-DCE2-B3C16BB63B4A}"/>
                    </a:ext>
                  </a:extLst>
                </p14:cNvPr>
                <p14:cNvContentPartPr/>
                <p14:nvPr/>
              </p14:nvContentPartPr>
              <p14:xfrm>
                <a:off x="852264" y="1102176"/>
                <a:ext cx="37080" cy="114120"/>
              </p14:xfrm>
            </p:contentPart>
          </mc:Choice>
          <mc:Fallback xmlns="">
            <p:pic>
              <p:nvPicPr>
                <p:cNvPr id="31" name="Ink 30">
                  <a:extLst>
                    <a:ext uri="{FF2B5EF4-FFF2-40B4-BE49-F238E27FC236}">
                      <a16:creationId xmlns:a16="http://schemas.microsoft.com/office/drawing/2014/main" id="{FA4E190B-6B7E-5053-DCE2-B3C16BB63B4A}"/>
                    </a:ext>
                  </a:extLst>
                </p:cNvPr>
                <p:cNvPicPr/>
                <p:nvPr/>
              </p:nvPicPr>
              <p:blipFill>
                <a:blip r:embed="rId53"/>
                <a:stretch>
                  <a:fillRect/>
                </a:stretch>
              </p:blipFill>
              <p:spPr>
                <a:xfrm>
                  <a:off x="847944" y="1097856"/>
                  <a:ext cx="45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3805AB31-B9C5-34CB-B881-5E4450F3625A}"/>
                    </a:ext>
                  </a:extLst>
                </p14:cNvPr>
                <p14:cNvContentPartPr/>
                <p14:nvPr/>
              </p14:nvContentPartPr>
              <p14:xfrm>
                <a:off x="944784" y="997056"/>
                <a:ext cx="360" cy="36000"/>
              </p14:xfrm>
            </p:contentPart>
          </mc:Choice>
          <mc:Fallback xmlns="">
            <p:pic>
              <p:nvPicPr>
                <p:cNvPr id="32" name="Ink 31">
                  <a:extLst>
                    <a:ext uri="{FF2B5EF4-FFF2-40B4-BE49-F238E27FC236}">
                      <a16:creationId xmlns:a16="http://schemas.microsoft.com/office/drawing/2014/main" id="{3805AB31-B9C5-34CB-B881-5E4450F3625A}"/>
                    </a:ext>
                  </a:extLst>
                </p:cNvPr>
                <p:cNvPicPr/>
                <p:nvPr/>
              </p:nvPicPr>
              <p:blipFill>
                <a:blip r:embed="rId55"/>
                <a:stretch>
                  <a:fillRect/>
                </a:stretch>
              </p:blipFill>
              <p:spPr>
                <a:xfrm>
                  <a:off x="940464" y="992736"/>
                  <a:ext cx="90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52D6C8C4-CD0F-9955-4591-992EF7FAFB72}"/>
                    </a:ext>
                  </a:extLst>
                </p14:cNvPr>
                <p14:cNvContentPartPr/>
                <p14:nvPr/>
              </p14:nvContentPartPr>
              <p14:xfrm>
                <a:off x="941184" y="1148256"/>
                <a:ext cx="140040" cy="55800"/>
              </p14:xfrm>
            </p:contentPart>
          </mc:Choice>
          <mc:Fallback xmlns="">
            <p:pic>
              <p:nvPicPr>
                <p:cNvPr id="33" name="Ink 32">
                  <a:extLst>
                    <a:ext uri="{FF2B5EF4-FFF2-40B4-BE49-F238E27FC236}">
                      <a16:creationId xmlns:a16="http://schemas.microsoft.com/office/drawing/2014/main" id="{52D6C8C4-CD0F-9955-4591-992EF7FAFB72}"/>
                    </a:ext>
                  </a:extLst>
                </p:cNvPr>
                <p:cNvPicPr/>
                <p:nvPr/>
              </p:nvPicPr>
              <p:blipFill>
                <a:blip r:embed="rId57"/>
                <a:stretch>
                  <a:fillRect/>
                </a:stretch>
              </p:blipFill>
              <p:spPr>
                <a:xfrm>
                  <a:off x="936864" y="1143936"/>
                  <a:ext cx="1486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C160138A-5FB5-46AB-9280-999569AC44EF}"/>
                    </a:ext>
                  </a:extLst>
                </p14:cNvPr>
                <p14:cNvContentPartPr/>
                <p14:nvPr/>
              </p14:nvContentPartPr>
              <p14:xfrm>
                <a:off x="1062504" y="1180656"/>
                <a:ext cx="95040" cy="170280"/>
              </p14:xfrm>
            </p:contentPart>
          </mc:Choice>
          <mc:Fallback xmlns="">
            <p:pic>
              <p:nvPicPr>
                <p:cNvPr id="34" name="Ink 33">
                  <a:extLst>
                    <a:ext uri="{FF2B5EF4-FFF2-40B4-BE49-F238E27FC236}">
                      <a16:creationId xmlns:a16="http://schemas.microsoft.com/office/drawing/2014/main" id="{C160138A-5FB5-46AB-9280-999569AC44EF}"/>
                    </a:ext>
                  </a:extLst>
                </p:cNvPr>
                <p:cNvPicPr/>
                <p:nvPr/>
              </p:nvPicPr>
              <p:blipFill>
                <a:blip r:embed="rId59"/>
                <a:stretch>
                  <a:fillRect/>
                </a:stretch>
              </p:blipFill>
              <p:spPr>
                <a:xfrm>
                  <a:off x="1058184" y="1176336"/>
                  <a:ext cx="103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BA2BF828-5FF5-5D5E-268B-D755F525E912}"/>
                    </a:ext>
                  </a:extLst>
                </p14:cNvPr>
                <p14:cNvContentPartPr/>
                <p14:nvPr/>
              </p14:nvContentPartPr>
              <p14:xfrm>
                <a:off x="1131984" y="1112256"/>
                <a:ext cx="62640" cy="54720"/>
              </p14:xfrm>
            </p:contentPart>
          </mc:Choice>
          <mc:Fallback xmlns="">
            <p:pic>
              <p:nvPicPr>
                <p:cNvPr id="35" name="Ink 34">
                  <a:extLst>
                    <a:ext uri="{FF2B5EF4-FFF2-40B4-BE49-F238E27FC236}">
                      <a16:creationId xmlns:a16="http://schemas.microsoft.com/office/drawing/2014/main" id="{BA2BF828-5FF5-5D5E-268B-D755F525E912}"/>
                    </a:ext>
                  </a:extLst>
                </p:cNvPr>
                <p:cNvPicPr/>
                <p:nvPr/>
              </p:nvPicPr>
              <p:blipFill>
                <a:blip r:embed="rId61"/>
                <a:stretch>
                  <a:fillRect/>
                </a:stretch>
              </p:blipFill>
              <p:spPr>
                <a:xfrm>
                  <a:off x="1127664" y="1107936"/>
                  <a:ext cx="712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15B87B03-2920-C03C-A2F3-0E9D557DE363}"/>
                    </a:ext>
                  </a:extLst>
                </p14:cNvPr>
                <p14:cNvContentPartPr/>
                <p14:nvPr/>
              </p14:nvContentPartPr>
              <p14:xfrm>
                <a:off x="1314504" y="1132056"/>
                <a:ext cx="74160" cy="56880"/>
              </p14:xfrm>
            </p:contentPart>
          </mc:Choice>
          <mc:Fallback xmlns="">
            <p:pic>
              <p:nvPicPr>
                <p:cNvPr id="36" name="Ink 35">
                  <a:extLst>
                    <a:ext uri="{FF2B5EF4-FFF2-40B4-BE49-F238E27FC236}">
                      <a16:creationId xmlns:a16="http://schemas.microsoft.com/office/drawing/2014/main" id="{15B87B03-2920-C03C-A2F3-0E9D557DE363}"/>
                    </a:ext>
                  </a:extLst>
                </p:cNvPr>
                <p:cNvPicPr/>
                <p:nvPr/>
              </p:nvPicPr>
              <p:blipFill>
                <a:blip r:embed="rId63"/>
                <a:stretch>
                  <a:fillRect/>
                </a:stretch>
              </p:blipFill>
              <p:spPr>
                <a:xfrm>
                  <a:off x="1310184" y="1127736"/>
                  <a:ext cx="828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159E4ED2-DE4A-1307-80DF-0F16D43E8D59}"/>
                    </a:ext>
                  </a:extLst>
                </p14:cNvPr>
                <p14:cNvContentPartPr/>
                <p14:nvPr/>
              </p14:nvContentPartPr>
              <p14:xfrm>
                <a:off x="1506024" y="1017576"/>
                <a:ext cx="41760" cy="166680"/>
              </p14:xfrm>
            </p:contentPart>
          </mc:Choice>
          <mc:Fallback xmlns="">
            <p:pic>
              <p:nvPicPr>
                <p:cNvPr id="37" name="Ink 36">
                  <a:extLst>
                    <a:ext uri="{FF2B5EF4-FFF2-40B4-BE49-F238E27FC236}">
                      <a16:creationId xmlns:a16="http://schemas.microsoft.com/office/drawing/2014/main" id="{159E4ED2-DE4A-1307-80DF-0F16D43E8D59}"/>
                    </a:ext>
                  </a:extLst>
                </p:cNvPr>
                <p:cNvPicPr/>
                <p:nvPr/>
              </p:nvPicPr>
              <p:blipFill>
                <a:blip r:embed="rId65"/>
                <a:stretch>
                  <a:fillRect/>
                </a:stretch>
              </p:blipFill>
              <p:spPr>
                <a:xfrm>
                  <a:off x="1501704" y="1013256"/>
                  <a:ext cx="504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3710DD81-439C-8354-B4AB-03D64532A54C}"/>
                    </a:ext>
                  </a:extLst>
                </p14:cNvPr>
                <p14:cNvContentPartPr/>
                <p14:nvPr/>
              </p14:nvContentPartPr>
              <p14:xfrm>
                <a:off x="1482984" y="1094976"/>
                <a:ext cx="113400" cy="31680"/>
              </p14:xfrm>
            </p:contentPart>
          </mc:Choice>
          <mc:Fallback xmlns="">
            <p:pic>
              <p:nvPicPr>
                <p:cNvPr id="38" name="Ink 37">
                  <a:extLst>
                    <a:ext uri="{FF2B5EF4-FFF2-40B4-BE49-F238E27FC236}">
                      <a16:creationId xmlns:a16="http://schemas.microsoft.com/office/drawing/2014/main" id="{3710DD81-439C-8354-B4AB-03D64532A54C}"/>
                    </a:ext>
                  </a:extLst>
                </p:cNvPr>
                <p:cNvPicPr/>
                <p:nvPr/>
              </p:nvPicPr>
              <p:blipFill>
                <a:blip r:embed="rId67"/>
                <a:stretch>
                  <a:fillRect/>
                </a:stretch>
              </p:blipFill>
              <p:spPr>
                <a:xfrm>
                  <a:off x="1478664" y="1090656"/>
                  <a:ext cx="122040" cy="40320"/>
                </a:xfrm>
                <a:prstGeom prst="rect">
                  <a:avLst/>
                </a:prstGeom>
              </p:spPr>
            </p:pic>
          </mc:Fallback>
        </mc:AlternateContent>
      </p:grpSp>
      <p:grpSp>
        <p:nvGrpSpPr>
          <p:cNvPr id="48" name="Group 47">
            <a:extLst>
              <a:ext uri="{FF2B5EF4-FFF2-40B4-BE49-F238E27FC236}">
                <a16:creationId xmlns:a16="http://schemas.microsoft.com/office/drawing/2014/main" id="{7E2355A9-DE45-0B4D-587B-154FAE4C85C3}"/>
              </a:ext>
            </a:extLst>
          </p:cNvPr>
          <p:cNvGrpSpPr/>
          <p:nvPr/>
        </p:nvGrpSpPr>
        <p:grpSpPr>
          <a:xfrm>
            <a:off x="1832544" y="887976"/>
            <a:ext cx="607320" cy="271080"/>
            <a:chOff x="1832544" y="887976"/>
            <a:chExt cx="607320" cy="271080"/>
          </a:xfrm>
        </p:grpSpPr>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7EB5C6CA-78A6-FC49-F54D-EC05C3B9923B}"/>
                    </a:ext>
                  </a:extLst>
                </p14:cNvPr>
                <p14:cNvContentPartPr/>
                <p14:nvPr/>
              </p14:nvContentPartPr>
              <p14:xfrm>
                <a:off x="1832544" y="887976"/>
                <a:ext cx="223560" cy="271080"/>
              </p14:xfrm>
            </p:contentPart>
          </mc:Choice>
          <mc:Fallback xmlns="">
            <p:pic>
              <p:nvPicPr>
                <p:cNvPr id="39" name="Ink 38">
                  <a:extLst>
                    <a:ext uri="{FF2B5EF4-FFF2-40B4-BE49-F238E27FC236}">
                      <a16:creationId xmlns:a16="http://schemas.microsoft.com/office/drawing/2014/main" id="{7EB5C6CA-78A6-FC49-F54D-EC05C3B9923B}"/>
                    </a:ext>
                  </a:extLst>
                </p:cNvPr>
                <p:cNvPicPr/>
                <p:nvPr/>
              </p:nvPicPr>
              <p:blipFill>
                <a:blip r:embed="rId69"/>
                <a:stretch>
                  <a:fillRect/>
                </a:stretch>
              </p:blipFill>
              <p:spPr>
                <a:xfrm>
                  <a:off x="1828224" y="883656"/>
                  <a:ext cx="2322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95EE1294-7AF9-7EC1-59D5-E113E8CDBF83}"/>
                    </a:ext>
                  </a:extLst>
                </p14:cNvPr>
                <p14:cNvContentPartPr/>
                <p14:nvPr/>
              </p14:nvContentPartPr>
              <p14:xfrm>
                <a:off x="2045664" y="1061496"/>
                <a:ext cx="117000" cy="92880"/>
              </p14:xfrm>
            </p:contentPart>
          </mc:Choice>
          <mc:Fallback xmlns="">
            <p:pic>
              <p:nvPicPr>
                <p:cNvPr id="40" name="Ink 39">
                  <a:extLst>
                    <a:ext uri="{FF2B5EF4-FFF2-40B4-BE49-F238E27FC236}">
                      <a16:creationId xmlns:a16="http://schemas.microsoft.com/office/drawing/2014/main" id="{95EE1294-7AF9-7EC1-59D5-E113E8CDBF83}"/>
                    </a:ext>
                  </a:extLst>
                </p:cNvPr>
                <p:cNvPicPr/>
                <p:nvPr/>
              </p:nvPicPr>
              <p:blipFill>
                <a:blip r:embed="rId71"/>
                <a:stretch>
                  <a:fillRect/>
                </a:stretch>
              </p:blipFill>
              <p:spPr>
                <a:xfrm>
                  <a:off x="2041344" y="1057176"/>
                  <a:ext cx="1256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4228DE82-1A79-1325-27B4-F84C89C64EEC}"/>
                    </a:ext>
                  </a:extLst>
                </p14:cNvPr>
                <p14:cNvContentPartPr/>
                <p14:nvPr/>
              </p14:nvContentPartPr>
              <p14:xfrm>
                <a:off x="2242944" y="898776"/>
                <a:ext cx="74160" cy="233640"/>
              </p14:xfrm>
            </p:contentPart>
          </mc:Choice>
          <mc:Fallback xmlns="">
            <p:pic>
              <p:nvPicPr>
                <p:cNvPr id="41" name="Ink 40">
                  <a:extLst>
                    <a:ext uri="{FF2B5EF4-FFF2-40B4-BE49-F238E27FC236}">
                      <a16:creationId xmlns:a16="http://schemas.microsoft.com/office/drawing/2014/main" id="{4228DE82-1A79-1325-27B4-F84C89C64EEC}"/>
                    </a:ext>
                  </a:extLst>
                </p:cNvPr>
                <p:cNvPicPr/>
                <p:nvPr/>
              </p:nvPicPr>
              <p:blipFill>
                <a:blip r:embed="rId73"/>
                <a:stretch>
                  <a:fillRect/>
                </a:stretch>
              </p:blipFill>
              <p:spPr>
                <a:xfrm>
                  <a:off x="2238624" y="894456"/>
                  <a:ext cx="828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E238C82F-872E-033A-B122-91778521C7A1}"/>
                    </a:ext>
                  </a:extLst>
                </p14:cNvPr>
                <p14:cNvContentPartPr/>
                <p14:nvPr/>
              </p14:nvContentPartPr>
              <p14:xfrm>
                <a:off x="2201544" y="1039536"/>
                <a:ext cx="238320" cy="101880"/>
              </p14:xfrm>
            </p:contentPart>
          </mc:Choice>
          <mc:Fallback xmlns="">
            <p:pic>
              <p:nvPicPr>
                <p:cNvPr id="42" name="Ink 41">
                  <a:extLst>
                    <a:ext uri="{FF2B5EF4-FFF2-40B4-BE49-F238E27FC236}">
                      <a16:creationId xmlns:a16="http://schemas.microsoft.com/office/drawing/2014/main" id="{E238C82F-872E-033A-B122-91778521C7A1}"/>
                    </a:ext>
                  </a:extLst>
                </p:cNvPr>
                <p:cNvPicPr/>
                <p:nvPr/>
              </p:nvPicPr>
              <p:blipFill>
                <a:blip r:embed="rId75"/>
                <a:stretch>
                  <a:fillRect/>
                </a:stretch>
              </p:blipFill>
              <p:spPr>
                <a:xfrm>
                  <a:off x="2197224" y="1035216"/>
                  <a:ext cx="246960" cy="110520"/>
                </a:xfrm>
                <a:prstGeom prst="rect">
                  <a:avLst/>
                </a:prstGeom>
              </p:spPr>
            </p:pic>
          </mc:Fallback>
        </mc:AlternateContent>
      </p:grpSp>
      <p:grpSp>
        <p:nvGrpSpPr>
          <p:cNvPr id="47" name="Group 46">
            <a:extLst>
              <a:ext uri="{FF2B5EF4-FFF2-40B4-BE49-F238E27FC236}">
                <a16:creationId xmlns:a16="http://schemas.microsoft.com/office/drawing/2014/main" id="{3CF2B6CF-CD78-F720-C5E6-6B2C72E4C63A}"/>
              </a:ext>
            </a:extLst>
          </p:cNvPr>
          <p:cNvGrpSpPr/>
          <p:nvPr/>
        </p:nvGrpSpPr>
        <p:grpSpPr>
          <a:xfrm>
            <a:off x="2692584" y="934416"/>
            <a:ext cx="442080" cy="267120"/>
            <a:chOff x="2692584" y="934416"/>
            <a:chExt cx="442080" cy="267120"/>
          </a:xfrm>
        </p:grpSpPr>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697A3593-4152-9D21-FC4F-2EC84608EE42}"/>
                    </a:ext>
                  </a:extLst>
                </p14:cNvPr>
                <p14:cNvContentPartPr/>
                <p14:nvPr/>
              </p14:nvContentPartPr>
              <p14:xfrm>
                <a:off x="2692584" y="1018656"/>
                <a:ext cx="103680" cy="113040"/>
              </p14:xfrm>
            </p:contentPart>
          </mc:Choice>
          <mc:Fallback xmlns="">
            <p:pic>
              <p:nvPicPr>
                <p:cNvPr id="43" name="Ink 42">
                  <a:extLst>
                    <a:ext uri="{FF2B5EF4-FFF2-40B4-BE49-F238E27FC236}">
                      <a16:creationId xmlns:a16="http://schemas.microsoft.com/office/drawing/2014/main" id="{697A3593-4152-9D21-FC4F-2EC84608EE42}"/>
                    </a:ext>
                  </a:extLst>
                </p:cNvPr>
                <p:cNvPicPr/>
                <p:nvPr/>
              </p:nvPicPr>
              <p:blipFill>
                <a:blip r:embed="rId77"/>
                <a:stretch>
                  <a:fillRect/>
                </a:stretch>
              </p:blipFill>
              <p:spPr>
                <a:xfrm>
                  <a:off x="2688264" y="1014336"/>
                  <a:ext cx="11232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F095A24D-4800-1377-00EA-5587903F6088}"/>
                    </a:ext>
                  </a:extLst>
                </p14:cNvPr>
                <p14:cNvContentPartPr/>
                <p14:nvPr/>
              </p14:nvContentPartPr>
              <p14:xfrm>
                <a:off x="2843424" y="1049976"/>
                <a:ext cx="51120" cy="76680"/>
              </p14:xfrm>
            </p:contentPart>
          </mc:Choice>
          <mc:Fallback xmlns="">
            <p:pic>
              <p:nvPicPr>
                <p:cNvPr id="44" name="Ink 43">
                  <a:extLst>
                    <a:ext uri="{FF2B5EF4-FFF2-40B4-BE49-F238E27FC236}">
                      <a16:creationId xmlns:a16="http://schemas.microsoft.com/office/drawing/2014/main" id="{F095A24D-4800-1377-00EA-5587903F6088}"/>
                    </a:ext>
                  </a:extLst>
                </p:cNvPr>
                <p:cNvPicPr/>
                <p:nvPr/>
              </p:nvPicPr>
              <p:blipFill>
                <a:blip r:embed="rId79"/>
                <a:stretch>
                  <a:fillRect/>
                </a:stretch>
              </p:blipFill>
              <p:spPr>
                <a:xfrm>
                  <a:off x="2839104" y="1045656"/>
                  <a:ext cx="5976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0DC1A891-DFE7-4253-7F87-A77210B6D59F}"/>
                    </a:ext>
                  </a:extLst>
                </p14:cNvPr>
                <p14:cNvContentPartPr/>
                <p14:nvPr/>
              </p14:nvContentPartPr>
              <p14:xfrm>
                <a:off x="2938104" y="934416"/>
                <a:ext cx="9720" cy="45360"/>
              </p14:xfrm>
            </p:contentPart>
          </mc:Choice>
          <mc:Fallback xmlns="">
            <p:pic>
              <p:nvPicPr>
                <p:cNvPr id="45" name="Ink 44">
                  <a:extLst>
                    <a:ext uri="{FF2B5EF4-FFF2-40B4-BE49-F238E27FC236}">
                      <a16:creationId xmlns:a16="http://schemas.microsoft.com/office/drawing/2014/main" id="{0DC1A891-DFE7-4253-7F87-A77210B6D59F}"/>
                    </a:ext>
                  </a:extLst>
                </p:cNvPr>
                <p:cNvPicPr/>
                <p:nvPr/>
              </p:nvPicPr>
              <p:blipFill>
                <a:blip r:embed="rId81"/>
                <a:stretch>
                  <a:fillRect/>
                </a:stretch>
              </p:blipFill>
              <p:spPr>
                <a:xfrm>
                  <a:off x="2933784" y="930096"/>
                  <a:ext cx="183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014B7C13-FFE1-86A6-19CF-822FB8C6F265}"/>
                    </a:ext>
                  </a:extLst>
                </p14:cNvPr>
                <p14:cNvContentPartPr/>
                <p14:nvPr/>
              </p14:nvContentPartPr>
              <p14:xfrm>
                <a:off x="2889144" y="1021896"/>
                <a:ext cx="245520" cy="179640"/>
              </p14:xfrm>
            </p:contentPart>
          </mc:Choice>
          <mc:Fallback xmlns="">
            <p:pic>
              <p:nvPicPr>
                <p:cNvPr id="46" name="Ink 45">
                  <a:extLst>
                    <a:ext uri="{FF2B5EF4-FFF2-40B4-BE49-F238E27FC236}">
                      <a16:creationId xmlns:a16="http://schemas.microsoft.com/office/drawing/2014/main" id="{014B7C13-FFE1-86A6-19CF-822FB8C6F265}"/>
                    </a:ext>
                  </a:extLst>
                </p:cNvPr>
                <p:cNvPicPr/>
                <p:nvPr/>
              </p:nvPicPr>
              <p:blipFill>
                <a:blip r:embed="rId83"/>
                <a:stretch>
                  <a:fillRect/>
                </a:stretch>
              </p:blipFill>
              <p:spPr>
                <a:xfrm>
                  <a:off x="2884824" y="1017576"/>
                  <a:ext cx="254160" cy="188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40686385-3069-C419-DDDF-3792A6E36F01}"/>
                  </a:ext>
                </a:extLst>
              </p14:cNvPr>
              <p14:cNvContentPartPr/>
              <p14:nvPr/>
            </p14:nvContentPartPr>
            <p14:xfrm>
              <a:off x="3783744" y="947016"/>
              <a:ext cx="238320" cy="126360"/>
            </p14:xfrm>
          </p:contentPart>
        </mc:Choice>
        <mc:Fallback xmlns="">
          <p:pic>
            <p:nvPicPr>
              <p:cNvPr id="50" name="Ink 49">
                <a:extLst>
                  <a:ext uri="{FF2B5EF4-FFF2-40B4-BE49-F238E27FC236}">
                    <a16:creationId xmlns:a16="http://schemas.microsoft.com/office/drawing/2014/main" id="{40686385-3069-C419-DDDF-3792A6E36F01}"/>
                  </a:ext>
                </a:extLst>
              </p:cNvPr>
              <p:cNvPicPr/>
              <p:nvPr/>
            </p:nvPicPr>
            <p:blipFill>
              <a:blip r:embed="rId85"/>
              <a:stretch>
                <a:fillRect/>
              </a:stretch>
            </p:blipFill>
            <p:spPr>
              <a:xfrm>
                <a:off x="3779424" y="942696"/>
                <a:ext cx="246960" cy="135000"/>
              </a:xfrm>
              <a:prstGeom prst="rect">
                <a:avLst/>
              </a:prstGeom>
            </p:spPr>
          </p:pic>
        </mc:Fallback>
      </mc:AlternateContent>
      <p:grpSp>
        <p:nvGrpSpPr>
          <p:cNvPr id="73" name="Group 72">
            <a:extLst>
              <a:ext uri="{FF2B5EF4-FFF2-40B4-BE49-F238E27FC236}">
                <a16:creationId xmlns:a16="http://schemas.microsoft.com/office/drawing/2014/main" id="{70B8BA8E-5D7B-2B66-01B6-7B00E4D6F35C}"/>
              </a:ext>
            </a:extLst>
          </p:cNvPr>
          <p:cNvGrpSpPr/>
          <p:nvPr/>
        </p:nvGrpSpPr>
        <p:grpSpPr>
          <a:xfrm>
            <a:off x="4359024" y="720216"/>
            <a:ext cx="824760" cy="308520"/>
            <a:chOff x="4359024" y="720216"/>
            <a:chExt cx="824760" cy="308520"/>
          </a:xfrm>
        </p:grpSpPr>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5E14C2F5-82B4-2915-F50F-7A84E839D7A8}"/>
                    </a:ext>
                  </a:extLst>
                </p14:cNvPr>
                <p14:cNvContentPartPr/>
                <p14:nvPr/>
              </p14:nvContentPartPr>
              <p14:xfrm>
                <a:off x="4359024" y="720216"/>
                <a:ext cx="635760" cy="304560"/>
              </p14:xfrm>
            </p:contentPart>
          </mc:Choice>
          <mc:Fallback xmlns="">
            <p:pic>
              <p:nvPicPr>
                <p:cNvPr id="51" name="Ink 50">
                  <a:extLst>
                    <a:ext uri="{FF2B5EF4-FFF2-40B4-BE49-F238E27FC236}">
                      <a16:creationId xmlns:a16="http://schemas.microsoft.com/office/drawing/2014/main" id="{5E14C2F5-82B4-2915-F50F-7A84E839D7A8}"/>
                    </a:ext>
                  </a:extLst>
                </p:cNvPr>
                <p:cNvPicPr/>
                <p:nvPr/>
              </p:nvPicPr>
              <p:blipFill>
                <a:blip r:embed="rId87"/>
                <a:stretch>
                  <a:fillRect/>
                </a:stretch>
              </p:blipFill>
              <p:spPr>
                <a:xfrm>
                  <a:off x="4354704" y="715896"/>
                  <a:ext cx="6444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44A12BDA-EEF4-CA57-3811-F15867E9DCAB}"/>
                    </a:ext>
                  </a:extLst>
                </p14:cNvPr>
                <p14:cNvContentPartPr/>
                <p14:nvPr/>
              </p14:nvContentPartPr>
              <p14:xfrm>
                <a:off x="4890024" y="939456"/>
                <a:ext cx="85680" cy="89280"/>
              </p14:xfrm>
            </p:contentPart>
          </mc:Choice>
          <mc:Fallback xmlns="">
            <p:pic>
              <p:nvPicPr>
                <p:cNvPr id="52" name="Ink 51">
                  <a:extLst>
                    <a:ext uri="{FF2B5EF4-FFF2-40B4-BE49-F238E27FC236}">
                      <a16:creationId xmlns:a16="http://schemas.microsoft.com/office/drawing/2014/main" id="{44A12BDA-EEF4-CA57-3811-F15867E9DCAB}"/>
                    </a:ext>
                  </a:extLst>
                </p:cNvPr>
                <p:cNvPicPr/>
                <p:nvPr/>
              </p:nvPicPr>
              <p:blipFill>
                <a:blip r:embed="rId89"/>
                <a:stretch>
                  <a:fillRect/>
                </a:stretch>
              </p:blipFill>
              <p:spPr>
                <a:xfrm>
                  <a:off x="4885704" y="935136"/>
                  <a:ext cx="94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B439650B-93DE-77B2-2FC5-BA9980C5C625}"/>
                    </a:ext>
                  </a:extLst>
                </p14:cNvPr>
                <p14:cNvContentPartPr/>
                <p14:nvPr/>
              </p14:nvContentPartPr>
              <p14:xfrm>
                <a:off x="4994064" y="900936"/>
                <a:ext cx="189720" cy="113400"/>
              </p14:xfrm>
            </p:contentPart>
          </mc:Choice>
          <mc:Fallback xmlns="">
            <p:pic>
              <p:nvPicPr>
                <p:cNvPr id="53" name="Ink 52">
                  <a:extLst>
                    <a:ext uri="{FF2B5EF4-FFF2-40B4-BE49-F238E27FC236}">
                      <a16:creationId xmlns:a16="http://schemas.microsoft.com/office/drawing/2014/main" id="{B439650B-93DE-77B2-2FC5-BA9980C5C625}"/>
                    </a:ext>
                  </a:extLst>
                </p:cNvPr>
                <p:cNvPicPr/>
                <p:nvPr/>
              </p:nvPicPr>
              <p:blipFill>
                <a:blip r:embed="rId91"/>
                <a:stretch>
                  <a:fillRect/>
                </a:stretch>
              </p:blipFill>
              <p:spPr>
                <a:xfrm>
                  <a:off x="4989744" y="896616"/>
                  <a:ext cx="198360" cy="12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4E40E8C8-2583-1D37-9E41-626EB00D623C}"/>
                  </a:ext>
                </a:extLst>
              </p14:cNvPr>
              <p14:cNvContentPartPr/>
              <p14:nvPr/>
            </p14:nvContentPartPr>
            <p14:xfrm>
              <a:off x="5548464" y="880416"/>
              <a:ext cx="134280" cy="85320"/>
            </p14:xfrm>
          </p:contentPart>
        </mc:Choice>
        <mc:Fallback xmlns="">
          <p:pic>
            <p:nvPicPr>
              <p:cNvPr id="54" name="Ink 53">
                <a:extLst>
                  <a:ext uri="{FF2B5EF4-FFF2-40B4-BE49-F238E27FC236}">
                    <a16:creationId xmlns:a16="http://schemas.microsoft.com/office/drawing/2014/main" id="{4E40E8C8-2583-1D37-9E41-626EB00D623C}"/>
                  </a:ext>
                </a:extLst>
              </p:cNvPr>
              <p:cNvPicPr/>
              <p:nvPr/>
            </p:nvPicPr>
            <p:blipFill>
              <a:blip r:embed="rId93"/>
              <a:stretch>
                <a:fillRect/>
              </a:stretch>
            </p:blipFill>
            <p:spPr>
              <a:xfrm>
                <a:off x="5544144" y="876096"/>
                <a:ext cx="142920" cy="93960"/>
              </a:xfrm>
              <a:prstGeom prst="rect">
                <a:avLst/>
              </a:prstGeom>
            </p:spPr>
          </p:pic>
        </mc:Fallback>
      </mc:AlternateContent>
      <p:grpSp>
        <p:nvGrpSpPr>
          <p:cNvPr id="72" name="Group 71">
            <a:extLst>
              <a:ext uri="{FF2B5EF4-FFF2-40B4-BE49-F238E27FC236}">
                <a16:creationId xmlns:a16="http://schemas.microsoft.com/office/drawing/2014/main" id="{53A76884-A48F-B043-EB58-7468C5D26A64}"/>
              </a:ext>
            </a:extLst>
          </p:cNvPr>
          <p:cNvGrpSpPr/>
          <p:nvPr/>
        </p:nvGrpSpPr>
        <p:grpSpPr>
          <a:xfrm>
            <a:off x="5938704" y="761256"/>
            <a:ext cx="489960" cy="210600"/>
            <a:chOff x="5938704" y="761256"/>
            <a:chExt cx="489960" cy="210600"/>
          </a:xfrm>
        </p:grpSpPr>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E3ADA77D-DAEE-754A-9693-01A26F88B7EE}"/>
                    </a:ext>
                  </a:extLst>
                </p14:cNvPr>
                <p14:cNvContentPartPr/>
                <p14:nvPr/>
              </p14:nvContentPartPr>
              <p14:xfrm>
                <a:off x="5938704" y="911376"/>
                <a:ext cx="30240" cy="51120"/>
              </p14:xfrm>
            </p:contentPart>
          </mc:Choice>
          <mc:Fallback xmlns="">
            <p:pic>
              <p:nvPicPr>
                <p:cNvPr id="55" name="Ink 54">
                  <a:extLst>
                    <a:ext uri="{FF2B5EF4-FFF2-40B4-BE49-F238E27FC236}">
                      <a16:creationId xmlns:a16="http://schemas.microsoft.com/office/drawing/2014/main" id="{E3ADA77D-DAEE-754A-9693-01A26F88B7EE}"/>
                    </a:ext>
                  </a:extLst>
                </p:cNvPr>
                <p:cNvPicPr/>
                <p:nvPr/>
              </p:nvPicPr>
              <p:blipFill>
                <a:blip r:embed="rId95"/>
                <a:stretch>
                  <a:fillRect/>
                </a:stretch>
              </p:blipFill>
              <p:spPr>
                <a:xfrm>
                  <a:off x="5934384" y="907056"/>
                  <a:ext cx="3888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6" name="Ink 55">
                  <a:extLst>
                    <a:ext uri="{FF2B5EF4-FFF2-40B4-BE49-F238E27FC236}">
                      <a16:creationId xmlns:a16="http://schemas.microsoft.com/office/drawing/2014/main" id="{36EA4D0A-8A55-CB4C-0AF7-BDFAF278AFCD}"/>
                    </a:ext>
                  </a:extLst>
                </p14:cNvPr>
                <p14:cNvContentPartPr/>
                <p14:nvPr/>
              </p14:nvContentPartPr>
              <p14:xfrm>
                <a:off x="6049584" y="761256"/>
                <a:ext cx="9720" cy="85680"/>
              </p14:xfrm>
            </p:contentPart>
          </mc:Choice>
          <mc:Fallback xmlns="">
            <p:pic>
              <p:nvPicPr>
                <p:cNvPr id="56" name="Ink 55">
                  <a:extLst>
                    <a:ext uri="{FF2B5EF4-FFF2-40B4-BE49-F238E27FC236}">
                      <a16:creationId xmlns:a16="http://schemas.microsoft.com/office/drawing/2014/main" id="{36EA4D0A-8A55-CB4C-0AF7-BDFAF278AFCD}"/>
                    </a:ext>
                  </a:extLst>
                </p:cNvPr>
                <p:cNvPicPr/>
                <p:nvPr/>
              </p:nvPicPr>
              <p:blipFill>
                <a:blip r:embed="rId97"/>
                <a:stretch>
                  <a:fillRect/>
                </a:stretch>
              </p:blipFill>
              <p:spPr>
                <a:xfrm>
                  <a:off x="6045264" y="756936"/>
                  <a:ext cx="183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 name="Ink 56">
                  <a:extLst>
                    <a:ext uri="{FF2B5EF4-FFF2-40B4-BE49-F238E27FC236}">
                      <a16:creationId xmlns:a16="http://schemas.microsoft.com/office/drawing/2014/main" id="{4F1AF9B6-3815-DE9A-8063-BE708150C939}"/>
                    </a:ext>
                  </a:extLst>
                </p14:cNvPr>
                <p14:cNvContentPartPr/>
                <p14:nvPr/>
              </p14:nvContentPartPr>
              <p14:xfrm>
                <a:off x="6066864" y="869976"/>
                <a:ext cx="57240" cy="78840"/>
              </p14:xfrm>
            </p:contentPart>
          </mc:Choice>
          <mc:Fallback xmlns="">
            <p:pic>
              <p:nvPicPr>
                <p:cNvPr id="57" name="Ink 56">
                  <a:extLst>
                    <a:ext uri="{FF2B5EF4-FFF2-40B4-BE49-F238E27FC236}">
                      <a16:creationId xmlns:a16="http://schemas.microsoft.com/office/drawing/2014/main" id="{4F1AF9B6-3815-DE9A-8063-BE708150C939}"/>
                    </a:ext>
                  </a:extLst>
                </p:cNvPr>
                <p:cNvPicPr/>
                <p:nvPr/>
              </p:nvPicPr>
              <p:blipFill>
                <a:blip r:embed="rId99"/>
                <a:stretch>
                  <a:fillRect/>
                </a:stretch>
              </p:blipFill>
              <p:spPr>
                <a:xfrm>
                  <a:off x="6062544" y="865656"/>
                  <a:ext cx="658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8" name="Ink 57">
                  <a:extLst>
                    <a:ext uri="{FF2B5EF4-FFF2-40B4-BE49-F238E27FC236}">
                      <a16:creationId xmlns:a16="http://schemas.microsoft.com/office/drawing/2014/main" id="{988F5E62-BD44-0C5E-738B-EAF33CCE56FE}"/>
                    </a:ext>
                  </a:extLst>
                </p14:cNvPr>
                <p14:cNvContentPartPr/>
                <p14:nvPr/>
              </p14:nvContentPartPr>
              <p14:xfrm>
                <a:off x="6310584" y="884376"/>
                <a:ext cx="118080" cy="87480"/>
              </p14:xfrm>
            </p:contentPart>
          </mc:Choice>
          <mc:Fallback xmlns="">
            <p:pic>
              <p:nvPicPr>
                <p:cNvPr id="58" name="Ink 57">
                  <a:extLst>
                    <a:ext uri="{FF2B5EF4-FFF2-40B4-BE49-F238E27FC236}">
                      <a16:creationId xmlns:a16="http://schemas.microsoft.com/office/drawing/2014/main" id="{988F5E62-BD44-0C5E-738B-EAF33CCE56FE}"/>
                    </a:ext>
                  </a:extLst>
                </p:cNvPr>
                <p:cNvPicPr/>
                <p:nvPr/>
              </p:nvPicPr>
              <p:blipFill>
                <a:blip r:embed="rId101"/>
                <a:stretch>
                  <a:fillRect/>
                </a:stretch>
              </p:blipFill>
              <p:spPr>
                <a:xfrm>
                  <a:off x="6306264" y="880056"/>
                  <a:ext cx="126720" cy="96120"/>
                </a:xfrm>
                <a:prstGeom prst="rect">
                  <a:avLst/>
                </a:prstGeom>
              </p:spPr>
            </p:pic>
          </mc:Fallback>
        </mc:AlternateContent>
      </p:grpSp>
      <p:grpSp>
        <p:nvGrpSpPr>
          <p:cNvPr id="71" name="Group 70">
            <a:extLst>
              <a:ext uri="{FF2B5EF4-FFF2-40B4-BE49-F238E27FC236}">
                <a16:creationId xmlns:a16="http://schemas.microsoft.com/office/drawing/2014/main" id="{91405B15-A11A-5EA7-CE66-99AA1E2FC25B}"/>
              </a:ext>
            </a:extLst>
          </p:cNvPr>
          <p:cNvGrpSpPr/>
          <p:nvPr/>
        </p:nvGrpSpPr>
        <p:grpSpPr>
          <a:xfrm>
            <a:off x="6749784" y="628416"/>
            <a:ext cx="785520" cy="309960"/>
            <a:chOff x="6749784" y="628416"/>
            <a:chExt cx="785520" cy="309960"/>
          </a:xfrm>
        </p:grpSpPr>
        <mc:AlternateContent xmlns:mc="http://schemas.openxmlformats.org/markup-compatibility/2006" xmlns:p14="http://schemas.microsoft.com/office/powerpoint/2010/main">
          <mc:Choice Requires="p14">
            <p:contentPart p14:bwMode="auto" r:id="rId102">
              <p14:nvContentPartPr>
                <p14:cNvPr id="59" name="Ink 58">
                  <a:extLst>
                    <a:ext uri="{FF2B5EF4-FFF2-40B4-BE49-F238E27FC236}">
                      <a16:creationId xmlns:a16="http://schemas.microsoft.com/office/drawing/2014/main" id="{8AB5CDCE-CE88-1547-EBAE-FD12589D17E2}"/>
                    </a:ext>
                  </a:extLst>
                </p14:cNvPr>
                <p14:cNvContentPartPr/>
                <p14:nvPr/>
              </p14:nvContentPartPr>
              <p14:xfrm>
                <a:off x="6749784" y="689616"/>
                <a:ext cx="617040" cy="231840"/>
              </p14:xfrm>
            </p:contentPart>
          </mc:Choice>
          <mc:Fallback xmlns="">
            <p:pic>
              <p:nvPicPr>
                <p:cNvPr id="59" name="Ink 58">
                  <a:extLst>
                    <a:ext uri="{FF2B5EF4-FFF2-40B4-BE49-F238E27FC236}">
                      <a16:creationId xmlns:a16="http://schemas.microsoft.com/office/drawing/2014/main" id="{8AB5CDCE-CE88-1547-EBAE-FD12589D17E2}"/>
                    </a:ext>
                  </a:extLst>
                </p:cNvPr>
                <p:cNvPicPr/>
                <p:nvPr/>
              </p:nvPicPr>
              <p:blipFill>
                <a:blip r:embed="rId103"/>
                <a:stretch>
                  <a:fillRect/>
                </a:stretch>
              </p:blipFill>
              <p:spPr>
                <a:xfrm>
                  <a:off x="6745464" y="685296"/>
                  <a:ext cx="62568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Ink 59">
                  <a:extLst>
                    <a:ext uri="{FF2B5EF4-FFF2-40B4-BE49-F238E27FC236}">
                      <a16:creationId xmlns:a16="http://schemas.microsoft.com/office/drawing/2014/main" id="{038E78C0-FC62-76E3-F84E-288F63FFB6F0}"/>
                    </a:ext>
                  </a:extLst>
                </p14:cNvPr>
                <p14:cNvContentPartPr/>
                <p14:nvPr/>
              </p14:nvContentPartPr>
              <p14:xfrm>
                <a:off x="7077744" y="628416"/>
                <a:ext cx="312120" cy="283320"/>
              </p14:xfrm>
            </p:contentPart>
          </mc:Choice>
          <mc:Fallback xmlns="">
            <p:pic>
              <p:nvPicPr>
                <p:cNvPr id="60" name="Ink 59">
                  <a:extLst>
                    <a:ext uri="{FF2B5EF4-FFF2-40B4-BE49-F238E27FC236}">
                      <a16:creationId xmlns:a16="http://schemas.microsoft.com/office/drawing/2014/main" id="{038E78C0-FC62-76E3-F84E-288F63FFB6F0}"/>
                    </a:ext>
                  </a:extLst>
                </p:cNvPr>
                <p:cNvPicPr/>
                <p:nvPr/>
              </p:nvPicPr>
              <p:blipFill>
                <a:blip r:embed="rId105"/>
                <a:stretch>
                  <a:fillRect/>
                </a:stretch>
              </p:blipFill>
              <p:spPr>
                <a:xfrm>
                  <a:off x="7073424" y="624096"/>
                  <a:ext cx="32076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C70CEC4B-A974-93A3-6867-9C773583D50B}"/>
                    </a:ext>
                  </a:extLst>
                </p14:cNvPr>
                <p14:cNvContentPartPr/>
                <p14:nvPr/>
              </p14:nvContentPartPr>
              <p14:xfrm>
                <a:off x="7247304" y="858816"/>
                <a:ext cx="68760" cy="54360"/>
              </p14:xfrm>
            </p:contentPart>
          </mc:Choice>
          <mc:Fallback xmlns="">
            <p:pic>
              <p:nvPicPr>
                <p:cNvPr id="61" name="Ink 60">
                  <a:extLst>
                    <a:ext uri="{FF2B5EF4-FFF2-40B4-BE49-F238E27FC236}">
                      <a16:creationId xmlns:a16="http://schemas.microsoft.com/office/drawing/2014/main" id="{C70CEC4B-A974-93A3-6867-9C773583D50B}"/>
                    </a:ext>
                  </a:extLst>
                </p:cNvPr>
                <p:cNvPicPr/>
                <p:nvPr/>
              </p:nvPicPr>
              <p:blipFill>
                <a:blip r:embed="rId107"/>
                <a:stretch>
                  <a:fillRect/>
                </a:stretch>
              </p:blipFill>
              <p:spPr>
                <a:xfrm>
                  <a:off x="7242984" y="854496"/>
                  <a:ext cx="774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C6B3AB6A-45FC-530F-FB51-AC64A19473E4}"/>
                    </a:ext>
                  </a:extLst>
                </p14:cNvPr>
                <p14:cNvContentPartPr/>
                <p14:nvPr/>
              </p14:nvContentPartPr>
              <p14:xfrm>
                <a:off x="7327224" y="680616"/>
                <a:ext cx="187560" cy="225720"/>
              </p14:xfrm>
            </p:contentPart>
          </mc:Choice>
          <mc:Fallback xmlns="">
            <p:pic>
              <p:nvPicPr>
                <p:cNvPr id="62" name="Ink 61">
                  <a:extLst>
                    <a:ext uri="{FF2B5EF4-FFF2-40B4-BE49-F238E27FC236}">
                      <a16:creationId xmlns:a16="http://schemas.microsoft.com/office/drawing/2014/main" id="{C6B3AB6A-45FC-530F-FB51-AC64A19473E4}"/>
                    </a:ext>
                  </a:extLst>
                </p:cNvPr>
                <p:cNvPicPr/>
                <p:nvPr/>
              </p:nvPicPr>
              <p:blipFill>
                <a:blip r:embed="rId109"/>
                <a:stretch>
                  <a:fillRect/>
                </a:stretch>
              </p:blipFill>
              <p:spPr>
                <a:xfrm>
                  <a:off x="7322904" y="676296"/>
                  <a:ext cx="1962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3" name="Ink 62">
                  <a:extLst>
                    <a:ext uri="{FF2B5EF4-FFF2-40B4-BE49-F238E27FC236}">
                      <a16:creationId xmlns:a16="http://schemas.microsoft.com/office/drawing/2014/main" id="{90757336-B864-3913-6181-8BB65DF227CD}"/>
                    </a:ext>
                  </a:extLst>
                </p14:cNvPr>
                <p14:cNvContentPartPr/>
                <p14:nvPr/>
              </p14:nvContentPartPr>
              <p14:xfrm>
                <a:off x="7428384" y="855216"/>
                <a:ext cx="106920" cy="83160"/>
              </p14:xfrm>
            </p:contentPart>
          </mc:Choice>
          <mc:Fallback xmlns="">
            <p:pic>
              <p:nvPicPr>
                <p:cNvPr id="63" name="Ink 62">
                  <a:extLst>
                    <a:ext uri="{FF2B5EF4-FFF2-40B4-BE49-F238E27FC236}">
                      <a16:creationId xmlns:a16="http://schemas.microsoft.com/office/drawing/2014/main" id="{90757336-B864-3913-6181-8BB65DF227CD}"/>
                    </a:ext>
                  </a:extLst>
                </p:cNvPr>
                <p:cNvPicPr/>
                <p:nvPr/>
              </p:nvPicPr>
              <p:blipFill>
                <a:blip r:embed="rId111"/>
                <a:stretch>
                  <a:fillRect/>
                </a:stretch>
              </p:blipFill>
              <p:spPr>
                <a:xfrm>
                  <a:off x="7424064" y="850896"/>
                  <a:ext cx="115560" cy="91800"/>
                </a:xfrm>
                <a:prstGeom prst="rect">
                  <a:avLst/>
                </a:prstGeom>
              </p:spPr>
            </p:pic>
          </mc:Fallback>
        </mc:AlternateContent>
      </p:grpSp>
      <p:grpSp>
        <p:nvGrpSpPr>
          <p:cNvPr id="70" name="Group 69">
            <a:extLst>
              <a:ext uri="{FF2B5EF4-FFF2-40B4-BE49-F238E27FC236}">
                <a16:creationId xmlns:a16="http://schemas.microsoft.com/office/drawing/2014/main" id="{DA8E23F2-0A8E-391E-EED7-3A66E165DE3A}"/>
              </a:ext>
            </a:extLst>
          </p:cNvPr>
          <p:cNvGrpSpPr/>
          <p:nvPr/>
        </p:nvGrpSpPr>
        <p:grpSpPr>
          <a:xfrm>
            <a:off x="7786224" y="649296"/>
            <a:ext cx="968760" cy="260280"/>
            <a:chOff x="7786224" y="649296"/>
            <a:chExt cx="968760" cy="260280"/>
          </a:xfrm>
        </p:grpSpPr>
        <mc:AlternateContent xmlns:mc="http://schemas.openxmlformats.org/markup-compatibility/2006" xmlns:p14="http://schemas.microsoft.com/office/powerpoint/2010/main">
          <mc:Choice Requires="p14">
            <p:contentPart p14:bwMode="auto" r:id="rId112">
              <p14:nvContentPartPr>
                <p14:cNvPr id="64" name="Ink 63">
                  <a:extLst>
                    <a:ext uri="{FF2B5EF4-FFF2-40B4-BE49-F238E27FC236}">
                      <a16:creationId xmlns:a16="http://schemas.microsoft.com/office/drawing/2014/main" id="{4A18A5EE-BD4A-7AE4-2FB9-FC5B371E5E0E}"/>
                    </a:ext>
                  </a:extLst>
                </p14:cNvPr>
                <p14:cNvContentPartPr/>
                <p14:nvPr/>
              </p14:nvContentPartPr>
              <p14:xfrm>
                <a:off x="7786224" y="801576"/>
                <a:ext cx="137160" cy="72000"/>
              </p14:xfrm>
            </p:contentPart>
          </mc:Choice>
          <mc:Fallback xmlns="">
            <p:pic>
              <p:nvPicPr>
                <p:cNvPr id="64" name="Ink 63">
                  <a:extLst>
                    <a:ext uri="{FF2B5EF4-FFF2-40B4-BE49-F238E27FC236}">
                      <a16:creationId xmlns:a16="http://schemas.microsoft.com/office/drawing/2014/main" id="{4A18A5EE-BD4A-7AE4-2FB9-FC5B371E5E0E}"/>
                    </a:ext>
                  </a:extLst>
                </p:cNvPr>
                <p:cNvPicPr/>
                <p:nvPr/>
              </p:nvPicPr>
              <p:blipFill>
                <a:blip r:embed="rId113"/>
                <a:stretch>
                  <a:fillRect/>
                </a:stretch>
              </p:blipFill>
              <p:spPr>
                <a:xfrm>
                  <a:off x="7781904" y="797256"/>
                  <a:ext cx="1458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5" name="Ink 64">
                  <a:extLst>
                    <a:ext uri="{FF2B5EF4-FFF2-40B4-BE49-F238E27FC236}">
                      <a16:creationId xmlns:a16="http://schemas.microsoft.com/office/drawing/2014/main" id="{4D3FB5B5-CCDD-CF4C-70F9-1A6BCB5750B2}"/>
                    </a:ext>
                  </a:extLst>
                </p14:cNvPr>
                <p14:cNvContentPartPr/>
                <p14:nvPr/>
              </p14:nvContentPartPr>
              <p14:xfrm>
                <a:off x="7968384" y="818856"/>
                <a:ext cx="97920" cy="46440"/>
              </p14:xfrm>
            </p:contentPart>
          </mc:Choice>
          <mc:Fallback xmlns="">
            <p:pic>
              <p:nvPicPr>
                <p:cNvPr id="65" name="Ink 64">
                  <a:extLst>
                    <a:ext uri="{FF2B5EF4-FFF2-40B4-BE49-F238E27FC236}">
                      <a16:creationId xmlns:a16="http://schemas.microsoft.com/office/drawing/2014/main" id="{4D3FB5B5-CCDD-CF4C-70F9-1A6BCB5750B2}"/>
                    </a:ext>
                  </a:extLst>
                </p:cNvPr>
                <p:cNvPicPr/>
                <p:nvPr/>
              </p:nvPicPr>
              <p:blipFill>
                <a:blip r:embed="rId115"/>
                <a:stretch>
                  <a:fillRect/>
                </a:stretch>
              </p:blipFill>
              <p:spPr>
                <a:xfrm>
                  <a:off x="7964064" y="814536"/>
                  <a:ext cx="1065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6" name="Ink 65">
                  <a:extLst>
                    <a:ext uri="{FF2B5EF4-FFF2-40B4-BE49-F238E27FC236}">
                      <a16:creationId xmlns:a16="http://schemas.microsoft.com/office/drawing/2014/main" id="{244E209C-93E6-B29B-721B-64C0B7FDD814}"/>
                    </a:ext>
                  </a:extLst>
                </p14:cNvPr>
                <p14:cNvContentPartPr/>
                <p14:nvPr/>
              </p14:nvContentPartPr>
              <p14:xfrm>
                <a:off x="8114904" y="817776"/>
                <a:ext cx="187560" cy="38520"/>
              </p14:xfrm>
            </p:contentPart>
          </mc:Choice>
          <mc:Fallback xmlns="">
            <p:pic>
              <p:nvPicPr>
                <p:cNvPr id="66" name="Ink 65">
                  <a:extLst>
                    <a:ext uri="{FF2B5EF4-FFF2-40B4-BE49-F238E27FC236}">
                      <a16:creationId xmlns:a16="http://schemas.microsoft.com/office/drawing/2014/main" id="{244E209C-93E6-B29B-721B-64C0B7FDD814}"/>
                    </a:ext>
                  </a:extLst>
                </p:cNvPr>
                <p:cNvPicPr/>
                <p:nvPr/>
              </p:nvPicPr>
              <p:blipFill>
                <a:blip r:embed="rId117"/>
                <a:stretch>
                  <a:fillRect/>
                </a:stretch>
              </p:blipFill>
              <p:spPr>
                <a:xfrm>
                  <a:off x="8110584" y="813456"/>
                  <a:ext cx="1962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BD341341-21F6-19CD-3B5C-481DA1C9EE7E}"/>
                    </a:ext>
                  </a:extLst>
                </p14:cNvPr>
                <p14:cNvContentPartPr/>
                <p14:nvPr/>
              </p14:nvContentPartPr>
              <p14:xfrm>
                <a:off x="8382384" y="649296"/>
                <a:ext cx="196920" cy="249840"/>
              </p14:xfrm>
            </p:contentPart>
          </mc:Choice>
          <mc:Fallback xmlns="">
            <p:pic>
              <p:nvPicPr>
                <p:cNvPr id="67" name="Ink 66">
                  <a:extLst>
                    <a:ext uri="{FF2B5EF4-FFF2-40B4-BE49-F238E27FC236}">
                      <a16:creationId xmlns:a16="http://schemas.microsoft.com/office/drawing/2014/main" id="{BD341341-21F6-19CD-3B5C-481DA1C9EE7E}"/>
                    </a:ext>
                  </a:extLst>
                </p:cNvPr>
                <p:cNvPicPr/>
                <p:nvPr/>
              </p:nvPicPr>
              <p:blipFill>
                <a:blip r:embed="rId119"/>
                <a:stretch>
                  <a:fillRect/>
                </a:stretch>
              </p:blipFill>
              <p:spPr>
                <a:xfrm>
                  <a:off x="8378064" y="644976"/>
                  <a:ext cx="2055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8" name="Ink 67">
                  <a:extLst>
                    <a:ext uri="{FF2B5EF4-FFF2-40B4-BE49-F238E27FC236}">
                      <a16:creationId xmlns:a16="http://schemas.microsoft.com/office/drawing/2014/main" id="{77ACDD8D-A070-A25A-624E-1A024AC9F254}"/>
                    </a:ext>
                  </a:extLst>
                </p14:cNvPr>
                <p14:cNvContentPartPr/>
                <p14:nvPr/>
              </p14:nvContentPartPr>
              <p14:xfrm>
                <a:off x="8633304" y="760176"/>
                <a:ext cx="96120" cy="123840"/>
              </p14:xfrm>
            </p:contentPart>
          </mc:Choice>
          <mc:Fallback xmlns="">
            <p:pic>
              <p:nvPicPr>
                <p:cNvPr id="68" name="Ink 67">
                  <a:extLst>
                    <a:ext uri="{FF2B5EF4-FFF2-40B4-BE49-F238E27FC236}">
                      <a16:creationId xmlns:a16="http://schemas.microsoft.com/office/drawing/2014/main" id="{77ACDD8D-A070-A25A-624E-1A024AC9F254}"/>
                    </a:ext>
                  </a:extLst>
                </p:cNvPr>
                <p:cNvPicPr/>
                <p:nvPr/>
              </p:nvPicPr>
              <p:blipFill>
                <a:blip r:embed="rId121"/>
                <a:stretch>
                  <a:fillRect/>
                </a:stretch>
              </p:blipFill>
              <p:spPr>
                <a:xfrm>
                  <a:off x="8628984" y="755856"/>
                  <a:ext cx="1047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9" name="Ink 68">
                  <a:extLst>
                    <a:ext uri="{FF2B5EF4-FFF2-40B4-BE49-F238E27FC236}">
                      <a16:creationId xmlns:a16="http://schemas.microsoft.com/office/drawing/2014/main" id="{E6F4D498-6C87-BB58-5F42-C63F998E2A34}"/>
                    </a:ext>
                  </a:extLst>
                </p14:cNvPr>
                <p14:cNvContentPartPr/>
                <p14:nvPr/>
              </p14:nvContentPartPr>
              <p14:xfrm>
                <a:off x="8738424" y="903456"/>
                <a:ext cx="16560" cy="6120"/>
              </p14:xfrm>
            </p:contentPart>
          </mc:Choice>
          <mc:Fallback xmlns="">
            <p:pic>
              <p:nvPicPr>
                <p:cNvPr id="69" name="Ink 68">
                  <a:extLst>
                    <a:ext uri="{FF2B5EF4-FFF2-40B4-BE49-F238E27FC236}">
                      <a16:creationId xmlns:a16="http://schemas.microsoft.com/office/drawing/2014/main" id="{E6F4D498-6C87-BB58-5F42-C63F998E2A34}"/>
                    </a:ext>
                  </a:extLst>
                </p:cNvPr>
                <p:cNvPicPr/>
                <p:nvPr/>
              </p:nvPicPr>
              <p:blipFill>
                <a:blip r:embed="rId123"/>
                <a:stretch>
                  <a:fillRect/>
                </a:stretch>
              </p:blipFill>
              <p:spPr>
                <a:xfrm>
                  <a:off x="8734104" y="899136"/>
                  <a:ext cx="25200" cy="14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74" name="Ink 73">
                <a:extLst>
                  <a:ext uri="{FF2B5EF4-FFF2-40B4-BE49-F238E27FC236}">
                    <a16:creationId xmlns:a16="http://schemas.microsoft.com/office/drawing/2014/main" id="{DCC29D9C-4F92-4590-ACEA-1B307C14DDFB}"/>
                  </a:ext>
                </a:extLst>
              </p14:cNvPr>
              <p14:cNvContentPartPr/>
              <p14:nvPr/>
            </p14:nvContentPartPr>
            <p14:xfrm>
              <a:off x="3901464" y="1410336"/>
              <a:ext cx="201600" cy="159840"/>
            </p14:xfrm>
          </p:contentPart>
        </mc:Choice>
        <mc:Fallback xmlns="">
          <p:pic>
            <p:nvPicPr>
              <p:cNvPr id="74" name="Ink 73">
                <a:extLst>
                  <a:ext uri="{FF2B5EF4-FFF2-40B4-BE49-F238E27FC236}">
                    <a16:creationId xmlns:a16="http://schemas.microsoft.com/office/drawing/2014/main" id="{DCC29D9C-4F92-4590-ACEA-1B307C14DDFB}"/>
                  </a:ext>
                </a:extLst>
              </p:cNvPr>
              <p:cNvPicPr/>
              <p:nvPr/>
            </p:nvPicPr>
            <p:blipFill>
              <a:blip r:embed="rId125"/>
              <a:stretch>
                <a:fillRect/>
              </a:stretch>
            </p:blipFill>
            <p:spPr>
              <a:xfrm>
                <a:off x="3897144" y="1406016"/>
                <a:ext cx="2102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5" name="Ink 74">
                <a:extLst>
                  <a:ext uri="{FF2B5EF4-FFF2-40B4-BE49-F238E27FC236}">
                    <a16:creationId xmlns:a16="http://schemas.microsoft.com/office/drawing/2014/main" id="{001739C9-2F36-5711-BBD5-48BD0606E355}"/>
                  </a:ext>
                </a:extLst>
              </p14:cNvPr>
              <p14:cNvContentPartPr/>
              <p14:nvPr/>
            </p14:nvContentPartPr>
            <p14:xfrm>
              <a:off x="4319784" y="1406016"/>
              <a:ext cx="191520" cy="157320"/>
            </p14:xfrm>
          </p:contentPart>
        </mc:Choice>
        <mc:Fallback xmlns="">
          <p:pic>
            <p:nvPicPr>
              <p:cNvPr id="75" name="Ink 74">
                <a:extLst>
                  <a:ext uri="{FF2B5EF4-FFF2-40B4-BE49-F238E27FC236}">
                    <a16:creationId xmlns:a16="http://schemas.microsoft.com/office/drawing/2014/main" id="{001739C9-2F36-5711-BBD5-48BD0606E355}"/>
                  </a:ext>
                </a:extLst>
              </p:cNvPr>
              <p:cNvPicPr/>
              <p:nvPr/>
            </p:nvPicPr>
            <p:blipFill>
              <a:blip r:embed="rId127"/>
              <a:stretch>
                <a:fillRect/>
              </a:stretch>
            </p:blipFill>
            <p:spPr>
              <a:xfrm>
                <a:off x="4315464" y="1401696"/>
                <a:ext cx="2001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6" name="Ink 75">
                <a:extLst>
                  <a:ext uri="{FF2B5EF4-FFF2-40B4-BE49-F238E27FC236}">
                    <a16:creationId xmlns:a16="http://schemas.microsoft.com/office/drawing/2014/main" id="{E1B97FF8-4AC0-821D-B4E4-9348D92D1F93}"/>
                  </a:ext>
                </a:extLst>
              </p14:cNvPr>
              <p14:cNvContentPartPr/>
              <p14:nvPr/>
            </p14:nvContentPartPr>
            <p14:xfrm>
              <a:off x="4331304" y="1495656"/>
              <a:ext cx="145800" cy="14400"/>
            </p14:xfrm>
          </p:contentPart>
        </mc:Choice>
        <mc:Fallback xmlns="">
          <p:pic>
            <p:nvPicPr>
              <p:cNvPr id="76" name="Ink 75">
                <a:extLst>
                  <a:ext uri="{FF2B5EF4-FFF2-40B4-BE49-F238E27FC236}">
                    <a16:creationId xmlns:a16="http://schemas.microsoft.com/office/drawing/2014/main" id="{E1B97FF8-4AC0-821D-B4E4-9348D92D1F93}"/>
                  </a:ext>
                </a:extLst>
              </p:cNvPr>
              <p:cNvPicPr/>
              <p:nvPr/>
            </p:nvPicPr>
            <p:blipFill>
              <a:blip r:embed="rId129"/>
              <a:stretch>
                <a:fillRect/>
              </a:stretch>
            </p:blipFill>
            <p:spPr>
              <a:xfrm>
                <a:off x="4326984" y="1491336"/>
                <a:ext cx="154440" cy="23040"/>
              </a:xfrm>
              <a:prstGeom prst="rect">
                <a:avLst/>
              </a:prstGeom>
            </p:spPr>
          </p:pic>
        </mc:Fallback>
      </mc:AlternateContent>
      <p:grpSp>
        <p:nvGrpSpPr>
          <p:cNvPr id="83" name="Group 82">
            <a:extLst>
              <a:ext uri="{FF2B5EF4-FFF2-40B4-BE49-F238E27FC236}">
                <a16:creationId xmlns:a16="http://schemas.microsoft.com/office/drawing/2014/main" id="{98E42197-A30A-21F4-B56A-38424818509D}"/>
              </a:ext>
            </a:extLst>
          </p:cNvPr>
          <p:cNvGrpSpPr/>
          <p:nvPr/>
        </p:nvGrpSpPr>
        <p:grpSpPr>
          <a:xfrm>
            <a:off x="4698504" y="1255536"/>
            <a:ext cx="513000" cy="308880"/>
            <a:chOff x="4698504" y="1255536"/>
            <a:chExt cx="513000" cy="308880"/>
          </a:xfrm>
        </p:grpSpPr>
        <mc:AlternateContent xmlns:mc="http://schemas.openxmlformats.org/markup-compatibility/2006" xmlns:p14="http://schemas.microsoft.com/office/powerpoint/2010/main">
          <mc:Choice Requires="p14">
            <p:contentPart p14:bwMode="auto" r:id="rId130">
              <p14:nvContentPartPr>
                <p14:cNvPr id="77" name="Ink 76">
                  <a:extLst>
                    <a:ext uri="{FF2B5EF4-FFF2-40B4-BE49-F238E27FC236}">
                      <a16:creationId xmlns:a16="http://schemas.microsoft.com/office/drawing/2014/main" id="{ECA6F01F-3571-23DD-B234-AACA67D96A8E}"/>
                    </a:ext>
                  </a:extLst>
                </p14:cNvPr>
                <p14:cNvContentPartPr/>
                <p14:nvPr/>
              </p14:nvContentPartPr>
              <p14:xfrm>
                <a:off x="4733064" y="1298376"/>
                <a:ext cx="335160" cy="264600"/>
              </p14:xfrm>
            </p:contentPart>
          </mc:Choice>
          <mc:Fallback xmlns="">
            <p:pic>
              <p:nvPicPr>
                <p:cNvPr id="77" name="Ink 76">
                  <a:extLst>
                    <a:ext uri="{FF2B5EF4-FFF2-40B4-BE49-F238E27FC236}">
                      <a16:creationId xmlns:a16="http://schemas.microsoft.com/office/drawing/2014/main" id="{ECA6F01F-3571-23DD-B234-AACA67D96A8E}"/>
                    </a:ext>
                  </a:extLst>
                </p:cNvPr>
                <p:cNvPicPr/>
                <p:nvPr/>
              </p:nvPicPr>
              <p:blipFill>
                <a:blip r:embed="rId131"/>
                <a:stretch>
                  <a:fillRect/>
                </a:stretch>
              </p:blipFill>
              <p:spPr>
                <a:xfrm>
                  <a:off x="4728744" y="1294056"/>
                  <a:ext cx="34380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8" name="Ink 77">
                  <a:extLst>
                    <a:ext uri="{FF2B5EF4-FFF2-40B4-BE49-F238E27FC236}">
                      <a16:creationId xmlns:a16="http://schemas.microsoft.com/office/drawing/2014/main" id="{388A0A85-701A-D99D-21AF-57848E8559B0}"/>
                    </a:ext>
                  </a:extLst>
                </p14:cNvPr>
                <p14:cNvContentPartPr/>
                <p14:nvPr/>
              </p14:nvContentPartPr>
              <p14:xfrm>
                <a:off x="4698504" y="1304136"/>
                <a:ext cx="323640" cy="260280"/>
              </p14:xfrm>
            </p:contentPart>
          </mc:Choice>
          <mc:Fallback xmlns="">
            <p:pic>
              <p:nvPicPr>
                <p:cNvPr id="78" name="Ink 77">
                  <a:extLst>
                    <a:ext uri="{FF2B5EF4-FFF2-40B4-BE49-F238E27FC236}">
                      <a16:creationId xmlns:a16="http://schemas.microsoft.com/office/drawing/2014/main" id="{388A0A85-701A-D99D-21AF-57848E8559B0}"/>
                    </a:ext>
                  </a:extLst>
                </p:cNvPr>
                <p:cNvPicPr/>
                <p:nvPr/>
              </p:nvPicPr>
              <p:blipFill>
                <a:blip r:embed="rId133"/>
                <a:stretch>
                  <a:fillRect/>
                </a:stretch>
              </p:blipFill>
              <p:spPr>
                <a:xfrm>
                  <a:off x="4694184" y="1299816"/>
                  <a:ext cx="33228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0" name="Ink 79">
                  <a:extLst>
                    <a:ext uri="{FF2B5EF4-FFF2-40B4-BE49-F238E27FC236}">
                      <a16:creationId xmlns:a16="http://schemas.microsoft.com/office/drawing/2014/main" id="{4794FB00-98E3-7BD2-73ED-90AE87391951}"/>
                    </a:ext>
                  </a:extLst>
                </p14:cNvPr>
                <p14:cNvContentPartPr/>
                <p14:nvPr/>
              </p14:nvContentPartPr>
              <p14:xfrm>
                <a:off x="5142384" y="1255536"/>
                <a:ext cx="20880" cy="104400"/>
              </p14:xfrm>
            </p:contentPart>
          </mc:Choice>
          <mc:Fallback xmlns="">
            <p:pic>
              <p:nvPicPr>
                <p:cNvPr id="80" name="Ink 79">
                  <a:extLst>
                    <a:ext uri="{FF2B5EF4-FFF2-40B4-BE49-F238E27FC236}">
                      <a16:creationId xmlns:a16="http://schemas.microsoft.com/office/drawing/2014/main" id="{4794FB00-98E3-7BD2-73ED-90AE87391951}"/>
                    </a:ext>
                  </a:extLst>
                </p:cNvPr>
                <p:cNvPicPr/>
                <p:nvPr/>
              </p:nvPicPr>
              <p:blipFill>
                <a:blip r:embed="rId135"/>
                <a:stretch>
                  <a:fillRect/>
                </a:stretch>
              </p:blipFill>
              <p:spPr>
                <a:xfrm>
                  <a:off x="5138064" y="1251216"/>
                  <a:ext cx="295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2F2284C9-07D0-D973-DEF3-97BEA9CB7573}"/>
                    </a:ext>
                  </a:extLst>
                </p14:cNvPr>
                <p14:cNvContentPartPr/>
                <p14:nvPr/>
              </p14:nvContentPartPr>
              <p14:xfrm>
                <a:off x="5104944" y="1307736"/>
                <a:ext cx="106560" cy="12960"/>
              </p14:xfrm>
            </p:contentPart>
          </mc:Choice>
          <mc:Fallback xmlns="">
            <p:pic>
              <p:nvPicPr>
                <p:cNvPr id="82" name="Ink 81">
                  <a:extLst>
                    <a:ext uri="{FF2B5EF4-FFF2-40B4-BE49-F238E27FC236}">
                      <a16:creationId xmlns:a16="http://schemas.microsoft.com/office/drawing/2014/main" id="{2F2284C9-07D0-D973-DEF3-97BEA9CB7573}"/>
                    </a:ext>
                  </a:extLst>
                </p:cNvPr>
                <p:cNvPicPr/>
                <p:nvPr/>
              </p:nvPicPr>
              <p:blipFill>
                <a:blip r:embed="rId137"/>
                <a:stretch>
                  <a:fillRect/>
                </a:stretch>
              </p:blipFill>
              <p:spPr>
                <a:xfrm>
                  <a:off x="5100624" y="1303416"/>
                  <a:ext cx="115200" cy="21600"/>
                </a:xfrm>
                <a:prstGeom prst="rect">
                  <a:avLst/>
                </a:prstGeom>
              </p:spPr>
            </p:pic>
          </mc:Fallback>
        </mc:AlternateContent>
      </p:grpSp>
      <p:grpSp>
        <p:nvGrpSpPr>
          <p:cNvPr id="138" name="Group 137">
            <a:extLst>
              <a:ext uri="{FF2B5EF4-FFF2-40B4-BE49-F238E27FC236}">
                <a16:creationId xmlns:a16="http://schemas.microsoft.com/office/drawing/2014/main" id="{5F14ABB8-ECCA-2616-3E77-53A667DC1A6B}"/>
              </a:ext>
            </a:extLst>
          </p:cNvPr>
          <p:cNvGrpSpPr/>
          <p:nvPr/>
        </p:nvGrpSpPr>
        <p:grpSpPr>
          <a:xfrm>
            <a:off x="658224" y="2166696"/>
            <a:ext cx="5405400" cy="1444320"/>
            <a:chOff x="658224" y="2166696"/>
            <a:chExt cx="5405400" cy="1444320"/>
          </a:xfrm>
        </p:grpSpPr>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BC40A449-0B44-8521-8A7C-85E80F9F5C4F}"/>
                    </a:ext>
                  </a:extLst>
                </p14:cNvPr>
                <p14:cNvContentPartPr/>
                <p14:nvPr/>
              </p14:nvContentPartPr>
              <p14:xfrm>
                <a:off x="658224" y="2269656"/>
                <a:ext cx="321480" cy="350280"/>
              </p14:xfrm>
            </p:contentPart>
          </mc:Choice>
          <mc:Fallback xmlns="">
            <p:pic>
              <p:nvPicPr>
                <p:cNvPr id="84" name="Ink 83">
                  <a:extLst>
                    <a:ext uri="{FF2B5EF4-FFF2-40B4-BE49-F238E27FC236}">
                      <a16:creationId xmlns:a16="http://schemas.microsoft.com/office/drawing/2014/main" id="{BC40A449-0B44-8521-8A7C-85E80F9F5C4F}"/>
                    </a:ext>
                  </a:extLst>
                </p:cNvPr>
                <p:cNvPicPr/>
                <p:nvPr/>
              </p:nvPicPr>
              <p:blipFill>
                <a:blip r:embed="rId139"/>
                <a:stretch>
                  <a:fillRect/>
                </a:stretch>
              </p:blipFill>
              <p:spPr>
                <a:xfrm>
                  <a:off x="653904" y="2265336"/>
                  <a:ext cx="33012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35BD2747-F4BD-19F3-3A0C-5A86648C0F84}"/>
                    </a:ext>
                  </a:extLst>
                </p14:cNvPr>
                <p14:cNvContentPartPr/>
                <p14:nvPr/>
              </p14:nvContentPartPr>
              <p14:xfrm>
                <a:off x="937944" y="2522376"/>
                <a:ext cx="5040" cy="32760"/>
              </p14:xfrm>
            </p:contentPart>
          </mc:Choice>
          <mc:Fallback xmlns="">
            <p:pic>
              <p:nvPicPr>
                <p:cNvPr id="85" name="Ink 84">
                  <a:extLst>
                    <a:ext uri="{FF2B5EF4-FFF2-40B4-BE49-F238E27FC236}">
                      <a16:creationId xmlns:a16="http://schemas.microsoft.com/office/drawing/2014/main" id="{35BD2747-F4BD-19F3-3A0C-5A86648C0F84}"/>
                    </a:ext>
                  </a:extLst>
                </p:cNvPr>
                <p:cNvPicPr/>
                <p:nvPr/>
              </p:nvPicPr>
              <p:blipFill>
                <a:blip r:embed="rId141"/>
                <a:stretch>
                  <a:fillRect/>
                </a:stretch>
              </p:blipFill>
              <p:spPr>
                <a:xfrm>
                  <a:off x="933624" y="2518056"/>
                  <a:ext cx="136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78793A48-F9B0-DAA8-5710-5EF9D83A48DC}"/>
                    </a:ext>
                  </a:extLst>
                </p14:cNvPr>
                <p14:cNvContentPartPr/>
                <p14:nvPr/>
              </p14:nvContentPartPr>
              <p14:xfrm>
                <a:off x="1041984" y="2394216"/>
                <a:ext cx="18720" cy="54720"/>
              </p14:xfrm>
            </p:contentPart>
          </mc:Choice>
          <mc:Fallback xmlns="">
            <p:pic>
              <p:nvPicPr>
                <p:cNvPr id="86" name="Ink 85">
                  <a:extLst>
                    <a:ext uri="{FF2B5EF4-FFF2-40B4-BE49-F238E27FC236}">
                      <a16:creationId xmlns:a16="http://schemas.microsoft.com/office/drawing/2014/main" id="{78793A48-F9B0-DAA8-5710-5EF9D83A48DC}"/>
                    </a:ext>
                  </a:extLst>
                </p:cNvPr>
                <p:cNvPicPr/>
                <p:nvPr/>
              </p:nvPicPr>
              <p:blipFill>
                <a:blip r:embed="rId143"/>
                <a:stretch>
                  <a:fillRect/>
                </a:stretch>
              </p:blipFill>
              <p:spPr>
                <a:xfrm>
                  <a:off x="1037664" y="2389896"/>
                  <a:ext cx="273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EB59AF44-0E4A-A854-D05A-9BADD81ABCE7}"/>
                    </a:ext>
                  </a:extLst>
                </p14:cNvPr>
                <p14:cNvContentPartPr/>
                <p14:nvPr/>
              </p14:nvContentPartPr>
              <p14:xfrm>
                <a:off x="1021104" y="2520216"/>
                <a:ext cx="132120" cy="37440"/>
              </p14:xfrm>
            </p:contentPart>
          </mc:Choice>
          <mc:Fallback xmlns="">
            <p:pic>
              <p:nvPicPr>
                <p:cNvPr id="87" name="Ink 86">
                  <a:extLst>
                    <a:ext uri="{FF2B5EF4-FFF2-40B4-BE49-F238E27FC236}">
                      <a16:creationId xmlns:a16="http://schemas.microsoft.com/office/drawing/2014/main" id="{EB59AF44-0E4A-A854-D05A-9BADD81ABCE7}"/>
                    </a:ext>
                  </a:extLst>
                </p:cNvPr>
                <p:cNvPicPr/>
                <p:nvPr/>
              </p:nvPicPr>
              <p:blipFill>
                <a:blip r:embed="rId145"/>
                <a:stretch>
                  <a:fillRect/>
                </a:stretch>
              </p:blipFill>
              <p:spPr>
                <a:xfrm>
                  <a:off x="1016784" y="2515896"/>
                  <a:ext cx="1407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8B5BACFD-2D22-92DE-309A-614D44F7F103}"/>
                    </a:ext>
                  </a:extLst>
                </p14:cNvPr>
                <p14:cNvContentPartPr/>
                <p14:nvPr/>
              </p14:nvContentPartPr>
              <p14:xfrm>
                <a:off x="1225584" y="2478456"/>
                <a:ext cx="68400" cy="75240"/>
              </p14:xfrm>
            </p:contentPart>
          </mc:Choice>
          <mc:Fallback xmlns="">
            <p:pic>
              <p:nvPicPr>
                <p:cNvPr id="88" name="Ink 87">
                  <a:extLst>
                    <a:ext uri="{FF2B5EF4-FFF2-40B4-BE49-F238E27FC236}">
                      <a16:creationId xmlns:a16="http://schemas.microsoft.com/office/drawing/2014/main" id="{8B5BACFD-2D22-92DE-309A-614D44F7F103}"/>
                    </a:ext>
                  </a:extLst>
                </p:cNvPr>
                <p:cNvPicPr/>
                <p:nvPr/>
              </p:nvPicPr>
              <p:blipFill>
                <a:blip r:embed="rId147"/>
                <a:stretch>
                  <a:fillRect/>
                </a:stretch>
              </p:blipFill>
              <p:spPr>
                <a:xfrm>
                  <a:off x="1221264" y="2474136"/>
                  <a:ext cx="770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A419CF20-8E3E-EC1E-1194-4A843E2CEDB7}"/>
                    </a:ext>
                  </a:extLst>
                </p14:cNvPr>
                <p14:cNvContentPartPr/>
                <p14:nvPr/>
              </p14:nvContentPartPr>
              <p14:xfrm>
                <a:off x="1323504" y="2475216"/>
                <a:ext cx="106560" cy="75600"/>
              </p14:xfrm>
            </p:contentPart>
          </mc:Choice>
          <mc:Fallback xmlns="">
            <p:pic>
              <p:nvPicPr>
                <p:cNvPr id="89" name="Ink 88">
                  <a:extLst>
                    <a:ext uri="{FF2B5EF4-FFF2-40B4-BE49-F238E27FC236}">
                      <a16:creationId xmlns:a16="http://schemas.microsoft.com/office/drawing/2014/main" id="{A419CF20-8E3E-EC1E-1194-4A843E2CEDB7}"/>
                    </a:ext>
                  </a:extLst>
                </p:cNvPr>
                <p:cNvPicPr/>
                <p:nvPr/>
              </p:nvPicPr>
              <p:blipFill>
                <a:blip r:embed="rId149"/>
                <a:stretch>
                  <a:fillRect/>
                </a:stretch>
              </p:blipFill>
              <p:spPr>
                <a:xfrm>
                  <a:off x="1319184" y="2470896"/>
                  <a:ext cx="1152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7A5E7302-4940-27D0-FCCD-6C07BFCD039A}"/>
                    </a:ext>
                  </a:extLst>
                </p14:cNvPr>
                <p14:cNvContentPartPr/>
                <p14:nvPr/>
              </p14:nvContentPartPr>
              <p14:xfrm>
                <a:off x="1500264" y="2441016"/>
                <a:ext cx="75600" cy="105480"/>
              </p14:xfrm>
            </p:contentPart>
          </mc:Choice>
          <mc:Fallback xmlns="">
            <p:pic>
              <p:nvPicPr>
                <p:cNvPr id="90" name="Ink 89">
                  <a:extLst>
                    <a:ext uri="{FF2B5EF4-FFF2-40B4-BE49-F238E27FC236}">
                      <a16:creationId xmlns:a16="http://schemas.microsoft.com/office/drawing/2014/main" id="{7A5E7302-4940-27D0-FCCD-6C07BFCD039A}"/>
                    </a:ext>
                  </a:extLst>
                </p:cNvPr>
                <p:cNvPicPr/>
                <p:nvPr/>
              </p:nvPicPr>
              <p:blipFill>
                <a:blip r:embed="rId151"/>
                <a:stretch>
                  <a:fillRect/>
                </a:stretch>
              </p:blipFill>
              <p:spPr>
                <a:xfrm>
                  <a:off x="1495944" y="2436696"/>
                  <a:ext cx="842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AAFA7B74-4070-9D37-DBEB-11C69F64428A}"/>
                    </a:ext>
                  </a:extLst>
                </p14:cNvPr>
                <p14:cNvContentPartPr/>
                <p14:nvPr/>
              </p14:nvContentPartPr>
              <p14:xfrm>
                <a:off x="1740024" y="2298816"/>
                <a:ext cx="297720" cy="235440"/>
              </p14:xfrm>
            </p:contentPart>
          </mc:Choice>
          <mc:Fallback xmlns="">
            <p:pic>
              <p:nvPicPr>
                <p:cNvPr id="92" name="Ink 91">
                  <a:extLst>
                    <a:ext uri="{FF2B5EF4-FFF2-40B4-BE49-F238E27FC236}">
                      <a16:creationId xmlns:a16="http://schemas.microsoft.com/office/drawing/2014/main" id="{AAFA7B74-4070-9D37-DBEB-11C69F64428A}"/>
                    </a:ext>
                  </a:extLst>
                </p:cNvPr>
                <p:cNvPicPr/>
                <p:nvPr/>
              </p:nvPicPr>
              <p:blipFill>
                <a:blip r:embed="rId153"/>
                <a:stretch>
                  <a:fillRect/>
                </a:stretch>
              </p:blipFill>
              <p:spPr>
                <a:xfrm>
                  <a:off x="1735704" y="2294496"/>
                  <a:ext cx="3063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36FEA668-69CD-15FF-F119-9AF1037B1D55}"/>
                    </a:ext>
                  </a:extLst>
                </p14:cNvPr>
                <p14:cNvContentPartPr/>
                <p14:nvPr/>
              </p14:nvContentPartPr>
              <p14:xfrm>
                <a:off x="1986624" y="2435256"/>
                <a:ext cx="95040" cy="66600"/>
              </p14:xfrm>
            </p:contentPart>
          </mc:Choice>
          <mc:Fallback xmlns="">
            <p:pic>
              <p:nvPicPr>
                <p:cNvPr id="93" name="Ink 92">
                  <a:extLst>
                    <a:ext uri="{FF2B5EF4-FFF2-40B4-BE49-F238E27FC236}">
                      <a16:creationId xmlns:a16="http://schemas.microsoft.com/office/drawing/2014/main" id="{36FEA668-69CD-15FF-F119-9AF1037B1D55}"/>
                    </a:ext>
                  </a:extLst>
                </p:cNvPr>
                <p:cNvPicPr/>
                <p:nvPr/>
              </p:nvPicPr>
              <p:blipFill>
                <a:blip r:embed="rId155"/>
                <a:stretch>
                  <a:fillRect/>
                </a:stretch>
              </p:blipFill>
              <p:spPr>
                <a:xfrm>
                  <a:off x="1982304" y="2430936"/>
                  <a:ext cx="1036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ED2606E5-C300-54CA-066E-555579E782D8}"/>
                    </a:ext>
                  </a:extLst>
                </p14:cNvPr>
                <p14:cNvContentPartPr/>
                <p14:nvPr/>
              </p14:nvContentPartPr>
              <p14:xfrm>
                <a:off x="2115864" y="2433456"/>
                <a:ext cx="125280" cy="59400"/>
              </p14:xfrm>
            </p:contentPart>
          </mc:Choice>
          <mc:Fallback xmlns="">
            <p:pic>
              <p:nvPicPr>
                <p:cNvPr id="94" name="Ink 93">
                  <a:extLst>
                    <a:ext uri="{FF2B5EF4-FFF2-40B4-BE49-F238E27FC236}">
                      <a16:creationId xmlns:a16="http://schemas.microsoft.com/office/drawing/2014/main" id="{ED2606E5-C300-54CA-066E-555579E782D8}"/>
                    </a:ext>
                  </a:extLst>
                </p:cNvPr>
                <p:cNvPicPr/>
                <p:nvPr/>
              </p:nvPicPr>
              <p:blipFill>
                <a:blip r:embed="rId157"/>
                <a:stretch>
                  <a:fillRect/>
                </a:stretch>
              </p:blipFill>
              <p:spPr>
                <a:xfrm>
                  <a:off x="2111544" y="2429136"/>
                  <a:ext cx="1339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5" name="Ink 94">
                  <a:extLst>
                    <a:ext uri="{FF2B5EF4-FFF2-40B4-BE49-F238E27FC236}">
                      <a16:creationId xmlns:a16="http://schemas.microsoft.com/office/drawing/2014/main" id="{27CD2A17-BC73-A5A2-A0BD-3941CE47CAC0}"/>
                    </a:ext>
                  </a:extLst>
                </p14:cNvPr>
                <p14:cNvContentPartPr/>
                <p14:nvPr/>
              </p14:nvContentPartPr>
              <p14:xfrm>
                <a:off x="2285064" y="2394936"/>
                <a:ext cx="48240" cy="86400"/>
              </p14:xfrm>
            </p:contentPart>
          </mc:Choice>
          <mc:Fallback xmlns="">
            <p:pic>
              <p:nvPicPr>
                <p:cNvPr id="95" name="Ink 94">
                  <a:extLst>
                    <a:ext uri="{FF2B5EF4-FFF2-40B4-BE49-F238E27FC236}">
                      <a16:creationId xmlns:a16="http://schemas.microsoft.com/office/drawing/2014/main" id="{27CD2A17-BC73-A5A2-A0BD-3941CE47CAC0}"/>
                    </a:ext>
                  </a:extLst>
                </p:cNvPr>
                <p:cNvPicPr/>
                <p:nvPr/>
              </p:nvPicPr>
              <p:blipFill>
                <a:blip r:embed="rId159"/>
                <a:stretch>
                  <a:fillRect/>
                </a:stretch>
              </p:blipFill>
              <p:spPr>
                <a:xfrm>
                  <a:off x="2280744" y="2390616"/>
                  <a:ext cx="568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6" name="Ink 95">
                  <a:extLst>
                    <a:ext uri="{FF2B5EF4-FFF2-40B4-BE49-F238E27FC236}">
                      <a16:creationId xmlns:a16="http://schemas.microsoft.com/office/drawing/2014/main" id="{B962F78A-5FD5-712D-80AA-FD8F4BB0515A}"/>
                    </a:ext>
                  </a:extLst>
                </p14:cNvPr>
                <p14:cNvContentPartPr/>
                <p14:nvPr/>
              </p14:nvContentPartPr>
              <p14:xfrm>
                <a:off x="2390904" y="2316816"/>
                <a:ext cx="240480" cy="143640"/>
              </p14:xfrm>
            </p:contentPart>
          </mc:Choice>
          <mc:Fallback xmlns="">
            <p:pic>
              <p:nvPicPr>
                <p:cNvPr id="96" name="Ink 95">
                  <a:extLst>
                    <a:ext uri="{FF2B5EF4-FFF2-40B4-BE49-F238E27FC236}">
                      <a16:creationId xmlns:a16="http://schemas.microsoft.com/office/drawing/2014/main" id="{B962F78A-5FD5-712D-80AA-FD8F4BB0515A}"/>
                    </a:ext>
                  </a:extLst>
                </p:cNvPr>
                <p:cNvPicPr/>
                <p:nvPr/>
              </p:nvPicPr>
              <p:blipFill>
                <a:blip r:embed="rId161"/>
                <a:stretch>
                  <a:fillRect/>
                </a:stretch>
              </p:blipFill>
              <p:spPr>
                <a:xfrm>
                  <a:off x="2386584" y="2312496"/>
                  <a:ext cx="2491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7" name="Ink 96">
                  <a:extLst>
                    <a:ext uri="{FF2B5EF4-FFF2-40B4-BE49-F238E27FC236}">
                      <a16:creationId xmlns:a16="http://schemas.microsoft.com/office/drawing/2014/main" id="{8D4F64A7-EE41-E4EA-5CB7-E63578048FF1}"/>
                    </a:ext>
                  </a:extLst>
                </p14:cNvPr>
                <p14:cNvContentPartPr/>
                <p14:nvPr/>
              </p14:nvContentPartPr>
              <p14:xfrm>
                <a:off x="2535984" y="2166696"/>
                <a:ext cx="162360" cy="317880"/>
              </p14:xfrm>
            </p:contentPart>
          </mc:Choice>
          <mc:Fallback xmlns="">
            <p:pic>
              <p:nvPicPr>
                <p:cNvPr id="97" name="Ink 96">
                  <a:extLst>
                    <a:ext uri="{FF2B5EF4-FFF2-40B4-BE49-F238E27FC236}">
                      <a16:creationId xmlns:a16="http://schemas.microsoft.com/office/drawing/2014/main" id="{8D4F64A7-EE41-E4EA-5CB7-E63578048FF1}"/>
                    </a:ext>
                  </a:extLst>
                </p:cNvPr>
                <p:cNvPicPr/>
                <p:nvPr/>
              </p:nvPicPr>
              <p:blipFill>
                <a:blip r:embed="rId163"/>
                <a:stretch>
                  <a:fillRect/>
                </a:stretch>
              </p:blipFill>
              <p:spPr>
                <a:xfrm>
                  <a:off x="2531664" y="2162376"/>
                  <a:ext cx="17100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A8EF8D10-D639-4969-C7D8-16F8555D4FFB}"/>
                    </a:ext>
                  </a:extLst>
                </p14:cNvPr>
                <p14:cNvContentPartPr/>
                <p14:nvPr/>
              </p14:nvContentPartPr>
              <p14:xfrm>
                <a:off x="1342224" y="3071016"/>
                <a:ext cx="180360" cy="152280"/>
              </p14:xfrm>
            </p:contentPart>
          </mc:Choice>
          <mc:Fallback xmlns="">
            <p:pic>
              <p:nvPicPr>
                <p:cNvPr id="99" name="Ink 98">
                  <a:extLst>
                    <a:ext uri="{FF2B5EF4-FFF2-40B4-BE49-F238E27FC236}">
                      <a16:creationId xmlns:a16="http://schemas.microsoft.com/office/drawing/2014/main" id="{A8EF8D10-D639-4969-C7D8-16F8555D4FFB}"/>
                    </a:ext>
                  </a:extLst>
                </p:cNvPr>
                <p:cNvPicPr/>
                <p:nvPr/>
              </p:nvPicPr>
              <p:blipFill>
                <a:blip r:embed="rId165"/>
                <a:stretch>
                  <a:fillRect/>
                </a:stretch>
              </p:blipFill>
              <p:spPr>
                <a:xfrm>
                  <a:off x="1337904" y="3066696"/>
                  <a:ext cx="1890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8638A79A-6E10-E517-71D2-490323F8121A}"/>
                    </a:ext>
                  </a:extLst>
                </p14:cNvPr>
                <p14:cNvContentPartPr/>
                <p14:nvPr/>
              </p14:nvContentPartPr>
              <p14:xfrm>
                <a:off x="1362744" y="3375216"/>
                <a:ext cx="14040" cy="214200"/>
              </p14:xfrm>
            </p:contentPart>
          </mc:Choice>
          <mc:Fallback xmlns="">
            <p:pic>
              <p:nvPicPr>
                <p:cNvPr id="100" name="Ink 99">
                  <a:extLst>
                    <a:ext uri="{FF2B5EF4-FFF2-40B4-BE49-F238E27FC236}">
                      <a16:creationId xmlns:a16="http://schemas.microsoft.com/office/drawing/2014/main" id="{8638A79A-6E10-E517-71D2-490323F8121A}"/>
                    </a:ext>
                  </a:extLst>
                </p:cNvPr>
                <p:cNvPicPr/>
                <p:nvPr/>
              </p:nvPicPr>
              <p:blipFill>
                <a:blip r:embed="rId167"/>
                <a:stretch>
                  <a:fillRect/>
                </a:stretch>
              </p:blipFill>
              <p:spPr>
                <a:xfrm>
                  <a:off x="1358424" y="3370896"/>
                  <a:ext cx="226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CFCEEAC7-B60D-11AF-2C8B-BC66252AF9F6}"/>
                    </a:ext>
                  </a:extLst>
                </p14:cNvPr>
                <p14:cNvContentPartPr/>
                <p14:nvPr/>
              </p14:nvContentPartPr>
              <p14:xfrm>
                <a:off x="1365264" y="3295296"/>
                <a:ext cx="353880" cy="315720"/>
              </p14:xfrm>
            </p:contentPart>
          </mc:Choice>
          <mc:Fallback xmlns="">
            <p:pic>
              <p:nvPicPr>
                <p:cNvPr id="101" name="Ink 100">
                  <a:extLst>
                    <a:ext uri="{FF2B5EF4-FFF2-40B4-BE49-F238E27FC236}">
                      <a16:creationId xmlns:a16="http://schemas.microsoft.com/office/drawing/2014/main" id="{CFCEEAC7-B60D-11AF-2C8B-BC66252AF9F6}"/>
                    </a:ext>
                  </a:extLst>
                </p:cNvPr>
                <p:cNvPicPr/>
                <p:nvPr/>
              </p:nvPicPr>
              <p:blipFill>
                <a:blip r:embed="rId169"/>
                <a:stretch>
                  <a:fillRect/>
                </a:stretch>
              </p:blipFill>
              <p:spPr>
                <a:xfrm>
                  <a:off x="1360944" y="3290976"/>
                  <a:ext cx="36252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DE5CAB31-20A5-3954-80AD-C537D4E6FFFC}"/>
                    </a:ext>
                  </a:extLst>
                </p14:cNvPr>
                <p14:cNvContentPartPr/>
                <p14:nvPr/>
              </p14:nvContentPartPr>
              <p14:xfrm>
                <a:off x="1568664" y="3021336"/>
                <a:ext cx="664200" cy="432000"/>
              </p14:xfrm>
            </p:contentPart>
          </mc:Choice>
          <mc:Fallback xmlns="">
            <p:pic>
              <p:nvPicPr>
                <p:cNvPr id="102" name="Ink 101">
                  <a:extLst>
                    <a:ext uri="{FF2B5EF4-FFF2-40B4-BE49-F238E27FC236}">
                      <a16:creationId xmlns:a16="http://schemas.microsoft.com/office/drawing/2014/main" id="{DE5CAB31-20A5-3954-80AD-C537D4E6FFFC}"/>
                    </a:ext>
                  </a:extLst>
                </p:cNvPr>
                <p:cNvPicPr/>
                <p:nvPr/>
              </p:nvPicPr>
              <p:blipFill>
                <a:blip r:embed="rId171"/>
                <a:stretch>
                  <a:fillRect/>
                </a:stretch>
              </p:blipFill>
              <p:spPr>
                <a:xfrm>
                  <a:off x="1564344" y="3017016"/>
                  <a:ext cx="67284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3" name="Ink 102">
                  <a:extLst>
                    <a:ext uri="{FF2B5EF4-FFF2-40B4-BE49-F238E27FC236}">
                      <a16:creationId xmlns:a16="http://schemas.microsoft.com/office/drawing/2014/main" id="{75E6BA7C-D45F-A345-39E8-3B6C759AFB3F}"/>
                    </a:ext>
                  </a:extLst>
                </p14:cNvPr>
                <p14:cNvContentPartPr/>
                <p14:nvPr/>
              </p14:nvContentPartPr>
              <p14:xfrm>
                <a:off x="2191824" y="2956896"/>
                <a:ext cx="42480" cy="151200"/>
              </p14:xfrm>
            </p:contentPart>
          </mc:Choice>
          <mc:Fallback xmlns="">
            <p:pic>
              <p:nvPicPr>
                <p:cNvPr id="103" name="Ink 102">
                  <a:extLst>
                    <a:ext uri="{FF2B5EF4-FFF2-40B4-BE49-F238E27FC236}">
                      <a16:creationId xmlns:a16="http://schemas.microsoft.com/office/drawing/2014/main" id="{75E6BA7C-D45F-A345-39E8-3B6C759AFB3F}"/>
                    </a:ext>
                  </a:extLst>
                </p:cNvPr>
                <p:cNvPicPr/>
                <p:nvPr/>
              </p:nvPicPr>
              <p:blipFill>
                <a:blip r:embed="rId173"/>
                <a:stretch>
                  <a:fillRect/>
                </a:stretch>
              </p:blipFill>
              <p:spPr>
                <a:xfrm>
                  <a:off x="2187504" y="2952576"/>
                  <a:ext cx="51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4" name="Ink 103">
                  <a:extLst>
                    <a:ext uri="{FF2B5EF4-FFF2-40B4-BE49-F238E27FC236}">
                      <a16:creationId xmlns:a16="http://schemas.microsoft.com/office/drawing/2014/main" id="{852DFA79-5469-4041-1BA1-930B32B8F483}"/>
                    </a:ext>
                  </a:extLst>
                </p14:cNvPr>
                <p14:cNvContentPartPr/>
                <p14:nvPr/>
              </p14:nvContentPartPr>
              <p14:xfrm>
                <a:off x="2190384" y="2967336"/>
                <a:ext cx="131760" cy="146880"/>
              </p14:xfrm>
            </p:contentPart>
          </mc:Choice>
          <mc:Fallback xmlns="">
            <p:pic>
              <p:nvPicPr>
                <p:cNvPr id="104" name="Ink 103">
                  <a:extLst>
                    <a:ext uri="{FF2B5EF4-FFF2-40B4-BE49-F238E27FC236}">
                      <a16:creationId xmlns:a16="http://schemas.microsoft.com/office/drawing/2014/main" id="{852DFA79-5469-4041-1BA1-930B32B8F483}"/>
                    </a:ext>
                  </a:extLst>
                </p:cNvPr>
                <p:cNvPicPr/>
                <p:nvPr/>
              </p:nvPicPr>
              <p:blipFill>
                <a:blip r:embed="rId175"/>
                <a:stretch>
                  <a:fillRect/>
                </a:stretch>
              </p:blipFill>
              <p:spPr>
                <a:xfrm>
                  <a:off x="2186064" y="2963016"/>
                  <a:ext cx="1404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5" name="Ink 104">
                  <a:extLst>
                    <a:ext uri="{FF2B5EF4-FFF2-40B4-BE49-F238E27FC236}">
                      <a16:creationId xmlns:a16="http://schemas.microsoft.com/office/drawing/2014/main" id="{EC5E6573-63A0-50F6-62D6-62CF2967F6A5}"/>
                    </a:ext>
                  </a:extLst>
                </p14:cNvPr>
                <p14:cNvContentPartPr/>
                <p14:nvPr/>
              </p14:nvContentPartPr>
              <p14:xfrm>
                <a:off x="2311704" y="2848896"/>
                <a:ext cx="51840" cy="367920"/>
              </p14:xfrm>
            </p:contentPart>
          </mc:Choice>
          <mc:Fallback xmlns="">
            <p:pic>
              <p:nvPicPr>
                <p:cNvPr id="105" name="Ink 104">
                  <a:extLst>
                    <a:ext uri="{FF2B5EF4-FFF2-40B4-BE49-F238E27FC236}">
                      <a16:creationId xmlns:a16="http://schemas.microsoft.com/office/drawing/2014/main" id="{EC5E6573-63A0-50F6-62D6-62CF2967F6A5}"/>
                    </a:ext>
                  </a:extLst>
                </p:cNvPr>
                <p:cNvPicPr/>
                <p:nvPr/>
              </p:nvPicPr>
              <p:blipFill>
                <a:blip r:embed="rId177"/>
                <a:stretch>
                  <a:fillRect/>
                </a:stretch>
              </p:blipFill>
              <p:spPr>
                <a:xfrm>
                  <a:off x="2307384" y="2844576"/>
                  <a:ext cx="6048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6" name="Ink 105">
                  <a:extLst>
                    <a:ext uri="{FF2B5EF4-FFF2-40B4-BE49-F238E27FC236}">
                      <a16:creationId xmlns:a16="http://schemas.microsoft.com/office/drawing/2014/main" id="{838F54F9-07BF-B4DE-15AE-3CDBD7E95594}"/>
                    </a:ext>
                  </a:extLst>
                </p14:cNvPr>
                <p14:cNvContentPartPr/>
                <p14:nvPr/>
              </p14:nvContentPartPr>
              <p14:xfrm>
                <a:off x="2333304" y="2514456"/>
                <a:ext cx="3730320" cy="686520"/>
              </p14:xfrm>
            </p:contentPart>
          </mc:Choice>
          <mc:Fallback xmlns="">
            <p:pic>
              <p:nvPicPr>
                <p:cNvPr id="106" name="Ink 105">
                  <a:extLst>
                    <a:ext uri="{FF2B5EF4-FFF2-40B4-BE49-F238E27FC236}">
                      <a16:creationId xmlns:a16="http://schemas.microsoft.com/office/drawing/2014/main" id="{838F54F9-07BF-B4DE-15AE-3CDBD7E95594}"/>
                    </a:ext>
                  </a:extLst>
                </p:cNvPr>
                <p:cNvPicPr/>
                <p:nvPr/>
              </p:nvPicPr>
              <p:blipFill>
                <a:blip r:embed="rId179"/>
                <a:stretch>
                  <a:fillRect/>
                </a:stretch>
              </p:blipFill>
              <p:spPr>
                <a:xfrm>
                  <a:off x="2328984" y="2510136"/>
                  <a:ext cx="3738960" cy="6951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 name="Ink 106">
                  <a:extLst>
                    <a:ext uri="{FF2B5EF4-FFF2-40B4-BE49-F238E27FC236}">
                      <a16:creationId xmlns:a16="http://schemas.microsoft.com/office/drawing/2014/main" id="{D2A266D7-FAD6-F384-3DD9-349C86679C59}"/>
                    </a:ext>
                  </a:extLst>
                </p14:cNvPr>
                <p14:cNvContentPartPr/>
                <p14:nvPr/>
              </p14:nvContentPartPr>
              <p14:xfrm>
                <a:off x="2526984" y="2803896"/>
                <a:ext cx="9720" cy="284400"/>
              </p14:xfrm>
            </p:contentPart>
          </mc:Choice>
          <mc:Fallback xmlns="">
            <p:pic>
              <p:nvPicPr>
                <p:cNvPr id="107" name="Ink 106">
                  <a:extLst>
                    <a:ext uri="{FF2B5EF4-FFF2-40B4-BE49-F238E27FC236}">
                      <a16:creationId xmlns:a16="http://schemas.microsoft.com/office/drawing/2014/main" id="{D2A266D7-FAD6-F384-3DD9-349C86679C59}"/>
                    </a:ext>
                  </a:extLst>
                </p:cNvPr>
                <p:cNvPicPr/>
                <p:nvPr/>
              </p:nvPicPr>
              <p:blipFill>
                <a:blip r:embed="rId181"/>
                <a:stretch>
                  <a:fillRect/>
                </a:stretch>
              </p:blipFill>
              <p:spPr>
                <a:xfrm>
                  <a:off x="2522664" y="2799576"/>
                  <a:ext cx="1836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8" name="Ink 107">
                  <a:extLst>
                    <a:ext uri="{FF2B5EF4-FFF2-40B4-BE49-F238E27FC236}">
                      <a16:creationId xmlns:a16="http://schemas.microsoft.com/office/drawing/2014/main" id="{347B18AE-4CC4-0678-EC14-985D275715D6}"/>
                    </a:ext>
                  </a:extLst>
                </p14:cNvPr>
                <p14:cNvContentPartPr/>
                <p14:nvPr/>
              </p14:nvContentPartPr>
              <p14:xfrm>
                <a:off x="2902824" y="2756376"/>
                <a:ext cx="52200" cy="281160"/>
              </p14:xfrm>
            </p:contentPart>
          </mc:Choice>
          <mc:Fallback xmlns="">
            <p:pic>
              <p:nvPicPr>
                <p:cNvPr id="108" name="Ink 107">
                  <a:extLst>
                    <a:ext uri="{FF2B5EF4-FFF2-40B4-BE49-F238E27FC236}">
                      <a16:creationId xmlns:a16="http://schemas.microsoft.com/office/drawing/2014/main" id="{347B18AE-4CC4-0678-EC14-985D275715D6}"/>
                    </a:ext>
                  </a:extLst>
                </p:cNvPr>
                <p:cNvPicPr/>
                <p:nvPr/>
              </p:nvPicPr>
              <p:blipFill>
                <a:blip r:embed="rId183"/>
                <a:stretch>
                  <a:fillRect/>
                </a:stretch>
              </p:blipFill>
              <p:spPr>
                <a:xfrm>
                  <a:off x="2898504" y="2752056"/>
                  <a:ext cx="608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9" name="Ink 108">
                  <a:extLst>
                    <a:ext uri="{FF2B5EF4-FFF2-40B4-BE49-F238E27FC236}">
                      <a16:creationId xmlns:a16="http://schemas.microsoft.com/office/drawing/2014/main" id="{8E6E97B3-5D02-30BC-1A7A-F98817A350C6}"/>
                    </a:ext>
                  </a:extLst>
                </p14:cNvPr>
                <p14:cNvContentPartPr/>
                <p14:nvPr/>
              </p14:nvContentPartPr>
              <p14:xfrm>
                <a:off x="3343464" y="2716056"/>
                <a:ext cx="33120" cy="318240"/>
              </p14:xfrm>
            </p:contentPart>
          </mc:Choice>
          <mc:Fallback xmlns="">
            <p:pic>
              <p:nvPicPr>
                <p:cNvPr id="109" name="Ink 108">
                  <a:extLst>
                    <a:ext uri="{FF2B5EF4-FFF2-40B4-BE49-F238E27FC236}">
                      <a16:creationId xmlns:a16="http://schemas.microsoft.com/office/drawing/2014/main" id="{8E6E97B3-5D02-30BC-1A7A-F98817A350C6}"/>
                    </a:ext>
                  </a:extLst>
                </p:cNvPr>
                <p:cNvPicPr/>
                <p:nvPr/>
              </p:nvPicPr>
              <p:blipFill>
                <a:blip r:embed="rId185"/>
                <a:stretch>
                  <a:fillRect/>
                </a:stretch>
              </p:blipFill>
              <p:spPr>
                <a:xfrm>
                  <a:off x="3339144" y="2711736"/>
                  <a:ext cx="4176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0" name="Ink 109">
                  <a:extLst>
                    <a:ext uri="{FF2B5EF4-FFF2-40B4-BE49-F238E27FC236}">
                      <a16:creationId xmlns:a16="http://schemas.microsoft.com/office/drawing/2014/main" id="{271C7C0A-EFCD-B33B-050D-6CB6327C05E1}"/>
                    </a:ext>
                  </a:extLst>
                </p14:cNvPr>
                <p14:cNvContentPartPr/>
                <p14:nvPr/>
              </p14:nvContentPartPr>
              <p14:xfrm>
                <a:off x="3885264" y="2693016"/>
                <a:ext cx="37440" cy="333000"/>
              </p14:xfrm>
            </p:contentPart>
          </mc:Choice>
          <mc:Fallback xmlns="">
            <p:pic>
              <p:nvPicPr>
                <p:cNvPr id="110" name="Ink 109">
                  <a:extLst>
                    <a:ext uri="{FF2B5EF4-FFF2-40B4-BE49-F238E27FC236}">
                      <a16:creationId xmlns:a16="http://schemas.microsoft.com/office/drawing/2014/main" id="{271C7C0A-EFCD-B33B-050D-6CB6327C05E1}"/>
                    </a:ext>
                  </a:extLst>
                </p:cNvPr>
                <p:cNvPicPr/>
                <p:nvPr/>
              </p:nvPicPr>
              <p:blipFill>
                <a:blip r:embed="rId187"/>
                <a:stretch>
                  <a:fillRect/>
                </a:stretch>
              </p:blipFill>
              <p:spPr>
                <a:xfrm>
                  <a:off x="3880944" y="2688696"/>
                  <a:ext cx="4608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1" name="Ink 110">
                  <a:extLst>
                    <a:ext uri="{FF2B5EF4-FFF2-40B4-BE49-F238E27FC236}">
                      <a16:creationId xmlns:a16="http://schemas.microsoft.com/office/drawing/2014/main" id="{C98D8E49-CD8D-4E83-EF48-675BB85A8B9E}"/>
                    </a:ext>
                  </a:extLst>
                </p14:cNvPr>
                <p14:cNvContentPartPr/>
                <p14:nvPr/>
              </p14:nvContentPartPr>
              <p14:xfrm>
                <a:off x="4372344" y="2636856"/>
                <a:ext cx="21600" cy="334440"/>
              </p14:xfrm>
            </p:contentPart>
          </mc:Choice>
          <mc:Fallback xmlns="">
            <p:pic>
              <p:nvPicPr>
                <p:cNvPr id="111" name="Ink 110">
                  <a:extLst>
                    <a:ext uri="{FF2B5EF4-FFF2-40B4-BE49-F238E27FC236}">
                      <a16:creationId xmlns:a16="http://schemas.microsoft.com/office/drawing/2014/main" id="{C98D8E49-CD8D-4E83-EF48-675BB85A8B9E}"/>
                    </a:ext>
                  </a:extLst>
                </p:cNvPr>
                <p:cNvPicPr/>
                <p:nvPr/>
              </p:nvPicPr>
              <p:blipFill>
                <a:blip r:embed="rId189"/>
                <a:stretch>
                  <a:fillRect/>
                </a:stretch>
              </p:blipFill>
              <p:spPr>
                <a:xfrm>
                  <a:off x="4368024" y="2632536"/>
                  <a:ext cx="3024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2" name="Ink 111">
                  <a:extLst>
                    <a:ext uri="{FF2B5EF4-FFF2-40B4-BE49-F238E27FC236}">
                      <a16:creationId xmlns:a16="http://schemas.microsoft.com/office/drawing/2014/main" id="{77C156F1-FA6C-36FD-EB72-E02D37AC06AC}"/>
                    </a:ext>
                  </a:extLst>
                </p14:cNvPr>
                <p14:cNvContentPartPr/>
                <p14:nvPr/>
              </p14:nvContentPartPr>
              <p14:xfrm>
                <a:off x="4771224" y="2591856"/>
                <a:ext cx="24480" cy="329400"/>
              </p14:xfrm>
            </p:contentPart>
          </mc:Choice>
          <mc:Fallback xmlns="">
            <p:pic>
              <p:nvPicPr>
                <p:cNvPr id="112" name="Ink 111">
                  <a:extLst>
                    <a:ext uri="{FF2B5EF4-FFF2-40B4-BE49-F238E27FC236}">
                      <a16:creationId xmlns:a16="http://schemas.microsoft.com/office/drawing/2014/main" id="{77C156F1-FA6C-36FD-EB72-E02D37AC06AC}"/>
                    </a:ext>
                  </a:extLst>
                </p:cNvPr>
                <p:cNvPicPr/>
                <p:nvPr/>
              </p:nvPicPr>
              <p:blipFill>
                <a:blip r:embed="rId191"/>
                <a:stretch>
                  <a:fillRect/>
                </a:stretch>
              </p:blipFill>
              <p:spPr>
                <a:xfrm>
                  <a:off x="4766904" y="2587536"/>
                  <a:ext cx="3312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3" name="Ink 112">
                  <a:extLst>
                    <a:ext uri="{FF2B5EF4-FFF2-40B4-BE49-F238E27FC236}">
                      <a16:creationId xmlns:a16="http://schemas.microsoft.com/office/drawing/2014/main" id="{06F31C84-AA8F-8C86-89AF-536D3F4F9821}"/>
                    </a:ext>
                  </a:extLst>
                </p14:cNvPr>
                <p14:cNvContentPartPr/>
                <p14:nvPr/>
              </p14:nvContentPartPr>
              <p14:xfrm>
                <a:off x="5234184" y="2561256"/>
                <a:ext cx="48960" cy="328680"/>
              </p14:xfrm>
            </p:contentPart>
          </mc:Choice>
          <mc:Fallback xmlns="">
            <p:pic>
              <p:nvPicPr>
                <p:cNvPr id="113" name="Ink 112">
                  <a:extLst>
                    <a:ext uri="{FF2B5EF4-FFF2-40B4-BE49-F238E27FC236}">
                      <a16:creationId xmlns:a16="http://schemas.microsoft.com/office/drawing/2014/main" id="{06F31C84-AA8F-8C86-89AF-536D3F4F9821}"/>
                    </a:ext>
                  </a:extLst>
                </p:cNvPr>
                <p:cNvPicPr/>
                <p:nvPr/>
              </p:nvPicPr>
              <p:blipFill>
                <a:blip r:embed="rId193"/>
                <a:stretch>
                  <a:fillRect/>
                </a:stretch>
              </p:blipFill>
              <p:spPr>
                <a:xfrm>
                  <a:off x="5229864" y="2556936"/>
                  <a:ext cx="5760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4" name="Ink 113">
                  <a:extLst>
                    <a:ext uri="{FF2B5EF4-FFF2-40B4-BE49-F238E27FC236}">
                      <a16:creationId xmlns:a16="http://schemas.microsoft.com/office/drawing/2014/main" id="{11D8571A-4F5E-9EDF-8E4D-D83E4C2B7BE5}"/>
                    </a:ext>
                  </a:extLst>
                </p14:cNvPr>
                <p14:cNvContentPartPr/>
                <p14:nvPr/>
              </p14:nvContentPartPr>
              <p14:xfrm>
                <a:off x="5680224" y="2537496"/>
                <a:ext cx="30240" cy="409320"/>
              </p14:xfrm>
            </p:contentPart>
          </mc:Choice>
          <mc:Fallback xmlns="">
            <p:pic>
              <p:nvPicPr>
                <p:cNvPr id="114" name="Ink 113">
                  <a:extLst>
                    <a:ext uri="{FF2B5EF4-FFF2-40B4-BE49-F238E27FC236}">
                      <a16:creationId xmlns:a16="http://schemas.microsoft.com/office/drawing/2014/main" id="{11D8571A-4F5E-9EDF-8E4D-D83E4C2B7BE5}"/>
                    </a:ext>
                  </a:extLst>
                </p:cNvPr>
                <p:cNvPicPr/>
                <p:nvPr/>
              </p:nvPicPr>
              <p:blipFill>
                <a:blip r:embed="rId195"/>
                <a:stretch>
                  <a:fillRect/>
                </a:stretch>
              </p:blipFill>
              <p:spPr>
                <a:xfrm>
                  <a:off x="5675904" y="2533176"/>
                  <a:ext cx="3888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6" name="Ink 115">
                  <a:extLst>
                    <a:ext uri="{FF2B5EF4-FFF2-40B4-BE49-F238E27FC236}">
                      <a16:creationId xmlns:a16="http://schemas.microsoft.com/office/drawing/2014/main" id="{9895ABBD-D93F-BBA0-6730-8661E848BF73}"/>
                    </a:ext>
                  </a:extLst>
                </p14:cNvPr>
                <p14:cNvContentPartPr/>
                <p14:nvPr/>
              </p14:nvContentPartPr>
              <p14:xfrm>
                <a:off x="2367144" y="3278016"/>
                <a:ext cx="88920" cy="83520"/>
              </p14:xfrm>
            </p:contentPart>
          </mc:Choice>
          <mc:Fallback xmlns="">
            <p:pic>
              <p:nvPicPr>
                <p:cNvPr id="116" name="Ink 115">
                  <a:extLst>
                    <a:ext uri="{FF2B5EF4-FFF2-40B4-BE49-F238E27FC236}">
                      <a16:creationId xmlns:a16="http://schemas.microsoft.com/office/drawing/2014/main" id="{9895ABBD-D93F-BBA0-6730-8661E848BF73}"/>
                    </a:ext>
                  </a:extLst>
                </p:cNvPr>
                <p:cNvPicPr/>
                <p:nvPr/>
              </p:nvPicPr>
              <p:blipFill>
                <a:blip r:embed="rId197"/>
                <a:stretch>
                  <a:fillRect/>
                </a:stretch>
              </p:blipFill>
              <p:spPr>
                <a:xfrm>
                  <a:off x="2362824" y="3273696"/>
                  <a:ext cx="975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7" name="Ink 116">
                  <a:extLst>
                    <a:ext uri="{FF2B5EF4-FFF2-40B4-BE49-F238E27FC236}">
                      <a16:creationId xmlns:a16="http://schemas.microsoft.com/office/drawing/2014/main" id="{475F4550-421D-3B04-726D-1AE7A6685172}"/>
                    </a:ext>
                  </a:extLst>
                </p14:cNvPr>
                <p14:cNvContentPartPr/>
                <p14:nvPr/>
              </p14:nvContentPartPr>
              <p14:xfrm>
                <a:off x="2697984" y="3245616"/>
                <a:ext cx="21240" cy="136800"/>
              </p14:xfrm>
            </p:contentPart>
          </mc:Choice>
          <mc:Fallback xmlns="">
            <p:pic>
              <p:nvPicPr>
                <p:cNvPr id="117" name="Ink 116">
                  <a:extLst>
                    <a:ext uri="{FF2B5EF4-FFF2-40B4-BE49-F238E27FC236}">
                      <a16:creationId xmlns:a16="http://schemas.microsoft.com/office/drawing/2014/main" id="{475F4550-421D-3B04-726D-1AE7A6685172}"/>
                    </a:ext>
                  </a:extLst>
                </p:cNvPr>
                <p:cNvPicPr/>
                <p:nvPr/>
              </p:nvPicPr>
              <p:blipFill>
                <a:blip r:embed="rId199"/>
                <a:stretch>
                  <a:fillRect/>
                </a:stretch>
              </p:blipFill>
              <p:spPr>
                <a:xfrm>
                  <a:off x="2693664" y="3241296"/>
                  <a:ext cx="298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8" name="Ink 117">
                  <a:extLst>
                    <a:ext uri="{FF2B5EF4-FFF2-40B4-BE49-F238E27FC236}">
                      <a16:creationId xmlns:a16="http://schemas.microsoft.com/office/drawing/2014/main" id="{48D3BA81-0226-1012-022E-9E47E855D6CF}"/>
                    </a:ext>
                  </a:extLst>
                </p14:cNvPr>
                <p14:cNvContentPartPr/>
                <p14:nvPr/>
              </p14:nvContentPartPr>
              <p14:xfrm>
                <a:off x="5713704" y="3072096"/>
                <a:ext cx="146880" cy="75600"/>
              </p14:xfrm>
            </p:contentPart>
          </mc:Choice>
          <mc:Fallback xmlns="">
            <p:pic>
              <p:nvPicPr>
                <p:cNvPr id="118" name="Ink 117">
                  <a:extLst>
                    <a:ext uri="{FF2B5EF4-FFF2-40B4-BE49-F238E27FC236}">
                      <a16:creationId xmlns:a16="http://schemas.microsoft.com/office/drawing/2014/main" id="{48D3BA81-0226-1012-022E-9E47E855D6CF}"/>
                    </a:ext>
                  </a:extLst>
                </p:cNvPr>
                <p:cNvPicPr/>
                <p:nvPr/>
              </p:nvPicPr>
              <p:blipFill>
                <a:blip r:embed="rId201"/>
                <a:stretch>
                  <a:fillRect/>
                </a:stretch>
              </p:blipFill>
              <p:spPr>
                <a:xfrm>
                  <a:off x="5709384" y="3067776"/>
                  <a:ext cx="1555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9" name="Ink 118">
                  <a:extLst>
                    <a:ext uri="{FF2B5EF4-FFF2-40B4-BE49-F238E27FC236}">
                      <a16:creationId xmlns:a16="http://schemas.microsoft.com/office/drawing/2014/main" id="{CBB59A0A-FE92-3E52-8554-5F756984D92B}"/>
                    </a:ext>
                  </a:extLst>
                </p14:cNvPr>
                <p14:cNvContentPartPr/>
                <p14:nvPr/>
              </p14:nvContentPartPr>
              <p14:xfrm>
                <a:off x="5914224" y="3091896"/>
                <a:ext cx="84960" cy="360"/>
              </p14:xfrm>
            </p:contentPart>
          </mc:Choice>
          <mc:Fallback xmlns="">
            <p:pic>
              <p:nvPicPr>
                <p:cNvPr id="119" name="Ink 118">
                  <a:extLst>
                    <a:ext uri="{FF2B5EF4-FFF2-40B4-BE49-F238E27FC236}">
                      <a16:creationId xmlns:a16="http://schemas.microsoft.com/office/drawing/2014/main" id="{CBB59A0A-FE92-3E52-8554-5F756984D92B}"/>
                    </a:ext>
                  </a:extLst>
                </p:cNvPr>
                <p:cNvPicPr/>
                <p:nvPr/>
              </p:nvPicPr>
              <p:blipFill>
                <a:blip r:embed="rId203"/>
                <a:stretch>
                  <a:fillRect/>
                </a:stretch>
              </p:blipFill>
              <p:spPr>
                <a:xfrm>
                  <a:off x="5909904" y="3087576"/>
                  <a:ext cx="936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0" name="Ink 119">
                  <a:extLst>
                    <a:ext uri="{FF2B5EF4-FFF2-40B4-BE49-F238E27FC236}">
                      <a16:creationId xmlns:a16="http://schemas.microsoft.com/office/drawing/2014/main" id="{1F383244-C985-4FB7-C1CE-DB29D3AA3B0D}"/>
                    </a:ext>
                  </a:extLst>
                </p14:cNvPr>
                <p14:cNvContentPartPr/>
                <p14:nvPr/>
              </p14:nvContentPartPr>
              <p14:xfrm>
                <a:off x="6031224" y="3059496"/>
                <a:ext cx="16560" cy="136800"/>
              </p14:xfrm>
            </p:contentPart>
          </mc:Choice>
          <mc:Fallback xmlns="">
            <p:pic>
              <p:nvPicPr>
                <p:cNvPr id="120" name="Ink 119">
                  <a:extLst>
                    <a:ext uri="{FF2B5EF4-FFF2-40B4-BE49-F238E27FC236}">
                      <a16:creationId xmlns:a16="http://schemas.microsoft.com/office/drawing/2014/main" id="{1F383244-C985-4FB7-C1CE-DB29D3AA3B0D}"/>
                    </a:ext>
                  </a:extLst>
                </p:cNvPr>
                <p:cNvPicPr/>
                <p:nvPr/>
              </p:nvPicPr>
              <p:blipFill>
                <a:blip r:embed="rId205"/>
                <a:stretch>
                  <a:fillRect/>
                </a:stretch>
              </p:blipFill>
              <p:spPr>
                <a:xfrm>
                  <a:off x="6026904" y="3055176"/>
                  <a:ext cx="252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1" name="Ink 120">
                  <a:extLst>
                    <a:ext uri="{FF2B5EF4-FFF2-40B4-BE49-F238E27FC236}">
                      <a16:creationId xmlns:a16="http://schemas.microsoft.com/office/drawing/2014/main" id="{66F916D4-A8FF-B315-BCC4-2A9F46F70E34}"/>
                    </a:ext>
                  </a:extLst>
                </p14:cNvPr>
                <p14:cNvContentPartPr/>
                <p14:nvPr/>
              </p14:nvContentPartPr>
              <p14:xfrm>
                <a:off x="3756024" y="3251376"/>
                <a:ext cx="14040" cy="6120"/>
              </p14:xfrm>
            </p:contentPart>
          </mc:Choice>
          <mc:Fallback xmlns="">
            <p:pic>
              <p:nvPicPr>
                <p:cNvPr id="121" name="Ink 120">
                  <a:extLst>
                    <a:ext uri="{FF2B5EF4-FFF2-40B4-BE49-F238E27FC236}">
                      <a16:creationId xmlns:a16="http://schemas.microsoft.com/office/drawing/2014/main" id="{66F916D4-A8FF-B315-BCC4-2A9F46F70E34}"/>
                    </a:ext>
                  </a:extLst>
                </p:cNvPr>
                <p:cNvPicPr/>
                <p:nvPr/>
              </p:nvPicPr>
              <p:blipFill>
                <a:blip r:embed="rId207"/>
                <a:stretch>
                  <a:fillRect/>
                </a:stretch>
              </p:blipFill>
              <p:spPr>
                <a:xfrm>
                  <a:off x="3751704" y="3247056"/>
                  <a:ext cx="226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2" name="Ink 121">
                  <a:extLst>
                    <a:ext uri="{FF2B5EF4-FFF2-40B4-BE49-F238E27FC236}">
                      <a16:creationId xmlns:a16="http://schemas.microsoft.com/office/drawing/2014/main" id="{4C4875B3-4457-AC10-DE72-C2B864DF7346}"/>
                    </a:ext>
                  </a:extLst>
                </p14:cNvPr>
                <p14:cNvContentPartPr/>
                <p14:nvPr/>
              </p14:nvContentPartPr>
              <p14:xfrm>
                <a:off x="3889944" y="3235176"/>
                <a:ext cx="21240" cy="6120"/>
              </p14:xfrm>
            </p:contentPart>
          </mc:Choice>
          <mc:Fallback xmlns="">
            <p:pic>
              <p:nvPicPr>
                <p:cNvPr id="122" name="Ink 121">
                  <a:extLst>
                    <a:ext uri="{FF2B5EF4-FFF2-40B4-BE49-F238E27FC236}">
                      <a16:creationId xmlns:a16="http://schemas.microsoft.com/office/drawing/2014/main" id="{4C4875B3-4457-AC10-DE72-C2B864DF7346}"/>
                    </a:ext>
                  </a:extLst>
                </p:cNvPr>
                <p:cNvPicPr/>
                <p:nvPr/>
              </p:nvPicPr>
              <p:blipFill>
                <a:blip r:embed="rId209"/>
                <a:stretch>
                  <a:fillRect/>
                </a:stretch>
              </p:blipFill>
              <p:spPr>
                <a:xfrm>
                  <a:off x="3885624" y="3230856"/>
                  <a:ext cx="298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3" name="Ink 122">
                  <a:extLst>
                    <a:ext uri="{FF2B5EF4-FFF2-40B4-BE49-F238E27FC236}">
                      <a16:creationId xmlns:a16="http://schemas.microsoft.com/office/drawing/2014/main" id="{865777A1-ED47-F54E-1C6D-1E6E413852EA}"/>
                    </a:ext>
                  </a:extLst>
                </p14:cNvPr>
                <p14:cNvContentPartPr/>
                <p14:nvPr/>
              </p14:nvContentPartPr>
              <p14:xfrm>
                <a:off x="4040064" y="3210696"/>
                <a:ext cx="7200" cy="15480"/>
              </p14:xfrm>
            </p:contentPart>
          </mc:Choice>
          <mc:Fallback xmlns="">
            <p:pic>
              <p:nvPicPr>
                <p:cNvPr id="123" name="Ink 122">
                  <a:extLst>
                    <a:ext uri="{FF2B5EF4-FFF2-40B4-BE49-F238E27FC236}">
                      <a16:creationId xmlns:a16="http://schemas.microsoft.com/office/drawing/2014/main" id="{865777A1-ED47-F54E-1C6D-1E6E413852EA}"/>
                    </a:ext>
                  </a:extLst>
                </p:cNvPr>
                <p:cNvPicPr/>
                <p:nvPr/>
              </p:nvPicPr>
              <p:blipFill>
                <a:blip r:embed="rId211"/>
                <a:stretch>
                  <a:fillRect/>
                </a:stretch>
              </p:blipFill>
              <p:spPr>
                <a:xfrm>
                  <a:off x="4035744" y="3206376"/>
                  <a:ext cx="158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6" name="Ink 135">
                  <a:extLst>
                    <a:ext uri="{FF2B5EF4-FFF2-40B4-BE49-F238E27FC236}">
                      <a16:creationId xmlns:a16="http://schemas.microsoft.com/office/drawing/2014/main" id="{59363CA1-D3F0-2A84-A498-CAE535B1F07F}"/>
                    </a:ext>
                  </a:extLst>
                </p14:cNvPr>
                <p14:cNvContentPartPr/>
                <p14:nvPr/>
              </p14:nvContentPartPr>
              <p14:xfrm>
                <a:off x="4511304" y="2737296"/>
                <a:ext cx="72360" cy="97200"/>
              </p14:xfrm>
            </p:contentPart>
          </mc:Choice>
          <mc:Fallback xmlns="">
            <p:pic>
              <p:nvPicPr>
                <p:cNvPr id="136" name="Ink 135">
                  <a:extLst>
                    <a:ext uri="{FF2B5EF4-FFF2-40B4-BE49-F238E27FC236}">
                      <a16:creationId xmlns:a16="http://schemas.microsoft.com/office/drawing/2014/main" id="{59363CA1-D3F0-2A84-A498-CAE535B1F07F}"/>
                    </a:ext>
                  </a:extLst>
                </p:cNvPr>
                <p:cNvPicPr/>
                <p:nvPr/>
              </p:nvPicPr>
              <p:blipFill>
                <a:blip r:embed="rId213"/>
                <a:stretch>
                  <a:fillRect/>
                </a:stretch>
              </p:blipFill>
              <p:spPr>
                <a:xfrm>
                  <a:off x="4506984" y="2732976"/>
                  <a:ext cx="810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7" name="Ink 136">
                  <a:extLst>
                    <a:ext uri="{FF2B5EF4-FFF2-40B4-BE49-F238E27FC236}">
                      <a16:creationId xmlns:a16="http://schemas.microsoft.com/office/drawing/2014/main" id="{CA9A57C5-E737-BB6B-D046-239D388327FC}"/>
                    </a:ext>
                  </a:extLst>
                </p14:cNvPr>
                <p14:cNvContentPartPr/>
                <p14:nvPr/>
              </p14:nvContentPartPr>
              <p14:xfrm>
                <a:off x="4568904" y="2704896"/>
                <a:ext cx="58680" cy="22320"/>
              </p14:xfrm>
            </p:contentPart>
          </mc:Choice>
          <mc:Fallback xmlns="">
            <p:pic>
              <p:nvPicPr>
                <p:cNvPr id="137" name="Ink 136">
                  <a:extLst>
                    <a:ext uri="{FF2B5EF4-FFF2-40B4-BE49-F238E27FC236}">
                      <a16:creationId xmlns:a16="http://schemas.microsoft.com/office/drawing/2014/main" id="{CA9A57C5-E737-BB6B-D046-239D388327FC}"/>
                    </a:ext>
                  </a:extLst>
                </p:cNvPr>
                <p:cNvPicPr/>
                <p:nvPr/>
              </p:nvPicPr>
              <p:blipFill>
                <a:blip r:embed="rId215"/>
                <a:stretch>
                  <a:fillRect/>
                </a:stretch>
              </p:blipFill>
              <p:spPr>
                <a:xfrm>
                  <a:off x="4564584" y="2700576"/>
                  <a:ext cx="67320" cy="30960"/>
                </a:xfrm>
                <a:prstGeom prst="rect">
                  <a:avLst/>
                </a:prstGeom>
              </p:spPr>
            </p:pic>
          </mc:Fallback>
        </mc:AlternateContent>
      </p:grpSp>
      <p:grpSp>
        <p:nvGrpSpPr>
          <p:cNvPr id="142" name="Group 141">
            <a:extLst>
              <a:ext uri="{FF2B5EF4-FFF2-40B4-BE49-F238E27FC236}">
                <a16:creationId xmlns:a16="http://schemas.microsoft.com/office/drawing/2014/main" id="{E881B3F6-4DE0-45C1-3DAA-5C7415C4A875}"/>
              </a:ext>
            </a:extLst>
          </p:cNvPr>
          <p:cNvGrpSpPr/>
          <p:nvPr/>
        </p:nvGrpSpPr>
        <p:grpSpPr>
          <a:xfrm>
            <a:off x="1138824" y="3825216"/>
            <a:ext cx="855000" cy="556920"/>
            <a:chOff x="1138824" y="3825216"/>
            <a:chExt cx="855000" cy="556920"/>
          </a:xfrm>
        </p:grpSpPr>
        <mc:AlternateContent xmlns:mc="http://schemas.openxmlformats.org/markup-compatibility/2006" xmlns:p14="http://schemas.microsoft.com/office/powerpoint/2010/main">
          <mc:Choice Requires="p14">
            <p:contentPart p14:bwMode="auto" r:id="rId216">
              <p14:nvContentPartPr>
                <p14:cNvPr id="127" name="Ink 126">
                  <a:extLst>
                    <a:ext uri="{FF2B5EF4-FFF2-40B4-BE49-F238E27FC236}">
                      <a16:creationId xmlns:a16="http://schemas.microsoft.com/office/drawing/2014/main" id="{B5A92887-EF10-E752-F417-7073CC25C49A}"/>
                    </a:ext>
                  </a:extLst>
                </p14:cNvPr>
                <p14:cNvContentPartPr/>
                <p14:nvPr/>
              </p14:nvContentPartPr>
              <p14:xfrm>
                <a:off x="1198224" y="3942936"/>
                <a:ext cx="13320" cy="154080"/>
              </p14:xfrm>
            </p:contentPart>
          </mc:Choice>
          <mc:Fallback xmlns="">
            <p:pic>
              <p:nvPicPr>
                <p:cNvPr id="127" name="Ink 126">
                  <a:extLst>
                    <a:ext uri="{FF2B5EF4-FFF2-40B4-BE49-F238E27FC236}">
                      <a16:creationId xmlns:a16="http://schemas.microsoft.com/office/drawing/2014/main" id="{B5A92887-EF10-E752-F417-7073CC25C49A}"/>
                    </a:ext>
                  </a:extLst>
                </p:cNvPr>
                <p:cNvPicPr/>
                <p:nvPr/>
              </p:nvPicPr>
              <p:blipFill>
                <a:blip r:embed="rId217"/>
                <a:stretch>
                  <a:fillRect/>
                </a:stretch>
              </p:blipFill>
              <p:spPr>
                <a:xfrm>
                  <a:off x="1193904" y="3938616"/>
                  <a:ext cx="219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8" name="Ink 127">
                  <a:extLst>
                    <a:ext uri="{FF2B5EF4-FFF2-40B4-BE49-F238E27FC236}">
                      <a16:creationId xmlns:a16="http://schemas.microsoft.com/office/drawing/2014/main" id="{07006D89-E9B5-F4BF-087C-960F4D9662E7}"/>
                    </a:ext>
                  </a:extLst>
                </p14:cNvPr>
                <p14:cNvContentPartPr/>
                <p14:nvPr/>
              </p14:nvContentPartPr>
              <p14:xfrm>
                <a:off x="1138824" y="4001976"/>
                <a:ext cx="224280" cy="76680"/>
              </p14:xfrm>
            </p:contentPart>
          </mc:Choice>
          <mc:Fallback xmlns="">
            <p:pic>
              <p:nvPicPr>
                <p:cNvPr id="128" name="Ink 127">
                  <a:extLst>
                    <a:ext uri="{FF2B5EF4-FFF2-40B4-BE49-F238E27FC236}">
                      <a16:creationId xmlns:a16="http://schemas.microsoft.com/office/drawing/2014/main" id="{07006D89-E9B5-F4BF-087C-960F4D9662E7}"/>
                    </a:ext>
                  </a:extLst>
                </p:cNvPr>
                <p:cNvPicPr/>
                <p:nvPr/>
              </p:nvPicPr>
              <p:blipFill>
                <a:blip r:embed="rId219"/>
                <a:stretch>
                  <a:fillRect/>
                </a:stretch>
              </p:blipFill>
              <p:spPr>
                <a:xfrm>
                  <a:off x="1134504" y="3997656"/>
                  <a:ext cx="2329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9" name="Ink 128">
                  <a:extLst>
                    <a:ext uri="{FF2B5EF4-FFF2-40B4-BE49-F238E27FC236}">
                      <a16:creationId xmlns:a16="http://schemas.microsoft.com/office/drawing/2014/main" id="{B6FE5736-4574-1DD4-A5CA-B5C4CC01C4AB}"/>
                    </a:ext>
                  </a:extLst>
                </p14:cNvPr>
                <p14:cNvContentPartPr/>
                <p14:nvPr/>
              </p14:nvContentPartPr>
              <p14:xfrm>
                <a:off x="1407384" y="3963096"/>
                <a:ext cx="46080" cy="114120"/>
              </p14:xfrm>
            </p:contentPart>
          </mc:Choice>
          <mc:Fallback xmlns="">
            <p:pic>
              <p:nvPicPr>
                <p:cNvPr id="129" name="Ink 128">
                  <a:extLst>
                    <a:ext uri="{FF2B5EF4-FFF2-40B4-BE49-F238E27FC236}">
                      <a16:creationId xmlns:a16="http://schemas.microsoft.com/office/drawing/2014/main" id="{B6FE5736-4574-1DD4-A5CA-B5C4CC01C4AB}"/>
                    </a:ext>
                  </a:extLst>
                </p:cNvPr>
                <p:cNvPicPr/>
                <p:nvPr/>
              </p:nvPicPr>
              <p:blipFill>
                <a:blip r:embed="rId221"/>
                <a:stretch>
                  <a:fillRect/>
                </a:stretch>
              </p:blipFill>
              <p:spPr>
                <a:xfrm>
                  <a:off x="1403064" y="3958776"/>
                  <a:ext cx="54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0" name="Ink 129">
                  <a:extLst>
                    <a:ext uri="{FF2B5EF4-FFF2-40B4-BE49-F238E27FC236}">
                      <a16:creationId xmlns:a16="http://schemas.microsoft.com/office/drawing/2014/main" id="{CB43EE63-8531-6292-D40F-4D7C000976D3}"/>
                    </a:ext>
                  </a:extLst>
                </p14:cNvPr>
                <p14:cNvContentPartPr/>
                <p14:nvPr/>
              </p14:nvContentPartPr>
              <p14:xfrm>
                <a:off x="1475784" y="3896856"/>
                <a:ext cx="331200" cy="270720"/>
              </p14:xfrm>
            </p:contentPart>
          </mc:Choice>
          <mc:Fallback xmlns="">
            <p:pic>
              <p:nvPicPr>
                <p:cNvPr id="130" name="Ink 129">
                  <a:extLst>
                    <a:ext uri="{FF2B5EF4-FFF2-40B4-BE49-F238E27FC236}">
                      <a16:creationId xmlns:a16="http://schemas.microsoft.com/office/drawing/2014/main" id="{CB43EE63-8531-6292-D40F-4D7C000976D3}"/>
                    </a:ext>
                  </a:extLst>
                </p:cNvPr>
                <p:cNvPicPr/>
                <p:nvPr/>
              </p:nvPicPr>
              <p:blipFill>
                <a:blip r:embed="rId223"/>
                <a:stretch>
                  <a:fillRect/>
                </a:stretch>
              </p:blipFill>
              <p:spPr>
                <a:xfrm>
                  <a:off x="1471464" y="3892536"/>
                  <a:ext cx="3398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1" name="Ink 130">
                  <a:extLst>
                    <a:ext uri="{FF2B5EF4-FFF2-40B4-BE49-F238E27FC236}">
                      <a16:creationId xmlns:a16="http://schemas.microsoft.com/office/drawing/2014/main" id="{20EE8EA4-5AB3-92A7-A641-A6CE4AA7614E}"/>
                    </a:ext>
                  </a:extLst>
                </p14:cNvPr>
                <p14:cNvContentPartPr/>
                <p14:nvPr/>
              </p14:nvContentPartPr>
              <p14:xfrm>
                <a:off x="1875744" y="3825216"/>
                <a:ext cx="78840" cy="177840"/>
              </p14:xfrm>
            </p:contentPart>
          </mc:Choice>
          <mc:Fallback xmlns="">
            <p:pic>
              <p:nvPicPr>
                <p:cNvPr id="131" name="Ink 130">
                  <a:extLst>
                    <a:ext uri="{FF2B5EF4-FFF2-40B4-BE49-F238E27FC236}">
                      <a16:creationId xmlns:a16="http://schemas.microsoft.com/office/drawing/2014/main" id="{20EE8EA4-5AB3-92A7-A641-A6CE4AA7614E}"/>
                    </a:ext>
                  </a:extLst>
                </p:cNvPr>
                <p:cNvPicPr/>
                <p:nvPr/>
              </p:nvPicPr>
              <p:blipFill>
                <a:blip r:embed="rId225"/>
                <a:stretch>
                  <a:fillRect/>
                </a:stretch>
              </p:blipFill>
              <p:spPr>
                <a:xfrm>
                  <a:off x="1871424" y="3820896"/>
                  <a:ext cx="874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2" name="Ink 131">
                  <a:extLst>
                    <a:ext uri="{FF2B5EF4-FFF2-40B4-BE49-F238E27FC236}">
                      <a16:creationId xmlns:a16="http://schemas.microsoft.com/office/drawing/2014/main" id="{4286ADB3-5171-375B-3513-E3FFD0B203B4}"/>
                    </a:ext>
                  </a:extLst>
                </p14:cNvPr>
                <p14:cNvContentPartPr/>
                <p14:nvPr/>
              </p14:nvContentPartPr>
              <p14:xfrm>
                <a:off x="1882584" y="3922416"/>
                <a:ext cx="111240" cy="20160"/>
              </p14:xfrm>
            </p:contentPart>
          </mc:Choice>
          <mc:Fallback xmlns="">
            <p:pic>
              <p:nvPicPr>
                <p:cNvPr id="132" name="Ink 131">
                  <a:extLst>
                    <a:ext uri="{FF2B5EF4-FFF2-40B4-BE49-F238E27FC236}">
                      <a16:creationId xmlns:a16="http://schemas.microsoft.com/office/drawing/2014/main" id="{4286ADB3-5171-375B-3513-E3FFD0B203B4}"/>
                    </a:ext>
                  </a:extLst>
                </p:cNvPr>
                <p:cNvPicPr/>
                <p:nvPr/>
              </p:nvPicPr>
              <p:blipFill>
                <a:blip r:embed="rId227"/>
                <a:stretch>
                  <a:fillRect/>
                </a:stretch>
              </p:blipFill>
              <p:spPr>
                <a:xfrm>
                  <a:off x="1878264" y="3918096"/>
                  <a:ext cx="1198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3" name="Ink 132">
                  <a:extLst>
                    <a:ext uri="{FF2B5EF4-FFF2-40B4-BE49-F238E27FC236}">
                      <a16:creationId xmlns:a16="http://schemas.microsoft.com/office/drawing/2014/main" id="{F6FD5B47-5ACB-1DC1-94C8-DC61E1A27712}"/>
                    </a:ext>
                  </a:extLst>
                </p14:cNvPr>
                <p14:cNvContentPartPr/>
                <p14:nvPr/>
              </p14:nvContentPartPr>
              <p14:xfrm>
                <a:off x="1568664" y="4220136"/>
                <a:ext cx="9720" cy="153000"/>
              </p14:xfrm>
            </p:contentPart>
          </mc:Choice>
          <mc:Fallback xmlns="">
            <p:pic>
              <p:nvPicPr>
                <p:cNvPr id="133" name="Ink 132">
                  <a:extLst>
                    <a:ext uri="{FF2B5EF4-FFF2-40B4-BE49-F238E27FC236}">
                      <a16:creationId xmlns:a16="http://schemas.microsoft.com/office/drawing/2014/main" id="{F6FD5B47-5ACB-1DC1-94C8-DC61E1A27712}"/>
                    </a:ext>
                  </a:extLst>
                </p:cNvPr>
                <p:cNvPicPr/>
                <p:nvPr/>
              </p:nvPicPr>
              <p:blipFill>
                <a:blip r:embed="rId229"/>
                <a:stretch>
                  <a:fillRect/>
                </a:stretch>
              </p:blipFill>
              <p:spPr>
                <a:xfrm>
                  <a:off x="1564344" y="4215816"/>
                  <a:ext cx="183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4" name="Ink 133">
                  <a:extLst>
                    <a:ext uri="{FF2B5EF4-FFF2-40B4-BE49-F238E27FC236}">
                      <a16:creationId xmlns:a16="http://schemas.microsoft.com/office/drawing/2014/main" id="{4AB44F92-FC49-025F-F2EE-55D52D776F76}"/>
                    </a:ext>
                  </a:extLst>
                </p14:cNvPr>
                <p14:cNvContentPartPr/>
                <p14:nvPr/>
              </p14:nvContentPartPr>
              <p14:xfrm>
                <a:off x="1554624" y="4140576"/>
                <a:ext cx="326160" cy="241560"/>
              </p14:xfrm>
            </p:contentPart>
          </mc:Choice>
          <mc:Fallback xmlns="">
            <p:pic>
              <p:nvPicPr>
                <p:cNvPr id="134" name="Ink 133">
                  <a:extLst>
                    <a:ext uri="{FF2B5EF4-FFF2-40B4-BE49-F238E27FC236}">
                      <a16:creationId xmlns:a16="http://schemas.microsoft.com/office/drawing/2014/main" id="{4AB44F92-FC49-025F-F2EE-55D52D776F76}"/>
                    </a:ext>
                  </a:extLst>
                </p:cNvPr>
                <p:cNvPicPr/>
                <p:nvPr/>
              </p:nvPicPr>
              <p:blipFill>
                <a:blip r:embed="rId231"/>
                <a:stretch>
                  <a:fillRect/>
                </a:stretch>
              </p:blipFill>
              <p:spPr>
                <a:xfrm>
                  <a:off x="1550304" y="4136256"/>
                  <a:ext cx="334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9" name="Ink 138">
                  <a:extLst>
                    <a:ext uri="{FF2B5EF4-FFF2-40B4-BE49-F238E27FC236}">
                      <a16:creationId xmlns:a16="http://schemas.microsoft.com/office/drawing/2014/main" id="{5390962F-8CC3-A6E5-EBEE-A3B1F020E385}"/>
                    </a:ext>
                  </a:extLst>
                </p14:cNvPr>
                <p14:cNvContentPartPr/>
                <p14:nvPr/>
              </p14:nvContentPartPr>
              <p14:xfrm>
                <a:off x="1670184" y="4206456"/>
                <a:ext cx="72000" cy="115920"/>
              </p14:xfrm>
            </p:contentPart>
          </mc:Choice>
          <mc:Fallback xmlns="">
            <p:pic>
              <p:nvPicPr>
                <p:cNvPr id="139" name="Ink 138">
                  <a:extLst>
                    <a:ext uri="{FF2B5EF4-FFF2-40B4-BE49-F238E27FC236}">
                      <a16:creationId xmlns:a16="http://schemas.microsoft.com/office/drawing/2014/main" id="{5390962F-8CC3-A6E5-EBEE-A3B1F020E385}"/>
                    </a:ext>
                  </a:extLst>
                </p:cNvPr>
                <p:cNvPicPr/>
                <p:nvPr/>
              </p:nvPicPr>
              <p:blipFill>
                <a:blip r:embed="rId233"/>
                <a:stretch>
                  <a:fillRect/>
                </a:stretch>
              </p:blipFill>
              <p:spPr>
                <a:xfrm>
                  <a:off x="1665864" y="4202136"/>
                  <a:ext cx="806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1" name="Ink 140">
                  <a:extLst>
                    <a:ext uri="{FF2B5EF4-FFF2-40B4-BE49-F238E27FC236}">
                      <a16:creationId xmlns:a16="http://schemas.microsoft.com/office/drawing/2014/main" id="{BDCF7809-44E3-EA1C-B3CD-8F660C8073E1}"/>
                    </a:ext>
                  </a:extLst>
                </p14:cNvPr>
                <p14:cNvContentPartPr/>
                <p14:nvPr/>
              </p14:nvContentPartPr>
              <p14:xfrm>
                <a:off x="1714104" y="4193856"/>
                <a:ext cx="74160" cy="23400"/>
              </p14:xfrm>
            </p:contentPart>
          </mc:Choice>
          <mc:Fallback xmlns="">
            <p:pic>
              <p:nvPicPr>
                <p:cNvPr id="141" name="Ink 140">
                  <a:extLst>
                    <a:ext uri="{FF2B5EF4-FFF2-40B4-BE49-F238E27FC236}">
                      <a16:creationId xmlns:a16="http://schemas.microsoft.com/office/drawing/2014/main" id="{BDCF7809-44E3-EA1C-B3CD-8F660C8073E1}"/>
                    </a:ext>
                  </a:extLst>
                </p:cNvPr>
                <p:cNvPicPr/>
                <p:nvPr/>
              </p:nvPicPr>
              <p:blipFill>
                <a:blip r:embed="rId235"/>
                <a:stretch>
                  <a:fillRect/>
                </a:stretch>
              </p:blipFill>
              <p:spPr>
                <a:xfrm>
                  <a:off x="1709784" y="4189536"/>
                  <a:ext cx="82800" cy="32040"/>
                </a:xfrm>
                <a:prstGeom prst="rect">
                  <a:avLst/>
                </a:prstGeom>
              </p:spPr>
            </p:pic>
          </mc:Fallback>
        </mc:AlternateContent>
      </p:grpSp>
      <p:grpSp>
        <p:nvGrpSpPr>
          <p:cNvPr id="155" name="Group 154">
            <a:extLst>
              <a:ext uri="{FF2B5EF4-FFF2-40B4-BE49-F238E27FC236}">
                <a16:creationId xmlns:a16="http://schemas.microsoft.com/office/drawing/2014/main" id="{586F2CA5-B81F-BD66-AE8D-78B1B8CE647D}"/>
              </a:ext>
            </a:extLst>
          </p:cNvPr>
          <p:cNvGrpSpPr/>
          <p:nvPr/>
        </p:nvGrpSpPr>
        <p:grpSpPr>
          <a:xfrm>
            <a:off x="4666104" y="3571056"/>
            <a:ext cx="1487880" cy="260280"/>
            <a:chOff x="4666104" y="3571056"/>
            <a:chExt cx="1487880" cy="260280"/>
          </a:xfrm>
        </p:grpSpPr>
        <mc:AlternateContent xmlns:mc="http://schemas.openxmlformats.org/markup-compatibility/2006" xmlns:p14="http://schemas.microsoft.com/office/powerpoint/2010/main">
          <mc:Choice Requires="p14">
            <p:contentPart p14:bwMode="auto" r:id="rId236">
              <p14:nvContentPartPr>
                <p14:cNvPr id="143" name="Ink 142">
                  <a:extLst>
                    <a:ext uri="{FF2B5EF4-FFF2-40B4-BE49-F238E27FC236}">
                      <a16:creationId xmlns:a16="http://schemas.microsoft.com/office/drawing/2014/main" id="{A3B89318-AE01-A155-F8D2-6F4888A77558}"/>
                    </a:ext>
                  </a:extLst>
                </p14:cNvPr>
                <p14:cNvContentPartPr/>
                <p14:nvPr/>
              </p14:nvContentPartPr>
              <p14:xfrm>
                <a:off x="4726224" y="3654576"/>
                <a:ext cx="42120" cy="146520"/>
              </p14:xfrm>
            </p:contentPart>
          </mc:Choice>
          <mc:Fallback xmlns="">
            <p:pic>
              <p:nvPicPr>
                <p:cNvPr id="143" name="Ink 142">
                  <a:extLst>
                    <a:ext uri="{FF2B5EF4-FFF2-40B4-BE49-F238E27FC236}">
                      <a16:creationId xmlns:a16="http://schemas.microsoft.com/office/drawing/2014/main" id="{A3B89318-AE01-A155-F8D2-6F4888A77558}"/>
                    </a:ext>
                  </a:extLst>
                </p:cNvPr>
                <p:cNvPicPr/>
                <p:nvPr/>
              </p:nvPicPr>
              <p:blipFill>
                <a:blip r:embed="rId237"/>
                <a:stretch>
                  <a:fillRect/>
                </a:stretch>
              </p:blipFill>
              <p:spPr>
                <a:xfrm>
                  <a:off x="4721904" y="3650256"/>
                  <a:ext cx="5076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4" name="Ink 143">
                  <a:extLst>
                    <a:ext uri="{FF2B5EF4-FFF2-40B4-BE49-F238E27FC236}">
                      <a16:creationId xmlns:a16="http://schemas.microsoft.com/office/drawing/2014/main" id="{67F4C6B5-D23A-6C03-249E-E18EBAA66BD2}"/>
                    </a:ext>
                  </a:extLst>
                </p14:cNvPr>
                <p14:cNvContentPartPr/>
                <p14:nvPr/>
              </p14:nvContentPartPr>
              <p14:xfrm>
                <a:off x="4666104" y="3602016"/>
                <a:ext cx="185040" cy="229320"/>
              </p14:xfrm>
            </p:contentPart>
          </mc:Choice>
          <mc:Fallback xmlns="">
            <p:pic>
              <p:nvPicPr>
                <p:cNvPr id="144" name="Ink 143">
                  <a:extLst>
                    <a:ext uri="{FF2B5EF4-FFF2-40B4-BE49-F238E27FC236}">
                      <a16:creationId xmlns:a16="http://schemas.microsoft.com/office/drawing/2014/main" id="{67F4C6B5-D23A-6C03-249E-E18EBAA66BD2}"/>
                    </a:ext>
                  </a:extLst>
                </p:cNvPr>
                <p:cNvPicPr/>
                <p:nvPr/>
              </p:nvPicPr>
              <p:blipFill>
                <a:blip r:embed="rId239"/>
                <a:stretch>
                  <a:fillRect/>
                </a:stretch>
              </p:blipFill>
              <p:spPr>
                <a:xfrm>
                  <a:off x="4661784" y="3597696"/>
                  <a:ext cx="19368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5" name="Ink 144">
                  <a:extLst>
                    <a:ext uri="{FF2B5EF4-FFF2-40B4-BE49-F238E27FC236}">
                      <a16:creationId xmlns:a16="http://schemas.microsoft.com/office/drawing/2014/main" id="{3C7A6BF1-3355-2B61-82D5-B6F233C598A4}"/>
                    </a:ext>
                  </a:extLst>
                </p14:cNvPr>
                <p14:cNvContentPartPr/>
                <p14:nvPr/>
              </p14:nvContentPartPr>
              <p14:xfrm>
                <a:off x="4855464" y="3722256"/>
                <a:ext cx="85680" cy="78120"/>
              </p14:xfrm>
            </p:contentPart>
          </mc:Choice>
          <mc:Fallback xmlns="">
            <p:pic>
              <p:nvPicPr>
                <p:cNvPr id="145" name="Ink 144">
                  <a:extLst>
                    <a:ext uri="{FF2B5EF4-FFF2-40B4-BE49-F238E27FC236}">
                      <a16:creationId xmlns:a16="http://schemas.microsoft.com/office/drawing/2014/main" id="{3C7A6BF1-3355-2B61-82D5-B6F233C598A4}"/>
                    </a:ext>
                  </a:extLst>
                </p:cNvPr>
                <p:cNvPicPr/>
                <p:nvPr/>
              </p:nvPicPr>
              <p:blipFill>
                <a:blip r:embed="rId241"/>
                <a:stretch>
                  <a:fillRect/>
                </a:stretch>
              </p:blipFill>
              <p:spPr>
                <a:xfrm>
                  <a:off x="4851144" y="3717936"/>
                  <a:ext cx="9432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6" name="Ink 145">
                  <a:extLst>
                    <a:ext uri="{FF2B5EF4-FFF2-40B4-BE49-F238E27FC236}">
                      <a16:creationId xmlns:a16="http://schemas.microsoft.com/office/drawing/2014/main" id="{FC3BC0F3-931D-092E-8BD6-46035329799A}"/>
                    </a:ext>
                  </a:extLst>
                </p14:cNvPr>
                <p14:cNvContentPartPr/>
                <p14:nvPr/>
              </p14:nvContentPartPr>
              <p14:xfrm>
                <a:off x="4976064" y="3718656"/>
                <a:ext cx="81000" cy="91800"/>
              </p14:xfrm>
            </p:contentPart>
          </mc:Choice>
          <mc:Fallback xmlns="">
            <p:pic>
              <p:nvPicPr>
                <p:cNvPr id="146" name="Ink 145">
                  <a:extLst>
                    <a:ext uri="{FF2B5EF4-FFF2-40B4-BE49-F238E27FC236}">
                      <a16:creationId xmlns:a16="http://schemas.microsoft.com/office/drawing/2014/main" id="{FC3BC0F3-931D-092E-8BD6-46035329799A}"/>
                    </a:ext>
                  </a:extLst>
                </p:cNvPr>
                <p:cNvPicPr/>
                <p:nvPr/>
              </p:nvPicPr>
              <p:blipFill>
                <a:blip r:embed="rId243"/>
                <a:stretch>
                  <a:fillRect/>
                </a:stretch>
              </p:blipFill>
              <p:spPr>
                <a:xfrm>
                  <a:off x="4971744" y="3714336"/>
                  <a:ext cx="896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7" name="Ink 146">
                  <a:extLst>
                    <a:ext uri="{FF2B5EF4-FFF2-40B4-BE49-F238E27FC236}">
                      <a16:creationId xmlns:a16="http://schemas.microsoft.com/office/drawing/2014/main" id="{D54F0894-08A8-D49A-C2D3-8FCB86C832C0}"/>
                    </a:ext>
                  </a:extLst>
                </p14:cNvPr>
                <p14:cNvContentPartPr/>
                <p14:nvPr/>
              </p14:nvContentPartPr>
              <p14:xfrm>
                <a:off x="5100264" y="3597696"/>
                <a:ext cx="81360" cy="178200"/>
              </p14:xfrm>
            </p:contentPart>
          </mc:Choice>
          <mc:Fallback xmlns="">
            <p:pic>
              <p:nvPicPr>
                <p:cNvPr id="147" name="Ink 146">
                  <a:extLst>
                    <a:ext uri="{FF2B5EF4-FFF2-40B4-BE49-F238E27FC236}">
                      <a16:creationId xmlns:a16="http://schemas.microsoft.com/office/drawing/2014/main" id="{D54F0894-08A8-D49A-C2D3-8FCB86C832C0}"/>
                    </a:ext>
                  </a:extLst>
                </p:cNvPr>
                <p:cNvPicPr/>
                <p:nvPr/>
              </p:nvPicPr>
              <p:blipFill>
                <a:blip r:embed="rId245"/>
                <a:stretch>
                  <a:fillRect/>
                </a:stretch>
              </p:blipFill>
              <p:spPr>
                <a:xfrm>
                  <a:off x="5095944" y="3593376"/>
                  <a:ext cx="9000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364AC272-8A5B-91A8-8E9A-DE0D1680D2E7}"/>
                    </a:ext>
                  </a:extLst>
                </p14:cNvPr>
                <p14:cNvContentPartPr/>
                <p14:nvPr/>
              </p14:nvContentPartPr>
              <p14:xfrm>
                <a:off x="5127984" y="3680856"/>
                <a:ext cx="115920" cy="3960"/>
              </p14:xfrm>
            </p:contentPart>
          </mc:Choice>
          <mc:Fallback xmlns="">
            <p:pic>
              <p:nvPicPr>
                <p:cNvPr id="148" name="Ink 147">
                  <a:extLst>
                    <a:ext uri="{FF2B5EF4-FFF2-40B4-BE49-F238E27FC236}">
                      <a16:creationId xmlns:a16="http://schemas.microsoft.com/office/drawing/2014/main" id="{364AC272-8A5B-91A8-8E9A-DE0D1680D2E7}"/>
                    </a:ext>
                  </a:extLst>
                </p:cNvPr>
                <p:cNvPicPr/>
                <p:nvPr/>
              </p:nvPicPr>
              <p:blipFill>
                <a:blip r:embed="rId247"/>
                <a:stretch>
                  <a:fillRect/>
                </a:stretch>
              </p:blipFill>
              <p:spPr>
                <a:xfrm>
                  <a:off x="5123664" y="3676536"/>
                  <a:ext cx="1245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9" name="Ink 148">
                  <a:extLst>
                    <a:ext uri="{FF2B5EF4-FFF2-40B4-BE49-F238E27FC236}">
                      <a16:creationId xmlns:a16="http://schemas.microsoft.com/office/drawing/2014/main" id="{735EBD08-8CE1-0AD9-1669-ABAAAF4FE93E}"/>
                    </a:ext>
                  </a:extLst>
                </p14:cNvPr>
                <p14:cNvContentPartPr/>
                <p14:nvPr/>
              </p14:nvContentPartPr>
              <p14:xfrm>
                <a:off x="5467464" y="3572496"/>
                <a:ext cx="106560" cy="173520"/>
              </p14:xfrm>
            </p:contentPart>
          </mc:Choice>
          <mc:Fallback xmlns="">
            <p:pic>
              <p:nvPicPr>
                <p:cNvPr id="149" name="Ink 148">
                  <a:extLst>
                    <a:ext uri="{FF2B5EF4-FFF2-40B4-BE49-F238E27FC236}">
                      <a16:creationId xmlns:a16="http://schemas.microsoft.com/office/drawing/2014/main" id="{735EBD08-8CE1-0AD9-1669-ABAAAF4FE93E}"/>
                    </a:ext>
                  </a:extLst>
                </p:cNvPr>
                <p:cNvPicPr/>
                <p:nvPr/>
              </p:nvPicPr>
              <p:blipFill>
                <a:blip r:embed="rId249"/>
                <a:stretch>
                  <a:fillRect/>
                </a:stretch>
              </p:blipFill>
              <p:spPr>
                <a:xfrm>
                  <a:off x="5463144" y="3568176"/>
                  <a:ext cx="1152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0" name="Ink 149">
                  <a:extLst>
                    <a:ext uri="{FF2B5EF4-FFF2-40B4-BE49-F238E27FC236}">
                      <a16:creationId xmlns:a16="http://schemas.microsoft.com/office/drawing/2014/main" id="{BD07D4AF-FCE5-1437-FF23-CA6972B998CF}"/>
                    </a:ext>
                  </a:extLst>
                </p14:cNvPr>
                <p14:cNvContentPartPr/>
                <p14:nvPr/>
              </p14:nvContentPartPr>
              <p14:xfrm>
                <a:off x="5446944" y="3661776"/>
                <a:ext cx="202320" cy="82800"/>
              </p14:xfrm>
            </p:contentPart>
          </mc:Choice>
          <mc:Fallback xmlns="">
            <p:pic>
              <p:nvPicPr>
                <p:cNvPr id="150" name="Ink 149">
                  <a:extLst>
                    <a:ext uri="{FF2B5EF4-FFF2-40B4-BE49-F238E27FC236}">
                      <a16:creationId xmlns:a16="http://schemas.microsoft.com/office/drawing/2014/main" id="{BD07D4AF-FCE5-1437-FF23-CA6972B998CF}"/>
                    </a:ext>
                  </a:extLst>
                </p:cNvPr>
                <p:cNvPicPr/>
                <p:nvPr/>
              </p:nvPicPr>
              <p:blipFill>
                <a:blip r:embed="rId251"/>
                <a:stretch>
                  <a:fillRect/>
                </a:stretch>
              </p:blipFill>
              <p:spPr>
                <a:xfrm>
                  <a:off x="5442624" y="3657456"/>
                  <a:ext cx="2109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1" name="Ink 150">
                  <a:extLst>
                    <a:ext uri="{FF2B5EF4-FFF2-40B4-BE49-F238E27FC236}">
                      <a16:creationId xmlns:a16="http://schemas.microsoft.com/office/drawing/2014/main" id="{C05D5798-12EB-DA52-8443-519A0608E3D6}"/>
                    </a:ext>
                  </a:extLst>
                </p14:cNvPr>
                <p14:cNvContentPartPr/>
                <p14:nvPr/>
              </p14:nvContentPartPr>
              <p14:xfrm>
                <a:off x="5716944" y="3571056"/>
                <a:ext cx="7200" cy="79920"/>
              </p14:xfrm>
            </p:contentPart>
          </mc:Choice>
          <mc:Fallback xmlns="">
            <p:pic>
              <p:nvPicPr>
                <p:cNvPr id="151" name="Ink 150">
                  <a:extLst>
                    <a:ext uri="{FF2B5EF4-FFF2-40B4-BE49-F238E27FC236}">
                      <a16:creationId xmlns:a16="http://schemas.microsoft.com/office/drawing/2014/main" id="{C05D5798-12EB-DA52-8443-519A0608E3D6}"/>
                    </a:ext>
                  </a:extLst>
                </p:cNvPr>
                <p:cNvPicPr/>
                <p:nvPr/>
              </p:nvPicPr>
              <p:blipFill>
                <a:blip r:embed="rId253"/>
                <a:stretch>
                  <a:fillRect/>
                </a:stretch>
              </p:blipFill>
              <p:spPr>
                <a:xfrm>
                  <a:off x="5712624" y="3566736"/>
                  <a:ext cx="158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2" name="Ink 151">
                  <a:extLst>
                    <a:ext uri="{FF2B5EF4-FFF2-40B4-BE49-F238E27FC236}">
                      <a16:creationId xmlns:a16="http://schemas.microsoft.com/office/drawing/2014/main" id="{F5F75EAB-5A5C-535B-A90F-228B35C33C4F}"/>
                    </a:ext>
                  </a:extLst>
                </p14:cNvPr>
                <p14:cNvContentPartPr/>
                <p14:nvPr/>
              </p14:nvContentPartPr>
              <p14:xfrm>
                <a:off x="5721624" y="3663576"/>
                <a:ext cx="219960" cy="52200"/>
              </p14:xfrm>
            </p:contentPart>
          </mc:Choice>
          <mc:Fallback xmlns="">
            <p:pic>
              <p:nvPicPr>
                <p:cNvPr id="152" name="Ink 151">
                  <a:extLst>
                    <a:ext uri="{FF2B5EF4-FFF2-40B4-BE49-F238E27FC236}">
                      <a16:creationId xmlns:a16="http://schemas.microsoft.com/office/drawing/2014/main" id="{F5F75EAB-5A5C-535B-A90F-228B35C33C4F}"/>
                    </a:ext>
                  </a:extLst>
                </p:cNvPr>
                <p:cNvPicPr/>
                <p:nvPr/>
              </p:nvPicPr>
              <p:blipFill>
                <a:blip r:embed="rId255"/>
                <a:stretch>
                  <a:fillRect/>
                </a:stretch>
              </p:blipFill>
              <p:spPr>
                <a:xfrm>
                  <a:off x="5717304" y="3659256"/>
                  <a:ext cx="2286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3" name="Ink 152">
                  <a:extLst>
                    <a:ext uri="{FF2B5EF4-FFF2-40B4-BE49-F238E27FC236}">
                      <a16:creationId xmlns:a16="http://schemas.microsoft.com/office/drawing/2014/main" id="{A2D8D6D2-8B2D-5128-99ED-6D74A593CE66}"/>
                    </a:ext>
                  </a:extLst>
                </p14:cNvPr>
                <p14:cNvContentPartPr/>
                <p14:nvPr/>
              </p14:nvContentPartPr>
              <p14:xfrm>
                <a:off x="5973624" y="3650616"/>
                <a:ext cx="180360" cy="74520"/>
              </p14:xfrm>
            </p:contentPart>
          </mc:Choice>
          <mc:Fallback xmlns="">
            <p:pic>
              <p:nvPicPr>
                <p:cNvPr id="153" name="Ink 152">
                  <a:extLst>
                    <a:ext uri="{FF2B5EF4-FFF2-40B4-BE49-F238E27FC236}">
                      <a16:creationId xmlns:a16="http://schemas.microsoft.com/office/drawing/2014/main" id="{A2D8D6D2-8B2D-5128-99ED-6D74A593CE66}"/>
                    </a:ext>
                  </a:extLst>
                </p:cNvPr>
                <p:cNvPicPr/>
                <p:nvPr/>
              </p:nvPicPr>
              <p:blipFill>
                <a:blip r:embed="rId257"/>
                <a:stretch>
                  <a:fillRect/>
                </a:stretch>
              </p:blipFill>
              <p:spPr>
                <a:xfrm>
                  <a:off x="5969304" y="3646296"/>
                  <a:ext cx="189000" cy="83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8">
            <p14:nvContentPartPr>
              <p14:cNvPr id="156" name="Ink 155">
                <a:extLst>
                  <a:ext uri="{FF2B5EF4-FFF2-40B4-BE49-F238E27FC236}">
                    <a16:creationId xmlns:a16="http://schemas.microsoft.com/office/drawing/2014/main" id="{AC0734C3-0B6B-A4B0-4237-9D5D18DBAA11}"/>
                  </a:ext>
                </a:extLst>
              </p14:cNvPr>
              <p14:cNvContentPartPr/>
              <p14:nvPr/>
            </p14:nvContentPartPr>
            <p14:xfrm>
              <a:off x="6980544" y="3385296"/>
              <a:ext cx="39600" cy="236880"/>
            </p14:xfrm>
          </p:contentPart>
        </mc:Choice>
        <mc:Fallback xmlns="">
          <p:pic>
            <p:nvPicPr>
              <p:cNvPr id="156" name="Ink 155">
                <a:extLst>
                  <a:ext uri="{FF2B5EF4-FFF2-40B4-BE49-F238E27FC236}">
                    <a16:creationId xmlns:a16="http://schemas.microsoft.com/office/drawing/2014/main" id="{AC0734C3-0B6B-A4B0-4237-9D5D18DBAA11}"/>
                  </a:ext>
                </a:extLst>
              </p:cNvPr>
              <p:cNvPicPr/>
              <p:nvPr/>
            </p:nvPicPr>
            <p:blipFill>
              <a:blip r:embed="rId259"/>
              <a:stretch>
                <a:fillRect/>
              </a:stretch>
            </p:blipFill>
            <p:spPr>
              <a:xfrm>
                <a:off x="6976224" y="3380976"/>
                <a:ext cx="48240" cy="245520"/>
              </a:xfrm>
              <a:prstGeom prst="rect">
                <a:avLst/>
              </a:prstGeom>
            </p:spPr>
          </p:pic>
        </mc:Fallback>
      </mc:AlternateContent>
      <p:grpSp>
        <p:nvGrpSpPr>
          <p:cNvPr id="170" name="Group 169">
            <a:extLst>
              <a:ext uri="{FF2B5EF4-FFF2-40B4-BE49-F238E27FC236}">
                <a16:creationId xmlns:a16="http://schemas.microsoft.com/office/drawing/2014/main" id="{9C49D11C-1DD0-46EE-0B2F-01A04DA957CF}"/>
              </a:ext>
            </a:extLst>
          </p:cNvPr>
          <p:cNvGrpSpPr/>
          <p:nvPr/>
        </p:nvGrpSpPr>
        <p:grpSpPr>
          <a:xfrm>
            <a:off x="7446024" y="3315816"/>
            <a:ext cx="1377000" cy="411840"/>
            <a:chOff x="7446024" y="3315816"/>
            <a:chExt cx="1377000" cy="411840"/>
          </a:xfrm>
        </p:grpSpPr>
        <mc:AlternateContent xmlns:mc="http://schemas.openxmlformats.org/markup-compatibility/2006" xmlns:p14="http://schemas.microsoft.com/office/powerpoint/2010/main">
          <mc:Choice Requires="p14">
            <p:contentPart p14:bwMode="auto" r:id="rId260">
              <p14:nvContentPartPr>
                <p14:cNvPr id="157" name="Ink 156">
                  <a:extLst>
                    <a:ext uri="{FF2B5EF4-FFF2-40B4-BE49-F238E27FC236}">
                      <a16:creationId xmlns:a16="http://schemas.microsoft.com/office/drawing/2014/main" id="{5894173A-0E36-5964-FD84-D0FFD8B9E65E}"/>
                    </a:ext>
                  </a:extLst>
                </p14:cNvPr>
                <p14:cNvContentPartPr/>
                <p14:nvPr/>
              </p14:nvContentPartPr>
              <p14:xfrm>
                <a:off x="7446024" y="3438216"/>
                <a:ext cx="140400" cy="109080"/>
              </p14:xfrm>
            </p:contentPart>
          </mc:Choice>
          <mc:Fallback xmlns="">
            <p:pic>
              <p:nvPicPr>
                <p:cNvPr id="157" name="Ink 156">
                  <a:extLst>
                    <a:ext uri="{FF2B5EF4-FFF2-40B4-BE49-F238E27FC236}">
                      <a16:creationId xmlns:a16="http://schemas.microsoft.com/office/drawing/2014/main" id="{5894173A-0E36-5964-FD84-D0FFD8B9E65E}"/>
                    </a:ext>
                  </a:extLst>
                </p:cNvPr>
                <p:cNvPicPr/>
                <p:nvPr/>
              </p:nvPicPr>
              <p:blipFill>
                <a:blip r:embed="rId261"/>
                <a:stretch>
                  <a:fillRect/>
                </a:stretch>
              </p:blipFill>
              <p:spPr>
                <a:xfrm>
                  <a:off x="7441704" y="3433896"/>
                  <a:ext cx="1490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8" name="Ink 157">
                  <a:extLst>
                    <a:ext uri="{FF2B5EF4-FFF2-40B4-BE49-F238E27FC236}">
                      <a16:creationId xmlns:a16="http://schemas.microsoft.com/office/drawing/2014/main" id="{6808E0A8-6CE2-33F9-4F71-4CEB0C09F716}"/>
                    </a:ext>
                  </a:extLst>
                </p14:cNvPr>
                <p14:cNvContentPartPr/>
                <p14:nvPr/>
              </p14:nvContentPartPr>
              <p14:xfrm>
                <a:off x="7578864" y="3443616"/>
                <a:ext cx="74160" cy="109080"/>
              </p14:xfrm>
            </p:contentPart>
          </mc:Choice>
          <mc:Fallback xmlns="">
            <p:pic>
              <p:nvPicPr>
                <p:cNvPr id="158" name="Ink 157">
                  <a:extLst>
                    <a:ext uri="{FF2B5EF4-FFF2-40B4-BE49-F238E27FC236}">
                      <a16:creationId xmlns:a16="http://schemas.microsoft.com/office/drawing/2014/main" id="{6808E0A8-6CE2-33F9-4F71-4CEB0C09F716}"/>
                    </a:ext>
                  </a:extLst>
                </p:cNvPr>
                <p:cNvPicPr/>
                <p:nvPr/>
              </p:nvPicPr>
              <p:blipFill>
                <a:blip r:embed="rId263"/>
                <a:stretch>
                  <a:fillRect/>
                </a:stretch>
              </p:blipFill>
              <p:spPr>
                <a:xfrm>
                  <a:off x="7574544" y="3439296"/>
                  <a:ext cx="828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9" name="Ink 158">
                  <a:extLst>
                    <a:ext uri="{FF2B5EF4-FFF2-40B4-BE49-F238E27FC236}">
                      <a16:creationId xmlns:a16="http://schemas.microsoft.com/office/drawing/2014/main" id="{949F89D0-7CAA-5B9A-8E50-65F084A1F202}"/>
                    </a:ext>
                  </a:extLst>
                </p14:cNvPr>
                <p14:cNvContentPartPr/>
                <p14:nvPr/>
              </p14:nvContentPartPr>
              <p14:xfrm>
                <a:off x="7652664" y="3495096"/>
                <a:ext cx="360" cy="360"/>
              </p14:xfrm>
            </p:contentPart>
          </mc:Choice>
          <mc:Fallback xmlns="">
            <p:pic>
              <p:nvPicPr>
                <p:cNvPr id="159" name="Ink 158">
                  <a:extLst>
                    <a:ext uri="{FF2B5EF4-FFF2-40B4-BE49-F238E27FC236}">
                      <a16:creationId xmlns:a16="http://schemas.microsoft.com/office/drawing/2014/main" id="{949F89D0-7CAA-5B9A-8E50-65F084A1F202}"/>
                    </a:ext>
                  </a:extLst>
                </p:cNvPr>
                <p:cNvPicPr/>
                <p:nvPr/>
              </p:nvPicPr>
              <p:blipFill>
                <a:blip r:embed="rId265"/>
                <a:stretch>
                  <a:fillRect/>
                </a:stretch>
              </p:blipFill>
              <p:spPr>
                <a:xfrm>
                  <a:off x="7648344" y="34907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0" name="Ink 159">
                  <a:extLst>
                    <a:ext uri="{FF2B5EF4-FFF2-40B4-BE49-F238E27FC236}">
                      <a16:creationId xmlns:a16="http://schemas.microsoft.com/office/drawing/2014/main" id="{4A80C3BE-803E-88B7-B218-65E6B5EAC9AD}"/>
                    </a:ext>
                  </a:extLst>
                </p14:cNvPr>
                <p14:cNvContentPartPr/>
                <p14:nvPr/>
              </p14:nvContentPartPr>
              <p14:xfrm>
                <a:off x="7652664" y="3481056"/>
                <a:ext cx="263520" cy="46440"/>
              </p14:xfrm>
            </p:contentPart>
          </mc:Choice>
          <mc:Fallback xmlns="">
            <p:pic>
              <p:nvPicPr>
                <p:cNvPr id="160" name="Ink 159">
                  <a:extLst>
                    <a:ext uri="{FF2B5EF4-FFF2-40B4-BE49-F238E27FC236}">
                      <a16:creationId xmlns:a16="http://schemas.microsoft.com/office/drawing/2014/main" id="{4A80C3BE-803E-88B7-B218-65E6B5EAC9AD}"/>
                    </a:ext>
                  </a:extLst>
                </p:cNvPr>
                <p:cNvPicPr/>
                <p:nvPr/>
              </p:nvPicPr>
              <p:blipFill>
                <a:blip r:embed="rId267"/>
                <a:stretch>
                  <a:fillRect/>
                </a:stretch>
              </p:blipFill>
              <p:spPr>
                <a:xfrm>
                  <a:off x="7648344" y="3476736"/>
                  <a:ext cx="2721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1" name="Ink 160">
                  <a:extLst>
                    <a:ext uri="{FF2B5EF4-FFF2-40B4-BE49-F238E27FC236}">
                      <a16:creationId xmlns:a16="http://schemas.microsoft.com/office/drawing/2014/main" id="{AE0B77BB-A349-044A-4C88-29D192281A57}"/>
                    </a:ext>
                  </a:extLst>
                </p14:cNvPr>
                <p14:cNvContentPartPr/>
                <p14:nvPr/>
              </p14:nvContentPartPr>
              <p14:xfrm>
                <a:off x="7937064" y="3498336"/>
                <a:ext cx="48960" cy="229320"/>
              </p14:xfrm>
            </p:contentPart>
          </mc:Choice>
          <mc:Fallback xmlns="">
            <p:pic>
              <p:nvPicPr>
                <p:cNvPr id="161" name="Ink 160">
                  <a:extLst>
                    <a:ext uri="{FF2B5EF4-FFF2-40B4-BE49-F238E27FC236}">
                      <a16:creationId xmlns:a16="http://schemas.microsoft.com/office/drawing/2014/main" id="{AE0B77BB-A349-044A-4C88-29D192281A57}"/>
                    </a:ext>
                  </a:extLst>
                </p:cNvPr>
                <p:cNvPicPr/>
                <p:nvPr/>
              </p:nvPicPr>
              <p:blipFill>
                <a:blip r:embed="rId269"/>
                <a:stretch>
                  <a:fillRect/>
                </a:stretch>
              </p:blipFill>
              <p:spPr>
                <a:xfrm>
                  <a:off x="7932744" y="3494016"/>
                  <a:ext cx="576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2" name="Ink 161">
                  <a:extLst>
                    <a:ext uri="{FF2B5EF4-FFF2-40B4-BE49-F238E27FC236}">
                      <a16:creationId xmlns:a16="http://schemas.microsoft.com/office/drawing/2014/main" id="{BE2C1749-8F05-D23B-B326-6A32CB1B8F47}"/>
                    </a:ext>
                  </a:extLst>
                </p14:cNvPr>
                <p14:cNvContentPartPr/>
                <p14:nvPr/>
              </p14:nvContentPartPr>
              <p14:xfrm>
                <a:off x="8004024" y="3418776"/>
                <a:ext cx="88560" cy="69840"/>
              </p14:xfrm>
            </p:contentPart>
          </mc:Choice>
          <mc:Fallback xmlns="">
            <p:pic>
              <p:nvPicPr>
                <p:cNvPr id="162" name="Ink 161">
                  <a:extLst>
                    <a:ext uri="{FF2B5EF4-FFF2-40B4-BE49-F238E27FC236}">
                      <a16:creationId xmlns:a16="http://schemas.microsoft.com/office/drawing/2014/main" id="{BE2C1749-8F05-D23B-B326-6A32CB1B8F47}"/>
                    </a:ext>
                  </a:extLst>
                </p:cNvPr>
                <p:cNvPicPr/>
                <p:nvPr/>
              </p:nvPicPr>
              <p:blipFill>
                <a:blip r:embed="rId271"/>
                <a:stretch>
                  <a:fillRect/>
                </a:stretch>
              </p:blipFill>
              <p:spPr>
                <a:xfrm>
                  <a:off x="7999704" y="3414456"/>
                  <a:ext cx="97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3" name="Ink 162">
                  <a:extLst>
                    <a:ext uri="{FF2B5EF4-FFF2-40B4-BE49-F238E27FC236}">
                      <a16:creationId xmlns:a16="http://schemas.microsoft.com/office/drawing/2014/main" id="{580E885D-F217-ADA6-6273-03F3E8509C89}"/>
                    </a:ext>
                  </a:extLst>
                </p14:cNvPr>
                <p14:cNvContentPartPr/>
                <p14:nvPr/>
              </p14:nvContentPartPr>
              <p14:xfrm>
                <a:off x="8118864" y="3432816"/>
                <a:ext cx="102240" cy="57960"/>
              </p14:xfrm>
            </p:contentPart>
          </mc:Choice>
          <mc:Fallback xmlns="">
            <p:pic>
              <p:nvPicPr>
                <p:cNvPr id="163" name="Ink 162">
                  <a:extLst>
                    <a:ext uri="{FF2B5EF4-FFF2-40B4-BE49-F238E27FC236}">
                      <a16:creationId xmlns:a16="http://schemas.microsoft.com/office/drawing/2014/main" id="{580E885D-F217-ADA6-6273-03F3E8509C89}"/>
                    </a:ext>
                  </a:extLst>
                </p:cNvPr>
                <p:cNvPicPr/>
                <p:nvPr/>
              </p:nvPicPr>
              <p:blipFill>
                <a:blip r:embed="rId273"/>
                <a:stretch>
                  <a:fillRect/>
                </a:stretch>
              </p:blipFill>
              <p:spPr>
                <a:xfrm>
                  <a:off x="8114544" y="3428496"/>
                  <a:ext cx="1108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4" name="Ink 163">
                  <a:extLst>
                    <a:ext uri="{FF2B5EF4-FFF2-40B4-BE49-F238E27FC236}">
                      <a16:creationId xmlns:a16="http://schemas.microsoft.com/office/drawing/2014/main" id="{C4AA0511-8C21-AF21-1AEC-53C8B452F354}"/>
                    </a:ext>
                  </a:extLst>
                </p14:cNvPr>
                <p14:cNvContentPartPr/>
                <p14:nvPr/>
              </p14:nvContentPartPr>
              <p14:xfrm>
                <a:off x="8280864" y="3382776"/>
                <a:ext cx="33120" cy="119160"/>
              </p14:xfrm>
            </p:contentPart>
          </mc:Choice>
          <mc:Fallback xmlns="">
            <p:pic>
              <p:nvPicPr>
                <p:cNvPr id="164" name="Ink 163">
                  <a:extLst>
                    <a:ext uri="{FF2B5EF4-FFF2-40B4-BE49-F238E27FC236}">
                      <a16:creationId xmlns:a16="http://schemas.microsoft.com/office/drawing/2014/main" id="{C4AA0511-8C21-AF21-1AEC-53C8B452F354}"/>
                    </a:ext>
                  </a:extLst>
                </p:cNvPr>
                <p:cNvPicPr/>
                <p:nvPr/>
              </p:nvPicPr>
              <p:blipFill>
                <a:blip r:embed="rId275"/>
                <a:stretch>
                  <a:fillRect/>
                </a:stretch>
              </p:blipFill>
              <p:spPr>
                <a:xfrm>
                  <a:off x="8276544" y="3378456"/>
                  <a:ext cx="417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5" name="Ink 164">
                  <a:extLst>
                    <a:ext uri="{FF2B5EF4-FFF2-40B4-BE49-F238E27FC236}">
                      <a16:creationId xmlns:a16="http://schemas.microsoft.com/office/drawing/2014/main" id="{82D4A88C-6C5D-2599-4084-4668558C09AE}"/>
                    </a:ext>
                  </a:extLst>
                </p14:cNvPr>
                <p14:cNvContentPartPr/>
                <p14:nvPr/>
              </p14:nvContentPartPr>
              <p14:xfrm>
                <a:off x="8403624" y="3417696"/>
                <a:ext cx="21240" cy="33840"/>
              </p14:xfrm>
            </p:contentPart>
          </mc:Choice>
          <mc:Fallback xmlns="">
            <p:pic>
              <p:nvPicPr>
                <p:cNvPr id="165" name="Ink 164">
                  <a:extLst>
                    <a:ext uri="{FF2B5EF4-FFF2-40B4-BE49-F238E27FC236}">
                      <a16:creationId xmlns:a16="http://schemas.microsoft.com/office/drawing/2014/main" id="{82D4A88C-6C5D-2599-4084-4668558C09AE}"/>
                    </a:ext>
                  </a:extLst>
                </p:cNvPr>
                <p:cNvPicPr/>
                <p:nvPr/>
              </p:nvPicPr>
              <p:blipFill>
                <a:blip r:embed="rId277"/>
                <a:stretch>
                  <a:fillRect/>
                </a:stretch>
              </p:blipFill>
              <p:spPr>
                <a:xfrm>
                  <a:off x="8399304" y="3413376"/>
                  <a:ext cx="298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6" name="Ink 165">
                  <a:extLst>
                    <a:ext uri="{FF2B5EF4-FFF2-40B4-BE49-F238E27FC236}">
                      <a16:creationId xmlns:a16="http://schemas.microsoft.com/office/drawing/2014/main" id="{0E18C187-5C66-23FE-F87C-F0B466B6D499}"/>
                    </a:ext>
                  </a:extLst>
                </p14:cNvPr>
                <p14:cNvContentPartPr/>
                <p14:nvPr/>
              </p14:nvContentPartPr>
              <p14:xfrm>
                <a:off x="8461224" y="3315816"/>
                <a:ext cx="34920" cy="34920"/>
              </p14:xfrm>
            </p:contentPart>
          </mc:Choice>
          <mc:Fallback xmlns="">
            <p:pic>
              <p:nvPicPr>
                <p:cNvPr id="166" name="Ink 165">
                  <a:extLst>
                    <a:ext uri="{FF2B5EF4-FFF2-40B4-BE49-F238E27FC236}">
                      <a16:creationId xmlns:a16="http://schemas.microsoft.com/office/drawing/2014/main" id="{0E18C187-5C66-23FE-F87C-F0B466B6D499}"/>
                    </a:ext>
                  </a:extLst>
                </p:cNvPr>
                <p:cNvPicPr/>
                <p:nvPr/>
              </p:nvPicPr>
              <p:blipFill>
                <a:blip r:embed="rId279"/>
                <a:stretch>
                  <a:fillRect/>
                </a:stretch>
              </p:blipFill>
              <p:spPr>
                <a:xfrm>
                  <a:off x="8456904" y="3311496"/>
                  <a:ext cx="43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7" name="Ink 166">
                  <a:extLst>
                    <a:ext uri="{FF2B5EF4-FFF2-40B4-BE49-F238E27FC236}">
                      <a16:creationId xmlns:a16="http://schemas.microsoft.com/office/drawing/2014/main" id="{05D9908A-BC0F-4025-A1C0-9CE1CBAEB101}"/>
                    </a:ext>
                  </a:extLst>
                </p14:cNvPr>
                <p14:cNvContentPartPr/>
                <p14:nvPr/>
              </p14:nvContentPartPr>
              <p14:xfrm>
                <a:off x="8479584" y="3325176"/>
                <a:ext cx="67680" cy="138600"/>
              </p14:xfrm>
            </p:contentPart>
          </mc:Choice>
          <mc:Fallback xmlns="">
            <p:pic>
              <p:nvPicPr>
                <p:cNvPr id="167" name="Ink 166">
                  <a:extLst>
                    <a:ext uri="{FF2B5EF4-FFF2-40B4-BE49-F238E27FC236}">
                      <a16:creationId xmlns:a16="http://schemas.microsoft.com/office/drawing/2014/main" id="{05D9908A-BC0F-4025-A1C0-9CE1CBAEB101}"/>
                    </a:ext>
                  </a:extLst>
                </p:cNvPr>
                <p:cNvPicPr/>
                <p:nvPr/>
              </p:nvPicPr>
              <p:blipFill>
                <a:blip r:embed="rId281"/>
                <a:stretch>
                  <a:fillRect/>
                </a:stretch>
              </p:blipFill>
              <p:spPr>
                <a:xfrm>
                  <a:off x="8475264" y="3320856"/>
                  <a:ext cx="763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9" name="Ink 168">
                  <a:extLst>
                    <a:ext uri="{FF2B5EF4-FFF2-40B4-BE49-F238E27FC236}">
                      <a16:creationId xmlns:a16="http://schemas.microsoft.com/office/drawing/2014/main" id="{79BBDC19-9592-6DFB-3F6C-E7AE304EDB96}"/>
                    </a:ext>
                  </a:extLst>
                </p14:cNvPr>
                <p14:cNvContentPartPr/>
                <p14:nvPr/>
              </p14:nvContentPartPr>
              <p14:xfrm>
                <a:off x="8613144" y="3360816"/>
                <a:ext cx="209880" cy="111240"/>
              </p14:xfrm>
            </p:contentPart>
          </mc:Choice>
          <mc:Fallback xmlns="">
            <p:pic>
              <p:nvPicPr>
                <p:cNvPr id="169" name="Ink 168">
                  <a:extLst>
                    <a:ext uri="{FF2B5EF4-FFF2-40B4-BE49-F238E27FC236}">
                      <a16:creationId xmlns:a16="http://schemas.microsoft.com/office/drawing/2014/main" id="{79BBDC19-9592-6DFB-3F6C-E7AE304EDB96}"/>
                    </a:ext>
                  </a:extLst>
                </p:cNvPr>
                <p:cNvPicPr/>
                <p:nvPr/>
              </p:nvPicPr>
              <p:blipFill>
                <a:blip r:embed="rId283"/>
                <a:stretch>
                  <a:fillRect/>
                </a:stretch>
              </p:blipFill>
              <p:spPr>
                <a:xfrm>
                  <a:off x="8608824" y="3356496"/>
                  <a:ext cx="218520" cy="119880"/>
                </a:xfrm>
                <a:prstGeom prst="rect">
                  <a:avLst/>
                </a:prstGeom>
              </p:spPr>
            </p:pic>
          </mc:Fallback>
        </mc:AlternateContent>
      </p:grpSp>
      <p:grpSp>
        <p:nvGrpSpPr>
          <p:cNvPr id="182" name="Group 181">
            <a:extLst>
              <a:ext uri="{FF2B5EF4-FFF2-40B4-BE49-F238E27FC236}">
                <a16:creationId xmlns:a16="http://schemas.microsoft.com/office/drawing/2014/main" id="{D8CAE864-668D-4B67-6E9B-66F3CA839CF1}"/>
              </a:ext>
            </a:extLst>
          </p:cNvPr>
          <p:cNvGrpSpPr/>
          <p:nvPr/>
        </p:nvGrpSpPr>
        <p:grpSpPr>
          <a:xfrm>
            <a:off x="4282704" y="4051656"/>
            <a:ext cx="884880" cy="239040"/>
            <a:chOff x="4282704" y="4051656"/>
            <a:chExt cx="884880" cy="239040"/>
          </a:xfrm>
        </p:grpSpPr>
        <mc:AlternateContent xmlns:mc="http://schemas.openxmlformats.org/markup-compatibility/2006" xmlns:p14="http://schemas.microsoft.com/office/powerpoint/2010/main">
          <mc:Choice Requires="p14">
            <p:contentPart p14:bwMode="auto" r:id="rId284">
              <p14:nvContentPartPr>
                <p14:cNvPr id="171" name="Ink 170">
                  <a:extLst>
                    <a:ext uri="{FF2B5EF4-FFF2-40B4-BE49-F238E27FC236}">
                      <a16:creationId xmlns:a16="http://schemas.microsoft.com/office/drawing/2014/main" id="{91594D57-6E19-4752-F479-1A877E23CAE0}"/>
                    </a:ext>
                  </a:extLst>
                </p14:cNvPr>
                <p14:cNvContentPartPr/>
                <p14:nvPr/>
              </p14:nvContentPartPr>
              <p14:xfrm>
                <a:off x="4282704" y="4127256"/>
                <a:ext cx="247680" cy="163440"/>
              </p14:xfrm>
            </p:contentPart>
          </mc:Choice>
          <mc:Fallback xmlns="">
            <p:pic>
              <p:nvPicPr>
                <p:cNvPr id="171" name="Ink 170">
                  <a:extLst>
                    <a:ext uri="{FF2B5EF4-FFF2-40B4-BE49-F238E27FC236}">
                      <a16:creationId xmlns:a16="http://schemas.microsoft.com/office/drawing/2014/main" id="{91594D57-6E19-4752-F479-1A877E23CAE0}"/>
                    </a:ext>
                  </a:extLst>
                </p:cNvPr>
                <p:cNvPicPr/>
                <p:nvPr/>
              </p:nvPicPr>
              <p:blipFill>
                <a:blip r:embed="rId285"/>
                <a:stretch>
                  <a:fillRect/>
                </a:stretch>
              </p:blipFill>
              <p:spPr>
                <a:xfrm>
                  <a:off x="4278384" y="4122936"/>
                  <a:ext cx="2563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2" name="Ink 171">
                  <a:extLst>
                    <a:ext uri="{FF2B5EF4-FFF2-40B4-BE49-F238E27FC236}">
                      <a16:creationId xmlns:a16="http://schemas.microsoft.com/office/drawing/2014/main" id="{4B8FCA58-7EEB-B5B0-F35A-BC89171E1DB9}"/>
                    </a:ext>
                  </a:extLst>
                </p14:cNvPr>
                <p14:cNvContentPartPr/>
                <p14:nvPr/>
              </p14:nvContentPartPr>
              <p14:xfrm>
                <a:off x="4596264" y="4163616"/>
                <a:ext cx="144000" cy="116280"/>
              </p14:xfrm>
            </p:contentPart>
          </mc:Choice>
          <mc:Fallback xmlns="">
            <p:pic>
              <p:nvPicPr>
                <p:cNvPr id="172" name="Ink 171">
                  <a:extLst>
                    <a:ext uri="{FF2B5EF4-FFF2-40B4-BE49-F238E27FC236}">
                      <a16:creationId xmlns:a16="http://schemas.microsoft.com/office/drawing/2014/main" id="{4B8FCA58-7EEB-B5B0-F35A-BC89171E1DB9}"/>
                    </a:ext>
                  </a:extLst>
                </p:cNvPr>
                <p:cNvPicPr/>
                <p:nvPr/>
              </p:nvPicPr>
              <p:blipFill>
                <a:blip r:embed="rId287"/>
                <a:stretch>
                  <a:fillRect/>
                </a:stretch>
              </p:blipFill>
              <p:spPr>
                <a:xfrm>
                  <a:off x="4591944" y="4159296"/>
                  <a:ext cx="1526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3" name="Ink 172">
                  <a:extLst>
                    <a:ext uri="{FF2B5EF4-FFF2-40B4-BE49-F238E27FC236}">
                      <a16:creationId xmlns:a16="http://schemas.microsoft.com/office/drawing/2014/main" id="{A5A1679E-24EC-FCF6-DEA9-7903A057E270}"/>
                    </a:ext>
                  </a:extLst>
                </p14:cNvPr>
                <p14:cNvContentPartPr/>
                <p14:nvPr/>
              </p14:nvContentPartPr>
              <p14:xfrm>
                <a:off x="4806144" y="4167216"/>
                <a:ext cx="68400" cy="96120"/>
              </p14:xfrm>
            </p:contentPart>
          </mc:Choice>
          <mc:Fallback xmlns="">
            <p:pic>
              <p:nvPicPr>
                <p:cNvPr id="173" name="Ink 172">
                  <a:extLst>
                    <a:ext uri="{FF2B5EF4-FFF2-40B4-BE49-F238E27FC236}">
                      <a16:creationId xmlns:a16="http://schemas.microsoft.com/office/drawing/2014/main" id="{A5A1679E-24EC-FCF6-DEA9-7903A057E270}"/>
                    </a:ext>
                  </a:extLst>
                </p:cNvPr>
                <p:cNvPicPr/>
                <p:nvPr/>
              </p:nvPicPr>
              <p:blipFill>
                <a:blip r:embed="rId289"/>
                <a:stretch>
                  <a:fillRect/>
                </a:stretch>
              </p:blipFill>
              <p:spPr>
                <a:xfrm>
                  <a:off x="4801824" y="4162896"/>
                  <a:ext cx="770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4" name="Ink 173">
                  <a:extLst>
                    <a:ext uri="{FF2B5EF4-FFF2-40B4-BE49-F238E27FC236}">
                      <a16:creationId xmlns:a16="http://schemas.microsoft.com/office/drawing/2014/main" id="{925BC346-25B5-24F2-6BE8-58542259E6E6}"/>
                    </a:ext>
                  </a:extLst>
                </p14:cNvPr>
                <p14:cNvContentPartPr/>
                <p14:nvPr/>
              </p14:nvContentPartPr>
              <p14:xfrm>
                <a:off x="4958064" y="4051656"/>
                <a:ext cx="61560" cy="166680"/>
              </p14:xfrm>
            </p:contentPart>
          </mc:Choice>
          <mc:Fallback xmlns="">
            <p:pic>
              <p:nvPicPr>
                <p:cNvPr id="174" name="Ink 173">
                  <a:extLst>
                    <a:ext uri="{FF2B5EF4-FFF2-40B4-BE49-F238E27FC236}">
                      <a16:creationId xmlns:a16="http://schemas.microsoft.com/office/drawing/2014/main" id="{925BC346-25B5-24F2-6BE8-58542259E6E6}"/>
                    </a:ext>
                  </a:extLst>
                </p:cNvPr>
                <p:cNvPicPr/>
                <p:nvPr/>
              </p:nvPicPr>
              <p:blipFill>
                <a:blip r:embed="rId291"/>
                <a:stretch>
                  <a:fillRect/>
                </a:stretch>
              </p:blipFill>
              <p:spPr>
                <a:xfrm>
                  <a:off x="4953744" y="4047336"/>
                  <a:ext cx="702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5" name="Ink 174">
                  <a:extLst>
                    <a:ext uri="{FF2B5EF4-FFF2-40B4-BE49-F238E27FC236}">
                      <a16:creationId xmlns:a16="http://schemas.microsoft.com/office/drawing/2014/main" id="{0014EAE4-A55F-95A5-4EEB-7AFA623FCFAC}"/>
                    </a:ext>
                  </a:extLst>
                </p14:cNvPr>
                <p14:cNvContentPartPr/>
                <p14:nvPr/>
              </p14:nvContentPartPr>
              <p14:xfrm>
                <a:off x="4989384" y="4138416"/>
                <a:ext cx="178200" cy="10800"/>
              </p14:xfrm>
            </p:contentPart>
          </mc:Choice>
          <mc:Fallback xmlns="">
            <p:pic>
              <p:nvPicPr>
                <p:cNvPr id="175" name="Ink 174">
                  <a:extLst>
                    <a:ext uri="{FF2B5EF4-FFF2-40B4-BE49-F238E27FC236}">
                      <a16:creationId xmlns:a16="http://schemas.microsoft.com/office/drawing/2014/main" id="{0014EAE4-A55F-95A5-4EEB-7AFA623FCFAC}"/>
                    </a:ext>
                  </a:extLst>
                </p:cNvPr>
                <p:cNvPicPr/>
                <p:nvPr/>
              </p:nvPicPr>
              <p:blipFill>
                <a:blip r:embed="rId293"/>
                <a:stretch>
                  <a:fillRect/>
                </a:stretch>
              </p:blipFill>
              <p:spPr>
                <a:xfrm>
                  <a:off x="4985064" y="4134096"/>
                  <a:ext cx="186840" cy="19440"/>
                </a:xfrm>
                <a:prstGeom prst="rect">
                  <a:avLst/>
                </a:prstGeom>
              </p:spPr>
            </p:pic>
          </mc:Fallback>
        </mc:AlternateContent>
      </p:grpSp>
      <p:grpSp>
        <p:nvGrpSpPr>
          <p:cNvPr id="181" name="Group 180">
            <a:extLst>
              <a:ext uri="{FF2B5EF4-FFF2-40B4-BE49-F238E27FC236}">
                <a16:creationId xmlns:a16="http://schemas.microsoft.com/office/drawing/2014/main" id="{ACD20343-9B50-A082-1FAE-AF3440952601}"/>
              </a:ext>
            </a:extLst>
          </p:cNvPr>
          <p:cNvGrpSpPr/>
          <p:nvPr/>
        </p:nvGrpSpPr>
        <p:grpSpPr>
          <a:xfrm>
            <a:off x="5460624" y="4019256"/>
            <a:ext cx="633240" cy="194400"/>
            <a:chOff x="5460624" y="4019256"/>
            <a:chExt cx="633240" cy="194400"/>
          </a:xfrm>
        </p:grpSpPr>
        <mc:AlternateContent xmlns:mc="http://schemas.openxmlformats.org/markup-compatibility/2006" xmlns:p14="http://schemas.microsoft.com/office/powerpoint/2010/main">
          <mc:Choice Requires="p14">
            <p:contentPart p14:bwMode="auto" r:id="rId294">
              <p14:nvContentPartPr>
                <p14:cNvPr id="176" name="Ink 175">
                  <a:extLst>
                    <a:ext uri="{FF2B5EF4-FFF2-40B4-BE49-F238E27FC236}">
                      <a16:creationId xmlns:a16="http://schemas.microsoft.com/office/drawing/2014/main" id="{37037E31-0794-F58F-698A-8A0919C465BE}"/>
                    </a:ext>
                  </a:extLst>
                </p14:cNvPr>
                <p14:cNvContentPartPr/>
                <p14:nvPr/>
              </p14:nvContentPartPr>
              <p14:xfrm>
                <a:off x="5460624" y="4020336"/>
                <a:ext cx="113400" cy="193320"/>
              </p14:xfrm>
            </p:contentPart>
          </mc:Choice>
          <mc:Fallback xmlns="">
            <p:pic>
              <p:nvPicPr>
                <p:cNvPr id="176" name="Ink 175">
                  <a:extLst>
                    <a:ext uri="{FF2B5EF4-FFF2-40B4-BE49-F238E27FC236}">
                      <a16:creationId xmlns:a16="http://schemas.microsoft.com/office/drawing/2014/main" id="{37037E31-0794-F58F-698A-8A0919C465BE}"/>
                    </a:ext>
                  </a:extLst>
                </p:cNvPr>
                <p:cNvPicPr/>
                <p:nvPr/>
              </p:nvPicPr>
              <p:blipFill>
                <a:blip r:embed="rId295"/>
                <a:stretch>
                  <a:fillRect/>
                </a:stretch>
              </p:blipFill>
              <p:spPr>
                <a:xfrm>
                  <a:off x="5456304" y="4016016"/>
                  <a:ext cx="1220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7" name="Ink 176">
                  <a:extLst>
                    <a:ext uri="{FF2B5EF4-FFF2-40B4-BE49-F238E27FC236}">
                      <a16:creationId xmlns:a16="http://schemas.microsoft.com/office/drawing/2014/main" id="{93E159A3-755E-2608-0F08-719A6285827B}"/>
                    </a:ext>
                  </a:extLst>
                </p14:cNvPr>
                <p14:cNvContentPartPr/>
                <p14:nvPr/>
              </p14:nvContentPartPr>
              <p14:xfrm>
                <a:off x="5476824" y="4098456"/>
                <a:ext cx="151200" cy="74520"/>
              </p14:xfrm>
            </p:contentPart>
          </mc:Choice>
          <mc:Fallback xmlns="">
            <p:pic>
              <p:nvPicPr>
                <p:cNvPr id="177" name="Ink 176">
                  <a:extLst>
                    <a:ext uri="{FF2B5EF4-FFF2-40B4-BE49-F238E27FC236}">
                      <a16:creationId xmlns:a16="http://schemas.microsoft.com/office/drawing/2014/main" id="{93E159A3-755E-2608-0F08-719A6285827B}"/>
                    </a:ext>
                  </a:extLst>
                </p:cNvPr>
                <p:cNvPicPr/>
                <p:nvPr/>
              </p:nvPicPr>
              <p:blipFill>
                <a:blip r:embed="rId297"/>
                <a:stretch>
                  <a:fillRect/>
                </a:stretch>
              </p:blipFill>
              <p:spPr>
                <a:xfrm>
                  <a:off x="5472504" y="4094136"/>
                  <a:ext cx="15984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8" name="Ink 177">
                  <a:extLst>
                    <a:ext uri="{FF2B5EF4-FFF2-40B4-BE49-F238E27FC236}">
                      <a16:creationId xmlns:a16="http://schemas.microsoft.com/office/drawing/2014/main" id="{322953F3-B2F8-E207-214C-CEB8BDD7612C}"/>
                    </a:ext>
                  </a:extLst>
                </p14:cNvPr>
                <p14:cNvContentPartPr/>
                <p14:nvPr/>
              </p14:nvContentPartPr>
              <p14:xfrm>
                <a:off x="5707944" y="4019256"/>
                <a:ext cx="46440" cy="88200"/>
              </p14:xfrm>
            </p:contentPart>
          </mc:Choice>
          <mc:Fallback xmlns="">
            <p:pic>
              <p:nvPicPr>
                <p:cNvPr id="178" name="Ink 177">
                  <a:extLst>
                    <a:ext uri="{FF2B5EF4-FFF2-40B4-BE49-F238E27FC236}">
                      <a16:creationId xmlns:a16="http://schemas.microsoft.com/office/drawing/2014/main" id="{322953F3-B2F8-E207-214C-CEB8BDD7612C}"/>
                    </a:ext>
                  </a:extLst>
                </p:cNvPr>
                <p:cNvPicPr/>
                <p:nvPr/>
              </p:nvPicPr>
              <p:blipFill>
                <a:blip r:embed="rId299"/>
                <a:stretch>
                  <a:fillRect/>
                </a:stretch>
              </p:blipFill>
              <p:spPr>
                <a:xfrm>
                  <a:off x="5703624" y="4014936"/>
                  <a:ext cx="550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9" name="Ink 178">
                  <a:extLst>
                    <a:ext uri="{FF2B5EF4-FFF2-40B4-BE49-F238E27FC236}">
                      <a16:creationId xmlns:a16="http://schemas.microsoft.com/office/drawing/2014/main" id="{7E1BCF95-C5AF-1DD6-C5D1-557B0EF3A287}"/>
                    </a:ext>
                  </a:extLst>
                </p14:cNvPr>
                <p14:cNvContentPartPr/>
                <p14:nvPr/>
              </p14:nvContentPartPr>
              <p14:xfrm>
                <a:off x="5733144" y="4117536"/>
                <a:ext cx="215280" cy="44640"/>
              </p14:xfrm>
            </p:contentPart>
          </mc:Choice>
          <mc:Fallback xmlns="">
            <p:pic>
              <p:nvPicPr>
                <p:cNvPr id="179" name="Ink 178">
                  <a:extLst>
                    <a:ext uri="{FF2B5EF4-FFF2-40B4-BE49-F238E27FC236}">
                      <a16:creationId xmlns:a16="http://schemas.microsoft.com/office/drawing/2014/main" id="{7E1BCF95-C5AF-1DD6-C5D1-557B0EF3A287}"/>
                    </a:ext>
                  </a:extLst>
                </p:cNvPr>
                <p:cNvPicPr/>
                <p:nvPr/>
              </p:nvPicPr>
              <p:blipFill>
                <a:blip r:embed="rId301"/>
                <a:stretch>
                  <a:fillRect/>
                </a:stretch>
              </p:blipFill>
              <p:spPr>
                <a:xfrm>
                  <a:off x="5728824" y="4113216"/>
                  <a:ext cx="2239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0" name="Ink 179">
                  <a:extLst>
                    <a:ext uri="{FF2B5EF4-FFF2-40B4-BE49-F238E27FC236}">
                      <a16:creationId xmlns:a16="http://schemas.microsoft.com/office/drawing/2014/main" id="{E4BBB1A4-6465-AF38-A3D2-444F143A7B5C}"/>
                    </a:ext>
                  </a:extLst>
                </p14:cNvPr>
                <p14:cNvContentPartPr/>
                <p14:nvPr/>
              </p14:nvContentPartPr>
              <p14:xfrm>
                <a:off x="6011424" y="4090896"/>
                <a:ext cx="82440" cy="62640"/>
              </p14:xfrm>
            </p:contentPart>
          </mc:Choice>
          <mc:Fallback xmlns="">
            <p:pic>
              <p:nvPicPr>
                <p:cNvPr id="180" name="Ink 179">
                  <a:extLst>
                    <a:ext uri="{FF2B5EF4-FFF2-40B4-BE49-F238E27FC236}">
                      <a16:creationId xmlns:a16="http://schemas.microsoft.com/office/drawing/2014/main" id="{E4BBB1A4-6465-AF38-A3D2-444F143A7B5C}"/>
                    </a:ext>
                  </a:extLst>
                </p:cNvPr>
                <p:cNvPicPr/>
                <p:nvPr/>
              </p:nvPicPr>
              <p:blipFill>
                <a:blip r:embed="rId303"/>
                <a:stretch>
                  <a:fillRect/>
                </a:stretch>
              </p:blipFill>
              <p:spPr>
                <a:xfrm>
                  <a:off x="6007104" y="4086576"/>
                  <a:ext cx="91080" cy="71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4">
            <p14:nvContentPartPr>
              <p14:cNvPr id="183" name="Ink 182">
                <a:extLst>
                  <a:ext uri="{FF2B5EF4-FFF2-40B4-BE49-F238E27FC236}">
                    <a16:creationId xmlns:a16="http://schemas.microsoft.com/office/drawing/2014/main" id="{D339C70C-EFC3-76E8-90CD-816B42BD0D68}"/>
                  </a:ext>
                </a:extLst>
              </p14:cNvPr>
              <p14:cNvContentPartPr/>
              <p14:nvPr/>
            </p14:nvContentPartPr>
            <p14:xfrm>
              <a:off x="6971544" y="3938616"/>
              <a:ext cx="152640" cy="123480"/>
            </p14:xfrm>
          </p:contentPart>
        </mc:Choice>
        <mc:Fallback xmlns="">
          <p:pic>
            <p:nvPicPr>
              <p:cNvPr id="183" name="Ink 182">
                <a:extLst>
                  <a:ext uri="{FF2B5EF4-FFF2-40B4-BE49-F238E27FC236}">
                    <a16:creationId xmlns:a16="http://schemas.microsoft.com/office/drawing/2014/main" id="{D339C70C-EFC3-76E8-90CD-816B42BD0D68}"/>
                  </a:ext>
                </a:extLst>
              </p:cNvPr>
              <p:cNvPicPr/>
              <p:nvPr/>
            </p:nvPicPr>
            <p:blipFill>
              <a:blip r:embed="rId305"/>
              <a:stretch>
                <a:fillRect/>
              </a:stretch>
            </p:blipFill>
            <p:spPr>
              <a:xfrm>
                <a:off x="6967224" y="3934296"/>
                <a:ext cx="161280" cy="132120"/>
              </a:xfrm>
              <a:prstGeom prst="rect">
                <a:avLst/>
              </a:prstGeom>
            </p:spPr>
          </p:pic>
        </mc:Fallback>
      </mc:AlternateContent>
      <p:grpSp>
        <p:nvGrpSpPr>
          <p:cNvPr id="196" name="Group 195">
            <a:extLst>
              <a:ext uri="{FF2B5EF4-FFF2-40B4-BE49-F238E27FC236}">
                <a16:creationId xmlns:a16="http://schemas.microsoft.com/office/drawing/2014/main" id="{C09D2835-1BC3-FF09-CC14-21B3DA6D3642}"/>
              </a:ext>
            </a:extLst>
          </p:cNvPr>
          <p:cNvGrpSpPr/>
          <p:nvPr/>
        </p:nvGrpSpPr>
        <p:grpSpPr>
          <a:xfrm>
            <a:off x="7538544" y="3804336"/>
            <a:ext cx="1456560" cy="407160"/>
            <a:chOff x="7538544" y="3804336"/>
            <a:chExt cx="1456560" cy="407160"/>
          </a:xfrm>
        </p:grpSpPr>
        <mc:AlternateContent xmlns:mc="http://schemas.openxmlformats.org/markup-compatibility/2006" xmlns:p14="http://schemas.microsoft.com/office/powerpoint/2010/main">
          <mc:Choice Requires="p14">
            <p:contentPart p14:bwMode="auto" r:id="rId306">
              <p14:nvContentPartPr>
                <p14:cNvPr id="184" name="Ink 183">
                  <a:extLst>
                    <a:ext uri="{FF2B5EF4-FFF2-40B4-BE49-F238E27FC236}">
                      <a16:creationId xmlns:a16="http://schemas.microsoft.com/office/drawing/2014/main" id="{0AF815C8-EAE1-7F9D-B79B-7ADA7918C610}"/>
                    </a:ext>
                  </a:extLst>
                </p14:cNvPr>
                <p14:cNvContentPartPr/>
                <p14:nvPr/>
              </p14:nvContentPartPr>
              <p14:xfrm>
                <a:off x="7538544" y="3918816"/>
                <a:ext cx="140040" cy="113760"/>
              </p14:xfrm>
            </p:contentPart>
          </mc:Choice>
          <mc:Fallback xmlns="">
            <p:pic>
              <p:nvPicPr>
                <p:cNvPr id="184" name="Ink 183">
                  <a:extLst>
                    <a:ext uri="{FF2B5EF4-FFF2-40B4-BE49-F238E27FC236}">
                      <a16:creationId xmlns:a16="http://schemas.microsoft.com/office/drawing/2014/main" id="{0AF815C8-EAE1-7F9D-B79B-7ADA7918C610}"/>
                    </a:ext>
                  </a:extLst>
                </p:cNvPr>
                <p:cNvPicPr/>
                <p:nvPr/>
              </p:nvPicPr>
              <p:blipFill>
                <a:blip r:embed="rId307"/>
                <a:stretch>
                  <a:fillRect/>
                </a:stretch>
              </p:blipFill>
              <p:spPr>
                <a:xfrm>
                  <a:off x="7534224" y="3914496"/>
                  <a:ext cx="1486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5" name="Ink 184">
                  <a:extLst>
                    <a:ext uri="{FF2B5EF4-FFF2-40B4-BE49-F238E27FC236}">
                      <a16:creationId xmlns:a16="http://schemas.microsoft.com/office/drawing/2014/main" id="{46FCA6D0-8D15-35B6-A50C-B42B62771AF8}"/>
                    </a:ext>
                  </a:extLst>
                </p14:cNvPr>
                <p14:cNvContentPartPr/>
                <p14:nvPr/>
              </p14:nvContentPartPr>
              <p14:xfrm>
                <a:off x="7778664" y="3910176"/>
                <a:ext cx="55080" cy="85680"/>
              </p14:xfrm>
            </p:contentPart>
          </mc:Choice>
          <mc:Fallback xmlns="">
            <p:pic>
              <p:nvPicPr>
                <p:cNvPr id="185" name="Ink 184">
                  <a:extLst>
                    <a:ext uri="{FF2B5EF4-FFF2-40B4-BE49-F238E27FC236}">
                      <a16:creationId xmlns:a16="http://schemas.microsoft.com/office/drawing/2014/main" id="{46FCA6D0-8D15-35B6-A50C-B42B62771AF8}"/>
                    </a:ext>
                  </a:extLst>
                </p:cNvPr>
                <p:cNvPicPr/>
                <p:nvPr/>
              </p:nvPicPr>
              <p:blipFill>
                <a:blip r:embed="rId309"/>
                <a:stretch>
                  <a:fillRect/>
                </a:stretch>
              </p:blipFill>
              <p:spPr>
                <a:xfrm>
                  <a:off x="7774344" y="3905856"/>
                  <a:ext cx="637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86" name="Ink 185">
                  <a:extLst>
                    <a:ext uri="{FF2B5EF4-FFF2-40B4-BE49-F238E27FC236}">
                      <a16:creationId xmlns:a16="http://schemas.microsoft.com/office/drawing/2014/main" id="{499017A1-959A-4ED7-B6FC-457798D80FA0}"/>
                    </a:ext>
                  </a:extLst>
                </p14:cNvPr>
                <p14:cNvContentPartPr/>
                <p14:nvPr/>
              </p14:nvContentPartPr>
              <p14:xfrm>
                <a:off x="7816824" y="3942936"/>
                <a:ext cx="360" cy="360"/>
              </p14:xfrm>
            </p:contentPart>
          </mc:Choice>
          <mc:Fallback xmlns="">
            <p:pic>
              <p:nvPicPr>
                <p:cNvPr id="186" name="Ink 185">
                  <a:extLst>
                    <a:ext uri="{FF2B5EF4-FFF2-40B4-BE49-F238E27FC236}">
                      <a16:creationId xmlns:a16="http://schemas.microsoft.com/office/drawing/2014/main" id="{499017A1-959A-4ED7-B6FC-457798D80FA0}"/>
                    </a:ext>
                  </a:extLst>
                </p:cNvPr>
                <p:cNvPicPr/>
                <p:nvPr/>
              </p:nvPicPr>
              <p:blipFill>
                <a:blip r:embed="rId265"/>
                <a:stretch>
                  <a:fillRect/>
                </a:stretch>
              </p:blipFill>
              <p:spPr>
                <a:xfrm>
                  <a:off x="7812504" y="393861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87" name="Ink 186">
                  <a:extLst>
                    <a:ext uri="{FF2B5EF4-FFF2-40B4-BE49-F238E27FC236}">
                      <a16:creationId xmlns:a16="http://schemas.microsoft.com/office/drawing/2014/main" id="{F423D2E4-E26C-7B2C-AFE3-8421F0ED7F10}"/>
                    </a:ext>
                  </a:extLst>
                </p14:cNvPr>
                <p14:cNvContentPartPr/>
                <p14:nvPr/>
              </p14:nvContentPartPr>
              <p14:xfrm>
                <a:off x="7816824" y="3933936"/>
                <a:ext cx="247680" cy="47520"/>
              </p14:xfrm>
            </p:contentPart>
          </mc:Choice>
          <mc:Fallback xmlns="">
            <p:pic>
              <p:nvPicPr>
                <p:cNvPr id="187" name="Ink 186">
                  <a:extLst>
                    <a:ext uri="{FF2B5EF4-FFF2-40B4-BE49-F238E27FC236}">
                      <a16:creationId xmlns:a16="http://schemas.microsoft.com/office/drawing/2014/main" id="{F423D2E4-E26C-7B2C-AFE3-8421F0ED7F10}"/>
                    </a:ext>
                  </a:extLst>
                </p:cNvPr>
                <p:cNvPicPr/>
                <p:nvPr/>
              </p:nvPicPr>
              <p:blipFill>
                <a:blip r:embed="rId312"/>
                <a:stretch>
                  <a:fillRect/>
                </a:stretch>
              </p:blipFill>
              <p:spPr>
                <a:xfrm>
                  <a:off x="7812504" y="3929616"/>
                  <a:ext cx="2563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88" name="Ink 187">
                  <a:extLst>
                    <a:ext uri="{FF2B5EF4-FFF2-40B4-BE49-F238E27FC236}">
                      <a16:creationId xmlns:a16="http://schemas.microsoft.com/office/drawing/2014/main" id="{25BB8C20-425B-75A6-7FF6-B8A9956322D3}"/>
                    </a:ext>
                  </a:extLst>
                </p14:cNvPr>
                <p14:cNvContentPartPr/>
                <p14:nvPr/>
              </p14:nvContentPartPr>
              <p14:xfrm>
                <a:off x="8086824" y="3952296"/>
                <a:ext cx="72360" cy="259200"/>
              </p14:xfrm>
            </p:contentPart>
          </mc:Choice>
          <mc:Fallback xmlns="">
            <p:pic>
              <p:nvPicPr>
                <p:cNvPr id="188" name="Ink 187">
                  <a:extLst>
                    <a:ext uri="{FF2B5EF4-FFF2-40B4-BE49-F238E27FC236}">
                      <a16:creationId xmlns:a16="http://schemas.microsoft.com/office/drawing/2014/main" id="{25BB8C20-425B-75A6-7FF6-B8A9956322D3}"/>
                    </a:ext>
                  </a:extLst>
                </p:cNvPr>
                <p:cNvPicPr/>
                <p:nvPr/>
              </p:nvPicPr>
              <p:blipFill>
                <a:blip r:embed="rId314"/>
                <a:stretch>
                  <a:fillRect/>
                </a:stretch>
              </p:blipFill>
              <p:spPr>
                <a:xfrm>
                  <a:off x="8082504" y="3947976"/>
                  <a:ext cx="810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89" name="Ink 188">
                  <a:extLst>
                    <a:ext uri="{FF2B5EF4-FFF2-40B4-BE49-F238E27FC236}">
                      <a16:creationId xmlns:a16="http://schemas.microsoft.com/office/drawing/2014/main" id="{7E63641E-B3A4-CBA3-9230-875E303BE63D}"/>
                    </a:ext>
                  </a:extLst>
                </p14:cNvPr>
                <p14:cNvContentPartPr/>
                <p14:nvPr/>
              </p14:nvContentPartPr>
              <p14:xfrm>
                <a:off x="8144784" y="3890736"/>
                <a:ext cx="68040" cy="86400"/>
              </p14:xfrm>
            </p:contentPart>
          </mc:Choice>
          <mc:Fallback xmlns="">
            <p:pic>
              <p:nvPicPr>
                <p:cNvPr id="189" name="Ink 188">
                  <a:extLst>
                    <a:ext uri="{FF2B5EF4-FFF2-40B4-BE49-F238E27FC236}">
                      <a16:creationId xmlns:a16="http://schemas.microsoft.com/office/drawing/2014/main" id="{7E63641E-B3A4-CBA3-9230-875E303BE63D}"/>
                    </a:ext>
                  </a:extLst>
                </p:cNvPr>
                <p:cNvPicPr/>
                <p:nvPr/>
              </p:nvPicPr>
              <p:blipFill>
                <a:blip r:embed="rId316"/>
                <a:stretch>
                  <a:fillRect/>
                </a:stretch>
              </p:blipFill>
              <p:spPr>
                <a:xfrm>
                  <a:off x="8140464" y="3886416"/>
                  <a:ext cx="766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0" name="Ink 189">
                  <a:extLst>
                    <a:ext uri="{FF2B5EF4-FFF2-40B4-BE49-F238E27FC236}">
                      <a16:creationId xmlns:a16="http://schemas.microsoft.com/office/drawing/2014/main" id="{EA217C7E-3091-DAC3-907E-DF01947467CE}"/>
                    </a:ext>
                  </a:extLst>
                </p14:cNvPr>
                <p14:cNvContentPartPr/>
                <p14:nvPr/>
              </p14:nvContentPartPr>
              <p14:xfrm>
                <a:off x="8269704" y="3891096"/>
                <a:ext cx="85680" cy="40680"/>
              </p14:xfrm>
            </p:contentPart>
          </mc:Choice>
          <mc:Fallback xmlns="">
            <p:pic>
              <p:nvPicPr>
                <p:cNvPr id="190" name="Ink 189">
                  <a:extLst>
                    <a:ext uri="{FF2B5EF4-FFF2-40B4-BE49-F238E27FC236}">
                      <a16:creationId xmlns:a16="http://schemas.microsoft.com/office/drawing/2014/main" id="{EA217C7E-3091-DAC3-907E-DF01947467CE}"/>
                    </a:ext>
                  </a:extLst>
                </p:cNvPr>
                <p:cNvPicPr/>
                <p:nvPr/>
              </p:nvPicPr>
              <p:blipFill>
                <a:blip r:embed="rId318"/>
                <a:stretch>
                  <a:fillRect/>
                </a:stretch>
              </p:blipFill>
              <p:spPr>
                <a:xfrm>
                  <a:off x="8265384" y="3886776"/>
                  <a:ext cx="943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1" name="Ink 190">
                  <a:extLst>
                    <a:ext uri="{FF2B5EF4-FFF2-40B4-BE49-F238E27FC236}">
                      <a16:creationId xmlns:a16="http://schemas.microsoft.com/office/drawing/2014/main" id="{ECF25875-CCFB-4B6D-3EE9-60AF47B2F362}"/>
                    </a:ext>
                  </a:extLst>
                </p14:cNvPr>
                <p14:cNvContentPartPr/>
                <p14:nvPr/>
              </p14:nvContentPartPr>
              <p14:xfrm>
                <a:off x="8426304" y="3845016"/>
                <a:ext cx="39960" cy="106920"/>
              </p14:xfrm>
            </p:contentPart>
          </mc:Choice>
          <mc:Fallback xmlns="">
            <p:pic>
              <p:nvPicPr>
                <p:cNvPr id="191" name="Ink 190">
                  <a:extLst>
                    <a:ext uri="{FF2B5EF4-FFF2-40B4-BE49-F238E27FC236}">
                      <a16:creationId xmlns:a16="http://schemas.microsoft.com/office/drawing/2014/main" id="{ECF25875-CCFB-4B6D-3EE9-60AF47B2F362}"/>
                    </a:ext>
                  </a:extLst>
                </p:cNvPr>
                <p:cNvPicPr/>
                <p:nvPr/>
              </p:nvPicPr>
              <p:blipFill>
                <a:blip r:embed="rId320"/>
                <a:stretch>
                  <a:fillRect/>
                </a:stretch>
              </p:blipFill>
              <p:spPr>
                <a:xfrm>
                  <a:off x="8421984" y="3840696"/>
                  <a:ext cx="486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2" name="Ink 191">
                  <a:extLst>
                    <a:ext uri="{FF2B5EF4-FFF2-40B4-BE49-F238E27FC236}">
                      <a16:creationId xmlns:a16="http://schemas.microsoft.com/office/drawing/2014/main" id="{0C003480-3FB0-8CB4-A4FE-4A26DFDDD457}"/>
                    </a:ext>
                  </a:extLst>
                </p14:cNvPr>
                <p14:cNvContentPartPr/>
                <p14:nvPr/>
              </p14:nvContentPartPr>
              <p14:xfrm>
                <a:off x="8530704" y="3900456"/>
                <a:ext cx="23400" cy="38520"/>
              </p14:xfrm>
            </p:contentPart>
          </mc:Choice>
          <mc:Fallback xmlns="">
            <p:pic>
              <p:nvPicPr>
                <p:cNvPr id="192" name="Ink 191">
                  <a:extLst>
                    <a:ext uri="{FF2B5EF4-FFF2-40B4-BE49-F238E27FC236}">
                      <a16:creationId xmlns:a16="http://schemas.microsoft.com/office/drawing/2014/main" id="{0C003480-3FB0-8CB4-A4FE-4A26DFDDD457}"/>
                    </a:ext>
                  </a:extLst>
                </p:cNvPr>
                <p:cNvPicPr/>
                <p:nvPr/>
              </p:nvPicPr>
              <p:blipFill>
                <a:blip r:embed="rId322"/>
                <a:stretch>
                  <a:fillRect/>
                </a:stretch>
              </p:blipFill>
              <p:spPr>
                <a:xfrm>
                  <a:off x="8526384" y="3896136"/>
                  <a:ext cx="32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3" name="Ink 192">
                  <a:extLst>
                    <a:ext uri="{FF2B5EF4-FFF2-40B4-BE49-F238E27FC236}">
                      <a16:creationId xmlns:a16="http://schemas.microsoft.com/office/drawing/2014/main" id="{A48DCA1C-6DE0-B84E-31B7-08D0962A5D06}"/>
                    </a:ext>
                  </a:extLst>
                </p14:cNvPr>
                <p14:cNvContentPartPr/>
                <p14:nvPr/>
              </p14:nvContentPartPr>
              <p14:xfrm>
                <a:off x="8604504" y="3804336"/>
                <a:ext cx="37440" cy="33840"/>
              </p14:xfrm>
            </p:contentPart>
          </mc:Choice>
          <mc:Fallback xmlns="">
            <p:pic>
              <p:nvPicPr>
                <p:cNvPr id="193" name="Ink 192">
                  <a:extLst>
                    <a:ext uri="{FF2B5EF4-FFF2-40B4-BE49-F238E27FC236}">
                      <a16:creationId xmlns:a16="http://schemas.microsoft.com/office/drawing/2014/main" id="{A48DCA1C-6DE0-B84E-31B7-08D0962A5D06}"/>
                    </a:ext>
                  </a:extLst>
                </p:cNvPr>
                <p:cNvPicPr/>
                <p:nvPr/>
              </p:nvPicPr>
              <p:blipFill>
                <a:blip r:embed="rId324"/>
                <a:stretch>
                  <a:fillRect/>
                </a:stretch>
              </p:blipFill>
              <p:spPr>
                <a:xfrm>
                  <a:off x="8600184" y="3800016"/>
                  <a:ext cx="460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4" name="Ink 193">
                  <a:extLst>
                    <a:ext uri="{FF2B5EF4-FFF2-40B4-BE49-F238E27FC236}">
                      <a16:creationId xmlns:a16="http://schemas.microsoft.com/office/drawing/2014/main" id="{4E7CD160-EC53-1273-FC3D-9BC8F64A1C7A}"/>
                    </a:ext>
                  </a:extLst>
                </p14:cNvPr>
                <p14:cNvContentPartPr/>
                <p14:nvPr/>
              </p14:nvContentPartPr>
              <p14:xfrm>
                <a:off x="8605584" y="3804336"/>
                <a:ext cx="73440" cy="131040"/>
              </p14:xfrm>
            </p:contentPart>
          </mc:Choice>
          <mc:Fallback xmlns="">
            <p:pic>
              <p:nvPicPr>
                <p:cNvPr id="194" name="Ink 193">
                  <a:extLst>
                    <a:ext uri="{FF2B5EF4-FFF2-40B4-BE49-F238E27FC236}">
                      <a16:creationId xmlns:a16="http://schemas.microsoft.com/office/drawing/2014/main" id="{4E7CD160-EC53-1273-FC3D-9BC8F64A1C7A}"/>
                    </a:ext>
                  </a:extLst>
                </p:cNvPr>
                <p:cNvPicPr/>
                <p:nvPr/>
              </p:nvPicPr>
              <p:blipFill>
                <a:blip r:embed="rId326"/>
                <a:stretch>
                  <a:fillRect/>
                </a:stretch>
              </p:blipFill>
              <p:spPr>
                <a:xfrm>
                  <a:off x="8601264" y="3800016"/>
                  <a:ext cx="820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195" name="Ink 194">
                  <a:extLst>
                    <a:ext uri="{FF2B5EF4-FFF2-40B4-BE49-F238E27FC236}">
                      <a16:creationId xmlns:a16="http://schemas.microsoft.com/office/drawing/2014/main" id="{0DED9C12-6F60-086F-F087-AAEF116FC021}"/>
                    </a:ext>
                  </a:extLst>
                </p14:cNvPr>
                <p14:cNvContentPartPr/>
                <p14:nvPr/>
              </p14:nvContentPartPr>
              <p14:xfrm>
                <a:off x="8735184" y="3817656"/>
                <a:ext cx="259920" cy="92160"/>
              </p14:xfrm>
            </p:contentPart>
          </mc:Choice>
          <mc:Fallback xmlns="">
            <p:pic>
              <p:nvPicPr>
                <p:cNvPr id="195" name="Ink 194">
                  <a:extLst>
                    <a:ext uri="{FF2B5EF4-FFF2-40B4-BE49-F238E27FC236}">
                      <a16:creationId xmlns:a16="http://schemas.microsoft.com/office/drawing/2014/main" id="{0DED9C12-6F60-086F-F087-AAEF116FC021}"/>
                    </a:ext>
                  </a:extLst>
                </p:cNvPr>
                <p:cNvPicPr/>
                <p:nvPr/>
              </p:nvPicPr>
              <p:blipFill>
                <a:blip r:embed="rId328"/>
                <a:stretch>
                  <a:fillRect/>
                </a:stretch>
              </p:blipFill>
              <p:spPr>
                <a:xfrm>
                  <a:off x="8730864" y="3813336"/>
                  <a:ext cx="268560" cy="100800"/>
                </a:xfrm>
                <a:prstGeom prst="rect">
                  <a:avLst/>
                </a:prstGeom>
              </p:spPr>
            </p:pic>
          </mc:Fallback>
        </mc:AlternateContent>
      </p:grpSp>
      <p:grpSp>
        <p:nvGrpSpPr>
          <p:cNvPr id="210" name="Group 209">
            <a:extLst>
              <a:ext uri="{FF2B5EF4-FFF2-40B4-BE49-F238E27FC236}">
                <a16:creationId xmlns:a16="http://schemas.microsoft.com/office/drawing/2014/main" id="{029BF5EF-6BB9-F441-E8C6-7DA98E4A3AC8}"/>
              </a:ext>
            </a:extLst>
          </p:cNvPr>
          <p:cNvGrpSpPr/>
          <p:nvPr/>
        </p:nvGrpSpPr>
        <p:grpSpPr>
          <a:xfrm>
            <a:off x="4305744" y="4557816"/>
            <a:ext cx="919800" cy="289800"/>
            <a:chOff x="4305744" y="4557816"/>
            <a:chExt cx="919800" cy="289800"/>
          </a:xfrm>
        </p:grpSpPr>
        <mc:AlternateContent xmlns:mc="http://schemas.openxmlformats.org/markup-compatibility/2006" xmlns:p14="http://schemas.microsoft.com/office/powerpoint/2010/main">
          <mc:Choice Requires="p14">
            <p:contentPart p14:bwMode="auto" r:id="rId329">
              <p14:nvContentPartPr>
                <p14:cNvPr id="197" name="Ink 196">
                  <a:extLst>
                    <a:ext uri="{FF2B5EF4-FFF2-40B4-BE49-F238E27FC236}">
                      <a16:creationId xmlns:a16="http://schemas.microsoft.com/office/drawing/2014/main" id="{9E042A26-D162-5B68-CE9D-9A782F7D66E5}"/>
                    </a:ext>
                  </a:extLst>
                </p14:cNvPr>
                <p14:cNvContentPartPr/>
                <p14:nvPr/>
              </p14:nvContentPartPr>
              <p14:xfrm>
                <a:off x="4305744" y="4557816"/>
                <a:ext cx="194400" cy="289800"/>
              </p14:xfrm>
            </p:contentPart>
          </mc:Choice>
          <mc:Fallback xmlns="">
            <p:pic>
              <p:nvPicPr>
                <p:cNvPr id="197" name="Ink 196">
                  <a:extLst>
                    <a:ext uri="{FF2B5EF4-FFF2-40B4-BE49-F238E27FC236}">
                      <a16:creationId xmlns:a16="http://schemas.microsoft.com/office/drawing/2014/main" id="{9E042A26-D162-5B68-CE9D-9A782F7D66E5}"/>
                    </a:ext>
                  </a:extLst>
                </p:cNvPr>
                <p:cNvPicPr/>
                <p:nvPr/>
              </p:nvPicPr>
              <p:blipFill>
                <a:blip r:embed="rId330"/>
                <a:stretch>
                  <a:fillRect/>
                </a:stretch>
              </p:blipFill>
              <p:spPr>
                <a:xfrm>
                  <a:off x="4301424" y="4553496"/>
                  <a:ext cx="20304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198" name="Ink 197">
                  <a:extLst>
                    <a:ext uri="{FF2B5EF4-FFF2-40B4-BE49-F238E27FC236}">
                      <a16:creationId xmlns:a16="http://schemas.microsoft.com/office/drawing/2014/main" id="{6B89212B-2D29-606A-43FC-8949D7E155BE}"/>
                    </a:ext>
                  </a:extLst>
                </p14:cNvPr>
                <p14:cNvContentPartPr/>
                <p14:nvPr/>
              </p14:nvContentPartPr>
              <p14:xfrm>
                <a:off x="4377384" y="4719816"/>
                <a:ext cx="85680" cy="13680"/>
              </p14:xfrm>
            </p:contentPart>
          </mc:Choice>
          <mc:Fallback xmlns="">
            <p:pic>
              <p:nvPicPr>
                <p:cNvPr id="198" name="Ink 197">
                  <a:extLst>
                    <a:ext uri="{FF2B5EF4-FFF2-40B4-BE49-F238E27FC236}">
                      <a16:creationId xmlns:a16="http://schemas.microsoft.com/office/drawing/2014/main" id="{6B89212B-2D29-606A-43FC-8949D7E155BE}"/>
                    </a:ext>
                  </a:extLst>
                </p:cNvPr>
                <p:cNvPicPr/>
                <p:nvPr/>
              </p:nvPicPr>
              <p:blipFill>
                <a:blip r:embed="rId332"/>
                <a:stretch>
                  <a:fillRect/>
                </a:stretch>
              </p:blipFill>
              <p:spPr>
                <a:xfrm>
                  <a:off x="4373064" y="4715496"/>
                  <a:ext cx="943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199" name="Ink 198">
                  <a:extLst>
                    <a:ext uri="{FF2B5EF4-FFF2-40B4-BE49-F238E27FC236}">
                      <a16:creationId xmlns:a16="http://schemas.microsoft.com/office/drawing/2014/main" id="{E54DBC04-16CD-6017-6214-1E725477E8E5}"/>
                    </a:ext>
                  </a:extLst>
                </p14:cNvPr>
                <p14:cNvContentPartPr/>
                <p14:nvPr/>
              </p14:nvContentPartPr>
              <p14:xfrm>
                <a:off x="4499784" y="4659696"/>
                <a:ext cx="99720" cy="102240"/>
              </p14:xfrm>
            </p:contentPart>
          </mc:Choice>
          <mc:Fallback xmlns="">
            <p:pic>
              <p:nvPicPr>
                <p:cNvPr id="199" name="Ink 198">
                  <a:extLst>
                    <a:ext uri="{FF2B5EF4-FFF2-40B4-BE49-F238E27FC236}">
                      <a16:creationId xmlns:a16="http://schemas.microsoft.com/office/drawing/2014/main" id="{E54DBC04-16CD-6017-6214-1E725477E8E5}"/>
                    </a:ext>
                  </a:extLst>
                </p:cNvPr>
                <p:cNvPicPr/>
                <p:nvPr/>
              </p:nvPicPr>
              <p:blipFill>
                <a:blip r:embed="rId334"/>
                <a:stretch>
                  <a:fillRect/>
                </a:stretch>
              </p:blipFill>
              <p:spPr>
                <a:xfrm>
                  <a:off x="4495464" y="4655376"/>
                  <a:ext cx="1083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0" name="Ink 199">
                  <a:extLst>
                    <a:ext uri="{FF2B5EF4-FFF2-40B4-BE49-F238E27FC236}">
                      <a16:creationId xmlns:a16="http://schemas.microsoft.com/office/drawing/2014/main" id="{30CA8028-82EE-4C73-62C6-B2D6574EC2A9}"/>
                    </a:ext>
                  </a:extLst>
                </p14:cNvPr>
                <p14:cNvContentPartPr/>
                <p14:nvPr/>
              </p14:nvContentPartPr>
              <p14:xfrm>
                <a:off x="4633344" y="4678056"/>
                <a:ext cx="109440" cy="85320"/>
              </p14:xfrm>
            </p:contentPart>
          </mc:Choice>
          <mc:Fallback xmlns="">
            <p:pic>
              <p:nvPicPr>
                <p:cNvPr id="200" name="Ink 199">
                  <a:extLst>
                    <a:ext uri="{FF2B5EF4-FFF2-40B4-BE49-F238E27FC236}">
                      <a16:creationId xmlns:a16="http://schemas.microsoft.com/office/drawing/2014/main" id="{30CA8028-82EE-4C73-62C6-B2D6574EC2A9}"/>
                    </a:ext>
                  </a:extLst>
                </p:cNvPr>
                <p:cNvPicPr/>
                <p:nvPr/>
              </p:nvPicPr>
              <p:blipFill>
                <a:blip r:embed="rId336"/>
                <a:stretch>
                  <a:fillRect/>
                </a:stretch>
              </p:blipFill>
              <p:spPr>
                <a:xfrm>
                  <a:off x="4629024" y="4673736"/>
                  <a:ext cx="11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1" name="Ink 200">
                  <a:extLst>
                    <a:ext uri="{FF2B5EF4-FFF2-40B4-BE49-F238E27FC236}">
                      <a16:creationId xmlns:a16="http://schemas.microsoft.com/office/drawing/2014/main" id="{9C2C0E72-B9CB-304C-3345-F89CEC1C5216}"/>
                    </a:ext>
                  </a:extLst>
                </p14:cNvPr>
                <p14:cNvContentPartPr/>
                <p14:nvPr/>
              </p14:nvContentPartPr>
              <p14:xfrm>
                <a:off x="4746744" y="4637376"/>
                <a:ext cx="57960" cy="95760"/>
              </p14:xfrm>
            </p:contentPart>
          </mc:Choice>
          <mc:Fallback xmlns="">
            <p:pic>
              <p:nvPicPr>
                <p:cNvPr id="201" name="Ink 200">
                  <a:extLst>
                    <a:ext uri="{FF2B5EF4-FFF2-40B4-BE49-F238E27FC236}">
                      <a16:creationId xmlns:a16="http://schemas.microsoft.com/office/drawing/2014/main" id="{9C2C0E72-B9CB-304C-3345-F89CEC1C5216}"/>
                    </a:ext>
                  </a:extLst>
                </p:cNvPr>
                <p:cNvPicPr/>
                <p:nvPr/>
              </p:nvPicPr>
              <p:blipFill>
                <a:blip r:embed="rId338"/>
                <a:stretch>
                  <a:fillRect/>
                </a:stretch>
              </p:blipFill>
              <p:spPr>
                <a:xfrm>
                  <a:off x="4742424" y="4633056"/>
                  <a:ext cx="666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2" name="Ink 201">
                  <a:extLst>
                    <a:ext uri="{FF2B5EF4-FFF2-40B4-BE49-F238E27FC236}">
                      <a16:creationId xmlns:a16="http://schemas.microsoft.com/office/drawing/2014/main" id="{319EEE31-9667-7CA6-6383-320F32159427}"/>
                    </a:ext>
                  </a:extLst>
                </p14:cNvPr>
                <p14:cNvContentPartPr/>
                <p14:nvPr/>
              </p14:nvContentPartPr>
              <p14:xfrm>
                <a:off x="4841424" y="4648536"/>
                <a:ext cx="118440" cy="90360"/>
              </p14:xfrm>
            </p:contentPart>
          </mc:Choice>
          <mc:Fallback xmlns="">
            <p:pic>
              <p:nvPicPr>
                <p:cNvPr id="202" name="Ink 201">
                  <a:extLst>
                    <a:ext uri="{FF2B5EF4-FFF2-40B4-BE49-F238E27FC236}">
                      <a16:creationId xmlns:a16="http://schemas.microsoft.com/office/drawing/2014/main" id="{319EEE31-9667-7CA6-6383-320F32159427}"/>
                    </a:ext>
                  </a:extLst>
                </p:cNvPr>
                <p:cNvPicPr/>
                <p:nvPr/>
              </p:nvPicPr>
              <p:blipFill>
                <a:blip r:embed="rId340"/>
                <a:stretch>
                  <a:fillRect/>
                </a:stretch>
              </p:blipFill>
              <p:spPr>
                <a:xfrm>
                  <a:off x="4837104" y="4644216"/>
                  <a:ext cx="1270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3" name="Ink 202">
                  <a:extLst>
                    <a:ext uri="{FF2B5EF4-FFF2-40B4-BE49-F238E27FC236}">
                      <a16:creationId xmlns:a16="http://schemas.microsoft.com/office/drawing/2014/main" id="{BE5FCBD5-D7BD-A355-10CD-9A54F7CD8281}"/>
                    </a:ext>
                  </a:extLst>
                </p14:cNvPr>
                <p14:cNvContentPartPr/>
                <p14:nvPr/>
              </p14:nvContentPartPr>
              <p14:xfrm>
                <a:off x="4944744" y="4641336"/>
                <a:ext cx="280800" cy="176400"/>
              </p14:xfrm>
            </p:contentPart>
          </mc:Choice>
          <mc:Fallback xmlns="">
            <p:pic>
              <p:nvPicPr>
                <p:cNvPr id="203" name="Ink 202">
                  <a:extLst>
                    <a:ext uri="{FF2B5EF4-FFF2-40B4-BE49-F238E27FC236}">
                      <a16:creationId xmlns:a16="http://schemas.microsoft.com/office/drawing/2014/main" id="{BE5FCBD5-D7BD-A355-10CD-9A54F7CD8281}"/>
                    </a:ext>
                  </a:extLst>
                </p:cNvPr>
                <p:cNvPicPr/>
                <p:nvPr/>
              </p:nvPicPr>
              <p:blipFill>
                <a:blip r:embed="rId342"/>
                <a:stretch>
                  <a:fillRect/>
                </a:stretch>
              </p:blipFill>
              <p:spPr>
                <a:xfrm>
                  <a:off x="4940424" y="4637016"/>
                  <a:ext cx="289440" cy="185040"/>
                </a:xfrm>
                <a:prstGeom prst="rect">
                  <a:avLst/>
                </a:prstGeom>
              </p:spPr>
            </p:pic>
          </mc:Fallback>
        </mc:AlternateContent>
      </p:grpSp>
      <p:grpSp>
        <p:nvGrpSpPr>
          <p:cNvPr id="209" name="Group 208">
            <a:extLst>
              <a:ext uri="{FF2B5EF4-FFF2-40B4-BE49-F238E27FC236}">
                <a16:creationId xmlns:a16="http://schemas.microsoft.com/office/drawing/2014/main" id="{A6E35195-E4F7-A82F-4604-2BD065777992}"/>
              </a:ext>
            </a:extLst>
          </p:cNvPr>
          <p:cNvGrpSpPr/>
          <p:nvPr/>
        </p:nvGrpSpPr>
        <p:grpSpPr>
          <a:xfrm>
            <a:off x="5559984" y="4485816"/>
            <a:ext cx="524880" cy="192240"/>
            <a:chOff x="5559984" y="4485816"/>
            <a:chExt cx="524880" cy="192240"/>
          </a:xfrm>
        </p:grpSpPr>
        <mc:AlternateContent xmlns:mc="http://schemas.openxmlformats.org/markup-compatibility/2006" xmlns:p14="http://schemas.microsoft.com/office/powerpoint/2010/main">
          <mc:Choice Requires="p14">
            <p:contentPart p14:bwMode="auto" r:id="rId343">
              <p14:nvContentPartPr>
                <p14:cNvPr id="204" name="Ink 203">
                  <a:extLst>
                    <a:ext uri="{FF2B5EF4-FFF2-40B4-BE49-F238E27FC236}">
                      <a16:creationId xmlns:a16="http://schemas.microsoft.com/office/drawing/2014/main" id="{24F15E39-AF6F-9B64-781D-B4105EC00D7C}"/>
                    </a:ext>
                  </a:extLst>
                </p14:cNvPr>
                <p14:cNvContentPartPr/>
                <p14:nvPr/>
              </p14:nvContentPartPr>
              <p14:xfrm>
                <a:off x="5559984" y="4489416"/>
                <a:ext cx="76680" cy="188640"/>
              </p14:xfrm>
            </p:contentPart>
          </mc:Choice>
          <mc:Fallback xmlns="">
            <p:pic>
              <p:nvPicPr>
                <p:cNvPr id="204" name="Ink 203">
                  <a:extLst>
                    <a:ext uri="{FF2B5EF4-FFF2-40B4-BE49-F238E27FC236}">
                      <a16:creationId xmlns:a16="http://schemas.microsoft.com/office/drawing/2014/main" id="{24F15E39-AF6F-9B64-781D-B4105EC00D7C}"/>
                    </a:ext>
                  </a:extLst>
                </p:cNvPr>
                <p:cNvPicPr/>
                <p:nvPr/>
              </p:nvPicPr>
              <p:blipFill>
                <a:blip r:embed="rId344"/>
                <a:stretch>
                  <a:fillRect/>
                </a:stretch>
              </p:blipFill>
              <p:spPr>
                <a:xfrm>
                  <a:off x="5555664" y="4485096"/>
                  <a:ext cx="853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05" name="Ink 204">
                  <a:extLst>
                    <a:ext uri="{FF2B5EF4-FFF2-40B4-BE49-F238E27FC236}">
                      <a16:creationId xmlns:a16="http://schemas.microsoft.com/office/drawing/2014/main" id="{CD10CC93-BADA-C589-5624-B99DF9C2FA93}"/>
                    </a:ext>
                  </a:extLst>
                </p14:cNvPr>
                <p14:cNvContentPartPr/>
                <p14:nvPr/>
              </p14:nvContentPartPr>
              <p14:xfrm>
                <a:off x="5574024" y="4596336"/>
                <a:ext cx="122760" cy="55080"/>
              </p14:xfrm>
            </p:contentPart>
          </mc:Choice>
          <mc:Fallback xmlns="">
            <p:pic>
              <p:nvPicPr>
                <p:cNvPr id="205" name="Ink 204">
                  <a:extLst>
                    <a:ext uri="{FF2B5EF4-FFF2-40B4-BE49-F238E27FC236}">
                      <a16:creationId xmlns:a16="http://schemas.microsoft.com/office/drawing/2014/main" id="{CD10CC93-BADA-C589-5624-B99DF9C2FA93}"/>
                    </a:ext>
                  </a:extLst>
                </p:cNvPr>
                <p:cNvPicPr/>
                <p:nvPr/>
              </p:nvPicPr>
              <p:blipFill>
                <a:blip r:embed="rId346"/>
                <a:stretch>
                  <a:fillRect/>
                </a:stretch>
              </p:blipFill>
              <p:spPr>
                <a:xfrm>
                  <a:off x="5569704" y="4592016"/>
                  <a:ext cx="1314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06" name="Ink 205">
                  <a:extLst>
                    <a:ext uri="{FF2B5EF4-FFF2-40B4-BE49-F238E27FC236}">
                      <a16:creationId xmlns:a16="http://schemas.microsoft.com/office/drawing/2014/main" id="{97B45250-CE16-08FC-3479-870600B6FD9B}"/>
                    </a:ext>
                  </a:extLst>
                </p14:cNvPr>
                <p14:cNvContentPartPr/>
                <p14:nvPr/>
              </p14:nvContentPartPr>
              <p14:xfrm>
                <a:off x="5756184" y="4485816"/>
                <a:ext cx="360" cy="70920"/>
              </p14:xfrm>
            </p:contentPart>
          </mc:Choice>
          <mc:Fallback xmlns="">
            <p:pic>
              <p:nvPicPr>
                <p:cNvPr id="206" name="Ink 205">
                  <a:extLst>
                    <a:ext uri="{FF2B5EF4-FFF2-40B4-BE49-F238E27FC236}">
                      <a16:creationId xmlns:a16="http://schemas.microsoft.com/office/drawing/2014/main" id="{97B45250-CE16-08FC-3479-870600B6FD9B}"/>
                    </a:ext>
                  </a:extLst>
                </p:cNvPr>
                <p:cNvPicPr/>
                <p:nvPr/>
              </p:nvPicPr>
              <p:blipFill>
                <a:blip r:embed="rId348"/>
                <a:stretch>
                  <a:fillRect/>
                </a:stretch>
              </p:blipFill>
              <p:spPr>
                <a:xfrm>
                  <a:off x="5751864" y="4481496"/>
                  <a:ext cx="9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07" name="Ink 206">
                  <a:extLst>
                    <a:ext uri="{FF2B5EF4-FFF2-40B4-BE49-F238E27FC236}">
                      <a16:creationId xmlns:a16="http://schemas.microsoft.com/office/drawing/2014/main" id="{F37602B5-A2FC-6A01-26AE-16934A07EE50}"/>
                    </a:ext>
                  </a:extLst>
                </p14:cNvPr>
                <p14:cNvContentPartPr/>
                <p14:nvPr/>
              </p14:nvContentPartPr>
              <p14:xfrm>
                <a:off x="5744664" y="4561056"/>
                <a:ext cx="247680" cy="69480"/>
              </p14:xfrm>
            </p:contentPart>
          </mc:Choice>
          <mc:Fallback xmlns="">
            <p:pic>
              <p:nvPicPr>
                <p:cNvPr id="207" name="Ink 206">
                  <a:extLst>
                    <a:ext uri="{FF2B5EF4-FFF2-40B4-BE49-F238E27FC236}">
                      <a16:creationId xmlns:a16="http://schemas.microsoft.com/office/drawing/2014/main" id="{F37602B5-A2FC-6A01-26AE-16934A07EE50}"/>
                    </a:ext>
                  </a:extLst>
                </p:cNvPr>
                <p:cNvPicPr/>
                <p:nvPr/>
              </p:nvPicPr>
              <p:blipFill>
                <a:blip r:embed="rId350"/>
                <a:stretch>
                  <a:fillRect/>
                </a:stretch>
              </p:blipFill>
              <p:spPr>
                <a:xfrm>
                  <a:off x="5740344" y="4556736"/>
                  <a:ext cx="25632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08" name="Ink 207">
                  <a:extLst>
                    <a:ext uri="{FF2B5EF4-FFF2-40B4-BE49-F238E27FC236}">
                      <a16:creationId xmlns:a16="http://schemas.microsoft.com/office/drawing/2014/main" id="{2AA3A9B7-41AE-5686-2B0F-1AA417105C50}"/>
                    </a:ext>
                  </a:extLst>
                </p14:cNvPr>
                <p14:cNvContentPartPr/>
                <p14:nvPr/>
              </p14:nvContentPartPr>
              <p14:xfrm>
                <a:off x="6005664" y="4543056"/>
                <a:ext cx="79200" cy="96840"/>
              </p14:xfrm>
            </p:contentPart>
          </mc:Choice>
          <mc:Fallback xmlns="">
            <p:pic>
              <p:nvPicPr>
                <p:cNvPr id="208" name="Ink 207">
                  <a:extLst>
                    <a:ext uri="{FF2B5EF4-FFF2-40B4-BE49-F238E27FC236}">
                      <a16:creationId xmlns:a16="http://schemas.microsoft.com/office/drawing/2014/main" id="{2AA3A9B7-41AE-5686-2B0F-1AA417105C50}"/>
                    </a:ext>
                  </a:extLst>
                </p:cNvPr>
                <p:cNvPicPr/>
                <p:nvPr/>
              </p:nvPicPr>
              <p:blipFill>
                <a:blip r:embed="rId352"/>
                <a:stretch>
                  <a:fillRect/>
                </a:stretch>
              </p:blipFill>
              <p:spPr>
                <a:xfrm>
                  <a:off x="6001344" y="4538736"/>
                  <a:ext cx="87840" cy="105480"/>
                </a:xfrm>
                <a:prstGeom prst="rect">
                  <a:avLst/>
                </a:prstGeom>
              </p:spPr>
            </p:pic>
          </mc:Fallback>
        </mc:AlternateContent>
      </p:grpSp>
      <p:grpSp>
        <p:nvGrpSpPr>
          <p:cNvPr id="225" name="Group 224">
            <a:extLst>
              <a:ext uri="{FF2B5EF4-FFF2-40B4-BE49-F238E27FC236}">
                <a16:creationId xmlns:a16="http://schemas.microsoft.com/office/drawing/2014/main" id="{0A7175FE-1890-CE7C-C07F-49CBC8B6E4EE}"/>
              </a:ext>
            </a:extLst>
          </p:cNvPr>
          <p:cNvGrpSpPr/>
          <p:nvPr/>
        </p:nvGrpSpPr>
        <p:grpSpPr>
          <a:xfrm>
            <a:off x="6908904" y="4424256"/>
            <a:ext cx="349200" cy="253080"/>
            <a:chOff x="6908904" y="4424256"/>
            <a:chExt cx="349200" cy="253080"/>
          </a:xfrm>
        </p:grpSpPr>
        <mc:AlternateContent xmlns:mc="http://schemas.openxmlformats.org/markup-compatibility/2006" xmlns:p14="http://schemas.microsoft.com/office/powerpoint/2010/main">
          <mc:Choice Requires="p14">
            <p:contentPart p14:bwMode="auto" r:id="rId353">
              <p14:nvContentPartPr>
                <p14:cNvPr id="211" name="Ink 210">
                  <a:extLst>
                    <a:ext uri="{FF2B5EF4-FFF2-40B4-BE49-F238E27FC236}">
                      <a16:creationId xmlns:a16="http://schemas.microsoft.com/office/drawing/2014/main" id="{16F33079-638D-D34C-44DB-41022DA560AC}"/>
                    </a:ext>
                  </a:extLst>
                </p14:cNvPr>
                <p14:cNvContentPartPr/>
                <p14:nvPr/>
              </p14:nvContentPartPr>
              <p14:xfrm>
                <a:off x="6966864" y="4424256"/>
                <a:ext cx="118440" cy="84960"/>
              </p14:xfrm>
            </p:contentPart>
          </mc:Choice>
          <mc:Fallback xmlns="">
            <p:pic>
              <p:nvPicPr>
                <p:cNvPr id="211" name="Ink 210">
                  <a:extLst>
                    <a:ext uri="{FF2B5EF4-FFF2-40B4-BE49-F238E27FC236}">
                      <a16:creationId xmlns:a16="http://schemas.microsoft.com/office/drawing/2014/main" id="{16F33079-638D-D34C-44DB-41022DA560AC}"/>
                    </a:ext>
                  </a:extLst>
                </p:cNvPr>
                <p:cNvPicPr/>
                <p:nvPr/>
              </p:nvPicPr>
              <p:blipFill>
                <a:blip r:embed="rId354"/>
                <a:stretch>
                  <a:fillRect/>
                </a:stretch>
              </p:blipFill>
              <p:spPr>
                <a:xfrm>
                  <a:off x="6962544" y="4419936"/>
                  <a:ext cx="1270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2" name="Ink 211">
                  <a:extLst>
                    <a:ext uri="{FF2B5EF4-FFF2-40B4-BE49-F238E27FC236}">
                      <a16:creationId xmlns:a16="http://schemas.microsoft.com/office/drawing/2014/main" id="{59F3C177-9358-72AE-A825-D08C7A50E594}"/>
                    </a:ext>
                  </a:extLst>
                </p14:cNvPr>
                <p14:cNvContentPartPr/>
                <p14:nvPr/>
              </p14:nvContentPartPr>
              <p14:xfrm>
                <a:off x="6908904" y="4476456"/>
                <a:ext cx="349200" cy="180360"/>
              </p14:xfrm>
            </p:contentPart>
          </mc:Choice>
          <mc:Fallback xmlns="">
            <p:pic>
              <p:nvPicPr>
                <p:cNvPr id="212" name="Ink 211">
                  <a:extLst>
                    <a:ext uri="{FF2B5EF4-FFF2-40B4-BE49-F238E27FC236}">
                      <a16:creationId xmlns:a16="http://schemas.microsoft.com/office/drawing/2014/main" id="{59F3C177-9358-72AE-A825-D08C7A50E594}"/>
                    </a:ext>
                  </a:extLst>
                </p:cNvPr>
                <p:cNvPicPr/>
                <p:nvPr/>
              </p:nvPicPr>
              <p:blipFill>
                <a:blip r:embed="rId356"/>
                <a:stretch>
                  <a:fillRect/>
                </a:stretch>
              </p:blipFill>
              <p:spPr>
                <a:xfrm>
                  <a:off x="6904584" y="4472136"/>
                  <a:ext cx="3578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3" name="Ink 212">
                  <a:extLst>
                    <a:ext uri="{FF2B5EF4-FFF2-40B4-BE49-F238E27FC236}">
                      <a16:creationId xmlns:a16="http://schemas.microsoft.com/office/drawing/2014/main" id="{D9D3FB7D-D8A5-1450-646C-1ACD87A16D92}"/>
                    </a:ext>
                  </a:extLst>
                </p14:cNvPr>
                <p14:cNvContentPartPr/>
                <p14:nvPr/>
              </p14:nvContentPartPr>
              <p14:xfrm>
                <a:off x="7105464" y="4604976"/>
                <a:ext cx="120600" cy="72360"/>
              </p14:xfrm>
            </p:contentPart>
          </mc:Choice>
          <mc:Fallback xmlns="">
            <p:pic>
              <p:nvPicPr>
                <p:cNvPr id="213" name="Ink 212">
                  <a:extLst>
                    <a:ext uri="{FF2B5EF4-FFF2-40B4-BE49-F238E27FC236}">
                      <a16:creationId xmlns:a16="http://schemas.microsoft.com/office/drawing/2014/main" id="{D9D3FB7D-D8A5-1450-646C-1ACD87A16D92}"/>
                    </a:ext>
                  </a:extLst>
                </p:cNvPr>
                <p:cNvPicPr/>
                <p:nvPr/>
              </p:nvPicPr>
              <p:blipFill>
                <a:blip r:embed="rId358"/>
                <a:stretch>
                  <a:fillRect/>
                </a:stretch>
              </p:blipFill>
              <p:spPr>
                <a:xfrm>
                  <a:off x="7101144" y="4600656"/>
                  <a:ext cx="129240" cy="81000"/>
                </a:xfrm>
                <a:prstGeom prst="rect">
                  <a:avLst/>
                </a:prstGeom>
              </p:spPr>
            </p:pic>
          </mc:Fallback>
        </mc:AlternateContent>
      </p:grpSp>
      <p:grpSp>
        <p:nvGrpSpPr>
          <p:cNvPr id="224" name="Group 223">
            <a:extLst>
              <a:ext uri="{FF2B5EF4-FFF2-40B4-BE49-F238E27FC236}">
                <a16:creationId xmlns:a16="http://schemas.microsoft.com/office/drawing/2014/main" id="{FC6504B9-A93D-F7AA-3B38-1DEABCEFE7C7}"/>
              </a:ext>
            </a:extLst>
          </p:cNvPr>
          <p:cNvGrpSpPr/>
          <p:nvPr/>
        </p:nvGrpSpPr>
        <p:grpSpPr>
          <a:xfrm>
            <a:off x="7566624" y="4248936"/>
            <a:ext cx="1431000" cy="399960"/>
            <a:chOff x="7566624" y="4248936"/>
            <a:chExt cx="1431000" cy="399960"/>
          </a:xfrm>
        </p:grpSpPr>
        <mc:AlternateContent xmlns:mc="http://schemas.openxmlformats.org/markup-compatibility/2006" xmlns:p14="http://schemas.microsoft.com/office/powerpoint/2010/main">
          <mc:Choice Requires="p14">
            <p:contentPart p14:bwMode="auto" r:id="rId359">
              <p14:nvContentPartPr>
                <p14:cNvPr id="214" name="Ink 213">
                  <a:extLst>
                    <a:ext uri="{FF2B5EF4-FFF2-40B4-BE49-F238E27FC236}">
                      <a16:creationId xmlns:a16="http://schemas.microsoft.com/office/drawing/2014/main" id="{23E11965-40B6-F8B7-24EA-CFF8C3B8E2C1}"/>
                    </a:ext>
                  </a:extLst>
                </p14:cNvPr>
                <p14:cNvContentPartPr/>
                <p14:nvPr/>
              </p14:nvContentPartPr>
              <p14:xfrm>
                <a:off x="7566624" y="4355496"/>
                <a:ext cx="504360" cy="118440"/>
              </p14:xfrm>
            </p:contentPart>
          </mc:Choice>
          <mc:Fallback xmlns="">
            <p:pic>
              <p:nvPicPr>
                <p:cNvPr id="214" name="Ink 213">
                  <a:extLst>
                    <a:ext uri="{FF2B5EF4-FFF2-40B4-BE49-F238E27FC236}">
                      <a16:creationId xmlns:a16="http://schemas.microsoft.com/office/drawing/2014/main" id="{23E11965-40B6-F8B7-24EA-CFF8C3B8E2C1}"/>
                    </a:ext>
                  </a:extLst>
                </p:cNvPr>
                <p:cNvPicPr/>
                <p:nvPr/>
              </p:nvPicPr>
              <p:blipFill>
                <a:blip r:embed="rId360"/>
                <a:stretch>
                  <a:fillRect/>
                </a:stretch>
              </p:blipFill>
              <p:spPr>
                <a:xfrm>
                  <a:off x="7562304" y="4351176"/>
                  <a:ext cx="5130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15" name="Ink 214">
                  <a:extLst>
                    <a:ext uri="{FF2B5EF4-FFF2-40B4-BE49-F238E27FC236}">
                      <a16:creationId xmlns:a16="http://schemas.microsoft.com/office/drawing/2014/main" id="{A6FB5D23-307B-C1F6-C38D-3101F61B6459}"/>
                    </a:ext>
                  </a:extLst>
                </p14:cNvPr>
                <p14:cNvContentPartPr/>
                <p14:nvPr/>
              </p14:nvContentPartPr>
              <p14:xfrm>
                <a:off x="8031744" y="4408416"/>
                <a:ext cx="120600" cy="240480"/>
              </p14:xfrm>
            </p:contentPart>
          </mc:Choice>
          <mc:Fallback xmlns="">
            <p:pic>
              <p:nvPicPr>
                <p:cNvPr id="215" name="Ink 214">
                  <a:extLst>
                    <a:ext uri="{FF2B5EF4-FFF2-40B4-BE49-F238E27FC236}">
                      <a16:creationId xmlns:a16="http://schemas.microsoft.com/office/drawing/2014/main" id="{A6FB5D23-307B-C1F6-C38D-3101F61B6459}"/>
                    </a:ext>
                  </a:extLst>
                </p:cNvPr>
                <p:cNvPicPr/>
                <p:nvPr/>
              </p:nvPicPr>
              <p:blipFill>
                <a:blip r:embed="rId362"/>
                <a:stretch>
                  <a:fillRect/>
                </a:stretch>
              </p:blipFill>
              <p:spPr>
                <a:xfrm>
                  <a:off x="8027424" y="4404096"/>
                  <a:ext cx="1292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16" name="Ink 215">
                  <a:extLst>
                    <a:ext uri="{FF2B5EF4-FFF2-40B4-BE49-F238E27FC236}">
                      <a16:creationId xmlns:a16="http://schemas.microsoft.com/office/drawing/2014/main" id="{8DB61326-97C5-2B87-4B86-3592AD73EA6D}"/>
                    </a:ext>
                  </a:extLst>
                </p14:cNvPr>
                <p14:cNvContentPartPr/>
                <p14:nvPr/>
              </p14:nvContentPartPr>
              <p14:xfrm>
                <a:off x="8140104" y="4344696"/>
                <a:ext cx="106200" cy="54720"/>
              </p14:xfrm>
            </p:contentPart>
          </mc:Choice>
          <mc:Fallback xmlns="">
            <p:pic>
              <p:nvPicPr>
                <p:cNvPr id="216" name="Ink 215">
                  <a:extLst>
                    <a:ext uri="{FF2B5EF4-FFF2-40B4-BE49-F238E27FC236}">
                      <a16:creationId xmlns:a16="http://schemas.microsoft.com/office/drawing/2014/main" id="{8DB61326-97C5-2B87-4B86-3592AD73EA6D}"/>
                    </a:ext>
                  </a:extLst>
                </p:cNvPr>
                <p:cNvPicPr/>
                <p:nvPr/>
              </p:nvPicPr>
              <p:blipFill>
                <a:blip r:embed="rId364"/>
                <a:stretch>
                  <a:fillRect/>
                </a:stretch>
              </p:blipFill>
              <p:spPr>
                <a:xfrm>
                  <a:off x="8135784" y="4340376"/>
                  <a:ext cx="1148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17" name="Ink 216">
                  <a:extLst>
                    <a:ext uri="{FF2B5EF4-FFF2-40B4-BE49-F238E27FC236}">
                      <a16:creationId xmlns:a16="http://schemas.microsoft.com/office/drawing/2014/main" id="{F286CC9C-29D1-EFA3-38E0-0C8A6A55EE2A}"/>
                    </a:ext>
                  </a:extLst>
                </p14:cNvPr>
                <p14:cNvContentPartPr/>
                <p14:nvPr/>
              </p14:nvContentPartPr>
              <p14:xfrm>
                <a:off x="8278344" y="4337856"/>
                <a:ext cx="120960" cy="68760"/>
              </p14:xfrm>
            </p:contentPart>
          </mc:Choice>
          <mc:Fallback xmlns="">
            <p:pic>
              <p:nvPicPr>
                <p:cNvPr id="217" name="Ink 216">
                  <a:extLst>
                    <a:ext uri="{FF2B5EF4-FFF2-40B4-BE49-F238E27FC236}">
                      <a16:creationId xmlns:a16="http://schemas.microsoft.com/office/drawing/2014/main" id="{F286CC9C-29D1-EFA3-38E0-0C8A6A55EE2A}"/>
                    </a:ext>
                  </a:extLst>
                </p:cNvPr>
                <p:cNvPicPr/>
                <p:nvPr/>
              </p:nvPicPr>
              <p:blipFill>
                <a:blip r:embed="rId366"/>
                <a:stretch>
                  <a:fillRect/>
                </a:stretch>
              </p:blipFill>
              <p:spPr>
                <a:xfrm>
                  <a:off x="8274024" y="4333536"/>
                  <a:ext cx="1296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18" name="Ink 217">
                  <a:extLst>
                    <a:ext uri="{FF2B5EF4-FFF2-40B4-BE49-F238E27FC236}">
                      <a16:creationId xmlns:a16="http://schemas.microsoft.com/office/drawing/2014/main" id="{9AFFC5BD-4964-7A53-7774-C907637CDBA9}"/>
                    </a:ext>
                  </a:extLst>
                </p14:cNvPr>
                <p14:cNvContentPartPr/>
                <p14:nvPr/>
              </p14:nvContentPartPr>
              <p14:xfrm>
                <a:off x="8421624" y="4309056"/>
                <a:ext cx="58680" cy="99720"/>
              </p14:xfrm>
            </p:contentPart>
          </mc:Choice>
          <mc:Fallback xmlns="">
            <p:pic>
              <p:nvPicPr>
                <p:cNvPr id="218" name="Ink 217">
                  <a:extLst>
                    <a:ext uri="{FF2B5EF4-FFF2-40B4-BE49-F238E27FC236}">
                      <a16:creationId xmlns:a16="http://schemas.microsoft.com/office/drawing/2014/main" id="{9AFFC5BD-4964-7A53-7774-C907637CDBA9}"/>
                    </a:ext>
                  </a:extLst>
                </p:cNvPr>
                <p:cNvPicPr/>
                <p:nvPr/>
              </p:nvPicPr>
              <p:blipFill>
                <a:blip r:embed="rId368"/>
                <a:stretch>
                  <a:fillRect/>
                </a:stretch>
              </p:blipFill>
              <p:spPr>
                <a:xfrm>
                  <a:off x="8417304" y="4304736"/>
                  <a:ext cx="6732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19" name="Ink 218">
                  <a:extLst>
                    <a:ext uri="{FF2B5EF4-FFF2-40B4-BE49-F238E27FC236}">
                      <a16:creationId xmlns:a16="http://schemas.microsoft.com/office/drawing/2014/main" id="{0B0A1DA2-194C-01DC-008B-A0777E311328}"/>
                    </a:ext>
                  </a:extLst>
                </p14:cNvPr>
                <p14:cNvContentPartPr/>
                <p14:nvPr/>
              </p14:nvContentPartPr>
              <p14:xfrm>
                <a:off x="8526024" y="4365936"/>
                <a:ext cx="18720" cy="16560"/>
              </p14:xfrm>
            </p:contentPart>
          </mc:Choice>
          <mc:Fallback xmlns="">
            <p:pic>
              <p:nvPicPr>
                <p:cNvPr id="219" name="Ink 218">
                  <a:extLst>
                    <a:ext uri="{FF2B5EF4-FFF2-40B4-BE49-F238E27FC236}">
                      <a16:creationId xmlns:a16="http://schemas.microsoft.com/office/drawing/2014/main" id="{0B0A1DA2-194C-01DC-008B-A0777E311328}"/>
                    </a:ext>
                  </a:extLst>
                </p:cNvPr>
                <p:cNvPicPr/>
                <p:nvPr/>
              </p:nvPicPr>
              <p:blipFill>
                <a:blip r:embed="rId370"/>
                <a:stretch>
                  <a:fillRect/>
                </a:stretch>
              </p:blipFill>
              <p:spPr>
                <a:xfrm>
                  <a:off x="8521704" y="4361616"/>
                  <a:ext cx="273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0" name="Ink 219">
                  <a:extLst>
                    <a:ext uri="{FF2B5EF4-FFF2-40B4-BE49-F238E27FC236}">
                      <a16:creationId xmlns:a16="http://schemas.microsoft.com/office/drawing/2014/main" id="{939BCAF5-35E6-F7F5-4016-28F671F75E8A}"/>
                    </a:ext>
                  </a:extLst>
                </p14:cNvPr>
                <p14:cNvContentPartPr/>
                <p14:nvPr/>
              </p14:nvContentPartPr>
              <p14:xfrm>
                <a:off x="8627544" y="4248936"/>
                <a:ext cx="23400" cy="44280"/>
              </p14:xfrm>
            </p:contentPart>
          </mc:Choice>
          <mc:Fallback xmlns="">
            <p:pic>
              <p:nvPicPr>
                <p:cNvPr id="220" name="Ink 219">
                  <a:extLst>
                    <a:ext uri="{FF2B5EF4-FFF2-40B4-BE49-F238E27FC236}">
                      <a16:creationId xmlns:a16="http://schemas.microsoft.com/office/drawing/2014/main" id="{939BCAF5-35E6-F7F5-4016-28F671F75E8A}"/>
                    </a:ext>
                  </a:extLst>
                </p:cNvPr>
                <p:cNvPicPr/>
                <p:nvPr/>
              </p:nvPicPr>
              <p:blipFill>
                <a:blip r:embed="rId372"/>
                <a:stretch>
                  <a:fillRect/>
                </a:stretch>
              </p:blipFill>
              <p:spPr>
                <a:xfrm>
                  <a:off x="8623224" y="4244616"/>
                  <a:ext cx="320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21" name="Ink 220">
                  <a:extLst>
                    <a:ext uri="{FF2B5EF4-FFF2-40B4-BE49-F238E27FC236}">
                      <a16:creationId xmlns:a16="http://schemas.microsoft.com/office/drawing/2014/main" id="{75F4DFCA-6B42-7EF6-D907-7B198758FFC0}"/>
                    </a:ext>
                  </a:extLst>
                </p14:cNvPr>
                <p14:cNvContentPartPr/>
                <p14:nvPr/>
              </p14:nvContentPartPr>
              <p14:xfrm>
                <a:off x="8583264" y="4248936"/>
                <a:ext cx="87840" cy="146880"/>
              </p14:xfrm>
            </p:contentPart>
          </mc:Choice>
          <mc:Fallback xmlns="">
            <p:pic>
              <p:nvPicPr>
                <p:cNvPr id="221" name="Ink 220">
                  <a:extLst>
                    <a:ext uri="{FF2B5EF4-FFF2-40B4-BE49-F238E27FC236}">
                      <a16:creationId xmlns:a16="http://schemas.microsoft.com/office/drawing/2014/main" id="{75F4DFCA-6B42-7EF6-D907-7B198758FFC0}"/>
                    </a:ext>
                  </a:extLst>
                </p:cNvPr>
                <p:cNvPicPr/>
                <p:nvPr/>
              </p:nvPicPr>
              <p:blipFill>
                <a:blip r:embed="rId374"/>
                <a:stretch>
                  <a:fillRect/>
                </a:stretch>
              </p:blipFill>
              <p:spPr>
                <a:xfrm>
                  <a:off x="8578944" y="4244616"/>
                  <a:ext cx="964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2" name="Ink 221">
                  <a:extLst>
                    <a:ext uri="{FF2B5EF4-FFF2-40B4-BE49-F238E27FC236}">
                      <a16:creationId xmlns:a16="http://schemas.microsoft.com/office/drawing/2014/main" id="{774EA055-FE62-43BF-7878-FC35CBC2D883}"/>
                    </a:ext>
                  </a:extLst>
                </p14:cNvPr>
                <p14:cNvContentPartPr/>
                <p14:nvPr/>
              </p14:nvContentPartPr>
              <p14:xfrm>
                <a:off x="8683344" y="4284936"/>
                <a:ext cx="194040" cy="108360"/>
              </p14:xfrm>
            </p:contentPart>
          </mc:Choice>
          <mc:Fallback xmlns="">
            <p:pic>
              <p:nvPicPr>
                <p:cNvPr id="222" name="Ink 221">
                  <a:extLst>
                    <a:ext uri="{FF2B5EF4-FFF2-40B4-BE49-F238E27FC236}">
                      <a16:creationId xmlns:a16="http://schemas.microsoft.com/office/drawing/2014/main" id="{774EA055-FE62-43BF-7878-FC35CBC2D883}"/>
                    </a:ext>
                  </a:extLst>
                </p:cNvPr>
                <p:cNvPicPr/>
                <p:nvPr/>
              </p:nvPicPr>
              <p:blipFill>
                <a:blip r:embed="rId376"/>
                <a:stretch>
                  <a:fillRect/>
                </a:stretch>
              </p:blipFill>
              <p:spPr>
                <a:xfrm>
                  <a:off x="8679024" y="4280616"/>
                  <a:ext cx="2026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3" name="Ink 222">
                  <a:extLst>
                    <a:ext uri="{FF2B5EF4-FFF2-40B4-BE49-F238E27FC236}">
                      <a16:creationId xmlns:a16="http://schemas.microsoft.com/office/drawing/2014/main" id="{88CC8474-A72C-5BC9-BC6A-49C88099ABEA}"/>
                    </a:ext>
                  </a:extLst>
                </p14:cNvPr>
                <p14:cNvContentPartPr/>
                <p14:nvPr/>
              </p14:nvContentPartPr>
              <p14:xfrm>
                <a:off x="8943984" y="4322376"/>
                <a:ext cx="53640" cy="68040"/>
              </p14:xfrm>
            </p:contentPart>
          </mc:Choice>
          <mc:Fallback xmlns="">
            <p:pic>
              <p:nvPicPr>
                <p:cNvPr id="223" name="Ink 222">
                  <a:extLst>
                    <a:ext uri="{FF2B5EF4-FFF2-40B4-BE49-F238E27FC236}">
                      <a16:creationId xmlns:a16="http://schemas.microsoft.com/office/drawing/2014/main" id="{88CC8474-A72C-5BC9-BC6A-49C88099ABEA}"/>
                    </a:ext>
                  </a:extLst>
                </p:cNvPr>
                <p:cNvPicPr/>
                <p:nvPr/>
              </p:nvPicPr>
              <p:blipFill>
                <a:blip r:embed="rId378"/>
                <a:stretch>
                  <a:fillRect/>
                </a:stretch>
              </p:blipFill>
              <p:spPr>
                <a:xfrm>
                  <a:off x="8939664" y="4318056"/>
                  <a:ext cx="62280" cy="76680"/>
                </a:xfrm>
                <a:prstGeom prst="rect">
                  <a:avLst/>
                </a:prstGeom>
              </p:spPr>
            </p:pic>
          </mc:Fallback>
        </mc:AlternateContent>
      </p:grpSp>
      <p:grpSp>
        <p:nvGrpSpPr>
          <p:cNvPr id="238" name="Group 237">
            <a:extLst>
              <a:ext uri="{FF2B5EF4-FFF2-40B4-BE49-F238E27FC236}">
                <a16:creationId xmlns:a16="http://schemas.microsoft.com/office/drawing/2014/main" id="{DCDFA2E2-4914-64A9-110B-88FA46C922E9}"/>
              </a:ext>
            </a:extLst>
          </p:cNvPr>
          <p:cNvGrpSpPr/>
          <p:nvPr/>
        </p:nvGrpSpPr>
        <p:grpSpPr>
          <a:xfrm>
            <a:off x="3147624" y="5418936"/>
            <a:ext cx="825840" cy="259200"/>
            <a:chOff x="3147624" y="5418936"/>
            <a:chExt cx="825840" cy="259200"/>
          </a:xfrm>
        </p:grpSpPr>
        <mc:AlternateContent xmlns:mc="http://schemas.openxmlformats.org/markup-compatibility/2006" xmlns:p14="http://schemas.microsoft.com/office/powerpoint/2010/main">
          <mc:Choice Requires="p14">
            <p:contentPart p14:bwMode="auto" r:id="rId379">
              <p14:nvContentPartPr>
                <p14:cNvPr id="226" name="Ink 225">
                  <a:extLst>
                    <a:ext uri="{FF2B5EF4-FFF2-40B4-BE49-F238E27FC236}">
                      <a16:creationId xmlns:a16="http://schemas.microsoft.com/office/drawing/2014/main" id="{2756C8FC-8594-0E92-645C-1CE958EA906D}"/>
                    </a:ext>
                  </a:extLst>
                </p14:cNvPr>
                <p14:cNvContentPartPr/>
                <p14:nvPr/>
              </p14:nvContentPartPr>
              <p14:xfrm>
                <a:off x="3147624" y="5451336"/>
                <a:ext cx="272160" cy="226800"/>
              </p14:xfrm>
            </p:contentPart>
          </mc:Choice>
          <mc:Fallback xmlns="">
            <p:pic>
              <p:nvPicPr>
                <p:cNvPr id="226" name="Ink 225">
                  <a:extLst>
                    <a:ext uri="{FF2B5EF4-FFF2-40B4-BE49-F238E27FC236}">
                      <a16:creationId xmlns:a16="http://schemas.microsoft.com/office/drawing/2014/main" id="{2756C8FC-8594-0E92-645C-1CE958EA906D}"/>
                    </a:ext>
                  </a:extLst>
                </p:cNvPr>
                <p:cNvPicPr/>
                <p:nvPr/>
              </p:nvPicPr>
              <p:blipFill>
                <a:blip r:embed="rId380"/>
                <a:stretch>
                  <a:fillRect/>
                </a:stretch>
              </p:blipFill>
              <p:spPr>
                <a:xfrm>
                  <a:off x="3143304" y="5447016"/>
                  <a:ext cx="2808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27" name="Ink 226">
                  <a:extLst>
                    <a:ext uri="{FF2B5EF4-FFF2-40B4-BE49-F238E27FC236}">
                      <a16:creationId xmlns:a16="http://schemas.microsoft.com/office/drawing/2014/main" id="{CF25E72F-AF16-E655-E6BC-8C8050005D64}"/>
                    </a:ext>
                  </a:extLst>
                </p14:cNvPr>
                <p14:cNvContentPartPr/>
                <p14:nvPr/>
              </p14:nvContentPartPr>
              <p14:xfrm>
                <a:off x="3462264" y="5577336"/>
                <a:ext cx="56160" cy="81720"/>
              </p14:xfrm>
            </p:contentPart>
          </mc:Choice>
          <mc:Fallback xmlns="">
            <p:pic>
              <p:nvPicPr>
                <p:cNvPr id="227" name="Ink 226">
                  <a:extLst>
                    <a:ext uri="{FF2B5EF4-FFF2-40B4-BE49-F238E27FC236}">
                      <a16:creationId xmlns:a16="http://schemas.microsoft.com/office/drawing/2014/main" id="{CF25E72F-AF16-E655-E6BC-8C8050005D64}"/>
                    </a:ext>
                  </a:extLst>
                </p:cNvPr>
                <p:cNvPicPr/>
                <p:nvPr/>
              </p:nvPicPr>
              <p:blipFill>
                <a:blip r:embed="rId382"/>
                <a:stretch>
                  <a:fillRect/>
                </a:stretch>
              </p:blipFill>
              <p:spPr>
                <a:xfrm>
                  <a:off x="3457944" y="5573016"/>
                  <a:ext cx="648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28" name="Ink 227">
                  <a:extLst>
                    <a:ext uri="{FF2B5EF4-FFF2-40B4-BE49-F238E27FC236}">
                      <a16:creationId xmlns:a16="http://schemas.microsoft.com/office/drawing/2014/main" id="{A123BA95-E937-0221-24F5-10366CA98CFE}"/>
                    </a:ext>
                  </a:extLst>
                </p14:cNvPr>
                <p14:cNvContentPartPr/>
                <p14:nvPr/>
              </p14:nvContentPartPr>
              <p14:xfrm>
                <a:off x="3620664" y="5551776"/>
                <a:ext cx="17640" cy="89280"/>
              </p14:xfrm>
            </p:contentPart>
          </mc:Choice>
          <mc:Fallback xmlns="">
            <p:pic>
              <p:nvPicPr>
                <p:cNvPr id="228" name="Ink 227">
                  <a:extLst>
                    <a:ext uri="{FF2B5EF4-FFF2-40B4-BE49-F238E27FC236}">
                      <a16:creationId xmlns:a16="http://schemas.microsoft.com/office/drawing/2014/main" id="{A123BA95-E937-0221-24F5-10366CA98CFE}"/>
                    </a:ext>
                  </a:extLst>
                </p:cNvPr>
                <p:cNvPicPr/>
                <p:nvPr/>
              </p:nvPicPr>
              <p:blipFill>
                <a:blip r:embed="rId384"/>
                <a:stretch>
                  <a:fillRect/>
                </a:stretch>
              </p:blipFill>
              <p:spPr>
                <a:xfrm>
                  <a:off x="3616344" y="5547456"/>
                  <a:ext cx="262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29" name="Ink 228">
                  <a:extLst>
                    <a:ext uri="{FF2B5EF4-FFF2-40B4-BE49-F238E27FC236}">
                      <a16:creationId xmlns:a16="http://schemas.microsoft.com/office/drawing/2014/main" id="{28FDAEC9-140D-661B-84A9-B508631A9B17}"/>
                    </a:ext>
                  </a:extLst>
                </p14:cNvPr>
                <p14:cNvContentPartPr/>
                <p14:nvPr/>
              </p14:nvContentPartPr>
              <p14:xfrm>
                <a:off x="3723624" y="5524056"/>
                <a:ext cx="55800" cy="111240"/>
              </p14:xfrm>
            </p:contentPart>
          </mc:Choice>
          <mc:Fallback xmlns="">
            <p:pic>
              <p:nvPicPr>
                <p:cNvPr id="229" name="Ink 228">
                  <a:extLst>
                    <a:ext uri="{FF2B5EF4-FFF2-40B4-BE49-F238E27FC236}">
                      <a16:creationId xmlns:a16="http://schemas.microsoft.com/office/drawing/2014/main" id="{28FDAEC9-140D-661B-84A9-B508631A9B17}"/>
                    </a:ext>
                  </a:extLst>
                </p:cNvPr>
                <p:cNvPicPr/>
                <p:nvPr/>
              </p:nvPicPr>
              <p:blipFill>
                <a:blip r:embed="rId386"/>
                <a:stretch>
                  <a:fillRect/>
                </a:stretch>
              </p:blipFill>
              <p:spPr>
                <a:xfrm>
                  <a:off x="3719304" y="5519736"/>
                  <a:ext cx="644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0" name="Ink 229">
                  <a:extLst>
                    <a:ext uri="{FF2B5EF4-FFF2-40B4-BE49-F238E27FC236}">
                      <a16:creationId xmlns:a16="http://schemas.microsoft.com/office/drawing/2014/main" id="{858FCD68-29D6-13DD-FE4F-1EC43EC0AEDC}"/>
                    </a:ext>
                  </a:extLst>
                </p14:cNvPr>
                <p14:cNvContentPartPr/>
                <p14:nvPr/>
              </p14:nvContentPartPr>
              <p14:xfrm>
                <a:off x="3862224" y="5418936"/>
                <a:ext cx="83520" cy="191520"/>
              </p14:xfrm>
            </p:contentPart>
          </mc:Choice>
          <mc:Fallback xmlns="">
            <p:pic>
              <p:nvPicPr>
                <p:cNvPr id="230" name="Ink 229">
                  <a:extLst>
                    <a:ext uri="{FF2B5EF4-FFF2-40B4-BE49-F238E27FC236}">
                      <a16:creationId xmlns:a16="http://schemas.microsoft.com/office/drawing/2014/main" id="{858FCD68-29D6-13DD-FE4F-1EC43EC0AEDC}"/>
                    </a:ext>
                  </a:extLst>
                </p:cNvPr>
                <p:cNvPicPr/>
                <p:nvPr/>
              </p:nvPicPr>
              <p:blipFill>
                <a:blip r:embed="rId388"/>
                <a:stretch>
                  <a:fillRect/>
                </a:stretch>
              </p:blipFill>
              <p:spPr>
                <a:xfrm>
                  <a:off x="3857904" y="5414616"/>
                  <a:ext cx="921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31" name="Ink 230">
                  <a:extLst>
                    <a:ext uri="{FF2B5EF4-FFF2-40B4-BE49-F238E27FC236}">
                      <a16:creationId xmlns:a16="http://schemas.microsoft.com/office/drawing/2014/main" id="{2CD65BCF-C57C-122B-CCED-20598C956B61}"/>
                    </a:ext>
                  </a:extLst>
                </p14:cNvPr>
                <p14:cNvContentPartPr/>
                <p14:nvPr/>
              </p14:nvContentPartPr>
              <p14:xfrm>
                <a:off x="3813624" y="5519376"/>
                <a:ext cx="159840" cy="5040"/>
              </p14:xfrm>
            </p:contentPart>
          </mc:Choice>
          <mc:Fallback xmlns="">
            <p:pic>
              <p:nvPicPr>
                <p:cNvPr id="231" name="Ink 230">
                  <a:extLst>
                    <a:ext uri="{FF2B5EF4-FFF2-40B4-BE49-F238E27FC236}">
                      <a16:creationId xmlns:a16="http://schemas.microsoft.com/office/drawing/2014/main" id="{2CD65BCF-C57C-122B-CCED-20598C956B61}"/>
                    </a:ext>
                  </a:extLst>
                </p:cNvPr>
                <p:cNvPicPr/>
                <p:nvPr/>
              </p:nvPicPr>
              <p:blipFill>
                <a:blip r:embed="rId390"/>
                <a:stretch>
                  <a:fillRect/>
                </a:stretch>
              </p:blipFill>
              <p:spPr>
                <a:xfrm>
                  <a:off x="3809304" y="5515056"/>
                  <a:ext cx="168480" cy="13680"/>
                </a:xfrm>
                <a:prstGeom prst="rect">
                  <a:avLst/>
                </a:prstGeom>
              </p:spPr>
            </p:pic>
          </mc:Fallback>
        </mc:AlternateContent>
      </p:grpSp>
      <p:grpSp>
        <p:nvGrpSpPr>
          <p:cNvPr id="237" name="Group 236">
            <a:extLst>
              <a:ext uri="{FF2B5EF4-FFF2-40B4-BE49-F238E27FC236}">
                <a16:creationId xmlns:a16="http://schemas.microsoft.com/office/drawing/2014/main" id="{83D31001-5188-78B5-9E88-EBBB38915EC0}"/>
              </a:ext>
            </a:extLst>
          </p:cNvPr>
          <p:cNvGrpSpPr/>
          <p:nvPr/>
        </p:nvGrpSpPr>
        <p:grpSpPr>
          <a:xfrm>
            <a:off x="4183344" y="5391216"/>
            <a:ext cx="637920" cy="233640"/>
            <a:chOff x="4183344" y="5391216"/>
            <a:chExt cx="637920" cy="233640"/>
          </a:xfrm>
        </p:grpSpPr>
        <mc:AlternateContent xmlns:mc="http://schemas.openxmlformats.org/markup-compatibility/2006" xmlns:p14="http://schemas.microsoft.com/office/powerpoint/2010/main">
          <mc:Choice Requires="p14">
            <p:contentPart p14:bwMode="auto" r:id="rId391">
              <p14:nvContentPartPr>
                <p14:cNvPr id="232" name="Ink 231">
                  <a:extLst>
                    <a:ext uri="{FF2B5EF4-FFF2-40B4-BE49-F238E27FC236}">
                      <a16:creationId xmlns:a16="http://schemas.microsoft.com/office/drawing/2014/main" id="{72AD64DD-8875-393C-CDAB-15B8551D8E1A}"/>
                    </a:ext>
                  </a:extLst>
                </p14:cNvPr>
                <p14:cNvContentPartPr/>
                <p14:nvPr/>
              </p14:nvContentPartPr>
              <p14:xfrm>
                <a:off x="4199544" y="5391216"/>
                <a:ext cx="134280" cy="233640"/>
              </p14:xfrm>
            </p:contentPart>
          </mc:Choice>
          <mc:Fallback xmlns="">
            <p:pic>
              <p:nvPicPr>
                <p:cNvPr id="232" name="Ink 231">
                  <a:extLst>
                    <a:ext uri="{FF2B5EF4-FFF2-40B4-BE49-F238E27FC236}">
                      <a16:creationId xmlns:a16="http://schemas.microsoft.com/office/drawing/2014/main" id="{72AD64DD-8875-393C-CDAB-15B8551D8E1A}"/>
                    </a:ext>
                  </a:extLst>
                </p:cNvPr>
                <p:cNvPicPr/>
                <p:nvPr/>
              </p:nvPicPr>
              <p:blipFill>
                <a:blip r:embed="rId392"/>
                <a:stretch>
                  <a:fillRect/>
                </a:stretch>
              </p:blipFill>
              <p:spPr>
                <a:xfrm>
                  <a:off x="4195224" y="5386896"/>
                  <a:ext cx="1429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33" name="Ink 232">
                  <a:extLst>
                    <a:ext uri="{FF2B5EF4-FFF2-40B4-BE49-F238E27FC236}">
                      <a16:creationId xmlns:a16="http://schemas.microsoft.com/office/drawing/2014/main" id="{5668D3F8-9F43-89C1-90E0-2AE1E29B8D14}"/>
                    </a:ext>
                  </a:extLst>
                </p14:cNvPr>
                <p14:cNvContentPartPr/>
                <p14:nvPr/>
              </p14:nvContentPartPr>
              <p14:xfrm>
                <a:off x="4183344" y="5522616"/>
                <a:ext cx="203760" cy="79920"/>
              </p14:xfrm>
            </p:contentPart>
          </mc:Choice>
          <mc:Fallback xmlns="">
            <p:pic>
              <p:nvPicPr>
                <p:cNvPr id="233" name="Ink 232">
                  <a:extLst>
                    <a:ext uri="{FF2B5EF4-FFF2-40B4-BE49-F238E27FC236}">
                      <a16:creationId xmlns:a16="http://schemas.microsoft.com/office/drawing/2014/main" id="{5668D3F8-9F43-89C1-90E0-2AE1E29B8D14}"/>
                    </a:ext>
                  </a:extLst>
                </p:cNvPr>
                <p:cNvPicPr/>
                <p:nvPr/>
              </p:nvPicPr>
              <p:blipFill>
                <a:blip r:embed="rId394"/>
                <a:stretch>
                  <a:fillRect/>
                </a:stretch>
              </p:blipFill>
              <p:spPr>
                <a:xfrm>
                  <a:off x="4179024" y="5518296"/>
                  <a:ext cx="2124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34" name="Ink 233">
                  <a:extLst>
                    <a:ext uri="{FF2B5EF4-FFF2-40B4-BE49-F238E27FC236}">
                      <a16:creationId xmlns:a16="http://schemas.microsoft.com/office/drawing/2014/main" id="{DBD2847B-321C-6323-5CE5-7142AA91621D}"/>
                    </a:ext>
                  </a:extLst>
                </p14:cNvPr>
                <p14:cNvContentPartPr/>
                <p14:nvPr/>
              </p14:nvContentPartPr>
              <p14:xfrm>
                <a:off x="4428144" y="5420016"/>
                <a:ext cx="21240" cy="67320"/>
              </p14:xfrm>
            </p:contentPart>
          </mc:Choice>
          <mc:Fallback xmlns="">
            <p:pic>
              <p:nvPicPr>
                <p:cNvPr id="234" name="Ink 233">
                  <a:extLst>
                    <a:ext uri="{FF2B5EF4-FFF2-40B4-BE49-F238E27FC236}">
                      <a16:creationId xmlns:a16="http://schemas.microsoft.com/office/drawing/2014/main" id="{DBD2847B-321C-6323-5CE5-7142AA91621D}"/>
                    </a:ext>
                  </a:extLst>
                </p:cNvPr>
                <p:cNvPicPr/>
                <p:nvPr/>
              </p:nvPicPr>
              <p:blipFill>
                <a:blip r:embed="rId396"/>
                <a:stretch>
                  <a:fillRect/>
                </a:stretch>
              </p:blipFill>
              <p:spPr>
                <a:xfrm>
                  <a:off x="4423824" y="5415696"/>
                  <a:ext cx="298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35" name="Ink 234">
                  <a:extLst>
                    <a:ext uri="{FF2B5EF4-FFF2-40B4-BE49-F238E27FC236}">
                      <a16:creationId xmlns:a16="http://schemas.microsoft.com/office/drawing/2014/main" id="{4CD000FB-F47A-4C04-724E-121D26A983C4}"/>
                    </a:ext>
                  </a:extLst>
                </p14:cNvPr>
                <p14:cNvContentPartPr/>
                <p14:nvPr/>
              </p14:nvContentPartPr>
              <p14:xfrm>
                <a:off x="4437504" y="5512536"/>
                <a:ext cx="212760" cy="54720"/>
              </p14:xfrm>
            </p:contentPart>
          </mc:Choice>
          <mc:Fallback xmlns="">
            <p:pic>
              <p:nvPicPr>
                <p:cNvPr id="235" name="Ink 234">
                  <a:extLst>
                    <a:ext uri="{FF2B5EF4-FFF2-40B4-BE49-F238E27FC236}">
                      <a16:creationId xmlns:a16="http://schemas.microsoft.com/office/drawing/2014/main" id="{4CD000FB-F47A-4C04-724E-121D26A983C4}"/>
                    </a:ext>
                  </a:extLst>
                </p:cNvPr>
                <p:cNvPicPr/>
                <p:nvPr/>
              </p:nvPicPr>
              <p:blipFill>
                <a:blip r:embed="rId398"/>
                <a:stretch>
                  <a:fillRect/>
                </a:stretch>
              </p:blipFill>
              <p:spPr>
                <a:xfrm>
                  <a:off x="4433184" y="5508216"/>
                  <a:ext cx="2214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36" name="Ink 235">
                  <a:extLst>
                    <a:ext uri="{FF2B5EF4-FFF2-40B4-BE49-F238E27FC236}">
                      <a16:creationId xmlns:a16="http://schemas.microsoft.com/office/drawing/2014/main" id="{BB4F2EE0-3001-C9FC-3922-ADF7A37DE95B}"/>
                    </a:ext>
                  </a:extLst>
                </p14:cNvPr>
                <p14:cNvContentPartPr/>
                <p14:nvPr/>
              </p14:nvContentPartPr>
              <p14:xfrm>
                <a:off x="4677624" y="5506776"/>
                <a:ext cx="143640" cy="81000"/>
              </p14:xfrm>
            </p:contentPart>
          </mc:Choice>
          <mc:Fallback xmlns="">
            <p:pic>
              <p:nvPicPr>
                <p:cNvPr id="236" name="Ink 235">
                  <a:extLst>
                    <a:ext uri="{FF2B5EF4-FFF2-40B4-BE49-F238E27FC236}">
                      <a16:creationId xmlns:a16="http://schemas.microsoft.com/office/drawing/2014/main" id="{BB4F2EE0-3001-C9FC-3922-ADF7A37DE95B}"/>
                    </a:ext>
                  </a:extLst>
                </p:cNvPr>
                <p:cNvPicPr/>
                <p:nvPr/>
              </p:nvPicPr>
              <p:blipFill>
                <a:blip r:embed="rId400"/>
                <a:stretch>
                  <a:fillRect/>
                </a:stretch>
              </p:blipFill>
              <p:spPr>
                <a:xfrm>
                  <a:off x="4673304" y="5502456"/>
                  <a:ext cx="152280" cy="89640"/>
                </a:xfrm>
                <a:prstGeom prst="rect">
                  <a:avLst/>
                </a:prstGeom>
              </p:spPr>
            </p:pic>
          </mc:Fallback>
        </mc:AlternateContent>
      </p:grpSp>
      <p:grpSp>
        <p:nvGrpSpPr>
          <p:cNvPr id="244" name="Group 243">
            <a:extLst>
              <a:ext uri="{FF2B5EF4-FFF2-40B4-BE49-F238E27FC236}">
                <a16:creationId xmlns:a16="http://schemas.microsoft.com/office/drawing/2014/main" id="{2BAF2A73-7E15-7353-1F75-B67C87291696}"/>
              </a:ext>
            </a:extLst>
          </p:cNvPr>
          <p:cNvGrpSpPr/>
          <p:nvPr/>
        </p:nvGrpSpPr>
        <p:grpSpPr>
          <a:xfrm>
            <a:off x="5693904" y="5274216"/>
            <a:ext cx="790560" cy="406080"/>
            <a:chOff x="5693904" y="5274216"/>
            <a:chExt cx="790560" cy="406080"/>
          </a:xfrm>
        </p:grpSpPr>
        <mc:AlternateContent xmlns:mc="http://schemas.openxmlformats.org/markup-compatibility/2006" xmlns:p14="http://schemas.microsoft.com/office/powerpoint/2010/main">
          <mc:Choice Requires="p14">
            <p:contentPart p14:bwMode="auto" r:id="rId401">
              <p14:nvContentPartPr>
                <p14:cNvPr id="239" name="Ink 238">
                  <a:extLst>
                    <a:ext uri="{FF2B5EF4-FFF2-40B4-BE49-F238E27FC236}">
                      <a16:creationId xmlns:a16="http://schemas.microsoft.com/office/drawing/2014/main" id="{3BDECA70-E1CE-AD66-5091-36E84D6D531D}"/>
                    </a:ext>
                  </a:extLst>
                </p14:cNvPr>
                <p14:cNvContentPartPr/>
                <p14:nvPr/>
              </p14:nvContentPartPr>
              <p14:xfrm>
                <a:off x="5693904" y="5274216"/>
                <a:ext cx="349560" cy="400320"/>
              </p14:xfrm>
            </p:contentPart>
          </mc:Choice>
          <mc:Fallback xmlns="">
            <p:pic>
              <p:nvPicPr>
                <p:cNvPr id="239" name="Ink 238">
                  <a:extLst>
                    <a:ext uri="{FF2B5EF4-FFF2-40B4-BE49-F238E27FC236}">
                      <a16:creationId xmlns:a16="http://schemas.microsoft.com/office/drawing/2014/main" id="{3BDECA70-E1CE-AD66-5091-36E84D6D531D}"/>
                    </a:ext>
                  </a:extLst>
                </p:cNvPr>
                <p:cNvPicPr/>
                <p:nvPr/>
              </p:nvPicPr>
              <p:blipFill>
                <a:blip r:embed="rId402"/>
                <a:stretch>
                  <a:fillRect/>
                </a:stretch>
              </p:blipFill>
              <p:spPr>
                <a:xfrm>
                  <a:off x="5689584" y="5269896"/>
                  <a:ext cx="35820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40" name="Ink 239">
                  <a:extLst>
                    <a:ext uri="{FF2B5EF4-FFF2-40B4-BE49-F238E27FC236}">
                      <a16:creationId xmlns:a16="http://schemas.microsoft.com/office/drawing/2014/main" id="{7BCD77A8-A66B-EC4D-8664-C1EE6B0FDF2D}"/>
                    </a:ext>
                  </a:extLst>
                </p14:cNvPr>
                <p14:cNvContentPartPr/>
                <p14:nvPr/>
              </p14:nvContentPartPr>
              <p14:xfrm>
                <a:off x="6106824" y="5317416"/>
                <a:ext cx="162720" cy="362880"/>
              </p14:xfrm>
            </p:contentPart>
          </mc:Choice>
          <mc:Fallback xmlns="">
            <p:pic>
              <p:nvPicPr>
                <p:cNvPr id="240" name="Ink 239">
                  <a:extLst>
                    <a:ext uri="{FF2B5EF4-FFF2-40B4-BE49-F238E27FC236}">
                      <a16:creationId xmlns:a16="http://schemas.microsoft.com/office/drawing/2014/main" id="{7BCD77A8-A66B-EC4D-8664-C1EE6B0FDF2D}"/>
                    </a:ext>
                  </a:extLst>
                </p:cNvPr>
                <p:cNvPicPr/>
                <p:nvPr/>
              </p:nvPicPr>
              <p:blipFill>
                <a:blip r:embed="rId404"/>
                <a:stretch>
                  <a:fillRect/>
                </a:stretch>
              </p:blipFill>
              <p:spPr>
                <a:xfrm>
                  <a:off x="6102504" y="5313096"/>
                  <a:ext cx="17136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41" name="Ink 240">
                  <a:extLst>
                    <a:ext uri="{FF2B5EF4-FFF2-40B4-BE49-F238E27FC236}">
                      <a16:creationId xmlns:a16="http://schemas.microsoft.com/office/drawing/2014/main" id="{58D7AA71-3B13-55ED-92E1-911CC22B57CD}"/>
                    </a:ext>
                  </a:extLst>
                </p14:cNvPr>
                <p14:cNvContentPartPr/>
                <p14:nvPr/>
              </p14:nvContentPartPr>
              <p14:xfrm>
                <a:off x="6306264" y="5411376"/>
                <a:ext cx="178200" cy="135360"/>
              </p14:xfrm>
            </p:contentPart>
          </mc:Choice>
          <mc:Fallback xmlns="">
            <p:pic>
              <p:nvPicPr>
                <p:cNvPr id="241" name="Ink 240">
                  <a:extLst>
                    <a:ext uri="{FF2B5EF4-FFF2-40B4-BE49-F238E27FC236}">
                      <a16:creationId xmlns:a16="http://schemas.microsoft.com/office/drawing/2014/main" id="{58D7AA71-3B13-55ED-92E1-911CC22B57CD}"/>
                    </a:ext>
                  </a:extLst>
                </p:cNvPr>
                <p:cNvPicPr/>
                <p:nvPr/>
              </p:nvPicPr>
              <p:blipFill>
                <a:blip r:embed="rId406"/>
                <a:stretch>
                  <a:fillRect/>
                </a:stretch>
              </p:blipFill>
              <p:spPr>
                <a:xfrm>
                  <a:off x="6301944" y="5407056"/>
                  <a:ext cx="186840" cy="144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7">
            <p14:nvContentPartPr>
              <p14:cNvPr id="245" name="Ink 244">
                <a:extLst>
                  <a:ext uri="{FF2B5EF4-FFF2-40B4-BE49-F238E27FC236}">
                    <a16:creationId xmlns:a16="http://schemas.microsoft.com/office/drawing/2014/main" id="{383F3D18-85E7-EC46-A6D9-280598F17769}"/>
                  </a:ext>
                </a:extLst>
              </p14:cNvPr>
              <p14:cNvContentPartPr/>
              <p14:nvPr/>
            </p14:nvContentPartPr>
            <p14:xfrm>
              <a:off x="6537024" y="5294016"/>
              <a:ext cx="140760" cy="406080"/>
            </p14:xfrm>
          </p:contentPart>
        </mc:Choice>
        <mc:Fallback xmlns="">
          <p:pic>
            <p:nvPicPr>
              <p:cNvPr id="245" name="Ink 244">
                <a:extLst>
                  <a:ext uri="{FF2B5EF4-FFF2-40B4-BE49-F238E27FC236}">
                    <a16:creationId xmlns:a16="http://schemas.microsoft.com/office/drawing/2014/main" id="{383F3D18-85E7-EC46-A6D9-280598F17769}"/>
                  </a:ext>
                </a:extLst>
              </p:cNvPr>
              <p:cNvPicPr/>
              <p:nvPr/>
            </p:nvPicPr>
            <p:blipFill>
              <a:blip r:embed="rId408"/>
              <a:stretch>
                <a:fillRect/>
              </a:stretch>
            </p:blipFill>
            <p:spPr>
              <a:xfrm>
                <a:off x="6532704" y="5289696"/>
                <a:ext cx="149400" cy="414720"/>
              </a:xfrm>
              <a:prstGeom prst="rect">
                <a:avLst/>
              </a:prstGeom>
            </p:spPr>
          </p:pic>
        </mc:Fallback>
      </mc:AlternateContent>
      <p:grpSp>
        <p:nvGrpSpPr>
          <p:cNvPr id="278" name="Group 277">
            <a:extLst>
              <a:ext uri="{FF2B5EF4-FFF2-40B4-BE49-F238E27FC236}">
                <a16:creationId xmlns:a16="http://schemas.microsoft.com/office/drawing/2014/main" id="{BBD6FC73-9514-1679-B9C2-266C54DECCD5}"/>
              </a:ext>
            </a:extLst>
          </p:cNvPr>
          <p:cNvGrpSpPr/>
          <p:nvPr/>
        </p:nvGrpSpPr>
        <p:grpSpPr>
          <a:xfrm>
            <a:off x="4146264" y="6123456"/>
            <a:ext cx="661320" cy="269640"/>
            <a:chOff x="4146264" y="6123456"/>
            <a:chExt cx="661320" cy="269640"/>
          </a:xfrm>
        </p:grpSpPr>
        <mc:AlternateContent xmlns:mc="http://schemas.openxmlformats.org/markup-compatibility/2006" xmlns:p14="http://schemas.microsoft.com/office/powerpoint/2010/main">
          <mc:Choice Requires="p14">
            <p:contentPart p14:bwMode="auto" r:id="rId409">
              <p14:nvContentPartPr>
                <p14:cNvPr id="246" name="Ink 245">
                  <a:extLst>
                    <a:ext uri="{FF2B5EF4-FFF2-40B4-BE49-F238E27FC236}">
                      <a16:creationId xmlns:a16="http://schemas.microsoft.com/office/drawing/2014/main" id="{11D1DCDA-89DD-A1DD-FCE3-CFFAC8D0DBA6}"/>
                    </a:ext>
                  </a:extLst>
                </p14:cNvPr>
                <p14:cNvContentPartPr/>
                <p14:nvPr/>
              </p14:nvContentPartPr>
              <p14:xfrm>
                <a:off x="4183344" y="6167376"/>
                <a:ext cx="138960" cy="225720"/>
              </p14:xfrm>
            </p:contentPart>
          </mc:Choice>
          <mc:Fallback xmlns="">
            <p:pic>
              <p:nvPicPr>
                <p:cNvPr id="246" name="Ink 245">
                  <a:extLst>
                    <a:ext uri="{FF2B5EF4-FFF2-40B4-BE49-F238E27FC236}">
                      <a16:creationId xmlns:a16="http://schemas.microsoft.com/office/drawing/2014/main" id="{11D1DCDA-89DD-A1DD-FCE3-CFFAC8D0DBA6}"/>
                    </a:ext>
                  </a:extLst>
                </p:cNvPr>
                <p:cNvPicPr/>
                <p:nvPr/>
              </p:nvPicPr>
              <p:blipFill>
                <a:blip r:embed="rId410"/>
                <a:stretch>
                  <a:fillRect/>
                </a:stretch>
              </p:blipFill>
              <p:spPr>
                <a:xfrm>
                  <a:off x="4179024" y="6163056"/>
                  <a:ext cx="1476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47" name="Ink 246">
                  <a:extLst>
                    <a:ext uri="{FF2B5EF4-FFF2-40B4-BE49-F238E27FC236}">
                      <a16:creationId xmlns:a16="http://schemas.microsoft.com/office/drawing/2014/main" id="{EB44F70F-3C00-A2B9-D7CD-FFE3A44A9C5E}"/>
                    </a:ext>
                  </a:extLst>
                </p14:cNvPr>
                <p14:cNvContentPartPr/>
                <p14:nvPr/>
              </p14:nvContentPartPr>
              <p14:xfrm>
                <a:off x="4146264" y="6123456"/>
                <a:ext cx="437040" cy="248040"/>
              </p14:xfrm>
            </p:contentPart>
          </mc:Choice>
          <mc:Fallback xmlns="">
            <p:pic>
              <p:nvPicPr>
                <p:cNvPr id="247" name="Ink 246">
                  <a:extLst>
                    <a:ext uri="{FF2B5EF4-FFF2-40B4-BE49-F238E27FC236}">
                      <a16:creationId xmlns:a16="http://schemas.microsoft.com/office/drawing/2014/main" id="{EB44F70F-3C00-A2B9-D7CD-FFE3A44A9C5E}"/>
                    </a:ext>
                  </a:extLst>
                </p:cNvPr>
                <p:cNvPicPr/>
                <p:nvPr/>
              </p:nvPicPr>
              <p:blipFill>
                <a:blip r:embed="rId412"/>
                <a:stretch>
                  <a:fillRect/>
                </a:stretch>
              </p:blipFill>
              <p:spPr>
                <a:xfrm>
                  <a:off x="4141944" y="6119136"/>
                  <a:ext cx="4456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48" name="Ink 247">
                  <a:extLst>
                    <a:ext uri="{FF2B5EF4-FFF2-40B4-BE49-F238E27FC236}">
                      <a16:creationId xmlns:a16="http://schemas.microsoft.com/office/drawing/2014/main" id="{B0B73BD4-CD11-9806-1F53-AA447F9743B5}"/>
                    </a:ext>
                  </a:extLst>
                </p14:cNvPr>
                <p14:cNvContentPartPr/>
                <p14:nvPr/>
              </p14:nvContentPartPr>
              <p14:xfrm>
                <a:off x="4636224" y="6324336"/>
                <a:ext cx="21240" cy="44280"/>
              </p14:xfrm>
            </p:contentPart>
          </mc:Choice>
          <mc:Fallback xmlns="">
            <p:pic>
              <p:nvPicPr>
                <p:cNvPr id="248" name="Ink 247">
                  <a:extLst>
                    <a:ext uri="{FF2B5EF4-FFF2-40B4-BE49-F238E27FC236}">
                      <a16:creationId xmlns:a16="http://schemas.microsoft.com/office/drawing/2014/main" id="{B0B73BD4-CD11-9806-1F53-AA447F9743B5}"/>
                    </a:ext>
                  </a:extLst>
                </p:cNvPr>
                <p:cNvPicPr/>
                <p:nvPr/>
              </p:nvPicPr>
              <p:blipFill>
                <a:blip r:embed="rId414"/>
                <a:stretch>
                  <a:fillRect/>
                </a:stretch>
              </p:blipFill>
              <p:spPr>
                <a:xfrm>
                  <a:off x="4631904" y="6320016"/>
                  <a:ext cx="298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49" name="Ink 248">
                  <a:extLst>
                    <a:ext uri="{FF2B5EF4-FFF2-40B4-BE49-F238E27FC236}">
                      <a16:creationId xmlns:a16="http://schemas.microsoft.com/office/drawing/2014/main" id="{0CD4223E-B5E2-562F-9999-A0A167043AFE}"/>
                    </a:ext>
                  </a:extLst>
                </p14:cNvPr>
                <p14:cNvContentPartPr/>
                <p14:nvPr/>
              </p14:nvContentPartPr>
              <p14:xfrm>
                <a:off x="4705344" y="6198696"/>
                <a:ext cx="9720" cy="44280"/>
              </p14:xfrm>
            </p:contentPart>
          </mc:Choice>
          <mc:Fallback xmlns="">
            <p:pic>
              <p:nvPicPr>
                <p:cNvPr id="249" name="Ink 248">
                  <a:extLst>
                    <a:ext uri="{FF2B5EF4-FFF2-40B4-BE49-F238E27FC236}">
                      <a16:creationId xmlns:a16="http://schemas.microsoft.com/office/drawing/2014/main" id="{0CD4223E-B5E2-562F-9999-A0A167043AFE}"/>
                    </a:ext>
                  </a:extLst>
                </p:cNvPr>
                <p:cNvPicPr/>
                <p:nvPr/>
              </p:nvPicPr>
              <p:blipFill>
                <a:blip r:embed="rId416"/>
                <a:stretch>
                  <a:fillRect/>
                </a:stretch>
              </p:blipFill>
              <p:spPr>
                <a:xfrm>
                  <a:off x="4701024" y="6194376"/>
                  <a:ext cx="183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50" name="Ink 249">
                  <a:extLst>
                    <a:ext uri="{FF2B5EF4-FFF2-40B4-BE49-F238E27FC236}">
                      <a16:creationId xmlns:a16="http://schemas.microsoft.com/office/drawing/2014/main" id="{ECE6AF7F-2D1F-31F2-789B-4D20AA87FBFC}"/>
                    </a:ext>
                  </a:extLst>
                </p14:cNvPr>
                <p14:cNvContentPartPr/>
                <p14:nvPr/>
              </p14:nvContentPartPr>
              <p14:xfrm>
                <a:off x="4714704" y="6265656"/>
                <a:ext cx="92880" cy="98640"/>
              </p14:xfrm>
            </p:contentPart>
          </mc:Choice>
          <mc:Fallback xmlns="">
            <p:pic>
              <p:nvPicPr>
                <p:cNvPr id="250" name="Ink 249">
                  <a:extLst>
                    <a:ext uri="{FF2B5EF4-FFF2-40B4-BE49-F238E27FC236}">
                      <a16:creationId xmlns:a16="http://schemas.microsoft.com/office/drawing/2014/main" id="{ECE6AF7F-2D1F-31F2-789B-4D20AA87FBFC}"/>
                    </a:ext>
                  </a:extLst>
                </p:cNvPr>
                <p:cNvPicPr/>
                <p:nvPr/>
              </p:nvPicPr>
              <p:blipFill>
                <a:blip r:embed="rId418"/>
                <a:stretch>
                  <a:fillRect/>
                </a:stretch>
              </p:blipFill>
              <p:spPr>
                <a:xfrm>
                  <a:off x="4710384" y="6261336"/>
                  <a:ext cx="101520" cy="107280"/>
                </a:xfrm>
                <a:prstGeom prst="rect">
                  <a:avLst/>
                </a:prstGeom>
              </p:spPr>
            </p:pic>
          </mc:Fallback>
        </mc:AlternateContent>
      </p:grpSp>
      <p:grpSp>
        <p:nvGrpSpPr>
          <p:cNvPr id="277" name="Group 276">
            <a:extLst>
              <a:ext uri="{FF2B5EF4-FFF2-40B4-BE49-F238E27FC236}">
                <a16:creationId xmlns:a16="http://schemas.microsoft.com/office/drawing/2014/main" id="{BA0EAB02-18C1-F4B5-59E2-E6015D32885A}"/>
              </a:ext>
            </a:extLst>
          </p:cNvPr>
          <p:cNvGrpSpPr/>
          <p:nvPr/>
        </p:nvGrpSpPr>
        <p:grpSpPr>
          <a:xfrm>
            <a:off x="5081904" y="6127056"/>
            <a:ext cx="171360" cy="197640"/>
            <a:chOff x="5081904" y="6127056"/>
            <a:chExt cx="171360" cy="197640"/>
          </a:xfrm>
        </p:grpSpPr>
        <mc:AlternateContent xmlns:mc="http://schemas.openxmlformats.org/markup-compatibility/2006" xmlns:p14="http://schemas.microsoft.com/office/powerpoint/2010/main">
          <mc:Choice Requires="p14">
            <p:contentPart p14:bwMode="auto" r:id="rId419">
              <p14:nvContentPartPr>
                <p14:cNvPr id="251" name="Ink 250">
                  <a:extLst>
                    <a:ext uri="{FF2B5EF4-FFF2-40B4-BE49-F238E27FC236}">
                      <a16:creationId xmlns:a16="http://schemas.microsoft.com/office/drawing/2014/main" id="{A4E23C11-F1BF-B924-5F07-EFBC7D868BCA}"/>
                    </a:ext>
                  </a:extLst>
                </p14:cNvPr>
                <p14:cNvContentPartPr/>
                <p14:nvPr/>
              </p14:nvContentPartPr>
              <p14:xfrm>
                <a:off x="5081904" y="6260976"/>
                <a:ext cx="55800" cy="63720"/>
              </p14:xfrm>
            </p:contentPart>
          </mc:Choice>
          <mc:Fallback xmlns="">
            <p:pic>
              <p:nvPicPr>
                <p:cNvPr id="251" name="Ink 250">
                  <a:extLst>
                    <a:ext uri="{FF2B5EF4-FFF2-40B4-BE49-F238E27FC236}">
                      <a16:creationId xmlns:a16="http://schemas.microsoft.com/office/drawing/2014/main" id="{A4E23C11-F1BF-B924-5F07-EFBC7D868BCA}"/>
                    </a:ext>
                  </a:extLst>
                </p:cNvPr>
                <p:cNvPicPr/>
                <p:nvPr/>
              </p:nvPicPr>
              <p:blipFill>
                <a:blip r:embed="rId420"/>
                <a:stretch>
                  <a:fillRect/>
                </a:stretch>
              </p:blipFill>
              <p:spPr>
                <a:xfrm>
                  <a:off x="5077584" y="6256656"/>
                  <a:ext cx="644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52" name="Ink 251">
                  <a:extLst>
                    <a:ext uri="{FF2B5EF4-FFF2-40B4-BE49-F238E27FC236}">
                      <a16:creationId xmlns:a16="http://schemas.microsoft.com/office/drawing/2014/main" id="{8E589C48-AFED-6BE4-5F4D-4BBD8003C503}"/>
                    </a:ext>
                  </a:extLst>
                </p14:cNvPr>
                <p14:cNvContentPartPr/>
                <p14:nvPr/>
              </p14:nvContentPartPr>
              <p14:xfrm>
                <a:off x="5181264" y="6127056"/>
                <a:ext cx="18720" cy="66240"/>
              </p14:xfrm>
            </p:contentPart>
          </mc:Choice>
          <mc:Fallback xmlns="">
            <p:pic>
              <p:nvPicPr>
                <p:cNvPr id="252" name="Ink 251">
                  <a:extLst>
                    <a:ext uri="{FF2B5EF4-FFF2-40B4-BE49-F238E27FC236}">
                      <a16:creationId xmlns:a16="http://schemas.microsoft.com/office/drawing/2014/main" id="{8E589C48-AFED-6BE4-5F4D-4BBD8003C503}"/>
                    </a:ext>
                  </a:extLst>
                </p:cNvPr>
                <p:cNvPicPr/>
                <p:nvPr/>
              </p:nvPicPr>
              <p:blipFill>
                <a:blip r:embed="rId422"/>
                <a:stretch>
                  <a:fillRect/>
                </a:stretch>
              </p:blipFill>
              <p:spPr>
                <a:xfrm>
                  <a:off x="5176944" y="6122736"/>
                  <a:ext cx="273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53" name="Ink 252">
                  <a:extLst>
                    <a:ext uri="{FF2B5EF4-FFF2-40B4-BE49-F238E27FC236}">
                      <a16:creationId xmlns:a16="http://schemas.microsoft.com/office/drawing/2014/main" id="{F1911524-CBE4-CFCE-3285-1C1E6A32472E}"/>
                    </a:ext>
                  </a:extLst>
                </p14:cNvPr>
                <p14:cNvContentPartPr/>
                <p14:nvPr/>
              </p14:nvContentPartPr>
              <p14:xfrm>
                <a:off x="5188824" y="6226416"/>
                <a:ext cx="64440" cy="91440"/>
              </p14:xfrm>
            </p:contentPart>
          </mc:Choice>
          <mc:Fallback xmlns="">
            <p:pic>
              <p:nvPicPr>
                <p:cNvPr id="253" name="Ink 252">
                  <a:extLst>
                    <a:ext uri="{FF2B5EF4-FFF2-40B4-BE49-F238E27FC236}">
                      <a16:creationId xmlns:a16="http://schemas.microsoft.com/office/drawing/2014/main" id="{F1911524-CBE4-CFCE-3285-1C1E6A32472E}"/>
                    </a:ext>
                  </a:extLst>
                </p:cNvPr>
                <p:cNvPicPr/>
                <p:nvPr/>
              </p:nvPicPr>
              <p:blipFill>
                <a:blip r:embed="rId424"/>
                <a:stretch>
                  <a:fillRect/>
                </a:stretch>
              </p:blipFill>
              <p:spPr>
                <a:xfrm>
                  <a:off x="5184504" y="6222096"/>
                  <a:ext cx="73080" cy="100080"/>
                </a:xfrm>
                <a:prstGeom prst="rect">
                  <a:avLst/>
                </a:prstGeom>
              </p:spPr>
            </p:pic>
          </mc:Fallback>
        </mc:AlternateContent>
      </p:grpSp>
      <p:grpSp>
        <p:nvGrpSpPr>
          <p:cNvPr id="276" name="Group 275">
            <a:extLst>
              <a:ext uri="{FF2B5EF4-FFF2-40B4-BE49-F238E27FC236}">
                <a16:creationId xmlns:a16="http://schemas.microsoft.com/office/drawing/2014/main" id="{E57CBC8A-1A54-44FD-B7C9-6D34F3ACE8FB}"/>
              </a:ext>
            </a:extLst>
          </p:cNvPr>
          <p:cNvGrpSpPr/>
          <p:nvPr/>
        </p:nvGrpSpPr>
        <p:grpSpPr>
          <a:xfrm>
            <a:off x="5512464" y="5981616"/>
            <a:ext cx="983160" cy="303480"/>
            <a:chOff x="5512464" y="5981616"/>
            <a:chExt cx="983160" cy="303480"/>
          </a:xfrm>
        </p:grpSpPr>
        <mc:AlternateContent xmlns:mc="http://schemas.openxmlformats.org/markup-compatibility/2006" xmlns:p14="http://schemas.microsoft.com/office/powerpoint/2010/main">
          <mc:Choice Requires="p14">
            <p:contentPart p14:bwMode="auto" r:id="rId425">
              <p14:nvContentPartPr>
                <p14:cNvPr id="254" name="Ink 253">
                  <a:extLst>
                    <a:ext uri="{FF2B5EF4-FFF2-40B4-BE49-F238E27FC236}">
                      <a16:creationId xmlns:a16="http://schemas.microsoft.com/office/drawing/2014/main" id="{5A80F52B-1D7A-2292-86A3-4784DA53C505}"/>
                    </a:ext>
                  </a:extLst>
                </p14:cNvPr>
                <p14:cNvContentPartPr/>
                <p14:nvPr/>
              </p14:nvContentPartPr>
              <p14:xfrm>
                <a:off x="5512464" y="6194016"/>
                <a:ext cx="154440" cy="91080"/>
              </p14:xfrm>
            </p:contentPart>
          </mc:Choice>
          <mc:Fallback xmlns="">
            <p:pic>
              <p:nvPicPr>
                <p:cNvPr id="254" name="Ink 253">
                  <a:extLst>
                    <a:ext uri="{FF2B5EF4-FFF2-40B4-BE49-F238E27FC236}">
                      <a16:creationId xmlns:a16="http://schemas.microsoft.com/office/drawing/2014/main" id="{5A80F52B-1D7A-2292-86A3-4784DA53C505}"/>
                    </a:ext>
                  </a:extLst>
                </p:cNvPr>
                <p:cNvPicPr/>
                <p:nvPr/>
              </p:nvPicPr>
              <p:blipFill>
                <a:blip r:embed="rId426"/>
                <a:stretch>
                  <a:fillRect/>
                </a:stretch>
              </p:blipFill>
              <p:spPr>
                <a:xfrm>
                  <a:off x="5508144" y="6189696"/>
                  <a:ext cx="1630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55" name="Ink 254">
                  <a:extLst>
                    <a:ext uri="{FF2B5EF4-FFF2-40B4-BE49-F238E27FC236}">
                      <a16:creationId xmlns:a16="http://schemas.microsoft.com/office/drawing/2014/main" id="{F3652AE5-C6D5-1967-8D36-56E4F97C099A}"/>
                    </a:ext>
                  </a:extLst>
                </p14:cNvPr>
                <p14:cNvContentPartPr/>
                <p14:nvPr/>
              </p14:nvContentPartPr>
              <p14:xfrm>
                <a:off x="5701104" y="6185736"/>
                <a:ext cx="150480" cy="75960"/>
              </p14:xfrm>
            </p:contentPart>
          </mc:Choice>
          <mc:Fallback xmlns="">
            <p:pic>
              <p:nvPicPr>
                <p:cNvPr id="255" name="Ink 254">
                  <a:extLst>
                    <a:ext uri="{FF2B5EF4-FFF2-40B4-BE49-F238E27FC236}">
                      <a16:creationId xmlns:a16="http://schemas.microsoft.com/office/drawing/2014/main" id="{F3652AE5-C6D5-1967-8D36-56E4F97C099A}"/>
                    </a:ext>
                  </a:extLst>
                </p:cNvPr>
                <p:cNvPicPr/>
                <p:nvPr/>
              </p:nvPicPr>
              <p:blipFill>
                <a:blip r:embed="rId428"/>
                <a:stretch>
                  <a:fillRect/>
                </a:stretch>
              </p:blipFill>
              <p:spPr>
                <a:xfrm>
                  <a:off x="5696784" y="6181416"/>
                  <a:ext cx="1591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56" name="Ink 255">
                  <a:extLst>
                    <a:ext uri="{FF2B5EF4-FFF2-40B4-BE49-F238E27FC236}">
                      <a16:creationId xmlns:a16="http://schemas.microsoft.com/office/drawing/2014/main" id="{5234A693-9AA6-754E-9320-C670D39BCB8C}"/>
                    </a:ext>
                  </a:extLst>
                </p14:cNvPr>
                <p14:cNvContentPartPr/>
                <p14:nvPr/>
              </p14:nvContentPartPr>
              <p14:xfrm>
                <a:off x="5901984" y="6062256"/>
                <a:ext cx="129600" cy="191520"/>
              </p14:xfrm>
            </p:contentPart>
          </mc:Choice>
          <mc:Fallback xmlns="">
            <p:pic>
              <p:nvPicPr>
                <p:cNvPr id="256" name="Ink 255">
                  <a:extLst>
                    <a:ext uri="{FF2B5EF4-FFF2-40B4-BE49-F238E27FC236}">
                      <a16:creationId xmlns:a16="http://schemas.microsoft.com/office/drawing/2014/main" id="{5234A693-9AA6-754E-9320-C670D39BCB8C}"/>
                    </a:ext>
                  </a:extLst>
                </p:cNvPr>
                <p:cNvPicPr/>
                <p:nvPr/>
              </p:nvPicPr>
              <p:blipFill>
                <a:blip r:embed="rId430"/>
                <a:stretch>
                  <a:fillRect/>
                </a:stretch>
              </p:blipFill>
              <p:spPr>
                <a:xfrm>
                  <a:off x="5897664" y="6057936"/>
                  <a:ext cx="13824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57" name="Ink 256">
                  <a:extLst>
                    <a:ext uri="{FF2B5EF4-FFF2-40B4-BE49-F238E27FC236}">
                      <a16:creationId xmlns:a16="http://schemas.microsoft.com/office/drawing/2014/main" id="{AB8D0E24-7EE5-2BCF-C4F4-B28034826EA6}"/>
                    </a:ext>
                  </a:extLst>
                </p14:cNvPr>
                <p14:cNvContentPartPr/>
                <p14:nvPr/>
              </p14:nvContentPartPr>
              <p14:xfrm>
                <a:off x="6003504" y="6062256"/>
                <a:ext cx="127440" cy="178200"/>
              </p14:xfrm>
            </p:contentPart>
          </mc:Choice>
          <mc:Fallback xmlns="">
            <p:pic>
              <p:nvPicPr>
                <p:cNvPr id="257" name="Ink 256">
                  <a:extLst>
                    <a:ext uri="{FF2B5EF4-FFF2-40B4-BE49-F238E27FC236}">
                      <a16:creationId xmlns:a16="http://schemas.microsoft.com/office/drawing/2014/main" id="{AB8D0E24-7EE5-2BCF-C4F4-B28034826EA6}"/>
                    </a:ext>
                  </a:extLst>
                </p:cNvPr>
                <p:cNvPicPr/>
                <p:nvPr/>
              </p:nvPicPr>
              <p:blipFill>
                <a:blip r:embed="rId432"/>
                <a:stretch>
                  <a:fillRect/>
                </a:stretch>
              </p:blipFill>
              <p:spPr>
                <a:xfrm>
                  <a:off x="5999184" y="6057936"/>
                  <a:ext cx="1360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58" name="Ink 257">
                  <a:extLst>
                    <a:ext uri="{FF2B5EF4-FFF2-40B4-BE49-F238E27FC236}">
                      <a16:creationId xmlns:a16="http://schemas.microsoft.com/office/drawing/2014/main" id="{D4A63070-6300-7AA1-BB58-7B18F7B3966D}"/>
                    </a:ext>
                  </a:extLst>
                </p14:cNvPr>
                <p14:cNvContentPartPr/>
                <p14:nvPr/>
              </p14:nvContentPartPr>
              <p14:xfrm>
                <a:off x="6077304" y="6177816"/>
                <a:ext cx="115920" cy="60480"/>
              </p14:xfrm>
            </p:contentPart>
          </mc:Choice>
          <mc:Fallback xmlns="">
            <p:pic>
              <p:nvPicPr>
                <p:cNvPr id="258" name="Ink 257">
                  <a:extLst>
                    <a:ext uri="{FF2B5EF4-FFF2-40B4-BE49-F238E27FC236}">
                      <a16:creationId xmlns:a16="http://schemas.microsoft.com/office/drawing/2014/main" id="{D4A63070-6300-7AA1-BB58-7B18F7B3966D}"/>
                    </a:ext>
                  </a:extLst>
                </p:cNvPr>
                <p:cNvPicPr/>
                <p:nvPr/>
              </p:nvPicPr>
              <p:blipFill>
                <a:blip r:embed="rId434"/>
                <a:stretch>
                  <a:fillRect/>
                </a:stretch>
              </p:blipFill>
              <p:spPr>
                <a:xfrm>
                  <a:off x="6072984" y="6173496"/>
                  <a:ext cx="1245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59" name="Ink 258">
                  <a:extLst>
                    <a:ext uri="{FF2B5EF4-FFF2-40B4-BE49-F238E27FC236}">
                      <a16:creationId xmlns:a16="http://schemas.microsoft.com/office/drawing/2014/main" id="{6D79BF69-1B59-C687-E320-F5FF2654C9B1}"/>
                    </a:ext>
                  </a:extLst>
                </p14:cNvPr>
                <p14:cNvContentPartPr/>
                <p14:nvPr/>
              </p14:nvContentPartPr>
              <p14:xfrm>
                <a:off x="6260904" y="5981616"/>
                <a:ext cx="234720" cy="225360"/>
              </p14:xfrm>
            </p:contentPart>
          </mc:Choice>
          <mc:Fallback xmlns="">
            <p:pic>
              <p:nvPicPr>
                <p:cNvPr id="259" name="Ink 258">
                  <a:extLst>
                    <a:ext uri="{FF2B5EF4-FFF2-40B4-BE49-F238E27FC236}">
                      <a16:creationId xmlns:a16="http://schemas.microsoft.com/office/drawing/2014/main" id="{6D79BF69-1B59-C687-E320-F5FF2654C9B1}"/>
                    </a:ext>
                  </a:extLst>
                </p:cNvPr>
                <p:cNvPicPr/>
                <p:nvPr/>
              </p:nvPicPr>
              <p:blipFill>
                <a:blip r:embed="rId436"/>
                <a:stretch>
                  <a:fillRect/>
                </a:stretch>
              </p:blipFill>
              <p:spPr>
                <a:xfrm>
                  <a:off x="6256584" y="5977296"/>
                  <a:ext cx="243360" cy="234000"/>
                </a:xfrm>
                <a:prstGeom prst="rect">
                  <a:avLst/>
                </a:prstGeom>
              </p:spPr>
            </p:pic>
          </mc:Fallback>
        </mc:AlternateContent>
      </p:grpSp>
      <p:grpSp>
        <p:nvGrpSpPr>
          <p:cNvPr id="275" name="Group 274">
            <a:extLst>
              <a:ext uri="{FF2B5EF4-FFF2-40B4-BE49-F238E27FC236}">
                <a16:creationId xmlns:a16="http://schemas.microsoft.com/office/drawing/2014/main" id="{C96377F5-B693-403F-BF73-5476B3EAAE18}"/>
              </a:ext>
            </a:extLst>
          </p:cNvPr>
          <p:cNvGrpSpPr/>
          <p:nvPr/>
        </p:nvGrpSpPr>
        <p:grpSpPr>
          <a:xfrm>
            <a:off x="6669504" y="5943456"/>
            <a:ext cx="852120" cy="222480"/>
            <a:chOff x="6669504" y="5943456"/>
            <a:chExt cx="852120" cy="222480"/>
          </a:xfrm>
        </p:grpSpPr>
        <mc:AlternateContent xmlns:mc="http://schemas.openxmlformats.org/markup-compatibility/2006" xmlns:p14="http://schemas.microsoft.com/office/powerpoint/2010/main">
          <mc:Choice Requires="p14">
            <p:contentPart p14:bwMode="auto" r:id="rId437">
              <p14:nvContentPartPr>
                <p14:cNvPr id="260" name="Ink 259">
                  <a:extLst>
                    <a:ext uri="{FF2B5EF4-FFF2-40B4-BE49-F238E27FC236}">
                      <a16:creationId xmlns:a16="http://schemas.microsoft.com/office/drawing/2014/main" id="{267A9C63-02F5-BFB9-567F-6F603AAE2392}"/>
                    </a:ext>
                  </a:extLst>
                </p14:cNvPr>
                <p14:cNvContentPartPr/>
                <p14:nvPr/>
              </p14:nvContentPartPr>
              <p14:xfrm>
                <a:off x="6669504" y="5943456"/>
                <a:ext cx="249120" cy="222480"/>
              </p14:xfrm>
            </p:contentPart>
          </mc:Choice>
          <mc:Fallback xmlns="">
            <p:pic>
              <p:nvPicPr>
                <p:cNvPr id="260" name="Ink 259">
                  <a:extLst>
                    <a:ext uri="{FF2B5EF4-FFF2-40B4-BE49-F238E27FC236}">
                      <a16:creationId xmlns:a16="http://schemas.microsoft.com/office/drawing/2014/main" id="{267A9C63-02F5-BFB9-567F-6F603AAE2392}"/>
                    </a:ext>
                  </a:extLst>
                </p:cNvPr>
                <p:cNvPicPr/>
                <p:nvPr/>
              </p:nvPicPr>
              <p:blipFill>
                <a:blip r:embed="rId438"/>
                <a:stretch>
                  <a:fillRect/>
                </a:stretch>
              </p:blipFill>
              <p:spPr>
                <a:xfrm>
                  <a:off x="6665184" y="5939136"/>
                  <a:ext cx="2577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61" name="Ink 260">
                  <a:extLst>
                    <a:ext uri="{FF2B5EF4-FFF2-40B4-BE49-F238E27FC236}">
                      <a16:creationId xmlns:a16="http://schemas.microsoft.com/office/drawing/2014/main" id="{C690B190-B0A0-EA69-8C56-1ED6AF45E991}"/>
                    </a:ext>
                  </a:extLst>
                </p14:cNvPr>
                <p14:cNvContentPartPr/>
                <p14:nvPr/>
              </p14:nvContentPartPr>
              <p14:xfrm>
                <a:off x="6916104" y="6118776"/>
                <a:ext cx="21240" cy="39600"/>
              </p14:xfrm>
            </p:contentPart>
          </mc:Choice>
          <mc:Fallback xmlns="">
            <p:pic>
              <p:nvPicPr>
                <p:cNvPr id="261" name="Ink 260">
                  <a:extLst>
                    <a:ext uri="{FF2B5EF4-FFF2-40B4-BE49-F238E27FC236}">
                      <a16:creationId xmlns:a16="http://schemas.microsoft.com/office/drawing/2014/main" id="{C690B190-B0A0-EA69-8C56-1ED6AF45E991}"/>
                    </a:ext>
                  </a:extLst>
                </p:cNvPr>
                <p:cNvPicPr/>
                <p:nvPr/>
              </p:nvPicPr>
              <p:blipFill>
                <a:blip r:embed="rId440"/>
                <a:stretch>
                  <a:fillRect/>
                </a:stretch>
              </p:blipFill>
              <p:spPr>
                <a:xfrm>
                  <a:off x="6911784" y="6114456"/>
                  <a:ext cx="298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62" name="Ink 261">
                  <a:extLst>
                    <a:ext uri="{FF2B5EF4-FFF2-40B4-BE49-F238E27FC236}">
                      <a16:creationId xmlns:a16="http://schemas.microsoft.com/office/drawing/2014/main" id="{3A449901-A0C7-9B43-36F0-5DDBE2AD218C}"/>
                    </a:ext>
                  </a:extLst>
                </p14:cNvPr>
                <p14:cNvContentPartPr/>
                <p14:nvPr/>
              </p14:nvContentPartPr>
              <p14:xfrm>
                <a:off x="6989904" y="5999976"/>
                <a:ext cx="44280" cy="85680"/>
              </p14:xfrm>
            </p:contentPart>
          </mc:Choice>
          <mc:Fallback xmlns="">
            <p:pic>
              <p:nvPicPr>
                <p:cNvPr id="262" name="Ink 261">
                  <a:extLst>
                    <a:ext uri="{FF2B5EF4-FFF2-40B4-BE49-F238E27FC236}">
                      <a16:creationId xmlns:a16="http://schemas.microsoft.com/office/drawing/2014/main" id="{3A449901-A0C7-9B43-36F0-5DDBE2AD218C}"/>
                    </a:ext>
                  </a:extLst>
                </p:cNvPr>
                <p:cNvPicPr/>
                <p:nvPr/>
              </p:nvPicPr>
              <p:blipFill>
                <a:blip r:embed="rId442"/>
                <a:stretch>
                  <a:fillRect/>
                </a:stretch>
              </p:blipFill>
              <p:spPr>
                <a:xfrm>
                  <a:off x="6985584" y="5995656"/>
                  <a:ext cx="529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63" name="Ink 262">
                  <a:extLst>
                    <a:ext uri="{FF2B5EF4-FFF2-40B4-BE49-F238E27FC236}">
                      <a16:creationId xmlns:a16="http://schemas.microsoft.com/office/drawing/2014/main" id="{CC04D96F-1F0F-D5DA-B830-D70A4C39F5FE}"/>
                    </a:ext>
                  </a:extLst>
                </p14:cNvPr>
                <p14:cNvContentPartPr/>
                <p14:nvPr/>
              </p14:nvContentPartPr>
              <p14:xfrm>
                <a:off x="7006104" y="6113016"/>
                <a:ext cx="120600" cy="41040"/>
              </p14:xfrm>
            </p:contentPart>
          </mc:Choice>
          <mc:Fallback xmlns="">
            <p:pic>
              <p:nvPicPr>
                <p:cNvPr id="263" name="Ink 262">
                  <a:extLst>
                    <a:ext uri="{FF2B5EF4-FFF2-40B4-BE49-F238E27FC236}">
                      <a16:creationId xmlns:a16="http://schemas.microsoft.com/office/drawing/2014/main" id="{CC04D96F-1F0F-D5DA-B830-D70A4C39F5FE}"/>
                    </a:ext>
                  </a:extLst>
                </p:cNvPr>
                <p:cNvPicPr/>
                <p:nvPr/>
              </p:nvPicPr>
              <p:blipFill>
                <a:blip r:embed="rId444"/>
                <a:stretch>
                  <a:fillRect/>
                </a:stretch>
              </p:blipFill>
              <p:spPr>
                <a:xfrm>
                  <a:off x="7001784" y="6108696"/>
                  <a:ext cx="1292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64" name="Ink 263">
                  <a:extLst>
                    <a:ext uri="{FF2B5EF4-FFF2-40B4-BE49-F238E27FC236}">
                      <a16:creationId xmlns:a16="http://schemas.microsoft.com/office/drawing/2014/main" id="{4CBBF445-50B6-BCAE-CA80-C88D8AC1DB41}"/>
                    </a:ext>
                  </a:extLst>
                </p14:cNvPr>
                <p14:cNvContentPartPr/>
                <p14:nvPr/>
              </p14:nvContentPartPr>
              <p14:xfrm>
                <a:off x="7165224" y="6065136"/>
                <a:ext cx="72360" cy="74880"/>
              </p14:xfrm>
            </p:contentPart>
          </mc:Choice>
          <mc:Fallback xmlns="">
            <p:pic>
              <p:nvPicPr>
                <p:cNvPr id="264" name="Ink 263">
                  <a:extLst>
                    <a:ext uri="{FF2B5EF4-FFF2-40B4-BE49-F238E27FC236}">
                      <a16:creationId xmlns:a16="http://schemas.microsoft.com/office/drawing/2014/main" id="{4CBBF445-50B6-BCAE-CA80-C88D8AC1DB41}"/>
                    </a:ext>
                  </a:extLst>
                </p:cNvPr>
                <p:cNvPicPr/>
                <p:nvPr/>
              </p:nvPicPr>
              <p:blipFill>
                <a:blip r:embed="rId446"/>
                <a:stretch>
                  <a:fillRect/>
                </a:stretch>
              </p:blipFill>
              <p:spPr>
                <a:xfrm>
                  <a:off x="7160904" y="6060816"/>
                  <a:ext cx="81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65" name="Ink 264">
                  <a:extLst>
                    <a:ext uri="{FF2B5EF4-FFF2-40B4-BE49-F238E27FC236}">
                      <a16:creationId xmlns:a16="http://schemas.microsoft.com/office/drawing/2014/main" id="{1B10A896-A384-1176-AC8A-23FE98704311}"/>
                    </a:ext>
                  </a:extLst>
                </p14:cNvPr>
                <p14:cNvContentPartPr/>
                <p14:nvPr/>
              </p14:nvContentPartPr>
              <p14:xfrm>
                <a:off x="7264584" y="6060456"/>
                <a:ext cx="113400" cy="48600"/>
              </p14:xfrm>
            </p:contentPart>
          </mc:Choice>
          <mc:Fallback xmlns="">
            <p:pic>
              <p:nvPicPr>
                <p:cNvPr id="265" name="Ink 264">
                  <a:extLst>
                    <a:ext uri="{FF2B5EF4-FFF2-40B4-BE49-F238E27FC236}">
                      <a16:creationId xmlns:a16="http://schemas.microsoft.com/office/drawing/2014/main" id="{1B10A896-A384-1176-AC8A-23FE98704311}"/>
                    </a:ext>
                  </a:extLst>
                </p:cNvPr>
                <p:cNvPicPr/>
                <p:nvPr/>
              </p:nvPicPr>
              <p:blipFill>
                <a:blip r:embed="rId448"/>
                <a:stretch>
                  <a:fillRect/>
                </a:stretch>
              </p:blipFill>
              <p:spPr>
                <a:xfrm>
                  <a:off x="7260264" y="6056136"/>
                  <a:ext cx="1220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66" name="Ink 265">
                  <a:extLst>
                    <a:ext uri="{FF2B5EF4-FFF2-40B4-BE49-F238E27FC236}">
                      <a16:creationId xmlns:a16="http://schemas.microsoft.com/office/drawing/2014/main" id="{CA3DA00A-E3C7-297F-D9B7-62D2B764C74F}"/>
                    </a:ext>
                  </a:extLst>
                </p14:cNvPr>
                <p14:cNvContentPartPr/>
                <p14:nvPr/>
              </p14:nvContentPartPr>
              <p14:xfrm>
                <a:off x="7440264" y="6021936"/>
                <a:ext cx="81360" cy="105480"/>
              </p14:xfrm>
            </p:contentPart>
          </mc:Choice>
          <mc:Fallback xmlns="">
            <p:pic>
              <p:nvPicPr>
                <p:cNvPr id="266" name="Ink 265">
                  <a:extLst>
                    <a:ext uri="{FF2B5EF4-FFF2-40B4-BE49-F238E27FC236}">
                      <a16:creationId xmlns:a16="http://schemas.microsoft.com/office/drawing/2014/main" id="{CA3DA00A-E3C7-297F-D9B7-62D2B764C74F}"/>
                    </a:ext>
                  </a:extLst>
                </p:cNvPr>
                <p:cNvPicPr/>
                <p:nvPr/>
              </p:nvPicPr>
              <p:blipFill>
                <a:blip r:embed="rId450"/>
                <a:stretch>
                  <a:fillRect/>
                </a:stretch>
              </p:blipFill>
              <p:spPr>
                <a:xfrm>
                  <a:off x="7435944" y="6017616"/>
                  <a:ext cx="90000" cy="114120"/>
                </a:xfrm>
                <a:prstGeom prst="rect">
                  <a:avLst/>
                </a:prstGeom>
              </p:spPr>
            </p:pic>
          </mc:Fallback>
        </mc:AlternateContent>
      </p:grpSp>
      <p:grpSp>
        <p:nvGrpSpPr>
          <p:cNvPr id="274" name="Group 273">
            <a:extLst>
              <a:ext uri="{FF2B5EF4-FFF2-40B4-BE49-F238E27FC236}">
                <a16:creationId xmlns:a16="http://schemas.microsoft.com/office/drawing/2014/main" id="{6CCC5769-236B-24E2-00CA-6AB2A4C7E010}"/>
              </a:ext>
            </a:extLst>
          </p:cNvPr>
          <p:cNvGrpSpPr/>
          <p:nvPr/>
        </p:nvGrpSpPr>
        <p:grpSpPr>
          <a:xfrm>
            <a:off x="7735824" y="5859936"/>
            <a:ext cx="667800" cy="251280"/>
            <a:chOff x="7735824" y="5859936"/>
            <a:chExt cx="667800" cy="251280"/>
          </a:xfrm>
        </p:grpSpPr>
        <mc:AlternateContent xmlns:mc="http://schemas.openxmlformats.org/markup-compatibility/2006" xmlns:p14="http://schemas.microsoft.com/office/powerpoint/2010/main">
          <mc:Choice Requires="p14">
            <p:contentPart p14:bwMode="auto" r:id="rId451">
              <p14:nvContentPartPr>
                <p14:cNvPr id="267" name="Ink 266">
                  <a:extLst>
                    <a:ext uri="{FF2B5EF4-FFF2-40B4-BE49-F238E27FC236}">
                      <a16:creationId xmlns:a16="http://schemas.microsoft.com/office/drawing/2014/main" id="{CDF3CAC5-7FB2-6627-272B-4A0F91EAA0D8}"/>
                    </a:ext>
                  </a:extLst>
                </p14:cNvPr>
                <p14:cNvContentPartPr/>
                <p14:nvPr/>
              </p14:nvContentPartPr>
              <p14:xfrm>
                <a:off x="7805304" y="5895936"/>
                <a:ext cx="115920" cy="200880"/>
              </p14:xfrm>
            </p:contentPart>
          </mc:Choice>
          <mc:Fallback xmlns="">
            <p:pic>
              <p:nvPicPr>
                <p:cNvPr id="267" name="Ink 266">
                  <a:extLst>
                    <a:ext uri="{FF2B5EF4-FFF2-40B4-BE49-F238E27FC236}">
                      <a16:creationId xmlns:a16="http://schemas.microsoft.com/office/drawing/2014/main" id="{CDF3CAC5-7FB2-6627-272B-4A0F91EAA0D8}"/>
                    </a:ext>
                  </a:extLst>
                </p:cNvPr>
                <p:cNvPicPr/>
                <p:nvPr/>
              </p:nvPicPr>
              <p:blipFill>
                <a:blip r:embed="rId452"/>
                <a:stretch>
                  <a:fillRect/>
                </a:stretch>
              </p:blipFill>
              <p:spPr>
                <a:xfrm>
                  <a:off x="7800984" y="5891616"/>
                  <a:ext cx="1245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68" name="Ink 267">
                  <a:extLst>
                    <a:ext uri="{FF2B5EF4-FFF2-40B4-BE49-F238E27FC236}">
                      <a16:creationId xmlns:a16="http://schemas.microsoft.com/office/drawing/2014/main" id="{D33AD5F6-5843-BFE7-6DD3-A57FD3EA1A36}"/>
                    </a:ext>
                  </a:extLst>
                </p14:cNvPr>
                <p14:cNvContentPartPr/>
                <p14:nvPr/>
              </p14:nvContentPartPr>
              <p14:xfrm>
                <a:off x="7735824" y="5859936"/>
                <a:ext cx="388440" cy="70200"/>
              </p14:xfrm>
            </p:contentPart>
          </mc:Choice>
          <mc:Fallback xmlns="">
            <p:pic>
              <p:nvPicPr>
                <p:cNvPr id="268" name="Ink 267">
                  <a:extLst>
                    <a:ext uri="{FF2B5EF4-FFF2-40B4-BE49-F238E27FC236}">
                      <a16:creationId xmlns:a16="http://schemas.microsoft.com/office/drawing/2014/main" id="{D33AD5F6-5843-BFE7-6DD3-A57FD3EA1A36}"/>
                    </a:ext>
                  </a:extLst>
                </p:cNvPr>
                <p:cNvPicPr/>
                <p:nvPr/>
              </p:nvPicPr>
              <p:blipFill>
                <a:blip r:embed="rId454"/>
                <a:stretch>
                  <a:fillRect/>
                </a:stretch>
              </p:blipFill>
              <p:spPr>
                <a:xfrm>
                  <a:off x="7731504" y="5855616"/>
                  <a:ext cx="39708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69" name="Ink 268">
                  <a:extLst>
                    <a:ext uri="{FF2B5EF4-FFF2-40B4-BE49-F238E27FC236}">
                      <a16:creationId xmlns:a16="http://schemas.microsoft.com/office/drawing/2014/main" id="{02F7B110-8626-1E45-4E5C-A6DAA896634F}"/>
                    </a:ext>
                  </a:extLst>
                </p14:cNvPr>
                <p14:cNvContentPartPr/>
                <p14:nvPr/>
              </p14:nvContentPartPr>
              <p14:xfrm>
                <a:off x="7978464" y="6042816"/>
                <a:ext cx="15840" cy="68400"/>
              </p14:xfrm>
            </p:contentPart>
          </mc:Choice>
          <mc:Fallback xmlns="">
            <p:pic>
              <p:nvPicPr>
                <p:cNvPr id="269" name="Ink 268">
                  <a:extLst>
                    <a:ext uri="{FF2B5EF4-FFF2-40B4-BE49-F238E27FC236}">
                      <a16:creationId xmlns:a16="http://schemas.microsoft.com/office/drawing/2014/main" id="{02F7B110-8626-1E45-4E5C-A6DAA896634F}"/>
                    </a:ext>
                  </a:extLst>
                </p:cNvPr>
                <p:cNvPicPr/>
                <p:nvPr/>
              </p:nvPicPr>
              <p:blipFill>
                <a:blip r:embed="rId456"/>
                <a:stretch>
                  <a:fillRect/>
                </a:stretch>
              </p:blipFill>
              <p:spPr>
                <a:xfrm>
                  <a:off x="7974144" y="6038496"/>
                  <a:ext cx="244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70" name="Ink 269">
                  <a:extLst>
                    <a:ext uri="{FF2B5EF4-FFF2-40B4-BE49-F238E27FC236}">
                      <a16:creationId xmlns:a16="http://schemas.microsoft.com/office/drawing/2014/main" id="{C5B13412-3615-D9A5-0C90-C87F7A164401}"/>
                    </a:ext>
                  </a:extLst>
                </p14:cNvPr>
                <p14:cNvContentPartPr/>
                <p14:nvPr/>
              </p14:nvContentPartPr>
              <p14:xfrm>
                <a:off x="8031744" y="5961816"/>
                <a:ext cx="11880" cy="81360"/>
              </p14:xfrm>
            </p:contentPart>
          </mc:Choice>
          <mc:Fallback xmlns="">
            <p:pic>
              <p:nvPicPr>
                <p:cNvPr id="270" name="Ink 269">
                  <a:extLst>
                    <a:ext uri="{FF2B5EF4-FFF2-40B4-BE49-F238E27FC236}">
                      <a16:creationId xmlns:a16="http://schemas.microsoft.com/office/drawing/2014/main" id="{C5B13412-3615-D9A5-0C90-C87F7A164401}"/>
                    </a:ext>
                  </a:extLst>
                </p:cNvPr>
                <p:cNvPicPr/>
                <p:nvPr/>
              </p:nvPicPr>
              <p:blipFill>
                <a:blip r:embed="rId458"/>
                <a:stretch>
                  <a:fillRect/>
                </a:stretch>
              </p:blipFill>
              <p:spPr>
                <a:xfrm>
                  <a:off x="8027424" y="5957496"/>
                  <a:ext cx="205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71" name="Ink 270">
                  <a:extLst>
                    <a:ext uri="{FF2B5EF4-FFF2-40B4-BE49-F238E27FC236}">
                      <a16:creationId xmlns:a16="http://schemas.microsoft.com/office/drawing/2014/main" id="{452D568E-9E01-E0FB-8C65-4128AABC6D17}"/>
                    </a:ext>
                  </a:extLst>
                </p14:cNvPr>
                <p14:cNvContentPartPr/>
                <p14:nvPr/>
              </p14:nvContentPartPr>
              <p14:xfrm>
                <a:off x="8040744" y="6042816"/>
                <a:ext cx="169200" cy="50760"/>
              </p14:xfrm>
            </p:contentPart>
          </mc:Choice>
          <mc:Fallback xmlns="">
            <p:pic>
              <p:nvPicPr>
                <p:cNvPr id="271" name="Ink 270">
                  <a:extLst>
                    <a:ext uri="{FF2B5EF4-FFF2-40B4-BE49-F238E27FC236}">
                      <a16:creationId xmlns:a16="http://schemas.microsoft.com/office/drawing/2014/main" id="{452D568E-9E01-E0FB-8C65-4128AABC6D17}"/>
                    </a:ext>
                  </a:extLst>
                </p:cNvPr>
                <p:cNvPicPr/>
                <p:nvPr/>
              </p:nvPicPr>
              <p:blipFill>
                <a:blip r:embed="rId460"/>
                <a:stretch>
                  <a:fillRect/>
                </a:stretch>
              </p:blipFill>
              <p:spPr>
                <a:xfrm>
                  <a:off x="8036424" y="6038496"/>
                  <a:ext cx="1778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272" name="Ink 271">
                  <a:extLst>
                    <a:ext uri="{FF2B5EF4-FFF2-40B4-BE49-F238E27FC236}">
                      <a16:creationId xmlns:a16="http://schemas.microsoft.com/office/drawing/2014/main" id="{2248BB59-2B8E-A15B-C205-975A9DD0D1B3}"/>
                    </a:ext>
                  </a:extLst>
                </p14:cNvPr>
                <p14:cNvContentPartPr/>
                <p14:nvPr/>
              </p14:nvContentPartPr>
              <p14:xfrm>
                <a:off x="8257824" y="6018336"/>
                <a:ext cx="72000" cy="76320"/>
              </p14:xfrm>
            </p:contentPart>
          </mc:Choice>
          <mc:Fallback xmlns="">
            <p:pic>
              <p:nvPicPr>
                <p:cNvPr id="272" name="Ink 271">
                  <a:extLst>
                    <a:ext uri="{FF2B5EF4-FFF2-40B4-BE49-F238E27FC236}">
                      <a16:creationId xmlns:a16="http://schemas.microsoft.com/office/drawing/2014/main" id="{2248BB59-2B8E-A15B-C205-975A9DD0D1B3}"/>
                    </a:ext>
                  </a:extLst>
                </p:cNvPr>
                <p:cNvPicPr/>
                <p:nvPr/>
              </p:nvPicPr>
              <p:blipFill>
                <a:blip r:embed="rId462"/>
                <a:stretch>
                  <a:fillRect/>
                </a:stretch>
              </p:blipFill>
              <p:spPr>
                <a:xfrm>
                  <a:off x="8253504" y="6014016"/>
                  <a:ext cx="8064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73" name="Ink 272">
                  <a:extLst>
                    <a:ext uri="{FF2B5EF4-FFF2-40B4-BE49-F238E27FC236}">
                      <a16:creationId xmlns:a16="http://schemas.microsoft.com/office/drawing/2014/main" id="{ABB76E6C-E6C3-5726-4E42-DB2030783857}"/>
                    </a:ext>
                  </a:extLst>
                </p14:cNvPr>
                <p14:cNvContentPartPr/>
                <p14:nvPr/>
              </p14:nvContentPartPr>
              <p14:xfrm>
                <a:off x="8389584" y="6074856"/>
                <a:ext cx="14040" cy="10800"/>
              </p14:xfrm>
            </p:contentPart>
          </mc:Choice>
          <mc:Fallback xmlns="">
            <p:pic>
              <p:nvPicPr>
                <p:cNvPr id="273" name="Ink 272">
                  <a:extLst>
                    <a:ext uri="{FF2B5EF4-FFF2-40B4-BE49-F238E27FC236}">
                      <a16:creationId xmlns:a16="http://schemas.microsoft.com/office/drawing/2014/main" id="{ABB76E6C-E6C3-5726-4E42-DB2030783857}"/>
                    </a:ext>
                  </a:extLst>
                </p:cNvPr>
                <p:cNvPicPr/>
                <p:nvPr/>
              </p:nvPicPr>
              <p:blipFill>
                <a:blip r:embed="rId464"/>
                <a:stretch>
                  <a:fillRect/>
                </a:stretch>
              </p:blipFill>
              <p:spPr>
                <a:xfrm>
                  <a:off x="8385264" y="6070536"/>
                  <a:ext cx="22680" cy="19440"/>
                </a:xfrm>
                <a:prstGeom prst="rect">
                  <a:avLst/>
                </a:prstGeom>
              </p:spPr>
            </p:pic>
          </mc:Fallback>
        </mc:AlternateContent>
      </p:grpSp>
      <p:grpSp>
        <p:nvGrpSpPr>
          <p:cNvPr id="288" name="Group 287">
            <a:extLst>
              <a:ext uri="{FF2B5EF4-FFF2-40B4-BE49-F238E27FC236}">
                <a16:creationId xmlns:a16="http://schemas.microsoft.com/office/drawing/2014/main" id="{5D3F407A-1778-4854-D69E-6AA3F70E12B2}"/>
              </a:ext>
            </a:extLst>
          </p:cNvPr>
          <p:cNvGrpSpPr/>
          <p:nvPr/>
        </p:nvGrpSpPr>
        <p:grpSpPr>
          <a:xfrm>
            <a:off x="365184" y="5070456"/>
            <a:ext cx="1809000" cy="1513800"/>
            <a:chOff x="365184" y="5070456"/>
            <a:chExt cx="1809000" cy="1513800"/>
          </a:xfrm>
        </p:grpSpPr>
        <mc:AlternateContent xmlns:mc="http://schemas.openxmlformats.org/markup-compatibility/2006" xmlns:p14="http://schemas.microsoft.com/office/powerpoint/2010/main">
          <mc:Choice Requires="p14">
            <p:contentPart p14:bwMode="auto" r:id="rId465">
              <p14:nvContentPartPr>
                <p14:cNvPr id="279" name="Ink 278">
                  <a:extLst>
                    <a:ext uri="{FF2B5EF4-FFF2-40B4-BE49-F238E27FC236}">
                      <a16:creationId xmlns:a16="http://schemas.microsoft.com/office/drawing/2014/main" id="{29E575BE-BE39-C053-91C2-64BFEE37D305}"/>
                    </a:ext>
                  </a:extLst>
                </p14:cNvPr>
                <p14:cNvContentPartPr/>
                <p14:nvPr/>
              </p14:nvContentPartPr>
              <p14:xfrm>
                <a:off x="365184" y="5890176"/>
                <a:ext cx="1589400" cy="67320"/>
              </p14:xfrm>
            </p:contentPart>
          </mc:Choice>
          <mc:Fallback xmlns="">
            <p:pic>
              <p:nvPicPr>
                <p:cNvPr id="279" name="Ink 278">
                  <a:extLst>
                    <a:ext uri="{FF2B5EF4-FFF2-40B4-BE49-F238E27FC236}">
                      <a16:creationId xmlns:a16="http://schemas.microsoft.com/office/drawing/2014/main" id="{29E575BE-BE39-C053-91C2-64BFEE37D305}"/>
                    </a:ext>
                  </a:extLst>
                </p:cNvPr>
                <p:cNvPicPr/>
                <p:nvPr/>
              </p:nvPicPr>
              <p:blipFill>
                <a:blip r:embed="rId466"/>
                <a:stretch>
                  <a:fillRect/>
                </a:stretch>
              </p:blipFill>
              <p:spPr>
                <a:xfrm>
                  <a:off x="360864" y="5885856"/>
                  <a:ext cx="15980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280" name="Ink 279">
                  <a:extLst>
                    <a:ext uri="{FF2B5EF4-FFF2-40B4-BE49-F238E27FC236}">
                      <a16:creationId xmlns:a16="http://schemas.microsoft.com/office/drawing/2014/main" id="{334917CE-8DEC-2F5A-300D-4177AA9B6EAC}"/>
                    </a:ext>
                  </a:extLst>
                </p14:cNvPr>
                <p14:cNvContentPartPr/>
                <p14:nvPr/>
              </p14:nvContentPartPr>
              <p14:xfrm>
                <a:off x="914904" y="5339376"/>
                <a:ext cx="118440" cy="1244880"/>
              </p14:xfrm>
            </p:contentPart>
          </mc:Choice>
          <mc:Fallback xmlns="">
            <p:pic>
              <p:nvPicPr>
                <p:cNvPr id="280" name="Ink 279">
                  <a:extLst>
                    <a:ext uri="{FF2B5EF4-FFF2-40B4-BE49-F238E27FC236}">
                      <a16:creationId xmlns:a16="http://schemas.microsoft.com/office/drawing/2014/main" id="{334917CE-8DEC-2F5A-300D-4177AA9B6EAC}"/>
                    </a:ext>
                  </a:extLst>
                </p:cNvPr>
                <p:cNvPicPr/>
                <p:nvPr/>
              </p:nvPicPr>
              <p:blipFill>
                <a:blip r:embed="rId468"/>
                <a:stretch>
                  <a:fillRect/>
                </a:stretch>
              </p:blipFill>
              <p:spPr>
                <a:xfrm>
                  <a:off x="910584" y="5335056"/>
                  <a:ext cx="127080" cy="125352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82" name="Ink 281">
                  <a:extLst>
                    <a:ext uri="{FF2B5EF4-FFF2-40B4-BE49-F238E27FC236}">
                      <a16:creationId xmlns:a16="http://schemas.microsoft.com/office/drawing/2014/main" id="{0B044ED7-E82B-8959-4D03-5B4C67D99EC4}"/>
                    </a:ext>
                  </a:extLst>
                </p14:cNvPr>
                <p14:cNvContentPartPr/>
                <p14:nvPr/>
              </p14:nvContentPartPr>
              <p14:xfrm>
                <a:off x="709344" y="5366016"/>
                <a:ext cx="1296360" cy="784440"/>
              </p14:xfrm>
            </p:contentPart>
          </mc:Choice>
          <mc:Fallback xmlns="">
            <p:pic>
              <p:nvPicPr>
                <p:cNvPr id="282" name="Ink 281">
                  <a:extLst>
                    <a:ext uri="{FF2B5EF4-FFF2-40B4-BE49-F238E27FC236}">
                      <a16:creationId xmlns:a16="http://schemas.microsoft.com/office/drawing/2014/main" id="{0B044ED7-E82B-8959-4D03-5B4C67D99EC4}"/>
                    </a:ext>
                  </a:extLst>
                </p:cNvPr>
                <p:cNvPicPr/>
                <p:nvPr/>
              </p:nvPicPr>
              <p:blipFill>
                <a:blip r:embed="rId470"/>
                <a:stretch>
                  <a:fillRect/>
                </a:stretch>
              </p:blipFill>
              <p:spPr>
                <a:xfrm>
                  <a:off x="705024" y="5361696"/>
                  <a:ext cx="1305000" cy="79308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83" name="Ink 282">
                  <a:extLst>
                    <a:ext uri="{FF2B5EF4-FFF2-40B4-BE49-F238E27FC236}">
                      <a16:creationId xmlns:a16="http://schemas.microsoft.com/office/drawing/2014/main" id="{521948F9-BE33-B8A9-0BD8-CF6B6EC89A6D}"/>
                    </a:ext>
                  </a:extLst>
                </p14:cNvPr>
                <p14:cNvContentPartPr/>
                <p14:nvPr/>
              </p14:nvContentPartPr>
              <p14:xfrm>
                <a:off x="2023704" y="5936256"/>
                <a:ext cx="150480" cy="69840"/>
              </p14:xfrm>
            </p:contentPart>
          </mc:Choice>
          <mc:Fallback xmlns="">
            <p:pic>
              <p:nvPicPr>
                <p:cNvPr id="283" name="Ink 282">
                  <a:extLst>
                    <a:ext uri="{FF2B5EF4-FFF2-40B4-BE49-F238E27FC236}">
                      <a16:creationId xmlns:a16="http://schemas.microsoft.com/office/drawing/2014/main" id="{521948F9-BE33-B8A9-0BD8-CF6B6EC89A6D}"/>
                    </a:ext>
                  </a:extLst>
                </p:cNvPr>
                <p:cNvPicPr/>
                <p:nvPr/>
              </p:nvPicPr>
              <p:blipFill>
                <a:blip r:embed="rId472"/>
                <a:stretch>
                  <a:fillRect/>
                </a:stretch>
              </p:blipFill>
              <p:spPr>
                <a:xfrm>
                  <a:off x="2019384" y="5931936"/>
                  <a:ext cx="1591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85" name="Ink 284">
                  <a:extLst>
                    <a:ext uri="{FF2B5EF4-FFF2-40B4-BE49-F238E27FC236}">
                      <a16:creationId xmlns:a16="http://schemas.microsoft.com/office/drawing/2014/main" id="{3F2DF917-120E-52ED-D080-C4D31A1A40EC}"/>
                    </a:ext>
                  </a:extLst>
                </p14:cNvPr>
                <p14:cNvContentPartPr/>
                <p14:nvPr/>
              </p14:nvContentPartPr>
              <p14:xfrm>
                <a:off x="975384" y="5204376"/>
                <a:ext cx="120240" cy="155160"/>
              </p14:xfrm>
            </p:contentPart>
          </mc:Choice>
          <mc:Fallback xmlns="">
            <p:pic>
              <p:nvPicPr>
                <p:cNvPr id="285" name="Ink 284">
                  <a:extLst>
                    <a:ext uri="{FF2B5EF4-FFF2-40B4-BE49-F238E27FC236}">
                      <a16:creationId xmlns:a16="http://schemas.microsoft.com/office/drawing/2014/main" id="{3F2DF917-120E-52ED-D080-C4D31A1A40EC}"/>
                    </a:ext>
                  </a:extLst>
                </p:cNvPr>
                <p:cNvPicPr/>
                <p:nvPr/>
              </p:nvPicPr>
              <p:blipFill>
                <a:blip r:embed="rId474"/>
                <a:stretch>
                  <a:fillRect/>
                </a:stretch>
              </p:blipFill>
              <p:spPr>
                <a:xfrm>
                  <a:off x="971064" y="5200056"/>
                  <a:ext cx="1288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86" name="Ink 285">
                  <a:extLst>
                    <a:ext uri="{FF2B5EF4-FFF2-40B4-BE49-F238E27FC236}">
                      <a16:creationId xmlns:a16="http://schemas.microsoft.com/office/drawing/2014/main" id="{A1433BEB-A06E-992F-DB92-A40418EE13E9}"/>
                    </a:ext>
                  </a:extLst>
                </p14:cNvPr>
                <p14:cNvContentPartPr/>
                <p14:nvPr/>
              </p14:nvContentPartPr>
              <p14:xfrm>
                <a:off x="510624" y="5119776"/>
                <a:ext cx="62640" cy="145080"/>
              </p14:xfrm>
            </p:contentPart>
          </mc:Choice>
          <mc:Fallback xmlns="">
            <p:pic>
              <p:nvPicPr>
                <p:cNvPr id="286" name="Ink 285">
                  <a:extLst>
                    <a:ext uri="{FF2B5EF4-FFF2-40B4-BE49-F238E27FC236}">
                      <a16:creationId xmlns:a16="http://schemas.microsoft.com/office/drawing/2014/main" id="{A1433BEB-A06E-992F-DB92-A40418EE13E9}"/>
                    </a:ext>
                  </a:extLst>
                </p:cNvPr>
                <p:cNvPicPr/>
                <p:nvPr/>
              </p:nvPicPr>
              <p:blipFill>
                <a:blip r:embed="rId476"/>
                <a:stretch>
                  <a:fillRect/>
                </a:stretch>
              </p:blipFill>
              <p:spPr>
                <a:xfrm>
                  <a:off x="506304" y="5115456"/>
                  <a:ext cx="712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87" name="Ink 286">
                  <a:extLst>
                    <a:ext uri="{FF2B5EF4-FFF2-40B4-BE49-F238E27FC236}">
                      <a16:creationId xmlns:a16="http://schemas.microsoft.com/office/drawing/2014/main" id="{7DEB89F1-8A05-F56E-DB64-A0814B2686C4}"/>
                    </a:ext>
                  </a:extLst>
                </p14:cNvPr>
                <p14:cNvContentPartPr/>
                <p14:nvPr/>
              </p14:nvContentPartPr>
              <p14:xfrm>
                <a:off x="424944" y="5070456"/>
                <a:ext cx="321480" cy="17640"/>
              </p14:xfrm>
            </p:contentPart>
          </mc:Choice>
          <mc:Fallback xmlns="">
            <p:pic>
              <p:nvPicPr>
                <p:cNvPr id="287" name="Ink 286">
                  <a:extLst>
                    <a:ext uri="{FF2B5EF4-FFF2-40B4-BE49-F238E27FC236}">
                      <a16:creationId xmlns:a16="http://schemas.microsoft.com/office/drawing/2014/main" id="{7DEB89F1-8A05-F56E-DB64-A0814B2686C4}"/>
                    </a:ext>
                  </a:extLst>
                </p:cNvPr>
                <p:cNvPicPr/>
                <p:nvPr/>
              </p:nvPicPr>
              <p:blipFill>
                <a:blip r:embed="rId478"/>
                <a:stretch>
                  <a:fillRect/>
                </a:stretch>
              </p:blipFill>
              <p:spPr>
                <a:xfrm>
                  <a:off x="420624" y="5066136"/>
                  <a:ext cx="330120" cy="26280"/>
                </a:xfrm>
                <a:prstGeom prst="rect">
                  <a:avLst/>
                </a:prstGeom>
              </p:spPr>
            </p:pic>
          </mc:Fallback>
        </mc:AlternateContent>
      </p:grpSp>
      <p:grpSp>
        <p:nvGrpSpPr>
          <p:cNvPr id="294" name="Group 293">
            <a:extLst>
              <a:ext uri="{FF2B5EF4-FFF2-40B4-BE49-F238E27FC236}">
                <a16:creationId xmlns:a16="http://schemas.microsoft.com/office/drawing/2014/main" id="{C435F3C1-B6CD-B637-4379-E97AEEA45BFA}"/>
              </a:ext>
            </a:extLst>
          </p:cNvPr>
          <p:cNvGrpSpPr/>
          <p:nvPr/>
        </p:nvGrpSpPr>
        <p:grpSpPr>
          <a:xfrm>
            <a:off x="1239624" y="6355656"/>
            <a:ext cx="477000" cy="131760"/>
            <a:chOff x="1239624" y="6355656"/>
            <a:chExt cx="477000" cy="131760"/>
          </a:xfrm>
        </p:grpSpPr>
        <mc:AlternateContent xmlns:mc="http://schemas.openxmlformats.org/markup-compatibility/2006" xmlns:p14="http://schemas.microsoft.com/office/powerpoint/2010/main">
          <mc:Choice Requires="p14">
            <p:contentPart p14:bwMode="auto" r:id="rId479">
              <p14:nvContentPartPr>
                <p14:cNvPr id="289" name="Ink 288">
                  <a:extLst>
                    <a:ext uri="{FF2B5EF4-FFF2-40B4-BE49-F238E27FC236}">
                      <a16:creationId xmlns:a16="http://schemas.microsoft.com/office/drawing/2014/main" id="{656F4C11-0508-472E-B563-96ABDCD09F60}"/>
                    </a:ext>
                  </a:extLst>
                </p14:cNvPr>
                <p14:cNvContentPartPr/>
                <p14:nvPr/>
              </p14:nvContentPartPr>
              <p14:xfrm>
                <a:off x="1339704" y="6376896"/>
                <a:ext cx="20880" cy="110520"/>
              </p14:xfrm>
            </p:contentPart>
          </mc:Choice>
          <mc:Fallback xmlns="">
            <p:pic>
              <p:nvPicPr>
                <p:cNvPr id="289" name="Ink 288">
                  <a:extLst>
                    <a:ext uri="{FF2B5EF4-FFF2-40B4-BE49-F238E27FC236}">
                      <a16:creationId xmlns:a16="http://schemas.microsoft.com/office/drawing/2014/main" id="{656F4C11-0508-472E-B563-96ABDCD09F60}"/>
                    </a:ext>
                  </a:extLst>
                </p:cNvPr>
                <p:cNvPicPr/>
                <p:nvPr/>
              </p:nvPicPr>
              <p:blipFill>
                <a:blip r:embed="rId480"/>
                <a:stretch>
                  <a:fillRect/>
                </a:stretch>
              </p:blipFill>
              <p:spPr>
                <a:xfrm>
                  <a:off x="1335384" y="6372576"/>
                  <a:ext cx="295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90" name="Ink 289">
                  <a:extLst>
                    <a:ext uri="{FF2B5EF4-FFF2-40B4-BE49-F238E27FC236}">
                      <a16:creationId xmlns:a16="http://schemas.microsoft.com/office/drawing/2014/main" id="{CB670B70-4E69-AF7D-A1BF-28FF39BF08FC}"/>
                    </a:ext>
                  </a:extLst>
                </p14:cNvPr>
                <p14:cNvContentPartPr/>
                <p14:nvPr/>
              </p14:nvContentPartPr>
              <p14:xfrm>
                <a:off x="1239624" y="6355656"/>
                <a:ext cx="234360" cy="15480"/>
              </p14:xfrm>
            </p:contentPart>
          </mc:Choice>
          <mc:Fallback xmlns="">
            <p:pic>
              <p:nvPicPr>
                <p:cNvPr id="290" name="Ink 289">
                  <a:extLst>
                    <a:ext uri="{FF2B5EF4-FFF2-40B4-BE49-F238E27FC236}">
                      <a16:creationId xmlns:a16="http://schemas.microsoft.com/office/drawing/2014/main" id="{CB670B70-4E69-AF7D-A1BF-28FF39BF08FC}"/>
                    </a:ext>
                  </a:extLst>
                </p:cNvPr>
                <p:cNvPicPr/>
                <p:nvPr/>
              </p:nvPicPr>
              <p:blipFill>
                <a:blip r:embed="rId482"/>
                <a:stretch>
                  <a:fillRect/>
                </a:stretch>
              </p:blipFill>
              <p:spPr>
                <a:xfrm>
                  <a:off x="1235304" y="6351336"/>
                  <a:ext cx="2430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291" name="Ink 290">
                  <a:extLst>
                    <a:ext uri="{FF2B5EF4-FFF2-40B4-BE49-F238E27FC236}">
                      <a16:creationId xmlns:a16="http://schemas.microsoft.com/office/drawing/2014/main" id="{21151237-A811-63B2-D2CB-07B5EE6A333C}"/>
                    </a:ext>
                  </a:extLst>
                </p14:cNvPr>
                <p14:cNvContentPartPr/>
                <p14:nvPr/>
              </p14:nvContentPartPr>
              <p14:xfrm>
                <a:off x="1598904" y="6378696"/>
                <a:ext cx="76320" cy="39600"/>
              </p14:xfrm>
            </p:contentPart>
          </mc:Choice>
          <mc:Fallback xmlns="">
            <p:pic>
              <p:nvPicPr>
                <p:cNvPr id="291" name="Ink 290">
                  <a:extLst>
                    <a:ext uri="{FF2B5EF4-FFF2-40B4-BE49-F238E27FC236}">
                      <a16:creationId xmlns:a16="http://schemas.microsoft.com/office/drawing/2014/main" id="{21151237-A811-63B2-D2CB-07B5EE6A333C}"/>
                    </a:ext>
                  </a:extLst>
                </p:cNvPr>
                <p:cNvPicPr/>
                <p:nvPr/>
              </p:nvPicPr>
              <p:blipFill>
                <a:blip r:embed="rId484"/>
                <a:stretch>
                  <a:fillRect/>
                </a:stretch>
              </p:blipFill>
              <p:spPr>
                <a:xfrm>
                  <a:off x="1594584" y="6374376"/>
                  <a:ext cx="849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292" name="Ink 291">
                  <a:extLst>
                    <a:ext uri="{FF2B5EF4-FFF2-40B4-BE49-F238E27FC236}">
                      <a16:creationId xmlns:a16="http://schemas.microsoft.com/office/drawing/2014/main" id="{A0400AEA-1EE0-2C30-85A8-A41ED3CC98E6}"/>
                    </a:ext>
                  </a:extLst>
                </p14:cNvPr>
                <p14:cNvContentPartPr/>
                <p14:nvPr/>
              </p14:nvContentPartPr>
              <p14:xfrm>
                <a:off x="1605384" y="6391296"/>
                <a:ext cx="360" cy="360"/>
              </p14:xfrm>
            </p:contentPart>
          </mc:Choice>
          <mc:Fallback xmlns="">
            <p:pic>
              <p:nvPicPr>
                <p:cNvPr id="292" name="Ink 291">
                  <a:extLst>
                    <a:ext uri="{FF2B5EF4-FFF2-40B4-BE49-F238E27FC236}">
                      <a16:creationId xmlns:a16="http://schemas.microsoft.com/office/drawing/2014/main" id="{A0400AEA-1EE0-2C30-85A8-A41ED3CC98E6}"/>
                    </a:ext>
                  </a:extLst>
                </p:cNvPr>
                <p:cNvPicPr/>
                <p:nvPr/>
              </p:nvPicPr>
              <p:blipFill>
                <a:blip r:embed="rId265"/>
                <a:stretch>
                  <a:fillRect/>
                </a:stretch>
              </p:blipFill>
              <p:spPr>
                <a:xfrm>
                  <a:off x="1601064" y="638697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293" name="Ink 292">
                  <a:extLst>
                    <a:ext uri="{FF2B5EF4-FFF2-40B4-BE49-F238E27FC236}">
                      <a16:creationId xmlns:a16="http://schemas.microsoft.com/office/drawing/2014/main" id="{6CBEDF93-ECB2-07EF-3259-889E7A52D277}"/>
                    </a:ext>
                  </a:extLst>
                </p14:cNvPr>
                <p14:cNvContentPartPr/>
                <p14:nvPr/>
              </p14:nvContentPartPr>
              <p14:xfrm>
                <a:off x="1600704" y="6391296"/>
                <a:ext cx="115920" cy="61560"/>
              </p14:xfrm>
            </p:contentPart>
          </mc:Choice>
          <mc:Fallback xmlns="">
            <p:pic>
              <p:nvPicPr>
                <p:cNvPr id="293" name="Ink 292">
                  <a:extLst>
                    <a:ext uri="{FF2B5EF4-FFF2-40B4-BE49-F238E27FC236}">
                      <a16:creationId xmlns:a16="http://schemas.microsoft.com/office/drawing/2014/main" id="{6CBEDF93-ECB2-07EF-3259-889E7A52D277}"/>
                    </a:ext>
                  </a:extLst>
                </p:cNvPr>
                <p:cNvPicPr/>
                <p:nvPr/>
              </p:nvPicPr>
              <p:blipFill>
                <a:blip r:embed="rId487"/>
                <a:stretch>
                  <a:fillRect/>
                </a:stretch>
              </p:blipFill>
              <p:spPr>
                <a:xfrm>
                  <a:off x="1596384" y="6386976"/>
                  <a:ext cx="124560" cy="70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8">
            <p14:nvContentPartPr>
              <p14:cNvPr id="300" name="Ink 299">
                <a:extLst>
                  <a:ext uri="{FF2B5EF4-FFF2-40B4-BE49-F238E27FC236}">
                    <a16:creationId xmlns:a16="http://schemas.microsoft.com/office/drawing/2014/main" id="{596AB526-F63D-271C-30FB-4CC06F2726A6}"/>
                  </a:ext>
                </a:extLst>
              </p14:cNvPr>
              <p14:cNvContentPartPr/>
              <p14:nvPr/>
            </p14:nvContentPartPr>
            <p14:xfrm>
              <a:off x="6734664" y="6324336"/>
              <a:ext cx="1583640" cy="46440"/>
            </p14:xfrm>
          </p:contentPart>
        </mc:Choice>
        <mc:Fallback xmlns="">
          <p:pic>
            <p:nvPicPr>
              <p:cNvPr id="300" name="Ink 299">
                <a:extLst>
                  <a:ext uri="{FF2B5EF4-FFF2-40B4-BE49-F238E27FC236}">
                    <a16:creationId xmlns:a16="http://schemas.microsoft.com/office/drawing/2014/main" id="{596AB526-F63D-271C-30FB-4CC06F2726A6}"/>
                  </a:ext>
                </a:extLst>
              </p:cNvPr>
              <p:cNvPicPr/>
              <p:nvPr/>
            </p:nvPicPr>
            <p:blipFill>
              <a:blip r:embed="rId489"/>
              <a:stretch>
                <a:fillRect/>
              </a:stretch>
            </p:blipFill>
            <p:spPr>
              <a:xfrm>
                <a:off x="6730344" y="6320016"/>
                <a:ext cx="1592280" cy="55080"/>
              </a:xfrm>
              <a:prstGeom prst="rect">
                <a:avLst/>
              </a:prstGeom>
            </p:spPr>
          </p:pic>
        </mc:Fallback>
      </mc:AlternateContent>
      <p:grpSp>
        <p:nvGrpSpPr>
          <p:cNvPr id="305" name="Group 304">
            <a:extLst>
              <a:ext uri="{FF2B5EF4-FFF2-40B4-BE49-F238E27FC236}">
                <a16:creationId xmlns:a16="http://schemas.microsoft.com/office/drawing/2014/main" id="{74378809-3BDB-540D-B068-2C504AFC8F5B}"/>
              </a:ext>
            </a:extLst>
          </p:cNvPr>
          <p:cNvGrpSpPr/>
          <p:nvPr/>
        </p:nvGrpSpPr>
        <p:grpSpPr>
          <a:xfrm>
            <a:off x="1921824" y="6191496"/>
            <a:ext cx="1007640" cy="260280"/>
            <a:chOff x="1921824" y="6191496"/>
            <a:chExt cx="1007640" cy="260280"/>
          </a:xfrm>
        </p:grpSpPr>
        <mc:AlternateContent xmlns:mc="http://schemas.openxmlformats.org/markup-compatibility/2006" xmlns:p14="http://schemas.microsoft.com/office/powerpoint/2010/main">
          <mc:Choice Requires="p14">
            <p:contentPart p14:bwMode="auto" r:id="rId490">
              <p14:nvContentPartPr>
                <p14:cNvPr id="295" name="Ink 294">
                  <a:extLst>
                    <a:ext uri="{FF2B5EF4-FFF2-40B4-BE49-F238E27FC236}">
                      <a16:creationId xmlns:a16="http://schemas.microsoft.com/office/drawing/2014/main" id="{DD7CA7CF-A69F-5E59-B1F9-9D5A8A9E71AF}"/>
                    </a:ext>
                  </a:extLst>
                </p14:cNvPr>
                <p14:cNvContentPartPr/>
                <p14:nvPr/>
              </p14:nvContentPartPr>
              <p14:xfrm>
                <a:off x="1921824" y="6322176"/>
                <a:ext cx="229320" cy="61200"/>
              </p14:xfrm>
            </p:contentPart>
          </mc:Choice>
          <mc:Fallback xmlns="">
            <p:pic>
              <p:nvPicPr>
                <p:cNvPr id="295" name="Ink 294">
                  <a:extLst>
                    <a:ext uri="{FF2B5EF4-FFF2-40B4-BE49-F238E27FC236}">
                      <a16:creationId xmlns:a16="http://schemas.microsoft.com/office/drawing/2014/main" id="{DD7CA7CF-A69F-5E59-B1F9-9D5A8A9E71AF}"/>
                    </a:ext>
                  </a:extLst>
                </p:cNvPr>
                <p:cNvPicPr/>
                <p:nvPr/>
              </p:nvPicPr>
              <p:blipFill>
                <a:blip r:embed="rId491"/>
                <a:stretch>
                  <a:fillRect/>
                </a:stretch>
              </p:blipFill>
              <p:spPr>
                <a:xfrm>
                  <a:off x="1917504" y="6317856"/>
                  <a:ext cx="2379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296" name="Ink 295">
                  <a:extLst>
                    <a:ext uri="{FF2B5EF4-FFF2-40B4-BE49-F238E27FC236}">
                      <a16:creationId xmlns:a16="http://schemas.microsoft.com/office/drawing/2014/main" id="{6EFBB6FB-18D3-7FFF-FAF0-438C859F1707}"/>
                    </a:ext>
                  </a:extLst>
                </p14:cNvPr>
                <p14:cNvContentPartPr/>
                <p14:nvPr/>
              </p14:nvContentPartPr>
              <p14:xfrm>
                <a:off x="2231424" y="6296616"/>
                <a:ext cx="102960" cy="61560"/>
              </p14:xfrm>
            </p:contentPart>
          </mc:Choice>
          <mc:Fallback xmlns="">
            <p:pic>
              <p:nvPicPr>
                <p:cNvPr id="296" name="Ink 295">
                  <a:extLst>
                    <a:ext uri="{FF2B5EF4-FFF2-40B4-BE49-F238E27FC236}">
                      <a16:creationId xmlns:a16="http://schemas.microsoft.com/office/drawing/2014/main" id="{6EFBB6FB-18D3-7FFF-FAF0-438C859F1707}"/>
                    </a:ext>
                  </a:extLst>
                </p:cNvPr>
                <p:cNvPicPr/>
                <p:nvPr/>
              </p:nvPicPr>
              <p:blipFill>
                <a:blip r:embed="rId493"/>
                <a:stretch>
                  <a:fillRect/>
                </a:stretch>
              </p:blipFill>
              <p:spPr>
                <a:xfrm>
                  <a:off x="2227104" y="6292296"/>
                  <a:ext cx="1116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297" name="Ink 296">
                  <a:extLst>
                    <a:ext uri="{FF2B5EF4-FFF2-40B4-BE49-F238E27FC236}">
                      <a16:creationId xmlns:a16="http://schemas.microsoft.com/office/drawing/2014/main" id="{CC64C98C-C865-9692-B8B1-5DDBE92AE033}"/>
                    </a:ext>
                  </a:extLst>
                </p14:cNvPr>
                <p14:cNvContentPartPr/>
                <p14:nvPr/>
              </p14:nvContentPartPr>
              <p14:xfrm>
                <a:off x="2480904" y="6256296"/>
                <a:ext cx="88200" cy="87120"/>
              </p14:xfrm>
            </p:contentPart>
          </mc:Choice>
          <mc:Fallback xmlns="">
            <p:pic>
              <p:nvPicPr>
                <p:cNvPr id="297" name="Ink 296">
                  <a:extLst>
                    <a:ext uri="{FF2B5EF4-FFF2-40B4-BE49-F238E27FC236}">
                      <a16:creationId xmlns:a16="http://schemas.microsoft.com/office/drawing/2014/main" id="{CC64C98C-C865-9692-B8B1-5DDBE92AE033}"/>
                    </a:ext>
                  </a:extLst>
                </p:cNvPr>
                <p:cNvPicPr/>
                <p:nvPr/>
              </p:nvPicPr>
              <p:blipFill>
                <a:blip r:embed="rId495"/>
                <a:stretch>
                  <a:fillRect/>
                </a:stretch>
              </p:blipFill>
              <p:spPr>
                <a:xfrm>
                  <a:off x="2476584" y="6251976"/>
                  <a:ext cx="9684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298" name="Ink 297">
                  <a:extLst>
                    <a:ext uri="{FF2B5EF4-FFF2-40B4-BE49-F238E27FC236}">
                      <a16:creationId xmlns:a16="http://schemas.microsoft.com/office/drawing/2014/main" id="{AB5FF838-C186-94D0-6E39-870E6AAC55EA}"/>
                    </a:ext>
                  </a:extLst>
                </p14:cNvPr>
                <p14:cNvContentPartPr/>
                <p14:nvPr/>
              </p14:nvContentPartPr>
              <p14:xfrm>
                <a:off x="2724624" y="6248376"/>
                <a:ext cx="98640" cy="88200"/>
              </p14:xfrm>
            </p:contentPart>
          </mc:Choice>
          <mc:Fallback xmlns="">
            <p:pic>
              <p:nvPicPr>
                <p:cNvPr id="298" name="Ink 297">
                  <a:extLst>
                    <a:ext uri="{FF2B5EF4-FFF2-40B4-BE49-F238E27FC236}">
                      <a16:creationId xmlns:a16="http://schemas.microsoft.com/office/drawing/2014/main" id="{AB5FF838-C186-94D0-6E39-870E6AAC55EA}"/>
                    </a:ext>
                  </a:extLst>
                </p:cNvPr>
                <p:cNvPicPr/>
                <p:nvPr/>
              </p:nvPicPr>
              <p:blipFill>
                <a:blip r:embed="rId497"/>
                <a:stretch>
                  <a:fillRect/>
                </a:stretch>
              </p:blipFill>
              <p:spPr>
                <a:xfrm>
                  <a:off x="2720304" y="6244056"/>
                  <a:ext cx="1072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301" name="Ink 300">
                  <a:extLst>
                    <a:ext uri="{FF2B5EF4-FFF2-40B4-BE49-F238E27FC236}">
                      <a16:creationId xmlns:a16="http://schemas.microsoft.com/office/drawing/2014/main" id="{FA12FEE0-CEFD-E8DA-8ABC-E188F6615034}"/>
                    </a:ext>
                  </a:extLst>
                </p14:cNvPr>
                <p14:cNvContentPartPr/>
                <p14:nvPr/>
              </p14:nvContentPartPr>
              <p14:xfrm>
                <a:off x="2735064" y="6191496"/>
                <a:ext cx="120600" cy="210600"/>
              </p14:xfrm>
            </p:contentPart>
          </mc:Choice>
          <mc:Fallback xmlns="">
            <p:pic>
              <p:nvPicPr>
                <p:cNvPr id="301" name="Ink 300">
                  <a:extLst>
                    <a:ext uri="{FF2B5EF4-FFF2-40B4-BE49-F238E27FC236}">
                      <a16:creationId xmlns:a16="http://schemas.microsoft.com/office/drawing/2014/main" id="{FA12FEE0-CEFD-E8DA-8ABC-E188F6615034}"/>
                    </a:ext>
                  </a:extLst>
                </p:cNvPr>
                <p:cNvPicPr/>
                <p:nvPr/>
              </p:nvPicPr>
              <p:blipFill>
                <a:blip r:embed="rId499"/>
                <a:stretch>
                  <a:fillRect/>
                </a:stretch>
              </p:blipFill>
              <p:spPr>
                <a:xfrm>
                  <a:off x="2730744" y="6187176"/>
                  <a:ext cx="1292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302" name="Ink 301">
                  <a:extLst>
                    <a:ext uri="{FF2B5EF4-FFF2-40B4-BE49-F238E27FC236}">
                      <a16:creationId xmlns:a16="http://schemas.microsoft.com/office/drawing/2014/main" id="{5D5092E4-6669-621E-00DD-6871D6906DDC}"/>
                    </a:ext>
                  </a:extLst>
                </p14:cNvPr>
                <p14:cNvContentPartPr/>
                <p14:nvPr/>
              </p14:nvContentPartPr>
              <p14:xfrm>
                <a:off x="2746584" y="6245856"/>
                <a:ext cx="182880" cy="166680"/>
              </p14:xfrm>
            </p:contentPart>
          </mc:Choice>
          <mc:Fallback xmlns="">
            <p:pic>
              <p:nvPicPr>
                <p:cNvPr id="302" name="Ink 301">
                  <a:extLst>
                    <a:ext uri="{FF2B5EF4-FFF2-40B4-BE49-F238E27FC236}">
                      <a16:creationId xmlns:a16="http://schemas.microsoft.com/office/drawing/2014/main" id="{5D5092E4-6669-621E-00DD-6871D6906DDC}"/>
                    </a:ext>
                  </a:extLst>
                </p:cNvPr>
                <p:cNvPicPr/>
                <p:nvPr/>
              </p:nvPicPr>
              <p:blipFill>
                <a:blip r:embed="rId501"/>
                <a:stretch>
                  <a:fillRect/>
                </a:stretch>
              </p:blipFill>
              <p:spPr>
                <a:xfrm>
                  <a:off x="2742264" y="6241536"/>
                  <a:ext cx="1915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304" name="Ink 303">
                  <a:extLst>
                    <a:ext uri="{FF2B5EF4-FFF2-40B4-BE49-F238E27FC236}">
                      <a16:creationId xmlns:a16="http://schemas.microsoft.com/office/drawing/2014/main" id="{366C1C8F-DE86-5B7E-F198-90F46C47C901}"/>
                    </a:ext>
                  </a:extLst>
                </p14:cNvPr>
                <p14:cNvContentPartPr/>
                <p14:nvPr/>
              </p14:nvContentPartPr>
              <p14:xfrm>
                <a:off x="2003184" y="6290856"/>
                <a:ext cx="147600" cy="160920"/>
              </p14:xfrm>
            </p:contentPart>
          </mc:Choice>
          <mc:Fallback xmlns="">
            <p:pic>
              <p:nvPicPr>
                <p:cNvPr id="304" name="Ink 303">
                  <a:extLst>
                    <a:ext uri="{FF2B5EF4-FFF2-40B4-BE49-F238E27FC236}">
                      <a16:creationId xmlns:a16="http://schemas.microsoft.com/office/drawing/2014/main" id="{366C1C8F-DE86-5B7E-F198-90F46C47C901}"/>
                    </a:ext>
                  </a:extLst>
                </p:cNvPr>
                <p:cNvPicPr/>
                <p:nvPr/>
              </p:nvPicPr>
              <p:blipFill>
                <a:blip r:embed="rId503"/>
                <a:stretch>
                  <a:fillRect/>
                </a:stretch>
              </p:blipFill>
              <p:spPr>
                <a:xfrm>
                  <a:off x="1998864" y="6286536"/>
                  <a:ext cx="156240" cy="169560"/>
                </a:xfrm>
                <a:prstGeom prst="rect">
                  <a:avLst/>
                </a:prstGeom>
              </p:spPr>
            </p:pic>
          </mc:Fallback>
        </mc:AlternateContent>
      </p:grpSp>
      <p:grpSp>
        <p:nvGrpSpPr>
          <p:cNvPr id="317" name="Group 316">
            <a:extLst>
              <a:ext uri="{FF2B5EF4-FFF2-40B4-BE49-F238E27FC236}">
                <a16:creationId xmlns:a16="http://schemas.microsoft.com/office/drawing/2014/main" id="{95E5968E-056C-96CE-7C00-1CE4C8D45090}"/>
              </a:ext>
            </a:extLst>
          </p:cNvPr>
          <p:cNvGrpSpPr/>
          <p:nvPr/>
        </p:nvGrpSpPr>
        <p:grpSpPr>
          <a:xfrm>
            <a:off x="1297224" y="6664176"/>
            <a:ext cx="484200" cy="157320"/>
            <a:chOff x="1297224" y="6664176"/>
            <a:chExt cx="484200" cy="157320"/>
          </a:xfrm>
        </p:grpSpPr>
        <mc:AlternateContent xmlns:mc="http://schemas.openxmlformats.org/markup-compatibility/2006" xmlns:p14="http://schemas.microsoft.com/office/powerpoint/2010/main">
          <mc:Choice Requires="p14">
            <p:contentPart p14:bwMode="auto" r:id="rId504">
              <p14:nvContentPartPr>
                <p14:cNvPr id="306" name="Ink 305">
                  <a:extLst>
                    <a:ext uri="{FF2B5EF4-FFF2-40B4-BE49-F238E27FC236}">
                      <a16:creationId xmlns:a16="http://schemas.microsoft.com/office/drawing/2014/main" id="{96B7C198-0F26-1B23-4613-9112DBCFF3BF}"/>
                    </a:ext>
                  </a:extLst>
                </p14:cNvPr>
                <p14:cNvContentPartPr/>
                <p14:nvPr/>
              </p14:nvContentPartPr>
              <p14:xfrm>
                <a:off x="1374624" y="6689376"/>
                <a:ext cx="16560" cy="132120"/>
              </p14:xfrm>
            </p:contentPart>
          </mc:Choice>
          <mc:Fallback xmlns="">
            <p:pic>
              <p:nvPicPr>
                <p:cNvPr id="306" name="Ink 305">
                  <a:extLst>
                    <a:ext uri="{FF2B5EF4-FFF2-40B4-BE49-F238E27FC236}">
                      <a16:creationId xmlns:a16="http://schemas.microsoft.com/office/drawing/2014/main" id="{96B7C198-0F26-1B23-4613-9112DBCFF3BF}"/>
                    </a:ext>
                  </a:extLst>
                </p:cNvPr>
                <p:cNvPicPr/>
                <p:nvPr/>
              </p:nvPicPr>
              <p:blipFill>
                <a:blip r:embed="rId505"/>
                <a:stretch>
                  <a:fillRect/>
                </a:stretch>
              </p:blipFill>
              <p:spPr>
                <a:xfrm>
                  <a:off x="1370304" y="6685056"/>
                  <a:ext cx="252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307" name="Ink 306">
                  <a:extLst>
                    <a:ext uri="{FF2B5EF4-FFF2-40B4-BE49-F238E27FC236}">
                      <a16:creationId xmlns:a16="http://schemas.microsoft.com/office/drawing/2014/main" id="{70AABE73-EC11-EC34-853F-53B963BC5023}"/>
                    </a:ext>
                  </a:extLst>
                </p14:cNvPr>
                <p14:cNvContentPartPr/>
                <p14:nvPr/>
              </p14:nvContentPartPr>
              <p14:xfrm>
                <a:off x="1297224" y="6664176"/>
                <a:ext cx="204480" cy="36000"/>
              </p14:xfrm>
            </p:contentPart>
          </mc:Choice>
          <mc:Fallback xmlns="">
            <p:pic>
              <p:nvPicPr>
                <p:cNvPr id="307" name="Ink 306">
                  <a:extLst>
                    <a:ext uri="{FF2B5EF4-FFF2-40B4-BE49-F238E27FC236}">
                      <a16:creationId xmlns:a16="http://schemas.microsoft.com/office/drawing/2014/main" id="{70AABE73-EC11-EC34-853F-53B963BC5023}"/>
                    </a:ext>
                  </a:extLst>
                </p:cNvPr>
                <p:cNvPicPr/>
                <p:nvPr/>
              </p:nvPicPr>
              <p:blipFill>
                <a:blip r:embed="rId507"/>
                <a:stretch>
                  <a:fillRect/>
                </a:stretch>
              </p:blipFill>
              <p:spPr>
                <a:xfrm>
                  <a:off x="1292904" y="6659856"/>
                  <a:ext cx="213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308" name="Ink 307">
                  <a:extLst>
                    <a:ext uri="{FF2B5EF4-FFF2-40B4-BE49-F238E27FC236}">
                      <a16:creationId xmlns:a16="http://schemas.microsoft.com/office/drawing/2014/main" id="{C47BA1A7-4CA2-3A71-313E-621E481078BD}"/>
                    </a:ext>
                  </a:extLst>
                </p14:cNvPr>
                <p14:cNvContentPartPr/>
                <p14:nvPr/>
              </p14:nvContentPartPr>
              <p14:xfrm>
                <a:off x="1603224" y="6707736"/>
                <a:ext cx="95400" cy="31680"/>
              </p14:xfrm>
            </p:contentPart>
          </mc:Choice>
          <mc:Fallback xmlns="">
            <p:pic>
              <p:nvPicPr>
                <p:cNvPr id="308" name="Ink 307">
                  <a:extLst>
                    <a:ext uri="{FF2B5EF4-FFF2-40B4-BE49-F238E27FC236}">
                      <a16:creationId xmlns:a16="http://schemas.microsoft.com/office/drawing/2014/main" id="{C47BA1A7-4CA2-3A71-313E-621E481078BD}"/>
                    </a:ext>
                  </a:extLst>
                </p:cNvPr>
                <p:cNvPicPr/>
                <p:nvPr/>
              </p:nvPicPr>
              <p:blipFill>
                <a:blip r:embed="rId509"/>
                <a:stretch>
                  <a:fillRect/>
                </a:stretch>
              </p:blipFill>
              <p:spPr>
                <a:xfrm>
                  <a:off x="1598904" y="6703416"/>
                  <a:ext cx="1040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309" name="Ink 308">
                  <a:extLst>
                    <a:ext uri="{FF2B5EF4-FFF2-40B4-BE49-F238E27FC236}">
                      <a16:creationId xmlns:a16="http://schemas.microsoft.com/office/drawing/2014/main" id="{0BF6F56F-F5BA-8D79-EE18-061F10B509F3}"/>
                    </a:ext>
                  </a:extLst>
                </p14:cNvPr>
                <p14:cNvContentPartPr/>
                <p14:nvPr/>
              </p14:nvContentPartPr>
              <p14:xfrm>
                <a:off x="1616904" y="6734376"/>
                <a:ext cx="360" cy="360"/>
              </p14:xfrm>
            </p:contentPart>
          </mc:Choice>
          <mc:Fallback xmlns="">
            <p:pic>
              <p:nvPicPr>
                <p:cNvPr id="309" name="Ink 308">
                  <a:extLst>
                    <a:ext uri="{FF2B5EF4-FFF2-40B4-BE49-F238E27FC236}">
                      <a16:creationId xmlns:a16="http://schemas.microsoft.com/office/drawing/2014/main" id="{0BF6F56F-F5BA-8D79-EE18-061F10B509F3}"/>
                    </a:ext>
                  </a:extLst>
                </p:cNvPr>
                <p:cNvPicPr/>
                <p:nvPr/>
              </p:nvPicPr>
              <p:blipFill>
                <a:blip r:embed="rId265"/>
                <a:stretch>
                  <a:fillRect/>
                </a:stretch>
              </p:blipFill>
              <p:spPr>
                <a:xfrm>
                  <a:off x="1612584" y="6730056"/>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10" name="Ink 309">
                  <a:extLst>
                    <a:ext uri="{FF2B5EF4-FFF2-40B4-BE49-F238E27FC236}">
                      <a16:creationId xmlns:a16="http://schemas.microsoft.com/office/drawing/2014/main" id="{AA6E5F79-E36C-028D-9F3F-75854F18FE1E}"/>
                    </a:ext>
                  </a:extLst>
                </p14:cNvPr>
                <p14:cNvContentPartPr/>
                <p14:nvPr/>
              </p14:nvContentPartPr>
              <p14:xfrm>
                <a:off x="1616904" y="6734376"/>
                <a:ext cx="164520" cy="19080"/>
              </p14:xfrm>
            </p:contentPart>
          </mc:Choice>
          <mc:Fallback xmlns="">
            <p:pic>
              <p:nvPicPr>
                <p:cNvPr id="310" name="Ink 309">
                  <a:extLst>
                    <a:ext uri="{FF2B5EF4-FFF2-40B4-BE49-F238E27FC236}">
                      <a16:creationId xmlns:a16="http://schemas.microsoft.com/office/drawing/2014/main" id="{AA6E5F79-E36C-028D-9F3F-75854F18FE1E}"/>
                    </a:ext>
                  </a:extLst>
                </p:cNvPr>
                <p:cNvPicPr/>
                <p:nvPr/>
              </p:nvPicPr>
              <p:blipFill>
                <a:blip r:embed="rId512"/>
                <a:stretch>
                  <a:fillRect/>
                </a:stretch>
              </p:blipFill>
              <p:spPr>
                <a:xfrm>
                  <a:off x="1612584" y="6730056"/>
                  <a:ext cx="173160" cy="27720"/>
                </a:xfrm>
                <a:prstGeom prst="rect">
                  <a:avLst/>
                </a:prstGeom>
              </p:spPr>
            </p:pic>
          </mc:Fallback>
        </mc:AlternateContent>
      </p:grpSp>
      <p:grpSp>
        <p:nvGrpSpPr>
          <p:cNvPr id="316" name="Group 315">
            <a:extLst>
              <a:ext uri="{FF2B5EF4-FFF2-40B4-BE49-F238E27FC236}">
                <a16:creationId xmlns:a16="http://schemas.microsoft.com/office/drawing/2014/main" id="{9E619F4E-1615-2AD7-4302-267F3C4E72D6}"/>
              </a:ext>
            </a:extLst>
          </p:cNvPr>
          <p:cNvGrpSpPr/>
          <p:nvPr/>
        </p:nvGrpSpPr>
        <p:grpSpPr>
          <a:xfrm>
            <a:off x="2092824" y="6529896"/>
            <a:ext cx="741960" cy="196560"/>
            <a:chOff x="2092824" y="6529896"/>
            <a:chExt cx="741960" cy="196560"/>
          </a:xfrm>
        </p:grpSpPr>
        <mc:AlternateContent xmlns:mc="http://schemas.openxmlformats.org/markup-compatibility/2006" xmlns:p14="http://schemas.microsoft.com/office/powerpoint/2010/main">
          <mc:Choice Requires="p14">
            <p:contentPart p14:bwMode="auto" r:id="rId513">
              <p14:nvContentPartPr>
                <p14:cNvPr id="311" name="Ink 310">
                  <a:extLst>
                    <a:ext uri="{FF2B5EF4-FFF2-40B4-BE49-F238E27FC236}">
                      <a16:creationId xmlns:a16="http://schemas.microsoft.com/office/drawing/2014/main" id="{89C71AAA-BEB8-F17D-A5DF-5B91AD13B62F}"/>
                    </a:ext>
                  </a:extLst>
                </p14:cNvPr>
                <p14:cNvContentPartPr/>
                <p14:nvPr/>
              </p14:nvContentPartPr>
              <p14:xfrm>
                <a:off x="2092824" y="6573816"/>
                <a:ext cx="39600" cy="152640"/>
              </p14:xfrm>
            </p:contentPart>
          </mc:Choice>
          <mc:Fallback xmlns="">
            <p:pic>
              <p:nvPicPr>
                <p:cNvPr id="311" name="Ink 310">
                  <a:extLst>
                    <a:ext uri="{FF2B5EF4-FFF2-40B4-BE49-F238E27FC236}">
                      <a16:creationId xmlns:a16="http://schemas.microsoft.com/office/drawing/2014/main" id="{89C71AAA-BEB8-F17D-A5DF-5B91AD13B62F}"/>
                    </a:ext>
                  </a:extLst>
                </p:cNvPr>
                <p:cNvPicPr/>
                <p:nvPr/>
              </p:nvPicPr>
              <p:blipFill>
                <a:blip r:embed="rId514"/>
                <a:stretch>
                  <a:fillRect/>
                </a:stretch>
              </p:blipFill>
              <p:spPr>
                <a:xfrm>
                  <a:off x="2088504" y="6569496"/>
                  <a:ext cx="482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12" name="Ink 311">
                  <a:extLst>
                    <a:ext uri="{FF2B5EF4-FFF2-40B4-BE49-F238E27FC236}">
                      <a16:creationId xmlns:a16="http://schemas.microsoft.com/office/drawing/2014/main" id="{A4F27999-1FBD-0548-E93C-C88C08C7385F}"/>
                    </a:ext>
                  </a:extLst>
                </p14:cNvPr>
                <p14:cNvContentPartPr/>
                <p14:nvPr/>
              </p14:nvContentPartPr>
              <p14:xfrm>
                <a:off x="2199024" y="6632856"/>
                <a:ext cx="95040" cy="65160"/>
              </p14:xfrm>
            </p:contentPart>
          </mc:Choice>
          <mc:Fallback xmlns="">
            <p:pic>
              <p:nvPicPr>
                <p:cNvPr id="312" name="Ink 311">
                  <a:extLst>
                    <a:ext uri="{FF2B5EF4-FFF2-40B4-BE49-F238E27FC236}">
                      <a16:creationId xmlns:a16="http://schemas.microsoft.com/office/drawing/2014/main" id="{A4F27999-1FBD-0548-E93C-C88C08C7385F}"/>
                    </a:ext>
                  </a:extLst>
                </p:cNvPr>
                <p:cNvPicPr/>
                <p:nvPr/>
              </p:nvPicPr>
              <p:blipFill>
                <a:blip r:embed="rId516"/>
                <a:stretch>
                  <a:fillRect/>
                </a:stretch>
              </p:blipFill>
              <p:spPr>
                <a:xfrm>
                  <a:off x="2194704" y="6628536"/>
                  <a:ext cx="1036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313" name="Ink 312">
                  <a:extLst>
                    <a:ext uri="{FF2B5EF4-FFF2-40B4-BE49-F238E27FC236}">
                      <a16:creationId xmlns:a16="http://schemas.microsoft.com/office/drawing/2014/main" id="{295A6D3B-95E4-4925-08BE-05A8AE965860}"/>
                    </a:ext>
                  </a:extLst>
                </p14:cNvPr>
                <p14:cNvContentPartPr/>
                <p14:nvPr/>
              </p14:nvContentPartPr>
              <p14:xfrm>
                <a:off x="2497104" y="6573816"/>
                <a:ext cx="9720" cy="100800"/>
              </p14:xfrm>
            </p:contentPart>
          </mc:Choice>
          <mc:Fallback xmlns="">
            <p:pic>
              <p:nvPicPr>
                <p:cNvPr id="313" name="Ink 312">
                  <a:extLst>
                    <a:ext uri="{FF2B5EF4-FFF2-40B4-BE49-F238E27FC236}">
                      <a16:creationId xmlns:a16="http://schemas.microsoft.com/office/drawing/2014/main" id="{295A6D3B-95E4-4925-08BE-05A8AE965860}"/>
                    </a:ext>
                  </a:extLst>
                </p:cNvPr>
                <p:cNvPicPr/>
                <p:nvPr/>
              </p:nvPicPr>
              <p:blipFill>
                <a:blip r:embed="rId518"/>
                <a:stretch>
                  <a:fillRect/>
                </a:stretch>
              </p:blipFill>
              <p:spPr>
                <a:xfrm>
                  <a:off x="2492784" y="6569496"/>
                  <a:ext cx="183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14" name="Ink 313">
                  <a:extLst>
                    <a:ext uri="{FF2B5EF4-FFF2-40B4-BE49-F238E27FC236}">
                      <a16:creationId xmlns:a16="http://schemas.microsoft.com/office/drawing/2014/main" id="{33C11C2A-B22B-1C81-61D3-641C25E6B502}"/>
                    </a:ext>
                  </a:extLst>
                </p14:cNvPr>
                <p14:cNvContentPartPr/>
                <p14:nvPr/>
              </p14:nvContentPartPr>
              <p14:xfrm>
                <a:off x="2462544" y="6615576"/>
                <a:ext cx="152640" cy="18720"/>
              </p14:xfrm>
            </p:contentPart>
          </mc:Choice>
          <mc:Fallback xmlns="">
            <p:pic>
              <p:nvPicPr>
                <p:cNvPr id="314" name="Ink 313">
                  <a:extLst>
                    <a:ext uri="{FF2B5EF4-FFF2-40B4-BE49-F238E27FC236}">
                      <a16:creationId xmlns:a16="http://schemas.microsoft.com/office/drawing/2014/main" id="{33C11C2A-B22B-1C81-61D3-641C25E6B502}"/>
                    </a:ext>
                  </a:extLst>
                </p:cNvPr>
                <p:cNvPicPr/>
                <p:nvPr/>
              </p:nvPicPr>
              <p:blipFill>
                <a:blip r:embed="rId520"/>
                <a:stretch>
                  <a:fillRect/>
                </a:stretch>
              </p:blipFill>
              <p:spPr>
                <a:xfrm>
                  <a:off x="2458224" y="6611256"/>
                  <a:ext cx="16128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15" name="Ink 314">
                  <a:extLst>
                    <a:ext uri="{FF2B5EF4-FFF2-40B4-BE49-F238E27FC236}">
                      <a16:creationId xmlns:a16="http://schemas.microsoft.com/office/drawing/2014/main" id="{2011BB29-111F-F9A5-A602-0FC10FF5ACC8}"/>
                    </a:ext>
                  </a:extLst>
                </p14:cNvPr>
                <p14:cNvContentPartPr/>
                <p14:nvPr/>
              </p14:nvContentPartPr>
              <p14:xfrm>
                <a:off x="2706624" y="6529896"/>
                <a:ext cx="128160" cy="124200"/>
              </p14:xfrm>
            </p:contentPart>
          </mc:Choice>
          <mc:Fallback xmlns="">
            <p:pic>
              <p:nvPicPr>
                <p:cNvPr id="315" name="Ink 314">
                  <a:extLst>
                    <a:ext uri="{FF2B5EF4-FFF2-40B4-BE49-F238E27FC236}">
                      <a16:creationId xmlns:a16="http://schemas.microsoft.com/office/drawing/2014/main" id="{2011BB29-111F-F9A5-A602-0FC10FF5ACC8}"/>
                    </a:ext>
                  </a:extLst>
                </p:cNvPr>
                <p:cNvPicPr/>
                <p:nvPr/>
              </p:nvPicPr>
              <p:blipFill>
                <a:blip r:embed="rId522"/>
                <a:stretch>
                  <a:fillRect/>
                </a:stretch>
              </p:blipFill>
              <p:spPr>
                <a:xfrm>
                  <a:off x="2702304" y="6525576"/>
                  <a:ext cx="136800" cy="132840"/>
                </a:xfrm>
                <a:prstGeom prst="rect">
                  <a:avLst/>
                </a:prstGeom>
              </p:spPr>
            </p:pic>
          </mc:Fallback>
        </mc:AlternateContent>
      </p:grpSp>
    </p:spTree>
    <p:extLst>
      <p:ext uri="{BB962C8B-B14F-4D97-AF65-F5344CB8AC3E}">
        <p14:creationId xmlns:p14="http://schemas.microsoft.com/office/powerpoint/2010/main" val="328914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E50400-7519-40B1-FFB0-ADC66BEFB1A5}"/>
              </a:ext>
            </a:extLst>
          </p:cNvPr>
          <p:cNvSpPr>
            <a:spLocks noGrp="1"/>
          </p:cNvSpPr>
          <p:nvPr>
            <p:ph type="sldNum" sz="quarter" idx="12"/>
          </p:nvPr>
        </p:nvSpPr>
        <p:spPr/>
        <p:txBody>
          <a:bodyPr/>
          <a:lstStyle/>
          <a:p>
            <a:fld id="{AD2B2EE5-B8BC-4D24-A25E-F2DF61737E68}" type="slidenum">
              <a:rPr lang="en-US" smtClean="0"/>
              <a:pPr/>
              <a:t>20</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ADFCCE7-87C9-3AB0-9C89-F203F99A2C18}"/>
                  </a:ext>
                </a:extLst>
              </p14:cNvPr>
              <p14:cNvContentPartPr/>
              <p14:nvPr/>
            </p14:nvContentPartPr>
            <p14:xfrm>
              <a:off x="660032" y="580832"/>
              <a:ext cx="321480" cy="350280"/>
            </p14:xfrm>
          </p:contentPart>
        </mc:Choice>
        <mc:Fallback xmlns="">
          <p:pic>
            <p:nvPicPr>
              <p:cNvPr id="3" name="Ink 2">
                <a:extLst>
                  <a:ext uri="{FF2B5EF4-FFF2-40B4-BE49-F238E27FC236}">
                    <a16:creationId xmlns:a16="http://schemas.microsoft.com/office/drawing/2014/main" id="{0ADFCCE7-87C9-3AB0-9C89-F203F99A2C18}"/>
                  </a:ext>
                </a:extLst>
              </p:cNvPr>
              <p:cNvPicPr/>
              <p:nvPr/>
            </p:nvPicPr>
            <p:blipFill>
              <a:blip r:embed="rId3"/>
              <a:stretch>
                <a:fillRect/>
              </a:stretch>
            </p:blipFill>
            <p:spPr>
              <a:xfrm>
                <a:off x="655712" y="576512"/>
                <a:ext cx="33012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7F8BA52-516B-244D-2097-9DA5A7628084}"/>
                  </a:ext>
                </a:extLst>
              </p14:cNvPr>
              <p14:cNvContentPartPr/>
              <p14:nvPr/>
            </p14:nvContentPartPr>
            <p14:xfrm>
              <a:off x="939752" y="833552"/>
              <a:ext cx="5040" cy="32760"/>
            </p14:xfrm>
          </p:contentPart>
        </mc:Choice>
        <mc:Fallback xmlns="">
          <p:pic>
            <p:nvPicPr>
              <p:cNvPr id="4" name="Ink 3">
                <a:extLst>
                  <a:ext uri="{FF2B5EF4-FFF2-40B4-BE49-F238E27FC236}">
                    <a16:creationId xmlns:a16="http://schemas.microsoft.com/office/drawing/2014/main" id="{E7F8BA52-516B-244D-2097-9DA5A7628084}"/>
                  </a:ext>
                </a:extLst>
              </p:cNvPr>
              <p:cNvPicPr/>
              <p:nvPr/>
            </p:nvPicPr>
            <p:blipFill>
              <a:blip r:embed="rId5"/>
              <a:stretch>
                <a:fillRect/>
              </a:stretch>
            </p:blipFill>
            <p:spPr>
              <a:xfrm>
                <a:off x="935432" y="829232"/>
                <a:ext cx="136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8E539305-5A21-4FF3-6433-7C6449272FA9}"/>
                  </a:ext>
                </a:extLst>
              </p14:cNvPr>
              <p14:cNvContentPartPr/>
              <p14:nvPr/>
            </p14:nvContentPartPr>
            <p14:xfrm>
              <a:off x="1043792" y="705392"/>
              <a:ext cx="18720" cy="54720"/>
            </p14:xfrm>
          </p:contentPart>
        </mc:Choice>
        <mc:Fallback xmlns="">
          <p:pic>
            <p:nvPicPr>
              <p:cNvPr id="5" name="Ink 4">
                <a:extLst>
                  <a:ext uri="{FF2B5EF4-FFF2-40B4-BE49-F238E27FC236}">
                    <a16:creationId xmlns:a16="http://schemas.microsoft.com/office/drawing/2014/main" id="{8E539305-5A21-4FF3-6433-7C6449272FA9}"/>
                  </a:ext>
                </a:extLst>
              </p:cNvPr>
              <p:cNvPicPr/>
              <p:nvPr/>
            </p:nvPicPr>
            <p:blipFill>
              <a:blip r:embed="rId7"/>
              <a:stretch>
                <a:fillRect/>
              </a:stretch>
            </p:blipFill>
            <p:spPr>
              <a:xfrm>
                <a:off x="1039472" y="701072"/>
                <a:ext cx="273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458A336-FFD5-DE4E-7F7B-955AF17AAF92}"/>
                  </a:ext>
                </a:extLst>
              </p14:cNvPr>
              <p14:cNvContentPartPr/>
              <p14:nvPr/>
            </p14:nvContentPartPr>
            <p14:xfrm>
              <a:off x="1022912" y="831392"/>
              <a:ext cx="132120" cy="37440"/>
            </p14:xfrm>
          </p:contentPart>
        </mc:Choice>
        <mc:Fallback xmlns="">
          <p:pic>
            <p:nvPicPr>
              <p:cNvPr id="6" name="Ink 5">
                <a:extLst>
                  <a:ext uri="{FF2B5EF4-FFF2-40B4-BE49-F238E27FC236}">
                    <a16:creationId xmlns:a16="http://schemas.microsoft.com/office/drawing/2014/main" id="{E458A336-FFD5-DE4E-7F7B-955AF17AAF92}"/>
                  </a:ext>
                </a:extLst>
              </p:cNvPr>
              <p:cNvPicPr/>
              <p:nvPr/>
            </p:nvPicPr>
            <p:blipFill>
              <a:blip r:embed="rId9"/>
              <a:stretch>
                <a:fillRect/>
              </a:stretch>
            </p:blipFill>
            <p:spPr>
              <a:xfrm>
                <a:off x="1018592" y="827072"/>
                <a:ext cx="1407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75F418DD-7097-89B4-BEC1-D5AB555791C9}"/>
                  </a:ext>
                </a:extLst>
              </p14:cNvPr>
              <p14:cNvContentPartPr/>
              <p14:nvPr/>
            </p14:nvContentPartPr>
            <p14:xfrm>
              <a:off x="1227392" y="789632"/>
              <a:ext cx="68400" cy="75240"/>
            </p14:xfrm>
          </p:contentPart>
        </mc:Choice>
        <mc:Fallback xmlns="">
          <p:pic>
            <p:nvPicPr>
              <p:cNvPr id="7" name="Ink 6">
                <a:extLst>
                  <a:ext uri="{FF2B5EF4-FFF2-40B4-BE49-F238E27FC236}">
                    <a16:creationId xmlns:a16="http://schemas.microsoft.com/office/drawing/2014/main" id="{75F418DD-7097-89B4-BEC1-D5AB555791C9}"/>
                  </a:ext>
                </a:extLst>
              </p:cNvPr>
              <p:cNvPicPr/>
              <p:nvPr/>
            </p:nvPicPr>
            <p:blipFill>
              <a:blip r:embed="rId11"/>
              <a:stretch>
                <a:fillRect/>
              </a:stretch>
            </p:blipFill>
            <p:spPr>
              <a:xfrm>
                <a:off x="1223072" y="785312"/>
                <a:ext cx="770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504921FD-4487-68F2-3328-E5B927E5C2BA}"/>
                  </a:ext>
                </a:extLst>
              </p14:cNvPr>
              <p14:cNvContentPartPr/>
              <p14:nvPr/>
            </p14:nvContentPartPr>
            <p14:xfrm>
              <a:off x="1325312" y="786392"/>
              <a:ext cx="106560" cy="75600"/>
            </p14:xfrm>
          </p:contentPart>
        </mc:Choice>
        <mc:Fallback xmlns="">
          <p:pic>
            <p:nvPicPr>
              <p:cNvPr id="8" name="Ink 7">
                <a:extLst>
                  <a:ext uri="{FF2B5EF4-FFF2-40B4-BE49-F238E27FC236}">
                    <a16:creationId xmlns:a16="http://schemas.microsoft.com/office/drawing/2014/main" id="{504921FD-4487-68F2-3328-E5B927E5C2BA}"/>
                  </a:ext>
                </a:extLst>
              </p:cNvPr>
              <p:cNvPicPr/>
              <p:nvPr/>
            </p:nvPicPr>
            <p:blipFill>
              <a:blip r:embed="rId13"/>
              <a:stretch>
                <a:fillRect/>
              </a:stretch>
            </p:blipFill>
            <p:spPr>
              <a:xfrm>
                <a:off x="1320992" y="782072"/>
                <a:ext cx="1152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26D35D97-93A6-8347-1DBF-637A789599EF}"/>
                  </a:ext>
                </a:extLst>
              </p14:cNvPr>
              <p14:cNvContentPartPr/>
              <p14:nvPr/>
            </p14:nvContentPartPr>
            <p14:xfrm>
              <a:off x="1502072" y="752192"/>
              <a:ext cx="75600" cy="105480"/>
            </p14:xfrm>
          </p:contentPart>
        </mc:Choice>
        <mc:Fallback xmlns="">
          <p:pic>
            <p:nvPicPr>
              <p:cNvPr id="9" name="Ink 8">
                <a:extLst>
                  <a:ext uri="{FF2B5EF4-FFF2-40B4-BE49-F238E27FC236}">
                    <a16:creationId xmlns:a16="http://schemas.microsoft.com/office/drawing/2014/main" id="{26D35D97-93A6-8347-1DBF-637A789599EF}"/>
                  </a:ext>
                </a:extLst>
              </p:cNvPr>
              <p:cNvPicPr/>
              <p:nvPr/>
            </p:nvPicPr>
            <p:blipFill>
              <a:blip r:embed="rId15"/>
              <a:stretch>
                <a:fillRect/>
              </a:stretch>
            </p:blipFill>
            <p:spPr>
              <a:xfrm>
                <a:off x="1497752" y="747872"/>
                <a:ext cx="842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F61FEE80-7A65-09A4-7D7D-9F28DB7086A6}"/>
                  </a:ext>
                </a:extLst>
              </p14:cNvPr>
              <p14:cNvContentPartPr/>
              <p14:nvPr/>
            </p14:nvContentPartPr>
            <p14:xfrm>
              <a:off x="1741832" y="609992"/>
              <a:ext cx="297720" cy="235440"/>
            </p14:xfrm>
          </p:contentPart>
        </mc:Choice>
        <mc:Fallback xmlns="">
          <p:pic>
            <p:nvPicPr>
              <p:cNvPr id="10" name="Ink 9">
                <a:extLst>
                  <a:ext uri="{FF2B5EF4-FFF2-40B4-BE49-F238E27FC236}">
                    <a16:creationId xmlns:a16="http://schemas.microsoft.com/office/drawing/2014/main" id="{F61FEE80-7A65-09A4-7D7D-9F28DB7086A6}"/>
                  </a:ext>
                </a:extLst>
              </p:cNvPr>
              <p:cNvPicPr/>
              <p:nvPr/>
            </p:nvPicPr>
            <p:blipFill>
              <a:blip r:embed="rId17"/>
              <a:stretch>
                <a:fillRect/>
              </a:stretch>
            </p:blipFill>
            <p:spPr>
              <a:xfrm>
                <a:off x="1737512" y="605672"/>
                <a:ext cx="3063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8195D0F5-BEC4-D5C4-0072-A22D0EE1B851}"/>
                  </a:ext>
                </a:extLst>
              </p14:cNvPr>
              <p14:cNvContentPartPr/>
              <p14:nvPr/>
            </p14:nvContentPartPr>
            <p14:xfrm>
              <a:off x="1988432" y="746432"/>
              <a:ext cx="95040" cy="66600"/>
            </p14:xfrm>
          </p:contentPart>
        </mc:Choice>
        <mc:Fallback xmlns="">
          <p:pic>
            <p:nvPicPr>
              <p:cNvPr id="11" name="Ink 10">
                <a:extLst>
                  <a:ext uri="{FF2B5EF4-FFF2-40B4-BE49-F238E27FC236}">
                    <a16:creationId xmlns:a16="http://schemas.microsoft.com/office/drawing/2014/main" id="{8195D0F5-BEC4-D5C4-0072-A22D0EE1B851}"/>
                  </a:ext>
                </a:extLst>
              </p:cNvPr>
              <p:cNvPicPr/>
              <p:nvPr/>
            </p:nvPicPr>
            <p:blipFill>
              <a:blip r:embed="rId19"/>
              <a:stretch>
                <a:fillRect/>
              </a:stretch>
            </p:blipFill>
            <p:spPr>
              <a:xfrm>
                <a:off x="1984112" y="742112"/>
                <a:ext cx="1036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276D61A2-9C03-97B1-E28B-D26321A5DAE1}"/>
                  </a:ext>
                </a:extLst>
              </p14:cNvPr>
              <p14:cNvContentPartPr/>
              <p14:nvPr/>
            </p14:nvContentPartPr>
            <p14:xfrm>
              <a:off x="2117672" y="744632"/>
              <a:ext cx="125280" cy="59400"/>
            </p14:xfrm>
          </p:contentPart>
        </mc:Choice>
        <mc:Fallback xmlns="">
          <p:pic>
            <p:nvPicPr>
              <p:cNvPr id="12" name="Ink 11">
                <a:extLst>
                  <a:ext uri="{FF2B5EF4-FFF2-40B4-BE49-F238E27FC236}">
                    <a16:creationId xmlns:a16="http://schemas.microsoft.com/office/drawing/2014/main" id="{276D61A2-9C03-97B1-E28B-D26321A5DAE1}"/>
                  </a:ext>
                </a:extLst>
              </p:cNvPr>
              <p:cNvPicPr/>
              <p:nvPr/>
            </p:nvPicPr>
            <p:blipFill>
              <a:blip r:embed="rId21"/>
              <a:stretch>
                <a:fillRect/>
              </a:stretch>
            </p:blipFill>
            <p:spPr>
              <a:xfrm>
                <a:off x="2113352" y="740312"/>
                <a:ext cx="1339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543CE8B9-1ADC-B204-9F57-3080B78CF05E}"/>
                  </a:ext>
                </a:extLst>
              </p14:cNvPr>
              <p14:cNvContentPartPr/>
              <p14:nvPr/>
            </p14:nvContentPartPr>
            <p14:xfrm>
              <a:off x="2286872" y="706112"/>
              <a:ext cx="48240" cy="86400"/>
            </p14:xfrm>
          </p:contentPart>
        </mc:Choice>
        <mc:Fallback xmlns="">
          <p:pic>
            <p:nvPicPr>
              <p:cNvPr id="13" name="Ink 12">
                <a:extLst>
                  <a:ext uri="{FF2B5EF4-FFF2-40B4-BE49-F238E27FC236}">
                    <a16:creationId xmlns:a16="http://schemas.microsoft.com/office/drawing/2014/main" id="{543CE8B9-1ADC-B204-9F57-3080B78CF05E}"/>
                  </a:ext>
                </a:extLst>
              </p:cNvPr>
              <p:cNvPicPr/>
              <p:nvPr/>
            </p:nvPicPr>
            <p:blipFill>
              <a:blip r:embed="rId23"/>
              <a:stretch>
                <a:fillRect/>
              </a:stretch>
            </p:blipFill>
            <p:spPr>
              <a:xfrm>
                <a:off x="2282552" y="701792"/>
                <a:ext cx="568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CAA4F51C-E870-2FA3-50B4-C86B17940779}"/>
                  </a:ext>
                </a:extLst>
              </p14:cNvPr>
              <p14:cNvContentPartPr/>
              <p14:nvPr/>
            </p14:nvContentPartPr>
            <p14:xfrm>
              <a:off x="2392712" y="627992"/>
              <a:ext cx="240480" cy="143640"/>
            </p14:xfrm>
          </p:contentPart>
        </mc:Choice>
        <mc:Fallback xmlns="">
          <p:pic>
            <p:nvPicPr>
              <p:cNvPr id="14" name="Ink 13">
                <a:extLst>
                  <a:ext uri="{FF2B5EF4-FFF2-40B4-BE49-F238E27FC236}">
                    <a16:creationId xmlns:a16="http://schemas.microsoft.com/office/drawing/2014/main" id="{CAA4F51C-E870-2FA3-50B4-C86B17940779}"/>
                  </a:ext>
                </a:extLst>
              </p:cNvPr>
              <p:cNvPicPr/>
              <p:nvPr/>
            </p:nvPicPr>
            <p:blipFill>
              <a:blip r:embed="rId25"/>
              <a:stretch>
                <a:fillRect/>
              </a:stretch>
            </p:blipFill>
            <p:spPr>
              <a:xfrm>
                <a:off x="2388392" y="623672"/>
                <a:ext cx="2491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34D1FC2D-41C1-7E11-5B8D-D7EAF8F98E22}"/>
                  </a:ext>
                </a:extLst>
              </p14:cNvPr>
              <p14:cNvContentPartPr/>
              <p14:nvPr/>
            </p14:nvContentPartPr>
            <p14:xfrm>
              <a:off x="2537792" y="477872"/>
              <a:ext cx="162360" cy="317880"/>
            </p14:xfrm>
          </p:contentPart>
        </mc:Choice>
        <mc:Fallback xmlns="">
          <p:pic>
            <p:nvPicPr>
              <p:cNvPr id="15" name="Ink 14">
                <a:extLst>
                  <a:ext uri="{FF2B5EF4-FFF2-40B4-BE49-F238E27FC236}">
                    <a16:creationId xmlns:a16="http://schemas.microsoft.com/office/drawing/2014/main" id="{34D1FC2D-41C1-7E11-5B8D-D7EAF8F98E22}"/>
                  </a:ext>
                </a:extLst>
              </p:cNvPr>
              <p:cNvPicPr/>
              <p:nvPr/>
            </p:nvPicPr>
            <p:blipFill>
              <a:blip r:embed="rId27"/>
              <a:stretch>
                <a:fillRect/>
              </a:stretch>
            </p:blipFill>
            <p:spPr>
              <a:xfrm>
                <a:off x="2533472" y="473552"/>
                <a:ext cx="17100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3C1A47D9-8C03-B82C-E6BE-0950F62C5E19}"/>
                  </a:ext>
                </a:extLst>
              </p14:cNvPr>
              <p14:cNvContentPartPr/>
              <p14:nvPr/>
            </p14:nvContentPartPr>
            <p14:xfrm>
              <a:off x="1344032" y="1382192"/>
              <a:ext cx="180360" cy="152280"/>
            </p14:xfrm>
          </p:contentPart>
        </mc:Choice>
        <mc:Fallback xmlns="">
          <p:pic>
            <p:nvPicPr>
              <p:cNvPr id="16" name="Ink 15">
                <a:extLst>
                  <a:ext uri="{FF2B5EF4-FFF2-40B4-BE49-F238E27FC236}">
                    <a16:creationId xmlns:a16="http://schemas.microsoft.com/office/drawing/2014/main" id="{3C1A47D9-8C03-B82C-E6BE-0950F62C5E19}"/>
                  </a:ext>
                </a:extLst>
              </p:cNvPr>
              <p:cNvPicPr/>
              <p:nvPr/>
            </p:nvPicPr>
            <p:blipFill>
              <a:blip r:embed="rId29"/>
              <a:stretch>
                <a:fillRect/>
              </a:stretch>
            </p:blipFill>
            <p:spPr>
              <a:xfrm>
                <a:off x="1339712" y="1377872"/>
                <a:ext cx="1890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D3DAC4D6-AF8C-93BE-6EFF-378B9B811049}"/>
                  </a:ext>
                </a:extLst>
              </p14:cNvPr>
              <p14:cNvContentPartPr/>
              <p14:nvPr/>
            </p14:nvContentPartPr>
            <p14:xfrm>
              <a:off x="1364552" y="1686392"/>
              <a:ext cx="14040" cy="214200"/>
            </p14:xfrm>
          </p:contentPart>
        </mc:Choice>
        <mc:Fallback xmlns="">
          <p:pic>
            <p:nvPicPr>
              <p:cNvPr id="17" name="Ink 16">
                <a:extLst>
                  <a:ext uri="{FF2B5EF4-FFF2-40B4-BE49-F238E27FC236}">
                    <a16:creationId xmlns:a16="http://schemas.microsoft.com/office/drawing/2014/main" id="{D3DAC4D6-AF8C-93BE-6EFF-378B9B811049}"/>
                  </a:ext>
                </a:extLst>
              </p:cNvPr>
              <p:cNvPicPr/>
              <p:nvPr/>
            </p:nvPicPr>
            <p:blipFill>
              <a:blip r:embed="rId31"/>
              <a:stretch>
                <a:fillRect/>
              </a:stretch>
            </p:blipFill>
            <p:spPr>
              <a:xfrm>
                <a:off x="1360232" y="1682072"/>
                <a:ext cx="226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C7A4CC4A-070A-EDD8-307B-F16ADA5A64A4}"/>
                  </a:ext>
                </a:extLst>
              </p14:cNvPr>
              <p14:cNvContentPartPr/>
              <p14:nvPr/>
            </p14:nvContentPartPr>
            <p14:xfrm>
              <a:off x="1367072" y="1606472"/>
              <a:ext cx="353880" cy="315720"/>
            </p14:xfrm>
          </p:contentPart>
        </mc:Choice>
        <mc:Fallback xmlns="">
          <p:pic>
            <p:nvPicPr>
              <p:cNvPr id="18" name="Ink 17">
                <a:extLst>
                  <a:ext uri="{FF2B5EF4-FFF2-40B4-BE49-F238E27FC236}">
                    <a16:creationId xmlns:a16="http://schemas.microsoft.com/office/drawing/2014/main" id="{C7A4CC4A-070A-EDD8-307B-F16ADA5A64A4}"/>
                  </a:ext>
                </a:extLst>
              </p:cNvPr>
              <p:cNvPicPr/>
              <p:nvPr/>
            </p:nvPicPr>
            <p:blipFill>
              <a:blip r:embed="rId33"/>
              <a:stretch>
                <a:fillRect/>
              </a:stretch>
            </p:blipFill>
            <p:spPr>
              <a:xfrm>
                <a:off x="1362752" y="1602152"/>
                <a:ext cx="36252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F1F7631B-6D62-5E86-BE5F-CF42430AE8E6}"/>
                  </a:ext>
                </a:extLst>
              </p14:cNvPr>
              <p14:cNvContentPartPr/>
              <p14:nvPr/>
            </p14:nvContentPartPr>
            <p14:xfrm>
              <a:off x="1570472" y="1332512"/>
              <a:ext cx="664200" cy="432000"/>
            </p14:xfrm>
          </p:contentPart>
        </mc:Choice>
        <mc:Fallback xmlns="">
          <p:pic>
            <p:nvPicPr>
              <p:cNvPr id="19" name="Ink 18">
                <a:extLst>
                  <a:ext uri="{FF2B5EF4-FFF2-40B4-BE49-F238E27FC236}">
                    <a16:creationId xmlns:a16="http://schemas.microsoft.com/office/drawing/2014/main" id="{F1F7631B-6D62-5E86-BE5F-CF42430AE8E6}"/>
                  </a:ext>
                </a:extLst>
              </p:cNvPr>
              <p:cNvPicPr/>
              <p:nvPr/>
            </p:nvPicPr>
            <p:blipFill>
              <a:blip r:embed="rId35"/>
              <a:stretch>
                <a:fillRect/>
              </a:stretch>
            </p:blipFill>
            <p:spPr>
              <a:xfrm>
                <a:off x="1566152" y="1328192"/>
                <a:ext cx="67284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C9664E1C-67A8-020F-10B5-8A5F78DF20E3}"/>
                  </a:ext>
                </a:extLst>
              </p14:cNvPr>
              <p14:cNvContentPartPr/>
              <p14:nvPr/>
            </p14:nvContentPartPr>
            <p14:xfrm>
              <a:off x="2193632" y="1268072"/>
              <a:ext cx="42480" cy="151200"/>
            </p14:xfrm>
          </p:contentPart>
        </mc:Choice>
        <mc:Fallback xmlns="">
          <p:pic>
            <p:nvPicPr>
              <p:cNvPr id="20" name="Ink 19">
                <a:extLst>
                  <a:ext uri="{FF2B5EF4-FFF2-40B4-BE49-F238E27FC236}">
                    <a16:creationId xmlns:a16="http://schemas.microsoft.com/office/drawing/2014/main" id="{C9664E1C-67A8-020F-10B5-8A5F78DF20E3}"/>
                  </a:ext>
                </a:extLst>
              </p:cNvPr>
              <p:cNvPicPr/>
              <p:nvPr/>
            </p:nvPicPr>
            <p:blipFill>
              <a:blip r:embed="rId37"/>
              <a:stretch>
                <a:fillRect/>
              </a:stretch>
            </p:blipFill>
            <p:spPr>
              <a:xfrm>
                <a:off x="2189312" y="1263752"/>
                <a:ext cx="51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90FCFC9F-2BB8-C78E-86D2-00D32149545A}"/>
                  </a:ext>
                </a:extLst>
              </p14:cNvPr>
              <p14:cNvContentPartPr/>
              <p14:nvPr/>
            </p14:nvContentPartPr>
            <p14:xfrm>
              <a:off x="2192192" y="1278512"/>
              <a:ext cx="131760" cy="146880"/>
            </p14:xfrm>
          </p:contentPart>
        </mc:Choice>
        <mc:Fallback xmlns="">
          <p:pic>
            <p:nvPicPr>
              <p:cNvPr id="21" name="Ink 20">
                <a:extLst>
                  <a:ext uri="{FF2B5EF4-FFF2-40B4-BE49-F238E27FC236}">
                    <a16:creationId xmlns:a16="http://schemas.microsoft.com/office/drawing/2014/main" id="{90FCFC9F-2BB8-C78E-86D2-00D32149545A}"/>
                  </a:ext>
                </a:extLst>
              </p:cNvPr>
              <p:cNvPicPr/>
              <p:nvPr/>
            </p:nvPicPr>
            <p:blipFill>
              <a:blip r:embed="rId39"/>
              <a:stretch>
                <a:fillRect/>
              </a:stretch>
            </p:blipFill>
            <p:spPr>
              <a:xfrm>
                <a:off x="2187872" y="1274192"/>
                <a:ext cx="1404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6DF68B7C-F65B-55EE-D612-D35F93109C42}"/>
                  </a:ext>
                </a:extLst>
              </p14:cNvPr>
              <p14:cNvContentPartPr/>
              <p14:nvPr/>
            </p14:nvContentPartPr>
            <p14:xfrm>
              <a:off x="2313512" y="1160072"/>
              <a:ext cx="51840" cy="367920"/>
            </p14:xfrm>
          </p:contentPart>
        </mc:Choice>
        <mc:Fallback xmlns="">
          <p:pic>
            <p:nvPicPr>
              <p:cNvPr id="22" name="Ink 21">
                <a:extLst>
                  <a:ext uri="{FF2B5EF4-FFF2-40B4-BE49-F238E27FC236}">
                    <a16:creationId xmlns:a16="http://schemas.microsoft.com/office/drawing/2014/main" id="{6DF68B7C-F65B-55EE-D612-D35F93109C42}"/>
                  </a:ext>
                </a:extLst>
              </p:cNvPr>
              <p:cNvPicPr/>
              <p:nvPr/>
            </p:nvPicPr>
            <p:blipFill>
              <a:blip r:embed="rId41"/>
              <a:stretch>
                <a:fillRect/>
              </a:stretch>
            </p:blipFill>
            <p:spPr>
              <a:xfrm>
                <a:off x="2309192" y="1155752"/>
                <a:ext cx="6048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CA67F1EE-F63A-75F2-37DB-0AABA4D6CEAE}"/>
                  </a:ext>
                </a:extLst>
              </p14:cNvPr>
              <p14:cNvContentPartPr/>
              <p14:nvPr/>
            </p14:nvContentPartPr>
            <p14:xfrm>
              <a:off x="2335112" y="825632"/>
              <a:ext cx="3730320" cy="686520"/>
            </p14:xfrm>
          </p:contentPart>
        </mc:Choice>
        <mc:Fallback xmlns="">
          <p:pic>
            <p:nvPicPr>
              <p:cNvPr id="23" name="Ink 22">
                <a:extLst>
                  <a:ext uri="{FF2B5EF4-FFF2-40B4-BE49-F238E27FC236}">
                    <a16:creationId xmlns:a16="http://schemas.microsoft.com/office/drawing/2014/main" id="{CA67F1EE-F63A-75F2-37DB-0AABA4D6CEAE}"/>
                  </a:ext>
                </a:extLst>
              </p:cNvPr>
              <p:cNvPicPr/>
              <p:nvPr/>
            </p:nvPicPr>
            <p:blipFill>
              <a:blip r:embed="rId43"/>
              <a:stretch>
                <a:fillRect/>
              </a:stretch>
            </p:blipFill>
            <p:spPr>
              <a:xfrm>
                <a:off x="2330792" y="821312"/>
                <a:ext cx="3738960" cy="695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1FE756B7-6940-3DD4-87B2-34ADACFB33AA}"/>
                  </a:ext>
                </a:extLst>
              </p14:cNvPr>
              <p14:cNvContentPartPr/>
              <p14:nvPr/>
            </p14:nvContentPartPr>
            <p14:xfrm>
              <a:off x="2528792" y="1115072"/>
              <a:ext cx="9720" cy="284400"/>
            </p14:xfrm>
          </p:contentPart>
        </mc:Choice>
        <mc:Fallback xmlns="">
          <p:pic>
            <p:nvPicPr>
              <p:cNvPr id="24" name="Ink 23">
                <a:extLst>
                  <a:ext uri="{FF2B5EF4-FFF2-40B4-BE49-F238E27FC236}">
                    <a16:creationId xmlns:a16="http://schemas.microsoft.com/office/drawing/2014/main" id="{1FE756B7-6940-3DD4-87B2-34ADACFB33AA}"/>
                  </a:ext>
                </a:extLst>
              </p:cNvPr>
              <p:cNvPicPr/>
              <p:nvPr/>
            </p:nvPicPr>
            <p:blipFill>
              <a:blip r:embed="rId45"/>
              <a:stretch>
                <a:fillRect/>
              </a:stretch>
            </p:blipFill>
            <p:spPr>
              <a:xfrm>
                <a:off x="2524472" y="1110752"/>
                <a:ext cx="1836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A12827E1-D1DB-DB2A-3E8F-0E00D8C50FDA}"/>
                  </a:ext>
                </a:extLst>
              </p14:cNvPr>
              <p14:cNvContentPartPr/>
              <p14:nvPr/>
            </p14:nvContentPartPr>
            <p14:xfrm>
              <a:off x="2904632" y="1067552"/>
              <a:ext cx="52200" cy="281160"/>
            </p14:xfrm>
          </p:contentPart>
        </mc:Choice>
        <mc:Fallback xmlns="">
          <p:pic>
            <p:nvPicPr>
              <p:cNvPr id="25" name="Ink 24">
                <a:extLst>
                  <a:ext uri="{FF2B5EF4-FFF2-40B4-BE49-F238E27FC236}">
                    <a16:creationId xmlns:a16="http://schemas.microsoft.com/office/drawing/2014/main" id="{A12827E1-D1DB-DB2A-3E8F-0E00D8C50FDA}"/>
                  </a:ext>
                </a:extLst>
              </p:cNvPr>
              <p:cNvPicPr/>
              <p:nvPr/>
            </p:nvPicPr>
            <p:blipFill>
              <a:blip r:embed="rId47"/>
              <a:stretch>
                <a:fillRect/>
              </a:stretch>
            </p:blipFill>
            <p:spPr>
              <a:xfrm>
                <a:off x="2900312" y="1063232"/>
                <a:ext cx="608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C36A2658-3EB3-5E90-0C74-E5637C44F48F}"/>
                  </a:ext>
                </a:extLst>
              </p14:cNvPr>
              <p14:cNvContentPartPr/>
              <p14:nvPr/>
            </p14:nvContentPartPr>
            <p14:xfrm>
              <a:off x="3345272" y="1027232"/>
              <a:ext cx="33120" cy="318240"/>
            </p14:xfrm>
          </p:contentPart>
        </mc:Choice>
        <mc:Fallback xmlns="">
          <p:pic>
            <p:nvPicPr>
              <p:cNvPr id="26" name="Ink 25">
                <a:extLst>
                  <a:ext uri="{FF2B5EF4-FFF2-40B4-BE49-F238E27FC236}">
                    <a16:creationId xmlns:a16="http://schemas.microsoft.com/office/drawing/2014/main" id="{C36A2658-3EB3-5E90-0C74-E5637C44F48F}"/>
                  </a:ext>
                </a:extLst>
              </p:cNvPr>
              <p:cNvPicPr/>
              <p:nvPr/>
            </p:nvPicPr>
            <p:blipFill>
              <a:blip r:embed="rId49"/>
              <a:stretch>
                <a:fillRect/>
              </a:stretch>
            </p:blipFill>
            <p:spPr>
              <a:xfrm>
                <a:off x="3340952" y="1022912"/>
                <a:ext cx="4176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45A9874A-9AFC-E030-44D7-E154C396D981}"/>
                  </a:ext>
                </a:extLst>
              </p14:cNvPr>
              <p14:cNvContentPartPr/>
              <p14:nvPr/>
            </p14:nvContentPartPr>
            <p14:xfrm>
              <a:off x="3887072" y="1004192"/>
              <a:ext cx="37440" cy="333000"/>
            </p14:xfrm>
          </p:contentPart>
        </mc:Choice>
        <mc:Fallback xmlns="">
          <p:pic>
            <p:nvPicPr>
              <p:cNvPr id="27" name="Ink 26">
                <a:extLst>
                  <a:ext uri="{FF2B5EF4-FFF2-40B4-BE49-F238E27FC236}">
                    <a16:creationId xmlns:a16="http://schemas.microsoft.com/office/drawing/2014/main" id="{45A9874A-9AFC-E030-44D7-E154C396D981}"/>
                  </a:ext>
                </a:extLst>
              </p:cNvPr>
              <p:cNvPicPr/>
              <p:nvPr/>
            </p:nvPicPr>
            <p:blipFill>
              <a:blip r:embed="rId51"/>
              <a:stretch>
                <a:fillRect/>
              </a:stretch>
            </p:blipFill>
            <p:spPr>
              <a:xfrm>
                <a:off x="3882752" y="999872"/>
                <a:ext cx="4608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63D33180-D514-1AA3-D2F7-A1D928709B55}"/>
                  </a:ext>
                </a:extLst>
              </p14:cNvPr>
              <p14:cNvContentPartPr/>
              <p14:nvPr/>
            </p14:nvContentPartPr>
            <p14:xfrm>
              <a:off x="4374152" y="948032"/>
              <a:ext cx="21600" cy="334440"/>
            </p14:xfrm>
          </p:contentPart>
        </mc:Choice>
        <mc:Fallback xmlns="">
          <p:pic>
            <p:nvPicPr>
              <p:cNvPr id="28" name="Ink 27">
                <a:extLst>
                  <a:ext uri="{FF2B5EF4-FFF2-40B4-BE49-F238E27FC236}">
                    <a16:creationId xmlns:a16="http://schemas.microsoft.com/office/drawing/2014/main" id="{63D33180-D514-1AA3-D2F7-A1D928709B55}"/>
                  </a:ext>
                </a:extLst>
              </p:cNvPr>
              <p:cNvPicPr/>
              <p:nvPr/>
            </p:nvPicPr>
            <p:blipFill>
              <a:blip r:embed="rId53"/>
              <a:stretch>
                <a:fillRect/>
              </a:stretch>
            </p:blipFill>
            <p:spPr>
              <a:xfrm>
                <a:off x="4369832" y="943712"/>
                <a:ext cx="3024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4FCA7932-5EC5-106E-48FB-462EC3E74646}"/>
                  </a:ext>
                </a:extLst>
              </p14:cNvPr>
              <p14:cNvContentPartPr/>
              <p14:nvPr/>
            </p14:nvContentPartPr>
            <p14:xfrm>
              <a:off x="4773032" y="903032"/>
              <a:ext cx="24480" cy="329400"/>
            </p14:xfrm>
          </p:contentPart>
        </mc:Choice>
        <mc:Fallback xmlns="">
          <p:pic>
            <p:nvPicPr>
              <p:cNvPr id="29" name="Ink 28">
                <a:extLst>
                  <a:ext uri="{FF2B5EF4-FFF2-40B4-BE49-F238E27FC236}">
                    <a16:creationId xmlns:a16="http://schemas.microsoft.com/office/drawing/2014/main" id="{4FCA7932-5EC5-106E-48FB-462EC3E74646}"/>
                  </a:ext>
                </a:extLst>
              </p:cNvPr>
              <p:cNvPicPr/>
              <p:nvPr/>
            </p:nvPicPr>
            <p:blipFill>
              <a:blip r:embed="rId55"/>
              <a:stretch>
                <a:fillRect/>
              </a:stretch>
            </p:blipFill>
            <p:spPr>
              <a:xfrm>
                <a:off x="4768712" y="898712"/>
                <a:ext cx="3312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5E5093C5-04B7-0865-06AE-F023339220F4}"/>
                  </a:ext>
                </a:extLst>
              </p14:cNvPr>
              <p14:cNvContentPartPr/>
              <p14:nvPr/>
            </p14:nvContentPartPr>
            <p14:xfrm>
              <a:off x="5235992" y="872432"/>
              <a:ext cx="48960" cy="328680"/>
            </p14:xfrm>
          </p:contentPart>
        </mc:Choice>
        <mc:Fallback xmlns="">
          <p:pic>
            <p:nvPicPr>
              <p:cNvPr id="30" name="Ink 29">
                <a:extLst>
                  <a:ext uri="{FF2B5EF4-FFF2-40B4-BE49-F238E27FC236}">
                    <a16:creationId xmlns:a16="http://schemas.microsoft.com/office/drawing/2014/main" id="{5E5093C5-04B7-0865-06AE-F023339220F4}"/>
                  </a:ext>
                </a:extLst>
              </p:cNvPr>
              <p:cNvPicPr/>
              <p:nvPr/>
            </p:nvPicPr>
            <p:blipFill>
              <a:blip r:embed="rId57"/>
              <a:stretch>
                <a:fillRect/>
              </a:stretch>
            </p:blipFill>
            <p:spPr>
              <a:xfrm>
                <a:off x="5231672" y="868112"/>
                <a:ext cx="5760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81F5E922-6187-31E5-ECFE-7BFC491341A6}"/>
                  </a:ext>
                </a:extLst>
              </p14:cNvPr>
              <p14:cNvContentPartPr/>
              <p14:nvPr/>
            </p14:nvContentPartPr>
            <p14:xfrm>
              <a:off x="5682032" y="848672"/>
              <a:ext cx="30240" cy="409320"/>
            </p14:xfrm>
          </p:contentPart>
        </mc:Choice>
        <mc:Fallback xmlns="">
          <p:pic>
            <p:nvPicPr>
              <p:cNvPr id="31" name="Ink 30">
                <a:extLst>
                  <a:ext uri="{FF2B5EF4-FFF2-40B4-BE49-F238E27FC236}">
                    <a16:creationId xmlns:a16="http://schemas.microsoft.com/office/drawing/2014/main" id="{81F5E922-6187-31E5-ECFE-7BFC491341A6}"/>
                  </a:ext>
                </a:extLst>
              </p:cNvPr>
              <p:cNvPicPr/>
              <p:nvPr/>
            </p:nvPicPr>
            <p:blipFill>
              <a:blip r:embed="rId59"/>
              <a:stretch>
                <a:fillRect/>
              </a:stretch>
            </p:blipFill>
            <p:spPr>
              <a:xfrm>
                <a:off x="5677712" y="844352"/>
                <a:ext cx="3888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C70A888F-701C-9AFD-FA0B-6593190D2FE9}"/>
                  </a:ext>
                </a:extLst>
              </p14:cNvPr>
              <p14:cNvContentPartPr/>
              <p14:nvPr/>
            </p14:nvContentPartPr>
            <p14:xfrm>
              <a:off x="2368952" y="1589192"/>
              <a:ext cx="88920" cy="83520"/>
            </p14:xfrm>
          </p:contentPart>
        </mc:Choice>
        <mc:Fallback xmlns="">
          <p:pic>
            <p:nvPicPr>
              <p:cNvPr id="32" name="Ink 31">
                <a:extLst>
                  <a:ext uri="{FF2B5EF4-FFF2-40B4-BE49-F238E27FC236}">
                    <a16:creationId xmlns:a16="http://schemas.microsoft.com/office/drawing/2014/main" id="{C70A888F-701C-9AFD-FA0B-6593190D2FE9}"/>
                  </a:ext>
                </a:extLst>
              </p:cNvPr>
              <p:cNvPicPr/>
              <p:nvPr/>
            </p:nvPicPr>
            <p:blipFill>
              <a:blip r:embed="rId61"/>
              <a:stretch>
                <a:fillRect/>
              </a:stretch>
            </p:blipFill>
            <p:spPr>
              <a:xfrm>
                <a:off x="2364632" y="1584872"/>
                <a:ext cx="975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5BE7E1A9-ED9D-8EEF-8DCD-D2FC0469EAF5}"/>
                  </a:ext>
                </a:extLst>
              </p14:cNvPr>
              <p14:cNvContentPartPr/>
              <p14:nvPr/>
            </p14:nvContentPartPr>
            <p14:xfrm>
              <a:off x="2699792" y="1556792"/>
              <a:ext cx="21240" cy="136800"/>
            </p14:xfrm>
          </p:contentPart>
        </mc:Choice>
        <mc:Fallback xmlns="">
          <p:pic>
            <p:nvPicPr>
              <p:cNvPr id="33" name="Ink 32">
                <a:extLst>
                  <a:ext uri="{FF2B5EF4-FFF2-40B4-BE49-F238E27FC236}">
                    <a16:creationId xmlns:a16="http://schemas.microsoft.com/office/drawing/2014/main" id="{5BE7E1A9-ED9D-8EEF-8DCD-D2FC0469EAF5}"/>
                  </a:ext>
                </a:extLst>
              </p:cNvPr>
              <p:cNvPicPr/>
              <p:nvPr/>
            </p:nvPicPr>
            <p:blipFill>
              <a:blip r:embed="rId63"/>
              <a:stretch>
                <a:fillRect/>
              </a:stretch>
            </p:blipFill>
            <p:spPr>
              <a:xfrm>
                <a:off x="2695472" y="1552472"/>
                <a:ext cx="298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FC70871E-AABA-025C-16E0-473BB94BCFD4}"/>
                  </a:ext>
                </a:extLst>
              </p14:cNvPr>
              <p14:cNvContentPartPr/>
              <p14:nvPr/>
            </p14:nvContentPartPr>
            <p14:xfrm>
              <a:off x="5715512" y="1383272"/>
              <a:ext cx="146880" cy="75600"/>
            </p14:xfrm>
          </p:contentPart>
        </mc:Choice>
        <mc:Fallback xmlns="">
          <p:pic>
            <p:nvPicPr>
              <p:cNvPr id="34" name="Ink 33">
                <a:extLst>
                  <a:ext uri="{FF2B5EF4-FFF2-40B4-BE49-F238E27FC236}">
                    <a16:creationId xmlns:a16="http://schemas.microsoft.com/office/drawing/2014/main" id="{FC70871E-AABA-025C-16E0-473BB94BCFD4}"/>
                  </a:ext>
                </a:extLst>
              </p:cNvPr>
              <p:cNvPicPr/>
              <p:nvPr/>
            </p:nvPicPr>
            <p:blipFill>
              <a:blip r:embed="rId65"/>
              <a:stretch>
                <a:fillRect/>
              </a:stretch>
            </p:blipFill>
            <p:spPr>
              <a:xfrm>
                <a:off x="5711192" y="1378952"/>
                <a:ext cx="1555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D302869A-0FF1-F211-647F-0BC504493EF2}"/>
                  </a:ext>
                </a:extLst>
              </p14:cNvPr>
              <p14:cNvContentPartPr/>
              <p14:nvPr/>
            </p14:nvContentPartPr>
            <p14:xfrm>
              <a:off x="5916032" y="1403072"/>
              <a:ext cx="84960" cy="360"/>
            </p14:xfrm>
          </p:contentPart>
        </mc:Choice>
        <mc:Fallback xmlns="">
          <p:pic>
            <p:nvPicPr>
              <p:cNvPr id="35" name="Ink 34">
                <a:extLst>
                  <a:ext uri="{FF2B5EF4-FFF2-40B4-BE49-F238E27FC236}">
                    <a16:creationId xmlns:a16="http://schemas.microsoft.com/office/drawing/2014/main" id="{D302869A-0FF1-F211-647F-0BC504493EF2}"/>
                  </a:ext>
                </a:extLst>
              </p:cNvPr>
              <p:cNvPicPr/>
              <p:nvPr/>
            </p:nvPicPr>
            <p:blipFill>
              <a:blip r:embed="rId67"/>
              <a:stretch>
                <a:fillRect/>
              </a:stretch>
            </p:blipFill>
            <p:spPr>
              <a:xfrm>
                <a:off x="5911712" y="1398752"/>
                <a:ext cx="936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77DAC70E-6E50-2594-4B6C-C7A97592E1B9}"/>
                  </a:ext>
                </a:extLst>
              </p14:cNvPr>
              <p14:cNvContentPartPr/>
              <p14:nvPr/>
            </p14:nvContentPartPr>
            <p14:xfrm>
              <a:off x="6033032" y="1370672"/>
              <a:ext cx="16560" cy="136800"/>
            </p14:xfrm>
          </p:contentPart>
        </mc:Choice>
        <mc:Fallback xmlns="">
          <p:pic>
            <p:nvPicPr>
              <p:cNvPr id="36" name="Ink 35">
                <a:extLst>
                  <a:ext uri="{FF2B5EF4-FFF2-40B4-BE49-F238E27FC236}">
                    <a16:creationId xmlns:a16="http://schemas.microsoft.com/office/drawing/2014/main" id="{77DAC70E-6E50-2594-4B6C-C7A97592E1B9}"/>
                  </a:ext>
                </a:extLst>
              </p:cNvPr>
              <p:cNvPicPr/>
              <p:nvPr/>
            </p:nvPicPr>
            <p:blipFill>
              <a:blip r:embed="rId69"/>
              <a:stretch>
                <a:fillRect/>
              </a:stretch>
            </p:blipFill>
            <p:spPr>
              <a:xfrm>
                <a:off x="6028712" y="1366352"/>
                <a:ext cx="252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99B02A4B-3C80-4C0E-4FDF-21F419DA5360}"/>
                  </a:ext>
                </a:extLst>
              </p14:cNvPr>
              <p14:cNvContentPartPr/>
              <p14:nvPr/>
            </p14:nvContentPartPr>
            <p14:xfrm>
              <a:off x="3757832" y="1562552"/>
              <a:ext cx="14040" cy="6120"/>
            </p14:xfrm>
          </p:contentPart>
        </mc:Choice>
        <mc:Fallback xmlns="">
          <p:pic>
            <p:nvPicPr>
              <p:cNvPr id="37" name="Ink 36">
                <a:extLst>
                  <a:ext uri="{FF2B5EF4-FFF2-40B4-BE49-F238E27FC236}">
                    <a16:creationId xmlns:a16="http://schemas.microsoft.com/office/drawing/2014/main" id="{99B02A4B-3C80-4C0E-4FDF-21F419DA5360}"/>
                  </a:ext>
                </a:extLst>
              </p:cNvPr>
              <p:cNvPicPr/>
              <p:nvPr/>
            </p:nvPicPr>
            <p:blipFill>
              <a:blip r:embed="rId71"/>
              <a:stretch>
                <a:fillRect/>
              </a:stretch>
            </p:blipFill>
            <p:spPr>
              <a:xfrm>
                <a:off x="3753512" y="1558232"/>
                <a:ext cx="226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A7759C3D-364B-06B7-DB3F-81C997E1868F}"/>
                  </a:ext>
                </a:extLst>
              </p14:cNvPr>
              <p14:cNvContentPartPr/>
              <p14:nvPr/>
            </p14:nvContentPartPr>
            <p14:xfrm>
              <a:off x="3891752" y="1546352"/>
              <a:ext cx="21240" cy="6120"/>
            </p14:xfrm>
          </p:contentPart>
        </mc:Choice>
        <mc:Fallback xmlns="">
          <p:pic>
            <p:nvPicPr>
              <p:cNvPr id="38" name="Ink 37">
                <a:extLst>
                  <a:ext uri="{FF2B5EF4-FFF2-40B4-BE49-F238E27FC236}">
                    <a16:creationId xmlns:a16="http://schemas.microsoft.com/office/drawing/2014/main" id="{A7759C3D-364B-06B7-DB3F-81C997E1868F}"/>
                  </a:ext>
                </a:extLst>
              </p:cNvPr>
              <p:cNvPicPr/>
              <p:nvPr/>
            </p:nvPicPr>
            <p:blipFill>
              <a:blip r:embed="rId73"/>
              <a:stretch>
                <a:fillRect/>
              </a:stretch>
            </p:blipFill>
            <p:spPr>
              <a:xfrm>
                <a:off x="3887432" y="1542032"/>
                <a:ext cx="298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6056D165-1134-0546-E3AD-A2BAF16D7496}"/>
                  </a:ext>
                </a:extLst>
              </p14:cNvPr>
              <p14:cNvContentPartPr/>
              <p14:nvPr/>
            </p14:nvContentPartPr>
            <p14:xfrm>
              <a:off x="4041872" y="1521872"/>
              <a:ext cx="7200" cy="15480"/>
            </p14:xfrm>
          </p:contentPart>
        </mc:Choice>
        <mc:Fallback xmlns="">
          <p:pic>
            <p:nvPicPr>
              <p:cNvPr id="39" name="Ink 38">
                <a:extLst>
                  <a:ext uri="{FF2B5EF4-FFF2-40B4-BE49-F238E27FC236}">
                    <a16:creationId xmlns:a16="http://schemas.microsoft.com/office/drawing/2014/main" id="{6056D165-1134-0546-E3AD-A2BAF16D7496}"/>
                  </a:ext>
                </a:extLst>
              </p:cNvPr>
              <p:cNvPicPr/>
              <p:nvPr/>
            </p:nvPicPr>
            <p:blipFill>
              <a:blip r:embed="rId75"/>
              <a:stretch>
                <a:fillRect/>
              </a:stretch>
            </p:blipFill>
            <p:spPr>
              <a:xfrm>
                <a:off x="4037552" y="1517552"/>
                <a:ext cx="158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473EC3E6-EE58-878A-D0C6-0D6486838013}"/>
                  </a:ext>
                </a:extLst>
              </p14:cNvPr>
              <p14:cNvContentPartPr/>
              <p14:nvPr/>
            </p14:nvContentPartPr>
            <p14:xfrm>
              <a:off x="4513112" y="1048472"/>
              <a:ext cx="72360" cy="97200"/>
            </p14:xfrm>
          </p:contentPart>
        </mc:Choice>
        <mc:Fallback xmlns="">
          <p:pic>
            <p:nvPicPr>
              <p:cNvPr id="40" name="Ink 39">
                <a:extLst>
                  <a:ext uri="{FF2B5EF4-FFF2-40B4-BE49-F238E27FC236}">
                    <a16:creationId xmlns:a16="http://schemas.microsoft.com/office/drawing/2014/main" id="{473EC3E6-EE58-878A-D0C6-0D6486838013}"/>
                  </a:ext>
                </a:extLst>
              </p:cNvPr>
              <p:cNvPicPr/>
              <p:nvPr/>
            </p:nvPicPr>
            <p:blipFill>
              <a:blip r:embed="rId77"/>
              <a:stretch>
                <a:fillRect/>
              </a:stretch>
            </p:blipFill>
            <p:spPr>
              <a:xfrm>
                <a:off x="4508792" y="1044152"/>
                <a:ext cx="810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AAD69509-5251-411A-B451-BFB67DC660BA}"/>
                  </a:ext>
                </a:extLst>
              </p14:cNvPr>
              <p14:cNvContentPartPr/>
              <p14:nvPr/>
            </p14:nvContentPartPr>
            <p14:xfrm>
              <a:off x="4570712" y="1016072"/>
              <a:ext cx="58680" cy="22320"/>
            </p14:xfrm>
          </p:contentPart>
        </mc:Choice>
        <mc:Fallback xmlns="">
          <p:pic>
            <p:nvPicPr>
              <p:cNvPr id="41" name="Ink 40">
                <a:extLst>
                  <a:ext uri="{FF2B5EF4-FFF2-40B4-BE49-F238E27FC236}">
                    <a16:creationId xmlns:a16="http://schemas.microsoft.com/office/drawing/2014/main" id="{AAD69509-5251-411A-B451-BFB67DC660BA}"/>
                  </a:ext>
                </a:extLst>
              </p:cNvPr>
              <p:cNvPicPr/>
              <p:nvPr/>
            </p:nvPicPr>
            <p:blipFill>
              <a:blip r:embed="rId79"/>
              <a:stretch>
                <a:fillRect/>
              </a:stretch>
            </p:blipFill>
            <p:spPr>
              <a:xfrm>
                <a:off x="4566392" y="1011752"/>
                <a:ext cx="673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24255C5C-780F-9A96-7785-7A681B48D1CA}"/>
                  </a:ext>
                </a:extLst>
              </p14:cNvPr>
              <p14:cNvContentPartPr/>
              <p14:nvPr/>
            </p14:nvContentPartPr>
            <p14:xfrm>
              <a:off x="1200032" y="2254112"/>
              <a:ext cx="13320" cy="154080"/>
            </p14:xfrm>
          </p:contentPart>
        </mc:Choice>
        <mc:Fallback xmlns="">
          <p:pic>
            <p:nvPicPr>
              <p:cNvPr id="42" name="Ink 41">
                <a:extLst>
                  <a:ext uri="{FF2B5EF4-FFF2-40B4-BE49-F238E27FC236}">
                    <a16:creationId xmlns:a16="http://schemas.microsoft.com/office/drawing/2014/main" id="{24255C5C-780F-9A96-7785-7A681B48D1CA}"/>
                  </a:ext>
                </a:extLst>
              </p:cNvPr>
              <p:cNvPicPr/>
              <p:nvPr/>
            </p:nvPicPr>
            <p:blipFill>
              <a:blip r:embed="rId81"/>
              <a:stretch>
                <a:fillRect/>
              </a:stretch>
            </p:blipFill>
            <p:spPr>
              <a:xfrm>
                <a:off x="1195712" y="2249792"/>
                <a:ext cx="219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6AC1C420-0E16-06B6-5D21-7D74E42311B0}"/>
                  </a:ext>
                </a:extLst>
              </p14:cNvPr>
              <p14:cNvContentPartPr/>
              <p14:nvPr/>
            </p14:nvContentPartPr>
            <p14:xfrm>
              <a:off x="1140632" y="2313152"/>
              <a:ext cx="224280" cy="76680"/>
            </p14:xfrm>
          </p:contentPart>
        </mc:Choice>
        <mc:Fallback xmlns="">
          <p:pic>
            <p:nvPicPr>
              <p:cNvPr id="43" name="Ink 42">
                <a:extLst>
                  <a:ext uri="{FF2B5EF4-FFF2-40B4-BE49-F238E27FC236}">
                    <a16:creationId xmlns:a16="http://schemas.microsoft.com/office/drawing/2014/main" id="{6AC1C420-0E16-06B6-5D21-7D74E42311B0}"/>
                  </a:ext>
                </a:extLst>
              </p:cNvPr>
              <p:cNvPicPr/>
              <p:nvPr/>
            </p:nvPicPr>
            <p:blipFill>
              <a:blip r:embed="rId83"/>
              <a:stretch>
                <a:fillRect/>
              </a:stretch>
            </p:blipFill>
            <p:spPr>
              <a:xfrm>
                <a:off x="1136312" y="2308832"/>
                <a:ext cx="2329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FE540795-EF19-9543-F796-4171BCC8D402}"/>
                  </a:ext>
                </a:extLst>
              </p14:cNvPr>
              <p14:cNvContentPartPr/>
              <p14:nvPr/>
            </p14:nvContentPartPr>
            <p14:xfrm>
              <a:off x="1409192" y="2274272"/>
              <a:ext cx="46080" cy="114120"/>
            </p14:xfrm>
          </p:contentPart>
        </mc:Choice>
        <mc:Fallback xmlns="">
          <p:pic>
            <p:nvPicPr>
              <p:cNvPr id="44" name="Ink 43">
                <a:extLst>
                  <a:ext uri="{FF2B5EF4-FFF2-40B4-BE49-F238E27FC236}">
                    <a16:creationId xmlns:a16="http://schemas.microsoft.com/office/drawing/2014/main" id="{FE540795-EF19-9543-F796-4171BCC8D402}"/>
                  </a:ext>
                </a:extLst>
              </p:cNvPr>
              <p:cNvPicPr/>
              <p:nvPr/>
            </p:nvPicPr>
            <p:blipFill>
              <a:blip r:embed="rId85"/>
              <a:stretch>
                <a:fillRect/>
              </a:stretch>
            </p:blipFill>
            <p:spPr>
              <a:xfrm>
                <a:off x="1404872" y="2269952"/>
                <a:ext cx="54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4A7C2F7E-BB75-68D9-A8A7-67E1C08D1336}"/>
                  </a:ext>
                </a:extLst>
              </p14:cNvPr>
              <p14:cNvContentPartPr/>
              <p14:nvPr/>
            </p14:nvContentPartPr>
            <p14:xfrm>
              <a:off x="1477592" y="2208032"/>
              <a:ext cx="331200" cy="270720"/>
            </p14:xfrm>
          </p:contentPart>
        </mc:Choice>
        <mc:Fallback xmlns="">
          <p:pic>
            <p:nvPicPr>
              <p:cNvPr id="45" name="Ink 44">
                <a:extLst>
                  <a:ext uri="{FF2B5EF4-FFF2-40B4-BE49-F238E27FC236}">
                    <a16:creationId xmlns:a16="http://schemas.microsoft.com/office/drawing/2014/main" id="{4A7C2F7E-BB75-68D9-A8A7-67E1C08D1336}"/>
                  </a:ext>
                </a:extLst>
              </p:cNvPr>
              <p:cNvPicPr/>
              <p:nvPr/>
            </p:nvPicPr>
            <p:blipFill>
              <a:blip r:embed="rId87"/>
              <a:stretch>
                <a:fillRect/>
              </a:stretch>
            </p:blipFill>
            <p:spPr>
              <a:xfrm>
                <a:off x="1473272" y="2203712"/>
                <a:ext cx="3398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CCF33802-4797-4E4B-BAB3-C027AE9B2AB1}"/>
                  </a:ext>
                </a:extLst>
              </p14:cNvPr>
              <p14:cNvContentPartPr/>
              <p14:nvPr/>
            </p14:nvContentPartPr>
            <p14:xfrm>
              <a:off x="1877552" y="2136392"/>
              <a:ext cx="78840" cy="177840"/>
            </p14:xfrm>
          </p:contentPart>
        </mc:Choice>
        <mc:Fallback xmlns="">
          <p:pic>
            <p:nvPicPr>
              <p:cNvPr id="46" name="Ink 45">
                <a:extLst>
                  <a:ext uri="{FF2B5EF4-FFF2-40B4-BE49-F238E27FC236}">
                    <a16:creationId xmlns:a16="http://schemas.microsoft.com/office/drawing/2014/main" id="{CCF33802-4797-4E4B-BAB3-C027AE9B2AB1}"/>
                  </a:ext>
                </a:extLst>
              </p:cNvPr>
              <p:cNvPicPr/>
              <p:nvPr/>
            </p:nvPicPr>
            <p:blipFill>
              <a:blip r:embed="rId89"/>
              <a:stretch>
                <a:fillRect/>
              </a:stretch>
            </p:blipFill>
            <p:spPr>
              <a:xfrm>
                <a:off x="1873232" y="2132072"/>
                <a:ext cx="874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124B8D3F-D207-AE44-DFDF-C5BD0AB8338E}"/>
                  </a:ext>
                </a:extLst>
              </p14:cNvPr>
              <p14:cNvContentPartPr/>
              <p14:nvPr/>
            </p14:nvContentPartPr>
            <p14:xfrm>
              <a:off x="1884392" y="2233592"/>
              <a:ext cx="111240" cy="20160"/>
            </p14:xfrm>
          </p:contentPart>
        </mc:Choice>
        <mc:Fallback xmlns="">
          <p:pic>
            <p:nvPicPr>
              <p:cNvPr id="47" name="Ink 46">
                <a:extLst>
                  <a:ext uri="{FF2B5EF4-FFF2-40B4-BE49-F238E27FC236}">
                    <a16:creationId xmlns:a16="http://schemas.microsoft.com/office/drawing/2014/main" id="{124B8D3F-D207-AE44-DFDF-C5BD0AB8338E}"/>
                  </a:ext>
                </a:extLst>
              </p:cNvPr>
              <p:cNvPicPr/>
              <p:nvPr/>
            </p:nvPicPr>
            <p:blipFill>
              <a:blip r:embed="rId91"/>
              <a:stretch>
                <a:fillRect/>
              </a:stretch>
            </p:blipFill>
            <p:spPr>
              <a:xfrm>
                <a:off x="1880072" y="2229272"/>
                <a:ext cx="1198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3FEDC7B3-3349-04AD-3495-C5E0AFD43EFB}"/>
                  </a:ext>
                </a:extLst>
              </p14:cNvPr>
              <p14:cNvContentPartPr/>
              <p14:nvPr/>
            </p14:nvContentPartPr>
            <p14:xfrm>
              <a:off x="1570472" y="2531312"/>
              <a:ext cx="9720" cy="153000"/>
            </p14:xfrm>
          </p:contentPart>
        </mc:Choice>
        <mc:Fallback xmlns="">
          <p:pic>
            <p:nvPicPr>
              <p:cNvPr id="48" name="Ink 47">
                <a:extLst>
                  <a:ext uri="{FF2B5EF4-FFF2-40B4-BE49-F238E27FC236}">
                    <a16:creationId xmlns:a16="http://schemas.microsoft.com/office/drawing/2014/main" id="{3FEDC7B3-3349-04AD-3495-C5E0AFD43EFB}"/>
                  </a:ext>
                </a:extLst>
              </p:cNvPr>
              <p:cNvPicPr/>
              <p:nvPr/>
            </p:nvPicPr>
            <p:blipFill>
              <a:blip r:embed="rId93"/>
              <a:stretch>
                <a:fillRect/>
              </a:stretch>
            </p:blipFill>
            <p:spPr>
              <a:xfrm>
                <a:off x="1566152" y="2526992"/>
                <a:ext cx="183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2CB96B05-4138-7875-C267-C28E8AD92E80}"/>
                  </a:ext>
                </a:extLst>
              </p14:cNvPr>
              <p14:cNvContentPartPr/>
              <p14:nvPr/>
            </p14:nvContentPartPr>
            <p14:xfrm>
              <a:off x="1556432" y="2451752"/>
              <a:ext cx="326160" cy="241560"/>
            </p14:xfrm>
          </p:contentPart>
        </mc:Choice>
        <mc:Fallback xmlns="">
          <p:pic>
            <p:nvPicPr>
              <p:cNvPr id="49" name="Ink 48">
                <a:extLst>
                  <a:ext uri="{FF2B5EF4-FFF2-40B4-BE49-F238E27FC236}">
                    <a16:creationId xmlns:a16="http://schemas.microsoft.com/office/drawing/2014/main" id="{2CB96B05-4138-7875-C267-C28E8AD92E80}"/>
                  </a:ext>
                </a:extLst>
              </p:cNvPr>
              <p:cNvPicPr/>
              <p:nvPr/>
            </p:nvPicPr>
            <p:blipFill>
              <a:blip r:embed="rId95"/>
              <a:stretch>
                <a:fillRect/>
              </a:stretch>
            </p:blipFill>
            <p:spPr>
              <a:xfrm>
                <a:off x="1552112" y="2447432"/>
                <a:ext cx="3348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13011BA5-4C19-61B9-DC95-0F1788697687}"/>
                  </a:ext>
                </a:extLst>
              </p14:cNvPr>
              <p14:cNvContentPartPr/>
              <p14:nvPr/>
            </p14:nvContentPartPr>
            <p14:xfrm>
              <a:off x="1671992" y="2517632"/>
              <a:ext cx="72000" cy="115920"/>
            </p14:xfrm>
          </p:contentPart>
        </mc:Choice>
        <mc:Fallback xmlns="">
          <p:pic>
            <p:nvPicPr>
              <p:cNvPr id="50" name="Ink 49">
                <a:extLst>
                  <a:ext uri="{FF2B5EF4-FFF2-40B4-BE49-F238E27FC236}">
                    <a16:creationId xmlns:a16="http://schemas.microsoft.com/office/drawing/2014/main" id="{13011BA5-4C19-61B9-DC95-0F1788697687}"/>
                  </a:ext>
                </a:extLst>
              </p:cNvPr>
              <p:cNvPicPr/>
              <p:nvPr/>
            </p:nvPicPr>
            <p:blipFill>
              <a:blip r:embed="rId97"/>
              <a:stretch>
                <a:fillRect/>
              </a:stretch>
            </p:blipFill>
            <p:spPr>
              <a:xfrm>
                <a:off x="1667672" y="2513312"/>
                <a:ext cx="806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49BA0B55-EBBD-B2B1-EBB9-FA17A5323A66}"/>
                  </a:ext>
                </a:extLst>
              </p14:cNvPr>
              <p14:cNvContentPartPr/>
              <p14:nvPr/>
            </p14:nvContentPartPr>
            <p14:xfrm>
              <a:off x="1715912" y="2505032"/>
              <a:ext cx="74160" cy="23400"/>
            </p14:xfrm>
          </p:contentPart>
        </mc:Choice>
        <mc:Fallback xmlns="">
          <p:pic>
            <p:nvPicPr>
              <p:cNvPr id="51" name="Ink 50">
                <a:extLst>
                  <a:ext uri="{FF2B5EF4-FFF2-40B4-BE49-F238E27FC236}">
                    <a16:creationId xmlns:a16="http://schemas.microsoft.com/office/drawing/2014/main" id="{49BA0B55-EBBD-B2B1-EBB9-FA17A5323A66}"/>
                  </a:ext>
                </a:extLst>
              </p:cNvPr>
              <p:cNvPicPr/>
              <p:nvPr/>
            </p:nvPicPr>
            <p:blipFill>
              <a:blip r:embed="rId99"/>
              <a:stretch>
                <a:fillRect/>
              </a:stretch>
            </p:blipFill>
            <p:spPr>
              <a:xfrm>
                <a:off x="1711592" y="2500712"/>
                <a:ext cx="828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293FE070-114B-81C8-3214-E0DA49D219BE}"/>
                  </a:ext>
                </a:extLst>
              </p14:cNvPr>
              <p14:cNvContentPartPr/>
              <p14:nvPr/>
            </p14:nvContentPartPr>
            <p14:xfrm>
              <a:off x="2340144" y="3454416"/>
              <a:ext cx="16560" cy="31680"/>
            </p14:xfrm>
          </p:contentPart>
        </mc:Choice>
        <mc:Fallback xmlns="">
          <p:pic>
            <p:nvPicPr>
              <p:cNvPr id="52" name="Ink 51">
                <a:extLst>
                  <a:ext uri="{FF2B5EF4-FFF2-40B4-BE49-F238E27FC236}">
                    <a16:creationId xmlns:a16="http://schemas.microsoft.com/office/drawing/2014/main" id="{293FE070-114B-81C8-3214-E0DA49D219BE}"/>
                  </a:ext>
                </a:extLst>
              </p:cNvPr>
              <p:cNvPicPr/>
              <p:nvPr/>
            </p:nvPicPr>
            <p:blipFill>
              <a:blip r:embed="rId101"/>
              <a:stretch>
                <a:fillRect/>
              </a:stretch>
            </p:blipFill>
            <p:spPr>
              <a:xfrm>
                <a:off x="2335824" y="3450096"/>
                <a:ext cx="252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1" name="Ink 90">
                <a:extLst>
                  <a:ext uri="{FF2B5EF4-FFF2-40B4-BE49-F238E27FC236}">
                    <a16:creationId xmlns:a16="http://schemas.microsoft.com/office/drawing/2014/main" id="{5D99250E-7CE1-E9F6-E8C2-056AE3B1CCA1}"/>
                  </a:ext>
                </a:extLst>
              </p14:cNvPr>
              <p14:cNvContentPartPr/>
              <p14:nvPr/>
            </p14:nvContentPartPr>
            <p14:xfrm>
              <a:off x="6492744" y="3101976"/>
              <a:ext cx="164520" cy="399240"/>
            </p14:xfrm>
          </p:contentPart>
        </mc:Choice>
        <mc:Fallback xmlns="">
          <p:pic>
            <p:nvPicPr>
              <p:cNvPr id="91" name="Ink 90">
                <a:extLst>
                  <a:ext uri="{FF2B5EF4-FFF2-40B4-BE49-F238E27FC236}">
                    <a16:creationId xmlns:a16="http://schemas.microsoft.com/office/drawing/2014/main" id="{5D99250E-7CE1-E9F6-E8C2-056AE3B1CCA1}"/>
                  </a:ext>
                </a:extLst>
              </p:cNvPr>
              <p:cNvPicPr/>
              <p:nvPr/>
            </p:nvPicPr>
            <p:blipFill>
              <a:blip r:embed="rId103"/>
              <a:stretch>
                <a:fillRect/>
              </a:stretch>
            </p:blipFill>
            <p:spPr>
              <a:xfrm>
                <a:off x="6488424" y="3097656"/>
                <a:ext cx="17316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40" name="Ink 139">
                <a:extLst>
                  <a:ext uri="{FF2B5EF4-FFF2-40B4-BE49-F238E27FC236}">
                    <a16:creationId xmlns:a16="http://schemas.microsoft.com/office/drawing/2014/main" id="{EE4771F2-2D6D-BDDD-8CFB-B714616ADC32}"/>
                  </a:ext>
                </a:extLst>
              </p14:cNvPr>
              <p14:cNvContentPartPr/>
              <p14:nvPr/>
            </p14:nvContentPartPr>
            <p14:xfrm>
              <a:off x="6541704" y="3681936"/>
              <a:ext cx="124920" cy="324000"/>
            </p14:xfrm>
          </p:contentPart>
        </mc:Choice>
        <mc:Fallback xmlns="">
          <p:pic>
            <p:nvPicPr>
              <p:cNvPr id="140" name="Ink 139">
                <a:extLst>
                  <a:ext uri="{FF2B5EF4-FFF2-40B4-BE49-F238E27FC236}">
                    <a16:creationId xmlns:a16="http://schemas.microsoft.com/office/drawing/2014/main" id="{EE4771F2-2D6D-BDDD-8CFB-B714616ADC32}"/>
                  </a:ext>
                </a:extLst>
              </p:cNvPr>
              <p:cNvPicPr/>
              <p:nvPr/>
            </p:nvPicPr>
            <p:blipFill>
              <a:blip r:embed="rId105"/>
              <a:stretch>
                <a:fillRect/>
              </a:stretch>
            </p:blipFill>
            <p:spPr>
              <a:xfrm>
                <a:off x="6537384" y="3677616"/>
                <a:ext cx="13356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52" name="Ink 151">
                <a:extLst>
                  <a:ext uri="{FF2B5EF4-FFF2-40B4-BE49-F238E27FC236}">
                    <a16:creationId xmlns:a16="http://schemas.microsoft.com/office/drawing/2014/main" id="{F448F1C5-B339-2E89-58D6-D7A5EC6AA743}"/>
                  </a:ext>
                </a:extLst>
              </p14:cNvPr>
              <p14:cNvContentPartPr/>
              <p14:nvPr/>
            </p14:nvContentPartPr>
            <p14:xfrm>
              <a:off x="2712384" y="4773456"/>
              <a:ext cx="217080" cy="294840"/>
            </p14:xfrm>
          </p:contentPart>
        </mc:Choice>
        <mc:Fallback xmlns="">
          <p:pic>
            <p:nvPicPr>
              <p:cNvPr id="152" name="Ink 151">
                <a:extLst>
                  <a:ext uri="{FF2B5EF4-FFF2-40B4-BE49-F238E27FC236}">
                    <a16:creationId xmlns:a16="http://schemas.microsoft.com/office/drawing/2014/main" id="{F448F1C5-B339-2E89-58D6-D7A5EC6AA743}"/>
                  </a:ext>
                </a:extLst>
              </p:cNvPr>
              <p:cNvPicPr/>
              <p:nvPr/>
            </p:nvPicPr>
            <p:blipFill>
              <a:blip r:embed="rId107"/>
              <a:stretch>
                <a:fillRect/>
              </a:stretch>
            </p:blipFill>
            <p:spPr>
              <a:xfrm>
                <a:off x="2708064" y="4769136"/>
                <a:ext cx="225720" cy="303480"/>
              </a:xfrm>
              <a:prstGeom prst="rect">
                <a:avLst/>
              </a:prstGeom>
            </p:spPr>
          </p:pic>
        </mc:Fallback>
      </mc:AlternateContent>
      <p:grpSp>
        <p:nvGrpSpPr>
          <p:cNvPr id="162" name="Group 161">
            <a:extLst>
              <a:ext uri="{FF2B5EF4-FFF2-40B4-BE49-F238E27FC236}">
                <a16:creationId xmlns:a16="http://schemas.microsoft.com/office/drawing/2014/main" id="{B9B8AB3A-48D5-A32F-02E4-882ECCB7D4C4}"/>
              </a:ext>
            </a:extLst>
          </p:cNvPr>
          <p:cNvGrpSpPr/>
          <p:nvPr/>
        </p:nvGrpSpPr>
        <p:grpSpPr>
          <a:xfrm>
            <a:off x="2042064" y="5299056"/>
            <a:ext cx="1224360" cy="462240"/>
            <a:chOff x="2042064" y="5299056"/>
            <a:chExt cx="1224360" cy="462240"/>
          </a:xfrm>
        </p:grpSpPr>
        <mc:AlternateContent xmlns:mc="http://schemas.openxmlformats.org/markup-compatibility/2006" xmlns:p14="http://schemas.microsoft.com/office/powerpoint/2010/main">
          <mc:Choice Requires="p14">
            <p:contentPart p14:bwMode="auto" r:id="rId108">
              <p14:nvContentPartPr>
                <p14:cNvPr id="153" name="Ink 152">
                  <a:extLst>
                    <a:ext uri="{FF2B5EF4-FFF2-40B4-BE49-F238E27FC236}">
                      <a16:creationId xmlns:a16="http://schemas.microsoft.com/office/drawing/2014/main" id="{E7A59FB0-9425-9024-CE08-44F7679F1975}"/>
                    </a:ext>
                  </a:extLst>
                </p14:cNvPr>
                <p14:cNvContentPartPr/>
                <p14:nvPr/>
              </p14:nvContentPartPr>
              <p14:xfrm>
                <a:off x="2042064" y="5299056"/>
                <a:ext cx="110880" cy="247680"/>
              </p14:xfrm>
            </p:contentPart>
          </mc:Choice>
          <mc:Fallback xmlns="">
            <p:pic>
              <p:nvPicPr>
                <p:cNvPr id="153" name="Ink 152">
                  <a:extLst>
                    <a:ext uri="{FF2B5EF4-FFF2-40B4-BE49-F238E27FC236}">
                      <a16:creationId xmlns:a16="http://schemas.microsoft.com/office/drawing/2014/main" id="{E7A59FB0-9425-9024-CE08-44F7679F1975}"/>
                    </a:ext>
                  </a:extLst>
                </p:cNvPr>
                <p:cNvPicPr/>
                <p:nvPr/>
              </p:nvPicPr>
              <p:blipFill>
                <a:blip r:embed="rId109"/>
                <a:stretch>
                  <a:fillRect/>
                </a:stretch>
              </p:blipFill>
              <p:spPr>
                <a:xfrm>
                  <a:off x="2037744" y="5294736"/>
                  <a:ext cx="1195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54" name="Ink 153">
                  <a:extLst>
                    <a:ext uri="{FF2B5EF4-FFF2-40B4-BE49-F238E27FC236}">
                      <a16:creationId xmlns:a16="http://schemas.microsoft.com/office/drawing/2014/main" id="{D3F28468-4368-1432-FBE7-434A25DFD755}"/>
                    </a:ext>
                  </a:extLst>
                </p14:cNvPr>
                <p14:cNvContentPartPr/>
                <p14:nvPr/>
              </p14:nvContentPartPr>
              <p14:xfrm>
                <a:off x="2273184" y="5639616"/>
                <a:ext cx="282240" cy="120240"/>
              </p14:xfrm>
            </p:contentPart>
          </mc:Choice>
          <mc:Fallback xmlns="">
            <p:pic>
              <p:nvPicPr>
                <p:cNvPr id="154" name="Ink 153">
                  <a:extLst>
                    <a:ext uri="{FF2B5EF4-FFF2-40B4-BE49-F238E27FC236}">
                      <a16:creationId xmlns:a16="http://schemas.microsoft.com/office/drawing/2014/main" id="{D3F28468-4368-1432-FBE7-434A25DFD755}"/>
                    </a:ext>
                  </a:extLst>
                </p:cNvPr>
                <p:cNvPicPr/>
                <p:nvPr/>
              </p:nvPicPr>
              <p:blipFill>
                <a:blip r:embed="rId111"/>
                <a:stretch>
                  <a:fillRect/>
                </a:stretch>
              </p:blipFill>
              <p:spPr>
                <a:xfrm>
                  <a:off x="2268864" y="5635296"/>
                  <a:ext cx="2908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55" name="Ink 154">
                  <a:extLst>
                    <a:ext uri="{FF2B5EF4-FFF2-40B4-BE49-F238E27FC236}">
                      <a16:creationId xmlns:a16="http://schemas.microsoft.com/office/drawing/2014/main" id="{0C190049-5BA4-5D8E-D010-C8AE5B8EBE5B}"/>
                    </a:ext>
                  </a:extLst>
                </p14:cNvPr>
                <p14:cNvContentPartPr/>
                <p14:nvPr/>
              </p14:nvContentPartPr>
              <p14:xfrm>
                <a:off x="2658744" y="5527656"/>
                <a:ext cx="83520" cy="233640"/>
              </p14:xfrm>
            </p:contentPart>
          </mc:Choice>
          <mc:Fallback xmlns="">
            <p:pic>
              <p:nvPicPr>
                <p:cNvPr id="155" name="Ink 154">
                  <a:extLst>
                    <a:ext uri="{FF2B5EF4-FFF2-40B4-BE49-F238E27FC236}">
                      <a16:creationId xmlns:a16="http://schemas.microsoft.com/office/drawing/2014/main" id="{0C190049-5BA4-5D8E-D010-C8AE5B8EBE5B}"/>
                    </a:ext>
                  </a:extLst>
                </p:cNvPr>
                <p:cNvPicPr/>
                <p:nvPr/>
              </p:nvPicPr>
              <p:blipFill>
                <a:blip r:embed="rId113"/>
                <a:stretch>
                  <a:fillRect/>
                </a:stretch>
              </p:blipFill>
              <p:spPr>
                <a:xfrm>
                  <a:off x="2654424" y="5523336"/>
                  <a:ext cx="9216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56" name="Ink 155">
                  <a:extLst>
                    <a:ext uri="{FF2B5EF4-FFF2-40B4-BE49-F238E27FC236}">
                      <a16:creationId xmlns:a16="http://schemas.microsoft.com/office/drawing/2014/main" id="{79A0C276-33B5-B3DF-FBDD-F0C04BA95D16}"/>
                    </a:ext>
                  </a:extLst>
                </p14:cNvPr>
                <p14:cNvContentPartPr/>
                <p14:nvPr/>
              </p14:nvContentPartPr>
              <p14:xfrm>
                <a:off x="2614824" y="5670936"/>
                <a:ext cx="316800" cy="52200"/>
              </p14:xfrm>
            </p:contentPart>
          </mc:Choice>
          <mc:Fallback xmlns="">
            <p:pic>
              <p:nvPicPr>
                <p:cNvPr id="156" name="Ink 155">
                  <a:extLst>
                    <a:ext uri="{FF2B5EF4-FFF2-40B4-BE49-F238E27FC236}">
                      <a16:creationId xmlns:a16="http://schemas.microsoft.com/office/drawing/2014/main" id="{79A0C276-33B5-B3DF-FBDD-F0C04BA95D16}"/>
                    </a:ext>
                  </a:extLst>
                </p:cNvPr>
                <p:cNvPicPr/>
                <p:nvPr/>
              </p:nvPicPr>
              <p:blipFill>
                <a:blip r:embed="rId115"/>
                <a:stretch>
                  <a:fillRect/>
                </a:stretch>
              </p:blipFill>
              <p:spPr>
                <a:xfrm>
                  <a:off x="2610504" y="5666616"/>
                  <a:ext cx="3254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57" name="Ink 156">
                  <a:extLst>
                    <a:ext uri="{FF2B5EF4-FFF2-40B4-BE49-F238E27FC236}">
                      <a16:creationId xmlns:a16="http://schemas.microsoft.com/office/drawing/2014/main" id="{D6216A68-78FF-8525-11AF-513A511DBEB3}"/>
                    </a:ext>
                  </a:extLst>
                </p14:cNvPr>
                <p14:cNvContentPartPr/>
                <p14:nvPr/>
              </p14:nvContentPartPr>
              <p14:xfrm>
                <a:off x="2989224" y="5609736"/>
                <a:ext cx="28080" cy="138240"/>
              </p14:xfrm>
            </p:contentPart>
          </mc:Choice>
          <mc:Fallback xmlns="">
            <p:pic>
              <p:nvPicPr>
                <p:cNvPr id="157" name="Ink 156">
                  <a:extLst>
                    <a:ext uri="{FF2B5EF4-FFF2-40B4-BE49-F238E27FC236}">
                      <a16:creationId xmlns:a16="http://schemas.microsoft.com/office/drawing/2014/main" id="{D6216A68-78FF-8525-11AF-513A511DBEB3}"/>
                    </a:ext>
                  </a:extLst>
                </p:cNvPr>
                <p:cNvPicPr/>
                <p:nvPr/>
              </p:nvPicPr>
              <p:blipFill>
                <a:blip r:embed="rId117"/>
                <a:stretch>
                  <a:fillRect/>
                </a:stretch>
              </p:blipFill>
              <p:spPr>
                <a:xfrm>
                  <a:off x="2984904" y="5605416"/>
                  <a:ext cx="3672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58" name="Ink 157">
                  <a:extLst>
                    <a:ext uri="{FF2B5EF4-FFF2-40B4-BE49-F238E27FC236}">
                      <a16:creationId xmlns:a16="http://schemas.microsoft.com/office/drawing/2014/main" id="{82048524-767B-C19B-41F8-94290FC5E3CB}"/>
                    </a:ext>
                  </a:extLst>
                </p14:cNvPr>
                <p14:cNvContentPartPr/>
                <p14:nvPr/>
              </p14:nvContentPartPr>
              <p14:xfrm>
                <a:off x="3092904" y="5647536"/>
                <a:ext cx="173520" cy="52200"/>
              </p14:xfrm>
            </p:contentPart>
          </mc:Choice>
          <mc:Fallback xmlns="">
            <p:pic>
              <p:nvPicPr>
                <p:cNvPr id="158" name="Ink 157">
                  <a:extLst>
                    <a:ext uri="{FF2B5EF4-FFF2-40B4-BE49-F238E27FC236}">
                      <a16:creationId xmlns:a16="http://schemas.microsoft.com/office/drawing/2014/main" id="{82048524-767B-C19B-41F8-94290FC5E3CB}"/>
                    </a:ext>
                  </a:extLst>
                </p:cNvPr>
                <p:cNvPicPr/>
                <p:nvPr/>
              </p:nvPicPr>
              <p:blipFill>
                <a:blip r:embed="rId119"/>
                <a:stretch>
                  <a:fillRect/>
                </a:stretch>
              </p:blipFill>
              <p:spPr>
                <a:xfrm>
                  <a:off x="3088584" y="5643216"/>
                  <a:ext cx="182160" cy="60840"/>
                </a:xfrm>
                <a:prstGeom prst="rect">
                  <a:avLst/>
                </a:prstGeom>
              </p:spPr>
            </p:pic>
          </mc:Fallback>
        </mc:AlternateContent>
      </p:grpSp>
      <p:grpSp>
        <p:nvGrpSpPr>
          <p:cNvPr id="161" name="Group 160">
            <a:extLst>
              <a:ext uri="{FF2B5EF4-FFF2-40B4-BE49-F238E27FC236}">
                <a16:creationId xmlns:a16="http://schemas.microsoft.com/office/drawing/2014/main" id="{94D544A5-089A-2AAC-300A-47710EDE5AC4}"/>
              </a:ext>
            </a:extLst>
          </p:cNvPr>
          <p:cNvGrpSpPr/>
          <p:nvPr/>
        </p:nvGrpSpPr>
        <p:grpSpPr>
          <a:xfrm>
            <a:off x="3580344" y="5456016"/>
            <a:ext cx="370080" cy="171360"/>
            <a:chOff x="3580344" y="5456016"/>
            <a:chExt cx="370080" cy="171360"/>
          </a:xfrm>
        </p:grpSpPr>
        <mc:AlternateContent xmlns:mc="http://schemas.openxmlformats.org/markup-compatibility/2006" xmlns:p14="http://schemas.microsoft.com/office/powerpoint/2010/main">
          <mc:Choice Requires="p14">
            <p:contentPart p14:bwMode="auto" r:id="rId120">
              <p14:nvContentPartPr>
                <p14:cNvPr id="159" name="Ink 158">
                  <a:extLst>
                    <a:ext uri="{FF2B5EF4-FFF2-40B4-BE49-F238E27FC236}">
                      <a16:creationId xmlns:a16="http://schemas.microsoft.com/office/drawing/2014/main" id="{B1162FD5-06ED-FFE0-891F-7CD2D84A8E08}"/>
                    </a:ext>
                  </a:extLst>
                </p14:cNvPr>
                <p14:cNvContentPartPr/>
                <p14:nvPr/>
              </p14:nvContentPartPr>
              <p14:xfrm>
                <a:off x="3580344" y="5592096"/>
                <a:ext cx="194400" cy="29160"/>
              </p14:xfrm>
            </p:contentPart>
          </mc:Choice>
          <mc:Fallback xmlns="">
            <p:pic>
              <p:nvPicPr>
                <p:cNvPr id="159" name="Ink 158">
                  <a:extLst>
                    <a:ext uri="{FF2B5EF4-FFF2-40B4-BE49-F238E27FC236}">
                      <a16:creationId xmlns:a16="http://schemas.microsoft.com/office/drawing/2014/main" id="{B1162FD5-06ED-FFE0-891F-7CD2D84A8E08}"/>
                    </a:ext>
                  </a:extLst>
                </p:cNvPr>
                <p:cNvPicPr/>
                <p:nvPr/>
              </p:nvPicPr>
              <p:blipFill>
                <a:blip r:embed="rId121"/>
                <a:stretch>
                  <a:fillRect/>
                </a:stretch>
              </p:blipFill>
              <p:spPr>
                <a:xfrm>
                  <a:off x="3576024" y="5587776"/>
                  <a:ext cx="2030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60" name="Ink 159">
                  <a:extLst>
                    <a:ext uri="{FF2B5EF4-FFF2-40B4-BE49-F238E27FC236}">
                      <a16:creationId xmlns:a16="http://schemas.microsoft.com/office/drawing/2014/main" id="{18DC757F-055B-ED9C-E404-CE5387BF0750}"/>
                    </a:ext>
                  </a:extLst>
                </p14:cNvPr>
                <p14:cNvContentPartPr/>
                <p14:nvPr/>
              </p14:nvContentPartPr>
              <p14:xfrm>
                <a:off x="3901464" y="5456016"/>
                <a:ext cx="48960" cy="171360"/>
              </p14:xfrm>
            </p:contentPart>
          </mc:Choice>
          <mc:Fallback xmlns="">
            <p:pic>
              <p:nvPicPr>
                <p:cNvPr id="160" name="Ink 159">
                  <a:extLst>
                    <a:ext uri="{FF2B5EF4-FFF2-40B4-BE49-F238E27FC236}">
                      <a16:creationId xmlns:a16="http://schemas.microsoft.com/office/drawing/2014/main" id="{18DC757F-055B-ED9C-E404-CE5387BF0750}"/>
                    </a:ext>
                  </a:extLst>
                </p:cNvPr>
                <p:cNvPicPr/>
                <p:nvPr/>
              </p:nvPicPr>
              <p:blipFill>
                <a:blip r:embed="rId123"/>
                <a:stretch>
                  <a:fillRect/>
                </a:stretch>
              </p:blipFill>
              <p:spPr>
                <a:xfrm>
                  <a:off x="3897144" y="5451696"/>
                  <a:ext cx="57600" cy="180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163" name="Ink 162">
                <a:extLst>
                  <a:ext uri="{FF2B5EF4-FFF2-40B4-BE49-F238E27FC236}">
                    <a16:creationId xmlns:a16="http://schemas.microsoft.com/office/drawing/2014/main" id="{0F753EE9-A742-A3A9-B047-40003E6495F5}"/>
                  </a:ext>
                </a:extLst>
              </p14:cNvPr>
              <p14:cNvContentPartPr/>
              <p14:nvPr/>
            </p14:nvContentPartPr>
            <p14:xfrm>
              <a:off x="4153104" y="5517216"/>
              <a:ext cx="5040" cy="62640"/>
            </p14:xfrm>
          </p:contentPart>
        </mc:Choice>
        <mc:Fallback xmlns="">
          <p:pic>
            <p:nvPicPr>
              <p:cNvPr id="163" name="Ink 162">
                <a:extLst>
                  <a:ext uri="{FF2B5EF4-FFF2-40B4-BE49-F238E27FC236}">
                    <a16:creationId xmlns:a16="http://schemas.microsoft.com/office/drawing/2014/main" id="{0F753EE9-A742-A3A9-B047-40003E6495F5}"/>
                  </a:ext>
                </a:extLst>
              </p:cNvPr>
              <p:cNvPicPr/>
              <p:nvPr/>
            </p:nvPicPr>
            <p:blipFill>
              <a:blip r:embed="rId125"/>
              <a:stretch>
                <a:fillRect/>
              </a:stretch>
            </p:blipFill>
            <p:spPr>
              <a:xfrm>
                <a:off x="4148784" y="5512896"/>
                <a:ext cx="136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64" name="Ink 163">
                <a:extLst>
                  <a:ext uri="{FF2B5EF4-FFF2-40B4-BE49-F238E27FC236}">
                    <a16:creationId xmlns:a16="http://schemas.microsoft.com/office/drawing/2014/main" id="{48130C4E-860F-5A03-08E2-B50532C09063}"/>
                  </a:ext>
                </a:extLst>
              </p14:cNvPr>
              <p14:cNvContentPartPr/>
              <p14:nvPr/>
            </p14:nvContentPartPr>
            <p14:xfrm>
              <a:off x="3841344" y="5751576"/>
              <a:ext cx="261360" cy="208080"/>
            </p14:xfrm>
          </p:contentPart>
        </mc:Choice>
        <mc:Fallback xmlns="">
          <p:pic>
            <p:nvPicPr>
              <p:cNvPr id="164" name="Ink 163">
                <a:extLst>
                  <a:ext uri="{FF2B5EF4-FFF2-40B4-BE49-F238E27FC236}">
                    <a16:creationId xmlns:a16="http://schemas.microsoft.com/office/drawing/2014/main" id="{48130C4E-860F-5A03-08E2-B50532C09063}"/>
                  </a:ext>
                </a:extLst>
              </p:cNvPr>
              <p:cNvPicPr/>
              <p:nvPr/>
            </p:nvPicPr>
            <p:blipFill>
              <a:blip r:embed="rId127"/>
              <a:stretch>
                <a:fillRect/>
              </a:stretch>
            </p:blipFill>
            <p:spPr>
              <a:xfrm>
                <a:off x="3837024" y="5747256"/>
                <a:ext cx="270000" cy="216720"/>
              </a:xfrm>
              <a:prstGeom prst="rect">
                <a:avLst/>
              </a:prstGeom>
            </p:spPr>
          </p:pic>
        </mc:Fallback>
      </mc:AlternateContent>
      <p:grpSp>
        <p:nvGrpSpPr>
          <p:cNvPr id="178" name="Group 177">
            <a:extLst>
              <a:ext uri="{FF2B5EF4-FFF2-40B4-BE49-F238E27FC236}">
                <a16:creationId xmlns:a16="http://schemas.microsoft.com/office/drawing/2014/main" id="{A15F57AA-E6F1-D11A-F093-C9DB2C396576}"/>
              </a:ext>
            </a:extLst>
          </p:cNvPr>
          <p:cNvGrpSpPr/>
          <p:nvPr/>
        </p:nvGrpSpPr>
        <p:grpSpPr>
          <a:xfrm>
            <a:off x="381024" y="2830896"/>
            <a:ext cx="871560" cy="436680"/>
            <a:chOff x="381024" y="2830896"/>
            <a:chExt cx="871560" cy="436680"/>
          </a:xfrm>
        </p:grpSpPr>
        <mc:AlternateContent xmlns:mc="http://schemas.openxmlformats.org/markup-compatibility/2006" xmlns:p14="http://schemas.microsoft.com/office/powerpoint/2010/main">
          <mc:Choice Requires="p14">
            <p:contentPart p14:bwMode="auto" r:id="rId128">
              <p14:nvContentPartPr>
                <p14:cNvPr id="165" name="Ink 164">
                  <a:extLst>
                    <a:ext uri="{FF2B5EF4-FFF2-40B4-BE49-F238E27FC236}">
                      <a16:creationId xmlns:a16="http://schemas.microsoft.com/office/drawing/2014/main" id="{5CDA2DC4-B342-4DD8-969A-1FC5F6921C3A}"/>
                    </a:ext>
                  </a:extLst>
                </p14:cNvPr>
                <p14:cNvContentPartPr/>
                <p14:nvPr/>
              </p14:nvContentPartPr>
              <p14:xfrm>
                <a:off x="381024" y="2969496"/>
                <a:ext cx="189720" cy="298080"/>
              </p14:xfrm>
            </p:contentPart>
          </mc:Choice>
          <mc:Fallback xmlns="">
            <p:pic>
              <p:nvPicPr>
                <p:cNvPr id="165" name="Ink 164">
                  <a:extLst>
                    <a:ext uri="{FF2B5EF4-FFF2-40B4-BE49-F238E27FC236}">
                      <a16:creationId xmlns:a16="http://schemas.microsoft.com/office/drawing/2014/main" id="{5CDA2DC4-B342-4DD8-969A-1FC5F6921C3A}"/>
                    </a:ext>
                  </a:extLst>
                </p:cNvPr>
                <p:cNvPicPr/>
                <p:nvPr/>
              </p:nvPicPr>
              <p:blipFill>
                <a:blip r:embed="rId129"/>
                <a:stretch>
                  <a:fillRect/>
                </a:stretch>
              </p:blipFill>
              <p:spPr>
                <a:xfrm>
                  <a:off x="376704" y="2965176"/>
                  <a:ext cx="19836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66" name="Ink 165">
                  <a:extLst>
                    <a:ext uri="{FF2B5EF4-FFF2-40B4-BE49-F238E27FC236}">
                      <a16:creationId xmlns:a16="http://schemas.microsoft.com/office/drawing/2014/main" id="{3E121845-8135-FDED-0945-23F8C9D50E4B}"/>
                    </a:ext>
                  </a:extLst>
                </p14:cNvPr>
                <p14:cNvContentPartPr/>
                <p14:nvPr/>
              </p14:nvContentPartPr>
              <p14:xfrm>
                <a:off x="651384" y="2996496"/>
                <a:ext cx="148320" cy="58320"/>
              </p14:xfrm>
            </p:contentPart>
          </mc:Choice>
          <mc:Fallback xmlns="">
            <p:pic>
              <p:nvPicPr>
                <p:cNvPr id="166" name="Ink 165">
                  <a:extLst>
                    <a:ext uri="{FF2B5EF4-FFF2-40B4-BE49-F238E27FC236}">
                      <a16:creationId xmlns:a16="http://schemas.microsoft.com/office/drawing/2014/main" id="{3E121845-8135-FDED-0945-23F8C9D50E4B}"/>
                    </a:ext>
                  </a:extLst>
                </p:cNvPr>
                <p:cNvPicPr/>
                <p:nvPr/>
              </p:nvPicPr>
              <p:blipFill>
                <a:blip r:embed="rId131"/>
                <a:stretch>
                  <a:fillRect/>
                </a:stretch>
              </p:blipFill>
              <p:spPr>
                <a:xfrm>
                  <a:off x="647064" y="2992176"/>
                  <a:ext cx="1569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67" name="Ink 166">
                  <a:extLst>
                    <a:ext uri="{FF2B5EF4-FFF2-40B4-BE49-F238E27FC236}">
                      <a16:creationId xmlns:a16="http://schemas.microsoft.com/office/drawing/2014/main" id="{1A908665-C1C8-0892-35BB-C4A85A62B4A9}"/>
                    </a:ext>
                  </a:extLst>
                </p14:cNvPr>
                <p14:cNvContentPartPr/>
                <p14:nvPr/>
              </p14:nvContentPartPr>
              <p14:xfrm>
                <a:off x="829944" y="2860776"/>
                <a:ext cx="78480" cy="195480"/>
              </p14:xfrm>
            </p:contentPart>
          </mc:Choice>
          <mc:Fallback xmlns="">
            <p:pic>
              <p:nvPicPr>
                <p:cNvPr id="167" name="Ink 166">
                  <a:extLst>
                    <a:ext uri="{FF2B5EF4-FFF2-40B4-BE49-F238E27FC236}">
                      <a16:creationId xmlns:a16="http://schemas.microsoft.com/office/drawing/2014/main" id="{1A908665-C1C8-0892-35BB-C4A85A62B4A9}"/>
                    </a:ext>
                  </a:extLst>
                </p:cNvPr>
                <p:cNvPicPr/>
                <p:nvPr/>
              </p:nvPicPr>
              <p:blipFill>
                <a:blip r:embed="rId133"/>
                <a:stretch>
                  <a:fillRect/>
                </a:stretch>
              </p:blipFill>
              <p:spPr>
                <a:xfrm>
                  <a:off x="825624" y="2856456"/>
                  <a:ext cx="871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68" name="Ink 167">
                  <a:extLst>
                    <a:ext uri="{FF2B5EF4-FFF2-40B4-BE49-F238E27FC236}">
                      <a16:creationId xmlns:a16="http://schemas.microsoft.com/office/drawing/2014/main" id="{CD4C44B2-1263-E5EF-7C2B-9178E5AA3844}"/>
                    </a:ext>
                  </a:extLst>
                </p14:cNvPr>
                <p14:cNvContentPartPr/>
                <p14:nvPr/>
              </p14:nvContentPartPr>
              <p14:xfrm>
                <a:off x="960984" y="2859696"/>
                <a:ext cx="41760" cy="179280"/>
              </p14:xfrm>
            </p:contentPart>
          </mc:Choice>
          <mc:Fallback xmlns="">
            <p:pic>
              <p:nvPicPr>
                <p:cNvPr id="168" name="Ink 167">
                  <a:extLst>
                    <a:ext uri="{FF2B5EF4-FFF2-40B4-BE49-F238E27FC236}">
                      <a16:creationId xmlns:a16="http://schemas.microsoft.com/office/drawing/2014/main" id="{CD4C44B2-1263-E5EF-7C2B-9178E5AA3844}"/>
                    </a:ext>
                  </a:extLst>
                </p:cNvPr>
                <p:cNvPicPr/>
                <p:nvPr/>
              </p:nvPicPr>
              <p:blipFill>
                <a:blip r:embed="rId135"/>
                <a:stretch>
                  <a:fillRect/>
                </a:stretch>
              </p:blipFill>
              <p:spPr>
                <a:xfrm>
                  <a:off x="956664" y="2855376"/>
                  <a:ext cx="504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69" name="Ink 168">
                  <a:extLst>
                    <a:ext uri="{FF2B5EF4-FFF2-40B4-BE49-F238E27FC236}">
                      <a16:creationId xmlns:a16="http://schemas.microsoft.com/office/drawing/2014/main" id="{1B31A9EC-D040-5FA2-D50E-64EDE21F1B5F}"/>
                    </a:ext>
                  </a:extLst>
                </p14:cNvPr>
                <p14:cNvContentPartPr/>
                <p14:nvPr/>
              </p14:nvContentPartPr>
              <p14:xfrm>
                <a:off x="1074024" y="2997216"/>
                <a:ext cx="7200" cy="31680"/>
              </p14:xfrm>
            </p:contentPart>
          </mc:Choice>
          <mc:Fallback xmlns="">
            <p:pic>
              <p:nvPicPr>
                <p:cNvPr id="169" name="Ink 168">
                  <a:extLst>
                    <a:ext uri="{FF2B5EF4-FFF2-40B4-BE49-F238E27FC236}">
                      <a16:creationId xmlns:a16="http://schemas.microsoft.com/office/drawing/2014/main" id="{1B31A9EC-D040-5FA2-D50E-64EDE21F1B5F}"/>
                    </a:ext>
                  </a:extLst>
                </p:cNvPr>
                <p:cNvPicPr/>
                <p:nvPr/>
              </p:nvPicPr>
              <p:blipFill>
                <a:blip r:embed="rId137"/>
                <a:stretch>
                  <a:fillRect/>
                </a:stretch>
              </p:blipFill>
              <p:spPr>
                <a:xfrm>
                  <a:off x="1069704" y="2992896"/>
                  <a:ext cx="158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70" name="Ink 169">
                  <a:extLst>
                    <a:ext uri="{FF2B5EF4-FFF2-40B4-BE49-F238E27FC236}">
                      <a16:creationId xmlns:a16="http://schemas.microsoft.com/office/drawing/2014/main" id="{1B284FFE-01B4-B0BD-1821-49DAC47217C4}"/>
                    </a:ext>
                  </a:extLst>
                </p14:cNvPr>
                <p14:cNvContentPartPr/>
                <p14:nvPr/>
              </p14:nvContentPartPr>
              <p14:xfrm>
                <a:off x="1129464" y="2830896"/>
                <a:ext cx="23400" cy="73080"/>
              </p14:xfrm>
            </p:contentPart>
          </mc:Choice>
          <mc:Fallback xmlns="">
            <p:pic>
              <p:nvPicPr>
                <p:cNvPr id="170" name="Ink 169">
                  <a:extLst>
                    <a:ext uri="{FF2B5EF4-FFF2-40B4-BE49-F238E27FC236}">
                      <a16:creationId xmlns:a16="http://schemas.microsoft.com/office/drawing/2014/main" id="{1B284FFE-01B4-B0BD-1821-49DAC47217C4}"/>
                    </a:ext>
                  </a:extLst>
                </p:cNvPr>
                <p:cNvPicPr/>
                <p:nvPr/>
              </p:nvPicPr>
              <p:blipFill>
                <a:blip r:embed="rId139"/>
                <a:stretch>
                  <a:fillRect/>
                </a:stretch>
              </p:blipFill>
              <p:spPr>
                <a:xfrm>
                  <a:off x="1125144" y="2826576"/>
                  <a:ext cx="320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71" name="Ink 170">
                  <a:extLst>
                    <a:ext uri="{FF2B5EF4-FFF2-40B4-BE49-F238E27FC236}">
                      <a16:creationId xmlns:a16="http://schemas.microsoft.com/office/drawing/2014/main" id="{F603D415-C37D-BCF2-1140-6C4ABBFB07CF}"/>
                    </a:ext>
                  </a:extLst>
                </p14:cNvPr>
                <p14:cNvContentPartPr/>
                <p14:nvPr/>
              </p14:nvContentPartPr>
              <p14:xfrm>
                <a:off x="1187424" y="2920896"/>
                <a:ext cx="65160" cy="65160"/>
              </p14:xfrm>
            </p:contentPart>
          </mc:Choice>
          <mc:Fallback xmlns="">
            <p:pic>
              <p:nvPicPr>
                <p:cNvPr id="171" name="Ink 170">
                  <a:extLst>
                    <a:ext uri="{FF2B5EF4-FFF2-40B4-BE49-F238E27FC236}">
                      <a16:creationId xmlns:a16="http://schemas.microsoft.com/office/drawing/2014/main" id="{F603D415-C37D-BCF2-1140-6C4ABBFB07CF}"/>
                    </a:ext>
                  </a:extLst>
                </p:cNvPr>
                <p:cNvPicPr/>
                <p:nvPr/>
              </p:nvPicPr>
              <p:blipFill>
                <a:blip r:embed="rId141"/>
                <a:stretch>
                  <a:fillRect/>
                </a:stretch>
              </p:blipFill>
              <p:spPr>
                <a:xfrm>
                  <a:off x="1183104" y="2916576"/>
                  <a:ext cx="73800" cy="7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2">
            <p14:nvContentPartPr>
              <p14:cNvPr id="195" name="Ink 194">
                <a:extLst>
                  <a:ext uri="{FF2B5EF4-FFF2-40B4-BE49-F238E27FC236}">
                    <a16:creationId xmlns:a16="http://schemas.microsoft.com/office/drawing/2014/main" id="{76C484D0-8B1E-2D32-AA62-524C7B20AC8A}"/>
                  </a:ext>
                </a:extLst>
              </p14:cNvPr>
              <p14:cNvContentPartPr/>
              <p14:nvPr/>
            </p14:nvContentPartPr>
            <p14:xfrm>
              <a:off x="545184" y="6139656"/>
              <a:ext cx="385560" cy="412920"/>
            </p14:xfrm>
          </p:contentPart>
        </mc:Choice>
        <mc:Fallback xmlns="">
          <p:pic>
            <p:nvPicPr>
              <p:cNvPr id="195" name="Ink 194">
                <a:extLst>
                  <a:ext uri="{FF2B5EF4-FFF2-40B4-BE49-F238E27FC236}">
                    <a16:creationId xmlns:a16="http://schemas.microsoft.com/office/drawing/2014/main" id="{76C484D0-8B1E-2D32-AA62-524C7B20AC8A}"/>
                  </a:ext>
                </a:extLst>
              </p:cNvPr>
              <p:cNvPicPr/>
              <p:nvPr/>
            </p:nvPicPr>
            <p:blipFill>
              <a:blip r:embed="rId143"/>
              <a:stretch>
                <a:fillRect/>
              </a:stretch>
            </p:blipFill>
            <p:spPr>
              <a:xfrm>
                <a:off x="540864" y="6135336"/>
                <a:ext cx="394200" cy="421560"/>
              </a:xfrm>
              <a:prstGeom prst="rect">
                <a:avLst/>
              </a:prstGeom>
            </p:spPr>
          </p:pic>
        </mc:Fallback>
      </mc:AlternateContent>
      <p:grpSp>
        <p:nvGrpSpPr>
          <p:cNvPr id="197" name="Group 196">
            <a:extLst>
              <a:ext uri="{FF2B5EF4-FFF2-40B4-BE49-F238E27FC236}">
                <a16:creationId xmlns:a16="http://schemas.microsoft.com/office/drawing/2014/main" id="{114C4A51-50BA-C18F-8BE3-8C95F927443B}"/>
              </a:ext>
            </a:extLst>
          </p:cNvPr>
          <p:cNvGrpSpPr/>
          <p:nvPr/>
        </p:nvGrpSpPr>
        <p:grpSpPr>
          <a:xfrm>
            <a:off x="1526904" y="2163816"/>
            <a:ext cx="4786920" cy="2491200"/>
            <a:chOff x="1526904" y="2163816"/>
            <a:chExt cx="4786920" cy="2491200"/>
          </a:xfrm>
        </p:grpSpPr>
        <mc:AlternateContent xmlns:mc="http://schemas.openxmlformats.org/markup-compatibility/2006" xmlns:p14="http://schemas.microsoft.com/office/powerpoint/2010/main">
          <mc:Choice Requires="p14">
            <p:contentPart p14:bwMode="auto" r:id="rId144">
              <p14:nvContentPartPr>
                <p14:cNvPr id="78" name="Ink 77">
                  <a:extLst>
                    <a:ext uri="{FF2B5EF4-FFF2-40B4-BE49-F238E27FC236}">
                      <a16:creationId xmlns:a16="http://schemas.microsoft.com/office/drawing/2014/main" id="{432B1F9D-FEBE-D902-15E6-9D1D59D6B9A0}"/>
                    </a:ext>
                  </a:extLst>
                </p14:cNvPr>
                <p14:cNvContentPartPr/>
                <p14:nvPr/>
              </p14:nvContentPartPr>
              <p14:xfrm>
                <a:off x="4199544" y="3523896"/>
                <a:ext cx="72000" cy="122040"/>
              </p14:xfrm>
            </p:contentPart>
          </mc:Choice>
          <mc:Fallback xmlns="">
            <p:pic>
              <p:nvPicPr>
                <p:cNvPr id="78" name="Ink 77">
                  <a:extLst>
                    <a:ext uri="{FF2B5EF4-FFF2-40B4-BE49-F238E27FC236}">
                      <a16:creationId xmlns:a16="http://schemas.microsoft.com/office/drawing/2014/main" id="{432B1F9D-FEBE-D902-15E6-9D1D59D6B9A0}"/>
                    </a:ext>
                  </a:extLst>
                </p:cNvPr>
                <p:cNvPicPr/>
                <p:nvPr/>
              </p:nvPicPr>
              <p:blipFill>
                <a:blip r:embed="rId145"/>
                <a:stretch>
                  <a:fillRect/>
                </a:stretch>
              </p:blipFill>
              <p:spPr>
                <a:xfrm>
                  <a:off x="4195224" y="3519576"/>
                  <a:ext cx="806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9" name="Ink 78">
                  <a:extLst>
                    <a:ext uri="{FF2B5EF4-FFF2-40B4-BE49-F238E27FC236}">
                      <a16:creationId xmlns:a16="http://schemas.microsoft.com/office/drawing/2014/main" id="{43293862-79A1-792E-ACDB-B433C9AE30FB}"/>
                    </a:ext>
                  </a:extLst>
                </p14:cNvPr>
                <p14:cNvContentPartPr/>
                <p14:nvPr/>
              </p14:nvContentPartPr>
              <p14:xfrm>
                <a:off x="4310424" y="3417696"/>
                <a:ext cx="14040" cy="37440"/>
              </p14:xfrm>
            </p:contentPart>
          </mc:Choice>
          <mc:Fallback xmlns="">
            <p:pic>
              <p:nvPicPr>
                <p:cNvPr id="79" name="Ink 78">
                  <a:extLst>
                    <a:ext uri="{FF2B5EF4-FFF2-40B4-BE49-F238E27FC236}">
                      <a16:creationId xmlns:a16="http://schemas.microsoft.com/office/drawing/2014/main" id="{43293862-79A1-792E-ACDB-B433C9AE30FB}"/>
                    </a:ext>
                  </a:extLst>
                </p:cNvPr>
                <p:cNvPicPr/>
                <p:nvPr/>
              </p:nvPicPr>
              <p:blipFill>
                <a:blip r:embed="rId147"/>
                <a:stretch>
                  <a:fillRect/>
                </a:stretch>
              </p:blipFill>
              <p:spPr>
                <a:xfrm>
                  <a:off x="4306104" y="3413376"/>
                  <a:ext cx="226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0" name="Ink 79">
                  <a:extLst>
                    <a:ext uri="{FF2B5EF4-FFF2-40B4-BE49-F238E27FC236}">
                      <a16:creationId xmlns:a16="http://schemas.microsoft.com/office/drawing/2014/main" id="{9788ADD5-EF57-8976-3DAB-1FD7FCA754E1}"/>
                    </a:ext>
                  </a:extLst>
                </p14:cNvPr>
                <p14:cNvContentPartPr/>
                <p14:nvPr/>
              </p14:nvContentPartPr>
              <p14:xfrm>
                <a:off x="4385664" y="3447576"/>
                <a:ext cx="183960" cy="142560"/>
              </p14:xfrm>
            </p:contentPart>
          </mc:Choice>
          <mc:Fallback xmlns="">
            <p:pic>
              <p:nvPicPr>
                <p:cNvPr id="80" name="Ink 79">
                  <a:extLst>
                    <a:ext uri="{FF2B5EF4-FFF2-40B4-BE49-F238E27FC236}">
                      <a16:creationId xmlns:a16="http://schemas.microsoft.com/office/drawing/2014/main" id="{9788ADD5-EF57-8976-3DAB-1FD7FCA754E1}"/>
                    </a:ext>
                  </a:extLst>
                </p:cNvPr>
                <p:cNvPicPr/>
                <p:nvPr/>
              </p:nvPicPr>
              <p:blipFill>
                <a:blip r:embed="rId149"/>
                <a:stretch>
                  <a:fillRect/>
                </a:stretch>
              </p:blipFill>
              <p:spPr>
                <a:xfrm>
                  <a:off x="4381344" y="3443256"/>
                  <a:ext cx="1926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1" name="Ink 80">
                  <a:extLst>
                    <a:ext uri="{FF2B5EF4-FFF2-40B4-BE49-F238E27FC236}">
                      <a16:creationId xmlns:a16="http://schemas.microsoft.com/office/drawing/2014/main" id="{6A6EE5E1-59C1-704D-CCB6-0B809BE0F506}"/>
                    </a:ext>
                  </a:extLst>
                </p14:cNvPr>
                <p14:cNvContentPartPr/>
                <p14:nvPr/>
              </p14:nvContentPartPr>
              <p14:xfrm>
                <a:off x="4698504" y="3461616"/>
                <a:ext cx="166680" cy="93240"/>
              </p14:xfrm>
            </p:contentPart>
          </mc:Choice>
          <mc:Fallback xmlns="">
            <p:pic>
              <p:nvPicPr>
                <p:cNvPr id="81" name="Ink 80">
                  <a:extLst>
                    <a:ext uri="{FF2B5EF4-FFF2-40B4-BE49-F238E27FC236}">
                      <a16:creationId xmlns:a16="http://schemas.microsoft.com/office/drawing/2014/main" id="{6A6EE5E1-59C1-704D-CCB6-0B809BE0F506}"/>
                    </a:ext>
                  </a:extLst>
                </p:cNvPr>
                <p:cNvPicPr/>
                <p:nvPr/>
              </p:nvPicPr>
              <p:blipFill>
                <a:blip r:embed="rId151"/>
                <a:stretch>
                  <a:fillRect/>
                </a:stretch>
              </p:blipFill>
              <p:spPr>
                <a:xfrm>
                  <a:off x="4694184" y="3457296"/>
                  <a:ext cx="1753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2" name="Ink 81">
                  <a:extLst>
                    <a:ext uri="{FF2B5EF4-FFF2-40B4-BE49-F238E27FC236}">
                      <a16:creationId xmlns:a16="http://schemas.microsoft.com/office/drawing/2014/main" id="{936197FF-D278-61DC-8494-F3DF1E1AB32D}"/>
                    </a:ext>
                  </a:extLst>
                </p14:cNvPr>
                <p14:cNvContentPartPr/>
                <p14:nvPr/>
              </p14:nvContentPartPr>
              <p14:xfrm>
                <a:off x="5107104" y="3413016"/>
                <a:ext cx="9720" cy="27000"/>
              </p14:xfrm>
            </p:contentPart>
          </mc:Choice>
          <mc:Fallback xmlns="">
            <p:pic>
              <p:nvPicPr>
                <p:cNvPr id="82" name="Ink 81">
                  <a:extLst>
                    <a:ext uri="{FF2B5EF4-FFF2-40B4-BE49-F238E27FC236}">
                      <a16:creationId xmlns:a16="http://schemas.microsoft.com/office/drawing/2014/main" id="{936197FF-D278-61DC-8494-F3DF1E1AB32D}"/>
                    </a:ext>
                  </a:extLst>
                </p:cNvPr>
                <p:cNvPicPr/>
                <p:nvPr/>
              </p:nvPicPr>
              <p:blipFill>
                <a:blip r:embed="rId153"/>
                <a:stretch>
                  <a:fillRect/>
                </a:stretch>
              </p:blipFill>
              <p:spPr>
                <a:xfrm>
                  <a:off x="5102784" y="3408696"/>
                  <a:ext cx="18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3" name="Ink 82">
                  <a:extLst>
                    <a:ext uri="{FF2B5EF4-FFF2-40B4-BE49-F238E27FC236}">
                      <a16:creationId xmlns:a16="http://schemas.microsoft.com/office/drawing/2014/main" id="{C6C75359-48F9-2DB4-5D43-F18B8CC870EC}"/>
                    </a:ext>
                  </a:extLst>
                </p14:cNvPr>
                <p14:cNvContentPartPr/>
                <p14:nvPr/>
              </p14:nvContentPartPr>
              <p14:xfrm>
                <a:off x="5047344" y="3613896"/>
                <a:ext cx="92880" cy="97200"/>
              </p14:xfrm>
            </p:contentPart>
          </mc:Choice>
          <mc:Fallback xmlns="">
            <p:pic>
              <p:nvPicPr>
                <p:cNvPr id="83" name="Ink 82">
                  <a:extLst>
                    <a:ext uri="{FF2B5EF4-FFF2-40B4-BE49-F238E27FC236}">
                      <a16:creationId xmlns:a16="http://schemas.microsoft.com/office/drawing/2014/main" id="{C6C75359-48F9-2DB4-5D43-F18B8CC870EC}"/>
                    </a:ext>
                  </a:extLst>
                </p:cNvPr>
                <p:cNvPicPr/>
                <p:nvPr/>
              </p:nvPicPr>
              <p:blipFill>
                <a:blip r:embed="rId155"/>
                <a:stretch>
                  <a:fillRect/>
                </a:stretch>
              </p:blipFill>
              <p:spPr>
                <a:xfrm>
                  <a:off x="5043024" y="3609576"/>
                  <a:ext cx="1015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4" name="Ink 83">
                  <a:extLst>
                    <a:ext uri="{FF2B5EF4-FFF2-40B4-BE49-F238E27FC236}">
                      <a16:creationId xmlns:a16="http://schemas.microsoft.com/office/drawing/2014/main" id="{324081C7-88CB-11BB-D032-30550270A33C}"/>
                    </a:ext>
                  </a:extLst>
                </p14:cNvPr>
                <p14:cNvContentPartPr/>
                <p14:nvPr/>
              </p14:nvContentPartPr>
              <p14:xfrm>
                <a:off x="5368464" y="3422016"/>
                <a:ext cx="212760" cy="45360"/>
              </p14:xfrm>
            </p:contentPart>
          </mc:Choice>
          <mc:Fallback xmlns="">
            <p:pic>
              <p:nvPicPr>
                <p:cNvPr id="84" name="Ink 83">
                  <a:extLst>
                    <a:ext uri="{FF2B5EF4-FFF2-40B4-BE49-F238E27FC236}">
                      <a16:creationId xmlns:a16="http://schemas.microsoft.com/office/drawing/2014/main" id="{324081C7-88CB-11BB-D032-30550270A33C}"/>
                    </a:ext>
                  </a:extLst>
                </p:cNvPr>
                <p:cNvPicPr/>
                <p:nvPr/>
              </p:nvPicPr>
              <p:blipFill>
                <a:blip r:embed="rId157"/>
                <a:stretch>
                  <a:fillRect/>
                </a:stretch>
              </p:blipFill>
              <p:spPr>
                <a:xfrm>
                  <a:off x="5364144" y="3417696"/>
                  <a:ext cx="22140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5" name="Ink 84">
                  <a:extLst>
                    <a:ext uri="{FF2B5EF4-FFF2-40B4-BE49-F238E27FC236}">
                      <a16:creationId xmlns:a16="http://schemas.microsoft.com/office/drawing/2014/main" id="{B2938B50-79AF-3ABC-3605-50710FAC088F}"/>
                    </a:ext>
                  </a:extLst>
                </p14:cNvPr>
                <p14:cNvContentPartPr/>
                <p14:nvPr/>
              </p14:nvContentPartPr>
              <p14:xfrm>
                <a:off x="5576184" y="3283776"/>
                <a:ext cx="32760" cy="23400"/>
              </p14:xfrm>
            </p:contentPart>
          </mc:Choice>
          <mc:Fallback xmlns="">
            <p:pic>
              <p:nvPicPr>
                <p:cNvPr id="85" name="Ink 84">
                  <a:extLst>
                    <a:ext uri="{FF2B5EF4-FFF2-40B4-BE49-F238E27FC236}">
                      <a16:creationId xmlns:a16="http://schemas.microsoft.com/office/drawing/2014/main" id="{B2938B50-79AF-3ABC-3605-50710FAC088F}"/>
                    </a:ext>
                  </a:extLst>
                </p:cNvPr>
                <p:cNvPicPr/>
                <p:nvPr/>
              </p:nvPicPr>
              <p:blipFill>
                <a:blip r:embed="rId159"/>
                <a:stretch>
                  <a:fillRect/>
                </a:stretch>
              </p:blipFill>
              <p:spPr>
                <a:xfrm>
                  <a:off x="5571864" y="3279456"/>
                  <a:ext cx="414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6" name="Ink 85">
                  <a:extLst>
                    <a:ext uri="{FF2B5EF4-FFF2-40B4-BE49-F238E27FC236}">
                      <a16:creationId xmlns:a16="http://schemas.microsoft.com/office/drawing/2014/main" id="{9F2F96ED-A703-0654-3B81-1AE4286238C0}"/>
                    </a:ext>
                  </a:extLst>
                </p14:cNvPr>
                <p14:cNvContentPartPr/>
                <p14:nvPr/>
              </p14:nvContentPartPr>
              <p14:xfrm>
                <a:off x="5797944" y="3332016"/>
                <a:ext cx="14400" cy="119160"/>
              </p14:xfrm>
            </p:contentPart>
          </mc:Choice>
          <mc:Fallback xmlns="">
            <p:pic>
              <p:nvPicPr>
                <p:cNvPr id="86" name="Ink 85">
                  <a:extLst>
                    <a:ext uri="{FF2B5EF4-FFF2-40B4-BE49-F238E27FC236}">
                      <a16:creationId xmlns:a16="http://schemas.microsoft.com/office/drawing/2014/main" id="{9F2F96ED-A703-0654-3B81-1AE4286238C0}"/>
                    </a:ext>
                  </a:extLst>
                </p:cNvPr>
                <p:cNvPicPr/>
                <p:nvPr/>
              </p:nvPicPr>
              <p:blipFill>
                <a:blip r:embed="rId161"/>
                <a:stretch>
                  <a:fillRect/>
                </a:stretch>
              </p:blipFill>
              <p:spPr>
                <a:xfrm>
                  <a:off x="5793624" y="3327696"/>
                  <a:ext cx="230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7" name="Ink 86">
                  <a:extLst>
                    <a:ext uri="{FF2B5EF4-FFF2-40B4-BE49-F238E27FC236}">
                      <a16:creationId xmlns:a16="http://schemas.microsoft.com/office/drawing/2014/main" id="{9B02CBE8-EF6B-5166-F0A9-5E096B5D399A}"/>
                    </a:ext>
                  </a:extLst>
                </p14:cNvPr>
                <p14:cNvContentPartPr/>
                <p14:nvPr/>
              </p14:nvContentPartPr>
              <p14:xfrm>
                <a:off x="5765544" y="3356496"/>
                <a:ext cx="106560" cy="12960"/>
              </p14:xfrm>
            </p:contentPart>
          </mc:Choice>
          <mc:Fallback xmlns="">
            <p:pic>
              <p:nvPicPr>
                <p:cNvPr id="87" name="Ink 86">
                  <a:extLst>
                    <a:ext uri="{FF2B5EF4-FFF2-40B4-BE49-F238E27FC236}">
                      <a16:creationId xmlns:a16="http://schemas.microsoft.com/office/drawing/2014/main" id="{9B02CBE8-EF6B-5166-F0A9-5E096B5D399A}"/>
                    </a:ext>
                  </a:extLst>
                </p:cNvPr>
                <p:cNvPicPr/>
                <p:nvPr/>
              </p:nvPicPr>
              <p:blipFill>
                <a:blip r:embed="rId163"/>
                <a:stretch>
                  <a:fillRect/>
                </a:stretch>
              </p:blipFill>
              <p:spPr>
                <a:xfrm>
                  <a:off x="5761224" y="3352176"/>
                  <a:ext cx="1152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8" name="Ink 87">
                  <a:extLst>
                    <a:ext uri="{FF2B5EF4-FFF2-40B4-BE49-F238E27FC236}">
                      <a16:creationId xmlns:a16="http://schemas.microsoft.com/office/drawing/2014/main" id="{142E4144-270D-3864-96D3-1C9C8DEE7A16}"/>
                    </a:ext>
                  </a:extLst>
                </p14:cNvPr>
                <p14:cNvContentPartPr/>
                <p14:nvPr/>
              </p14:nvContentPartPr>
              <p14:xfrm>
                <a:off x="5973624" y="3323016"/>
                <a:ext cx="2520" cy="90360"/>
              </p14:xfrm>
            </p:contentPart>
          </mc:Choice>
          <mc:Fallback xmlns="">
            <p:pic>
              <p:nvPicPr>
                <p:cNvPr id="88" name="Ink 87">
                  <a:extLst>
                    <a:ext uri="{FF2B5EF4-FFF2-40B4-BE49-F238E27FC236}">
                      <a16:creationId xmlns:a16="http://schemas.microsoft.com/office/drawing/2014/main" id="{142E4144-270D-3864-96D3-1C9C8DEE7A16}"/>
                    </a:ext>
                  </a:extLst>
                </p:cNvPr>
                <p:cNvPicPr/>
                <p:nvPr/>
              </p:nvPicPr>
              <p:blipFill>
                <a:blip r:embed="rId165"/>
                <a:stretch>
                  <a:fillRect/>
                </a:stretch>
              </p:blipFill>
              <p:spPr>
                <a:xfrm>
                  <a:off x="5969304" y="3318696"/>
                  <a:ext cx="111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9" name="Ink 88">
                  <a:extLst>
                    <a:ext uri="{FF2B5EF4-FFF2-40B4-BE49-F238E27FC236}">
                      <a16:creationId xmlns:a16="http://schemas.microsoft.com/office/drawing/2014/main" id="{992CFC5A-93C4-97E0-80B7-E5D233889008}"/>
                    </a:ext>
                  </a:extLst>
                </p14:cNvPr>
                <p14:cNvContentPartPr/>
                <p14:nvPr/>
              </p14:nvContentPartPr>
              <p14:xfrm>
                <a:off x="5906664" y="3365496"/>
                <a:ext cx="150480" cy="5040"/>
              </p14:xfrm>
            </p:contentPart>
          </mc:Choice>
          <mc:Fallback xmlns="">
            <p:pic>
              <p:nvPicPr>
                <p:cNvPr id="89" name="Ink 88">
                  <a:extLst>
                    <a:ext uri="{FF2B5EF4-FFF2-40B4-BE49-F238E27FC236}">
                      <a16:creationId xmlns:a16="http://schemas.microsoft.com/office/drawing/2014/main" id="{992CFC5A-93C4-97E0-80B7-E5D233889008}"/>
                    </a:ext>
                  </a:extLst>
                </p:cNvPr>
                <p:cNvPicPr/>
                <p:nvPr/>
              </p:nvPicPr>
              <p:blipFill>
                <a:blip r:embed="rId167"/>
                <a:stretch>
                  <a:fillRect/>
                </a:stretch>
              </p:blipFill>
              <p:spPr>
                <a:xfrm>
                  <a:off x="5902344" y="3361176"/>
                  <a:ext cx="15912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0" name="Ink 89">
                  <a:extLst>
                    <a:ext uri="{FF2B5EF4-FFF2-40B4-BE49-F238E27FC236}">
                      <a16:creationId xmlns:a16="http://schemas.microsoft.com/office/drawing/2014/main" id="{52097640-BB63-1223-E0DB-E3ED3B315F2E}"/>
                    </a:ext>
                  </a:extLst>
                </p14:cNvPr>
                <p14:cNvContentPartPr/>
                <p14:nvPr/>
              </p14:nvContentPartPr>
              <p14:xfrm>
                <a:off x="6130584" y="3193416"/>
                <a:ext cx="134280" cy="261360"/>
              </p14:xfrm>
            </p:contentPart>
          </mc:Choice>
          <mc:Fallback xmlns="">
            <p:pic>
              <p:nvPicPr>
                <p:cNvPr id="90" name="Ink 89">
                  <a:extLst>
                    <a:ext uri="{FF2B5EF4-FFF2-40B4-BE49-F238E27FC236}">
                      <a16:creationId xmlns:a16="http://schemas.microsoft.com/office/drawing/2014/main" id="{52097640-BB63-1223-E0DB-E3ED3B315F2E}"/>
                    </a:ext>
                  </a:extLst>
                </p:cNvPr>
                <p:cNvPicPr/>
                <p:nvPr/>
              </p:nvPicPr>
              <p:blipFill>
                <a:blip r:embed="rId169"/>
                <a:stretch>
                  <a:fillRect/>
                </a:stretch>
              </p:blipFill>
              <p:spPr>
                <a:xfrm>
                  <a:off x="6126264" y="3189096"/>
                  <a:ext cx="1429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63" name="Ink 62">
                  <a:extLst>
                    <a:ext uri="{FF2B5EF4-FFF2-40B4-BE49-F238E27FC236}">
                      <a16:creationId xmlns:a16="http://schemas.microsoft.com/office/drawing/2014/main" id="{9844D24F-1884-D689-0F7A-79B5C4B70DB2}"/>
                    </a:ext>
                  </a:extLst>
                </p14:cNvPr>
                <p14:cNvContentPartPr/>
                <p14:nvPr/>
              </p14:nvContentPartPr>
              <p14:xfrm>
                <a:off x="1838664" y="3641616"/>
                <a:ext cx="127800" cy="325440"/>
              </p14:xfrm>
            </p:contentPart>
          </mc:Choice>
          <mc:Fallback xmlns="">
            <p:pic>
              <p:nvPicPr>
                <p:cNvPr id="63" name="Ink 62">
                  <a:extLst>
                    <a:ext uri="{FF2B5EF4-FFF2-40B4-BE49-F238E27FC236}">
                      <a16:creationId xmlns:a16="http://schemas.microsoft.com/office/drawing/2014/main" id="{9844D24F-1884-D689-0F7A-79B5C4B70DB2}"/>
                    </a:ext>
                  </a:extLst>
                </p:cNvPr>
                <p:cNvPicPr/>
                <p:nvPr/>
              </p:nvPicPr>
              <p:blipFill>
                <a:blip r:embed="rId171"/>
                <a:stretch>
                  <a:fillRect/>
                </a:stretch>
              </p:blipFill>
              <p:spPr>
                <a:xfrm>
                  <a:off x="1834344" y="3637296"/>
                  <a:ext cx="1364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64" name="Ink 63">
                  <a:extLst>
                    <a:ext uri="{FF2B5EF4-FFF2-40B4-BE49-F238E27FC236}">
                      <a16:creationId xmlns:a16="http://schemas.microsoft.com/office/drawing/2014/main" id="{2C9BE0FB-C9B4-D0AD-6797-E47C47E90B92}"/>
                    </a:ext>
                  </a:extLst>
                </p14:cNvPr>
                <p14:cNvContentPartPr/>
                <p14:nvPr/>
              </p14:nvContentPartPr>
              <p14:xfrm>
                <a:off x="1808784" y="3739896"/>
                <a:ext cx="259200" cy="132480"/>
              </p14:xfrm>
            </p:contentPart>
          </mc:Choice>
          <mc:Fallback xmlns="">
            <p:pic>
              <p:nvPicPr>
                <p:cNvPr id="64" name="Ink 63">
                  <a:extLst>
                    <a:ext uri="{FF2B5EF4-FFF2-40B4-BE49-F238E27FC236}">
                      <a16:creationId xmlns:a16="http://schemas.microsoft.com/office/drawing/2014/main" id="{2C9BE0FB-C9B4-D0AD-6797-E47C47E90B92}"/>
                    </a:ext>
                  </a:extLst>
                </p:cNvPr>
                <p:cNvPicPr/>
                <p:nvPr/>
              </p:nvPicPr>
              <p:blipFill>
                <a:blip r:embed="rId173"/>
                <a:stretch>
                  <a:fillRect/>
                </a:stretch>
              </p:blipFill>
              <p:spPr>
                <a:xfrm>
                  <a:off x="1804464" y="3735576"/>
                  <a:ext cx="267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65" name="Ink 64">
                  <a:extLst>
                    <a:ext uri="{FF2B5EF4-FFF2-40B4-BE49-F238E27FC236}">
                      <a16:creationId xmlns:a16="http://schemas.microsoft.com/office/drawing/2014/main" id="{D9D95B2F-861A-D184-D84E-6AD7F4B19776}"/>
                    </a:ext>
                  </a:extLst>
                </p14:cNvPr>
                <p14:cNvContentPartPr/>
                <p14:nvPr/>
              </p14:nvContentPartPr>
              <p14:xfrm>
                <a:off x="2157624" y="3653136"/>
                <a:ext cx="118080" cy="205920"/>
              </p14:xfrm>
            </p:contentPart>
          </mc:Choice>
          <mc:Fallback xmlns="">
            <p:pic>
              <p:nvPicPr>
                <p:cNvPr id="65" name="Ink 64">
                  <a:extLst>
                    <a:ext uri="{FF2B5EF4-FFF2-40B4-BE49-F238E27FC236}">
                      <a16:creationId xmlns:a16="http://schemas.microsoft.com/office/drawing/2014/main" id="{D9D95B2F-861A-D184-D84E-6AD7F4B19776}"/>
                    </a:ext>
                  </a:extLst>
                </p:cNvPr>
                <p:cNvPicPr/>
                <p:nvPr/>
              </p:nvPicPr>
              <p:blipFill>
                <a:blip r:embed="rId175"/>
                <a:stretch>
                  <a:fillRect/>
                </a:stretch>
              </p:blipFill>
              <p:spPr>
                <a:xfrm>
                  <a:off x="2153304" y="3648816"/>
                  <a:ext cx="1267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66" name="Ink 65">
                  <a:extLst>
                    <a:ext uri="{FF2B5EF4-FFF2-40B4-BE49-F238E27FC236}">
                      <a16:creationId xmlns:a16="http://schemas.microsoft.com/office/drawing/2014/main" id="{134B3D64-B4A2-1572-4524-128674B3673B}"/>
                    </a:ext>
                  </a:extLst>
                </p14:cNvPr>
                <p14:cNvContentPartPr/>
                <p14:nvPr/>
              </p14:nvContentPartPr>
              <p14:xfrm>
                <a:off x="2307744" y="3747816"/>
                <a:ext cx="51120" cy="81360"/>
              </p14:xfrm>
            </p:contentPart>
          </mc:Choice>
          <mc:Fallback xmlns="">
            <p:pic>
              <p:nvPicPr>
                <p:cNvPr id="66" name="Ink 65">
                  <a:extLst>
                    <a:ext uri="{FF2B5EF4-FFF2-40B4-BE49-F238E27FC236}">
                      <a16:creationId xmlns:a16="http://schemas.microsoft.com/office/drawing/2014/main" id="{134B3D64-B4A2-1572-4524-128674B3673B}"/>
                    </a:ext>
                  </a:extLst>
                </p:cNvPr>
                <p:cNvPicPr/>
                <p:nvPr/>
              </p:nvPicPr>
              <p:blipFill>
                <a:blip r:embed="rId177"/>
                <a:stretch>
                  <a:fillRect/>
                </a:stretch>
              </p:blipFill>
              <p:spPr>
                <a:xfrm>
                  <a:off x="2303424" y="3743496"/>
                  <a:ext cx="597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67" name="Ink 66">
                  <a:extLst>
                    <a:ext uri="{FF2B5EF4-FFF2-40B4-BE49-F238E27FC236}">
                      <a16:creationId xmlns:a16="http://schemas.microsoft.com/office/drawing/2014/main" id="{221513CE-59EC-37F8-7413-EC5E98E77433}"/>
                    </a:ext>
                  </a:extLst>
                </p14:cNvPr>
                <p14:cNvContentPartPr/>
                <p14:nvPr/>
              </p14:nvContentPartPr>
              <p14:xfrm>
                <a:off x="2376864" y="3687696"/>
                <a:ext cx="21240" cy="12960"/>
              </p14:xfrm>
            </p:contentPart>
          </mc:Choice>
          <mc:Fallback xmlns="">
            <p:pic>
              <p:nvPicPr>
                <p:cNvPr id="67" name="Ink 66">
                  <a:extLst>
                    <a:ext uri="{FF2B5EF4-FFF2-40B4-BE49-F238E27FC236}">
                      <a16:creationId xmlns:a16="http://schemas.microsoft.com/office/drawing/2014/main" id="{221513CE-59EC-37F8-7413-EC5E98E77433}"/>
                    </a:ext>
                  </a:extLst>
                </p:cNvPr>
                <p:cNvPicPr/>
                <p:nvPr/>
              </p:nvPicPr>
              <p:blipFill>
                <a:blip r:embed="rId179"/>
                <a:stretch>
                  <a:fillRect/>
                </a:stretch>
              </p:blipFill>
              <p:spPr>
                <a:xfrm>
                  <a:off x="2372544" y="3683376"/>
                  <a:ext cx="298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68" name="Ink 67">
                  <a:extLst>
                    <a:ext uri="{FF2B5EF4-FFF2-40B4-BE49-F238E27FC236}">
                      <a16:creationId xmlns:a16="http://schemas.microsoft.com/office/drawing/2014/main" id="{29582F5A-FF75-BC93-A3B8-F5A632040F2E}"/>
                    </a:ext>
                  </a:extLst>
                </p14:cNvPr>
                <p14:cNvContentPartPr/>
                <p14:nvPr/>
              </p14:nvContentPartPr>
              <p14:xfrm>
                <a:off x="2416464" y="3756096"/>
                <a:ext cx="124920" cy="56880"/>
              </p14:xfrm>
            </p:contentPart>
          </mc:Choice>
          <mc:Fallback xmlns="">
            <p:pic>
              <p:nvPicPr>
                <p:cNvPr id="68" name="Ink 67">
                  <a:extLst>
                    <a:ext uri="{FF2B5EF4-FFF2-40B4-BE49-F238E27FC236}">
                      <a16:creationId xmlns:a16="http://schemas.microsoft.com/office/drawing/2014/main" id="{29582F5A-FF75-BC93-A3B8-F5A632040F2E}"/>
                    </a:ext>
                  </a:extLst>
                </p:cNvPr>
                <p:cNvPicPr/>
                <p:nvPr/>
              </p:nvPicPr>
              <p:blipFill>
                <a:blip r:embed="rId181"/>
                <a:stretch>
                  <a:fillRect/>
                </a:stretch>
              </p:blipFill>
              <p:spPr>
                <a:xfrm>
                  <a:off x="2412144" y="3751776"/>
                  <a:ext cx="1335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69" name="Ink 68">
                  <a:extLst>
                    <a:ext uri="{FF2B5EF4-FFF2-40B4-BE49-F238E27FC236}">
                      <a16:creationId xmlns:a16="http://schemas.microsoft.com/office/drawing/2014/main" id="{2D3330EA-53D8-B801-54CE-D7283914C38B}"/>
                    </a:ext>
                  </a:extLst>
                </p14:cNvPr>
                <p14:cNvContentPartPr/>
                <p14:nvPr/>
              </p14:nvContentPartPr>
              <p14:xfrm>
                <a:off x="2628504" y="3659976"/>
                <a:ext cx="60840" cy="151560"/>
              </p14:xfrm>
            </p:contentPart>
          </mc:Choice>
          <mc:Fallback xmlns="">
            <p:pic>
              <p:nvPicPr>
                <p:cNvPr id="69" name="Ink 68">
                  <a:extLst>
                    <a:ext uri="{FF2B5EF4-FFF2-40B4-BE49-F238E27FC236}">
                      <a16:creationId xmlns:a16="http://schemas.microsoft.com/office/drawing/2014/main" id="{2D3330EA-53D8-B801-54CE-D7283914C38B}"/>
                    </a:ext>
                  </a:extLst>
                </p:cNvPr>
                <p:cNvPicPr/>
                <p:nvPr/>
              </p:nvPicPr>
              <p:blipFill>
                <a:blip r:embed="rId183"/>
                <a:stretch>
                  <a:fillRect/>
                </a:stretch>
              </p:blipFill>
              <p:spPr>
                <a:xfrm>
                  <a:off x="2624184" y="3655656"/>
                  <a:ext cx="694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70" name="Ink 69">
                  <a:extLst>
                    <a:ext uri="{FF2B5EF4-FFF2-40B4-BE49-F238E27FC236}">
                      <a16:creationId xmlns:a16="http://schemas.microsoft.com/office/drawing/2014/main" id="{47E68222-5799-BD56-D1DB-3A486A1C9F0F}"/>
                    </a:ext>
                  </a:extLst>
                </p14:cNvPr>
                <p14:cNvContentPartPr/>
                <p14:nvPr/>
              </p14:nvContentPartPr>
              <p14:xfrm>
                <a:off x="2545704" y="3732696"/>
                <a:ext cx="141120" cy="8280"/>
              </p14:xfrm>
            </p:contentPart>
          </mc:Choice>
          <mc:Fallback xmlns="">
            <p:pic>
              <p:nvPicPr>
                <p:cNvPr id="70" name="Ink 69">
                  <a:extLst>
                    <a:ext uri="{FF2B5EF4-FFF2-40B4-BE49-F238E27FC236}">
                      <a16:creationId xmlns:a16="http://schemas.microsoft.com/office/drawing/2014/main" id="{47E68222-5799-BD56-D1DB-3A486A1C9F0F}"/>
                    </a:ext>
                  </a:extLst>
                </p:cNvPr>
                <p:cNvPicPr/>
                <p:nvPr/>
              </p:nvPicPr>
              <p:blipFill>
                <a:blip r:embed="rId185"/>
                <a:stretch>
                  <a:fillRect/>
                </a:stretch>
              </p:blipFill>
              <p:spPr>
                <a:xfrm>
                  <a:off x="2541384" y="3728376"/>
                  <a:ext cx="14976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71" name="Ink 70">
                  <a:extLst>
                    <a:ext uri="{FF2B5EF4-FFF2-40B4-BE49-F238E27FC236}">
                      <a16:creationId xmlns:a16="http://schemas.microsoft.com/office/drawing/2014/main" id="{8B228246-F0E0-229F-8D02-4DD78E57AB3C}"/>
                    </a:ext>
                  </a:extLst>
                </p14:cNvPr>
                <p14:cNvContentPartPr/>
                <p14:nvPr/>
              </p14:nvContentPartPr>
              <p14:xfrm>
                <a:off x="2933784" y="3709656"/>
                <a:ext cx="159840" cy="79920"/>
              </p14:xfrm>
            </p:contentPart>
          </mc:Choice>
          <mc:Fallback xmlns="">
            <p:pic>
              <p:nvPicPr>
                <p:cNvPr id="71" name="Ink 70">
                  <a:extLst>
                    <a:ext uri="{FF2B5EF4-FFF2-40B4-BE49-F238E27FC236}">
                      <a16:creationId xmlns:a16="http://schemas.microsoft.com/office/drawing/2014/main" id="{8B228246-F0E0-229F-8D02-4DD78E57AB3C}"/>
                    </a:ext>
                  </a:extLst>
                </p:cNvPr>
                <p:cNvPicPr/>
                <p:nvPr/>
              </p:nvPicPr>
              <p:blipFill>
                <a:blip r:embed="rId187"/>
                <a:stretch>
                  <a:fillRect/>
                </a:stretch>
              </p:blipFill>
              <p:spPr>
                <a:xfrm>
                  <a:off x="2929464" y="3705336"/>
                  <a:ext cx="1684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72" name="Ink 71">
                  <a:extLst>
                    <a:ext uri="{FF2B5EF4-FFF2-40B4-BE49-F238E27FC236}">
                      <a16:creationId xmlns:a16="http://schemas.microsoft.com/office/drawing/2014/main" id="{3708592E-03BD-7105-3431-61FB5CCBDB77}"/>
                    </a:ext>
                  </a:extLst>
                </p14:cNvPr>
                <p14:cNvContentPartPr/>
                <p14:nvPr/>
              </p14:nvContentPartPr>
              <p14:xfrm>
                <a:off x="3129984" y="3588336"/>
                <a:ext cx="37440" cy="37440"/>
              </p14:xfrm>
            </p:contentPart>
          </mc:Choice>
          <mc:Fallback xmlns="">
            <p:pic>
              <p:nvPicPr>
                <p:cNvPr id="72" name="Ink 71">
                  <a:extLst>
                    <a:ext uri="{FF2B5EF4-FFF2-40B4-BE49-F238E27FC236}">
                      <a16:creationId xmlns:a16="http://schemas.microsoft.com/office/drawing/2014/main" id="{3708592E-03BD-7105-3431-61FB5CCBDB77}"/>
                    </a:ext>
                  </a:extLst>
                </p:cNvPr>
                <p:cNvPicPr/>
                <p:nvPr/>
              </p:nvPicPr>
              <p:blipFill>
                <a:blip r:embed="rId189"/>
                <a:stretch>
                  <a:fillRect/>
                </a:stretch>
              </p:blipFill>
              <p:spPr>
                <a:xfrm>
                  <a:off x="3125664" y="3584016"/>
                  <a:ext cx="460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73" name="Ink 72">
                  <a:extLst>
                    <a:ext uri="{FF2B5EF4-FFF2-40B4-BE49-F238E27FC236}">
                      <a16:creationId xmlns:a16="http://schemas.microsoft.com/office/drawing/2014/main" id="{BB43CBB2-5D5E-9B9B-A8CA-8BA7FA8FF669}"/>
                    </a:ext>
                  </a:extLst>
                </p14:cNvPr>
                <p14:cNvContentPartPr/>
                <p14:nvPr/>
              </p14:nvContentPartPr>
              <p14:xfrm>
                <a:off x="3289464" y="3675096"/>
                <a:ext cx="129600" cy="7200"/>
              </p14:xfrm>
            </p:contentPart>
          </mc:Choice>
          <mc:Fallback xmlns="">
            <p:pic>
              <p:nvPicPr>
                <p:cNvPr id="73" name="Ink 72">
                  <a:extLst>
                    <a:ext uri="{FF2B5EF4-FFF2-40B4-BE49-F238E27FC236}">
                      <a16:creationId xmlns:a16="http://schemas.microsoft.com/office/drawing/2014/main" id="{BB43CBB2-5D5E-9B9B-A8CA-8BA7FA8FF669}"/>
                    </a:ext>
                  </a:extLst>
                </p:cNvPr>
                <p:cNvPicPr/>
                <p:nvPr/>
              </p:nvPicPr>
              <p:blipFill>
                <a:blip r:embed="rId191"/>
                <a:stretch>
                  <a:fillRect/>
                </a:stretch>
              </p:blipFill>
              <p:spPr>
                <a:xfrm>
                  <a:off x="3285144" y="3670776"/>
                  <a:ext cx="1382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74" name="Ink 73">
                  <a:extLst>
                    <a:ext uri="{FF2B5EF4-FFF2-40B4-BE49-F238E27FC236}">
                      <a16:creationId xmlns:a16="http://schemas.microsoft.com/office/drawing/2014/main" id="{FF316223-12F9-E900-107E-59881454C099}"/>
                    </a:ext>
                  </a:extLst>
                </p14:cNvPr>
                <p14:cNvContentPartPr/>
                <p14:nvPr/>
              </p14:nvContentPartPr>
              <p14:xfrm>
                <a:off x="3289464" y="3680856"/>
                <a:ext cx="185040" cy="37440"/>
              </p14:xfrm>
            </p:contentPart>
          </mc:Choice>
          <mc:Fallback xmlns="">
            <p:pic>
              <p:nvPicPr>
                <p:cNvPr id="74" name="Ink 73">
                  <a:extLst>
                    <a:ext uri="{FF2B5EF4-FFF2-40B4-BE49-F238E27FC236}">
                      <a16:creationId xmlns:a16="http://schemas.microsoft.com/office/drawing/2014/main" id="{FF316223-12F9-E900-107E-59881454C099}"/>
                    </a:ext>
                  </a:extLst>
                </p:cNvPr>
                <p:cNvPicPr/>
                <p:nvPr/>
              </p:nvPicPr>
              <p:blipFill>
                <a:blip r:embed="rId193"/>
                <a:stretch>
                  <a:fillRect/>
                </a:stretch>
              </p:blipFill>
              <p:spPr>
                <a:xfrm>
                  <a:off x="3285144" y="3676536"/>
                  <a:ext cx="1936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75" name="Ink 74">
                  <a:extLst>
                    <a:ext uri="{FF2B5EF4-FFF2-40B4-BE49-F238E27FC236}">
                      <a16:creationId xmlns:a16="http://schemas.microsoft.com/office/drawing/2014/main" id="{1A00DA73-FD70-7EE7-D55F-A8C34A3DE12E}"/>
                    </a:ext>
                  </a:extLst>
                </p14:cNvPr>
                <p14:cNvContentPartPr/>
                <p14:nvPr/>
              </p14:nvContentPartPr>
              <p14:xfrm>
                <a:off x="3596184" y="3544776"/>
                <a:ext cx="125640" cy="139680"/>
              </p14:xfrm>
            </p:contentPart>
          </mc:Choice>
          <mc:Fallback xmlns="">
            <p:pic>
              <p:nvPicPr>
                <p:cNvPr id="75" name="Ink 74">
                  <a:extLst>
                    <a:ext uri="{FF2B5EF4-FFF2-40B4-BE49-F238E27FC236}">
                      <a16:creationId xmlns:a16="http://schemas.microsoft.com/office/drawing/2014/main" id="{1A00DA73-FD70-7EE7-D55F-A8C34A3DE12E}"/>
                    </a:ext>
                  </a:extLst>
                </p:cNvPr>
                <p:cNvPicPr/>
                <p:nvPr/>
              </p:nvPicPr>
              <p:blipFill>
                <a:blip r:embed="rId195"/>
                <a:stretch>
                  <a:fillRect/>
                </a:stretch>
              </p:blipFill>
              <p:spPr>
                <a:xfrm>
                  <a:off x="3591864" y="3540456"/>
                  <a:ext cx="1342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76" name="Ink 75">
                  <a:extLst>
                    <a:ext uri="{FF2B5EF4-FFF2-40B4-BE49-F238E27FC236}">
                      <a16:creationId xmlns:a16="http://schemas.microsoft.com/office/drawing/2014/main" id="{B8BCB160-6787-4A5B-BB63-1A8CB37DF9E5}"/>
                    </a:ext>
                  </a:extLst>
                </p14:cNvPr>
                <p14:cNvContentPartPr/>
                <p14:nvPr/>
              </p14:nvContentPartPr>
              <p14:xfrm>
                <a:off x="3873744" y="3579336"/>
                <a:ext cx="21240" cy="85680"/>
              </p14:xfrm>
            </p:contentPart>
          </mc:Choice>
          <mc:Fallback xmlns="">
            <p:pic>
              <p:nvPicPr>
                <p:cNvPr id="76" name="Ink 75">
                  <a:extLst>
                    <a:ext uri="{FF2B5EF4-FFF2-40B4-BE49-F238E27FC236}">
                      <a16:creationId xmlns:a16="http://schemas.microsoft.com/office/drawing/2014/main" id="{B8BCB160-6787-4A5B-BB63-1A8CB37DF9E5}"/>
                    </a:ext>
                  </a:extLst>
                </p:cNvPr>
                <p:cNvPicPr/>
                <p:nvPr/>
              </p:nvPicPr>
              <p:blipFill>
                <a:blip r:embed="rId197"/>
                <a:stretch>
                  <a:fillRect/>
                </a:stretch>
              </p:blipFill>
              <p:spPr>
                <a:xfrm>
                  <a:off x="3869424" y="3575016"/>
                  <a:ext cx="298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77" name="Ink 76">
                  <a:extLst>
                    <a:ext uri="{FF2B5EF4-FFF2-40B4-BE49-F238E27FC236}">
                      <a16:creationId xmlns:a16="http://schemas.microsoft.com/office/drawing/2014/main" id="{DBDD947B-C71B-922D-E65F-39DFF0C5F44A}"/>
                    </a:ext>
                  </a:extLst>
                </p14:cNvPr>
                <p14:cNvContentPartPr/>
                <p14:nvPr/>
              </p14:nvContentPartPr>
              <p14:xfrm>
                <a:off x="3767544" y="3761856"/>
                <a:ext cx="72000" cy="92880"/>
              </p14:xfrm>
            </p:contentPart>
          </mc:Choice>
          <mc:Fallback xmlns="">
            <p:pic>
              <p:nvPicPr>
                <p:cNvPr id="77" name="Ink 76">
                  <a:extLst>
                    <a:ext uri="{FF2B5EF4-FFF2-40B4-BE49-F238E27FC236}">
                      <a16:creationId xmlns:a16="http://schemas.microsoft.com/office/drawing/2014/main" id="{DBDD947B-C71B-922D-E65F-39DFF0C5F44A}"/>
                    </a:ext>
                  </a:extLst>
                </p:cNvPr>
                <p:cNvPicPr/>
                <p:nvPr/>
              </p:nvPicPr>
              <p:blipFill>
                <a:blip r:embed="rId199"/>
                <a:stretch>
                  <a:fillRect/>
                </a:stretch>
              </p:blipFill>
              <p:spPr>
                <a:xfrm>
                  <a:off x="3763224" y="3757536"/>
                  <a:ext cx="806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92" name="Ink 91">
                  <a:extLst>
                    <a:ext uri="{FF2B5EF4-FFF2-40B4-BE49-F238E27FC236}">
                      <a16:creationId xmlns:a16="http://schemas.microsoft.com/office/drawing/2014/main" id="{1407B524-29C5-96F7-6CA1-62F9E13F1EBC}"/>
                    </a:ext>
                  </a:extLst>
                </p14:cNvPr>
                <p14:cNvContentPartPr/>
                <p14:nvPr/>
              </p14:nvContentPartPr>
              <p14:xfrm>
                <a:off x="2640384" y="4172976"/>
                <a:ext cx="16560" cy="84600"/>
              </p14:xfrm>
            </p:contentPart>
          </mc:Choice>
          <mc:Fallback xmlns="">
            <p:pic>
              <p:nvPicPr>
                <p:cNvPr id="92" name="Ink 91">
                  <a:extLst>
                    <a:ext uri="{FF2B5EF4-FFF2-40B4-BE49-F238E27FC236}">
                      <a16:creationId xmlns:a16="http://schemas.microsoft.com/office/drawing/2014/main" id="{1407B524-29C5-96F7-6CA1-62F9E13F1EBC}"/>
                    </a:ext>
                  </a:extLst>
                </p:cNvPr>
                <p:cNvPicPr/>
                <p:nvPr/>
              </p:nvPicPr>
              <p:blipFill>
                <a:blip r:embed="rId201"/>
                <a:stretch>
                  <a:fillRect/>
                </a:stretch>
              </p:blipFill>
              <p:spPr>
                <a:xfrm>
                  <a:off x="2636064" y="4168656"/>
                  <a:ext cx="252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93" name="Ink 92">
                  <a:extLst>
                    <a:ext uri="{FF2B5EF4-FFF2-40B4-BE49-F238E27FC236}">
                      <a16:creationId xmlns:a16="http://schemas.microsoft.com/office/drawing/2014/main" id="{6750BAE0-20FE-2B46-EF9C-7B4637DAE57A}"/>
                    </a:ext>
                  </a:extLst>
                </p14:cNvPr>
                <p14:cNvContentPartPr/>
                <p14:nvPr/>
              </p14:nvContentPartPr>
              <p14:xfrm>
                <a:off x="2716344" y="4033296"/>
                <a:ext cx="11880" cy="23400"/>
              </p14:xfrm>
            </p:contentPart>
          </mc:Choice>
          <mc:Fallback xmlns="">
            <p:pic>
              <p:nvPicPr>
                <p:cNvPr id="93" name="Ink 92">
                  <a:extLst>
                    <a:ext uri="{FF2B5EF4-FFF2-40B4-BE49-F238E27FC236}">
                      <a16:creationId xmlns:a16="http://schemas.microsoft.com/office/drawing/2014/main" id="{6750BAE0-20FE-2B46-EF9C-7B4637DAE57A}"/>
                    </a:ext>
                  </a:extLst>
                </p:cNvPr>
                <p:cNvPicPr/>
                <p:nvPr/>
              </p:nvPicPr>
              <p:blipFill>
                <a:blip r:embed="rId203"/>
                <a:stretch>
                  <a:fillRect/>
                </a:stretch>
              </p:blipFill>
              <p:spPr>
                <a:xfrm>
                  <a:off x="2712024" y="4028976"/>
                  <a:ext cx="205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94" name="Ink 93">
                  <a:extLst>
                    <a:ext uri="{FF2B5EF4-FFF2-40B4-BE49-F238E27FC236}">
                      <a16:creationId xmlns:a16="http://schemas.microsoft.com/office/drawing/2014/main" id="{094B8F18-DE16-95B1-638C-A03A668F9D96}"/>
                    </a:ext>
                  </a:extLst>
                </p14:cNvPr>
                <p14:cNvContentPartPr/>
                <p14:nvPr/>
              </p14:nvContentPartPr>
              <p14:xfrm>
                <a:off x="2750904" y="3987936"/>
                <a:ext cx="155520" cy="333720"/>
              </p14:xfrm>
            </p:contentPart>
          </mc:Choice>
          <mc:Fallback xmlns="">
            <p:pic>
              <p:nvPicPr>
                <p:cNvPr id="94" name="Ink 93">
                  <a:extLst>
                    <a:ext uri="{FF2B5EF4-FFF2-40B4-BE49-F238E27FC236}">
                      <a16:creationId xmlns:a16="http://schemas.microsoft.com/office/drawing/2014/main" id="{094B8F18-DE16-95B1-638C-A03A668F9D96}"/>
                    </a:ext>
                  </a:extLst>
                </p:cNvPr>
                <p:cNvPicPr/>
                <p:nvPr/>
              </p:nvPicPr>
              <p:blipFill>
                <a:blip r:embed="rId205"/>
                <a:stretch>
                  <a:fillRect/>
                </a:stretch>
              </p:blipFill>
              <p:spPr>
                <a:xfrm>
                  <a:off x="2746584" y="3983616"/>
                  <a:ext cx="16416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95" name="Ink 94">
                  <a:extLst>
                    <a:ext uri="{FF2B5EF4-FFF2-40B4-BE49-F238E27FC236}">
                      <a16:creationId xmlns:a16="http://schemas.microsoft.com/office/drawing/2014/main" id="{9F72CFB0-97F4-1D8C-0DC0-A37F2D312569}"/>
                    </a:ext>
                  </a:extLst>
                </p14:cNvPr>
                <p14:cNvContentPartPr/>
                <p14:nvPr/>
              </p14:nvContentPartPr>
              <p14:xfrm>
                <a:off x="2760264" y="4177656"/>
                <a:ext cx="124920" cy="360"/>
              </p14:xfrm>
            </p:contentPart>
          </mc:Choice>
          <mc:Fallback xmlns="">
            <p:pic>
              <p:nvPicPr>
                <p:cNvPr id="95" name="Ink 94">
                  <a:extLst>
                    <a:ext uri="{FF2B5EF4-FFF2-40B4-BE49-F238E27FC236}">
                      <a16:creationId xmlns:a16="http://schemas.microsoft.com/office/drawing/2014/main" id="{9F72CFB0-97F4-1D8C-0DC0-A37F2D312569}"/>
                    </a:ext>
                  </a:extLst>
                </p:cNvPr>
                <p:cNvPicPr/>
                <p:nvPr/>
              </p:nvPicPr>
              <p:blipFill>
                <a:blip r:embed="rId207"/>
                <a:stretch>
                  <a:fillRect/>
                </a:stretch>
              </p:blipFill>
              <p:spPr>
                <a:xfrm>
                  <a:off x="2755944" y="4173336"/>
                  <a:ext cx="1335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01" name="Ink 100">
                  <a:extLst>
                    <a:ext uri="{FF2B5EF4-FFF2-40B4-BE49-F238E27FC236}">
                      <a16:creationId xmlns:a16="http://schemas.microsoft.com/office/drawing/2014/main" id="{4023064A-F2D7-F3AC-9766-1D44D0008942}"/>
                    </a:ext>
                  </a:extLst>
                </p14:cNvPr>
                <p14:cNvContentPartPr/>
                <p14:nvPr/>
              </p14:nvContentPartPr>
              <p14:xfrm>
                <a:off x="3066264" y="3979296"/>
                <a:ext cx="177120" cy="249480"/>
              </p14:xfrm>
            </p:contentPart>
          </mc:Choice>
          <mc:Fallback xmlns="">
            <p:pic>
              <p:nvPicPr>
                <p:cNvPr id="101" name="Ink 100">
                  <a:extLst>
                    <a:ext uri="{FF2B5EF4-FFF2-40B4-BE49-F238E27FC236}">
                      <a16:creationId xmlns:a16="http://schemas.microsoft.com/office/drawing/2014/main" id="{4023064A-F2D7-F3AC-9766-1D44D0008942}"/>
                    </a:ext>
                  </a:extLst>
                </p:cNvPr>
                <p:cNvPicPr/>
                <p:nvPr/>
              </p:nvPicPr>
              <p:blipFill>
                <a:blip r:embed="rId209"/>
                <a:stretch>
                  <a:fillRect/>
                </a:stretch>
              </p:blipFill>
              <p:spPr>
                <a:xfrm>
                  <a:off x="3061944" y="3974976"/>
                  <a:ext cx="18576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02" name="Ink 101">
                  <a:extLst>
                    <a:ext uri="{FF2B5EF4-FFF2-40B4-BE49-F238E27FC236}">
                      <a16:creationId xmlns:a16="http://schemas.microsoft.com/office/drawing/2014/main" id="{48903972-BF5D-2384-E13C-8A62BD4280D5}"/>
                    </a:ext>
                  </a:extLst>
                </p14:cNvPr>
                <p14:cNvContentPartPr/>
                <p14:nvPr/>
              </p14:nvContentPartPr>
              <p14:xfrm>
                <a:off x="3448584" y="3964896"/>
                <a:ext cx="60480" cy="205920"/>
              </p14:xfrm>
            </p:contentPart>
          </mc:Choice>
          <mc:Fallback xmlns="">
            <p:pic>
              <p:nvPicPr>
                <p:cNvPr id="102" name="Ink 101">
                  <a:extLst>
                    <a:ext uri="{FF2B5EF4-FFF2-40B4-BE49-F238E27FC236}">
                      <a16:creationId xmlns:a16="http://schemas.microsoft.com/office/drawing/2014/main" id="{48903972-BF5D-2384-E13C-8A62BD4280D5}"/>
                    </a:ext>
                  </a:extLst>
                </p:cNvPr>
                <p:cNvPicPr/>
                <p:nvPr/>
              </p:nvPicPr>
              <p:blipFill>
                <a:blip r:embed="rId211"/>
                <a:stretch>
                  <a:fillRect/>
                </a:stretch>
              </p:blipFill>
              <p:spPr>
                <a:xfrm>
                  <a:off x="3444264" y="3960576"/>
                  <a:ext cx="691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03" name="Ink 102">
                  <a:extLst>
                    <a:ext uri="{FF2B5EF4-FFF2-40B4-BE49-F238E27FC236}">
                      <a16:creationId xmlns:a16="http://schemas.microsoft.com/office/drawing/2014/main" id="{7C58137F-0DB9-673B-0A51-AAF072A789BB}"/>
                    </a:ext>
                  </a:extLst>
                </p14:cNvPr>
                <p14:cNvContentPartPr/>
                <p14:nvPr/>
              </p14:nvContentPartPr>
              <p14:xfrm>
                <a:off x="3434904" y="4050576"/>
                <a:ext cx="249840" cy="68400"/>
              </p14:xfrm>
            </p:contentPart>
          </mc:Choice>
          <mc:Fallback xmlns="">
            <p:pic>
              <p:nvPicPr>
                <p:cNvPr id="103" name="Ink 102">
                  <a:extLst>
                    <a:ext uri="{FF2B5EF4-FFF2-40B4-BE49-F238E27FC236}">
                      <a16:creationId xmlns:a16="http://schemas.microsoft.com/office/drawing/2014/main" id="{7C58137F-0DB9-673B-0A51-AAF072A789BB}"/>
                    </a:ext>
                  </a:extLst>
                </p:cNvPr>
                <p:cNvPicPr/>
                <p:nvPr/>
              </p:nvPicPr>
              <p:blipFill>
                <a:blip r:embed="rId213"/>
                <a:stretch>
                  <a:fillRect/>
                </a:stretch>
              </p:blipFill>
              <p:spPr>
                <a:xfrm>
                  <a:off x="3430584" y="4046256"/>
                  <a:ext cx="2584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04" name="Ink 103">
                  <a:extLst>
                    <a:ext uri="{FF2B5EF4-FFF2-40B4-BE49-F238E27FC236}">
                      <a16:creationId xmlns:a16="http://schemas.microsoft.com/office/drawing/2014/main" id="{4890ABE0-4D0F-E3FD-4780-249923BD07FE}"/>
                    </a:ext>
                  </a:extLst>
                </p14:cNvPr>
                <p14:cNvContentPartPr/>
                <p14:nvPr/>
              </p14:nvContentPartPr>
              <p14:xfrm>
                <a:off x="3753504" y="4019256"/>
                <a:ext cx="97200" cy="123120"/>
              </p14:xfrm>
            </p:contentPart>
          </mc:Choice>
          <mc:Fallback xmlns="">
            <p:pic>
              <p:nvPicPr>
                <p:cNvPr id="104" name="Ink 103">
                  <a:extLst>
                    <a:ext uri="{FF2B5EF4-FFF2-40B4-BE49-F238E27FC236}">
                      <a16:creationId xmlns:a16="http://schemas.microsoft.com/office/drawing/2014/main" id="{4890ABE0-4D0F-E3FD-4780-249923BD07FE}"/>
                    </a:ext>
                  </a:extLst>
                </p:cNvPr>
                <p:cNvPicPr/>
                <p:nvPr/>
              </p:nvPicPr>
              <p:blipFill>
                <a:blip r:embed="rId215"/>
                <a:stretch>
                  <a:fillRect/>
                </a:stretch>
              </p:blipFill>
              <p:spPr>
                <a:xfrm>
                  <a:off x="3749184" y="4014936"/>
                  <a:ext cx="1058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05" name="Ink 104">
                  <a:extLst>
                    <a:ext uri="{FF2B5EF4-FFF2-40B4-BE49-F238E27FC236}">
                      <a16:creationId xmlns:a16="http://schemas.microsoft.com/office/drawing/2014/main" id="{3C1EE70F-7034-C7E4-240D-F685B8AB03DF}"/>
                    </a:ext>
                  </a:extLst>
                </p14:cNvPr>
                <p14:cNvContentPartPr/>
                <p14:nvPr/>
              </p14:nvContentPartPr>
              <p14:xfrm>
                <a:off x="3867624" y="4035816"/>
                <a:ext cx="241920" cy="169560"/>
              </p14:xfrm>
            </p:contentPart>
          </mc:Choice>
          <mc:Fallback xmlns="">
            <p:pic>
              <p:nvPicPr>
                <p:cNvPr id="105" name="Ink 104">
                  <a:extLst>
                    <a:ext uri="{FF2B5EF4-FFF2-40B4-BE49-F238E27FC236}">
                      <a16:creationId xmlns:a16="http://schemas.microsoft.com/office/drawing/2014/main" id="{3C1EE70F-7034-C7E4-240D-F685B8AB03DF}"/>
                    </a:ext>
                  </a:extLst>
                </p:cNvPr>
                <p:cNvPicPr/>
                <p:nvPr/>
              </p:nvPicPr>
              <p:blipFill>
                <a:blip r:embed="rId217"/>
                <a:stretch>
                  <a:fillRect/>
                </a:stretch>
              </p:blipFill>
              <p:spPr>
                <a:xfrm>
                  <a:off x="3863304" y="4031496"/>
                  <a:ext cx="2505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06" name="Ink 105">
                  <a:extLst>
                    <a:ext uri="{FF2B5EF4-FFF2-40B4-BE49-F238E27FC236}">
                      <a16:creationId xmlns:a16="http://schemas.microsoft.com/office/drawing/2014/main" id="{293F9C44-1032-EAA5-9672-FE8B6977E3D1}"/>
                    </a:ext>
                  </a:extLst>
                </p14:cNvPr>
                <p14:cNvContentPartPr/>
                <p14:nvPr/>
              </p14:nvContentPartPr>
              <p14:xfrm>
                <a:off x="4236264" y="3923496"/>
                <a:ext cx="78840" cy="156600"/>
              </p14:xfrm>
            </p:contentPart>
          </mc:Choice>
          <mc:Fallback xmlns="">
            <p:pic>
              <p:nvPicPr>
                <p:cNvPr id="106" name="Ink 105">
                  <a:extLst>
                    <a:ext uri="{FF2B5EF4-FFF2-40B4-BE49-F238E27FC236}">
                      <a16:creationId xmlns:a16="http://schemas.microsoft.com/office/drawing/2014/main" id="{293F9C44-1032-EAA5-9672-FE8B6977E3D1}"/>
                    </a:ext>
                  </a:extLst>
                </p:cNvPr>
                <p:cNvPicPr/>
                <p:nvPr/>
              </p:nvPicPr>
              <p:blipFill>
                <a:blip r:embed="rId219"/>
                <a:stretch>
                  <a:fillRect/>
                </a:stretch>
              </p:blipFill>
              <p:spPr>
                <a:xfrm>
                  <a:off x="4231944" y="3919176"/>
                  <a:ext cx="874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07" name="Ink 106">
                  <a:extLst>
                    <a:ext uri="{FF2B5EF4-FFF2-40B4-BE49-F238E27FC236}">
                      <a16:creationId xmlns:a16="http://schemas.microsoft.com/office/drawing/2014/main" id="{0CAB899A-8AC7-CAE8-EE22-13C0855B38FF}"/>
                    </a:ext>
                  </a:extLst>
                </p14:cNvPr>
                <p14:cNvContentPartPr/>
                <p14:nvPr/>
              </p14:nvContentPartPr>
              <p14:xfrm>
                <a:off x="4243464" y="3987936"/>
                <a:ext cx="136800" cy="3960"/>
              </p14:xfrm>
            </p:contentPart>
          </mc:Choice>
          <mc:Fallback xmlns="">
            <p:pic>
              <p:nvPicPr>
                <p:cNvPr id="107" name="Ink 106">
                  <a:extLst>
                    <a:ext uri="{FF2B5EF4-FFF2-40B4-BE49-F238E27FC236}">
                      <a16:creationId xmlns:a16="http://schemas.microsoft.com/office/drawing/2014/main" id="{0CAB899A-8AC7-CAE8-EE22-13C0855B38FF}"/>
                    </a:ext>
                  </a:extLst>
                </p:cNvPr>
                <p:cNvPicPr/>
                <p:nvPr/>
              </p:nvPicPr>
              <p:blipFill>
                <a:blip r:embed="rId221"/>
                <a:stretch>
                  <a:fillRect/>
                </a:stretch>
              </p:blipFill>
              <p:spPr>
                <a:xfrm>
                  <a:off x="4239144" y="3983616"/>
                  <a:ext cx="1454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8" name="Ink 127">
                  <a:extLst>
                    <a:ext uri="{FF2B5EF4-FFF2-40B4-BE49-F238E27FC236}">
                      <a16:creationId xmlns:a16="http://schemas.microsoft.com/office/drawing/2014/main" id="{34FA1DF7-F867-5801-F103-3A86A194038E}"/>
                    </a:ext>
                  </a:extLst>
                </p14:cNvPr>
                <p14:cNvContentPartPr/>
                <p14:nvPr/>
              </p14:nvContentPartPr>
              <p14:xfrm>
                <a:off x="4536864" y="3942936"/>
                <a:ext cx="124200" cy="18000"/>
              </p14:xfrm>
            </p:contentPart>
          </mc:Choice>
          <mc:Fallback xmlns="">
            <p:pic>
              <p:nvPicPr>
                <p:cNvPr id="128" name="Ink 127">
                  <a:extLst>
                    <a:ext uri="{FF2B5EF4-FFF2-40B4-BE49-F238E27FC236}">
                      <a16:creationId xmlns:a16="http://schemas.microsoft.com/office/drawing/2014/main" id="{34FA1DF7-F867-5801-F103-3A86A194038E}"/>
                    </a:ext>
                  </a:extLst>
                </p:cNvPr>
                <p:cNvPicPr/>
                <p:nvPr/>
              </p:nvPicPr>
              <p:blipFill>
                <a:blip r:embed="rId223"/>
                <a:stretch>
                  <a:fillRect/>
                </a:stretch>
              </p:blipFill>
              <p:spPr>
                <a:xfrm>
                  <a:off x="4532544" y="3938616"/>
                  <a:ext cx="1328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9" name="Ink 128">
                  <a:extLst>
                    <a:ext uri="{FF2B5EF4-FFF2-40B4-BE49-F238E27FC236}">
                      <a16:creationId xmlns:a16="http://schemas.microsoft.com/office/drawing/2014/main" id="{20E93F33-F183-7DA7-D40E-A83AE0E6CA1F}"/>
                    </a:ext>
                  </a:extLst>
                </p14:cNvPr>
                <p14:cNvContentPartPr/>
                <p14:nvPr/>
              </p14:nvContentPartPr>
              <p14:xfrm>
                <a:off x="4562064" y="3997296"/>
                <a:ext cx="78840" cy="6120"/>
              </p14:xfrm>
            </p:contentPart>
          </mc:Choice>
          <mc:Fallback xmlns="">
            <p:pic>
              <p:nvPicPr>
                <p:cNvPr id="129" name="Ink 128">
                  <a:extLst>
                    <a:ext uri="{FF2B5EF4-FFF2-40B4-BE49-F238E27FC236}">
                      <a16:creationId xmlns:a16="http://schemas.microsoft.com/office/drawing/2014/main" id="{20E93F33-F183-7DA7-D40E-A83AE0E6CA1F}"/>
                    </a:ext>
                  </a:extLst>
                </p:cNvPr>
                <p:cNvPicPr/>
                <p:nvPr/>
              </p:nvPicPr>
              <p:blipFill>
                <a:blip r:embed="rId225"/>
                <a:stretch>
                  <a:fillRect/>
                </a:stretch>
              </p:blipFill>
              <p:spPr>
                <a:xfrm>
                  <a:off x="4557744" y="3992976"/>
                  <a:ext cx="874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0" name="Ink 129">
                  <a:extLst>
                    <a:ext uri="{FF2B5EF4-FFF2-40B4-BE49-F238E27FC236}">
                      <a16:creationId xmlns:a16="http://schemas.microsoft.com/office/drawing/2014/main" id="{9CFB59BC-EF27-36FC-4FD1-81D06EA14236}"/>
                    </a:ext>
                  </a:extLst>
                </p14:cNvPr>
                <p14:cNvContentPartPr/>
                <p14:nvPr/>
              </p14:nvContentPartPr>
              <p14:xfrm>
                <a:off x="4776984" y="3924576"/>
                <a:ext cx="113400" cy="7200"/>
              </p14:xfrm>
            </p:contentPart>
          </mc:Choice>
          <mc:Fallback xmlns="">
            <p:pic>
              <p:nvPicPr>
                <p:cNvPr id="130" name="Ink 129">
                  <a:extLst>
                    <a:ext uri="{FF2B5EF4-FFF2-40B4-BE49-F238E27FC236}">
                      <a16:creationId xmlns:a16="http://schemas.microsoft.com/office/drawing/2014/main" id="{9CFB59BC-EF27-36FC-4FD1-81D06EA14236}"/>
                    </a:ext>
                  </a:extLst>
                </p:cNvPr>
                <p:cNvPicPr/>
                <p:nvPr/>
              </p:nvPicPr>
              <p:blipFill>
                <a:blip r:embed="rId227"/>
                <a:stretch>
                  <a:fillRect/>
                </a:stretch>
              </p:blipFill>
              <p:spPr>
                <a:xfrm>
                  <a:off x="4772664" y="3920256"/>
                  <a:ext cx="122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1" name="Ink 130">
                  <a:extLst>
                    <a:ext uri="{FF2B5EF4-FFF2-40B4-BE49-F238E27FC236}">
                      <a16:creationId xmlns:a16="http://schemas.microsoft.com/office/drawing/2014/main" id="{BB3E5DB6-07AE-F44B-A67A-8E7670F0A80A}"/>
                    </a:ext>
                  </a:extLst>
                </p14:cNvPr>
                <p14:cNvContentPartPr/>
                <p14:nvPr/>
              </p14:nvContentPartPr>
              <p14:xfrm>
                <a:off x="4767624" y="3931416"/>
                <a:ext cx="166680" cy="62640"/>
              </p14:xfrm>
            </p:contentPart>
          </mc:Choice>
          <mc:Fallback xmlns="">
            <p:pic>
              <p:nvPicPr>
                <p:cNvPr id="131" name="Ink 130">
                  <a:extLst>
                    <a:ext uri="{FF2B5EF4-FFF2-40B4-BE49-F238E27FC236}">
                      <a16:creationId xmlns:a16="http://schemas.microsoft.com/office/drawing/2014/main" id="{BB3E5DB6-07AE-F44B-A67A-8E7670F0A80A}"/>
                    </a:ext>
                  </a:extLst>
                </p:cNvPr>
                <p:cNvPicPr/>
                <p:nvPr/>
              </p:nvPicPr>
              <p:blipFill>
                <a:blip r:embed="rId229"/>
                <a:stretch>
                  <a:fillRect/>
                </a:stretch>
              </p:blipFill>
              <p:spPr>
                <a:xfrm>
                  <a:off x="4763304" y="3927096"/>
                  <a:ext cx="1753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2" name="Ink 131">
                  <a:extLst>
                    <a:ext uri="{FF2B5EF4-FFF2-40B4-BE49-F238E27FC236}">
                      <a16:creationId xmlns:a16="http://schemas.microsoft.com/office/drawing/2014/main" id="{74A545AE-D866-D9DA-9C81-834D9C1DA4BA}"/>
                    </a:ext>
                  </a:extLst>
                </p14:cNvPr>
                <p14:cNvContentPartPr/>
                <p14:nvPr/>
              </p14:nvContentPartPr>
              <p14:xfrm>
                <a:off x="5160024" y="3866616"/>
                <a:ext cx="208800" cy="89640"/>
              </p14:xfrm>
            </p:contentPart>
          </mc:Choice>
          <mc:Fallback xmlns="">
            <p:pic>
              <p:nvPicPr>
                <p:cNvPr id="132" name="Ink 131">
                  <a:extLst>
                    <a:ext uri="{FF2B5EF4-FFF2-40B4-BE49-F238E27FC236}">
                      <a16:creationId xmlns:a16="http://schemas.microsoft.com/office/drawing/2014/main" id="{74A545AE-D866-D9DA-9C81-834D9C1DA4BA}"/>
                    </a:ext>
                  </a:extLst>
                </p:cNvPr>
                <p:cNvPicPr/>
                <p:nvPr/>
              </p:nvPicPr>
              <p:blipFill>
                <a:blip r:embed="rId231"/>
                <a:stretch>
                  <a:fillRect/>
                </a:stretch>
              </p:blipFill>
              <p:spPr>
                <a:xfrm>
                  <a:off x="5155704" y="3862296"/>
                  <a:ext cx="2174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3" name="Ink 132">
                  <a:extLst>
                    <a:ext uri="{FF2B5EF4-FFF2-40B4-BE49-F238E27FC236}">
                      <a16:creationId xmlns:a16="http://schemas.microsoft.com/office/drawing/2014/main" id="{619A24EC-AE56-A9F4-3BE5-AA2A088E83F1}"/>
                    </a:ext>
                  </a:extLst>
                </p14:cNvPr>
                <p14:cNvContentPartPr/>
                <p14:nvPr/>
              </p14:nvContentPartPr>
              <p14:xfrm>
                <a:off x="5439744" y="3706416"/>
                <a:ext cx="213480" cy="308160"/>
              </p14:xfrm>
            </p:contentPart>
          </mc:Choice>
          <mc:Fallback xmlns="">
            <p:pic>
              <p:nvPicPr>
                <p:cNvPr id="133" name="Ink 132">
                  <a:extLst>
                    <a:ext uri="{FF2B5EF4-FFF2-40B4-BE49-F238E27FC236}">
                      <a16:creationId xmlns:a16="http://schemas.microsoft.com/office/drawing/2014/main" id="{619A24EC-AE56-A9F4-3BE5-AA2A088E83F1}"/>
                    </a:ext>
                  </a:extLst>
                </p:cNvPr>
                <p:cNvPicPr/>
                <p:nvPr/>
              </p:nvPicPr>
              <p:blipFill>
                <a:blip r:embed="rId233"/>
                <a:stretch>
                  <a:fillRect/>
                </a:stretch>
              </p:blipFill>
              <p:spPr>
                <a:xfrm>
                  <a:off x="5435424" y="3702096"/>
                  <a:ext cx="22212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4" name="Ink 133">
                  <a:extLst>
                    <a:ext uri="{FF2B5EF4-FFF2-40B4-BE49-F238E27FC236}">
                      <a16:creationId xmlns:a16="http://schemas.microsoft.com/office/drawing/2014/main" id="{DE417BD8-05E8-5D4C-FB57-CF1C3B63A590}"/>
                    </a:ext>
                  </a:extLst>
                </p14:cNvPr>
                <p14:cNvContentPartPr/>
                <p14:nvPr/>
              </p14:nvContentPartPr>
              <p14:xfrm>
                <a:off x="5659344" y="3856536"/>
                <a:ext cx="129600" cy="62640"/>
              </p14:xfrm>
            </p:contentPart>
          </mc:Choice>
          <mc:Fallback xmlns="">
            <p:pic>
              <p:nvPicPr>
                <p:cNvPr id="134" name="Ink 133">
                  <a:extLst>
                    <a:ext uri="{FF2B5EF4-FFF2-40B4-BE49-F238E27FC236}">
                      <a16:creationId xmlns:a16="http://schemas.microsoft.com/office/drawing/2014/main" id="{DE417BD8-05E8-5D4C-FB57-CF1C3B63A590}"/>
                    </a:ext>
                  </a:extLst>
                </p:cNvPr>
                <p:cNvPicPr/>
                <p:nvPr/>
              </p:nvPicPr>
              <p:blipFill>
                <a:blip r:embed="rId235"/>
                <a:stretch>
                  <a:fillRect/>
                </a:stretch>
              </p:blipFill>
              <p:spPr>
                <a:xfrm>
                  <a:off x="5655024" y="3852216"/>
                  <a:ext cx="13824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5" name="Ink 134">
                  <a:extLst>
                    <a:ext uri="{FF2B5EF4-FFF2-40B4-BE49-F238E27FC236}">
                      <a16:creationId xmlns:a16="http://schemas.microsoft.com/office/drawing/2014/main" id="{F39552EA-05B1-F3F1-9C32-58865CA3F9E4}"/>
                    </a:ext>
                  </a:extLst>
                </p14:cNvPr>
                <p14:cNvContentPartPr/>
                <p14:nvPr/>
              </p14:nvContentPartPr>
              <p14:xfrm>
                <a:off x="5788584" y="3798576"/>
                <a:ext cx="21240" cy="360"/>
              </p14:xfrm>
            </p:contentPart>
          </mc:Choice>
          <mc:Fallback xmlns="">
            <p:pic>
              <p:nvPicPr>
                <p:cNvPr id="135" name="Ink 134">
                  <a:extLst>
                    <a:ext uri="{FF2B5EF4-FFF2-40B4-BE49-F238E27FC236}">
                      <a16:creationId xmlns:a16="http://schemas.microsoft.com/office/drawing/2014/main" id="{F39552EA-05B1-F3F1-9C32-58865CA3F9E4}"/>
                    </a:ext>
                  </a:extLst>
                </p:cNvPr>
                <p:cNvPicPr/>
                <p:nvPr/>
              </p:nvPicPr>
              <p:blipFill>
                <a:blip r:embed="rId237"/>
                <a:stretch>
                  <a:fillRect/>
                </a:stretch>
              </p:blipFill>
              <p:spPr>
                <a:xfrm>
                  <a:off x="5784264" y="3794256"/>
                  <a:ext cx="298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6" name="Ink 135">
                  <a:extLst>
                    <a:ext uri="{FF2B5EF4-FFF2-40B4-BE49-F238E27FC236}">
                      <a16:creationId xmlns:a16="http://schemas.microsoft.com/office/drawing/2014/main" id="{45858B07-C631-D0EA-B549-E32DCDFE3612}"/>
                    </a:ext>
                  </a:extLst>
                </p14:cNvPr>
                <p14:cNvContentPartPr/>
                <p14:nvPr/>
              </p14:nvContentPartPr>
              <p14:xfrm>
                <a:off x="5899464" y="3728376"/>
                <a:ext cx="175680" cy="189720"/>
              </p14:xfrm>
            </p:contentPart>
          </mc:Choice>
          <mc:Fallback xmlns="">
            <p:pic>
              <p:nvPicPr>
                <p:cNvPr id="136" name="Ink 135">
                  <a:extLst>
                    <a:ext uri="{FF2B5EF4-FFF2-40B4-BE49-F238E27FC236}">
                      <a16:creationId xmlns:a16="http://schemas.microsoft.com/office/drawing/2014/main" id="{45858B07-C631-D0EA-B549-E32DCDFE3612}"/>
                    </a:ext>
                  </a:extLst>
                </p:cNvPr>
                <p:cNvPicPr/>
                <p:nvPr/>
              </p:nvPicPr>
              <p:blipFill>
                <a:blip r:embed="rId239"/>
                <a:stretch>
                  <a:fillRect/>
                </a:stretch>
              </p:blipFill>
              <p:spPr>
                <a:xfrm>
                  <a:off x="5895144" y="3724056"/>
                  <a:ext cx="18432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9" name="Ink 138">
                  <a:extLst>
                    <a:ext uri="{FF2B5EF4-FFF2-40B4-BE49-F238E27FC236}">
                      <a16:creationId xmlns:a16="http://schemas.microsoft.com/office/drawing/2014/main" id="{F2524F0D-408A-32B0-3C38-183F824B3104}"/>
                    </a:ext>
                  </a:extLst>
                </p14:cNvPr>
                <p14:cNvContentPartPr/>
                <p14:nvPr/>
              </p14:nvContentPartPr>
              <p14:xfrm>
                <a:off x="6153624" y="3647376"/>
                <a:ext cx="160200" cy="327240"/>
              </p14:xfrm>
            </p:contentPart>
          </mc:Choice>
          <mc:Fallback xmlns="">
            <p:pic>
              <p:nvPicPr>
                <p:cNvPr id="139" name="Ink 138">
                  <a:extLst>
                    <a:ext uri="{FF2B5EF4-FFF2-40B4-BE49-F238E27FC236}">
                      <a16:creationId xmlns:a16="http://schemas.microsoft.com/office/drawing/2014/main" id="{F2524F0D-408A-32B0-3C38-183F824B3104}"/>
                    </a:ext>
                  </a:extLst>
                </p:cNvPr>
                <p:cNvPicPr/>
                <p:nvPr/>
              </p:nvPicPr>
              <p:blipFill>
                <a:blip r:embed="rId241"/>
                <a:stretch>
                  <a:fillRect/>
                </a:stretch>
              </p:blipFill>
              <p:spPr>
                <a:xfrm>
                  <a:off x="6149304" y="3643056"/>
                  <a:ext cx="16884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2" name="Ink 141">
                  <a:extLst>
                    <a:ext uri="{FF2B5EF4-FFF2-40B4-BE49-F238E27FC236}">
                      <a16:creationId xmlns:a16="http://schemas.microsoft.com/office/drawing/2014/main" id="{56296284-34DE-9610-1063-B43C33BB638C}"/>
                    </a:ext>
                  </a:extLst>
                </p14:cNvPr>
                <p14:cNvContentPartPr/>
                <p14:nvPr/>
              </p14:nvContentPartPr>
              <p14:xfrm>
                <a:off x="3783744" y="4388616"/>
                <a:ext cx="263520" cy="96480"/>
              </p14:xfrm>
            </p:contentPart>
          </mc:Choice>
          <mc:Fallback xmlns="">
            <p:pic>
              <p:nvPicPr>
                <p:cNvPr id="142" name="Ink 141">
                  <a:extLst>
                    <a:ext uri="{FF2B5EF4-FFF2-40B4-BE49-F238E27FC236}">
                      <a16:creationId xmlns:a16="http://schemas.microsoft.com/office/drawing/2014/main" id="{56296284-34DE-9610-1063-B43C33BB638C}"/>
                    </a:ext>
                  </a:extLst>
                </p:cNvPr>
                <p:cNvPicPr/>
                <p:nvPr/>
              </p:nvPicPr>
              <p:blipFill>
                <a:blip r:embed="rId243"/>
                <a:stretch>
                  <a:fillRect/>
                </a:stretch>
              </p:blipFill>
              <p:spPr>
                <a:xfrm>
                  <a:off x="3779424" y="4384296"/>
                  <a:ext cx="2721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3" name="Ink 142">
                  <a:extLst>
                    <a:ext uri="{FF2B5EF4-FFF2-40B4-BE49-F238E27FC236}">
                      <a16:creationId xmlns:a16="http://schemas.microsoft.com/office/drawing/2014/main" id="{605CA6BE-4955-A4E3-BBEA-DDE41824B131}"/>
                    </a:ext>
                  </a:extLst>
                </p14:cNvPr>
                <p14:cNvContentPartPr/>
                <p14:nvPr/>
              </p14:nvContentPartPr>
              <p14:xfrm>
                <a:off x="4144104" y="4297536"/>
                <a:ext cx="99720" cy="176040"/>
              </p14:xfrm>
            </p:contentPart>
          </mc:Choice>
          <mc:Fallback xmlns="">
            <p:pic>
              <p:nvPicPr>
                <p:cNvPr id="143" name="Ink 142">
                  <a:extLst>
                    <a:ext uri="{FF2B5EF4-FFF2-40B4-BE49-F238E27FC236}">
                      <a16:creationId xmlns:a16="http://schemas.microsoft.com/office/drawing/2014/main" id="{605CA6BE-4955-A4E3-BBEA-DDE41824B131}"/>
                    </a:ext>
                  </a:extLst>
                </p:cNvPr>
                <p:cNvPicPr/>
                <p:nvPr/>
              </p:nvPicPr>
              <p:blipFill>
                <a:blip r:embed="rId245"/>
                <a:stretch>
                  <a:fillRect/>
                </a:stretch>
              </p:blipFill>
              <p:spPr>
                <a:xfrm>
                  <a:off x="4139784" y="4293216"/>
                  <a:ext cx="1083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4" name="Ink 143">
                  <a:extLst>
                    <a:ext uri="{FF2B5EF4-FFF2-40B4-BE49-F238E27FC236}">
                      <a16:creationId xmlns:a16="http://schemas.microsoft.com/office/drawing/2014/main" id="{CE70156B-FAEC-D252-D185-B852623500F3}"/>
                    </a:ext>
                  </a:extLst>
                </p14:cNvPr>
                <p14:cNvContentPartPr/>
                <p14:nvPr/>
              </p14:nvContentPartPr>
              <p14:xfrm>
                <a:off x="4141584" y="4383216"/>
                <a:ext cx="289080" cy="56880"/>
              </p14:xfrm>
            </p:contentPart>
          </mc:Choice>
          <mc:Fallback xmlns="">
            <p:pic>
              <p:nvPicPr>
                <p:cNvPr id="144" name="Ink 143">
                  <a:extLst>
                    <a:ext uri="{FF2B5EF4-FFF2-40B4-BE49-F238E27FC236}">
                      <a16:creationId xmlns:a16="http://schemas.microsoft.com/office/drawing/2014/main" id="{CE70156B-FAEC-D252-D185-B852623500F3}"/>
                    </a:ext>
                  </a:extLst>
                </p:cNvPr>
                <p:cNvPicPr/>
                <p:nvPr/>
              </p:nvPicPr>
              <p:blipFill>
                <a:blip r:embed="rId247"/>
                <a:stretch>
                  <a:fillRect/>
                </a:stretch>
              </p:blipFill>
              <p:spPr>
                <a:xfrm>
                  <a:off x="4137264" y="4378896"/>
                  <a:ext cx="2977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5" name="Ink 144">
                  <a:extLst>
                    <a:ext uri="{FF2B5EF4-FFF2-40B4-BE49-F238E27FC236}">
                      <a16:creationId xmlns:a16="http://schemas.microsoft.com/office/drawing/2014/main" id="{84DE064C-CC47-3B5A-2D49-51E4B9134CEF}"/>
                    </a:ext>
                  </a:extLst>
                </p14:cNvPr>
                <p14:cNvContentPartPr/>
                <p14:nvPr/>
              </p14:nvContentPartPr>
              <p14:xfrm>
                <a:off x="4474224" y="4355496"/>
                <a:ext cx="51120" cy="92880"/>
              </p14:xfrm>
            </p:contentPart>
          </mc:Choice>
          <mc:Fallback xmlns="">
            <p:pic>
              <p:nvPicPr>
                <p:cNvPr id="145" name="Ink 144">
                  <a:extLst>
                    <a:ext uri="{FF2B5EF4-FFF2-40B4-BE49-F238E27FC236}">
                      <a16:creationId xmlns:a16="http://schemas.microsoft.com/office/drawing/2014/main" id="{84DE064C-CC47-3B5A-2D49-51E4B9134CEF}"/>
                    </a:ext>
                  </a:extLst>
                </p:cNvPr>
                <p:cNvPicPr/>
                <p:nvPr/>
              </p:nvPicPr>
              <p:blipFill>
                <a:blip r:embed="rId249"/>
                <a:stretch>
                  <a:fillRect/>
                </a:stretch>
              </p:blipFill>
              <p:spPr>
                <a:xfrm>
                  <a:off x="4469904" y="4351176"/>
                  <a:ext cx="597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6" name="Ink 145">
                  <a:extLst>
                    <a:ext uri="{FF2B5EF4-FFF2-40B4-BE49-F238E27FC236}">
                      <a16:creationId xmlns:a16="http://schemas.microsoft.com/office/drawing/2014/main" id="{E9D382E4-3191-7D5D-13BD-DC2960989C00}"/>
                    </a:ext>
                  </a:extLst>
                </p14:cNvPr>
                <p14:cNvContentPartPr/>
                <p14:nvPr/>
              </p14:nvContentPartPr>
              <p14:xfrm>
                <a:off x="4629024" y="4381776"/>
                <a:ext cx="185040" cy="51120"/>
              </p14:xfrm>
            </p:contentPart>
          </mc:Choice>
          <mc:Fallback xmlns="">
            <p:pic>
              <p:nvPicPr>
                <p:cNvPr id="146" name="Ink 145">
                  <a:extLst>
                    <a:ext uri="{FF2B5EF4-FFF2-40B4-BE49-F238E27FC236}">
                      <a16:creationId xmlns:a16="http://schemas.microsoft.com/office/drawing/2014/main" id="{E9D382E4-3191-7D5D-13BD-DC2960989C00}"/>
                    </a:ext>
                  </a:extLst>
                </p:cNvPr>
                <p:cNvPicPr/>
                <p:nvPr/>
              </p:nvPicPr>
              <p:blipFill>
                <a:blip r:embed="rId251"/>
                <a:stretch>
                  <a:fillRect/>
                </a:stretch>
              </p:blipFill>
              <p:spPr>
                <a:xfrm>
                  <a:off x="4624704" y="4377456"/>
                  <a:ext cx="19368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7" name="Ink 146">
                  <a:extLst>
                    <a:ext uri="{FF2B5EF4-FFF2-40B4-BE49-F238E27FC236}">
                      <a16:creationId xmlns:a16="http://schemas.microsoft.com/office/drawing/2014/main" id="{9AA3EE40-A445-3C27-1137-49103C629327}"/>
                    </a:ext>
                  </a:extLst>
                </p14:cNvPr>
                <p14:cNvContentPartPr/>
                <p14:nvPr/>
              </p14:nvContentPartPr>
              <p14:xfrm>
                <a:off x="5206464" y="4306896"/>
                <a:ext cx="72000" cy="83520"/>
              </p14:xfrm>
            </p:contentPart>
          </mc:Choice>
          <mc:Fallback xmlns="">
            <p:pic>
              <p:nvPicPr>
                <p:cNvPr id="147" name="Ink 146">
                  <a:extLst>
                    <a:ext uri="{FF2B5EF4-FFF2-40B4-BE49-F238E27FC236}">
                      <a16:creationId xmlns:a16="http://schemas.microsoft.com/office/drawing/2014/main" id="{9AA3EE40-A445-3C27-1137-49103C629327}"/>
                    </a:ext>
                  </a:extLst>
                </p:cNvPr>
                <p:cNvPicPr/>
                <p:nvPr/>
              </p:nvPicPr>
              <p:blipFill>
                <a:blip r:embed="rId253"/>
                <a:stretch>
                  <a:fillRect/>
                </a:stretch>
              </p:blipFill>
              <p:spPr>
                <a:xfrm>
                  <a:off x="5202144" y="4302576"/>
                  <a:ext cx="806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8" name="Ink 147">
                  <a:extLst>
                    <a:ext uri="{FF2B5EF4-FFF2-40B4-BE49-F238E27FC236}">
                      <a16:creationId xmlns:a16="http://schemas.microsoft.com/office/drawing/2014/main" id="{07CE150C-F136-8F05-D766-085A780F4D07}"/>
                    </a:ext>
                  </a:extLst>
                </p14:cNvPr>
                <p14:cNvContentPartPr/>
                <p14:nvPr/>
              </p14:nvContentPartPr>
              <p14:xfrm>
                <a:off x="5255064" y="4201776"/>
                <a:ext cx="21240" cy="32760"/>
              </p14:xfrm>
            </p:contentPart>
          </mc:Choice>
          <mc:Fallback xmlns="">
            <p:pic>
              <p:nvPicPr>
                <p:cNvPr id="148" name="Ink 147">
                  <a:extLst>
                    <a:ext uri="{FF2B5EF4-FFF2-40B4-BE49-F238E27FC236}">
                      <a16:creationId xmlns:a16="http://schemas.microsoft.com/office/drawing/2014/main" id="{07CE150C-F136-8F05-D766-085A780F4D07}"/>
                    </a:ext>
                  </a:extLst>
                </p:cNvPr>
                <p:cNvPicPr/>
                <p:nvPr/>
              </p:nvPicPr>
              <p:blipFill>
                <a:blip r:embed="rId255"/>
                <a:stretch>
                  <a:fillRect/>
                </a:stretch>
              </p:blipFill>
              <p:spPr>
                <a:xfrm>
                  <a:off x="5250744" y="4197456"/>
                  <a:ext cx="298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9" name="Ink 148">
                  <a:extLst>
                    <a:ext uri="{FF2B5EF4-FFF2-40B4-BE49-F238E27FC236}">
                      <a16:creationId xmlns:a16="http://schemas.microsoft.com/office/drawing/2014/main" id="{74D0E41A-164E-10C1-71E0-A1950610E868}"/>
                    </a:ext>
                  </a:extLst>
                </p14:cNvPr>
                <p14:cNvContentPartPr/>
                <p14:nvPr/>
              </p14:nvContentPartPr>
              <p14:xfrm>
                <a:off x="5525424" y="4314816"/>
                <a:ext cx="5040" cy="40680"/>
              </p14:xfrm>
            </p:contentPart>
          </mc:Choice>
          <mc:Fallback xmlns="">
            <p:pic>
              <p:nvPicPr>
                <p:cNvPr id="149" name="Ink 148">
                  <a:extLst>
                    <a:ext uri="{FF2B5EF4-FFF2-40B4-BE49-F238E27FC236}">
                      <a16:creationId xmlns:a16="http://schemas.microsoft.com/office/drawing/2014/main" id="{74D0E41A-164E-10C1-71E0-A1950610E868}"/>
                    </a:ext>
                  </a:extLst>
                </p:cNvPr>
                <p:cNvPicPr/>
                <p:nvPr/>
              </p:nvPicPr>
              <p:blipFill>
                <a:blip r:embed="rId257"/>
                <a:stretch>
                  <a:fillRect/>
                </a:stretch>
              </p:blipFill>
              <p:spPr>
                <a:xfrm>
                  <a:off x="5521104" y="4310496"/>
                  <a:ext cx="136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0" name="Ink 149">
                  <a:extLst>
                    <a:ext uri="{FF2B5EF4-FFF2-40B4-BE49-F238E27FC236}">
                      <a16:creationId xmlns:a16="http://schemas.microsoft.com/office/drawing/2014/main" id="{E6597663-4F32-6984-3E95-A2AFCA2F03FD}"/>
                    </a:ext>
                  </a:extLst>
                </p14:cNvPr>
                <p14:cNvContentPartPr/>
                <p14:nvPr/>
              </p14:nvContentPartPr>
              <p14:xfrm>
                <a:off x="5225184" y="4494096"/>
                <a:ext cx="228960" cy="160920"/>
              </p14:xfrm>
            </p:contentPart>
          </mc:Choice>
          <mc:Fallback xmlns="">
            <p:pic>
              <p:nvPicPr>
                <p:cNvPr id="150" name="Ink 149">
                  <a:extLst>
                    <a:ext uri="{FF2B5EF4-FFF2-40B4-BE49-F238E27FC236}">
                      <a16:creationId xmlns:a16="http://schemas.microsoft.com/office/drawing/2014/main" id="{E6597663-4F32-6984-3E95-A2AFCA2F03FD}"/>
                    </a:ext>
                  </a:extLst>
                </p:cNvPr>
                <p:cNvPicPr/>
                <p:nvPr/>
              </p:nvPicPr>
              <p:blipFill>
                <a:blip r:embed="rId259"/>
                <a:stretch>
                  <a:fillRect/>
                </a:stretch>
              </p:blipFill>
              <p:spPr>
                <a:xfrm>
                  <a:off x="5220864" y="4489776"/>
                  <a:ext cx="2376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53" name="Ink 52">
                  <a:extLst>
                    <a:ext uri="{FF2B5EF4-FFF2-40B4-BE49-F238E27FC236}">
                      <a16:creationId xmlns:a16="http://schemas.microsoft.com/office/drawing/2014/main" id="{D9AF39A7-1EF3-F7C4-625C-2C8D711251A5}"/>
                    </a:ext>
                  </a:extLst>
                </p14:cNvPr>
                <p14:cNvContentPartPr/>
                <p14:nvPr/>
              </p14:nvContentPartPr>
              <p14:xfrm>
                <a:off x="1801944" y="3317616"/>
                <a:ext cx="201240" cy="99360"/>
              </p14:xfrm>
            </p:contentPart>
          </mc:Choice>
          <mc:Fallback xmlns="">
            <p:pic>
              <p:nvPicPr>
                <p:cNvPr id="53" name="Ink 52">
                  <a:extLst>
                    <a:ext uri="{FF2B5EF4-FFF2-40B4-BE49-F238E27FC236}">
                      <a16:creationId xmlns:a16="http://schemas.microsoft.com/office/drawing/2014/main" id="{D9AF39A7-1EF3-F7C4-625C-2C8D711251A5}"/>
                    </a:ext>
                  </a:extLst>
                </p:cNvPr>
                <p:cNvPicPr/>
                <p:nvPr/>
              </p:nvPicPr>
              <p:blipFill>
                <a:blip r:embed="rId261"/>
                <a:stretch>
                  <a:fillRect/>
                </a:stretch>
              </p:blipFill>
              <p:spPr>
                <a:xfrm>
                  <a:off x="1797624" y="3313296"/>
                  <a:ext cx="2098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54" name="Ink 53">
                  <a:extLst>
                    <a:ext uri="{FF2B5EF4-FFF2-40B4-BE49-F238E27FC236}">
                      <a16:creationId xmlns:a16="http://schemas.microsoft.com/office/drawing/2014/main" id="{673E1389-7E69-B7E7-C851-2A69F76AF7D5}"/>
                    </a:ext>
                  </a:extLst>
                </p14:cNvPr>
                <p14:cNvContentPartPr/>
                <p14:nvPr/>
              </p14:nvContentPartPr>
              <p14:xfrm>
                <a:off x="2120544" y="3301056"/>
                <a:ext cx="141480" cy="10800"/>
              </p14:xfrm>
            </p:contentPart>
          </mc:Choice>
          <mc:Fallback xmlns="">
            <p:pic>
              <p:nvPicPr>
                <p:cNvPr id="54" name="Ink 53">
                  <a:extLst>
                    <a:ext uri="{FF2B5EF4-FFF2-40B4-BE49-F238E27FC236}">
                      <a16:creationId xmlns:a16="http://schemas.microsoft.com/office/drawing/2014/main" id="{673E1389-7E69-B7E7-C851-2A69F76AF7D5}"/>
                    </a:ext>
                  </a:extLst>
                </p:cNvPr>
                <p:cNvPicPr/>
                <p:nvPr/>
              </p:nvPicPr>
              <p:blipFill>
                <a:blip r:embed="rId263"/>
                <a:stretch>
                  <a:fillRect/>
                </a:stretch>
              </p:blipFill>
              <p:spPr>
                <a:xfrm>
                  <a:off x="2116224" y="3296736"/>
                  <a:ext cx="1501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55" name="Ink 54">
                  <a:extLst>
                    <a:ext uri="{FF2B5EF4-FFF2-40B4-BE49-F238E27FC236}">
                      <a16:creationId xmlns:a16="http://schemas.microsoft.com/office/drawing/2014/main" id="{204945F3-C178-04DD-0A12-1A34D60AA121}"/>
                    </a:ext>
                  </a:extLst>
                </p14:cNvPr>
                <p14:cNvContentPartPr/>
                <p14:nvPr/>
              </p14:nvContentPartPr>
              <p14:xfrm>
                <a:off x="2125224" y="3381696"/>
                <a:ext cx="168840" cy="9720"/>
              </p14:xfrm>
            </p:contentPart>
          </mc:Choice>
          <mc:Fallback xmlns="">
            <p:pic>
              <p:nvPicPr>
                <p:cNvPr id="55" name="Ink 54">
                  <a:extLst>
                    <a:ext uri="{FF2B5EF4-FFF2-40B4-BE49-F238E27FC236}">
                      <a16:creationId xmlns:a16="http://schemas.microsoft.com/office/drawing/2014/main" id="{204945F3-C178-04DD-0A12-1A34D60AA121}"/>
                    </a:ext>
                  </a:extLst>
                </p:cNvPr>
                <p:cNvPicPr/>
                <p:nvPr/>
              </p:nvPicPr>
              <p:blipFill>
                <a:blip r:embed="rId265"/>
                <a:stretch>
                  <a:fillRect/>
                </a:stretch>
              </p:blipFill>
              <p:spPr>
                <a:xfrm>
                  <a:off x="2120904" y="3377376"/>
                  <a:ext cx="17748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57" name="Ink 56">
                  <a:extLst>
                    <a:ext uri="{FF2B5EF4-FFF2-40B4-BE49-F238E27FC236}">
                      <a16:creationId xmlns:a16="http://schemas.microsoft.com/office/drawing/2014/main" id="{02A625BA-5790-A89F-356D-1C5C2FCF5C85}"/>
                    </a:ext>
                  </a:extLst>
                </p14:cNvPr>
                <p14:cNvContentPartPr/>
                <p14:nvPr/>
              </p14:nvContentPartPr>
              <p14:xfrm>
                <a:off x="2452464" y="3249936"/>
                <a:ext cx="144360" cy="132120"/>
              </p14:xfrm>
            </p:contentPart>
          </mc:Choice>
          <mc:Fallback xmlns="">
            <p:pic>
              <p:nvPicPr>
                <p:cNvPr id="57" name="Ink 56">
                  <a:extLst>
                    <a:ext uri="{FF2B5EF4-FFF2-40B4-BE49-F238E27FC236}">
                      <a16:creationId xmlns:a16="http://schemas.microsoft.com/office/drawing/2014/main" id="{02A625BA-5790-A89F-356D-1C5C2FCF5C85}"/>
                    </a:ext>
                  </a:extLst>
                </p:cNvPr>
                <p:cNvPicPr/>
                <p:nvPr/>
              </p:nvPicPr>
              <p:blipFill>
                <a:blip r:embed="rId267"/>
                <a:stretch>
                  <a:fillRect/>
                </a:stretch>
              </p:blipFill>
              <p:spPr>
                <a:xfrm>
                  <a:off x="2448144" y="3245616"/>
                  <a:ext cx="1530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58" name="Ink 57">
                  <a:extLst>
                    <a:ext uri="{FF2B5EF4-FFF2-40B4-BE49-F238E27FC236}">
                      <a16:creationId xmlns:a16="http://schemas.microsoft.com/office/drawing/2014/main" id="{9AB66381-44D9-DB35-286A-5CA9EB961C54}"/>
                    </a:ext>
                  </a:extLst>
                </p14:cNvPr>
                <p14:cNvContentPartPr/>
                <p14:nvPr/>
              </p14:nvContentPartPr>
              <p14:xfrm>
                <a:off x="2609424" y="3226896"/>
                <a:ext cx="131040" cy="108000"/>
              </p14:xfrm>
            </p:contentPart>
          </mc:Choice>
          <mc:Fallback xmlns="">
            <p:pic>
              <p:nvPicPr>
                <p:cNvPr id="58" name="Ink 57">
                  <a:extLst>
                    <a:ext uri="{FF2B5EF4-FFF2-40B4-BE49-F238E27FC236}">
                      <a16:creationId xmlns:a16="http://schemas.microsoft.com/office/drawing/2014/main" id="{9AB66381-44D9-DB35-286A-5CA9EB961C54}"/>
                    </a:ext>
                  </a:extLst>
                </p:cNvPr>
                <p:cNvPicPr/>
                <p:nvPr/>
              </p:nvPicPr>
              <p:blipFill>
                <a:blip r:embed="rId269"/>
                <a:stretch>
                  <a:fillRect/>
                </a:stretch>
              </p:blipFill>
              <p:spPr>
                <a:xfrm>
                  <a:off x="2605104" y="3222576"/>
                  <a:ext cx="1396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59" name="Ink 58">
                  <a:extLst>
                    <a:ext uri="{FF2B5EF4-FFF2-40B4-BE49-F238E27FC236}">
                      <a16:creationId xmlns:a16="http://schemas.microsoft.com/office/drawing/2014/main" id="{80C0DB50-FF42-512F-3E27-3FB34C8281EE}"/>
                    </a:ext>
                  </a:extLst>
                </p14:cNvPr>
                <p14:cNvContentPartPr/>
                <p14:nvPr/>
              </p14:nvContentPartPr>
              <p14:xfrm>
                <a:off x="2794464" y="3188736"/>
                <a:ext cx="105120" cy="128880"/>
              </p14:xfrm>
            </p:contentPart>
          </mc:Choice>
          <mc:Fallback xmlns="">
            <p:pic>
              <p:nvPicPr>
                <p:cNvPr id="59" name="Ink 58">
                  <a:extLst>
                    <a:ext uri="{FF2B5EF4-FFF2-40B4-BE49-F238E27FC236}">
                      <a16:creationId xmlns:a16="http://schemas.microsoft.com/office/drawing/2014/main" id="{80C0DB50-FF42-512F-3E27-3FB34C8281EE}"/>
                    </a:ext>
                  </a:extLst>
                </p:cNvPr>
                <p:cNvPicPr/>
                <p:nvPr/>
              </p:nvPicPr>
              <p:blipFill>
                <a:blip r:embed="rId271"/>
                <a:stretch>
                  <a:fillRect/>
                </a:stretch>
              </p:blipFill>
              <p:spPr>
                <a:xfrm>
                  <a:off x="2790144" y="3184416"/>
                  <a:ext cx="1137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60" name="Ink 59">
                  <a:extLst>
                    <a:ext uri="{FF2B5EF4-FFF2-40B4-BE49-F238E27FC236}">
                      <a16:creationId xmlns:a16="http://schemas.microsoft.com/office/drawing/2014/main" id="{FF084692-C958-9CF5-88B5-60D617AAB298}"/>
                    </a:ext>
                  </a:extLst>
                </p14:cNvPr>
                <p14:cNvContentPartPr/>
                <p14:nvPr/>
              </p14:nvContentPartPr>
              <p14:xfrm>
                <a:off x="2989224" y="3249936"/>
                <a:ext cx="2520" cy="28080"/>
              </p14:xfrm>
            </p:contentPart>
          </mc:Choice>
          <mc:Fallback xmlns="">
            <p:pic>
              <p:nvPicPr>
                <p:cNvPr id="60" name="Ink 59">
                  <a:extLst>
                    <a:ext uri="{FF2B5EF4-FFF2-40B4-BE49-F238E27FC236}">
                      <a16:creationId xmlns:a16="http://schemas.microsoft.com/office/drawing/2014/main" id="{FF084692-C958-9CF5-88B5-60D617AAB298}"/>
                    </a:ext>
                  </a:extLst>
                </p:cNvPr>
                <p:cNvPicPr/>
                <p:nvPr/>
              </p:nvPicPr>
              <p:blipFill>
                <a:blip r:embed="rId273"/>
                <a:stretch>
                  <a:fillRect/>
                </a:stretch>
              </p:blipFill>
              <p:spPr>
                <a:xfrm>
                  <a:off x="2984904" y="3245616"/>
                  <a:ext cx="111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61" name="Ink 60">
                  <a:extLst>
                    <a:ext uri="{FF2B5EF4-FFF2-40B4-BE49-F238E27FC236}">
                      <a16:creationId xmlns:a16="http://schemas.microsoft.com/office/drawing/2014/main" id="{1D3F4F25-5C25-57EF-B524-A3EF8B28DB57}"/>
                    </a:ext>
                  </a:extLst>
                </p14:cNvPr>
                <p14:cNvContentPartPr/>
                <p14:nvPr/>
              </p14:nvContentPartPr>
              <p14:xfrm>
                <a:off x="2859624" y="3378456"/>
                <a:ext cx="104400" cy="101880"/>
              </p14:xfrm>
            </p:contentPart>
          </mc:Choice>
          <mc:Fallback xmlns="">
            <p:pic>
              <p:nvPicPr>
                <p:cNvPr id="61" name="Ink 60">
                  <a:extLst>
                    <a:ext uri="{FF2B5EF4-FFF2-40B4-BE49-F238E27FC236}">
                      <a16:creationId xmlns:a16="http://schemas.microsoft.com/office/drawing/2014/main" id="{1D3F4F25-5C25-57EF-B524-A3EF8B28DB57}"/>
                    </a:ext>
                  </a:extLst>
                </p:cNvPr>
                <p:cNvPicPr/>
                <p:nvPr/>
              </p:nvPicPr>
              <p:blipFill>
                <a:blip r:embed="rId275"/>
                <a:stretch>
                  <a:fillRect/>
                </a:stretch>
              </p:blipFill>
              <p:spPr>
                <a:xfrm>
                  <a:off x="2855304" y="3374136"/>
                  <a:ext cx="1130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2" name="Ink 171">
                  <a:extLst>
                    <a:ext uri="{FF2B5EF4-FFF2-40B4-BE49-F238E27FC236}">
                      <a16:creationId xmlns:a16="http://schemas.microsoft.com/office/drawing/2014/main" id="{50279B05-4BD8-EFF6-DCD6-E6918575BF7A}"/>
                    </a:ext>
                  </a:extLst>
                </p14:cNvPr>
                <p14:cNvContentPartPr/>
                <p14:nvPr/>
              </p14:nvContentPartPr>
              <p14:xfrm>
                <a:off x="1529064" y="2739816"/>
                <a:ext cx="143640" cy="263160"/>
              </p14:xfrm>
            </p:contentPart>
          </mc:Choice>
          <mc:Fallback xmlns="">
            <p:pic>
              <p:nvPicPr>
                <p:cNvPr id="172" name="Ink 171">
                  <a:extLst>
                    <a:ext uri="{FF2B5EF4-FFF2-40B4-BE49-F238E27FC236}">
                      <a16:creationId xmlns:a16="http://schemas.microsoft.com/office/drawing/2014/main" id="{50279B05-4BD8-EFF6-DCD6-E6918575BF7A}"/>
                    </a:ext>
                  </a:extLst>
                </p:cNvPr>
                <p:cNvPicPr/>
                <p:nvPr/>
              </p:nvPicPr>
              <p:blipFill>
                <a:blip r:embed="rId277"/>
                <a:stretch>
                  <a:fillRect/>
                </a:stretch>
              </p:blipFill>
              <p:spPr>
                <a:xfrm>
                  <a:off x="1524744" y="2735496"/>
                  <a:ext cx="15228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3" name="Ink 172">
                  <a:extLst>
                    <a:ext uri="{FF2B5EF4-FFF2-40B4-BE49-F238E27FC236}">
                      <a16:creationId xmlns:a16="http://schemas.microsoft.com/office/drawing/2014/main" id="{87407463-E77B-1AF5-C57A-3DB2368966C6}"/>
                    </a:ext>
                  </a:extLst>
                </p14:cNvPr>
                <p14:cNvContentPartPr/>
                <p14:nvPr/>
              </p14:nvContentPartPr>
              <p14:xfrm>
                <a:off x="1526904" y="2867976"/>
                <a:ext cx="189720" cy="59400"/>
              </p14:xfrm>
            </p:contentPart>
          </mc:Choice>
          <mc:Fallback xmlns="">
            <p:pic>
              <p:nvPicPr>
                <p:cNvPr id="173" name="Ink 172">
                  <a:extLst>
                    <a:ext uri="{FF2B5EF4-FFF2-40B4-BE49-F238E27FC236}">
                      <a16:creationId xmlns:a16="http://schemas.microsoft.com/office/drawing/2014/main" id="{87407463-E77B-1AF5-C57A-3DB2368966C6}"/>
                    </a:ext>
                  </a:extLst>
                </p:cNvPr>
                <p:cNvPicPr/>
                <p:nvPr/>
              </p:nvPicPr>
              <p:blipFill>
                <a:blip r:embed="rId279"/>
                <a:stretch>
                  <a:fillRect/>
                </a:stretch>
              </p:blipFill>
              <p:spPr>
                <a:xfrm>
                  <a:off x="1522584" y="2863656"/>
                  <a:ext cx="19836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4" name="Ink 173">
                  <a:extLst>
                    <a:ext uri="{FF2B5EF4-FFF2-40B4-BE49-F238E27FC236}">
                      <a16:creationId xmlns:a16="http://schemas.microsoft.com/office/drawing/2014/main" id="{0D5CA853-6E18-51C4-1563-493B7796BC58}"/>
                    </a:ext>
                  </a:extLst>
                </p14:cNvPr>
                <p14:cNvContentPartPr/>
                <p14:nvPr/>
              </p14:nvContentPartPr>
              <p14:xfrm>
                <a:off x="1760184" y="2818296"/>
                <a:ext cx="37440" cy="10800"/>
              </p14:xfrm>
            </p:contentPart>
          </mc:Choice>
          <mc:Fallback xmlns="">
            <p:pic>
              <p:nvPicPr>
                <p:cNvPr id="174" name="Ink 173">
                  <a:extLst>
                    <a:ext uri="{FF2B5EF4-FFF2-40B4-BE49-F238E27FC236}">
                      <a16:creationId xmlns:a16="http://schemas.microsoft.com/office/drawing/2014/main" id="{0D5CA853-6E18-51C4-1563-493B7796BC58}"/>
                    </a:ext>
                  </a:extLst>
                </p:cNvPr>
                <p:cNvPicPr/>
                <p:nvPr/>
              </p:nvPicPr>
              <p:blipFill>
                <a:blip r:embed="rId281"/>
                <a:stretch>
                  <a:fillRect/>
                </a:stretch>
              </p:blipFill>
              <p:spPr>
                <a:xfrm>
                  <a:off x="1755864" y="2813976"/>
                  <a:ext cx="460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5" name="Ink 174">
                  <a:extLst>
                    <a:ext uri="{FF2B5EF4-FFF2-40B4-BE49-F238E27FC236}">
                      <a16:creationId xmlns:a16="http://schemas.microsoft.com/office/drawing/2014/main" id="{102B904B-D818-BC13-F658-E68D7C207E8D}"/>
                    </a:ext>
                  </a:extLst>
                </p14:cNvPr>
                <p14:cNvContentPartPr/>
                <p14:nvPr/>
              </p14:nvContentPartPr>
              <p14:xfrm>
                <a:off x="1760184" y="2826216"/>
                <a:ext cx="178200" cy="37800"/>
              </p14:xfrm>
            </p:contentPart>
          </mc:Choice>
          <mc:Fallback xmlns="">
            <p:pic>
              <p:nvPicPr>
                <p:cNvPr id="175" name="Ink 174">
                  <a:extLst>
                    <a:ext uri="{FF2B5EF4-FFF2-40B4-BE49-F238E27FC236}">
                      <a16:creationId xmlns:a16="http://schemas.microsoft.com/office/drawing/2014/main" id="{102B904B-D818-BC13-F658-E68D7C207E8D}"/>
                    </a:ext>
                  </a:extLst>
                </p:cNvPr>
                <p:cNvPicPr/>
                <p:nvPr/>
              </p:nvPicPr>
              <p:blipFill>
                <a:blip r:embed="rId283"/>
                <a:stretch>
                  <a:fillRect/>
                </a:stretch>
              </p:blipFill>
              <p:spPr>
                <a:xfrm>
                  <a:off x="1755864" y="2821896"/>
                  <a:ext cx="1868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6" name="Ink 175">
                  <a:extLst>
                    <a:ext uri="{FF2B5EF4-FFF2-40B4-BE49-F238E27FC236}">
                      <a16:creationId xmlns:a16="http://schemas.microsoft.com/office/drawing/2014/main" id="{7C0B8AC7-7780-0933-4862-C3E55BD96D30}"/>
                    </a:ext>
                  </a:extLst>
                </p14:cNvPr>
                <p14:cNvContentPartPr/>
                <p14:nvPr/>
              </p14:nvContentPartPr>
              <p14:xfrm>
                <a:off x="1999944" y="2598696"/>
                <a:ext cx="190440" cy="258480"/>
              </p14:xfrm>
            </p:contentPart>
          </mc:Choice>
          <mc:Fallback xmlns="">
            <p:pic>
              <p:nvPicPr>
                <p:cNvPr id="176" name="Ink 175">
                  <a:extLst>
                    <a:ext uri="{FF2B5EF4-FFF2-40B4-BE49-F238E27FC236}">
                      <a16:creationId xmlns:a16="http://schemas.microsoft.com/office/drawing/2014/main" id="{7C0B8AC7-7780-0933-4862-C3E55BD96D30}"/>
                    </a:ext>
                  </a:extLst>
                </p:cNvPr>
                <p:cNvPicPr/>
                <p:nvPr/>
              </p:nvPicPr>
              <p:blipFill>
                <a:blip r:embed="rId285"/>
                <a:stretch>
                  <a:fillRect/>
                </a:stretch>
              </p:blipFill>
              <p:spPr>
                <a:xfrm>
                  <a:off x="1995624" y="2594376"/>
                  <a:ext cx="19908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9" name="Ink 178">
                  <a:extLst>
                    <a:ext uri="{FF2B5EF4-FFF2-40B4-BE49-F238E27FC236}">
                      <a16:creationId xmlns:a16="http://schemas.microsoft.com/office/drawing/2014/main" id="{FAF75CE2-FE31-D4CF-7E5F-55C19B060AC7}"/>
                    </a:ext>
                  </a:extLst>
                </p14:cNvPr>
                <p14:cNvContentPartPr/>
                <p14:nvPr/>
              </p14:nvContentPartPr>
              <p14:xfrm>
                <a:off x="2350224" y="2542176"/>
                <a:ext cx="193680" cy="268920"/>
              </p14:xfrm>
            </p:contentPart>
          </mc:Choice>
          <mc:Fallback xmlns="">
            <p:pic>
              <p:nvPicPr>
                <p:cNvPr id="179" name="Ink 178">
                  <a:extLst>
                    <a:ext uri="{FF2B5EF4-FFF2-40B4-BE49-F238E27FC236}">
                      <a16:creationId xmlns:a16="http://schemas.microsoft.com/office/drawing/2014/main" id="{FAF75CE2-FE31-D4CF-7E5F-55C19B060AC7}"/>
                    </a:ext>
                  </a:extLst>
                </p:cNvPr>
                <p:cNvPicPr/>
                <p:nvPr/>
              </p:nvPicPr>
              <p:blipFill>
                <a:blip r:embed="rId287"/>
                <a:stretch>
                  <a:fillRect/>
                </a:stretch>
              </p:blipFill>
              <p:spPr>
                <a:xfrm>
                  <a:off x="2345904" y="2537856"/>
                  <a:ext cx="20232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0" name="Ink 179">
                  <a:extLst>
                    <a:ext uri="{FF2B5EF4-FFF2-40B4-BE49-F238E27FC236}">
                      <a16:creationId xmlns:a16="http://schemas.microsoft.com/office/drawing/2014/main" id="{F2E2F314-BC42-6519-3710-BA63D8CFE1D3}"/>
                    </a:ext>
                  </a:extLst>
                </p14:cNvPr>
                <p14:cNvContentPartPr/>
                <p14:nvPr/>
              </p14:nvContentPartPr>
              <p14:xfrm>
                <a:off x="2614824" y="2646216"/>
                <a:ext cx="14040" cy="63720"/>
              </p14:xfrm>
            </p:contentPart>
          </mc:Choice>
          <mc:Fallback xmlns="">
            <p:pic>
              <p:nvPicPr>
                <p:cNvPr id="180" name="Ink 179">
                  <a:extLst>
                    <a:ext uri="{FF2B5EF4-FFF2-40B4-BE49-F238E27FC236}">
                      <a16:creationId xmlns:a16="http://schemas.microsoft.com/office/drawing/2014/main" id="{F2E2F314-BC42-6519-3710-BA63D8CFE1D3}"/>
                    </a:ext>
                  </a:extLst>
                </p:cNvPr>
                <p:cNvPicPr/>
                <p:nvPr/>
              </p:nvPicPr>
              <p:blipFill>
                <a:blip r:embed="rId289"/>
                <a:stretch>
                  <a:fillRect/>
                </a:stretch>
              </p:blipFill>
              <p:spPr>
                <a:xfrm>
                  <a:off x="2610504" y="2641896"/>
                  <a:ext cx="226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1" name="Ink 180">
                  <a:extLst>
                    <a:ext uri="{FF2B5EF4-FFF2-40B4-BE49-F238E27FC236}">
                      <a16:creationId xmlns:a16="http://schemas.microsoft.com/office/drawing/2014/main" id="{75BB26D1-2E1C-D553-E560-9E6697C3E5C3}"/>
                    </a:ext>
                  </a:extLst>
                </p14:cNvPr>
                <p14:cNvContentPartPr/>
                <p14:nvPr/>
              </p14:nvContentPartPr>
              <p14:xfrm>
                <a:off x="2691144" y="2529576"/>
                <a:ext cx="30240" cy="37440"/>
              </p14:xfrm>
            </p:contentPart>
          </mc:Choice>
          <mc:Fallback xmlns="">
            <p:pic>
              <p:nvPicPr>
                <p:cNvPr id="181" name="Ink 180">
                  <a:extLst>
                    <a:ext uri="{FF2B5EF4-FFF2-40B4-BE49-F238E27FC236}">
                      <a16:creationId xmlns:a16="http://schemas.microsoft.com/office/drawing/2014/main" id="{75BB26D1-2E1C-D553-E560-9E6697C3E5C3}"/>
                    </a:ext>
                  </a:extLst>
                </p:cNvPr>
                <p:cNvPicPr/>
                <p:nvPr/>
              </p:nvPicPr>
              <p:blipFill>
                <a:blip r:embed="rId291"/>
                <a:stretch>
                  <a:fillRect/>
                </a:stretch>
              </p:blipFill>
              <p:spPr>
                <a:xfrm>
                  <a:off x="2686824" y="2525256"/>
                  <a:ext cx="388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2" name="Ink 181">
                  <a:extLst>
                    <a:ext uri="{FF2B5EF4-FFF2-40B4-BE49-F238E27FC236}">
                      <a16:creationId xmlns:a16="http://schemas.microsoft.com/office/drawing/2014/main" id="{93650142-6A02-9E1C-B980-04B4CF820B76}"/>
                    </a:ext>
                  </a:extLst>
                </p14:cNvPr>
                <p14:cNvContentPartPr/>
                <p14:nvPr/>
              </p14:nvContentPartPr>
              <p14:xfrm>
                <a:off x="2737224" y="2617056"/>
                <a:ext cx="150480" cy="65520"/>
              </p14:xfrm>
            </p:contentPart>
          </mc:Choice>
          <mc:Fallback xmlns="">
            <p:pic>
              <p:nvPicPr>
                <p:cNvPr id="182" name="Ink 181">
                  <a:extLst>
                    <a:ext uri="{FF2B5EF4-FFF2-40B4-BE49-F238E27FC236}">
                      <a16:creationId xmlns:a16="http://schemas.microsoft.com/office/drawing/2014/main" id="{93650142-6A02-9E1C-B980-04B4CF820B76}"/>
                    </a:ext>
                  </a:extLst>
                </p:cNvPr>
                <p:cNvPicPr/>
                <p:nvPr/>
              </p:nvPicPr>
              <p:blipFill>
                <a:blip r:embed="rId293"/>
                <a:stretch>
                  <a:fillRect/>
                </a:stretch>
              </p:blipFill>
              <p:spPr>
                <a:xfrm>
                  <a:off x="2732904" y="2612736"/>
                  <a:ext cx="1591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3" name="Ink 182">
                  <a:extLst>
                    <a:ext uri="{FF2B5EF4-FFF2-40B4-BE49-F238E27FC236}">
                      <a16:creationId xmlns:a16="http://schemas.microsoft.com/office/drawing/2014/main" id="{62A778D4-DAE9-5192-DF84-01C2BC137788}"/>
                    </a:ext>
                  </a:extLst>
                </p14:cNvPr>
                <p14:cNvContentPartPr/>
                <p14:nvPr/>
              </p14:nvContentPartPr>
              <p14:xfrm>
                <a:off x="2977704" y="2498256"/>
                <a:ext cx="23400" cy="156240"/>
              </p14:xfrm>
            </p:contentPart>
          </mc:Choice>
          <mc:Fallback xmlns="">
            <p:pic>
              <p:nvPicPr>
                <p:cNvPr id="183" name="Ink 182">
                  <a:extLst>
                    <a:ext uri="{FF2B5EF4-FFF2-40B4-BE49-F238E27FC236}">
                      <a16:creationId xmlns:a16="http://schemas.microsoft.com/office/drawing/2014/main" id="{62A778D4-DAE9-5192-DF84-01C2BC137788}"/>
                    </a:ext>
                  </a:extLst>
                </p:cNvPr>
                <p:cNvPicPr/>
                <p:nvPr/>
              </p:nvPicPr>
              <p:blipFill>
                <a:blip r:embed="rId295"/>
                <a:stretch>
                  <a:fillRect/>
                </a:stretch>
              </p:blipFill>
              <p:spPr>
                <a:xfrm>
                  <a:off x="2973384" y="2493936"/>
                  <a:ext cx="320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4" name="Ink 183">
                  <a:extLst>
                    <a:ext uri="{FF2B5EF4-FFF2-40B4-BE49-F238E27FC236}">
                      <a16:creationId xmlns:a16="http://schemas.microsoft.com/office/drawing/2014/main" id="{A2286FD3-46A5-6B6A-59C8-D8018D262D65}"/>
                    </a:ext>
                  </a:extLst>
                </p14:cNvPr>
                <p14:cNvContentPartPr/>
                <p14:nvPr/>
              </p14:nvContentPartPr>
              <p14:xfrm>
                <a:off x="2952144" y="2565216"/>
                <a:ext cx="171360" cy="360"/>
              </p14:xfrm>
            </p:contentPart>
          </mc:Choice>
          <mc:Fallback xmlns="">
            <p:pic>
              <p:nvPicPr>
                <p:cNvPr id="184" name="Ink 183">
                  <a:extLst>
                    <a:ext uri="{FF2B5EF4-FFF2-40B4-BE49-F238E27FC236}">
                      <a16:creationId xmlns:a16="http://schemas.microsoft.com/office/drawing/2014/main" id="{A2286FD3-46A5-6B6A-59C8-D8018D262D65}"/>
                    </a:ext>
                  </a:extLst>
                </p:cNvPr>
                <p:cNvPicPr/>
                <p:nvPr/>
              </p:nvPicPr>
              <p:blipFill>
                <a:blip r:embed="rId297"/>
                <a:stretch>
                  <a:fillRect/>
                </a:stretch>
              </p:blipFill>
              <p:spPr>
                <a:xfrm>
                  <a:off x="2947824" y="2560896"/>
                  <a:ext cx="180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5" name="Ink 184">
                  <a:extLst>
                    <a:ext uri="{FF2B5EF4-FFF2-40B4-BE49-F238E27FC236}">
                      <a16:creationId xmlns:a16="http://schemas.microsoft.com/office/drawing/2014/main" id="{85ABFC51-BA73-BEF2-09BB-77FE21AA7E55}"/>
                    </a:ext>
                  </a:extLst>
                </p14:cNvPr>
                <p14:cNvContentPartPr/>
                <p14:nvPr/>
              </p14:nvContentPartPr>
              <p14:xfrm>
                <a:off x="3363264" y="2415096"/>
                <a:ext cx="72000" cy="182880"/>
              </p14:xfrm>
            </p:contentPart>
          </mc:Choice>
          <mc:Fallback xmlns="">
            <p:pic>
              <p:nvPicPr>
                <p:cNvPr id="185" name="Ink 184">
                  <a:extLst>
                    <a:ext uri="{FF2B5EF4-FFF2-40B4-BE49-F238E27FC236}">
                      <a16:creationId xmlns:a16="http://schemas.microsoft.com/office/drawing/2014/main" id="{85ABFC51-BA73-BEF2-09BB-77FE21AA7E55}"/>
                    </a:ext>
                  </a:extLst>
                </p:cNvPr>
                <p:cNvPicPr/>
                <p:nvPr/>
              </p:nvPicPr>
              <p:blipFill>
                <a:blip r:embed="rId299"/>
                <a:stretch>
                  <a:fillRect/>
                </a:stretch>
              </p:blipFill>
              <p:spPr>
                <a:xfrm>
                  <a:off x="3358944" y="2410776"/>
                  <a:ext cx="806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6" name="Ink 185">
                  <a:extLst>
                    <a:ext uri="{FF2B5EF4-FFF2-40B4-BE49-F238E27FC236}">
                      <a16:creationId xmlns:a16="http://schemas.microsoft.com/office/drawing/2014/main" id="{E16696C8-9D91-42AA-FD91-6921404FA355}"/>
                    </a:ext>
                  </a:extLst>
                </p14:cNvPr>
                <p14:cNvContentPartPr/>
                <p14:nvPr/>
              </p14:nvContentPartPr>
              <p14:xfrm>
                <a:off x="3333384" y="2492136"/>
                <a:ext cx="270720" cy="55440"/>
              </p14:xfrm>
            </p:contentPart>
          </mc:Choice>
          <mc:Fallback xmlns="">
            <p:pic>
              <p:nvPicPr>
                <p:cNvPr id="186" name="Ink 185">
                  <a:extLst>
                    <a:ext uri="{FF2B5EF4-FFF2-40B4-BE49-F238E27FC236}">
                      <a16:creationId xmlns:a16="http://schemas.microsoft.com/office/drawing/2014/main" id="{E16696C8-9D91-42AA-FD91-6921404FA355}"/>
                    </a:ext>
                  </a:extLst>
                </p:cNvPr>
                <p:cNvPicPr/>
                <p:nvPr/>
              </p:nvPicPr>
              <p:blipFill>
                <a:blip r:embed="rId301"/>
                <a:stretch>
                  <a:fillRect/>
                </a:stretch>
              </p:blipFill>
              <p:spPr>
                <a:xfrm>
                  <a:off x="3329064" y="2487816"/>
                  <a:ext cx="2793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7" name="Ink 186">
                  <a:extLst>
                    <a:ext uri="{FF2B5EF4-FFF2-40B4-BE49-F238E27FC236}">
                      <a16:creationId xmlns:a16="http://schemas.microsoft.com/office/drawing/2014/main" id="{1019732D-DB1E-1407-9C72-B7105DE8633F}"/>
                    </a:ext>
                  </a:extLst>
                </p14:cNvPr>
                <p14:cNvContentPartPr/>
                <p14:nvPr/>
              </p14:nvContentPartPr>
              <p14:xfrm>
                <a:off x="3642624" y="2443896"/>
                <a:ext cx="57960" cy="108360"/>
              </p14:xfrm>
            </p:contentPart>
          </mc:Choice>
          <mc:Fallback xmlns="">
            <p:pic>
              <p:nvPicPr>
                <p:cNvPr id="187" name="Ink 186">
                  <a:extLst>
                    <a:ext uri="{FF2B5EF4-FFF2-40B4-BE49-F238E27FC236}">
                      <a16:creationId xmlns:a16="http://schemas.microsoft.com/office/drawing/2014/main" id="{1019732D-DB1E-1407-9C72-B7105DE8633F}"/>
                    </a:ext>
                  </a:extLst>
                </p:cNvPr>
                <p:cNvPicPr/>
                <p:nvPr/>
              </p:nvPicPr>
              <p:blipFill>
                <a:blip r:embed="rId303"/>
                <a:stretch>
                  <a:fillRect/>
                </a:stretch>
              </p:blipFill>
              <p:spPr>
                <a:xfrm>
                  <a:off x="3638304" y="2439576"/>
                  <a:ext cx="666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8" name="Ink 187">
                  <a:extLst>
                    <a:ext uri="{FF2B5EF4-FFF2-40B4-BE49-F238E27FC236}">
                      <a16:creationId xmlns:a16="http://schemas.microsoft.com/office/drawing/2014/main" id="{D8FC33F8-B0DC-1E86-A3E7-353C142082C7}"/>
                    </a:ext>
                  </a:extLst>
                </p14:cNvPr>
                <p14:cNvContentPartPr/>
                <p14:nvPr/>
              </p14:nvContentPartPr>
              <p14:xfrm>
                <a:off x="3699144" y="2440296"/>
                <a:ext cx="223560" cy="181440"/>
              </p14:xfrm>
            </p:contentPart>
          </mc:Choice>
          <mc:Fallback xmlns="">
            <p:pic>
              <p:nvPicPr>
                <p:cNvPr id="188" name="Ink 187">
                  <a:extLst>
                    <a:ext uri="{FF2B5EF4-FFF2-40B4-BE49-F238E27FC236}">
                      <a16:creationId xmlns:a16="http://schemas.microsoft.com/office/drawing/2014/main" id="{D8FC33F8-B0DC-1E86-A3E7-353C142082C7}"/>
                    </a:ext>
                  </a:extLst>
                </p:cNvPr>
                <p:cNvPicPr/>
                <p:nvPr/>
              </p:nvPicPr>
              <p:blipFill>
                <a:blip r:embed="rId305"/>
                <a:stretch>
                  <a:fillRect/>
                </a:stretch>
              </p:blipFill>
              <p:spPr>
                <a:xfrm>
                  <a:off x="3694824" y="2435976"/>
                  <a:ext cx="2322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89" name="Ink 188">
                  <a:extLst>
                    <a:ext uri="{FF2B5EF4-FFF2-40B4-BE49-F238E27FC236}">
                      <a16:creationId xmlns:a16="http://schemas.microsoft.com/office/drawing/2014/main" id="{2BF4E0AE-CD89-5DBD-10C6-3E7093C104ED}"/>
                    </a:ext>
                  </a:extLst>
                </p14:cNvPr>
                <p14:cNvContentPartPr/>
                <p14:nvPr/>
              </p14:nvContentPartPr>
              <p14:xfrm>
                <a:off x="4040424" y="2345976"/>
                <a:ext cx="39240" cy="176040"/>
              </p14:xfrm>
            </p:contentPart>
          </mc:Choice>
          <mc:Fallback xmlns="">
            <p:pic>
              <p:nvPicPr>
                <p:cNvPr id="189" name="Ink 188">
                  <a:extLst>
                    <a:ext uri="{FF2B5EF4-FFF2-40B4-BE49-F238E27FC236}">
                      <a16:creationId xmlns:a16="http://schemas.microsoft.com/office/drawing/2014/main" id="{2BF4E0AE-CD89-5DBD-10C6-3E7093C104ED}"/>
                    </a:ext>
                  </a:extLst>
                </p:cNvPr>
                <p:cNvPicPr/>
                <p:nvPr/>
              </p:nvPicPr>
              <p:blipFill>
                <a:blip r:embed="rId307"/>
                <a:stretch>
                  <a:fillRect/>
                </a:stretch>
              </p:blipFill>
              <p:spPr>
                <a:xfrm>
                  <a:off x="4036104" y="2341656"/>
                  <a:ext cx="4788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0" name="Ink 189">
                  <a:extLst>
                    <a:ext uri="{FF2B5EF4-FFF2-40B4-BE49-F238E27FC236}">
                      <a16:creationId xmlns:a16="http://schemas.microsoft.com/office/drawing/2014/main" id="{78C7AB5C-2870-01B9-F600-73848EF29D41}"/>
                    </a:ext>
                  </a:extLst>
                </p14:cNvPr>
                <p14:cNvContentPartPr/>
                <p14:nvPr/>
              </p14:nvContentPartPr>
              <p14:xfrm>
                <a:off x="4007664" y="2408256"/>
                <a:ext cx="132120" cy="7200"/>
              </p14:xfrm>
            </p:contentPart>
          </mc:Choice>
          <mc:Fallback xmlns="">
            <p:pic>
              <p:nvPicPr>
                <p:cNvPr id="190" name="Ink 189">
                  <a:extLst>
                    <a:ext uri="{FF2B5EF4-FFF2-40B4-BE49-F238E27FC236}">
                      <a16:creationId xmlns:a16="http://schemas.microsoft.com/office/drawing/2014/main" id="{78C7AB5C-2870-01B9-F600-73848EF29D41}"/>
                    </a:ext>
                  </a:extLst>
                </p:cNvPr>
                <p:cNvPicPr/>
                <p:nvPr/>
              </p:nvPicPr>
              <p:blipFill>
                <a:blip r:embed="rId309"/>
                <a:stretch>
                  <a:fillRect/>
                </a:stretch>
              </p:blipFill>
              <p:spPr>
                <a:xfrm>
                  <a:off x="4003344" y="2403936"/>
                  <a:ext cx="1407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1" name="Ink 190">
                  <a:extLst>
                    <a:ext uri="{FF2B5EF4-FFF2-40B4-BE49-F238E27FC236}">
                      <a16:creationId xmlns:a16="http://schemas.microsoft.com/office/drawing/2014/main" id="{A15CC900-E5BC-F86E-D7B4-B99510BC1739}"/>
                    </a:ext>
                  </a:extLst>
                </p14:cNvPr>
                <p14:cNvContentPartPr/>
                <p14:nvPr/>
              </p14:nvContentPartPr>
              <p14:xfrm>
                <a:off x="4227264" y="2280096"/>
                <a:ext cx="81360" cy="251280"/>
              </p14:xfrm>
            </p:contentPart>
          </mc:Choice>
          <mc:Fallback xmlns="">
            <p:pic>
              <p:nvPicPr>
                <p:cNvPr id="191" name="Ink 190">
                  <a:extLst>
                    <a:ext uri="{FF2B5EF4-FFF2-40B4-BE49-F238E27FC236}">
                      <a16:creationId xmlns:a16="http://schemas.microsoft.com/office/drawing/2014/main" id="{A15CC900-E5BC-F86E-D7B4-B99510BC1739}"/>
                    </a:ext>
                  </a:extLst>
                </p:cNvPr>
                <p:cNvPicPr/>
                <p:nvPr/>
              </p:nvPicPr>
              <p:blipFill>
                <a:blip r:embed="rId311"/>
                <a:stretch>
                  <a:fillRect/>
                </a:stretch>
              </p:blipFill>
              <p:spPr>
                <a:xfrm>
                  <a:off x="4222944" y="2275776"/>
                  <a:ext cx="900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2" name="Ink 191">
                  <a:extLst>
                    <a:ext uri="{FF2B5EF4-FFF2-40B4-BE49-F238E27FC236}">
                      <a16:creationId xmlns:a16="http://schemas.microsoft.com/office/drawing/2014/main" id="{ECB5FBDA-7925-5073-6598-FC85DE61CC21}"/>
                    </a:ext>
                  </a:extLst>
                </p14:cNvPr>
                <p14:cNvContentPartPr/>
                <p14:nvPr/>
              </p14:nvContentPartPr>
              <p14:xfrm>
                <a:off x="4527144" y="2163816"/>
                <a:ext cx="178560" cy="366840"/>
              </p14:xfrm>
            </p:contentPart>
          </mc:Choice>
          <mc:Fallback xmlns="">
            <p:pic>
              <p:nvPicPr>
                <p:cNvPr id="192" name="Ink 191">
                  <a:extLst>
                    <a:ext uri="{FF2B5EF4-FFF2-40B4-BE49-F238E27FC236}">
                      <a16:creationId xmlns:a16="http://schemas.microsoft.com/office/drawing/2014/main" id="{ECB5FBDA-7925-5073-6598-FC85DE61CC21}"/>
                    </a:ext>
                  </a:extLst>
                </p:cNvPr>
                <p:cNvPicPr/>
                <p:nvPr/>
              </p:nvPicPr>
              <p:blipFill>
                <a:blip r:embed="rId313"/>
                <a:stretch>
                  <a:fillRect/>
                </a:stretch>
              </p:blipFill>
              <p:spPr>
                <a:xfrm>
                  <a:off x="4522824" y="2159496"/>
                  <a:ext cx="187200" cy="375480"/>
                </a:xfrm>
                <a:prstGeom prst="rect">
                  <a:avLst/>
                </a:prstGeom>
              </p:spPr>
            </p:pic>
          </mc:Fallback>
        </mc:AlternateContent>
      </p:grpSp>
      <p:grpSp>
        <p:nvGrpSpPr>
          <p:cNvPr id="202" name="Group 201">
            <a:extLst>
              <a:ext uri="{FF2B5EF4-FFF2-40B4-BE49-F238E27FC236}">
                <a16:creationId xmlns:a16="http://schemas.microsoft.com/office/drawing/2014/main" id="{0767AD92-05C7-F9F8-F645-9FBED486C669}"/>
              </a:ext>
            </a:extLst>
          </p:cNvPr>
          <p:cNvGrpSpPr/>
          <p:nvPr/>
        </p:nvGrpSpPr>
        <p:grpSpPr>
          <a:xfrm>
            <a:off x="7712784" y="2615976"/>
            <a:ext cx="871200" cy="389160"/>
            <a:chOff x="7712784" y="2615976"/>
            <a:chExt cx="871200" cy="389160"/>
          </a:xfrm>
        </p:grpSpPr>
        <mc:AlternateContent xmlns:mc="http://schemas.openxmlformats.org/markup-compatibility/2006" xmlns:p14="http://schemas.microsoft.com/office/powerpoint/2010/main">
          <mc:Choice Requires="p14">
            <p:contentPart p14:bwMode="auto" r:id="rId314">
              <p14:nvContentPartPr>
                <p14:cNvPr id="198" name="Ink 197">
                  <a:extLst>
                    <a:ext uri="{FF2B5EF4-FFF2-40B4-BE49-F238E27FC236}">
                      <a16:creationId xmlns:a16="http://schemas.microsoft.com/office/drawing/2014/main" id="{1C2B7FAA-45A6-258F-6FAF-29B73C0DA0B7}"/>
                    </a:ext>
                  </a:extLst>
                </p14:cNvPr>
                <p14:cNvContentPartPr/>
                <p14:nvPr/>
              </p14:nvContentPartPr>
              <p14:xfrm>
                <a:off x="7712784" y="2672136"/>
                <a:ext cx="334800" cy="333000"/>
              </p14:xfrm>
            </p:contentPart>
          </mc:Choice>
          <mc:Fallback xmlns="">
            <p:pic>
              <p:nvPicPr>
                <p:cNvPr id="198" name="Ink 197">
                  <a:extLst>
                    <a:ext uri="{FF2B5EF4-FFF2-40B4-BE49-F238E27FC236}">
                      <a16:creationId xmlns:a16="http://schemas.microsoft.com/office/drawing/2014/main" id="{1C2B7FAA-45A6-258F-6FAF-29B73C0DA0B7}"/>
                    </a:ext>
                  </a:extLst>
                </p:cNvPr>
                <p:cNvPicPr/>
                <p:nvPr/>
              </p:nvPicPr>
              <p:blipFill>
                <a:blip r:embed="rId315"/>
                <a:stretch>
                  <a:fillRect/>
                </a:stretch>
              </p:blipFill>
              <p:spPr>
                <a:xfrm>
                  <a:off x="7708464" y="2667816"/>
                  <a:ext cx="34344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9" name="Ink 198">
                  <a:extLst>
                    <a:ext uri="{FF2B5EF4-FFF2-40B4-BE49-F238E27FC236}">
                      <a16:creationId xmlns:a16="http://schemas.microsoft.com/office/drawing/2014/main" id="{731FB012-86B1-C8CA-F89E-445587F0EFAF}"/>
                    </a:ext>
                  </a:extLst>
                </p14:cNvPr>
                <p14:cNvContentPartPr/>
                <p14:nvPr/>
              </p14:nvContentPartPr>
              <p14:xfrm>
                <a:off x="8047584" y="2649456"/>
                <a:ext cx="224280" cy="299520"/>
              </p14:xfrm>
            </p:contentPart>
          </mc:Choice>
          <mc:Fallback xmlns="">
            <p:pic>
              <p:nvPicPr>
                <p:cNvPr id="199" name="Ink 198">
                  <a:extLst>
                    <a:ext uri="{FF2B5EF4-FFF2-40B4-BE49-F238E27FC236}">
                      <a16:creationId xmlns:a16="http://schemas.microsoft.com/office/drawing/2014/main" id="{731FB012-86B1-C8CA-F89E-445587F0EFAF}"/>
                    </a:ext>
                  </a:extLst>
                </p:cNvPr>
                <p:cNvPicPr/>
                <p:nvPr/>
              </p:nvPicPr>
              <p:blipFill>
                <a:blip r:embed="rId317"/>
                <a:stretch>
                  <a:fillRect/>
                </a:stretch>
              </p:blipFill>
              <p:spPr>
                <a:xfrm>
                  <a:off x="8043264" y="2645136"/>
                  <a:ext cx="23292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00" name="Ink 199">
                  <a:extLst>
                    <a:ext uri="{FF2B5EF4-FFF2-40B4-BE49-F238E27FC236}">
                      <a16:creationId xmlns:a16="http://schemas.microsoft.com/office/drawing/2014/main" id="{C1C182BC-175C-C81C-7A22-514960C056DF}"/>
                    </a:ext>
                  </a:extLst>
                </p14:cNvPr>
                <p14:cNvContentPartPr/>
                <p14:nvPr/>
              </p14:nvContentPartPr>
              <p14:xfrm>
                <a:off x="8241984" y="2822256"/>
                <a:ext cx="150480" cy="56520"/>
              </p14:xfrm>
            </p:contentPart>
          </mc:Choice>
          <mc:Fallback xmlns="">
            <p:pic>
              <p:nvPicPr>
                <p:cNvPr id="200" name="Ink 199">
                  <a:extLst>
                    <a:ext uri="{FF2B5EF4-FFF2-40B4-BE49-F238E27FC236}">
                      <a16:creationId xmlns:a16="http://schemas.microsoft.com/office/drawing/2014/main" id="{C1C182BC-175C-C81C-7A22-514960C056DF}"/>
                    </a:ext>
                  </a:extLst>
                </p:cNvPr>
                <p:cNvPicPr/>
                <p:nvPr/>
              </p:nvPicPr>
              <p:blipFill>
                <a:blip r:embed="rId319"/>
                <a:stretch>
                  <a:fillRect/>
                </a:stretch>
              </p:blipFill>
              <p:spPr>
                <a:xfrm>
                  <a:off x="8237664" y="2817936"/>
                  <a:ext cx="1591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01" name="Ink 200">
                  <a:extLst>
                    <a:ext uri="{FF2B5EF4-FFF2-40B4-BE49-F238E27FC236}">
                      <a16:creationId xmlns:a16="http://schemas.microsoft.com/office/drawing/2014/main" id="{7A52CA09-5BFE-4CF0-D726-7C4E94B014D9}"/>
                    </a:ext>
                  </a:extLst>
                </p14:cNvPr>
                <p14:cNvContentPartPr/>
                <p14:nvPr/>
              </p14:nvContentPartPr>
              <p14:xfrm>
                <a:off x="8415144" y="2615976"/>
                <a:ext cx="168840" cy="361800"/>
              </p14:xfrm>
            </p:contentPart>
          </mc:Choice>
          <mc:Fallback xmlns="">
            <p:pic>
              <p:nvPicPr>
                <p:cNvPr id="201" name="Ink 200">
                  <a:extLst>
                    <a:ext uri="{FF2B5EF4-FFF2-40B4-BE49-F238E27FC236}">
                      <a16:creationId xmlns:a16="http://schemas.microsoft.com/office/drawing/2014/main" id="{7A52CA09-5BFE-4CF0-D726-7C4E94B014D9}"/>
                    </a:ext>
                  </a:extLst>
                </p:cNvPr>
                <p:cNvPicPr/>
                <p:nvPr/>
              </p:nvPicPr>
              <p:blipFill>
                <a:blip r:embed="rId321"/>
                <a:stretch>
                  <a:fillRect/>
                </a:stretch>
              </p:blipFill>
              <p:spPr>
                <a:xfrm>
                  <a:off x="8410824" y="2611656"/>
                  <a:ext cx="177480" cy="370440"/>
                </a:xfrm>
                <a:prstGeom prst="rect">
                  <a:avLst/>
                </a:prstGeom>
              </p:spPr>
            </p:pic>
          </mc:Fallback>
        </mc:AlternateContent>
      </p:grpSp>
    </p:spTree>
    <p:extLst>
      <p:ext uri="{BB962C8B-B14F-4D97-AF65-F5344CB8AC3E}">
        <p14:creationId xmlns:p14="http://schemas.microsoft.com/office/powerpoint/2010/main" val="512071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p>
        </p:txBody>
      </p:sp>
      <p:sp>
        <p:nvSpPr>
          <p:cNvPr id="3" name="Content Placeholder 2"/>
          <p:cNvSpPr>
            <a:spLocks noGrp="1"/>
          </p:cNvSpPr>
          <p:nvPr>
            <p:ph idx="1"/>
          </p:nvPr>
        </p:nvSpPr>
        <p:spPr/>
        <p:txBody>
          <a:bodyPr>
            <a:normAutofit/>
          </a:bodyPr>
          <a:lstStyle/>
          <a:p>
            <a:r>
              <a:rPr lang="en-US" dirty="0"/>
              <a:t>A finite, and definite procedure for solving a problem.</a:t>
            </a:r>
          </a:p>
          <a:p>
            <a:r>
              <a:rPr lang="en-US" dirty="0"/>
              <a:t>The finiteness is important; an algorithm must terminate in a finite number of steps. </a:t>
            </a:r>
          </a:p>
          <a:p>
            <a:r>
              <a:rPr lang="en-US" dirty="0"/>
              <a:t>Definiteness is also important. At each step, an algorithm must make progress toward arriving at a solution to a problem. No guesses are made.</a:t>
            </a:r>
          </a:p>
        </p:txBody>
      </p:sp>
      <p:sp>
        <p:nvSpPr>
          <p:cNvPr id="4" name="Slide Number Placeholder 3"/>
          <p:cNvSpPr>
            <a:spLocks noGrp="1"/>
          </p:cNvSpPr>
          <p:nvPr>
            <p:ph type="sldNum" sz="quarter" idx="12"/>
          </p:nvPr>
        </p:nvSpPr>
        <p:spPr/>
        <p:txBody>
          <a:bodyPr/>
          <a:lstStyle/>
          <a:p>
            <a:fld id="{AD2B2EE5-B8BC-4D24-A25E-F2DF61737E68}"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Euclid’s algorithm</a:t>
            </a:r>
          </a:p>
        </p:txBody>
      </p:sp>
      <p:sp>
        <p:nvSpPr>
          <p:cNvPr id="3" name="Content Placeholder 2"/>
          <p:cNvSpPr>
            <a:spLocks noGrp="1"/>
          </p:cNvSpPr>
          <p:nvPr>
            <p:ph idx="1"/>
          </p:nvPr>
        </p:nvSpPr>
        <p:spPr/>
        <p:txBody>
          <a:bodyPr>
            <a:normAutofit fontScale="62500" lnSpcReduction="20000"/>
          </a:bodyPr>
          <a:lstStyle/>
          <a:p>
            <a:pPr>
              <a:buNone/>
            </a:pPr>
            <a:r>
              <a:rPr lang="en-US" sz="2200" dirty="0">
                <a:latin typeface="Courier New" pitchFamily="49" charset="0"/>
                <a:ea typeface="Times New Roman" pitchFamily="18" charset="0"/>
                <a:cs typeface="Courier New" pitchFamily="49" charset="0"/>
              </a:rPr>
              <a:t>algorithm </a:t>
            </a:r>
            <a:r>
              <a:rPr lang="en-US" sz="2200" dirty="0" err="1">
                <a:latin typeface="Courier New" pitchFamily="49" charset="0"/>
                <a:ea typeface="Times New Roman" pitchFamily="18" charset="0"/>
                <a:cs typeface="Courier New" pitchFamily="49" charset="0"/>
              </a:rPr>
              <a:t>hcf</a:t>
            </a:r>
            <a:r>
              <a:rPr lang="en-US" sz="2200" dirty="0">
                <a:latin typeface="Courier New" pitchFamily="49" charset="0"/>
                <a:ea typeface="Times New Roman" pitchFamily="18" charset="0"/>
                <a:cs typeface="Courier New" pitchFamily="49" charset="0"/>
              </a:rPr>
              <a:t>(</a:t>
            </a:r>
            <a:r>
              <a:rPr lang="en-US" sz="2200" dirty="0" err="1">
                <a:latin typeface="Courier New" pitchFamily="49" charset="0"/>
                <a:ea typeface="Times New Roman" pitchFamily="18" charset="0"/>
                <a:cs typeface="Courier New" pitchFamily="49" charset="0"/>
              </a:rPr>
              <a:t>n,m</a:t>
            </a:r>
            <a:r>
              <a:rPr lang="en-US" sz="2200" dirty="0">
                <a:latin typeface="Courier New" pitchFamily="49" charset="0"/>
                <a:ea typeface="Times New Roman" pitchFamily="18" charset="0"/>
                <a:cs typeface="Courier New" pitchFamily="49" charset="0"/>
              </a:rPr>
              <a:t>) // calculate </a:t>
            </a:r>
            <a:r>
              <a:rPr lang="en-US" sz="2200" dirty="0" err="1">
                <a:latin typeface="Courier New" pitchFamily="49" charset="0"/>
                <a:ea typeface="Times New Roman" pitchFamily="18" charset="0"/>
                <a:cs typeface="Courier New" pitchFamily="49" charset="0"/>
              </a:rPr>
              <a:t>hcf</a:t>
            </a:r>
            <a:r>
              <a:rPr lang="en-US" sz="2200" dirty="0">
                <a:latin typeface="Courier New" pitchFamily="49" charset="0"/>
                <a:ea typeface="Times New Roman" pitchFamily="18" charset="0"/>
                <a:cs typeface="Courier New" pitchFamily="49" charset="0"/>
              </a:rPr>
              <a:t> of positive integers n, m</a:t>
            </a:r>
          </a:p>
          <a:p>
            <a:pPr>
              <a:buNone/>
            </a:pPr>
            <a:r>
              <a:rPr lang="en-US" sz="2200" dirty="0">
                <a:latin typeface="Courier New" pitchFamily="49" charset="0"/>
                <a:ea typeface="Times New Roman" pitchFamily="18" charset="0"/>
                <a:cs typeface="Courier New" pitchFamily="49" charset="0"/>
              </a:rPr>
              <a:t>begin</a:t>
            </a:r>
          </a:p>
          <a:p>
            <a:pPr lvl="1">
              <a:buNone/>
            </a:pPr>
            <a:r>
              <a:rPr lang="en-US" sz="2200" dirty="0">
                <a:latin typeface="Courier New" pitchFamily="49" charset="0"/>
                <a:ea typeface="Times New Roman" pitchFamily="18" charset="0"/>
                <a:cs typeface="Courier New" pitchFamily="49" charset="0"/>
              </a:rPr>
              <a:t>repeat begin</a:t>
            </a:r>
          </a:p>
          <a:p>
            <a:pPr lvl="2">
              <a:buNone/>
            </a:pPr>
            <a:r>
              <a:rPr lang="en-US" sz="2200" dirty="0">
                <a:latin typeface="Courier New" pitchFamily="49" charset="0"/>
                <a:ea typeface="Times New Roman" pitchFamily="18" charset="0"/>
                <a:cs typeface="Courier New" pitchFamily="49" charset="0"/>
              </a:rPr>
              <a:t>l = remainder on dividing n by m.</a:t>
            </a:r>
          </a:p>
          <a:p>
            <a:pPr lvl="2">
              <a:buNone/>
            </a:pPr>
            <a:r>
              <a:rPr lang="en-US" sz="2200" dirty="0">
                <a:latin typeface="Courier New" pitchFamily="49" charset="0"/>
                <a:ea typeface="Times New Roman" pitchFamily="18" charset="0"/>
                <a:cs typeface="Courier New" pitchFamily="49" charset="0"/>
              </a:rPr>
              <a:t>n = m</a:t>
            </a:r>
          </a:p>
          <a:p>
            <a:pPr lvl="2">
              <a:buNone/>
            </a:pPr>
            <a:r>
              <a:rPr lang="en-US" sz="2200" dirty="0">
                <a:latin typeface="Courier New" pitchFamily="49" charset="0"/>
                <a:ea typeface="Times New Roman" pitchFamily="18" charset="0"/>
                <a:cs typeface="Courier New" pitchFamily="49" charset="0"/>
              </a:rPr>
              <a:t>m = l</a:t>
            </a:r>
          </a:p>
          <a:p>
            <a:pPr lvl="1">
              <a:buNone/>
            </a:pPr>
            <a:r>
              <a:rPr lang="en-US" sz="2200" dirty="0">
                <a:latin typeface="Courier New" pitchFamily="49" charset="0"/>
                <a:ea typeface="Times New Roman" pitchFamily="18" charset="0"/>
                <a:cs typeface="Courier New" pitchFamily="49" charset="0"/>
              </a:rPr>
              <a:t>until m = 0 // required </a:t>
            </a:r>
            <a:r>
              <a:rPr lang="en-US" sz="2200" dirty="0" err="1">
                <a:latin typeface="Courier New" pitchFamily="49" charset="0"/>
                <a:ea typeface="Times New Roman" pitchFamily="18" charset="0"/>
                <a:cs typeface="Courier New" pitchFamily="49" charset="0"/>
              </a:rPr>
              <a:t>hcf</a:t>
            </a:r>
            <a:r>
              <a:rPr lang="en-US" sz="2200" dirty="0">
                <a:latin typeface="Courier New" pitchFamily="49" charset="0"/>
                <a:ea typeface="Times New Roman" pitchFamily="18" charset="0"/>
                <a:cs typeface="Courier New" pitchFamily="49" charset="0"/>
              </a:rPr>
              <a:t> is n.</a:t>
            </a:r>
          </a:p>
          <a:p>
            <a:pPr>
              <a:buNone/>
            </a:pPr>
            <a:r>
              <a:rPr lang="en-US" sz="2200" dirty="0">
                <a:latin typeface="Courier New" pitchFamily="49" charset="0"/>
                <a:ea typeface="Times New Roman" pitchFamily="18" charset="0"/>
                <a:cs typeface="Courier New" pitchFamily="49" charset="0"/>
              </a:rPr>
              <a:t>end</a:t>
            </a:r>
          </a:p>
          <a:p>
            <a:r>
              <a:rPr lang="en-US" sz="3500" dirty="0"/>
              <a:t>The algorithm above can be shown to be finite and definite. On the other hand the problem of finding the decimal representation of √2 cannot be solved by an </a:t>
            </a:r>
            <a:r>
              <a:rPr lang="en-US" sz="3500" dirty="0" err="1"/>
              <a:t>algortihm</a:t>
            </a:r>
            <a:r>
              <a:rPr lang="en-US" sz="3500" dirty="0"/>
              <a:t>, so far as we know, because there are infinitely many decimal digits to be found and they cannot be described finitely because they not </a:t>
            </a:r>
            <a:r>
              <a:rPr lang="en-US" sz="3500" dirty="0" err="1"/>
              <a:t>not</a:t>
            </a:r>
            <a:r>
              <a:rPr lang="en-US" sz="3500" dirty="0"/>
              <a:t> repeat and do not follow a clear pattern. </a:t>
            </a:r>
          </a:p>
          <a:p>
            <a:r>
              <a:rPr lang="en-US" sz="3500" dirty="0"/>
              <a:t>The problem of finding a specified finite number of decimal digits for √2 is an algorithmic problem, however.</a:t>
            </a:r>
          </a:p>
        </p:txBody>
      </p:sp>
      <p:sp>
        <p:nvSpPr>
          <p:cNvPr id="4" name="Slide Number Placeholder 3"/>
          <p:cNvSpPr>
            <a:spLocks noGrp="1"/>
          </p:cNvSpPr>
          <p:nvPr>
            <p:ph type="sldNum" sz="quarter" idx="12"/>
          </p:nvPr>
        </p:nvSpPr>
        <p:spPr/>
        <p:txBody>
          <a:bodyPr/>
          <a:lstStyle/>
          <a:p>
            <a:fld id="{AD2B2EE5-B8BC-4D24-A25E-F2DF61737E6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Interesting aspects</a:t>
            </a:r>
          </a:p>
        </p:txBody>
      </p:sp>
      <p:sp>
        <p:nvSpPr>
          <p:cNvPr id="3" name="Content Placeholder 2"/>
          <p:cNvSpPr>
            <a:spLocks noGrp="1"/>
          </p:cNvSpPr>
          <p:nvPr>
            <p:ph idx="1"/>
          </p:nvPr>
        </p:nvSpPr>
        <p:spPr/>
        <p:txBody>
          <a:bodyPr>
            <a:normAutofit lnSpcReduction="10000"/>
          </a:bodyPr>
          <a:lstStyle/>
          <a:p>
            <a:r>
              <a:rPr lang="en-US" dirty="0"/>
              <a:t>What is involved in the study of algorithms:</a:t>
            </a:r>
          </a:p>
          <a:p>
            <a:pPr lvl="1"/>
            <a:r>
              <a:rPr lang="en-US" sz="3200" dirty="0"/>
              <a:t>Finding algorithms to solve important problems</a:t>
            </a:r>
          </a:p>
          <a:p>
            <a:pPr lvl="1"/>
            <a:r>
              <a:rPr lang="en-US" sz="3200" dirty="0"/>
              <a:t>Evaluating these algorithms. Are they good or bad? Could we expect to do better by studying the problem further? </a:t>
            </a:r>
          </a:p>
          <a:p>
            <a:pPr lvl="2"/>
            <a:r>
              <a:rPr lang="en-US" dirty="0"/>
              <a:t>The usual measure of quality of an algorithm is its </a:t>
            </a:r>
            <a:r>
              <a:rPr lang="en-US" i="1" dirty="0"/>
              <a:t>speed</a:t>
            </a:r>
            <a:r>
              <a:rPr lang="en-US" dirty="0"/>
              <a:t> – does it do its job efficiently?</a:t>
            </a:r>
          </a:p>
          <a:p>
            <a:pPr lvl="2"/>
            <a:r>
              <a:rPr lang="en-US" dirty="0"/>
              <a:t>Space is another quality - does it require additional space?</a:t>
            </a:r>
          </a:p>
          <a:p>
            <a:pPr lvl="1"/>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Euclid’s algorithm (cont)</a:t>
            </a:r>
          </a:p>
        </p:txBody>
      </p:sp>
      <p:sp>
        <p:nvSpPr>
          <p:cNvPr id="3" name="Content Placeholder 2"/>
          <p:cNvSpPr>
            <a:spLocks noGrp="1"/>
          </p:cNvSpPr>
          <p:nvPr>
            <p:ph idx="1"/>
          </p:nvPr>
        </p:nvSpPr>
        <p:spPr/>
        <p:txBody>
          <a:bodyPr>
            <a:normAutofit fontScale="92500" lnSpcReduction="20000"/>
          </a:bodyPr>
          <a:lstStyle/>
          <a:p>
            <a:r>
              <a:rPr lang="en-US" dirty="0"/>
              <a:t>Considered to be a very good algorithm.</a:t>
            </a:r>
          </a:p>
          <a:p>
            <a:r>
              <a:rPr lang="en-US" dirty="0"/>
              <a:t>It is simple and is the quickest known way to solve the problem.</a:t>
            </a:r>
          </a:p>
          <a:p>
            <a:r>
              <a:rPr lang="en-US" dirty="0"/>
              <a:t>Compare it, for example, with the equally correct method which starts with the lesser or n and m and successively reduces it by 1 until it divides both n and m.</a:t>
            </a:r>
          </a:p>
          <a:p>
            <a:r>
              <a:rPr lang="en-US" dirty="0"/>
              <a:t>It would be a useful exercise for you to program these two methods and then compare their running times when required to find the </a:t>
            </a:r>
            <a:r>
              <a:rPr lang="en-US" dirty="0" err="1"/>
              <a:t>hcf</a:t>
            </a:r>
            <a:r>
              <a:rPr lang="en-US" dirty="0"/>
              <a:t> of two </a:t>
            </a:r>
            <a:r>
              <a:rPr lang="en-US" b="1" dirty="0"/>
              <a:t>six</a:t>
            </a:r>
            <a:r>
              <a:rPr lang="en-US" dirty="0"/>
              <a:t> digit numbers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Equivalent Algorithms: which is preferable and why?</a:t>
            </a:r>
          </a:p>
        </p:txBody>
      </p:sp>
      <p:sp>
        <p:nvSpPr>
          <p:cNvPr id="4" name="Slide Number Placeholder 3"/>
          <p:cNvSpPr>
            <a:spLocks noGrp="1"/>
          </p:cNvSpPr>
          <p:nvPr>
            <p:ph type="sldNum" sz="quarter" idx="12"/>
          </p:nvPr>
        </p:nvSpPr>
        <p:spPr/>
        <p:txBody>
          <a:bodyPr/>
          <a:lstStyle/>
          <a:p>
            <a:fld id="{AD2B2EE5-B8BC-4D24-A25E-F2DF61737E68}" type="slidenum">
              <a:rPr lang="en-US" smtClean="0"/>
              <a:pPr/>
              <a:t>25</a:t>
            </a:fld>
            <a:endParaRPr lang="en-US"/>
          </a:p>
        </p:txBody>
      </p:sp>
      <p:sp>
        <p:nvSpPr>
          <p:cNvPr id="5" name="Rectangle 4"/>
          <p:cNvSpPr/>
          <p:nvPr/>
        </p:nvSpPr>
        <p:spPr>
          <a:xfrm>
            <a:off x="539552" y="2060848"/>
            <a:ext cx="7848872" cy="3231654"/>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hcf</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m) {</a:t>
            </a:r>
          </a:p>
          <a:p>
            <a:r>
              <a:rPr lang="en-US" sz="1200" dirty="0">
                <a:latin typeface="Courier New" pitchFamily="49" charset="0"/>
                <a:ea typeface="Times New Roman" pitchFamily="18" charset="0"/>
                <a:cs typeface="Courier New" pitchFamily="49" charset="0"/>
              </a:rPr>
              <a:t>        do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l = n % m;</a:t>
            </a:r>
          </a:p>
          <a:p>
            <a:r>
              <a:rPr lang="en-US" sz="1200" dirty="0">
                <a:latin typeface="Courier New" pitchFamily="49" charset="0"/>
                <a:ea typeface="Times New Roman" pitchFamily="18" charset="0"/>
                <a:cs typeface="Courier New" pitchFamily="49" charset="0"/>
              </a:rPr>
              <a:t>            n = m;</a:t>
            </a:r>
          </a:p>
          <a:p>
            <a:r>
              <a:rPr lang="en-US" sz="1200" dirty="0">
                <a:latin typeface="Courier New" pitchFamily="49" charset="0"/>
                <a:ea typeface="Times New Roman" pitchFamily="18" charset="0"/>
                <a:cs typeface="Courier New" pitchFamily="49" charset="0"/>
              </a:rPr>
              <a:t>            m = l;</a:t>
            </a:r>
          </a:p>
          <a:p>
            <a:r>
              <a:rPr lang="en-US" sz="1200" dirty="0">
                <a:latin typeface="Courier New" pitchFamily="49" charset="0"/>
                <a:ea typeface="Times New Roman" pitchFamily="18" charset="0"/>
                <a:cs typeface="Courier New" pitchFamily="49" charset="0"/>
              </a:rPr>
              <a:t>        } while (m != 0);</a:t>
            </a:r>
          </a:p>
          <a:p>
            <a:r>
              <a:rPr lang="en-US" sz="1200" dirty="0">
                <a:latin typeface="Courier New" pitchFamily="49" charset="0"/>
                <a:ea typeface="Times New Roman" pitchFamily="18" charset="0"/>
                <a:cs typeface="Courier New" pitchFamily="49" charset="0"/>
              </a:rPr>
              <a:t>        return n;</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hcfAlt</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m)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startingPoint</a:t>
            </a:r>
            <a:r>
              <a:rPr lang="en-US" sz="1200" dirty="0">
                <a:latin typeface="Courier New" pitchFamily="49" charset="0"/>
                <a:ea typeface="Times New Roman" pitchFamily="18" charset="0"/>
                <a:cs typeface="Courier New" pitchFamily="49" charset="0"/>
              </a:rPr>
              <a:t> = n &lt; m ? n : m;</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divisor;</a:t>
            </a:r>
          </a:p>
          <a:p>
            <a:r>
              <a:rPr lang="en-US" sz="1200" dirty="0">
                <a:latin typeface="Courier New" pitchFamily="49" charset="0"/>
                <a:ea typeface="Times New Roman" pitchFamily="18" charset="0"/>
                <a:cs typeface="Courier New" pitchFamily="49" charset="0"/>
              </a:rPr>
              <a:t>       for (divisor = </a:t>
            </a:r>
            <a:r>
              <a:rPr lang="en-US" sz="1200" dirty="0" err="1">
                <a:latin typeface="Courier New" pitchFamily="49" charset="0"/>
                <a:ea typeface="Times New Roman" pitchFamily="18" charset="0"/>
                <a:cs typeface="Courier New" pitchFamily="49" charset="0"/>
              </a:rPr>
              <a:t>startingPoint</a:t>
            </a:r>
            <a:r>
              <a:rPr lang="en-US" sz="1200" dirty="0">
                <a:latin typeface="Courier New" pitchFamily="49" charset="0"/>
                <a:ea typeface="Times New Roman" pitchFamily="18" charset="0"/>
                <a:cs typeface="Courier New" pitchFamily="49" charset="0"/>
              </a:rPr>
              <a:t>; divisor &gt; 0; divisor--)</a:t>
            </a:r>
          </a:p>
          <a:p>
            <a:r>
              <a:rPr lang="en-US" sz="1200" dirty="0">
                <a:latin typeface="Courier New" pitchFamily="49" charset="0"/>
                <a:ea typeface="Times New Roman" pitchFamily="18" charset="0"/>
                <a:cs typeface="Courier New" pitchFamily="49" charset="0"/>
              </a:rPr>
              <a:t>           if (n % divisor == 0 &amp;&amp; m % divisor == 0)</a:t>
            </a:r>
          </a:p>
          <a:p>
            <a:r>
              <a:rPr lang="en-US" sz="1200" dirty="0">
                <a:latin typeface="Courier New" pitchFamily="49" charset="0"/>
                <a:ea typeface="Times New Roman" pitchFamily="18" charset="0"/>
                <a:cs typeface="Courier New" pitchFamily="49" charset="0"/>
              </a:rPr>
              <a:t>               break;</a:t>
            </a:r>
          </a:p>
          <a:p>
            <a:r>
              <a:rPr lang="en-US" sz="1200" dirty="0">
                <a:latin typeface="Courier New" pitchFamily="49" charset="0"/>
                <a:ea typeface="Times New Roman" pitchFamily="18" charset="0"/>
                <a:cs typeface="Courier New" pitchFamily="49" charset="0"/>
              </a:rPr>
              <a:t>       return divisor;</a:t>
            </a:r>
          </a:p>
          <a:p>
            <a:r>
              <a:rPr lang="en-US" sz="1200" dirty="0">
                <a:latin typeface="Courier New" pitchFamily="49" charset="0"/>
                <a:ea typeface="Times New Roman" pitchFamily="18" charset="0"/>
                <a:cs typeface="Courier New" pitchFamily="49" charset="0"/>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algorithms</a:t>
            </a:r>
          </a:p>
        </p:txBody>
      </p:sp>
      <p:sp>
        <p:nvSpPr>
          <p:cNvPr id="3" name="Content Placeholder 2"/>
          <p:cNvSpPr>
            <a:spLocks noGrp="1"/>
          </p:cNvSpPr>
          <p:nvPr>
            <p:ph idx="1"/>
          </p:nvPr>
        </p:nvSpPr>
        <p:spPr>
          <a:xfrm>
            <a:off x="467544" y="1196752"/>
            <a:ext cx="8229600" cy="1684784"/>
          </a:xfrm>
        </p:spPr>
        <p:txBody>
          <a:bodyPr>
            <a:normAutofit fontScale="47500" lnSpcReduction="20000"/>
          </a:bodyPr>
          <a:lstStyle/>
          <a:p>
            <a:r>
              <a:rPr lang="en-US" dirty="0"/>
              <a:t>These are usually divided into one or more base cases and a recursive case. These are usually when writing code for intrinsically recursive data structures. Here are a couple of examples:</a:t>
            </a:r>
          </a:p>
          <a:p>
            <a:endParaRPr lang="en-US" dirty="0"/>
          </a:p>
          <a:p>
            <a:endParaRPr lang="en-US" dirty="0"/>
          </a:p>
          <a:p>
            <a:r>
              <a:rPr lang="en-US" dirty="0"/>
              <a:t>This can be coded using either of the following methods:</a:t>
            </a:r>
          </a:p>
          <a:p>
            <a:pPr>
              <a:buNone/>
            </a:pPr>
            <a:br>
              <a:rPr lang="en-US" dirty="0"/>
            </a:br>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26</a:t>
            </a:fld>
            <a:endParaRPr lang="en-US"/>
          </a:p>
        </p:txBody>
      </p:sp>
      <p:graphicFrame>
        <p:nvGraphicFramePr>
          <p:cNvPr id="5" name="Object 4"/>
          <p:cNvGraphicFramePr>
            <a:graphicFrameLocks noChangeAspect="1"/>
          </p:cNvGraphicFramePr>
          <p:nvPr/>
        </p:nvGraphicFramePr>
        <p:xfrm>
          <a:off x="899592" y="1628800"/>
          <a:ext cx="3096344" cy="442335"/>
        </p:xfrm>
        <a:graphic>
          <a:graphicData uri="http://schemas.openxmlformats.org/presentationml/2006/ole">
            <mc:AlternateContent xmlns:mc="http://schemas.openxmlformats.org/markup-compatibility/2006">
              <mc:Choice xmlns:v="urn:schemas-microsoft-com:vml" Requires="v">
                <p:oleObj name="Equation" r:id="rId2" imgW="3200400" imgH="457200" progId="Equation.3">
                  <p:embed/>
                </p:oleObj>
              </mc:Choice>
              <mc:Fallback>
                <p:oleObj name="Equation" r:id="rId2" imgW="3200400" imgH="4572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628800"/>
                        <a:ext cx="3096344" cy="442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539552" y="2348880"/>
            <a:ext cx="8064896" cy="2585323"/>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factorialByIteration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prod = 1;</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n;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&gt;= 1;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prod = prod *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return prod;</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factorialByRecursion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if (n == 0 || n == 1)</a:t>
            </a:r>
          </a:p>
          <a:p>
            <a:r>
              <a:rPr lang="en-US" sz="1200" dirty="0">
                <a:latin typeface="Courier New" pitchFamily="49" charset="0"/>
                <a:ea typeface="Times New Roman" pitchFamily="18" charset="0"/>
                <a:cs typeface="Courier New" pitchFamily="49" charset="0"/>
              </a:rPr>
              <a:t>           return 1;</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n * </a:t>
            </a:r>
            <a:r>
              <a:rPr lang="en-US" sz="1200" dirty="0" err="1">
                <a:latin typeface="Courier New" pitchFamily="49" charset="0"/>
                <a:ea typeface="Times New Roman" pitchFamily="18" charset="0"/>
                <a:cs typeface="Courier New" pitchFamily="49" charset="0"/>
              </a:rPr>
              <a:t>factorialByRecursion</a:t>
            </a:r>
            <a:r>
              <a:rPr lang="en-US" sz="1200" dirty="0">
                <a:latin typeface="Courier New" pitchFamily="49" charset="0"/>
                <a:ea typeface="Times New Roman" pitchFamily="18" charset="0"/>
                <a:cs typeface="Courier New" pitchFamily="49" charset="0"/>
              </a:rPr>
              <a:t>(n - 1);</a:t>
            </a:r>
          </a:p>
          <a:p>
            <a:r>
              <a:rPr lang="en-US" sz="1200" dirty="0">
                <a:latin typeface="Courier New" pitchFamily="49" charset="0"/>
                <a:ea typeface="Times New Roman" pitchFamily="18" charset="0"/>
                <a:cs typeface="Courier New" pitchFamily="49" charset="0"/>
              </a:rPr>
              <a:t> }</a:t>
            </a:r>
          </a:p>
        </p:txBody>
      </p:sp>
      <p:grpSp>
        <p:nvGrpSpPr>
          <p:cNvPr id="11" name="Group 10">
            <a:extLst>
              <a:ext uri="{FF2B5EF4-FFF2-40B4-BE49-F238E27FC236}">
                <a16:creationId xmlns:a16="http://schemas.microsoft.com/office/drawing/2014/main" id="{6E3ABDA9-4786-2CAD-5459-8D69CEFB1B31}"/>
              </a:ext>
            </a:extLst>
          </p:cNvPr>
          <p:cNvGrpSpPr/>
          <p:nvPr/>
        </p:nvGrpSpPr>
        <p:grpSpPr>
          <a:xfrm>
            <a:off x="3819580" y="3054460"/>
            <a:ext cx="380880" cy="181440"/>
            <a:chOff x="3819580" y="3054460"/>
            <a:chExt cx="380880" cy="18144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C4D9D28-0063-17B6-1C4A-3EC404A77ADD}"/>
                    </a:ext>
                  </a:extLst>
                </p14:cNvPr>
                <p14:cNvContentPartPr/>
                <p14:nvPr/>
              </p14:nvContentPartPr>
              <p14:xfrm>
                <a:off x="3819580" y="3054460"/>
                <a:ext cx="138960" cy="125640"/>
              </p14:xfrm>
            </p:contentPart>
          </mc:Choice>
          <mc:Fallback xmlns="">
            <p:pic>
              <p:nvPicPr>
                <p:cNvPr id="6" name="Ink 5">
                  <a:extLst>
                    <a:ext uri="{FF2B5EF4-FFF2-40B4-BE49-F238E27FC236}">
                      <a16:creationId xmlns:a16="http://schemas.microsoft.com/office/drawing/2014/main" id="{5C4D9D28-0063-17B6-1C4A-3EC404A77ADD}"/>
                    </a:ext>
                  </a:extLst>
                </p:cNvPr>
                <p:cNvPicPr/>
                <p:nvPr/>
              </p:nvPicPr>
              <p:blipFill>
                <a:blip r:embed="rId5"/>
                <a:stretch>
                  <a:fillRect/>
                </a:stretch>
              </p:blipFill>
              <p:spPr>
                <a:xfrm>
                  <a:off x="3815260" y="3050140"/>
                  <a:ext cx="1476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CE761916-329C-6AC6-80FD-321B9C70320B}"/>
                    </a:ext>
                  </a:extLst>
                </p14:cNvPr>
                <p14:cNvContentPartPr/>
                <p14:nvPr/>
              </p14:nvContentPartPr>
              <p14:xfrm>
                <a:off x="3963220" y="3069220"/>
                <a:ext cx="90360" cy="134280"/>
              </p14:xfrm>
            </p:contentPart>
          </mc:Choice>
          <mc:Fallback xmlns="">
            <p:pic>
              <p:nvPicPr>
                <p:cNvPr id="8" name="Ink 7">
                  <a:extLst>
                    <a:ext uri="{FF2B5EF4-FFF2-40B4-BE49-F238E27FC236}">
                      <a16:creationId xmlns:a16="http://schemas.microsoft.com/office/drawing/2014/main" id="{CE761916-329C-6AC6-80FD-321B9C70320B}"/>
                    </a:ext>
                  </a:extLst>
                </p:cNvPr>
                <p:cNvPicPr/>
                <p:nvPr/>
              </p:nvPicPr>
              <p:blipFill>
                <a:blip r:embed="rId7"/>
                <a:stretch>
                  <a:fillRect/>
                </a:stretch>
              </p:blipFill>
              <p:spPr>
                <a:xfrm>
                  <a:off x="3958900" y="3064900"/>
                  <a:ext cx="990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BE75365E-50F2-75DC-19DD-BACC26353645}"/>
                    </a:ext>
                  </a:extLst>
                </p14:cNvPr>
                <p14:cNvContentPartPr/>
                <p14:nvPr/>
              </p14:nvContentPartPr>
              <p14:xfrm>
                <a:off x="4054300" y="3117460"/>
                <a:ext cx="78120" cy="55440"/>
              </p14:xfrm>
            </p:contentPart>
          </mc:Choice>
          <mc:Fallback xmlns="">
            <p:pic>
              <p:nvPicPr>
                <p:cNvPr id="9" name="Ink 8">
                  <a:extLst>
                    <a:ext uri="{FF2B5EF4-FFF2-40B4-BE49-F238E27FC236}">
                      <a16:creationId xmlns:a16="http://schemas.microsoft.com/office/drawing/2014/main" id="{BE75365E-50F2-75DC-19DD-BACC26353645}"/>
                    </a:ext>
                  </a:extLst>
                </p:cNvPr>
                <p:cNvPicPr/>
                <p:nvPr/>
              </p:nvPicPr>
              <p:blipFill>
                <a:blip r:embed="rId9"/>
                <a:stretch>
                  <a:fillRect/>
                </a:stretch>
              </p:blipFill>
              <p:spPr>
                <a:xfrm>
                  <a:off x="4049980" y="3113140"/>
                  <a:ext cx="86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1675D91B-F749-F577-514F-5D14A0D7D74D}"/>
                    </a:ext>
                  </a:extLst>
                </p14:cNvPr>
                <p14:cNvContentPartPr/>
                <p14:nvPr/>
              </p14:nvContentPartPr>
              <p14:xfrm>
                <a:off x="4137100" y="3062380"/>
                <a:ext cx="63360" cy="173520"/>
              </p14:xfrm>
            </p:contentPart>
          </mc:Choice>
          <mc:Fallback xmlns="">
            <p:pic>
              <p:nvPicPr>
                <p:cNvPr id="10" name="Ink 9">
                  <a:extLst>
                    <a:ext uri="{FF2B5EF4-FFF2-40B4-BE49-F238E27FC236}">
                      <a16:creationId xmlns:a16="http://schemas.microsoft.com/office/drawing/2014/main" id="{1675D91B-F749-F577-514F-5D14A0D7D74D}"/>
                    </a:ext>
                  </a:extLst>
                </p:cNvPr>
                <p:cNvPicPr/>
                <p:nvPr/>
              </p:nvPicPr>
              <p:blipFill>
                <a:blip r:embed="rId11"/>
                <a:stretch>
                  <a:fillRect/>
                </a:stretch>
              </p:blipFill>
              <p:spPr>
                <a:xfrm>
                  <a:off x="4132780" y="3058060"/>
                  <a:ext cx="72000" cy="182160"/>
                </a:xfrm>
                <a:prstGeom prst="rect">
                  <a:avLst/>
                </a:prstGeom>
              </p:spPr>
            </p:pic>
          </mc:Fallback>
        </mc:AlternateContent>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a:t>
            </a:r>
          </a:p>
        </p:txBody>
      </p:sp>
      <p:sp>
        <p:nvSpPr>
          <p:cNvPr id="3" name="Content Placeholder 2"/>
          <p:cNvSpPr>
            <a:spLocks noGrp="1"/>
          </p:cNvSpPr>
          <p:nvPr>
            <p:ph idx="1"/>
          </p:nvPr>
        </p:nvSpPr>
        <p:spPr>
          <a:xfrm>
            <a:off x="467544" y="1268760"/>
            <a:ext cx="8229600" cy="1656183"/>
          </a:xfrm>
        </p:spPr>
        <p:txBody>
          <a:bodyPr>
            <a:normAutofit fontScale="85000" lnSpcReduction="20000"/>
          </a:bodyPr>
          <a:lstStyle/>
          <a:p>
            <a:r>
              <a:rPr lang="en-US" dirty="0"/>
              <a:t>The </a:t>
            </a:r>
            <a:r>
              <a:rPr lang="en-US" dirty="0" err="1"/>
              <a:t>fibonacci</a:t>
            </a:r>
            <a:r>
              <a:rPr lang="en-US" dirty="0"/>
              <a:t> sequence is a famous example:</a:t>
            </a:r>
          </a:p>
          <a:p>
            <a:endParaRPr lang="en-US" dirty="0"/>
          </a:p>
          <a:p>
            <a:endParaRPr lang="en-US" dirty="0"/>
          </a:p>
          <a:p>
            <a:r>
              <a:rPr lang="en-US" dirty="0"/>
              <a:t>This could be implemented in the following two ways:</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27</a:t>
            </a:fld>
            <a:endParaRPr lang="en-US"/>
          </a:p>
        </p:txBody>
      </p:sp>
      <p:graphicFrame>
        <p:nvGraphicFramePr>
          <p:cNvPr id="5" name="Object 4"/>
          <p:cNvGraphicFramePr>
            <a:graphicFrameLocks noChangeAspect="1"/>
          </p:cNvGraphicFramePr>
          <p:nvPr/>
        </p:nvGraphicFramePr>
        <p:xfrm>
          <a:off x="611561" y="1700809"/>
          <a:ext cx="2736303" cy="777832"/>
        </p:xfrm>
        <a:graphic>
          <a:graphicData uri="http://schemas.openxmlformats.org/presentationml/2006/ole">
            <mc:AlternateContent xmlns:mc="http://schemas.openxmlformats.org/markup-compatibility/2006">
              <mc:Choice xmlns:v="urn:schemas-microsoft-com:vml" Requires="v">
                <p:oleObj name="Equation" r:id="rId2" imgW="2501640" imgH="711000" progId="Equation.3">
                  <p:embed/>
                </p:oleObj>
              </mc:Choice>
              <mc:Fallback>
                <p:oleObj name="Equation" r:id="rId2" imgW="2501640" imgH="7110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1" y="1700809"/>
                        <a:ext cx="2736303" cy="7778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539552" y="2996952"/>
            <a:ext cx="6264696"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fibByRecursion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if (n &lt; 2)</a:t>
            </a:r>
          </a:p>
          <a:p>
            <a:r>
              <a:rPr lang="en-US" sz="1200" dirty="0">
                <a:latin typeface="Courier New" pitchFamily="49" charset="0"/>
                <a:ea typeface="Times New Roman" pitchFamily="18" charset="0"/>
                <a:cs typeface="Courier New" pitchFamily="49" charset="0"/>
              </a:rPr>
              <a:t>           return n;</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t>
            </a:r>
            <a:r>
              <a:rPr lang="en-US" sz="1200" dirty="0" err="1">
                <a:latin typeface="Courier New" pitchFamily="49" charset="0"/>
                <a:ea typeface="Times New Roman" pitchFamily="18" charset="0"/>
                <a:cs typeface="Courier New" pitchFamily="49" charset="0"/>
              </a:rPr>
              <a:t>fibByRecursion</a:t>
            </a:r>
            <a:r>
              <a:rPr lang="en-US" sz="1200" dirty="0">
                <a:latin typeface="Courier New" pitchFamily="49" charset="0"/>
                <a:ea typeface="Times New Roman" pitchFamily="18" charset="0"/>
                <a:cs typeface="Courier New" pitchFamily="49" charset="0"/>
              </a:rPr>
              <a:t>(n - 1) + </a:t>
            </a:r>
            <a:r>
              <a:rPr lang="en-US" sz="1200" dirty="0" err="1">
                <a:latin typeface="Courier New" pitchFamily="49" charset="0"/>
                <a:ea typeface="Times New Roman" pitchFamily="18" charset="0"/>
                <a:cs typeface="Courier New" pitchFamily="49" charset="0"/>
              </a:rPr>
              <a:t>fibByRecursion</a:t>
            </a:r>
            <a:r>
              <a:rPr lang="en-US" sz="1200" dirty="0">
                <a:latin typeface="Courier New" pitchFamily="49" charset="0"/>
                <a:ea typeface="Times New Roman" pitchFamily="18" charset="0"/>
                <a:cs typeface="Courier New" pitchFamily="49" charset="0"/>
              </a:rPr>
              <a:t>(n - 2);</a:t>
            </a:r>
          </a:p>
          <a:p>
            <a:r>
              <a:rPr lang="en-US" sz="1200" dirty="0">
                <a:latin typeface="Courier New" pitchFamily="49" charset="0"/>
                <a:ea typeface="Times New Roman" pitchFamily="18" charset="0"/>
                <a:cs typeface="Courier New" pitchFamily="49" charset="0"/>
              </a:rPr>
              <a:t> }</a:t>
            </a:r>
          </a:p>
        </p:txBody>
      </p:sp>
      <p:sp>
        <p:nvSpPr>
          <p:cNvPr id="7" name="Rectangle 6"/>
          <p:cNvSpPr/>
          <p:nvPr/>
        </p:nvSpPr>
        <p:spPr>
          <a:xfrm>
            <a:off x="683568" y="6165304"/>
            <a:ext cx="5544616" cy="461665"/>
          </a:xfrm>
          <a:prstGeom prst="rect">
            <a:avLst/>
          </a:prstGeom>
        </p:spPr>
        <p:txBody>
          <a:bodyPr wrap="square">
            <a:spAutoFit/>
          </a:bodyPr>
          <a:lstStyle/>
          <a:p>
            <a:r>
              <a:rPr lang="nn-NO" sz="1200" dirty="0">
                <a:latin typeface="Courier New" pitchFamily="49" charset="0"/>
                <a:ea typeface="Times New Roman" pitchFamily="18" charset="0"/>
                <a:cs typeface="Courier New" pitchFamily="49" charset="0"/>
              </a:rPr>
              <a:t> for (int i = 1; i &lt; 10; i++)</a:t>
            </a:r>
          </a:p>
          <a:p>
            <a:r>
              <a:rPr lang="nn-NO" sz="1200" dirty="0">
                <a:latin typeface="Courier New" pitchFamily="49" charset="0"/>
                <a:ea typeface="Times New Roman" pitchFamily="18" charset="0"/>
                <a:cs typeface="Courier New" pitchFamily="49" charset="0"/>
              </a:rPr>
              <a:t>           System.out.print(fibByRecursion(i)+ "\t");</a:t>
            </a:r>
            <a:endParaRPr lang="en-US" sz="1200" dirty="0">
              <a:latin typeface="Courier New" pitchFamily="49" charset="0"/>
              <a:ea typeface="Times New Roman" pitchFamily="18" charset="0"/>
              <a:cs typeface="Courier New" pitchFamily="49" charset="0"/>
            </a:endParaRPr>
          </a:p>
        </p:txBody>
      </p:sp>
      <p:sp>
        <p:nvSpPr>
          <p:cNvPr id="8" name="TextBox 7"/>
          <p:cNvSpPr txBox="1"/>
          <p:nvPr/>
        </p:nvSpPr>
        <p:spPr>
          <a:xfrm>
            <a:off x="6876256" y="4005064"/>
            <a:ext cx="1512168" cy="2492990"/>
          </a:xfrm>
          <a:prstGeom prst="rect">
            <a:avLst/>
          </a:prstGeom>
          <a:noFill/>
        </p:spPr>
        <p:txBody>
          <a:bodyPr wrap="square" rtlCol="0">
            <a:spAutoFit/>
          </a:bodyPr>
          <a:lstStyle/>
          <a:p>
            <a:r>
              <a:rPr lang="en-US" sz="1200" b="1" dirty="0"/>
              <a:t>Invoking using this loop will produce the following output: </a:t>
            </a:r>
          </a:p>
          <a:p>
            <a:r>
              <a:rPr lang="en-US" sz="1200" b="1" dirty="0"/>
              <a:t>	1	1	2	3	5	8	13	21	34</a:t>
            </a:r>
          </a:p>
        </p:txBody>
      </p:sp>
      <p:cxnSp>
        <p:nvCxnSpPr>
          <p:cNvPr id="10" name="Straight Arrow Connector 9"/>
          <p:cNvCxnSpPr/>
          <p:nvPr/>
        </p:nvCxnSpPr>
        <p:spPr>
          <a:xfrm flipH="1">
            <a:off x="3563888" y="4509120"/>
            <a:ext cx="3312368" cy="17281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1560" y="4221088"/>
            <a:ext cx="5040560" cy="1846659"/>
          </a:xfrm>
          <a:prstGeom prst="rect">
            <a:avLst/>
          </a:prstGeom>
        </p:spPr>
        <p:txBody>
          <a:bodyPr wrap="square">
            <a:spAutoFit/>
          </a:bodyPr>
          <a:lstStyle/>
          <a:p>
            <a:r>
              <a:rPr lang="en-US" dirty="0"/>
              <a:t> </a:t>
            </a:r>
            <a:r>
              <a:rPr lang="en-US" sz="1200" dirty="0">
                <a:latin typeface="Courier New" pitchFamily="49" charset="0"/>
                <a:ea typeface="Times New Roman" pitchFamily="18" charset="0"/>
                <a:cs typeface="Courier New" pitchFamily="49" charset="0"/>
              </a:rPr>
              <a:t>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fibByIteration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 1, b = 1;</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3;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&lt;= n;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c = a + b;</a:t>
            </a:r>
          </a:p>
          <a:p>
            <a:r>
              <a:rPr lang="en-US" sz="1200" dirty="0">
                <a:latin typeface="Courier New" pitchFamily="49" charset="0"/>
                <a:ea typeface="Times New Roman" pitchFamily="18" charset="0"/>
                <a:cs typeface="Courier New" pitchFamily="49" charset="0"/>
              </a:rPr>
              <a:t>            a = b;</a:t>
            </a:r>
          </a:p>
          <a:p>
            <a:r>
              <a:rPr lang="en-US" sz="1200" dirty="0">
                <a:latin typeface="Courier New" pitchFamily="49" charset="0"/>
                <a:ea typeface="Times New Roman" pitchFamily="18" charset="0"/>
                <a:cs typeface="Courier New" pitchFamily="49" charset="0"/>
              </a:rPr>
              <a:t>            b = c;</a:t>
            </a:r>
          </a:p>
          <a:p>
            <a:r>
              <a:rPr lang="en-US" sz="1200" dirty="0">
                <a:latin typeface="Courier New" pitchFamily="49" charset="0"/>
                <a:ea typeface="Times New Roman" pitchFamily="18" charset="0"/>
                <a:cs typeface="Courier New" pitchFamily="49" charset="0"/>
              </a:rPr>
              <a:t>        }           </a:t>
            </a:r>
          </a:p>
          <a:p>
            <a:r>
              <a:rPr lang="en-US" sz="1200" dirty="0">
                <a:latin typeface="Courier New" pitchFamily="49" charset="0"/>
                <a:ea typeface="Times New Roman" pitchFamily="18" charset="0"/>
                <a:cs typeface="Courier New" pitchFamily="49" charset="0"/>
              </a:rPr>
              <a:t>        return b;</a:t>
            </a:r>
          </a:p>
          <a:p>
            <a:r>
              <a:rPr lang="en-US" sz="1200" dirty="0">
                <a:latin typeface="Courier New" pitchFamily="49" charset="0"/>
                <a:ea typeface="Times New Roman" pitchFamily="18" charset="0"/>
                <a:cs typeface="Courier New" pitchFamily="49"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Iterative Equivalent</a:t>
            </a:r>
          </a:p>
        </p:txBody>
      </p:sp>
      <p:sp>
        <p:nvSpPr>
          <p:cNvPr id="3" name="Content Placeholder 2"/>
          <p:cNvSpPr>
            <a:spLocks noGrp="1"/>
          </p:cNvSpPr>
          <p:nvPr>
            <p:ph idx="1"/>
          </p:nvPr>
        </p:nvSpPr>
        <p:spPr/>
        <p:txBody>
          <a:bodyPr/>
          <a:lstStyle/>
          <a:p>
            <a:r>
              <a:rPr lang="en-US" dirty="0"/>
              <a:t>Every recursive algorithm can also be written in an iterative form, but this is not necessarily an easy exercise. For the factorial function, an iterative equivalent might be:</a:t>
            </a:r>
          </a:p>
        </p:txBody>
      </p:sp>
      <p:sp>
        <p:nvSpPr>
          <p:cNvPr id="4" name="Slide Number Placeholder 3"/>
          <p:cNvSpPr>
            <a:spLocks noGrp="1"/>
          </p:cNvSpPr>
          <p:nvPr>
            <p:ph type="sldNum" sz="quarter" idx="12"/>
          </p:nvPr>
        </p:nvSpPr>
        <p:spPr/>
        <p:txBody>
          <a:bodyPr/>
          <a:lstStyle/>
          <a:p>
            <a:fld id="{AD2B2EE5-B8BC-4D24-A25E-F2DF61737E68}" type="slidenum">
              <a:rPr lang="en-US" smtClean="0"/>
              <a:pPr/>
              <a:t>28</a:t>
            </a:fld>
            <a:endParaRPr lang="en-US" dirty="0"/>
          </a:p>
        </p:txBody>
      </p:sp>
      <p:sp>
        <p:nvSpPr>
          <p:cNvPr id="5" name="Rectangle 4"/>
          <p:cNvSpPr/>
          <p:nvPr/>
        </p:nvSpPr>
        <p:spPr>
          <a:xfrm>
            <a:off x="899592" y="3789040"/>
            <a:ext cx="5256584"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int </a:t>
            </a:r>
            <a:r>
              <a:rPr lang="en-US" sz="1200" dirty="0" err="1">
                <a:latin typeface="Courier New" pitchFamily="49" charset="0"/>
                <a:ea typeface="Times New Roman" pitchFamily="18" charset="0"/>
                <a:cs typeface="Courier New" pitchFamily="49" charset="0"/>
              </a:rPr>
              <a:t>factorialByIteration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n)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prod = 1;</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n;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&gt;= 1;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prod = prod *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return prod;</a:t>
            </a:r>
          </a:p>
          <a:p>
            <a:r>
              <a:rPr lang="en-US" sz="1200" dirty="0">
                <a:latin typeface="Courier New" pitchFamily="49" charset="0"/>
                <a:ea typeface="Times New Roman" pitchFamily="18" charset="0"/>
                <a:cs typeface="Courier New" pitchFamily="49"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ways of adding up Array elements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29</a:t>
            </a:fld>
            <a:endParaRPr lang="en-US"/>
          </a:p>
        </p:txBody>
      </p:sp>
      <p:sp>
        <p:nvSpPr>
          <p:cNvPr id="5" name="Rectangle 4"/>
          <p:cNvSpPr/>
          <p:nvPr/>
        </p:nvSpPr>
        <p:spPr>
          <a:xfrm>
            <a:off x="1259632" y="1196752"/>
            <a:ext cx="6336704" cy="2677656"/>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addByIteration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sum = 0;</a:t>
            </a:r>
          </a:p>
          <a:p>
            <a:r>
              <a:rPr lang="en-US" sz="1200" dirty="0">
                <a:latin typeface="Courier New" pitchFamily="49" charset="0"/>
                <a:ea typeface="Times New Roman" pitchFamily="18" charset="0"/>
                <a:cs typeface="Courier New" pitchFamily="49" charset="0"/>
              </a:rPr>
              <a:t>       for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 start;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&lt;= end; </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sum = sum + a[</a:t>
            </a:r>
            <a:r>
              <a:rPr lang="en-US" sz="1200" dirty="0" err="1">
                <a:latin typeface="Courier New" pitchFamily="49" charset="0"/>
                <a:ea typeface="Times New Roman" pitchFamily="18" charset="0"/>
                <a:cs typeface="Courier New" pitchFamily="49" charset="0"/>
              </a:rPr>
              <a:t>i</a:t>
            </a:r>
            <a:r>
              <a:rPr lang="en-US" sz="1200" dirty="0">
                <a:latin typeface="Courier New" pitchFamily="49" charset="0"/>
                <a:ea typeface="Times New Roman" pitchFamily="18" charset="0"/>
                <a:cs typeface="Courier New" pitchFamily="49" charset="0"/>
              </a:rPr>
              <a:t>];</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return sum;</a:t>
            </a:r>
          </a:p>
          <a:p>
            <a:r>
              <a:rPr lang="en-US" sz="1200" dirty="0">
                <a:latin typeface="Courier New" pitchFamily="49" charset="0"/>
                <a:ea typeface="Times New Roman" pitchFamily="18" charset="0"/>
                <a:cs typeface="Courier New" pitchFamily="49" charset="0"/>
              </a:rPr>
              <a:t> } </a:t>
            </a:r>
          </a:p>
          <a:p>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if (end &gt; start) </a:t>
            </a:r>
          </a:p>
          <a:p>
            <a:r>
              <a:rPr lang="en-US" sz="1200" dirty="0">
                <a:latin typeface="Courier New" pitchFamily="49" charset="0"/>
                <a:ea typeface="Times New Roman" pitchFamily="18" charset="0"/>
                <a:cs typeface="Courier New" pitchFamily="49" charset="0"/>
              </a:rPr>
              <a:t>           return a[end] +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 start, end - 1);</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a[start];</a:t>
            </a:r>
          </a:p>
          <a:p>
            <a:r>
              <a:rPr lang="en-US" sz="1200" dirty="0">
                <a:latin typeface="Courier New" pitchFamily="49" charset="0"/>
                <a:ea typeface="Times New Roman" pitchFamily="18" charset="0"/>
                <a:cs typeface="Courier New" pitchFamily="49" charset="0"/>
              </a:rPr>
              <a:t> }</a:t>
            </a:r>
          </a:p>
        </p:txBody>
      </p:sp>
      <p:sp>
        <p:nvSpPr>
          <p:cNvPr id="6" name="TextBox 5"/>
          <p:cNvSpPr txBox="1"/>
          <p:nvPr/>
        </p:nvSpPr>
        <p:spPr>
          <a:xfrm>
            <a:off x="6732240" y="4149081"/>
            <a:ext cx="2411760" cy="646331"/>
          </a:xfrm>
          <a:prstGeom prst="rect">
            <a:avLst/>
          </a:prstGeom>
          <a:noFill/>
        </p:spPr>
        <p:txBody>
          <a:bodyPr wrap="square" rtlCol="0">
            <a:spAutoFit/>
          </a:bodyPr>
          <a:lstStyle/>
          <a:p>
            <a:r>
              <a:rPr lang="en-US" b="1" dirty="0"/>
              <a:t>These methods can be invoked as follows</a:t>
            </a:r>
          </a:p>
        </p:txBody>
      </p:sp>
      <p:sp>
        <p:nvSpPr>
          <p:cNvPr id="7" name="Rectangle 6"/>
          <p:cNvSpPr/>
          <p:nvPr/>
        </p:nvSpPr>
        <p:spPr>
          <a:xfrm>
            <a:off x="1331640" y="5229200"/>
            <a:ext cx="6408712" cy="1015663"/>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void main(String[] </a:t>
            </a:r>
            <a:r>
              <a:rPr lang="en-US" sz="1200" dirty="0" err="1">
                <a:latin typeface="Courier New" pitchFamily="49" charset="0"/>
                <a:ea typeface="Times New Roman" pitchFamily="18" charset="0"/>
                <a:cs typeface="Courier New" pitchFamily="49" charset="0"/>
              </a:rPr>
              <a:t>args</a:t>
            </a:r>
            <a:r>
              <a:rPr lang="en-US" sz="1200" dirty="0">
                <a:latin typeface="Courier New" pitchFamily="49" charset="0"/>
                <a:ea typeface="Times New Roman" pitchFamily="18" charset="0"/>
                <a:cs typeface="Courier New" pitchFamily="49" charset="0"/>
              </a:rPr>
              <a:t>)  {</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 {5, 3, 2, 4, 1};</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System.out.println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addByIteration</a:t>
            </a:r>
            <a:r>
              <a:rPr lang="en-US" sz="1200" dirty="0">
                <a:latin typeface="Courier New" pitchFamily="49" charset="0"/>
                <a:ea typeface="Times New Roman" pitchFamily="18" charset="0"/>
                <a:cs typeface="Courier New" pitchFamily="49" charset="0"/>
              </a:rPr>
              <a:t>(a, 0, </a:t>
            </a:r>
            <a:r>
              <a:rPr lang="en-US" sz="1200" dirty="0" err="1">
                <a:latin typeface="Courier New" pitchFamily="49" charset="0"/>
                <a:ea typeface="Times New Roman" pitchFamily="18" charset="0"/>
                <a:cs typeface="Courier New" pitchFamily="49" charset="0"/>
              </a:rPr>
              <a:t>a.length</a:t>
            </a:r>
            <a:r>
              <a:rPr lang="en-US" sz="1200" dirty="0">
                <a:latin typeface="Courier New" pitchFamily="49" charset="0"/>
                <a:ea typeface="Times New Roman" pitchFamily="18" charset="0"/>
                <a:cs typeface="Courier New" pitchFamily="49" charset="0"/>
              </a:rPr>
              <a:t> - 1));</a:t>
            </a:r>
          </a:p>
          <a:p>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System.out.println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 0, </a:t>
            </a:r>
            <a:r>
              <a:rPr lang="en-US" sz="1200" dirty="0" err="1">
                <a:latin typeface="Courier New" pitchFamily="49" charset="0"/>
                <a:ea typeface="Times New Roman" pitchFamily="18" charset="0"/>
                <a:cs typeface="Courier New" pitchFamily="49" charset="0"/>
              </a:rPr>
              <a:t>a.length</a:t>
            </a:r>
            <a:r>
              <a:rPr lang="en-US" sz="1200" dirty="0">
                <a:latin typeface="Courier New" pitchFamily="49" charset="0"/>
                <a:ea typeface="Times New Roman" pitchFamily="18" charset="0"/>
                <a:cs typeface="Courier New" pitchFamily="49" charset="0"/>
              </a:rPr>
              <a:t> - 1));</a:t>
            </a:r>
          </a:p>
          <a:p>
            <a:r>
              <a:rPr lang="en-US" sz="1200" dirty="0">
                <a:latin typeface="Courier New" pitchFamily="49" charset="0"/>
                <a:ea typeface="Times New Roman" pitchFamily="18" charset="0"/>
                <a:cs typeface="Courier New" pitchFamily="49" charset="0"/>
              </a:rPr>
              <a:t> }</a:t>
            </a:r>
          </a:p>
        </p:txBody>
      </p:sp>
      <p:cxnSp>
        <p:nvCxnSpPr>
          <p:cNvPr id="9" name="Straight Arrow Connector 8"/>
          <p:cNvCxnSpPr/>
          <p:nvPr/>
        </p:nvCxnSpPr>
        <p:spPr>
          <a:xfrm flipH="1">
            <a:off x="5364088" y="4725144"/>
            <a:ext cx="1512168" cy="86409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recursive approaches</a:t>
            </a:r>
          </a:p>
        </p:txBody>
      </p:sp>
      <p:graphicFrame>
        <p:nvGraphicFramePr>
          <p:cNvPr id="6" name="Content Placeholder 5"/>
          <p:cNvGraphicFramePr>
            <a:graphicFrameLocks noGrp="1"/>
          </p:cNvGraphicFramePr>
          <p:nvPr>
            <p:ph idx="1"/>
          </p:nvPr>
        </p:nvGraphicFramePr>
        <p:xfrm>
          <a:off x="457200" y="1600200"/>
          <a:ext cx="8229599" cy="370840"/>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p:txBody>
          <a:bodyPr/>
          <a:lstStyle/>
          <a:p>
            <a:fld id="{AD2B2EE5-B8BC-4D24-A25E-F2DF61737E68}" type="slidenum">
              <a:rPr lang="en-US" smtClean="0"/>
              <a:pPr/>
              <a:t>30</a:t>
            </a:fld>
            <a:endParaRPr lang="en-US"/>
          </a:p>
        </p:txBody>
      </p:sp>
      <p:sp>
        <p:nvSpPr>
          <p:cNvPr id="7" name="Left Brace 6"/>
          <p:cNvSpPr/>
          <p:nvPr/>
        </p:nvSpPr>
        <p:spPr>
          <a:xfrm>
            <a:off x="8028384" y="1700808"/>
            <a:ext cx="155448" cy="914400"/>
          </a:xfrm>
          <a:prstGeom prst="leftBrace">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8" name="Left Brace 7"/>
          <p:cNvSpPr/>
          <p:nvPr/>
        </p:nvSpPr>
        <p:spPr>
          <a:xfrm>
            <a:off x="3923928" y="-1035496"/>
            <a:ext cx="216024" cy="6336704"/>
          </a:xfrm>
          <a:prstGeom prst="leftBrace">
            <a:avLst>
              <a:gd name="adj1" fmla="val 8333"/>
              <a:gd name="adj2" fmla="val 50365"/>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9" name="TextBox 8"/>
          <p:cNvSpPr txBox="1"/>
          <p:nvPr/>
        </p:nvSpPr>
        <p:spPr>
          <a:xfrm>
            <a:off x="7812360" y="2276872"/>
            <a:ext cx="543739" cy="369332"/>
          </a:xfrm>
          <a:prstGeom prst="rect">
            <a:avLst/>
          </a:prstGeom>
          <a:noFill/>
        </p:spPr>
        <p:txBody>
          <a:bodyPr wrap="none" rtlCol="0">
            <a:spAutoFit/>
          </a:bodyPr>
          <a:lstStyle/>
          <a:p>
            <a:r>
              <a:rPr lang="en-US" dirty="0"/>
              <a:t>end</a:t>
            </a:r>
          </a:p>
        </p:txBody>
      </p:sp>
      <p:sp>
        <p:nvSpPr>
          <p:cNvPr id="10" name="TextBox 9"/>
          <p:cNvSpPr txBox="1"/>
          <p:nvPr/>
        </p:nvSpPr>
        <p:spPr>
          <a:xfrm>
            <a:off x="3779912" y="2276872"/>
            <a:ext cx="541367" cy="369332"/>
          </a:xfrm>
          <a:prstGeom prst="rect">
            <a:avLst/>
          </a:prstGeom>
          <a:noFill/>
        </p:spPr>
        <p:txBody>
          <a:bodyPr wrap="none" rtlCol="0">
            <a:spAutoFit/>
          </a:bodyPr>
          <a:lstStyle/>
          <a:p>
            <a:r>
              <a:rPr lang="en-US" dirty="0"/>
              <a:t>rest</a:t>
            </a:r>
          </a:p>
        </p:txBody>
      </p:sp>
      <p:sp>
        <p:nvSpPr>
          <p:cNvPr id="11" name="Rectangle 10"/>
          <p:cNvSpPr/>
          <p:nvPr/>
        </p:nvSpPr>
        <p:spPr>
          <a:xfrm>
            <a:off x="467544" y="2636912"/>
            <a:ext cx="8064896"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if (end &gt; start) </a:t>
            </a:r>
          </a:p>
          <a:p>
            <a:r>
              <a:rPr lang="en-US" sz="1200" dirty="0">
                <a:latin typeface="Courier New" pitchFamily="49" charset="0"/>
                <a:ea typeface="Times New Roman" pitchFamily="18" charset="0"/>
                <a:cs typeface="Courier New" pitchFamily="49" charset="0"/>
              </a:rPr>
              <a:t>           return a[end] + </a:t>
            </a:r>
            <a:r>
              <a:rPr lang="en-US" sz="1200" dirty="0" err="1">
                <a:latin typeface="Courier New" pitchFamily="49" charset="0"/>
                <a:ea typeface="Times New Roman" pitchFamily="18" charset="0"/>
                <a:cs typeface="Courier New" pitchFamily="49" charset="0"/>
              </a:rPr>
              <a:t>addByRecursion</a:t>
            </a:r>
            <a:r>
              <a:rPr lang="en-US" sz="1200" dirty="0">
                <a:latin typeface="Courier New" pitchFamily="49" charset="0"/>
                <a:ea typeface="Times New Roman" pitchFamily="18" charset="0"/>
                <a:cs typeface="Courier New" pitchFamily="49" charset="0"/>
              </a:rPr>
              <a:t>(a, start, end - 1);</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a[start];</a:t>
            </a:r>
          </a:p>
          <a:p>
            <a:r>
              <a:rPr lang="en-US" sz="1200" dirty="0">
                <a:latin typeface="Courier New" pitchFamily="49" charset="0"/>
                <a:ea typeface="Times New Roman" pitchFamily="18" charset="0"/>
                <a:cs typeface="Courier New" pitchFamily="49" charset="0"/>
              </a:rPr>
              <a:t> }</a:t>
            </a:r>
          </a:p>
        </p:txBody>
      </p:sp>
      <p:sp>
        <p:nvSpPr>
          <p:cNvPr id="12" name="Rectangle 11"/>
          <p:cNvSpPr/>
          <p:nvPr/>
        </p:nvSpPr>
        <p:spPr>
          <a:xfrm>
            <a:off x="467544" y="5085184"/>
            <a:ext cx="8136904" cy="1200329"/>
          </a:xfrm>
          <a:prstGeom prst="rect">
            <a:avLst/>
          </a:prstGeom>
        </p:spPr>
        <p:txBody>
          <a:bodyPr wrap="square">
            <a:spAutoFit/>
          </a:bodyPr>
          <a:lstStyle/>
          <a:p>
            <a:r>
              <a:rPr lang="en-US" sz="1200" dirty="0">
                <a:latin typeface="Courier New" pitchFamily="49" charset="0"/>
                <a:ea typeface="Times New Roman" pitchFamily="18" charset="0"/>
                <a:cs typeface="Courier New" pitchFamily="49" charset="0"/>
              </a:rPr>
              <a:t> public static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t>
            </a:r>
            <a:r>
              <a:rPr lang="en-US" sz="1200" dirty="0" err="1">
                <a:latin typeface="Courier New" pitchFamily="49" charset="0"/>
                <a:ea typeface="Times New Roman" pitchFamily="18" charset="0"/>
                <a:cs typeface="Courier New" pitchFamily="49" charset="0"/>
              </a:rPr>
              <a:t>addByRecursionOtherVersion</a:t>
            </a:r>
            <a:r>
              <a:rPr lang="en-US" sz="1200" dirty="0">
                <a:latin typeface="Courier New" pitchFamily="49" charset="0"/>
                <a:ea typeface="Times New Roman" pitchFamily="18" charset="0"/>
                <a:cs typeface="Courier New" pitchFamily="49" charset="0"/>
              </a:rPr>
              <a:t>(</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a,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start, </a:t>
            </a:r>
            <a:r>
              <a:rPr lang="en-US" sz="1200" dirty="0" err="1">
                <a:latin typeface="Courier New" pitchFamily="49" charset="0"/>
                <a:ea typeface="Times New Roman" pitchFamily="18" charset="0"/>
                <a:cs typeface="Courier New" pitchFamily="49" charset="0"/>
              </a:rPr>
              <a:t>int</a:t>
            </a:r>
            <a:r>
              <a:rPr lang="en-US" sz="1200" dirty="0">
                <a:latin typeface="Courier New" pitchFamily="49" charset="0"/>
                <a:ea typeface="Times New Roman" pitchFamily="18" charset="0"/>
                <a:cs typeface="Courier New" pitchFamily="49" charset="0"/>
              </a:rPr>
              <a:t> end) {</a:t>
            </a:r>
          </a:p>
          <a:p>
            <a:r>
              <a:rPr lang="en-US" sz="1200" dirty="0">
                <a:latin typeface="Courier New" pitchFamily="49" charset="0"/>
                <a:ea typeface="Times New Roman" pitchFamily="18" charset="0"/>
                <a:cs typeface="Courier New" pitchFamily="49" charset="0"/>
              </a:rPr>
              <a:t>       if (start &lt; end) </a:t>
            </a:r>
          </a:p>
          <a:p>
            <a:r>
              <a:rPr lang="en-US" sz="1200" dirty="0">
                <a:latin typeface="Courier New" pitchFamily="49" charset="0"/>
                <a:ea typeface="Times New Roman" pitchFamily="18" charset="0"/>
                <a:cs typeface="Courier New" pitchFamily="49" charset="0"/>
              </a:rPr>
              <a:t>           return a[start] + </a:t>
            </a:r>
            <a:r>
              <a:rPr lang="en-US" sz="1200" dirty="0" err="1">
                <a:latin typeface="Courier New" pitchFamily="49" charset="0"/>
                <a:ea typeface="Times New Roman" pitchFamily="18" charset="0"/>
                <a:cs typeface="Courier New" pitchFamily="49" charset="0"/>
              </a:rPr>
              <a:t>addByRecursionOtherVersion</a:t>
            </a:r>
            <a:r>
              <a:rPr lang="en-US" sz="1200" dirty="0">
                <a:latin typeface="Courier New" pitchFamily="49" charset="0"/>
                <a:ea typeface="Times New Roman" pitchFamily="18" charset="0"/>
                <a:cs typeface="Courier New" pitchFamily="49" charset="0"/>
              </a:rPr>
              <a:t>(a, start + 1, end);</a:t>
            </a:r>
          </a:p>
          <a:p>
            <a:r>
              <a:rPr lang="en-US" sz="1200" dirty="0">
                <a:latin typeface="Courier New" pitchFamily="49" charset="0"/>
                <a:ea typeface="Times New Roman" pitchFamily="18" charset="0"/>
                <a:cs typeface="Courier New" pitchFamily="49" charset="0"/>
              </a:rPr>
              <a:t>       else</a:t>
            </a:r>
          </a:p>
          <a:p>
            <a:r>
              <a:rPr lang="en-US" sz="1200" dirty="0">
                <a:latin typeface="Courier New" pitchFamily="49" charset="0"/>
                <a:ea typeface="Times New Roman" pitchFamily="18" charset="0"/>
                <a:cs typeface="Courier New" pitchFamily="49" charset="0"/>
              </a:rPr>
              <a:t>           return a[end];</a:t>
            </a:r>
          </a:p>
          <a:p>
            <a:r>
              <a:rPr lang="en-US" sz="1200" dirty="0">
                <a:latin typeface="Courier New" pitchFamily="49" charset="0"/>
                <a:ea typeface="Times New Roman" pitchFamily="18" charset="0"/>
                <a:cs typeface="Courier New" pitchFamily="49" charset="0"/>
              </a:rPr>
              <a:t> }</a:t>
            </a:r>
          </a:p>
        </p:txBody>
      </p:sp>
      <p:graphicFrame>
        <p:nvGraphicFramePr>
          <p:cNvPr id="13" name="Content Placeholder 5"/>
          <p:cNvGraphicFramePr>
            <a:graphicFrameLocks/>
          </p:cNvGraphicFramePr>
          <p:nvPr/>
        </p:nvGraphicFramePr>
        <p:xfrm>
          <a:off x="467544" y="4077072"/>
          <a:ext cx="8229599" cy="370840"/>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1175657">
                  <a:extLst>
                    <a:ext uri="{9D8B030D-6E8A-4147-A177-3AD203B41FA5}">
                      <a16:colId xmlns:a16="http://schemas.microsoft.com/office/drawing/2014/main" val="20003"/>
                    </a:ext>
                  </a:extLst>
                </a:gridCol>
                <a:gridCol w="1175657">
                  <a:extLst>
                    <a:ext uri="{9D8B030D-6E8A-4147-A177-3AD203B41FA5}">
                      <a16:colId xmlns:a16="http://schemas.microsoft.com/office/drawing/2014/main" val="20004"/>
                    </a:ext>
                  </a:extLst>
                </a:gridCol>
                <a:gridCol w="1175657">
                  <a:extLst>
                    <a:ext uri="{9D8B030D-6E8A-4147-A177-3AD203B41FA5}">
                      <a16:colId xmlns:a16="http://schemas.microsoft.com/office/drawing/2014/main" val="20005"/>
                    </a:ext>
                  </a:extLst>
                </a:gridCol>
                <a:gridCol w="1175657">
                  <a:extLst>
                    <a:ext uri="{9D8B030D-6E8A-4147-A177-3AD203B41FA5}">
                      <a16:colId xmlns:a16="http://schemas.microsoft.com/office/drawing/2014/main" val="20006"/>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14" name="Left Brace 13"/>
          <p:cNvSpPr/>
          <p:nvPr/>
        </p:nvSpPr>
        <p:spPr>
          <a:xfrm>
            <a:off x="971600" y="4149080"/>
            <a:ext cx="155448" cy="914400"/>
          </a:xfrm>
          <a:prstGeom prst="leftBrace">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15" name="Left Brace 14"/>
          <p:cNvSpPr/>
          <p:nvPr/>
        </p:nvSpPr>
        <p:spPr>
          <a:xfrm>
            <a:off x="5004048" y="1412776"/>
            <a:ext cx="216024" cy="6336704"/>
          </a:xfrm>
          <a:prstGeom prst="leftBrace">
            <a:avLst>
              <a:gd name="adj1" fmla="val 8333"/>
              <a:gd name="adj2" fmla="val 50365"/>
            </a:avLst>
          </a:prstGeom>
          <a:scene3d>
            <a:camera prst="orthographicFront">
              <a:rot lat="0" lon="0" rev="5400000"/>
            </a:camera>
            <a:lightRig rig="threePt" dir="t"/>
          </a:scene3d>
          <a:sp3d/>
        </p:spPr>
        <p:style>
          <a:lnRef idx="1">
            <a:schemeClr val="accent1"/>
          </a:lnRef>
          <a:fillRef idx="0">
            <a:schemeClr val="accent1"/>
          </a:fillRef>
          <a:effectRef idx="0">
            <a:schemeClr val="accent1"/>
          </a:effectRef>
          <a:fontRef idx="minor">
            <a:schemeClr val="tx1"/>
          </a:fontRef>
        </p:style>
        <p:txBody>
          <a:bodyPr rtlCol="0" anchor="ctr">
            <a:flatTx/>
          </a:bodyPr>
          <a:lstStyle/>
          <a:p>
            <a:pPr algn="ctr"/>
            <a:endParaRPr lang="en-US"/>
          </a:p>
        </p:txBody>
      </p:sp>
      <p:sp>
        <p:nvSpPr>
          <p:cNvPr id="16" name="TextBox 15"/>
          <p:cNvSpPr txBox="1"/>
          <p:nvPr/>
        </p:nvSpPr>
        <p:spPr>
          <a:xfrm>
            <a:off x="827584" y="4725144"/>
            <a:ext cx="613694" cy="369332"/>
          </a:xfrm>
          <a:prstGeom prst="rect">
            <a:avLst/>
          </a:prstGeom>
          <a:noFill/>
        </p:spPr>
        <p:txBody>
          <a:bodyPr wrap="none" rtlCol="0">
            <a:spAutoFit/>
          </a:bodyPr>
          <a:lstStyle/>
          <a:p>
            <a:r>
              <a:rPr lang="en-US" dirty="0"/>
              <a:t>start</a:t>
            </a:r>
          </a:p>
        </p:txBody>
      </p:sp>
      <p:sp>
        <p:nvSpPr>
          <p:cNvPr id="17" name="TextBox 16"/>
          <p:cNvSpPr txBox="1"/>
          <p:nvPr/>
        </p:nvSpPr>
        <p:spPr>
          <a:xfrm>
            <a:off x="4932040" y="4725144"/>
            <a:ext cx="541367" cy="369332"/>
          </a:xfrm>
          <a:prstGeom prst="rect">
            <a:avLst/>
          </a:prstGeom>
          <a:noFill/>
        </p:spPr>
        <p:txBody>
          <a:bodyPr wrap="none" rtlCol="0">
            <a:spAutoFit/>
          </a:bodyPr>
          <a:lstStyle/>
          <a:p>
            <a:r>
              <a:rPr lang="en-US" dirty="0"/>
              <a:t>rest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DA5E12-CF57-7683-5CCD-193CEFBBC741}"/>
              </a:ext>
            </a:extLst>
          </p:cNvPr>
          <p:cNvSpPr>
            <a:spLocks noGrp="1"/>
          </p:cNvSpPr>
          <p:nvPr>
            <p:ph type="sldNum" sz="quarter" idx="12"/>
          </p:nvPr>
        </p:nvSpPr>
        <p:spPr/>
        <p:txBody>
          <a:bodyPr/>
          <a:lstStyle/>
          <a:p>
            <a:fld id="{AD2B2EE5-B8BC-4D24-A25E-F2DF61737E68}" type="slidenum">
              <a:rPr lang="en-US" smtClean="0"/>
              <a:pPr/>
              <a:t>31</a:t>
            </a:fld>
            <a:endParaRPr lang="en-US"/>
          </a:p>
        </p:txBody>
      </p:sp>
      <p:grpSp>
        <p:nvGrpSpPr>
          <p:cNvPr id="19" name="Group 18">
            <a:extLst>
              <a:ext uri="{FF2B5EF4-FFF2-40B4-BE49-F238E27FC236}">
                <a16:creationId xmlns:a16="http://schemas.microsoft.com/office/drawing/2014/main" id="{72E176F4-0327-7224-DE71-3181F461601B}"/>
              </a:ext>
            </a:extLst>
          </p:cNvPr>
          <p:cNvGrpSpPr/>
          <p:nvPr/>
        </p:nvGrpSpPr>
        <p:grpSpPr>
          <a:xfrm>
            <a:off x="624240" y="1687480"/>
            <a:ext cx="1884240" cy="398880"/>
            <a:chOff x="624240" y="1687480"/>
            <a:chExt cx="1884240" cy="39888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0A74A30-6F81-3B74-D130-AFBEF3E90554}"/>
                    </a:ext>
                  </a:extLst>
                </p14:cNvPr>
                <p14:cNvContentPartPr/>
                <p14:nvPr/>
              </p14:nvContentPartPr>
              <p14:xfrm>
                <a:off x="839880" y="1727080"/>
                <a:ext cx="41400" cy="226080"/>
              </p14:xfrm>
            </p:contentPart>
          </mc:Choice>
          <mc:Fallback xmlns="">
            <p:pic>
              <p:nvPicPr>
                <p:cNvPr id="3" name="Ink 2">
                  <a:extLst>
                    <a:ext uri="{FF2B5EF4-FFF2-40B4-BE49-F238E27FC236}">
                      <a16:creationId xmlns:a16="http://schemas.microsoft.com/office/drawing/2014/main" id="{E0A74A30-6F81-3B74-D130-AFBEF3E90554}"/>
                    </a:ext>
                  </a:extLst>
                </p:cNvPr>
                <p:cNvPicPr/>
                <p:nvPr/>
              </p:nvPicPr>
              <p:blipFill>
                <a:blip r:embed="rId3"/>
                <a:stretch>
                  <a:fillRect/>
                </a:stretch>
              </p:blipFill>
              <p:spPr>
                <a:xfrm>
                  <a:off x="835560" y="1722760"/>
                  <a:ext cx="500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A6E118D-85B0-A24F-8D3F-66AEDE7A7F0F}"/>
                    </a:ext>
                  </a:extLst>
                </p14:cNvPr>
                <p14:cNvContentPartPr/>
                <p14:nvPr/>
              </p14:nvContentPartPr>
              <p14:xfrm>
                <a:off x="624240" y="1700440"/>
                <a:ext cx="398880" cy="51120"/>
              </p14:xfrm>
            </p:contentPart>
          </mc:Choice>
          <mc:Fallback xmlns="">
            <p:pic>
              <p:nvPicPr>
                <p:cNvPr id="4" name="Ink 3">
                  <a:extLst>
                    <a:ext uri="{FF2B5EF4-FFF2-40B4-BE49-F238E27FC236}">
                      <a16:creationId xmlns:a16="http://schemas.microsoft.com/office/drawing/2014/main" id="{0A6E118D-85B0-A24F-8D3F-66AEDE7A7F0F}"/>
                    </a:ext>
                  </a:extLst>
                </p:cNvPr>
                <p:cNvPicPr/>
                <p:nvPr/>
              </p:nvPicPr>
              <p:blipFill>
                <a:blip r:embed="rId5"/>
                <a:stretch>
                  <a:fillRect/>
                </a:stretch>
              </p:blipFill>
              <p:spPr>
                <a:xfrm>
                  <a:off x="619920" y="1696120"/>
                  <a:ext cx="4075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0F5C20E-AD6F-C154-CB2E-0333D84BFCD8}"/>
                    </a:ext>
                  </a:extLst>
                </p14:cNvPr>
                <p14:cNvContentPartPr/>
                <p14:nvPr/>
              </p14:nvContentPartPr>
              <p14:xfrm>
                <a:off x="643320" y="1954240"/>
                <a:ext cx="387360" cy="17640"/>
              </p14:xfrm>
            </p:contentPart>
          </mc:Choice>
          <mc:Fallback xmlns="">
            <p:pic>
              <p:nvPicPr>
                <p:cNvPr id="5" name="Ink 4">
                  <a:extLst>
                    <a:ext uri="{FF2B5EF4-FFF2-40B4-BE49-F238E27FC236}">
                      <a16:creationId xmlns:a16="http://schemas.microsoft.com/office/drawing/2014/main" id="{70F5C20E-AD6F-C154-CB2E-0333D84BFCD8}"/>
                    </a:ext>
                  </a:extLst>
                </p:cNvPr>
                <p:cNvPicPr/>
                <p:nvPr/>
              </p:nvPicPr>
              <p:blipFill>
                <a:blip r:embed="rId7"/>
                <a:stretch>
                  <a:fillRect/>
                </a:stretch>
              </p:blipFill>
              <p:spPr>
                <a:xfrm>
                  <a:off x="639000" y="1949920"/>
                  <a:ext cx="3960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EE9AAE3-0CFB-267C-D840-8D0D34F5A95B}"/>
                    </a:ext>
                  </a:extLst>
                </p14:cNvPr>
                <p14:cNvContentPartPr/>
                <p14:nvPr/>
              </p14:nvContentPartPr>
              <p14:xfrm>
                <a:off x="1052640" y="1867120"/>
                <a:ext cx="124920" cy="52920"/>
              </p14:xfrm>
            </p:contentPart>
          </mc:Choice>
          <mc:Fallback xmlns="">
            <p:pic>
              <p:nvPicPr>
                <p:cNvPr id="6" name="Ink 5">
                  <a:extLst>
                    <a:ext uri="{FF2B5EF4-FFF2-40B4-BE49-F238E27FC236}">
                      <a16:creationId xmlns:a16="http://schemas.microsoft.com/office/drawing/2014/main" id="{EEE9AAE3-0CFB-267C-D840-8D0D34F5A95B}"/>
                    </a:ext>
                  </a:extLst>
                </p:cNvPr>
                <p:cNvPicPr/>
                <p:nvPr/>
              </p:nvPicPr>
              <p:blipFill>
                <a:blip r:embed="rId9"/>
                <a:stretch>
                  <a:fillRect/>
                </a:stretch>
              </p:blipFill>
              <p:spPr>
                <a:xfrm>
                  <a:off x="1048320" y="1862800"/>
                  <a:ext cx="1335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9FC5FB1-B483-EF6F-C189-4A8A08DF7D6C}"/>
                    </a:ext>
                  </a:extLst>
                </p14:cNvPr>
                <p14:cNvContentPartPr/>
                <p14:nvPr/>
              </p14:nvContentPartPr>
              <p14:xfrm>
                <a:off x="1223640" y="1873240"/>
                <a:ext cx="34560" cy="213120"/>
              </p14:xfrm>
            </p:contentPart>
          </mc:Choice>
          <mc:Fallback xmlns="">
            <p:pic>
              <p:nvPicPr>
                <p:cNvPr id="7" name="Ink 6">
                  <a:extLst>
                    <a:ext uri="{FF2B5EF4-FFF2-40B4-BE49-F238E27FC236}">
                      <a16:creationId xmlns:a16="http://schemas.microsoft.com/office/drawing/2014/main" id="{39FC5FB1-B483-EF6F-C189-4A8A08DF7D6C}"/>
                    </a:ext>
                  </a:extLst>
                </p:cNvPr>
                <p:cNvPicPr/>
                <p:nvPr/>
              </p:nvPicPr>
              <p:blipFill>
                <a:blip r:embed="rId11"/>
                <a:stretch>
                  <a:fillRect/>
                </a:stretch>
              </p:blipFill>
              <p:spPr>
                <a:xfrm>
                  <a:off x="1219320" y="1868920"/>
                  <a:ext cx="4320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C3067145-CF17-114F-2384-BA0E4F3DC022}"/>
                    </a:ext>
                  </a:extLst>
                </p14:cNvPr>
                <p14:cNvContentPartPr/>
                <p14:nvPr/>
              </p14:nvContentPartPr>
              <p14:xfrm>
                <a:off x="1273680" y="1836520"/>
                <a:ext cx="73800" cy="99360"/>
              </p14:xfrm>
            </p:contentPart>
          </mc:Choice>
          <mc:Fallback xmlns="">
            <p:pic>
              <p:nvPicPr>
                <p:cNvPr id="8" name="Ink 7">
                  <a:extLst>
                    <a:ext uri="{FF2B5EF4-FFF2-40B4-BE49-F238E27FC236}">
                      <a16:creationId xmlns:a16="http://schemas.microsoft.com/office/drawing/2014/main" id="{C3067145-CF17-114F-2384-BA0E4F3DC022}"/>
                    </a:ext>
                  </a:extLst>
                </p:cNvPr>
                <p:cNvPicPr/>
                <p:nvPr/>
              </p:nvPicPr>
              <p:blipFill>
                <a:blip r:embed="rId13"/>
                <a:stretch>
                  <a:fillRect/>
                </a:stretch>
              </p:blipFill>
              <p:spPr>
                <a:xfrm>
                  <a:off x="1269360" y="1832200"/>
                  <a:ext cx="824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A4C6C894-4EBC-3B5A-0902-1EEF93853E93}"/>
                    </a:ext>
                  </a:extLst>
                </p14:cNvPr>
                <p14:cNvContentPartPr/>
                <p14:nvPr/>
              </p14:nvContentPartPr>
              <p14:xfrm>
                <a:off x="1405800" y="1864600"/>
                <a:ext cx="150480" cy="54720"/>
              </p14:xfrm>
            </p:contentPart>
          </mc:Choice>
          <mc:Fallback xmlns="">
            <p:pic>
              <p:nvPicPr>
                <p:cNvPr id="9" name="Ink 8">
                  <a:extLst>
                    <a:ext uri="{FF2B5EF4-FFF2-40B4-BE49-F238E27FC236}">
                      <a16:creationId xmlns:a16="http://schemas.microsoft.com/office/drawing/2014/main" id="{A4C6C894-4EBC-3B5A-0902-1EEF93853E93}"/>
                    </a:ext>
                  </a:extLst>
                </p:cNvPr>
                <p:cNvPicPr/>
                <p:nvPr/>
              </p:nvPicPr>
              <p:blipFill>
                <a:blip r:embed="rId15"/>
                <a:stretch>
                  <a:fillRect/>
                </a:stretch>
              </p:blipFill>
              <p:spPr>
                <a:xfrm>
                  <a:off x="1401480" y="1860280"/>
                  <a:ext cx="1591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854E9CE-A9A2-C35C-F2F6-194453591BB1}"/>
                    </a:ext>
                  </a:extLst>
                </p14:cNvPr>
                <p14:cNvContentPartPr/>
                <p14:nvPr/>
              </p14:nvContentPartPr>
              <p14:xfrm>
                <a:off x="1602000" y="1722040"/>
                <a:ext cx="77400" cy="227160"/>
              </p14:xfrm>
            </p:contentPart>
          </mc:Choice>
          <mc:Fallback xmlns="">
            <p:pic>
              <p:nvPicPr>
                <p:cNvPr id="10" name="Ink 9">
                  <a:extLst>
                    <a:ext uri="{FF2B5EF4-FFF2-40B4-BE49-F238E27FC236}">
                      <a16:creationId xmlns:a16="http://schemas.microsoft.com/office/drawing/2014/main" id="{1854E9CE-A9A2-C35C-F2F6-194453591BB1}"/>
                    </a:ext>
                  </a:extLst>
                </p:cNvPr>
                <p:cNvPicPr/>
                <p:nvPr/>
              </p:nvPicPr>
              <p:blipFill>
                <a:blip r:embed="rId17"/>
                <a:stretch>
                  <a:fillRect/>
                </a:stretch>
              </p:blipFill>
              <p:spPr>
                <a:xfrm>
                  <a:off x="1597680" y="1717720"/>
                  <a:ext cx="860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18FFC342-ADC9-B98D-6280-1A2842E362A6}"/>
                    </a:ext>
                  </a:extLst>
                </p14:cNvPr>
                <p14:cNvContentPartPr/>
                <p14:nvPr/>
              </p14:nvContentPartPr>
              <p14:xfrm>
                <a:off x="1533960" y="1839760"/>
                <a:ext cx="223560" cy="4320"/>
              </p14:xfrm>
            </p:contentPart>
          </mc:Choice>
          <mc:Fallback xmlns="">
            <p:pic>
              <p:nvPicPr>
                <p:cNvPr id="11" name="Ink 10">
                  <a:extLst>
                    <a:ext uri="{FF2B5EF4-FFF2-40B4-BE49-F238E27FC236}">
                      <a16:creationId xmlns:a16="http://schemas.microsoft.com/office/drawing/2014/main" id="{18FFC342-ADC9-B98D-6280-1A2842E362A6}"/>
                    </a:ext>
                  </a:extLst>
                </p:cNvPr>
                <p:cNvPicPr/>
                <p:nvPr/>
              </p:nvPicPr>
              <p:blipFill>
                <a:blip r:embed="rId19"/>
                <a:stretch>
                  <a:fillRect/>
                </a:stretch>
              </p:blipFill>
              <p:spPr>
                <a:xfrm>
                  <a:off x="1529640" y="1835440"/>
                  <a:ext cx="2322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D024479A-9D1F-0F85-6C93-D4945B284351}"/>
                    </a:ext>
                  </a:extLst>
                </p14:cNvPr>
                <p14:cNvContentPartPr/>
                <p14:nvPr/>
              </p14:nvContentPartPr>
              <p14:xfrm>
                <a:off x="1910880" y="1790080"/>
                <a:ext cx="133920" cy="154440"/>
              </p14:xfrm>
            </p:contentPart>
          </mc:Choice>
          <mc:Fallback xmlns="">
            <p:pic>
              <p:nvPicPr>
                <p:cNvPr id="12" name="Ink 11">
                  <a:extLst>
                    <a:ext uri="{FF2B5EF4-FFF2-40B4-BE49-F238E27FC236}">
                      <a16:creationId xmlns:a16="http://schemas.microsoft.com/office/drawing/2014/main" id="{D024479A-9D1F-0F85-6C93-D4945B284351}"/>
                    </a:ext>
                  </a:extLst>
                </p:cNvPr>
                <p:cNvPicPr/>
                <p:nvPr/>
              </p:nvPicPr>
              <p:blipFill>
                <a:blip r:embed="rId21"/>
                <a:stretch>
                  <a:fillRect/>
                </a:stretch>
              </p:blipFill>
              <p:spPr>
                <a:xfrm>
                  <a:off x="1906560" y="1785760"/>
                  <a:ext cx="1425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1CE18BB7-74E7-365D-A44D-4EF850E8FF7A}"/>
                    </a:ext>
                  </a:extLst>
                </p14:cNvPr>
                <p14:cNvContentPartPr/>
                <p14:nvPr/>
              </p14:nvContentPartPr>
              <p14:xfrm>
                <a:off x="2138400" y="1805200"/>
                <a:ext cx="4320" cy="90360"/>
              </p14:xfrm>
            </p:contentPart>
          </mc:Choice>
          <mc:Fallback xmlns="">
            <p:pic>
              <p:nvPicPr>
                <p:cNvPr id="13" name="Ink 12">
                  <a:extLst>
                    <a:ext uri="{FF2B5EF4-FFF2-40B4-BE49-F238E27FC236}">
                      <a16:creationId xmlns:a16="http://schemas.microsoft.com/office/drawing/2014/main" id="{1CE18BB7-74E7-365D-A44D-4EF850E8FF7A}"/>
                    </a:ext>
                  </a:extLst>
                </p:cNvPr>
                <p:cNvPicPr/>
                <p:nvPr/>
              </p:nvPicPr>
              <p:blipFill>
                <a:blip r:embed="rId23"/>
                <a:stretch>
                  <a:fillRect/>
                </a:stretch>
              </p:blipFill>
              <p:spPr>
                <a:xfrm>
                  <a:off x="2134080" y="1800880"/>
                  <a:ext cx="129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761869A0-5148-90B6-EB4D-F85640BD47FA}"/>
                    </a:ext>
                  </a:extLst>
                </p14:cNvPr>
                <p14:cNvContentPartPr/>
                <p14:nvPr/>
              </p14:nvContentPartPr>
              <p14:xfrm>
                <a:off x="2197440" y="1687480"/>
                <a:ext cx="10800" cy="29880"/>
              </p14:xfrm>
            </p:contentPart>
          </mc:Choice>
          <mc:Fallback xmlns="">
            <p:pic>
              <p:nvPicPr>
                <p:cNvPr id="14" name="Ink 13">
                  <a:extLst>
                    <a:ext uri="{FF2B5EF4-FFF2-40B4-BE49-F238E27FC236}">
                      <a16:creationId xmlns:a16="http://schemas.microsoft.com/office/drawing/2014/main" id="{761869A0-5148-90B6-EB4D-F85640BD47FA}"/>
                    </a:ext>
                  </a:extLst>
                </p:cNvPr>
                <p:cNvPicPr/>
                <p:nvPr/>
              </p:nvPicPr>
              <p:blipFill>
                <a:blip r:embed="rId25"/>
                <a:stretch>
                  <a:fillRect/>
                </a:stretch>
              </p:blipFill>
              <p:spPr>
                <a:xfrm>
                  <a:off x="2193120" y="1683160"/>
                  <a:ext cx="19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B5313AE3-F7C9-832D-75F3-768889A94E9A}"/>
                    </a:ext>
                  </a:extLst>
                </p14:cNvPr>
                <p14:cNvContentPartPr/>
                <p14:nvPr/>
              </p14:nvContentPartPr>
              <p14:xfrm>
                <a:off x="2243520" y="1797640"/>
                <a:ext cx="90360" cy="131760"/>
              </p14:xfrm>
            </p:contentPart>
          </mc:Choice>
          <mc:Fallback xmlns="">
            <p:pic>
              <p:nvPicPr>
                <p:cNvPr id="15" name="Ink 14">
                  <a:extLst>
                    <a:ext uri="{FF2B5EF4-FFF2-40B4-BE49-F238E27FC236}">
                      <a16:creationId xmlns:a16="http://schemas.microsoft.com/office/drawing/2014/main" id="{B5313AE3-F7C9-832D-75F3-768889A94E9A}"/>
                    </a:ext>
                  </a:extLst>
                </p:cNvPr>
                <p:cNvPicPr/>
                <p:nvPr/>
              </p:nvPicPr>
              <p:blipFill>
                <a:blip r:embed="rId27"/>
                <a:stretch>
                  <a:fillRect/>
                </a:stretch>
              </p:blipFill>
              <p:spPr>
                <a:xfrm>
                  <a:off x="2239200" y="1793320"/>
                  <a:ext cx="990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1C919697-5CDB-DDC0-7C54-A3F24AD0293C}"/>
                    </a:ext>
                  </a:extLst>
                </p14:cNvPr>
                <p14:cNvContentPartPr/>
                <p14:nvPr/>
              </p14:nvContentPartPr>
              <p14:xfrm>
                <a:off x="2212920" y="1864600"/>
                <a:ext cx="113400" cy="2520"/>
              </p14:xfrm>
            </p:contentPart>
          </mc:Choice>
          <mc:Fallback xmlns="">
            <p:pic>
              <p:nvPicPr>
                <p:cNvPr id="16" name="Ink 15">
                  <a:extLst>
                    <a:ext uri="{FF2B5EF4-FFF2-40B4-BE49-F238E27FC236}">
                      <a16:creationId xmlns:a16="http://schemas.microsoft.com/office/drawing/2014/main" id="{1C919697-5CDB-DDC0-7C54-A3F24AD0293C}"/>
                    </a:ext>
                  </a:extLst>
                </p:cNvPr>
                <p:cNvPicPr/>
                <p:nvPr/>
              </p:nvPicPr>
              <p:blipFill>
                <a:blip r:embed="rId29"/>
                <a:stretch>
                  <a:fillRect/>
                </a:stretch>
              </p:blipFill>
              <p:spPr>
                <a:xfrm>
                  <a:off x="2208600" y="1860280"/>
                  <a:ext cx="122040" cy="11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2B5F5CC3-381D-22DC-C8DC-F1BCC9D32B2A}"/>
                    </a:ext>
                  </a:extLst>
                </p14:cNvPr>
                <p14:cNvContentPartPr/>
                <p14:nvPr/>
              </p14:nvContentPartPr>
              <p14:xfrm>
                <a:off x="2385000" y="1829680"/>
                <a:ext cx="123480" cy="111600"/>
              </p14:xfrm>
            </p:contentPart>
          </mc:Choice>
          <mc:Fallback xmlns="">
            <p:pic>
              <p:nvPicPr>
                <p:cNvPr id="17" name="Ink 16">
                  <a:extLst>
                    <a:ext uri="{FF2B5EF4-FFF2-40B4-BE49-F238E27FC236}">
                      <a16:creationId xmlns:a16="http://schemas.microsoft.com/office/drawing/2014/main" id="{2B5F5CC3-381D-22DC-C8DC-F1BCC9D32B2A}"/>
                    </a:ext>
                  </a:extLst>
                </p:cNvPr>
                <p:cNvPicPr/>
                <p:nvPr/>
              </p:nvPicPr>
              <p:blipFill>
                <a:blip r:embed="rId31"/>
                <a:stretch>
                  <a:fillRect/>
                </a:stretch>
              </p:blipFill>
              <p:spPr>
                <a:xfrm>
                  <a:off x="2380680" y="1825360"/>
                  <a:ext cx="132120" cy="12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1A04092-A95F-BEB1-1FCF-7755FB0A2846}"/>
                  </a:ext>
                </a:extLst>
              </p14:cNvPr>
              <p14:cNvContentPartPr/>
              <p14:nvPr/>
            </p14:nvContentPartPr>
            <p14:xfrm>
              <a:off x="3224160" y="1767040"/>
              <a:ext cx="240840" cy="138960"/>
            </p14:xfrm>
          </p:contentPart>
        </mc:Choice>
        <mc:Fallback xmlns="">
          <p:pic>
            <p:nvPicPr>
              <p:cNvPr id="18" name="Ink 17">
                <a:extLst>
                  <a:ext uri="{FF2B5EF4-FFF2-40B4-BE49-F238E27FC236}">
                    <a16:creationId xmlns:a16="http://schemas.microsoft.com/office/drawing/2014/main" id="{A1A04092-A95F-BEB1-1FCF-7755FB0A2846}"/>
                  </a:ext>
                </a:extLst>
              </p:cNvPr>
              <p:cNvPicPr/>
              <p:nvPr/>
            </p:nvPicPr>
            <p:blipFill>
              <a:blip r:embed="rId33"/>
              <a:stretch>
                <a:fillRect/>
              </a:stretch>
            </p:blipFill>
            <p:spPr>
              <a:xfrm>
                <a:off x="3219840" y="1762720"/>
                <a:ext cx="249480" cy="147600"/>
              </a:xfrm>
              <a:prstGeom prst="rect">
                <a:avLst/>
              </a:prstGeom>
            </p:spPr>
          </p:pic>
        </mc:Fallback>
      </mc:AlternateContent>
      <p:grpSp>
        <p:nvGrpSpPr>
          <p:cNvPr id="37" name="Group 36">
            <a:extLst>
              <a:ext uri="{FF2B5EF4-FFF2-40B4-BE49-F238E27FC236}">
                <a16:creationId xmlns:a16="http://schemas.microsoft.com/office/drawing/2014/main" id="{881EF73A-044A-532B-9336-35F5218EF5A0}"/>
              </a:ext>
            </a:extLst>
          </p:cNvPr>
          <p:cNvGrpSpPr/>
          <p:nvPr/>
        </p:nvGrpSpPr>
        <p:grpSpPr>
          <a:xfrm>
            <a:off x="4008240" y="1449880"/>
            <a:ext cx="899640" cy="440280"/>
            <a:chOff x="4008240" y="1449880"/>
            <a:chExt cx="899640" cy="440280"/>
          </a:xfrm>
        </p:grpSpPr>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7E4692E8-7F3C-2D5A-64D3-8D8CB3B2CF11}"/>
                    </a:ext>
                  </a:extLst>
                </p14:cNvPr>
                <p14:cNvContentPartPr/>
                <p14:nvPr/>
              </p14:nvContentPartPr>
              <p14:xfrm>
                <a:off x="4008240" y="1449880"/>
                <a:ext cx="595080" cy="428400"/>
              </p14:xfrm>
            </p:contentPart>
          </mc:Choice>
          <mc:Fallback xmlns="">
            <p:pic>
              <p:nvPicPr>
                <p:cNvPr id="20" name="Ink 19">
                  <a:extLst>
                    <a:ext uri="{FF2B5EF4-FFF2-40B4-BE49-F238E27FC236}">
                      <a16:creationId xmlns:a16="http://schemas.microsoft.com/office/drawing/2014/main" id="{7E4692E8-7F3C-2D5A-64D3-8D8CB3B2CF11}"/>
                    </a:ext>
                  </a:extLst>
                </p:cNvPr>
                <p:cNvPicPr/>
                <p:nvPr/>
              </p:nvPicPr>
              <p:blipFill>
                <a:blip r:embed="rId35"/>
                <a:stretch>
                  <a:fillRect/>
                </a:stretch>
              </p:blipFill>
              <p:spPr>
                <a:xfrm>
                  <a:off x="4003920" y="1445560"/>
                  <a:ext cx="60372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6EF9AE58-DEB6-A67B-DD7D-0F5710BF727C}"/>
                    </a:ext>
                  </a:extLst>
                </p14:cNvPr>
                <p14:cNvContentPartPr/>
                <p14:nvPr/>
              </p14:nvContentPartPr>
              <p14:xfrm>
                <a:off x="4545360" y="1765600"/>
                <a:ext cx="362520" cy="124560"/>
              </p14:xfrm>
            </p:contentPart>
          </mc:Choice>
          <mc:Fallback xmlns="">
            <p:pic>
              <p:nvPicPr>
                <p:cNvPr id="21" name="Ink 20">
                  <a:extLst>
                    <a:ext uri="{FF2B5EF4-FFF2-40B4-BE49-F238E27FC236}">
                      <a16:creationId xmlns:a16="http://schemas.microsoft.com/office/drawing/2014/main" id="{6EF9AE58-DEB6-A67B-DD7D-0F5710BF727C}"/>
                    </a:ext>
                  </a:extLst>
                </p:cNvPr>
                <p:cNvPicPr/>
                <p:nvPr/>
              </p:nvPicPr>
              <p:blipFill>
                <a:blip r:embed="rId37"/>
                <a:stretch>
                  <a:fillRect/>
                </a:stretch>
              </p:blipFill>
              <p:spPr>
                <a:xfrm>
                  <a:off x="4541040" y="1761280"/>
                  <a:ext cx="371160" cy="133200"/>
                </a:xfrm>
                <a:prstGeom prst="rect">
                  <a:avLst/>
                </a:prstGeom>
              </p:spPr>
            </p:pic>
          </mc:Fallback>
        </mc:AlternateContent>
      </p:grpSp>
      <p:grpSp>
        <p:nvGrpSpPr>
          <p:cNvPr id="36" name="Group 35">
            <a:extLst>
              <a:ext uri="{FF2B5EF4-FFF2-40B4-BE49-F238E27FC236}">
                <a16:creationId xmlns:a16="http://schemas.microsoft.com/office/drawing/2014/main" id="{277E7E88-2FB9-7463-2F8C-F88123B75034}"/>
              </a:ext>
            </a:extLst>
          </p:cNvPr>
          <p:cNvGrpSpPr/>
          <p:nvPr/>
        </p:nvGrpSpPr>
        <p:grpSpPr>
          <a:xfrm>
            <a:off x="5317200" y="1639960"/>
            <a:ext cx="486360" cy="241920"/>
            <a:chOff x="5317200" y="1639960"/>
            <a:chExt cx="486360" cy="241920"/>
          </a:xfrm>
        </p:grpSpPr>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0DBD4A3E-1D93-E935-4939-0B911FDD1926}"/>
                    </a:ext>
                  </a:extLst>
                </p14:cNvPr>
                <p14:cNvContentPartPr/>
                <p14:nvPr/>
              </p14:nvContentPartPr>
              <p14:xfrm>
                <a:off x="5317200" y="1762000"/>
                <a:ext cx="167040" cy="99000"/>
              </p14:xfrm>
            </p:contentPart>
          </mc:Choice>
          <mc:Fallback xmlns="">
            <p:pic>
              <p:nvPicPr>
                <p:cNvPr id="22" name="Ink 21">
                  <a:extLst>
                    <a:ext uri="{FF2B5EF4-FFF2-40B4-BE49-F238E27FC236}">
                      <a16:creationId xmlns:a16="http://schemas.microsoft.com/office/drawing/2014/main" id="{0DBD4A3E-1D93-E935-4939-0B911FDD1926}"/>
                    </a:ext>
                  </a:extLst>
                </p:cNvPr>
                <p:cNvPicPr/>
                <p:nvPr/>
              </p:nvPicPr>
              <p:blipFill>
                <a:blip r:embed="rId39"/>
                <a:stretch>
                  <a:fillRect/>
                </a:stretch>
              </p:blipFill>
              <p:spPr>
                <a:xfrm>
                  <a:off x="5312880" y="1757680"/>
                  <a:ext cx="1756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CD7414D6-C24B-2176-BCC7-58608710DF07}"/>
                    </a:ext>
                  </a:extLst>
                </p14:cNvPr>
                <p14:cNvContentPartPr/>
                <p14:nvPr/>
              </p14:nvContentPartPr>
              <p14:xfrm>
                <a:off x="5671440" y="1797640"/>
                <a:ext cx="40320" cy="72360"/>
              </p14:xfrm>
            </p:contentPart>
          </mc:Choice>
          <mc:Fallback xmlns="">
            <p:pic>
              <p:nvPicPr>
                <p:cNvPr id="23" name="Ink 22">
                  <a:extLst>
                    <a:ext uri="{FF2B5EF4-FFF2-40B4-BE49-F238E27FC236}">
                      <a16:creationId xmlns:a16="http://schemas.microsoft.com/office/drawing/2014/main" id="{CD7414D6-C24B-2176-BCC7-58608710DF07}"/>
                    </a:ext>
                  </a:extLst>
                </p:cNvPr>
                <p:cNvPicPr/>
                <p:nvPr/>
              </p:nvPicPr>
              <p:blipFill>
                <a:blip r:embed="rId41"/>
                <a:stretch>
                  <a:fillRect/>
                </a:stretch>
              </p:blipFill>
              <p:spPr>
                <a:xfrm>
                  <a:off x="5667120" y="1793320"/>
                  <a:ext cx="489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7FB474FD-C7FE-9D5A-545E-69E9FF983547}"/>
                    </a:ext>
                  </a:extLst>
                </p14:cNvPr>
                <p14:cNvContentPartPr/>
                <p14:nvPr/>
              </p14:nvContentPartPr>
              <p14:xfrm>
                <a:off x="5738040" y="1639960"/>
                <a:ext cx="1800" cy="52920"/>
              </p14:xfrm>
            </p:contentPart>
          </mc:Choice>
          <mc:Fallback xmlns="">
            <p:pic>
              <p:nvPicPr>
                <p:cNvPr id="24" name="Ink 23">
                  <a:extLst>
                    <a:ext uri="{FF2B5EF4-FFF2-40B4-BE49-F238E27FC236}">
                      <a16:creationId xmlns:a16="http://schemas.microsoft.com/office/drawing/2014/main" id="{7FB474FD-C7FE-9D5A-545E-69E9FF983547}"/>
                    </a:ext>
                  </a:extLst>
                </p:cNvPr>
                <p:cNvPicPr/>
                <p:nvPr/>
              </p:nvPicPr>
              <p:blipFill>
                <a:blip r:embed="rId43"/>
                <a:stretch>
                  <a:fillRect/>
                </a:stretch>
              </p:blipFill>
              <p:spPr>
                <a:xfrm>
                  <a:off x="5733720" y="1635640"/>
                  <a:ext cx="104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53BF5A23-AB29-ED3C-8F2D-B23F86E25775}"/>
                    </a:ext>
                  </a:extLst>
                </p14:cNvPr>
                <p14:cNvContentPartPr/>
                <p14:nvPr/>
              </p14:nvContentPartPr>
              <p14:xfrm>
                <a:off x="5733000" y="1752640"/>
                <a:ext cx="70560" cy="129240"/>
              </p14:xfrm>
            </p:contentPart>
          </mc:Choice>
          <mc:Fallback xmlns="">
            <p:pic>
              <p:nvPicPr>
                <p:cNvPr id="25" name="Ink 24">
                  <a:extLst>
                    <a:ext uri="{FF2B5EF4-FFF2-40B4-BE49-F238E27FC236}">
                      <a16:creationId xmlns:a16="http://schemas.microsoft.com/office/drawing/2014/main" id="{53BF5A23-AB29-ED3C-8F2D-B23F86E25775}"/>
                    </a:ext>
                  </a:extLst>
                </p:cNvPr>
                <p:cNvPicPr/>
                <p:nvPr/>
              </p:nvPicPr>
              <p:blipFill>
                <a:blip r:embed="rId45"/>
                <a:stretch>
                  <a:fillRect/>
                </a:stretch>
              </p:blipFill>
              <p:spPr>
                <a:xfrm>
                  <a:off x="5728680" y="1748320"/>
                  <a:ext cx="7920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E375F35B-DAB7-A177-2247-7ADE3FFD2749}"/>
                  </a:ext>
                </a:extLst>
              </p14:cNvPr>
              <p14:cNvContentPartPr/>
              <p14:nvPr/>
            </p14:nvContentPartPr>
            <p14:xfrm>
              <a:off x="6034320" y="1744000"/>
              <a:ext cx="192960" cy="107280"/>
            </p14:xfrm>
          </p:contentPart>
        </mc:Choice>
        <mc:Fallback xmlns="">
          <p:pic>
            <p:nvPicPr>
              <p:cNvPr id="26" name="Ink 25">
                <a:extLst>
                  <a:ext uri="{FF2B5EF4-FFF2-40B4-BE49-F238E27FC236}">
                    <a16:creationId xmlns:a16="http://schemas.microsoft.com/office/drawing/2014/main" id="{E375F35B-DAB7-A177-2247-7ADE3FFD2749}"/>
                  </a:ext>
                </a:extLst>
              </p:cNvPr>
              <p:cNvPicPr/>
              <p:nvPr/>
            </p:nvPicPr>
            <p:blipFill>
              <a:blip r:embed="rId47"/>
              <a:stretch>
                <a:fillRect/>
              </a:stretch>
            </p:blipFill>
            <p:spPr>
              <a:xfrm>
                <a:off x="6030000" y="1739680"/>
                <a:ext cx="2016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38D28ED9-5731-FF0E-9B6A-E25B37E570EA}"/>
                  </a:ext>
                </a:extLst>
              </p14:cNvPr>
              <p14:cNvContentPartPr/>
              <p14:nvPr/>
            </p14:nvContentPartPr>
            <p14:xfrm>
              <a:off x="6494040" y="1495600"/>
              <a:ext cx="467640" cy="386640"/>
            </p14:xfrm>
          </p:contentPart>
        </mc:Choice>
        <mc:Fallback xmlns="">
          <p:pic>
            <p:nvPicPr>
              <p:cNvPr id="27" name="Ink 26">
                <a:extLst>
                  <a:ext uri="{FF2B5EF4-FFF2-40B4-BE49-F238E27FC236}">
                    <a16:creationId xmlns:a16="http://schemas.microsoft.com/office/drawing/2014/main" id="{38D28ED9-5731-FF0E-9B6A-E25B37E570EA}"/>
                  </a:ext>
                </a:extLst>
              </p:cNvPr>
              <p:cNvPicPr/>
              <p:nvPr/>
            </p:nvPicPr>
            <p:blipFill>
              <a:blip r:embed="rId49"/>
              <a:stretch>
                <a:fillRect/>
              </a:stretch>
            </p:blipFill>
            <p:spPr>
              <a:xfrm>
                <a:off x="6489720" y="1491280"/>
                <a:ext cx="4762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73B7A9D3-DED5-A4AD-A578-88BA634DE6DA}"/>
                  </a:ext>
                </a:extLst>
              </p14:cNvPr>
              <p14:cNvContentPartPr/>
              <p14:nvPr/>
            </p14:nvContentPartPr>
            <p14:xfrm>
              <a:off x="6845400" y="1787200"/>
              <a:ext cx="50760" cy="64800"/>
            </p14:xfrm>
          </p:contentPart>
        </mc:Choice>
        <mc:Fallback xmlns="">
          <p:pic>
            <p:nvPicPr>
              <p:cNvPr id="28" name="Ink 27">
                <a:extLst>
                  <a:ext uri="{FF2B5EF4-FFF2-40B4-BE49-F238E27FC236}">
                    <a16:creationId xmlns:a16="http://schemas.microsoft.com/office/drawing/2014/main" id="{73B7A9D3-DED5-A4AD-A578-88BA634DE6DA}"/>
                  </a:ext>
                </a:extLst>
              </p:cNvPr>
              <p:cNvPicPr/>
              <p:nvPr/>
            </p:nvPicPr>
            <p:blipFill>
              <a:blip r:embed="rId51"/>
              <a:stretch>
                <a:fillRect/>
              </a:stretch>
            </p:blipFill>
            <p:spPr>
              <a:xfrm>
                <a:off x="6841080" y="1782880"/>
                <a:ext cx="59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7AE12A44-D0F4-43D9-1766-9F6815F675A4}"/>
                  </a:ext>
                </a:extLst>
              </p14:cNvPr>
              <p14:cNvContentPartPr/>
              <p14:nvPr/>
            </p14:nvContentPartPr>
            <p14:xfrm>
              <a:off x="6958440" y="1597120"/>
              <a:ext cx="95400" cy="285120"/>
            </p14:xfrm>
          </p:contentPart>
        </mc:Choice>
        <mc:Fallback xmlns="">
          <p:pic>
            <p:nvPicPr>
              <p:cNvPr id="29" name="Ink 28">
                <a:extLst>
                  <a:ext uri="{FF2B5EF4-FFF2-40B4-BE49-F238E27FC236}">
                    <a16:creationId xmlns:a16="http://schemas.microsoft.com/office/drawing/2014/main" id="{7AE12A44-D0F4-43D9-1766-9F6815F675A4}"/>
                  </a:ext>
                </a:extLst>
              </p:cNvPr>
              <p:cNvPicPr/>
              <p:nvPr/>
            </p:nvPicPr>
            <p:blipFill>
              <a:blip r:embed="rId53"/>
              <a:stretch>
                <a:fillRect/>
              </a:stretch>
            </p:blipFill>
            <p:spPr>
              <a:xfrm>
                <a:off x="6954120" y="1592800"/>
                <a:ext cx="10404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89321C57-4AE4-44CC-050F-E340CAAE2CD0}"/>
                  </a:ext>
                </a:extLst>
              </p14:cNvPr>
              <p14:cNvContentPartPr/>
              <p14:nvPr/>
            </p14:nvContentPartPr>
            <p14:xfrm>
              <a:off x="7027920" y="1773520"/>
              <a:ext cx="114480" cy="82440"/>
            </p14:xfrm>
          </p:contentPart>
        </mc:Choice>
        <mc:Fallback xmlns="">
          <p:pic>
            <p:nvPicPr>
              <p:cNvPr id="30" name="Ink 29">
                <a:extLst>
                  <a:ext uri="{FF2B5EF4-FFF2-40B4-BE49-F238E27FC236}">
                    <a16:creationId xmlns:a16="http://schemas.microsoft.com/office/drawing/2014/main" id="{89321C57-4AE4-44CC-050F-E340CAAE2CD0}"/>
                  </a:ext>
                </a:extLst>
              </p:cNvPr>
              <p:cNvPicPr/>
              <p:nvPr/>
            </p:nvPicPr>
            <p:blipFill>
              <a:blip r:embed="rId55"/>
              <a:stretch>
                <a:fillRect/>
              </a:stretch>
            </p:blipFill>
            <p:spPr>
              <a:xfrm>
                <a:off x="7023600" y="1769200"/>
                <a:ext cx="123120" cy="91080"/>
              </a:xfrm>
              <a:prstGeom prst="rect">
                <a:avLst/>
              </a:prstGeom>
            </p:spPr>
          </p:pic>
        </mc:Fallback>
      </mc:AlternateContent>
      <p:grpSp>
        <p:nvGrpSpPr>
          <p:cNvPr id="41" name="Group 40">
            <a:extLst>
              <a:ext uri="{FF2B5EF4-FFF2-40B4-BE49-F238E27FC236}">
                <a16:creationId xmlns:a16="http://schemas.microsoft.com/office/drawing/2014/main" id="{910D64E0-05DC-8209-EAD3-C9C78EB77F29}"/>
              </a:ext>
            </a:extLst>
          </p:cNvPr>
          <p:cNvGrpSpPr/>
          <p:nvPr/>
        </p:nvGrpSpPr>
        <p:grpSpPr>
          <a:xfrm>
            <a:off x="7349760" y="1655080"/>
            <a:ext cx="858960" cy="226440"/>
            <a:chOff x="7349760" y="1655080"/>
            <a:chExt cx="858960" cy="226440"/>
          </a:xfrm>
        </p:grpSpPr>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B54D2027-1924-6C37-C585-347AF50EFE39}"/>
                    </a:ext>
                  </a:extLst>
                </p14:cNvPr>
                <p14:cNvContentPartPr/>
                <p14:nvPr/>
              </p14:nvContentPartPr>
              <p14:xfrm>
                <a:off x="7349760" y="1763080"/>
                <a:ext cx="96840" cy="101880"/>
              </p14:xfrm>
            </p:contentPart>
          </mc:Choice>
          <mc:Fallback xmlns="">
            <p:pic>
              <p:nvPicPr>
                <p:cNvPr id="31" name="Ink 30">
                  <a:extLst>
                    <a:ext uri="{FF2B5EF4-FFF2-40B4-BE49-F238E27FC236}">
                      <a16:creationId xmlns:a16="http://schemas.microsoft.com/office/drawing/2014/main" id="{B54D2027-1924-6C37-C585-347AF50EFE39}"/>
                    </a:ext>
                  </a:extLst>
                </p:cNvPr>
                <p:cNvPicPr/>
                <p:nvPr/>
              </p:nvPicPr>
              <p:blipFill>
                <a:blip r:embed="rId57"/>
                <a:stretch>
                  <a:fillRect/>
                </a:stretch>
              </p:blipFill>
              <p:spPr>
                <a:xfrm>
                  <a:off x="7345440" y="1758760"/>
                  <a:ext cx="1054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572B9F4E-A845-50A9-E154-8710CE847430}"/>
                    </a:ext>
                  </a:extLst>
                </p14:cNvPr>
                <p14:cNvContentPartPr/>
                <p14:nvPr/>
              </p14:nvContentPartPr>
              <p14:xfrm>
                <a:off x="7488360" y="1797640"/>
                <a:ext cx="119880" cy="58320"/>
              </p14:xfrm>
            </p:contentPart>
          </mc:Choice>
          <mc:Fallback xmlns="">
            <p:pic>
              <p:nvPicPr>
                <p:cNvPr id="32" name="Ink 31">
                  <a:extLst>
                    <a:ext uri="{FF2B5EF4-FFF2-40B4-BE49-F238E27FC236}">
                      <a16:creationId xmlns:a16="http://schemas.microsoft.com/office/drawing/2014/main" id="{572B9F4E-A845-50A9-E154-8710CE847430}"/>
                    </a:ext>
                  </a:extLst>
                </p:cNvPr>
                <p:cNvPicPr/>
                <p:nvPr/>
              </p:nvPicPr>
              <p:blipFill>
                <a:blip r:embed="rId59"/>
                <a:stretch>
                  <a:fillRect/>
                </a:stretch>
              </p:blipFill>
              <p:spPr>
                <a:xfrm>
                  <a:off x="7484040" y="1793320"/>
                  <a:ext cx="1285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FA992953-1155-A894-CB05-0ACAB60393CB}"/>
                    </a:ext>
                  </a:extLst>
                </p14:cNvPr>
                <p14:cNvContentPartPr/>
                <p14:nvPr/>
              </p14:nvContentPartPr>
              <p14:xfrm>
                <a:off x="7641000" y="1795480"/>
                <a:ext cx="190440" cy="52560"/>
              </p14:xfrm>
            </p:contentPart>
          </mc:Choice>
          <mc:Fallback xmlns="">
            <p:pic>
              <p:nvPicPr>
                <p:cNvPr id="33" name="Ink 32">
                  <a:extLst>
                    <a:ext uri="{FF2B5EF4-FFF2-40B4-BE49-F238E27FC236}">
                      <a16:creationId xmlns:a16="http://schemas.microsoft.com/office/drawing/2014/main" id="{FA992953-1155-A894-CB05-0ACAB60393CB}"/>
                    </a:ext>
                  </a:extLst>
                </p:cNvPr>
                <p:cNvPicPr/>
                <p:nvPr/>
              </p:nvPicPr>
              <p:blipFill>
                <a:blip r:embed="rId61"/>
                <a:stretch>
                  <a:fillRect/>
                </a:stretch>
              </p:blipFill>
              <p:spPr>
                <a:xfrm>
                  <a:off x="7636680" y="1791160"/>
                  <a:ext cx="19908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791E91E0-A00C-9FA6-3C13-5A9122A206DA}"/>
                    </a:ext>
                  </a:extLst>
                </p14:cNvPr>
                <p14:cNvContentPartPr/>
                <p14:nvPr/>
              </p14:nvContentPartPr>
              <p14:xfrm>
                <a:off x="7869960" y="1655080"/>
                <a:ext cx="88560" cy="207360"/>
              </p14:xfrm>
            </p:contentPart>
          </mc:Choice>
          <mc:Fallback xmlns="">
            <p:pic>
              <p:nvPicPr>
                <p:cNvPr id="38" name="Ink 37">
                  <a:extLst>
                    <a:ext uri="{FF2B5EF4-FFF2-40B4-BE49-F238E27FC236}">
                      <a16:creationId xmlns:a16="http://schemas.microsoft.com/office/drawing/2014/main" id="{791E91E0-A00C-9FA6-3C13-5A9122A206DA}"/>
                    </a:ext>
                  </a:extLst>
                </p:cNvPr>
                <p:cNvPicPr/>
                <p:nvPr/>
              </p:nvPicPr>
              <p:blipFill>
                <a:blip r:embed="rId63"/>
                <a:stretch>
                  <a:fillRect/>
                </a:stretch>
              </p:blipFill>
              <p:spPr>
                <a:xfrm>
                  <a:off x="7865640" y="1650760"/>
                  <a:ext cx="97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7F9E8AB9-8902-A277-A6ED-C7818F62886A}"/>
                    </a:ext>
                  </a:extLst>
                </p14:cNvPr>
                <p14:cNvContentPartPr/>
                <p14:nvPr/>
              </p14:nvContentPartPr>
              <p14:xfrm>
                <a:off x="7981200" y="1804120"/>
                <a:ext cx="57960" cy="70920"/>
              </p14:xfrm>
            </p:contentPart>
          </mc:Choice>
          <mc:Fallback xmlns="">
            <p:pic>
              <p:nvPicPr>
                <p:cNvPr id="39" name="Ink 38">
                  <a:extLst>
                    <a:ext uri="{FF2B5EF4-FFF2-40B4-BE49-F238E27FC236}">
                      <a16:creationId xmlns:a16="http://schemas.microsoft.com/office/drawing/2014/main" id="{7F9E8AB9-8902-A277-A6ED-C7818F62886A}"/>
                    </a:ext>
                  </a:extLst>
                </p:cNvPr>
                <p:cNvPicPr/>
                <p:nvPr/>
              </p:nvPicPr>
              <p:blipFill>
                <a:blip r:embed="rId65"/>
                <a:stretch>
                  <a:fillRect/>
                </a:stretch>
              </p:blipFill>
              <p:spPr>
                <a:xfrm>
                  <a:off x="7976880" y="1799800"/>
                  <a:ext cx="66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C5E2527A-B809-BBB6-25CC-0F6772484CE2}"/>
                    </a:ext>
                  </a:extLst>
                </p14:cNvPr>
                <p14:cNvContentPartPr/>
                <p14:nvPr/>
              </p14:nvContentPartPr>
              <p14:xfrm>
                <a:off x="8117640" y="1787200"/>
                <a:ext cx="91080" cy="94320"/>
              </p14:xfrm>
            </p:contentPart>
          </mc:Choice>
          <mc:Fallback xmlns="">
            <p:pic>
              <p:nvPicPr>
                <p:cNvPr id="40" name="Ink 39">
                  <a:extLst>
                    <a:ext uri="{FF2B5EF4-FFF2-40B4-BE49-F238E27FC236}">
                      <a16:creationId xmlns:a16="http://schemas.microsoft.com/office/drawing/2014/main" id="{C5E2527A-B809-BBB6-25CC-0F6772484CE2}"/>
                    </a:ext>
                  </a:extLst>
                </p:cNvPr>
                <p:cNvPicPr/>
                <p:nvPr/>
              </p:nvPicPr>
              <p:blipFill>
                <a:blip r:embed="rId67"/>
                <a:stretch>
                  <a:fillRect/>
                </a:stretch>
              </p:blipFill>
              <p:spPr>
                <a:xfrm>
                  <a:off x="8113320" y="1782880"/>
                  <a:ext cx="99720" cy="102960"/>
                </a:xfrm>
                <a:prstGeom prst="rect">
                  <a:avLst/>
                </a:prstGeom>
              </p:spPr>
            </p:pic>
          </mc:Fallback>
        </mc:AlternateContent>
      </p:grpSp>
      <p:grpSp>
        <p:nvGrpSpPr>
          <p:cNvPr id="62" name="Group 61">
            <a:extLst>
              <a:ext uri="{FF2B5EF4-FFF2-40B4-BE49-F238E27FC236}">
                <a16:creationId xmlns:a16="http://schemas.microsoft.com/office/drawing/2014/main" id="{987EF9C0-B30D-5420-8545-4D312004136D}"/>
              </a:ext>
            </a:extLst>
          </p:cNvPr>
          <p:cNvGrpSpPr/>
          <p:nvPr/>
        </p:nvGrpSpPr>
        <p:grpSpPr>
          <a:xfrm>
            <a:off x="384120" y="2422600"/>
            <a:ext cx="1339200" cy="382320"/>
            <a:chOff x="384120" y="2422600"/>
            <a:chExt cx="1339200" cy="382320"/>
          </a:xfrm>
        </p:grpSpPr>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8F7AC4C4-DA49-9AEB-0B26-10E2DA8449C3}"/>
                    </a:ext>
                  </a:extLst>
                </p14:cNvPr>
                <p14:cNvContentPartPr/>
                <p14:nvPr/>
              </p14:nvContentPartPr>
              <p14:xfrm>
                <a:off x="617760" y="2514760"/>
                <a:ext cx="120960" cy="246240"/>
              </p14:xfrm>
            </p:contentPart>
          </mc:Choice>
          <mc:Fallback xmlns="">
            <p:pic>
              <p:nvPicPr>
                <p:cNvPr id="42" name="Ink 41">
                  <a:extLst>
                    <a:ext uri="{FF2B5EF4-FFF2-40B4-BE49-F238E27FC236}">
                      <a16:creationId xmlns:a16="http://schemas.microsoft.com/office/drawing/2014/main" id="{8F7AC4C4-DA49-9AEB-0B26-10E2DA8449C3}"/>
                    </a:ext>
                  </a:extLst>
                </p:cNvPr>
                <p:cNvPicPr/>
                <p:nvPr/>
              </p:nvPicPr>
              <p:blipFill>
                <a:blip r:embed="rId69"/>
                <a:stretch>
                  <a:fillRect/>
                </a:stretch>
              </p:blipFill>
              <p:spPr>
                <a:xfrm>
                  <a:off x="613440" y="2510440"/>
                  <a:ext cx="12960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5B406C79-2E3C-2EF3-2F18-BE5333542F32}"/>
                    </a:ext>
                  </a:extLst>
                </p14:cNvPr>
                <p14:cNvContentPartPr/>
                <p14:nvPr/>
              </p14:nvContentPartPr>
              <p14:xfrm>
                <a:off x="384120" y="2422600"/>
                <a:ext cx="572760" cy="69480"/>
              </p14:xfrm>
            </p:contentPart>
          </mc:Choice>
          <mc:Fallback xmlns="">
            <p:pic>
              <p:nvPicPr>
                <p:cNvPr id="43" name="Ink 42">
                  <a:extLst>
                    <a:ext uri="{FF2B5EF4-FFF2-40B4-BE49-F238E27FC236}">
                      <a16:creationId xmlns:a16="http://schemas.microsoft.com/office/drawing/2014/main" id="{5B406C79-2E3C-2EF3-2F18-BE5333542F32}"/>
                    </a:ext>
                  </a:extLst>
                </p:cNvPr>
                <p:cNvPicPr/>
                <p:nvPr/>
              </p:nvPicPr>
              <p:blipFill>
                <a:blip r:embed="rId71"/>
                <a:stretch>
                  <a:fillRect/>
                </a:stretch>
              </p:blipFill>
              <p:spPr>
                <a:xfrm>
                  <a:off x="379800" y="2418280"/>
                  <a:ext cx="5814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32B5A57D-A58F-D16D-8DCF-003EB5FE57E6}"/>
                    </a:ext>
                  </a:extLst>
                </p14:cNvPr>
                <p14:cNvContentPartPr/>
                <p14:nvPr/>
              </p14:nvContentPartPr>
              <p14:xfrm>
                <a:off x="752040" y="2740480"/>
                <a:ext cx="26280" cy="63720"/>
              </p14:xfrm>
            </p:contentPart>
          </mc:Choice>
          <mc:Fallback xmlns="">
            <p:pic>
              <p:nvPicPr>
                <p:cNvPr id="44" name="Ink 43">
                  <a:extLst>
                    <a:ext uri="{FF2B5EF4-FFF2-40B4-BE49-F238E27FC236}">
                      <a16:creationId xmlns:a16="http://schemas.microsoft.com/office/drawing/2014/main" id="{32B5A57D-A58F-D16D-8DCF-003EB5FE57E6}"/>
                    </a:ext>
                  </a:extLst>
                </p:cNvPr>
                <p:cNvPicPr/>
                <p:nvPr/>
              </p:nvPicPr>
              <p:blipFill>
                <a:blip r:embed="rId73"/>
                <a:stretch>
                  <a:fillRect/>
                </a:stretch>
              </p:blipFill>
              <p:spPr>
                <a:xfrm>
                  <a:off x="747720" y="2736160"/>
                  <a:ext cx="349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0D6DA0E9-383C-687B-F458-36B2AFED2AE1}"/>
                    </a:ext>
                  </a:extLst>
                </p14:cNvPr>
                <p14:cNvContentPartPr/>
                <p14:nvPr/>
              </p14:nvContentPartPr>
              <p14:xfrm>
                <a:off x="801360" y="2609080"/>
                <a:ext cx="11880" cy="37440"/>
              </p14:xfrm>
            </p:contentPart>
          </mc:Choice>
          <mc:Fallback xmlns="">
            <p:pic>
              <p:nvPicPr>
                <p:cNvPr id="45" name="Ink 44">
                  <a:extLst>
                    <a:ext uri="{FF2B5EF4-FFF2-40B4-BE49-F238E27FC236}">
                      <a16:creationId xmlns:a16="http://schemas.microsoft.com/office/drawing/2014/main" id="{0D6DA0E9-383C-687B-F458-36B2AFED2AE1}"/>
                    </a:ext>
                  </a:extLst>
                </p:cNvPr>
                <p:cNvPicPr/>
                <p:nvPr/>
              </p:nvPicPr>
              <p:blipFill>
                <a:blip r:embed="rId75"/>
                <a:stretch>
                  <a:fillRect/>
                </a:stretch>
              </p:blipFill>
              <p:spPr>
                <a:xfrm>
                  <a:off x="797040" y="2604760"/>
                  <a:ext cx="205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C9E1D825-B062-DBCE-A26E-C5D0DC6643DC}"/>
                    </a:ext>
                  </a:extLst>
                </p14:cNvPr>
                <p14:cNvContentPartPr/>
                <p14:nvPr/>
              </p14:nvContentPartPr>
              <p14:xfrm>
                <a:off x="821880" y="2693680"/>
                <a:ext cx="239760" cy="78480"/>
              </p14:xfrm>
            </p:contentPart>
          </mc:Choice>
          <mc:Fallback xmlns="">
            <p:pic>
              <p:nvPicPr>
                <p:cNvPr id="46" name="Ink 45">
                  <a:extLst>
                    <a:ext uri="{FF2B5EF4-FFF2-40B4-BE49-F238E27FC236}">
                      <a16:creationId xmlns:a16="http://schemas.microsoft.com/office/drawing/2014/main" id="{C9E1D825-B062-DBCE-A26E-C5D0DC6643DC}"/>
                    </a:ext>
                  </a:extLst>
                </p:cNvPr>
                <p:cNvPicPr/>
                <p:nvPr/>
              </p:nvPicPr>
              <p:blipFill>
                <a:blip r:embed="rId77"/>
                <a:stretch>
                  <a:fillRect/>
                </a:stretch>
              </p:blipFill>
              <p:spPr>
                <a:xfrm>
                  <a:off x="817560" y="2689360"/>
                  <a:ext cx="2484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A1DBD61B-71F1-B5F7-860D-F28A2AF04F91}"/>
                    </a:ext>
                  </a:extLst>
                </p14:cNvPr>
                <p14:cNvContentPartPr/>
                <p14:nvPr/>
              </p14:nvContentPartPr>
              <p14:xfrm>
                <a:off x="1043640" y="2695840"/>
                <a:ext cx="130320" cy="89640"/>
              </p14:xfrm>
            </p:contentPart>
          </mc:Choice>
          <mc:Fallback xmlns="">
            <p:pic>
              <p:nvPicPr>
                <p:cNvPr id="48" name="Ink 47">
                  <a:extLst>
                    <a:ext uri="{FF2B5EF4-FFF2-40B4-BE49-F238E27FC236}">
                      <a16:creationId xmlns:a16="http://schemas.microsoft.com/office/drawing/2014/main" id="{A1DBD61B-71F1-B5F7-860D-F28A2AF04F91}"/>
                    </a:ext>
                  </a:extLst>
                </p:cNvPr>
                <p:cNvPicPr/>
                <p:nvPr/>
              </p:nvPicPr>
              <p:blipFill>
                <a:blip r:embed="rId79"/>
                <a:stretch>
                  <a:fillRect/>
                </a:stretch>
              </p:blipFill>
              <p:spPr>
                <a:xfrm>
                  <a:off x="1039320" y="2691520"/>
                  <a:ext cx="1389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C5286EB9-84C5-9A17-2CFB-620D725909F1}"/>
                    </a:ext>
                  </a:extLst>
                </p14:cNvPr>
                <p14:cNvContentPartPr/>
                <p14:nvPr/>
              </p14:nvContentPartPr>
              <p14:xfrm>
                <a:off x="1353240" y="2450680"/>
                <a:ext cx="200520" cy="354240"/>
              </p14:xfrm>
            </p:contentPart>
          </mc:Choice>
          <mc:Fallback xmlns="">
            <p:pic>
              <p:nvPicPr>
                <p:cNvPr id="50" name="Ink 49">
                  <a:extLst>
                    <a:ext uri="{FF2B5EF4-FFF2-40B4-BE49-F238E27FC236}">
                      <a16:creationId xmlns:a16="http://schemas.microsoft.com/office/drawing/2014/main" id="{C5286EB9-84C5-9A17-2CFB-620D725909F1}"/>
                    </a:ext>
                  </a:extLst>
                </p:cNvPr>
                <p:cNvPicPr/>
                <p:nvPr/>
              </p:nvPicPr>
              <p:blipFill>
                <a:blip r:embed="rId81"/>
                <a:stretch>
                  <a:fillRect/>
                </a:stretch>
              </p:blipFill>
              <p:spPr>
                <a:xfrm>
                  <a:off x="1348920" y="2446360"/>
                  <a:ext cx="20916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93F474A6-E8CF-8271-A95B-C0731C8B3515}"/>
                    </a:ext>
                  </a:extLst>
                </p14:cNvPr>
                <p14:cNvContentPartPr/>
                <p14:nvPr/>
              </p14:nvContentPartPr>
              <p14:xfrm>
                <a:off x="1292760" y="2579200"/>
                <a:ext cx="430560" cy="187200"/>
              </p14:xfrm>
            </p:contentPart>
          </mc:Choice>
          <mc:Fallback xmlns="">
            <p:pic>
              <p:nvPicPr>
                <p:cNvPr id="51" name="Ink 50">
                  <a:extLst>
                    <a:ext uri="{FF2B5EF4-FFF2-40B4-BE49-F238E27FC236}">
                      <a16:creationId xmlns:a16="http://schemas.microsoft.com/office/drawing/2014/main" id="{93F474A6-E8CF-8271-A95B-C0731C8B3515}"/>
                    </a:ext>
                  </a:extLst>
                </p:cNvPr>
                <p:cNvPicPr/>
                <p:nvPr/>
              </p:nvPicPr>
              <p:blipFill>
                <a:blip r:embed="rId83"/>
                <a:stretch>
                  <a:fillRect/>
                </a:stretch>
              </p:blipFill>
              <p:spPr>
                <a:xfrm>
                  <a:off x="1288440" y="2574880"/>
                  <a:ext cx="439200" cy="19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9A88886E-8184-58B7-C5B4-6103C56CB678}"/>
                  </a:ext>
                </a:extLst>
              </p14:cNvPr>
              <p14:cNvContentPartPr/>
              <p14:nvPr/>
            </p14:nvContentPartPr>
            <p14:xfrm>
              <a:off x="2183400" y="2442040"/>
              <a:ext cx="60840" cy="269280"/>
            </p14:xfrm>
          </p:contentPart>
        </mc:Choice>
        <mc:Fallback xmlns="">
          <p:pic>
            <p:nvPicPr>
              <p:cNvPr id="52" name="Ink 51">
                <a:extLst>
                  <a:ext uri="{FF2B5EF4-FFF2-40B4-BE49-F238E27FC236}">
                    <a16:creationId xmlns:a16="http://schemas.microsoft.com/office/drawing/2014/main" id="{9A88886E-8184-58B7-C5B4-6103C56CB678}"/>
                  </a:ext>
                </a:extLst>
              </p:cNvPr>
              <p:cNvPicPr/>
              <p:nvPr/>
            </p:nvPicPr>
            <p:blipFill>
              <a:blip r:embed="rId85"/>
              <a:stretch>
                <a:fillRect/>
              </a:stretch>
            </p:blipFill>
            <p:spPr>
              <a:xfrm>
                <a:off x="2179080" y="2437720"/>
                <a:ext cx="69480" cy="277920"/>
              </a:xfrm>
              <a:prstGeom prst="rect">
                <a:avLst/>
              </a:prstGeom>
            </p:spPr>
          </p:pic>
        </mc:Fallback>
      </mc:AlternateContent>
      <p:grpSp>
        <p:nvGrpSpPr>
          <p:cNvPr id="61" name="Group 60">
            <a:extLst>
              <a:ext uri="{FF2B5EF4-FFF2-40B4-BE49-F238E27FC236}">
                <a16:creationId xmlns:a16="http://schemas.microsoft.com/office/drawing/2014/main" id="{2683DEAE-B4BE-3CFD-59E1-3683777F7AF9}"/>
              </a:ext>
            </a:extLst>
          </p:cNvPr>
          <p:cNvGrpSpPr/>
          <p:nvPr/>
        </p:nvGrpSpPr>
        <p:grpSpPr>
          <a:xfrm>
            <a:off x="2504880" y="2374000"/>
            <a:ext cx="945360" cy="452880"/>
            <a:chOff x="2504880" y="2374000"/>
            <a:chExt cx="945360" cy="452880"/>
          </a:xfrm>
        </p:grpSpPr>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EBE74E9E-B234-5942-3F6E-037DC6877DBC}"/>
                    </a:ext>
                  </a:extLst>
                </p14:cNvPr>
                <p14:cNvContentPartPr/>
                <p14:nvPr/>
              </p14:nvContentPartPr>
              <p14:xfrm>
                <a:off x="2504880" y="2508640"/>
                <a:ext cx="105840" cy="141840"/>
              </p14:xfrm>
            </p:contentPart>
          </mc:Choice>
          <mc:Fallback xmlns="">
            <p:pic>
              <p:nvPicPr>
                <p:cNvPr id="53" name="Ink 52">
                  <a:extLst>
                    <a:ext uri="{FF2B5EF4-FFF2-40B4-BE49-F238E27FC236}">
                      <a16:creationId xmlns:a16="http://schemas.microsoft.com/office/drawing/2014/main" id="{EBE74E9E-B234-5942-3F6E-037DC6877DBC}"/>
                    </a:ext>
                  </a:extLst>
                </p:cNvPr>
                <p:cNvPicPr/>
                <p:nvPr/>
              </p:nvPicPr>
              <p:blipFill>
                <a:blip r:embed="rId87"/>
                <a:stretch>
                  <a:fillRect/>
                </a:stretch>
              </p:blipFill>
              <p:spPr>
                <a:xfrm>
                  <a:off x="2500560" y="2504320"/>
                  <a:ext cx="1144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72AE82B1-E356-C53F-557F-3DC6DBD47737}"/>
                    </a:ext>
                  </a:extLst>
                </p14:cNvPr>
                <p14:cNvContentPartPr/>
                <p14:nvPr/>
              </p14:nvContentPartPr>
              <p14:xfrm>
                <a:off x="2678400" y="2559400"/>
                <a:ext cx="86760" cy="89280"/>
              </p14:xfrm>
            </p:contentPart>
          </mc:Choice>
          <mc:Fallback xmlns="">
            <p:pic>
              <p:nvPicPr>
                <p:cNvPr id="54" name="Ink 53">
                  <a:extLst>
                    <a:ext uri="{FF2B5EF4-FFF2-40B4-BE49-F238E27FC236}">
                      <a16:creationId xmlns:a16="http://schemas.microsoft.com/office/drawing/2014/main" id="{72AE82B1-E356-C53F-557F-3DC6DBD47737}"/>
                    </a:ext>
                  </a:extLst>
                </p:cNvPr>
                <p:cNvPicPr/>
                <p:nvPr/>
              </p:nvPicPr>
              <p:blipFill>
                <a:blip r:embed="rId89"/>
                <a:stretch>
                  <a:fillRect/>
                </a:stretch>
              </p:blipFill>
              <p:spPr>
                <a:xfrm>
                  <a:off x="2674080" y="2555080"/>
                  <a:ext cx="954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A4A0CF17-5421-716C-0B78-E4EA826188FD}"/>
                    </a:ext>
                  </a:extLst>
                </p14:cNvPr>
                <p14:cNvContentPartPr/>
                <p14:nvPr/>
              </p14:nvContentPartPr>
              <p14:xfrm>
                <a:off x="2759400" y="2548240"/>
                <a:ext cx="93960" cy="91080"/>
              </p14:xfrm>
            </p:contentPart>
          </mc:Choice>
          <mc:Fallback xmlns="">
            <p:pic>
              <p:nvPicPr>
                <p:cNvPr id="55" name="Ink 54">
                  <a:extLst>
                    <a:ext uri="{FF2B5EF4-FFF2-40B4-BE49-F238E27FC236}">
                      <a16:creationId xmlns:a16="http://schemas.microsoft.com/office/drawing/2014/main" id="{A4A0CF17-5421-716C-0B78-E4EA826188FD}"/>
                    </a:ext>
                  </a:extLst>
                </p:cNvPr>
                <p:cNvPicPr/>
                <p:nvPr/>
              </p:nvPicPr>
              <p:blipFill>
                <a:blip r:embed="rId91"/>
                <a:stretch>
                  <a:fillRect/>
                </a:stretch>
              </p:blipFill>
              <p:spPr>
                <a:xfrm>
                  <a:off x="2755080" y="2543920"/>
                  <a:ext cx="1026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EF9EA999-5FA8-336F-97E7-B874E2F870C4}"/>
                    </a:ext>
                  </a:extLst>
                </p14:cNvPr>
                <p14:cNvContentPartPr/>
                <p14:nvPr/>
              </p14:nvContentPartPr>
              <p14:xfrm>
                <a:off x="2952000" y="2621680"/>
                <a:ext cx="20880" cy="63360"/>
              </p14:xfrm>
            </p:contentPart>
          </mc:Choice>
          <mc:Fallback xmlns="">
            <p:pic>
              <p:nvPicPr>
                <p:cNvPr id="56" name="Ink 55">
                  <a:extLst>
                    <a:ext uri="{FF2B5EF4-FFF2-40B4-BE49-F238E27FC236}">
                      <a16:creationId xmlns:a16="http://schemas.microsoft.com/office/drawing/2014/main" id="{EF9EA999-5FA8-336F-97E7-B874E2F870C4}"/>
                    </a:ext>
                  </a:extLst>
                </p:cNvPr>
                <p:cNvPicPr/>
                <p:nvPr/>
              </p:nvPicPr>
              <p:blipFill>
                <a:blip r:embed="rId93"/>
                <a:stretch>
                  <a:fillRect/>
                </a:stretch>
              </p:blipFill>
              <p:spPr>
                <a:xfrm>
                  <a:off x="2947680" y="2617360"/>
                  <a:ext cx="295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CFD73507-DF0E-E810-54DD-F96B63F3E581}"/>
                    </a:ext>
                  </a:extLst>
                </p14:cNvPr>
                <p14:cNvContentPartPr/>
                <p14:nvPr/>
              </p14:nvContentPartPr>
              <p14:xfrm>
                <a:off x="3022560" y="2505040"/>
                <a:ext cx="72360" cy="321840"/>
              </p14:xfrm>
            </p:contentPart>
          </mc:Choice>
          <mc:Fallback xmlns="">
            <p:pic>
              <p:nvPicPr>
                <p:cNvPr id="57" name="Ink 56">
                  <a:extLst>
                    <a:ext uri="{FF2B5EF4-FFF2-40B4-BE49-F238E27FC236}">
                      <a16:creationId xmlns:a16="http://schemas.microsoft.com/office/drawing/2014/main" id="{CFD73507-DF0E-E810-54DD-F96B63F3E581}"/>
                    </a:ext>
                  </a:extLst>
                </p:cNvPr>
                <p:cNvPicPr/>
                <p:nvPr/>
              </p:nvPicPr>
              <p:blipFill>
                <a:blip r:embed="rId95"/>
                <a:stretch>
                  <a:fillRect/>
                </a:stretch>
              </p:blipFill>
              <p:spPr>
                <a:xfrm>
                  <a:off x="3018240" y="2500720"/>
                  <a:ext cx="810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FAC1E1E9-5E0D-7B55-1B7F-5790664B4F2F}"/>
                    </a:ext>
                  </a:extLst>
                </p14:cNvPr>
                <p14:cNvContentPartPr/>
                <p14:nvPr/>
              </p14:nvContentPartPr>
              <p14:xfrm>
                <a:off x="3106080" y="2562280"/>
                <a:ext cx="70920" cy="54720"/>
              </p14:xfrm>
            </p:contentPart>
          </mc:Choice>
          <mc:Fallback xmlns="">
            <p:pic>
              <p:nvPicPr>
                <p:cNvPr id="58" name="Ink 57">
                  <a:extLst>
                    <a:ext uri="{FF2B5EF4-FFF2-40B4-BE49-F238E27FC236}">
                      <a16:creationId xmlns:a16="http://schemas.microsoft.com/office/drawing/2014/main" id="{FAC1E1E9-5E0D-7B55-1B7F-5790664B4F2F}"/>
                    </a:ext>
                  </a:extLst>
                </p:cNvPr>
                <p:cNvPicPr/>
                <p:nvPr/>
              </p:nvPicPr>
              <p:blipFill>
                <a:blip r:embed="rId97"/>
                <a:stretch>
                  <a:fillRect/>
                </a:stretch>
              </p:blipFill>
              <p:spPr>
                <a:xfrm>
                  <a:off x="3101760" y="2557960"/>
                  <a:ext cx="795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FEAF0211-760B-A7C9-309F-61A3FAD9FCF9}"/>
                    </a:ext>
                  </a:extLst>
                </p14:cNvPr>
                <p14:cNvContentPartPr/>
                <p14:nvPr/>
              </p14:nvContentPartPr>
              <p14:xfrm>
                <a:off x="3344760" y="2374000"/>
                <a:ext cx="70920" cy="261360"/>
              </p14:xfrm>
            </p:contentPart>
          </mc:Choice>
          <mc:Fallback xmlns="">
            <p:pic>
              <p:nvPicPr>
                <p:cNvPr id="59" name="Ink 58">
                  <a:extLst>
                    <a:ext uri="{FF2B5EF4-FFF2-40B4-BE49-F238E27FC236}">
                      <a16:creationId xmlns:a16="http://schemas.microsoft.com/office/drawing/2014/main" id="{FEAF0211-760B-A7C9-309F-61A3FAD9FCF9}"/>
                    </a:ext>
                  </a:extLst>
                </p:cNvPr>
                <p:cNvPicPr/>
                <p:nvPr/>
              </p:nvPicPr>
              <p:blipFill>
                <a:blip r:embed="rId99"/>
                <a:stretch>
                  <a:fillRect/>
                </a:stretch>
              </p:blipFill>
              <p:spPr>
                <a:xfrm>
                  <a:off x="3340440" y="2369680"/>
                  <a:ext cx="7956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96CF1597-400D-9205-B04F-04053555AA08}"/>
                    </a:ext>
                  </a:extLst>
                </p14:cNvPr>
                <p14:cNvContentPartPr/>
                <p14:nvPr/>
              </p14:nvContentPartPr>
              <p14:xfrm>
                <a:off x="3288240" y="2498200"/>
                <a:ext cx="162000" cy="20160"/>
              </p14:xfrm>
            </p:contentPart>
          </mc:Choice>
          <mc:Fallback xmlns="">
            <p:pic>
              <p:nvPicPr>
                <p:cNvPr id="60" name="Ink 59">
                  <a:extLst>
                    <a:ext uri="{FF2B5EF4-FFF2-40B4-BE49-F238E27FC236}">
                      <a16:creationId xmlns:a16="http://schemas.microsoft.com/office/drawing/2014/main" id="{96CF1597-400D-9205-B04F-04053555AA08}"/>
                    </a:ext>
                  </a:extLst>
                </p:cNvPr>
                <p:cNvPicPr/>
                <p:nvPr/>
              </p:nvPicPr>
              <p:blipFill>
                <a:blip r:embed="rId101"/>
                <a:stretch>
                  <a:fillRect/>
                </a:stretch>
              </p:blipFill>
              <p:spPr>
                <a:xfrm>
                  <a:off x="3283920" y="2493880"/>
                  <a:ext cx="17064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D3E9BF9F-3221-92FC-E3CE-57FE07799A1E}"/>
                  </a:ext>
                </a:extLst>
              </p14:cNvPr>
              <p14:cNvContentPartPr/>
              <p14:nvPr/>
            </p14:nvContentPartPr>
            <p14:xfrm>
              <a:off x="4035240" y="2447440"/>
              <a:ext cx="255600" cy="194760"/>
            </p14:xfrm>
          </p:contentPart>
        </mc:Choice>
        <mc:Fallback xmlns="">
          <p:pic>
            <p:nvPicPr>
              <p:cNvPr id="63" name="Ink 62">
                <a:extLst>
                  <a:ext uri="{FF2B5EF4-FFF2-40B4-BE49-F238E27FC236}">
                    <a16:creationId xmlns:a16="http://schemas.microsoft.com/office/drawing/2014/main" id="{D3E9BF9F-3221-92FC-E3CE-57FE07799A1E}"/>
                  </a:ext>
                </a:extLst>
              </p:cNvPr>
              <p:cNvPicPr/>
              <p:nvPr/>
            </p:nvPicPr>
            <p:blipFill>
              <a:blip r:embed="rId103"/>
              <a:stretch>
                <a:fillRect/>
              </a:stretch>
            </p:blipFill>
            <p:spPr>
              <a:xfrm>
                <a:off x="4030920" y="2443120"/>
                <a:ext cx="264240" cy="203400"/>
              </a:xfrm>
              <a:prstGeom prst="rect">
                <a:avLst/>
              </a:prstGeom>
            </p:spPr>
          </p:pic>
        </mc:Fallback>
      </mc:AlternateContent>
      <p:grpSp>
        <p:nvGrpSpPr>
          <p:cNvPr id="73" name="Group 72">
            <a:extLst>
              <a:ext uri="{FF2B5EF4-FFF2-40B4-BE49-F238E27FC236}">
                <a16:creationId xmlns:a16="http://schemas.microsoft.com/office/drawing/2014/main" id="{DED0D46C-469A-9170-14D3-327E8ABFBD91}"/>
              </a:ext>
            </a:extLst>
          </p:cNvPr>
          <p:cNvGrpSpPr/>
          <p:nvPr/>
        </p:nvGrpSpPr>
        <p:grpSpPr>
          <a:xfrm>
            <a:off x="4651200" y="2316400"/>
            <a:ext cx="1343880" cy="275760"/>
            <a:chOff x="4651200" y="2316400"/>
            <a:chExt cx="1343880" cy="275760"/>
          </a:xfrm>
        </p:grpSpPr>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B2B6F73C-9EC2-7D01-CB8B-3AD66975288A}"/>
                    </a:ext>
                  </a:extLst>
                </p14:cNvPr>
                <p14:cNvContentPartPr/>
                <p14:nvPr/>
              </p14:nvContentPartPr>
              <p14:xfrm>
                <a:off x="4651200" y="2505040"/>
                <a:ext cx="287640" cy="77040"/>
              </p14:xfrm>
            </p:contentPart>
          </mc:Choice>
          <mc:Fallback xmlns="">
            <p:pic>
              <p:nvPicPr>
                <p:cNvPr id="64" name="Ink 63">
                  <a:extLst>
                    <a:ext uri="{FF2B5EF4-FFF2-40B4-BE49-F238E27FC236}">
                      <a16:creationId xmlns:a16="http://schemas.microsoft.com/office/drawing/2014/main" id="{B2B6F73C-9EC2-7D01-CB8B-3AD66975288A}"/>
                    </a:ext>
                  </a:extLst>
                </p:cNvPr>
                <p:cNvPicPr/>
                <p:nvPr/>
              </p:nvPicPr>
              <p:blipFill>
                <a:blip r:embed="rId105"/>
                <a:stretch>
                  <a:fillRect/>
                </a:stretch>
              </p:blipFill>
              <p:spPr>
                <a:xfrm>
                  <a:off x="4646880" y="2500720"/>
                  <a:ext cx="296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ED77FE80-7EDE-56EA-85B1-5A0DA9FF1C4D}"/>
                    </a:ext>
                  </a:extLst>
                </p14:cNvPr>
                <p14:cNvContentPartPr/>
                <p14:nvPr/>
              </p14:nvContentPartPr>
              <p14:xfrm>
                <a:off x="5042520" y="2523040"/>
                <a:ext cx="14400" cy="46440"/>
              </p14:xfrm>
            </p:contentPart>
          </mc:Choice>
          <mc:Fallback xmlns="">
            <p:pic>
              <p:nvPicPr>
                <p:cNvPr id="65" name="Ink 64">
                  <a:extLst>
                    <a:ext uri="{FF2B5EF4-FFF2-40B4-BE49-F238E27FC236}">
                      <a16:creationId xmlns:a16="http://schemas.microsoft.com/office/drawing/2014/main" id="{ED77FE80-7EDE-56EA-85B1-5A0DA9FF1C4D}"/>
                    </a:ext>
                  </a:extLst>
                </p:cNvPr>
                <p:cNvPicPr/>
                <p:nvPr/>
              </p:nvPicPr>
              <p:blipFill>
                <a:blip r:embed="rId107"/>
                <a:stretch>
                  <a:fillRect/>
                </a:stretch>
              </p:blipFill>
              <p:spPr>
                <a:xfrm>
                  <a:off x="5038200" y="2518720"/>
                  <a:ext cx="230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13A6BDD6-3FF0-B3D4-D57E-930D8971828F}"/>
                    </a:ext>
                  </a:extLst>
                </p14:cNvPr>
                <p14:cNvContentPartPr/>
                <p14:nvPr/>
              </p14:nvContentPartPr>
              <p14:xfrm>
                <a:off x="5169600" y="2339440"/>
                <a:ext cx="32400" cy="70920"/>
              </p14:xfrm>
            </p:contentPart>
          </mc:Choice>
          <mc:Fallback xmlns="">
            <p:pic>
              <p:nvPicPr>
                <p:cNvPr id="66" name="Ink 65">
                  <a:extLst>
                    <a:ext uri="{FF2B5EF4-FFF2-40B4-BE49-F238E27FC236}">
                      <a16:creationId xmlns:a16="http://schemas.microsoft.com/office/drawing/2014/main" id="{13A6BDD6-3FF0-B3D4-D57E-930D8971828F}"/>
                    </a:ext>
                  </a:extLst>
                </p:cNvPr>
                <p:cNvPicPr/>
                <p:nvPr/>
              </p:nvPicPr>
              <p:blipFill>
                <a:blip r:embed="rId109"/>
                <a:stretch>
                  <a:fillRect/>
                </a:stretch>
              </p:blipFill>
              <p:spPr>
                <a:xfrm>
                  <a:off x="5165280" y="2335120"/>
                  <a:ext cx="410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9E32D43A-E9F4-AF0C-62B8-E1F1CD4E8065}"/>
                    </a:ext>
                  </a:extLst>
                </p14:cNvPr>
                <p14:cNvContentPartPr/>
                <p14:nvPr/>
              </p14:nvContentPartPr>
              <p14:xfrm>
                <a:off x="5180040" y="2505040"/>
                <a:ext cx="109440" cy="87120"/>
              </p14:xfrm>
            </p:contentPart>
          </mc:Choice>
          <mc:Fallback xmlns="">
            <p:pic>
              <p:nvPicPr>
                <p:cNvPr id="67" name="Ink 66">
                  <a:extLst>
                    <a:ext uri="{FF2B5EF4-FFF2-40B4-BE49-F238E27FC236}">
                      <a16:creationId xmlns:a16="http://schemas.microsoft.com/office/drawing/2014/main" id="{9E32D43A-E9F4-AF0C-62B8-E1F1CD4E8065}"/>
                    </a:ext>
                  </a:extLst>
                </p:cNvPr>
                <p:cNvPicPr/>
                <p:nvPr/>
              </p:nvPicPr>
              <p:blipFill>
                <a:blip r:embed="rId111"/>
                <a:stretch>
                  <a:fillRect/>
                </a:stretch>
              </p:blipFill>
              <p:spPr>
                <a:xfrm>
                  <a:off x="5175720" y="2500720"/>
                  <a:ext cx="1180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3793A9D7-2864-7223-B524-8A86D720DF0B}"/>
                    </a:ext>
                  </a:extLst>
                </p14:cNvPr>
                <p14:cNvContentPartPr/>
                <p14:nvPr/>
              </p14:nvContentPartPr>
              <p14:xfrm>
                <a:off x="5373000" y="2507200"/>
                <a:ext cx="100080" cy="70920"/>
              </p14:xfrm>
            </p:contentPart>
          </mc:Choice>
          <mc:Fallback xmlns="">
            <p:pic>
              <p:nvPicPr>
                <p:cNvPr id="68" name="Ink 67">
                  <a:extLst>
                    <a:ext uri="{FF2B5EF4-FFF2-40B4-BE49-F238E27FC236}">
                      <a16:creationId xmlns:a16="http://schemas.microsoft.com/office/drawing/2014/main" id="{3793A9D7-2864-7223-B524-8A86D720DF0B}"/>
                    </a:ext>
                  </a:extLst>
                </p:cNvPr>
                <p:cNvPicPr/>
                <p:nvPr/>
              </p:nvPicPr>
              <p:blipFill>
                <a:blip r:embed="rId113"/>
                <a:stretch>
                  <a:fillRect/>
                </a:stretch>
              </p:blipFill>
              <p:spPr>
                <a:xfrm>
                  <a:off x="5368680" y="2502880"/>
                  <a:ext cx="1087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B84C6301-DB30-A46B-41A0-C8E51B90D4D7}"/>
                    </a:ext>
                  </a:extLst>
                </p14:cNvPr>
                <p14:cNvContentPartPr/>
                <p14:nvPr/>
              </p14:nvContentPartPr>
              <p14:xfrm>
                <a:off x="5590440" y="2316400"/>
                <a:ext cx="55800" cy="228600"/>
              </p14:xfrm>
            </p:contentPart>
          </mc:Choice>
          <mc:Fallback xmlns="">
            <p:pic>
              <p:nvPicPr>
                <p:cNvPr id="69" name="Ink 68">
                  <a:extLst>
                    <a:ext uri="{FF2B5EF4-FFF2-40B4-BE49-F238E27FC236}">
                      <a16:creationId xmlns:a16="http://schemas.microsoft.com/office/drawing/2014/main" id="{B84C6301-DB30-A46B-41A0-C8E51B90D4D7}"/>
                    </a:ext>
                  </a:extLst>
                </p:cNvPr>
                <p:cNvPicPr/>
                <p:nvPr/>
              </p:nvPicPr>
              <p:blipFill>
                <a:blip r:embed="rId115"/>
                <a:stretch>
                  <a:fillRect/>
                </a:stretch>
              </p:blipFill>
              <p:spPr>
                <a:xfrm>
                  <a:off x="5586120" y="2312080"/>
                  <a:ext cx="644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0" name="Ink 69">
                  <a:extLst>
                    <a:ext uri="{FF2B5EF4-FFF2-40B4-BE49-F238E27FC236}">
                      <a16:creationId xmlns:a16="http://schemas.microsoft.com/office/drawing/2014/main" id="{83517AF1-0EDD-E0D3-9963-79CDC4236D04}"/>
                    </a:ext>
                  </a:extLst>
                </p14:cNvPr>
                <p14:cNvContentPartPr/>
                <p14:nvPr/>
              </p14:nvContentPartPr>
              <p14:xfrm>
                <a:off x="5518440" y="2433040"/>
                <a:ext cx="168480" cy="22320"/>
              </p14:xfrm>
            </p:contentPart>
          </mc:Choice>
          <mc:Fallback xmlns="">
            <p:pic>
              <p:nvPicPr>
                <p:cNvPr id="70" name="Ink 69">
                  <a:extLst>
                    <a:ext uri="{FF2B5EF4-FFF2-40B4-BE49-F238E27FC236}">
                      <a16:creationId xmlns:a16="http://schemas.microsoft.com/office/drawing/2014/main" id="{83517AF1-0EDD-E0D3-9963-79CDC4236D04}"/>
                    </a:ext>
                  </a:extLst>
                </p:cNvPr>
                <p:cNvPicPr/>
                <p:nvPr/>
              </p:nvPicPr>
              <p:blipFill>
                <a:blip r:embed="rId117"/>
                <a:stretch>
                  <a:fillRect/>
                </a:stretch>
              </p:blipFill>
              <p:spPr>
                <a:xfrm>
                  <a:off x="5514120" y="2428720"/>
                  <a:ext cx="1771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1" name="Ink 70">
                  <a:extLst>
                    <a:ext uri="{FF2B5EF4-FFF2-40B4-BE49-F238E27FC236}">
                      <a16:creationId xmlns:a16="http://schemas.microsoft.com/office/drawing/2014/main" id="{3E8CE5B2-7318-EDBF-A308-7978E47CDDA9}"/>
                    </a:ext>
                  </a:extLst>
                </p14:cNvPr>
                <p14:cNvContentPartPr/>
                <p14:nvPr/>
              </p14:nvContentPartPr>
              <p14:xfrm>
                <a:off x="5690520" y="2470480"/>
                <a:ext cx="90720" cy="88560"/>
              </p14:xfrm>
            </p:contentPart>
          </mc:Choice>
          <mc:Fallback xmlns="">
            <p:pic>
              <p:nvPicPr>
                <p:cNvPr id="71" name="Ink 70">
                  <a:extLst>
                    <a:ext uri="{FF2B5EF4-FFF2-40B4-BE49-F238E27FC236}">
                      <a16:creationId xmlns:a16="http://schemas.microsoft.com/office/drawing/2014/main" id="{3E8CE5B2-7318-EDBF-A308-7978E47CDDA9}"/>
                    </a:ext>
                  </a:extLst>
                </p:cNvPr>
                <p:cNvPicPr/>
                <p:nvPr/>
              </p:nvPicPr>
              <p:blipFill>
                <a:blip r:embed="rId119"/>
                <a:stretch>
                  <a:fillRect/>
                </a:stretch>
              </p:blipFill>
              <p:spPr>
                <a:xfrm>
                  <a:off x="5686200" y="2466160"/>
                  <a:ext cx="99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2" name="Ink 71">
                  <a:extLst>
                    <a:ext uri="{FF2B5EF4-FFF2-40B4-BE49-F238E27FC236}">
                      <a16:creationId xmlns:a16="http://schemas.microsoft.com/office/drawing/2014/main" id="{7639F360-E8DE-B03C-69CC-C4382345C647}"/>
                    </a:ext>
                  </a:extLst>
                </p14:cNvPr>
                <p14:cNvContentPartPr/>
                <p14:nvPr/>
              </p14:nvContentPartPr>
              <p14:xfrm>
                <a:off x="5860080" y="2470480"/>
                <a:ext cx="135000" cy="113040"/>
              </p14:xfrm>
            </p:contentPart>
          </mc:Choice>
          <mc:Fallback xmlns="">
            <p:pic>
              <p:nvPicPr>
                <p:cNvPr id="72" name="Ink 71">
                  <a:extLst>
                    <a:ext uri="{FF2B5EF4-FFF2-40B4-BE49-F238E27FC236}">
                      <a16:creationId xmlns:a16="http://schemas.microsoft.com/office/drawing/2014/main" id="{7639F360-E8DE-B03C-69CC-C4382345C647}"/>
                    </a:ext>
                  </a:extLst>
                </p:cNvPr>
                <p:cNvPicPr/>
                <p:nvPr/>
              </p:nvPicPr>
              <p:blipFill>
                <a:blip r:embed="rId121"/>
                <a:stretch>
                  <a:fillRect/>
                </a:stretch>
              </p:blipFill>
              <p:spPr>
                <a:xfrm>
                  <a:off x="5855760" y="2466160"/>
                  <a:ext cx="143640" cy="121680"/>
                </a:xfrm>
                <a:prstGeom prst="rect">
                  <a:avLst/>
                </a:prstGeom>
              </p:spPr>
            </p:pic>
          </mc:Fallback>
        </mc:AlternateContent>
      </p:grpSp>
      <p:grpSp>
        <p:nvGrpSpPr>
          <p:cNvPr id="84" name="Group 83">
            <a:extLst>
              <a:ext uri="{FF2B5EF4-FFF2-40B4-BE49-F238E27FC236}">
                <a16:creationId xmlns:a16="http://schemas.microsoft.com/office/drawing/2014/main" id="{394DC7B9-ECE3-3CC1-1647-AA5497B48C01}"/>
              </a:ext>
            </a:extLst>
          </p:cNvPr>
          <p:cNvGrpSpPr/>
          <p:nvPr/>
        </p:nvGrpSpPr>
        <p:grpSpPr>
          <a:xfrm>
            <a:off x="712800" y="3078520"/>
            <a:ext cx="142920" cy="47520"/>
            <a:chOff x="712800" y="3078520"/>
            <a:chExt cx="142920" cy="47520"/>
          </a:xfrm>
        </p:grpSpPr>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9CBDD20D-28D6-62EA-0642-B05991E88488}"/>
                    </a:ext>
                  </a:extLst>
                </p14:cNvPr>
                <p14:cNvContentPartPr/>
                <p14:nvPr/>
              </p14:nvContentPartPr>
              <p14:xfrm>
                <a:off x="712800" y="3110200"/>
                <a:ext cx="32400" cy="15840"/>
              </p14:xfrm>
            </p:contentPart>
          </mc:Choice>
          <mc:Fallback xmlns="">
            <p:pic>
              <p:nvPicPr>
                <p:cNvPr id="74" name="Ink 73">
                  <a:extLst>
                    <a:ext uri="{FF2B5EF4-FFF2-40B4-BE49-F238E27FC236}">
                      <a16:creationId xmlns:a16="http://schemas.microsoft.com/office/drawing/2014/main" id="{9CBDD20D-28D6-62EA-0642-B05991E88488}"/>
                    </a:ext>
                  </a:extLst>
                </p:cNvPr>
                <p:cNvPicPr/>
                <p:nvPr/>
              </p:nvPicPr>
              <p:blipFill>
                <a:blip r:embed="rId123"/>
                <a:stretch>
                  <a:fillRect/>
                </a:stretch>
              </p:blipFill>
              <p:spPr>
                <a:xfrm>
                  <a:off x="708480" y="3105880"/>
                  <a:ext cx="410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6C716D3E-C55D-2DAE-2D89-AB24A056CB3D}"/>
                    </a:ext>
                  </a:extLst>
                </p14:cNvPr>
                <p14:cNvContentPartPr/>
                <p14:nvPr/>
              </p14:nvContentPartPr>
              <p14:xfrm>
                <a:off x="712800" y="3113080"/>
                <a:ext cx="54360" cy="12960"/>
              </p14:xfrm>
            </p:contentPart>
          </mc:Choice>
          <mc:Fallback xmlns="">
            <p:pic>
              <p:nvPicPr>
                <p:cNvPr id="75" name="Ink 74">
                  <a:extLst>
                    <a:ext uri="{FF2B5EF4-FFF2-40B4-BE49-F238E27FC236}">
                      <a16:creationId xmlns:a16="http://schemas.microsoft.com/office/drawing/2014/main" id="{6C716D3E-C55D-2DAE-2D89-AB24A056CB3D}"/>
                    </a:ext>
                  </a:extLst>
                </p:cNvPr>
                <p:cNvPicPr/>
                <p:nvPr/>
              </p:nvPicPr>
              <p:blipFill>
                <a:blip r:embed="rId125"/>
                <a:stretch>
                  <a:fillRect/>
                </a:stretch>
              </p:blipFill>
              <p:spPr>
                <a:xfrm>
                  <a:off x="708480" y="3108760"/>
                  <a:ext cx="63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6" name="Ink 75">
                  <a:extLst>
                    <a:ext uri="{FF2B5EF4-FFF2-40B4-BE49-F238E27FC236}">
                      <a16:creationId xmlns:a16="http://schemas.microsoft.com/office/drawing/2014/main" id="{993F4349-1DAF-C8FB-B06D-2AB22CB5A8FA}"/>
                    </a:ext>
                  </a:extLst>
                </p14:cNvPr>
                <p14:cNvContentPartPr/>
                <p14:nvPr/>
              </p14:nvContentPartPr>
              <p14:xfrm>
                <a:off x="828360" y="3078520"/>
                <a:ext cx="27360" cy="37440"/>
              </p14:xfrm>
            </p:contentPart>
          </mc:Choice>
          <mc:Fallback xmlns="">
            <p:pic>
              <p:nvPicPr>
                <p:cNvPr id="76" name="Ink 75">
                  <a:extLst>
                    <a:ext uri="{FF2B5EF4-FFF2-40B4-BE49-F238E27FC236}">
                      <a16:creationId xmlns:a16="http://schemas.microsoft.com/office/drawing/2014/main" id="{993F4349-1DAF-C8FB-B06D-2AB22CB5A8FA}"/>
                    </a:ext>
                  </a:extLst>
                </p:cNvPr>
                <p:cNvPicPr/>
                <p:nvPr/>
              </p:nvPicPr>
              <p:blipFill>
                <a:blip r:embed="rId127"/>
                <a:stretch>
                  <a:fillRect/>
                </a:stretch>
              </p:blipFill>
              <p:spPr>
                <a:xfrm>
                  <a:off x="824040" y="3074200"/>
                  <a:ext cx="36000" cy="4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77" name="Ink 76">
                <a:extLst>
                  <a:ext uri="{FF2B5EF4-FFF2-40B4-BE49-F238E27FC236}">
                    <a16:creationId xmlns:a16="http://schemas.microsoft.com/office/drawing/2014/main" id="{0E792975-DDAD-69E3-B0F1-808E7ACEC4D2}"/>
                  </a:ext>
                </a:extLst>
              </p14:cNvPr>
              <p14:cNvContentPartPr/>
              <p14:nvPr/>
            </p14:nvContentPartPr>
            <p14:xfrm>
              <a:off x="1527480" y="3144760"/>
              <a:ext cx="82440" cy="51840"/>
            </p14:xfrm>
          </p:contentPart>
        </mc:Choice>
        <mc:Fallback xmlns="">
          <p:pic>
            <p:nvPicPr>
              <p:cNvPr id="77" name="Ink 76">
                <a:extLst>
                  <a:ext uri="{FF2B5EF4-FFF2-40B4-BE49-F238E27FC236}">
                    <a16:creationId xmlns:a16="http://schemas.microsoft.com/office/drawing/2014/main" id="{0E792975-DDAD-69E3-B0F1-808E7ACEC4D2}"/>
                  </a:ext>
                </a:extLst>
              </p:cNvPr>
              <p:cNvPicPr/>
              <p:nvPr/>
            </p:nvPicPr>
            <p:blipFill>
              <a:blip r:embed="rId129"/>
              <a:stretch>
                <a:fillRect/>
              </a:stretch>
            </p:blipFill>
            <p:spPr>
              <a:xfrm>
                <a:off x="1523160" y="3140440"/>
                <a:ext cx="91080" cy="60480"/>
              </a:xfrm>
              <a:prstGeom prst="rect">
                <a:avLst/>
              </a:prstGeom>
            </p:spPr>
          </p:pic>
        </mc:Fallback>
      </mc:AlternateContent>
      <p:grpSp>
        <p:nvGrpSpPr>
          <p:cNvPr id="83" name="Group 82">
            <a:extLst>
              <a:ext uri="{FF2B5EF4-FFF2-40B4-BE49-F238E27FC236}">
                <a16:creationId xmlns:a16="http://schemas.microsoft.com/office/drawing/2014/main" id="{88E32529-E9D0-63A5-AFDD-A5EE27268289}"/>
              </a:ext>
            </a:extLst>
          </p:cNvPr>
          <p:cNvGrpSpPr/>
          <p:nvPr/>
        </p:nvGrpSpPr>
        <p:grpSpPr>
          <a:xfrm>
            <a:off x="2088360" y="3043240"/>
            <a:ext cx="366480" cy="226800"/>
            <a:chOff x="2088360" y="3043240"/>
            <a:chExt cx="366480" cy="226800"/>
          </a:xfrm>
        </p:grpSpPr>
        <mc:AlternateContent xmlns:mc="http://schemas.openxmlformats.org/markup-compatibility/2006" xmlns:p14="http://schemas.microsoft.com/office/powerpoint/2010/main">
          <mc:Choice Requires="p14">
            <p:contentPart p14:bwMode="auto" r:id="rId130">
              <p14:nvContentPartPr>
                <p14:cNvPr id="78" name="Ink 77">
                  <a:extLst>
                    <a:ext uri="{FF2B5EF4-FFF2-40B4-BE49-F238E27FC236}">
                      <a16:creationId xmlns:a16="http://schemas.microsoft.com/office/drawing/2014/main" id="{91F8DA78-8DAA-6C59-1871-AD2A27C62022}"/>
                    </a:ext>
                  </a:extLst>
                </p14:cNvPr>
                <p14:cNvContentPartPr/>
                <p14:nvPr/>
              </p14:nvContentPartPr>
              <p14:xfrm>
                <a:off x="2088360" y="3045760"/>
                <a:ext cx="160920" cy="224280"/>
              </p14:xfrm>
            </p:contentPart>
          </mc:Choice>
          <mc:Fallback xmlns="">
            <p:pic>
              <p:nvPicPr>
                <p:cNvPr id="78" name="Ink 77">
                  <a:extLst>
                    <a:ext uri="{FF2B5EF4-FFF2-40B4-BE49-F238E27FC236}">
                      <a16:creationId xmlns:a16="http://schemas.microsoft.com/office/drawing/2014/main" id="{91F8DA78-8DAA-6C59-1871-AD2A27C62022}"/>
                    </a:ext>
                  </a:extLst>
                </p:cNvPr>
                <p:cNvPicPr/>
                <p:nvPr/>
              </p:nvPicPr>
              <p:blipFill>
                <a:blip r:embed="rId131"/>
                <a:stretch>
                  <a:fillRect/>
                </a:stretch>
              </p:blipFill>
              <p:spPr>
                <a:xfrm>
                  <a:off x="2084040" y="3041440"/>
                  <a:ext cx="1695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9" name="Ink 78">
                  <a:extLst>
                    <a:ext uri="{FF2B5EF4-FFF2-40B4-BE49-F238E27FC236}">
                      <a16:creationId xmlns:a16="http://schemas.microsoft.com/office/drawing/2014/main" id="{62794987-0986-C44D-EE33-6974EA231D71}"/>
                    </a:ext>
                  </a:extLst>
                </p14:cNvPr>
                <p14:cNvContentPartPr/>
                <p14:nvPr/>
              </p14:nvContentPartPr>
              <p14:xfrm>
                <a:off x="2351520" y="3043240"/>
                <a:ext cx="103320" cy="153000"/>
              </p14:xfrm>
            </p:contentPart>
          </mc:Choice>
          <mc:Fallback xmlns="">
            <p:pic>
              <p:nvPicPr>
                <p:cNvPr id="79" name="Ink 78">
                  <a:extLst>
                    <a:ext uri="{FF2B5EF4-FFF2-40B4-BE49-F238E27FC236}">
                      <a16:creationId xmlns:a16="http://schemas.microsoft.com/office/drawing/2014/main" id="{62794987-0986-C44D-EE33-6974EA231D71}"/>
                    </a:ext>
                  </a:extLst>
                </p:cNvPr>
                <p:cNvPicPr/>
                <p:nvPr/>
              </p:nvPicPr>
              <p:blipFill>
                <a:blip r:embed="rId133"/>
                <a:stretch>
                  <a:fillRect/>
                </a:stretch>
              </p:blipFill>
              <p:spPr>
                <a:xfrm>
                  <a:off x="2347200" y="3038920"/>
                  <a:ext cx="111960" cy="161640"/>
                </a:xfrm>
                <a:prstGeom prst="rect">
                  <a:avLst/>
                </a:prstGeom>
              </p:spPr>
            </p:pic>
          </mc:Fallback>
        </mc:AlternateContent>
      </p:grpSp>
      <p:grpSp>
        <p:nvGrpSpPr>
          <p:cNvPr id="82" name="Group 81">
            <a:extLst>
              <a:ext uri="{FF2B5EF4-FFF2-40B4-BE49-F238E27FC236}">
                <a16:creationId xmlns:a16="http://schemas.microsoft.com/office/drawing/2014/main" id="{D53C517B-92D0-176C-EA51-1E044AB1FF08}"/>
              </a:ext>
            </a:extLst>
          </p:cNvPr>
          <p:cNvGrpSpPr/>
          <p:nvPr/>
        </p:nvGrpSpPr>
        <p:grpSpPr>
          <a:xfrm>
            <a:off x="3012480" y="3029560"/>
            <a:ext cx="64440" cy="53640"/>
            <a:chOff x="3012480" y="3029560"/>
            <a:chExt cx="64440" cy="53640"/>
          </a:xfrm>
        </p:grpSpPr>
        <mc:AlternateContent xmlns:mc="http://schemas.openxmlformats.org/markup-compatibility/2006" xmlns:p14="http://schemas.microsoft.com/office/powerpoint/2010/main">
          <mc:Choice Requires="p14">
            <p:contentPart p14:bwMode="auto" r:id="rId134">
              <p14:nvContentPartPr>
                <p14:cNvPr id="80" name="Ink 79">
                  <a:extLst>
                    <a:ext uri="{FF2B5EF4-FFF2-40B4-BE49-F238E27FC236}">
                      <a16:creationId xmlns:a16="http://schemas.microsoft.com/office/drawing/2014/main" id="{819787DA-351C-B2E2-43D3-181C7DD25B14}"/>
                    </a:ext>
                  </a:extLst>
                </p14:cNvPr>
                <p14:cNvContentPartPr/>
                <p14:nvPr/>
              </p14:nvContentPartPr>
              <p14:xfrm>
                <a:off x="3012480" y="3029560"/>
                <a:ext cx="6840" cy="53640"/>
              </p14:xfrm>
            </p:contentPart>
          </mc:Choice>
          <mc:Fallback xmlns="">
            <p:pic>
              <p:nvPicPr>
                <p:cNvPr id="80" name="Ink 79">
                  <a:extLst>
                    <a:ext uri="{FF2B5EF4-FFF2-40B4-BE49-F238E27FC236}">
                      <a16:creationId xmlns:a16="http://schemas.microsoft.com/office/drawing/2014/main" id="{819787DA-351C-B2E2-43D3-181C7DD25B14}"/>
                    </a:ext>
                  </a:extLst>
                </p:cNvPr>
                <p:cNvPicPr/>
                <p:nvPr/>
              </p:nvPicPr>
              <p:blipFill>
                <a:blip r:embed="rId135"/>
                <a:stretch>
                  <a:fillRect/>
                </a:stretch>
              </p:blipFill>
              <p:spPr>
                <a:xfrm>
                  <a:off x="3008160" y="3025240"/>
                  <a:ext cx="154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1" name="Ink 80">
                  <a:extLst>
                    <a:ext uri="{FF2B5EF4-FFF2-40B4-BE49-F238E27FC236}">
                      <a16:creationId xmlns:a16="http://schemas.microsoft.com/office/drawing/2014/main" id="{9EC33DE4-4ED7-43D0-B5FA-19348DB15607}"/>
                    </a:ext>
                  </a:extLst>
                </p14:cNvPr>
                <p14:cNvContentPartPr/>
                <p14:nvPr/>
              </p14:nvContentPartPr>
              <p14:xfrm>
                <a:off x="3015000" y="3029560"/>
                <a:ext cx="61920" cy="41760"/>
              </p14:xfrm>
            </p:contentPart>
          </mc:Choice>
          <mc:Fallback xmlns="">
            <p:pic>
              <p:nvPicPr>
                <p:cNvPr id="81" name="Ink 80">
                  <a:extLst>
                    <a:ext uri="{FF2B5EF4-FFF2-40B4-BE49-F238E27FC236}">
                      <a16:creationId xmlns:a16="http://schemas.microsoft.com/office/drawing/2014/main" id="{9EC33DE4-4ED7-43D0-B5FA-19348DB15607}"/>
                    </a:ext>
                  </a:extLst>
                </p:cNvPr>
                <p:cNvPicPr/>
                <p:nvPr/>
              </p:nvPicPr>
              <p:blipFill>
                <a:blip r:embed="rId137"/>
                <a:stretch>
                  <a:fillRect/>
                </a:stretch>
              </p:blipFill>
              <p:spPr>
                <a:xfrm>
                  <a:off x="3010680" y="3025240"/>
                  <a:ext cx="70560" cy="50400"/>
                </a:xfrm>
                <a:prstGeom prst="rect">
                  <a:avLst/>
                </a:prstGeom>
              </p:spPr>
            </p:pic>
          </mc:Fallback>
        </mc:AlternateContent>
      </p:grpSp>
      <p:grpSp>
        <p:nvGrpSpPr>
          <p:cNvPr id="96" name="Group 95">
            <a:extLst>
              <a:ext uri="{FF2B5EF4-FFF2-40B4-BE49-F238E27FC236}">
                <a16:creationId xmlns:a16="http://schemas.microsoft.com/office/drawing/2014/main" id="{40A38CFB-DC99-215F-960C-0D780B445B57}"/>
              </a:ext>
            </a:extLst>
          </p:cNvPr>
          <p:cNvGrpSpPr/>
          <p:nvPr/>
        </p:nvGrpSpPr>
        <p:grpSpPr>
          <a:xfrm>
            <a:off x="4858920" y="2848480"/>
            <a:ext cx="1373400" cy="285120"/>
            <a:chOff x="4858920" y="2848480"/>
            <a:chExt cx="1373400" cy="285120"/>
          </a:xfrm>
        </p:grpSpPr>
        <mc:AlternateContent xmlns:mc="http://schemas.openxmlformats.org/markup-compatibility/2006" xmlns:p14="http://schemas.microsoft.com/office/powerpoint/2010/main">
          <mc:Choice Requires="p14">
            <p:contentPart p14:bwMode="auto" r:id="rId138">
              <p14:nvContentPartPr>
                <p14:cNvPr id="87" name="Ink 86">
                  <a:extLst>
                    <a:ext uri="{FF2B5EF4-FFF2-40B4-BE49-F238E27FC236}">
                      <a16:creationId xmlns:a16="http://schemas.microsoft.com/office/drawing/2014/main" id="{FF3C19F1-B97F-4B39-7708-8B68CE367149}"/>
                    </a:ext>
                  </a:extLst>
                </p14:cNvPr>
                <p14:cNvContentPartPr/>
                <p14:nvPr/>
              </p14:nvContentPartPr>
              <p14:xfrm>
                <a:off x="4858920" y="3051160"/>
                <a:ext cx="258840" cy="82440"/>
              </p14:xfrm>
            </p:contentPart>
          </mc:Choice>
          <mc:Fallback xmlns="">
            <p:pic>
              <p:nvPicPr>
                <p:cNvPr id="87" name="Ink 86">
                  <a:extLst>
                    <a:ext uri="{FF2B5EF4-FFF2-40B4-BE49-F238E27FC236}">
                      <a16:creationId xmlns:a16="http://schemas.microsoft.com/office/drawing/2014/main" id="{FF3C19F1-B97F-4B39-7708-8B68CE367149}"/>
                    </a:ext>
                  </a:extLst>
                </p:cNvPr>
                <p:cNvPicPr/>
                <p:nvPr/>
              </p:nvPicPr>
              <p:blipFill>
                <a:blip r:embed="rId139"/>
                <a:stretch>
                  <a:fillRect/>
                </a:stretch>
              </p:blipFill>
              <p:spPr>
                <a:xfrm>
                  <a:off x="4854600" y="3046840"/>
                  <a:ext cx="26748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8" name="Ink 87">
                  <a:extLst>
                    <a:ext uri="{FF2B5EF4-FFF2-40B4-BE49-F238E27FC236}">
                      <a16:creationId xmlns:a16="http://schemas.microsoft.com/office/drawing/2014/main" id="{BC76F490-70D8-0E07-F0C2-775D8C6C3628}"/>
                    </a:ext>
                  </a:extLst>
                </p14:cNvPr>
                <p14:cNvContentPartPr/>
                <p14:nvPr/>
              </p14:nvContentPartPr>
              <p14:xfrm>
                <a:off x="5233680" y="3068080"/>
                <a:ext cx="24840" cy="54000"/>
              </p14:xfrm>
            </p:contentPart>
          </mc:Choice>
          <mc:Fallback xmlns="">
            <p:pic>
              <p:nvPicPr>
                <p:cNvPr id="88" name="Ink 87">
                  <a:extLst>
                    <a:ext uri="{FF2B5EF4-FFF2-40B4-BE49-F238E27FC236}">
                      <a16:creationId xmlns:a16="http://schemas.microsoft.com/office/drawing/2014/main" id="{BC76F490-70D8-0E07-F0C2-775D8C6C3628}"/>
                    </a:ext>
                  </a:extLst>
                </p:cNvPr>
                <p:cNvPicPr/>
                <p:nvPr/>
              </p:nvPicPr>
              <p:blipFill>
                <a:blip r:embed="rId141"/>
                <a:stretch>
                  <a:fillRect/>
                </a:stretch>
              </p:blipFill>
              <p:spPr>
                <a:xfrm>
                  <a:off x="5229360" y="3063760"/>
                  <a:ext cx="3348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16BF08AE-DA55-DDBE-1804-B49DCC11F14D}"/>
                    </a:ext>
                  </a:extLst>
                </p14:cNvPr>
                <p14:cNvContentPartPr/>
                <p14:nvPr/>
              </p14:nvContentPartPr>
              <p14:xfrm>
                <a:off x="5356800" y="2901040"/>
                <a:ext cx="1800" cy="62280"/>
              </p14:xfrm>
            </p:contentPart>
          </mc:Choice>
          <mc:Fallback xmlns="">
            <p:pic>
              <p:nvPicPr>
                <p:cNvPr id="89" name="Ink 88">
                  <a:extLst>
                    <a:ext uri="{FF2B5EF4-FFF2-40B4-BE49-F238E27FC236}">
                      <a16:creationId xmlns:a16="http://schemas.microsoft.com/office/drawing/2014/main" id="{16BF08AE-DA55-DDBE-1804-B49DCC11F14D}"/>
                    </a:ext>
                  </a:extLst>
                </p:cNvPr>
                <p:cNvPicPr/>
                <p:nvPr/>
              </p:nvPicPr>
              <p:blipFill>
                <a:blip r:embed="rId143"/>
                <a:stretch>
                  <a:fillRect/>
                </a:stretch>
              </p:blipFill>
              <p:spPr>
                <a:xfrm>
                  <a:off x="5352480" y="2896720"/>
                  <a:ext cx="104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5EF32B11-DB5B-BEB7-CADE-551C4FB30D81}"/>
                    </a:ext>
                  </a:extLst>
                </p14:cNvPr>
                <p14:cNvContentPartPr/>
                <p14:nvPr/>
              </p14:nvContentPartPr>
              <p14:xfrm>
                <a:off x="5324760" y="3042520"/>
                <a:ext cx="172440" cy="77040"/>
              </p14:xfrm>
            </p:contentPart>
          </mc:Choice>
          <mc:Fallback xmlns="">
            <p:pic>
              <p:nvPicPr>
                <p:cNvPr id="90" name="Ink 89">
                  <a:extLst>
                    <a:ext uri="{FF2B5EF4-FFF2-40B4-BE49-F238E27FC236}">
                      <a16:creationId xmlns:a16="http://schemas.microsoft.com/office/drawing/2014/main" id="{5EF32B11-DB5B-BEB7-CADE-551C4FB30D81}"/>
                    </a:ext>
                  </a:extLst>
                </p:cNvPr>
                <p:cNvPicPr/>
                <p:nvPr/>
              </p:nvPicPr>
              <p:blipFill>
                <a:blip r:embed="rId145"/>
                <a:stretch>
                  <a:fillRect/>
                </a:stretch>
              </p:blipFill>
              <p:spPr>
                <a:xfrm>
                  <a:off x="5320440" y="3038200"/>
                  <a:ext cx="1810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E99000FC-C442-75F3-B82D-3E48075E521B}"/>
                    </a:ext>
                  </a:extLst>
                </p14:cNvPr>
                <p14:cNvContentPartPr/>
                <p14:nvPr/>
              </p14:nvContentPartPr>
              <p14:xfrm>
                <a:off x="5568480" y="3052600"/>
                <a:ext cx="113400" cy="56880"/>
              </p14:xfrm>
            </p:contentPart>
          </mc:Choice>
          <mc:Fallback xmlns="">
            <p:pic>
              <p:nvPicPr>
                <p:cNvPr id="91" name="Ink 90">
                  <a:extLst>
                    <a:ext uri="{FF2B5EF4-FFF2-40B4-BE49-F238E27FC236}">
                      <a16:creationId xmlns:a16="http://schemas.microsoft.com/office/drawing/2014/main" id="{E99000FC-C442-75F3-B82D-3E48075E521B}"/>
                    </a:ext>
                  </a:extLst>
                </p:cNvPr>
                <p:cNvPicPr/>
                <p:nvPr/>
              </p:nvPicPr>
              <p:blipFill>
                <a:blip r:embed="rId147"/>
                <a:stretch>
                  <a:fillRect/>
                </a:stretch>
              </p:blipFill>
              <p:spPr>
                <a:xfrm>
                  <a:off x="5564160" y="3048280"/>
                  <a:ext cx="1220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A1BB2404-11F9-4DE1-2EFE-AA7D52A339EB}"/>
                    </a:ext>
                  </a:extLst>
                </p14:cNvPr>
                <p14:cNvContentPartPr/>
                <p14:nvPr/>
              </p14:nvContentPartPr>
              <p14:xfrm>
                <a:off x="5804640" y="2848480"/>
                <a:ext cx="100440" cy="261000"/>
              </p14:xfrm>
            </p:contentPart>
          </mc:Choice>
          <mc:Fallback xmlns="">
            <p:pic>
              <p:nvPicPr>
                <p:cNvPr id="92" name="Ink 91">
                  <a:extLst>
                    <a:ext uri="{FF2B5EF4-FFF2-40B4-BE49-F238E27FC236}">
                      <a16:creationId xmlns:a16="http://schemas.microsoft.com/office/drawing/2014/main" id="{A1BB2404-11F9-4DE1-2EFE-AA7D52A339EB}"/>
                    </a:ext>
                  </a:extLst>
                </p:cNvPr>
                <p:cNvPicPr/>
                <p:nvPr/>
              </p:nvPicPr>
              <p:blipFill>
                <a:blip r:embed="rId149"/>
                <a:stretch>
                  <a:fillRect/>
                </a:stretch>
              </p:blipFill>
              <p:spPr>
                <a:xfrm>
                  <a:off x="5800320" y="2844160"/>
                  <a:ext cx="1090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2F05B50C-3C9D-67C2-E02A-B614C3BBDD85}"/>
                    </a:ext>
                  </a:extLst>
                </p14:cNvPr>
                <p14:cNvContentPartPr/>
                <p14:nvPr/>
              </p14:nvContentPartPr>
              <p14:xfrm>
                <a:off x="5742000" y="2974480"/>
                <a:ext cx="151920" cy="14040"/>
              </p14:xfrm>
            </p:contentPart>
          </mc:Choice>
          <mc:Fallback xmlns="">
            <p:pic>
              <p:nvPicPr>
                <p:cNvPr id="93" name="Ink 92">
                  <a:extLst>
                    <a:ext uri="{FF2B5EF4-FFF2-40B4-BE49-F238E27FC236}">
                      <a16:creationId xmlns:a16="http://schemas.microsoft.com/office/drawing/2014/main" id="{2F05B50C-3C9D-67C2-E02A-B614C3BBDD85}"/>
                    </a:ext>
                  </a:extLst>
                </p:cNvPr>
                <p:cNvPicPr/>
                <p:nvPr/>
              </p:nvPicPr>
              <p:blipFill>
                <a:blip r:embed="rId151"/>
                <a:stretch>
                  <a:fillRect/>
                </a:stretch>
              </p:blipFill>
              <p:spPr>
                <a:xfrm>
                  <a:off x="5737680" y="2970160"/>
                  <a:ext cx="1605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DB4D4D64-69AC-28F3-FCCC-7876DDA2F884}"/>
                    </a:ext>
                  </a:extLst>
                </p14:cNvPr>
                <p14:cNvContentPartPr/>
                <p14:nvPr/>
              </p14:nvContentPartPr>
              <p14:xfrm>
                <a:off x="5912640" y="3019120"/>
                <a:ext cx="117000" cy="107280"/>
              </p14:xfrm>
            </p:contentPart>
          </mc:Choice>
          <mc:Fallback xmlns="">
            <p:pic>
              <p:nvPicPr>
                <p:cNvPr id="94" name="Ink 93">
                  <a:extLst>
                    <a:ext uri="{FF2B5EF4-FFF2-40B4-BE49-F238E27FC236}">
                      <a16:creationId xmlns:a16="http://schemas.microsoft.com/office/drawing/2014/main" id="{DB4D4D64-69AC-28F3-FCCC-7876DDA2F884}"/>
                    </a:ext>
                  </a:extLst>
                </p:cNvPr>
                <p:cNvPicPr/>
                <p:nvPr/>
              </p:nvPicPr>
              <p:blipFill>
                <a:blip r:embed="rId153"/>
                <a:stretch>
                  <a:fillRect/>
                </a:stretch>
              </p:blipFill>
              <p:spPr>
                <a:xfrm>
                  <a:off x="5908320" y="3014800"/>
                  <a:ext cx="1256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81E8D17D-80C5-EF9A-0526-44C138C4B47E}"/>
                    </a:ext>
                  </a:extLst>
                </p14:cNvPr>
                <p14:cNvContentPartPr/>
                <p14:nvPr/>
              </p14:nvContentPartPr>
              <p14:xfrm>
                <a:off x="6140880" y="3009040"/>
                <a:ext cx="91440" cy="119520"/>
              </p14:xfrm>
            </p:contentPart>
          </mc:Choice>
          <mc:Fallback xmlns="">
            <p:pic>
              <p:nvPicPr>
                <p:cNvPr id="95" name="Ink 94">
                  <a:extLst>
                    <a:ext uri="{FF2B5EF4-FFF2-40B4-BE49-F238E27FC236}">
                      <a16:creationId xmlns:a16="http://schemas.microsoft.com/office/drawing/2014/main" id="{81E8D17D-80C5-EF9A-0526-44C138C4B47E}"/>
                    </a:ext>
                  </a:extLst>
                </p:cNvPr>
                <p:cNvPicPr/>
                <p:nvPr/>
              </p:nvPicPr>
              <p:blipFill>
                <a:blip r:embed="rId155"/>
                <a:stretch>
                  <a:fillRect/>
                </a:stretch>
              </p:blipFill>
              <p:spPr>
                <a:xfrm>
                  <a:off x="6136560" y="3004720"/>
                  <a:ext cx="100080" cy="12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61790356-842C-5B5D-0A0A-421B61CAB46E}"/>
                  </a:ext>
                </a:extLst>
              </p14:cNvPr>
              <p14:cNvContentPartPr/>
              <p14:nvPr/>
            </p14:nvContentPartPr>
            <p14:xfrm>
              <a:off x="3744720" y="3027040"/>
              <a:ext cx="173520" cy="214560"/>
            </p14:xfrm>
          </p:contentPart>
        </mc:Choice>
        <mc:Fallback xmlns="">
          <p:pic>
            <p:nvPicPr>
              <p:cNvPr id="98" name="Ink 97">
                <a:extLst>
                  <a:ext uri="{FF2B5EF4-FFF2-40B4-BE49-F238E27FC236}">
                    <a16:creationId xmlns:a16="http://schemas.microsoft.com/office/drawing/2014/main" id="{61790356-842C-5B5D-0A0A-421B61CAB46E}"/>
                  </a:ext>
                </a:extLst>
              </p:cNvPr>
              <p:cNvPicPr/>
              <p:nvPr/>
            </p:nvPicPr>
            <p:blipFill>
              <a:blip r:embed="rId157"/>
              <a:stretch>
                <a:fillRect/>
              </a:stretch>
            </p:blipFill>
            <p:spPr>
              <a:xfrm>
                <a:off x="3740400" y="3022720"/>
                <a:ext cx="182160" cy="223200"/>
              </a:xfrm>
              <a:prstGeom prst="rect">
                <a:avLst/>
              </a:prstGeom>
            </p:spPr>
          </p:pic>
        </mc:Fallback>
      </mc:AlternateContent>
      <p:grpSp>
        <p:nvGrpSpPr>
          <p:cNvPr id="103" name="Group 102">
            <a:extLst>
              <a:ext uri="{FF2B5EF4-FFF2-40B4-BE49-F238E27FC236}">
                <a16:creationId xmlns:a16="http://schemas.microsoft.com/office/drawing/2014/main" id="{E83B62D1-C227-6CFD-7BCA-ADD0A827B6FC}"/>
              </a:ext>
            </a:extLst>
          </p:cNvPr>
          <p:cNvGrpSpPr/>
          <p:nvPr/>
        </p:nvGrpSpPr>
        <p:grpSpPr>
          <a:xfrm>
            <a:off x="4178880" y="2943160"/>
            <a:ext cx="502560" cy="285120"/>
            <a:chOff x="4178880" y="2943160"/>
            <a:chExt cx="502560" cy="285120"/>
          </a:xfrm>
        </p:grpSpPr>
        <mc:AlternateContent xmlns:mc="http://schemas.openxmlformats.org/markup-compatibility/2006" xmlns:p14="http://schemas.microsoft.com/office/powerpoint/2010/main">
          <mc:Choice Requires="p14">
            <p:contentPart p14:bwMode="auto" r:id="rId158">
              <p14:nvContentPartPr>
                <p14:cNvPr id="99" name="Ink 98">
                  <a:extLst>
                    <a:ext uri="{FF2B5EF4-FFF2-40B4-BE49-F238E27FC236}">
                      <a16:creationId xmlns:a16="http://schemas.microsoft.com/office/drawing/2014/main" id="{95023D85-9C2D-BBAB-163E-46901754E59B}"/>
                    </a:ext>
                  </a:extLst>
                </p14:cNvPr>
                <p14:cNvContentPartPr/>
                <p14:nvPr/>
              </p14:nvContentPartPr>
              <p14:xfrm>
                <a:off x="4183560" y="3005080"/>
                <a:ext cx="141840" cy="160920"/>
              </p14:xfrm>
            </p:contentPart>
          </mc:Choice>
          <mc:Fallback xmlns="">
            <p:pic>
              <p:nvPicPr>
                <p:cNvPr id="99" name="Ink 98">
                  <a:extLst>
                    <a:ext uri="{FF2B5EF4-FFF2-40B4-BE49-F238E27FC236}">
                      <a16:creationId xmlns:a16="http://schemas.microsoft.com/office/drawing/2014/main" id="{95023D85-9C2D-BBAB-163E-46901754E59B}"/>
                    </a:ext>
                  </a:extLst>
                </p:cNvPr>
                <p:cNvPicPr/>
                <p:nvPr/>
              </p:nvPicPr>
              <p:blipFill>
                <a:blip r:embed="rId159"/>
                <a:stretch>
                  <a:fillRect/>
                </a:stretch>
              </p:blipFill>
              <p:spPr>
                <a:xfrm>
                  <a:off x="4179240" y="3000760"/>
                  <a:ext cx="1504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0" name="Ink 99">
                  <a:extLst>
                    <a:ext uri="{FF2B5EF4-FFF2-40B4-BE49-F238E27FC236}">
                      <a16:creationId xmlns:a16="http://schemas.microsoft.com/office/drawing/2014/main" id="{110BAB2D-BCAC-5663-8053-893D1F943C90}"/>
                    </a:ext>
                  </a:extLst>
                </p14:cNvPr>
                <p14:cNvContentPartPr/>
                <p14:nvPr/>
              </p14:nvContentPartPr>
              <p14:xfrm>
                <a:off x="4178880" y="3042520"/>
                <a:ext cx="137520" cy="78480"/>
              </p14:xfrm>
            </p:contentPart>
          </mc:Choice>
          <mc:Fallback xmlns="">
            <p:pic>
              <p:nvPicPr>
                <p:cNvPr id="100" name="Ink 99">
                  <a:extLst>
                    <a:ext uri="{FF2B5EF4-FFF2-40B4-BE49-F238E27FC236}">
                      <a16:creationId xmlns:a16="http://schemas.microsoft.com/office/drawing/2014/main" id="{110BAB2D-BCAC-5663-8053-893D1F943C90}"/>
                    </a:ext>
                  </a:extLst>
                </p:cNvPr>
                <p:cNvPicPr/>
                <p:nvPr/>
              </p:nvPicPr>
              <p:blipFill>
                <a:blip r:embed="rId161"/>
                <a:stretch>
                  <a:fillRect/>
                </a:stretch>
              </p:blipFill>
              <p:spPr>
                <a:xfrm>
                  <a:off x="4174560" y="3038200"/>
                  <a:ext cx="1461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F53D59AA-6683-00DF-941E-0517EE99AA51}"/>
                    </a:ext>
                  </a:extLst>
                </p14:cNvPr>
                <p14:cNvContentPartPr/>
                <p14:nvPr/>
              </p14:nvContentPartPr>
              <p14:xfrm>
                <a:off x="4405320" y="2943160"/>
                <a:ext cx="119160" cy="228960"/>
              </p14:xfrm>
            </p:contentPart>
          </mc:Choice>
          <mc:Fallback xmlns="">
            <p:pic>
              <p:nvPicPr>
                <p:cNvPr id="101" name="Ink 100">
                  <a:extLst>
                    <a:ext uri="{FF2B5EF4-FFF2-40B4-BE49-F238E27FC236}">
                      <a16:creationId xmlns:a16="http://schemas.microsoft.com/office/drawing/2014/main" id="{F53D59AA-6683-00DF-941E-0517EE99AA51}"/>
                    </a:ext>
                  </a:extLst>
                </p:cNvPr>
                <p:cNvPicPr/>
                <p:nvPr/>
              </p:nvPicPr>
              <p:blipFill>
                <a:blip r:embed="rId163"/>
                <a:stretch>
                  <a:fillRect/>
                </a:stretch>
              </p:blipFill>
              <p:spPr>
                <a:xfrm>
                  <a:off x="4401000" y="2938840"/>
                  <a:ext cx="1278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DAF0B00F-CE56-7712-1BA6-C9EEA51AC5EB}"/>
                    </a:ext>
                  </a:extLst>
                </p14:cNvPr>
                <p14:cNvContentPartPr/>
                <p14:nvPr/>
              </p14:nvContentPartPr>
              <p14:xfrm>
                <a:off x="4539240" y="2996800"/>
                <a:ext cx="142200" cy="231480"/>
              </p14:xfrm>
            </p:contentPart>
          </mc:Choice>
          <mc:Fallback xmlns="">
            <p:pic>
              <p:nvPicPr>
                <p:cNvPr id="102" name="Ink 101">
                  <a:extLst>
                    <a:ext uri="{FF2B5EF4-FFF2-40B4-BE49-F238E27FC236}">
                      <a16:creationId xmlns:a16="http://schemas.microsoft.com/office/drawing/2014/main" id="{DAF0B00F-CE56-7712-1BA6-C9EEA51AC5EB}"/>
                    </a:ext>
                  </a:extLst>
                </p:cNvPr>
                <p:cNvPicPr/>
                <p:nvPr/>
              </p:nvPicPr>
              <p:blipFill>
                <a:blip r:embed="rId165"/>
                <a:stretch>
                  <a:fillRect/>
                </a:stretch>
              </p:blipFill>
              <p:spPr>
                <a:xfrm>
                  <a:off x="4534920" y="2992480"/>
                  <a:ext cx="150840" cy="240120"/>
                </a:xfrm>
                <a:prstGeom prst="rect">
                  <a:avLst/>
                </a:prstGeom>
              </p:spPr>
            </p:pic>
          </mc:Fallback>
        </mc:AlternateContent>
      </p:grpSp>
      <p:grpSp>
        <p:nvGrpSpPr>
          <p:cNvPr id="121" name="Group 120">
            <a:extLst>
              <a:ext uri="{FF2B5EF4-FFF2-40B4-BE49-F238E27FC236}">
                <a16:creationId xmlns:a16="http://schemas.microsoft.com/office/drawing/2014/main" id="{377880A2-E387-6CED-90E4-72AB76332959}"/>
              </a:ext>
            </a:extLst>
          </p:cNvPr>
          <p:cNvGrpSpPr/>
          <p:nvPr/>
        </p:nvGrpSpPr>
        <p:grpSpPr>
          <a:xfrm>
            <a:off x="815400" y="3564520"/>
            <a:ext cx="309600" cy="324720"/>
            <a:chOff x="815400" y="3564520"/>
            <a:chExt cx="309600" cy="324720"/>
          </a:xfrm>
        </p:grpSpPr>
        <mc:AlternateContent xmlns:mc="http://schemas.openxmlformats.org/markup-compatibility/2006" xmlns:p14="http://schemas.microsoft.com/office/powerpoint/2010/main">
          <mc:Choice Requires="p14">
            <p:contentPart p14:bwMode="auto" r:id="rId166">
              <p14:nvContentPartPr>
                <p14:cNvPr id="104" name="Ink 103">
                  <a:extLst>
                    <a:ext uri="{FF2B5EF4-FFF2-40B4-BE49-F238E27FC236}">
                      <a16:creationId xmlns:a16="http://schemas.microsoft.com/office/drawing/2014/main" id="{43EDB13B-69EB-B504-85FA-5656E213841F}"/>
                    </a:ext>
                  </a:extLst>
                </p14:cNvPr>
                <p14:cNvContentPartPr/>
                <p14:nvPr/>
              </p14:nvContentPartPr>
              <p14:xfrm>
                <a:off x="815400" y="3748120"/>
                <a:ext cx="82440" cy="65880"/>
              </p14:xfrm>
            </p:contentPart>
          </mc:Choice>
          <mc:Fallback xmlns="">
            <p:pic>
              <p:nvPicPr>
                <p:cNvPr id="104" name="Ink 103">
                  <a:extLst>
                    <a:ext uri="{FF2B5EF4-FFF2-40B4-BE49-F238E27FC236}">
                      <a16:creationId xmlns:a16="http://schemas.microsoft.com/office/drawing/2014/main" id="{43EDB13B-69EB-B504-85FA-5656E213841F}"/>
                    </a:ext>
                  </a:extLst>
                </p:cNvPr>
                <p:cNvPicPr/>
                <p:nvPr/>
              </p:nvPicPr>
              <p:blipFill>
                <a:blip r:embed="rId167"/>
                <a:stretch>
                  <a:fillRect/>
                </a:stretch>
              </p:blipFill>
              <p:spPr>
                <a:xfrm>
                  <a:off x="811080" y="3743800"/>
                  <a:ext cx="910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5" name="Ink 104">
                  <a:extLst>
                    <a:ext uri="{FF2B5EF4-FFF2-40B4-BE49-F238E27FC236}">
                      <a16:creationId xmlns:a16="http://schemas.microsoft.com/office/drawing/2014/main" id="{02995DB5-DFF1-FD9C-8D45-EDE4A3C129F8}"/>
                    </a:ext>
                  </a:extLst>
                </p14:cNvPr>
                <p14:cNvContentPartPr/>
                <p14:nvPr/>
              </p14:nvContentPartPr>
              <p14:xfrm>
                <a:off x="842400" y="3568480"/>
                <a:ext cx="14400" cy="12960"/>
              </p14:xfrm>
            </p:contentPart>
          </mc:Choice>
          <mc:Fallback xmlns="">
            <p:pic>
              <p:nvPicPr>
                <p:cNvPr id="105" name="Ink 104">
                  <a:extLst>
                    <a:ext uri="{FF2B5EF4-FFF2-40B4-BE49-F238E27FC236}">
                      <a16:creationId xmlns:a16="http://schemas.microsoft.com/office/drawing/2014/main" id="{02995DB5-DFF1-FD9C-8D45-EDE4A3C129F8}"/>
                    </a:ext>
                  </a:extLst>
                </p:cNvPr>
                <p:cNvPicPr/>
                <p:nvPr/>
              </p:nvPicPr>
              <p:blipFill>
                <a:blip r:embed="rId169"/>
                <a:stretch>
                  <a:fillRect/>
                </a:stretch>
              </p:blipFill>
              <p:spPr>
                <a:xfrm>
                  <a:off x="838080" y="3564160"/>
                  <a:ext cx="230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6" name="Ink 105">
                  <a:extLst>
                    <a:ext uri="{FF2B5EF4-FFF2-40B4-BE49-F238E27FC236}">
                      <a16:creationId xmlns:a16="http://schemas.microsoft.com/office/drawing/2014/main" id="{8A213A09-F385-24E9-23A4-B1C23B7DF558}"/>
                    </a:ext>
                  </a:extLst>
                </p14:cNvPr>
                <p14:cNvContentPartPr/>
                <p14:nvPr/>
              </p14:nvContentPartPr>
              <p14:xfrm>
                <a:off x="946440" y="3564520"/>
                <a:ext cx="151920" cy="324720"/>
              </p14:xfrm>
            </p:contentPart>
          </mc:Choice>
          <mc:Fallback xmlns="">
            <p:pic>
              <p:nvPicPr>
                <p:cNvPr id="106" name="Ink 105">
                  <a:extLst>
                    <a:ext uri="{FF2B5EF4-FFF2-40B4-BE49-F238E27FC236}">
                      <a16:creationId xmlns:a16="http://schemas.microsoft.com/office/drawing/2014/main" id="{8A213A09-F385-24E9-23A4-B1C23B7DF558}"/>
                    </a:ext>
                  </a:extLst>
                </p:cNvPr>
                <p:cNvPicPr/>
                <p:nvPr/>
              </p:nvPicPr>
              <p:blipFill>
                <a:blip r:embed="rId171"/>
                <a:stretch>
                  <a:fillRect/>
                </a:stretch>
              </p:blipFill>
              <p:spPr>
                <a:xfrm>
                  <a:off x="942120" y="3560200"/>
                  <a:ext cx="1605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7" name="Ink 106">
                  <a:extLst>
                    <a:ext uri="{FF2B5EF4-FFF2-40B4-BE49-F238E27FC236}">
                      <a16:creationId xmlns:a16="http://schemas.microsoft.com/office/drawing/2014/main" id="{4C327695-8C32-1133-5EC2-8E7890B44E3E}"/>
                    </a:ext>
                  </a:extLst>
                </p14:cNvPr>
                <p14:cNvContentPartPr/>
                <p14:nvPr/>
              </p14:nvContentPartPr>
              <p14:xfrm>
                <a:off x="938520" y="3718600"/>
                <a:ext cx="186480" cy="2520"/>
              </p14:xfrm>
            </p:contentPart>
          </mc:Choice>
          <mc:Fallback xmlns="">
            <p:pic>
              <p:nvPicPr>
                <p:cNvPr id="107" name="Ink 106">
                  <a:extLst>
                    <a:ext uri="{FF2B5EF4-FFF2-40B4-BE49-F238E27FC236}">
                      <a16:creationId xmlns:a16="http://schemas.microsoft.com/office/drawing/2014/main" id="{4C327695-8C32-1133-5EC2-8E7890B44E3E}"/>
                    </a:ext>
                  </a:extLst>
                </p:cNvPr>
                <p:cNvPicPr/>
                <p:nvPr/>
              </p:nvPicPr>
              <p:blipFill>
                <a:blip r:embed="rId173"/>
                <a:stretch>
                  <a:fillRect/>
                </a:stretch>
              </p:blipFill>
              <p:spPr>
                <a:xfrm>
                  <a:off x="934200" y="3714280"/>
                  <a:ext cx="195120" cy="11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4">
            <p14:nvContentPartPr>
              <p14:cNvPr id="108" name="Ink 107">
                <a:extLst>
                  <a:ext uri="{FF2B5EF4-FFF2-40B4-BE49-F238E27FC236}">
                    <a16:creationId xmlns:a16="http://schemas.microsoft.com/office/drawing/2014/main" id="{B608B0F3-8047-0F38-9A92-DC8A9D8F0E6A}"/>
                  </a:ext>
                </a:extLst>
              </p14:cNvPr>
              <p14:cNvContentPartPr/>
              <p14:nvPr/>
            </p14:nvContentPartPr>
            <p14:xfrm>
              <a:off x="1659600" y="3706000"/>
              <a:ext cx="183960" cy="98640"/>
            </p14:xfrm>
          </p:contentPart>
        </mc:Choice>
        <mc:Fallback xmlns="">
          <p:pic>
            <p:nvPicPr>
              <p:cNvPr id="108" name="Ink 107">
                <a:extLst>
                  <a:ext uri="{FF2B5EF4-FFF2-40B4-BE49-F238E27FC236}">
                    <a16:creationId xmlns:a16="http://schemas.microsoft.com/office/drawing/2014/main" id="{B608B0F3-8047-0F38-9A92-DC8A9D8F0E6A}"/>
                  </a:ext>
                </a:extLst>
              </p:cNvPr>
              <p:cNvPicPr/>
              <p:nvPr/>
            </p:nvPicPr>
            <p:blipFill>
              <a:blip r:embed="rId175"/>
              <a:stretch>
                <a:fillRect/>
              </a:stretch>
            </p:blipFill>
            <p:spPr>
              <a:xfrm>
                <a:off x="1655280" y="3701680"/>
                <a:ext cx="192600" cy="107280"/>
              </a:xfrm>
              <a:prstGeom prst="rect">
                <a:avLst/>
              </a:prstGeom>
            </p:spPr>
          </p:pic>
        </mc:Fallback>
      </mc:AlternateContent>
      <p:grpSp>
        <p:nvGrpSpPr>
          <p:cNvPr id="120" name="Group 119">
            <a:extLst>
              <a:ext uri="{FF2B5EF4-FFF2-40B4-BE49-F238E27FC236}">
                <a16:creationId xmlns:a16="http://schemas.microsoft.com/office/drawing/2014/main" id="{0DC47189-A8FB-A6D3-1317-A1F85DB9C4D8}"/>
              </a:ext>
            </a:extLst>
          </p:cNvPr>
          <p:cNvGrpSpPr/>
          <p:nvPr/>
        </p:nvGrpSpPr>
        <p:grpSpPr>
          <a:xfrm>
            <a:off x="2089800" y="3650560"/>
            <a:ext cx="145440" cy="68400"/>
            <a:chOff x="2089800" y="3650560"/>
            <a:chExt cx="145440" cy="68400"/>
          </a:xfrm>
        </p:grpSpPr>
        <mc:AlternateContent xmlns:mc="http://schemas.openxmlformats.org/markup-compatibility/2006" xmlns:p14="http://schemas.microsoft.com/office/powerpoint/2010/main">
          <mc:Choice Requires="p14">
            <p:contentPart p14:bwMode="auto" r:id="rId176">
              <p14:nvContentPartPr>
                <p14:cNvPr id="109" name="Ink 108">
                  <a:extLst>
                    <a:ext uri="{FF2B5EF4-FFF2-40B4-BE49-F238E27FC236}">
                      <a16:creationId xmlns:a16="http://schemas.microsoft.com/office/drawing/2014/main" id="{8522D841-E050-4E0B-FF07-B3C285703A18}"/>
                    </a:ext>
                  </a:extLst>
                </p14:cNvPr>
                <p14:cNvContentPartPr/>
                <p14:nvPr/>
              </p14:nvContentPartPr>
              <p14:xfrm>
                <a:off x="2122920" y="3650560"/>
                <a:ext cx="95400" cy="10800"/>
              </p14:xfrm>
            </p:contentPart>
          </mc:Choice>
          <mc:Fallback xmlns="">
            <p:pic>
              <p:nvPicPr>
                <p:cNvPr id="109" name="Ink 108">
                  <a:extLst>
                    <a:ext uri="{FF2B5EF4-FFF2-40B4-BE49-F238E27FC236}">
                      <a16:creationId xmlns:a16="http://schemas.microsoft.com/office/drawing/2014/main" id="{8522D841-E050-4E0B-FF07-B3C285703A18}"/>
                    </a:ext>
                  </a:extLst>
                </p:cNvPr>
                <p:cNvPicPr/>
                <p:nvPr/>
              </p:nvPicPr>
              <p:blipFill>
                <a:blip r:embed="rId177"/>
                <a:stretch>
                  <a:fillRect/>
                </a:stretch>
              </p:blipFill>
              <p:spPr>
                <a:xfrm>
                  <a:off x="2118600" y="3646240"/>
                  <a:ext cx="1040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Ink 109">
                  <a:extLst>
                    <a:ext uri="{FF2B5EF4-FFF2-40B4-BE49-F238E27FC236}">
                      <a16:creationId xmlns:a16="http://schemas.microsoft.com/office/drawing/2014/main" id="{31008504-5A6A-C578-4A28-B641D85EF69C}"/>
                    </a:ext>
                  </a:extLst>
                </p14:cNvPr>
                <p14:cNvContentPartPr/>
                <p14:nvPr/>
              </p14:nvContentPartPr>
              <p14:xfrm>
                <a:off x="2089800" y="3650560"/>
                <a:ext cx="145440" cy="68400"/>
              </p14:xfrm>
            </p:contentPart>
          </mc:Choice>
          <mc:Fallback xmlns="">
            <p:pic>
              <p:nvPicPr>
                <p:cNvPr id="110" name="Ink 109">
                  <a:extLst>
                    <a:ext uri="{FF2B5EF4-FFF2-40B4-BE49-F238E27FC236}">
                      <a16:creationId xmlns:a16="http://schemas.microsoft.com/office/drawing/2014/main" id="{31008504-5A6A-C578-4A28-B641D85EF69C}"/>
                    </a:ext>
                  </a:extLst>
                </p:cNvPr>
                <p:cNvPicPr/>
                <p:nvPr/>
              </p:nvPicPr>
              <p:blipFill>
                <a:blip r:embed="rId179"/>
                <a:stretch>
                  <a:fillRect/>
                </a:stretch>
              </p:blipFill>
              <p:spPr>
                <a:xfrm>
                  <a:off x="2085480" y="3646240"/>
                  <a:ext cx="154080" cy="77040"/>
                </a:xfrm>
                <a:prstGeom prst="rect">
                  <a:avLst/>
                </a:prstGeom>
              </p:spPr>
            </p:pic>
          </mc:Fallback>
        </mc:AlternateContent>
      </p:grpSp>
      <p:grpSp>
        <p:nvGrpSpPr>
          <p:cNvPr id="119" name="Group 118">
            <a:extLst>
              <a:ext uri="{FF2B5EF4-FFF2-40B4-BE49-F238E27FC236}">
                <a16:creationId xmlns:a16="http://schemas.microsoft.com/office/drawing/2014/main" id="{0F091C3F-7AAE-0D7B-E4E2-03991ECAA391}"/>
              </a:ext>
            </a:extLst>
          </p:cNvPr>
          <p:cNvGrpSpPr/>
          <p:nvPr/>
        </p:nvGrpSpPr>
        <p:grpSpPr>
          <a:xfrm>
            <a:off x="2446200" y="3527440"/>
            <a:ext cx="394920" cy="242640"/>
            <a:chOff x="2446200" y="3527440"/>
            <a:chExt cx="394920" cy="242640"/>
          </a:xfrm>
        </p:grpSpPr>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57EEE148-924A-3A7E-2865-EBA4F079A5F7}"/>
                    </a:ext>
                  </a:extLst>
                </p14:cNvPr>
                <p14:cNvContentPartPr/>
                <p14:nvPr/>
              </p14:nvContentPartPr>
              <p14:xfrm>
                <a:off x="2446200" y="3553000"/>
                <a:ext cx="202320" cy="214920"/>
              </p14:xfrm>
            </p:contentPart>
          </mc:Choice>
          <mc:Fallback xmlns="">
            <p:pic>
              <p:nvPicPr>
                <p:cNvPr id="111" name="Ink 110">
                  <a:extLst>
                    <a:ext uri="{FF2B5EF4-FFF2-40B4-BE49-F238E27FC236}">
                      <a16:creationId xmlns:a16="http://schemas.microsoft.com/office/drawing/2014/main" id="{57EEE148-924A-3A7E-2865-EBA4F079A5F7}"/>
                    </a:ext>
                  </a:extLst>
                </p:cNvPr>
                <p:cNvPicPr/>
                <p:nvPr/>
              </p:nvPicPr>
              <p:blipFill>
                <a:blip r:embed="rId181"/>
                <a:stretch>
                  <a:fillRect/>
                </a:stretch>
              </p:blipFill>
              <p:spPr>
                <a:xfrm>
                  <a:off x="2441880" y="3548680"/>
                  <a:ext cx="2109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D93754FC-205C-4416-E7F0-72ABEA1D6DC5}"/>
                    </a:ext>
                  </a:extLst>
                </p14:cNvPr>
                <p14:cNvContentPartPr/>
                <p14:nvPr/>
              </p14:nvContentPartPr>
              <p14:xfrm>
                <a:off x="2729880" y="3527440"/>
                <a:ext cx="111240" cy="242640"/>
              </p14:xfrm>
            </p:contentPart>
          </mc:Choice>
          <mc:Fallback xmlns="">
            <p:pic>
              <p:nvPicPr>
                <p:cNvPr id="112" name="Ink 111">
                  <a:extLst>
                    <a:ext uri="{FF2B5EF4-FFF2-40B4-BE49-F238E27FC236}">
                      <a16:creationId xmlns:a16="http://schemas.microsoft.com/office/drawing/2014/main" id="{D93754FC-205C-4416-E7F0-72ABEA1D6DC5}"/>
                    </a:ext>
                  </a:extLst>
                </p:cNvPr>
                <p:cNvPicPr/>
                <p:nvPr/>
              </p:nvPicPr>
              <p:blipFill>
                <a:blip r:embed="rId183"/>
                <a:stretch>
                  <a:fillRect/>
                </a:stretch>
              </p:blipFill>
              <p:spPr>
                <a:xfrm>
                  <a:off x="2725560" y="3523120"/>
                  <a:ext cx="119880" cy="251280"/>
                </a:xfrm>
                <a:prstGeom prst="rect">
                  <a:avLst/>
                </a:prstGeom>
              </p:spPr>
            </p:pic>
          </mc:Fallback>
        </mc:AlternateContent>
      </p:grpSp>
      <p:grpSp>
        <p:nvGrpSpPr>
          <p:cNvPr id="118" name="Group 117">
            <a:extLst>
              <a:ext uri="{FF2B5EF4-FFF2-40B4-BE49-F238E27FC236}">
                <a16:creationId xmlns:a16="http://schemas.microsoft.com/office/drawing/2014/main" id="{766C18AC-3380-55F8-994C-9D80B1E88282}"/>
              </a:ext>
            </a:extLst>
          </p:cNvPr>
          <p:cNvGrpSpPr/>
          <p:nvPr/>
        </p:nvGrpSpPr>
        <p:grpSpPr>
          <a:xfrm>
            <a:off x="3688560" y="3475960"/>
            <a:ext cx="1010880" cy="353520"/>
            <a:chOff x="3688560" y="3475960"/>
            <a:chExt cx="1010880" cy="353520"/>
          </a:xfrm>
        </p:grpSpPr>
        <mc:AlternateContent xmlns:mc="http://schemas.openxmlformats.org/markup-compatibility/2006" xmlns:p14="http://schemas.microsoft.com/office/powerpoint/2010/main">
          <mc:Choice Requires="p14">
            <p:contentPart p14:bwMode="auto" r:id="rId184">
              <p14:nvContentPartPr>
                <p14:cNvPr id="113" name="Ink 112">
                  <a:extLst>
                    <a:ext uri="{FF2B5EF4-FFF2-40B4-BE49-F238E27FC236}">
                      <a16:creationId xmlns:a16="http://schemas.microsoft.com/office/drawing/2014/main" id="{358CBD5C-5798-1951-6BD5-2FD57AD75B4D}"/>
                    </a:ext>
                  </a:extLst>
                </p14:cNvPr>
                <p14:cNvContentPartPr/>
                <p14:nvPr/>
              </p14:nvContentPartPr>
              <p14:xfrm>
                <a:off x="3836160" y="3511960"/>
                <a:ext cx="68400" cy="260640"/>
              </p14:xfrm>
            </p:contentPart>
          </mc:Choice>
          <mc:Fallback xmlns="">
            <p:pic>
              <p:nvPicPr>
                <p:cNvPr id="113" name="Ink 112">
                  <a:extLst>
                    <a:ext uri="{FF2B5EF4-FFF2-40B4-BE49-F238E27FC236}">
                      <a16:creationId xmlns:a16="http://schemas.microsoft.com/office/drawing/2014/main" id="{358CBD5C-5798-1951-6BD5-2FD57AD75B4D}"/>
                    </a:ext>
                  </a:extLst>
                </p:cNvPr>
                <p:cNvPicPr/>
                <p:nvPr/>
              </p:nvPicPr>
              <p:blipFill>
                <a:blip r:embed="rId185"/>
                <a:stretch>
                  <a:fillRect/>
                </a:stretch>
              </p:blipFill>
              <p:spPr>
                <a:xfrm>
                  <a:off x="3831840" y="3507640"/>
                  <a:ext cx="7704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Ink 113">
                  <a:extLst>
                    <a:ext uri="{FF2B5EF4-FFF2-40B4-BE49-F238E27FC236}">
                      <a16:creationId xmlns:a16="http://schemas.microsoft.com/office/drawing/2014/main" id="{A34F1CF6-29D3-060D-BD8B-94B4BAE74428}"/>
                    </a:ext>
                  </a:extLst>
                </p14:cNvPr>
                <p14:cNvContentPartPr/>
                <p14:nvPr/>
              </p14:nvContentPartPr>
              <p14:xfrm>
                <a:off x="3688560" y="3475960"/>
                <a:ext cx="450720" cy="34200"/>
              </p14:xfrm>
            </p:contentPart>
          </mc:Choice>
          <mc:Fallback xmlns="">
            <p:pic>
              <p:nvPicPr>
                <p:cNvPr id="114" name="Ink 113">
                  <a:extLst>
                    <a:ext uri="{FF2B5EF4-FFF2-40B4-BE49-F238E27FC236}">
                      <a16:creationId xmlns:a16="http://schemas.microsoft.com/office/drawing/2014/main" id="{A34F1CF6-29D3-060D-BD8B-94B4BAE74428}"/>
                    </a:ext>
                  </a:extLst>
                </p:cNvPr>
                <p:cNvPicPr/>
                <p:nvPr/>
              </p:nvPicPr>
              <p:blipFill>
                <a:blip r:embed="rId187"/>
                <a:stretch>
                  <a:fillRect/>
                </a:stretch>
              </p:blipFill>
              <p:spPr>
                <a:xfrm>
                  <a:off x="3684240" y="3471640"/>
                  <a:ext cx="4593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Ink 114">
                  <a:extLst>
                    <a:ext uri="{FF2B5EF4-FFF2-40B4-BE49-F238E27FC236}">
                      <a16:creationId xmlns:a16="http://schemas.microsoft.com/office/drawing/2014/main" id="{4023EF35-8B61-A3E5-6CC5-3D672D84F301}"/>
                    </a:ext>
                  </a:extLst>
                </p14:cNvPr>
                <p14:cNvContentPartPr/>
                <p14:nvPr/>
              </p14:nvContentPartPr>
              <p14:xfrm>
                <a:off x="4125240" y="3554080"/>
                <a:ext cx="150120" cy="222840"/>
              </p14:xfrm>
            </p:contentPart>
          </mc:Choice>
          <mc:Fallback xmlns="">
            <p:pic>
              <p:nvPicPr>
                <p:cNvPr id="115" name="Ink 114">
                  <a:extLst>
                    <a:ext uri="{FF2B5EF4-FFF2-40B4-BE49-F238E27FC236}">
                      <a16:creationId xmlns:a16="http://schemas.microsoft.com/office/drawing/2014/main" id="{4023EF35-8B61-A3E5-6CC5-3D672D84F301}"/>
                    </a:ext>
                  </a:extLst>
                </p:cNvPr>
                <p:cNvPicPr/>
                <p:nvPr/>
              </p:nvPicPr>
              <p:blipFill>
                <a:blip r:embed="rId189"/>
                <a:stretch>
                  <a:fillRect/>
                </a:stretch>
              </p:blipFill>
              <p:spPr>
                <a:xfrm>
                  <a:off x="4120920" y="3549760"/>
                  <a:ext cx="1587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A9F3F608-5EE0-3D0B-DEBD-C54E7E54191A}"/>
                    </a:ext>
                  </a:extLst>
                </p14:cNvPr>
                <p14:cNvContentPartPr/>
                <p14:nvPr/>
              </p14:nvContentPartPr>
              <p14:xfrm>
                <a:off x="4325040" y="3632560"/>
                <a:ext cx="177480" cy="70560"/>
              </p14:xfrm>
            </p:contentPart>
          </mc:Choice>
          <mc:Fallback xmlns="">
            <p:pic>
              <p:nvPicPr>
                <p:cNvPr id="116" name="Ink 115">
                  <a:extLst>
                    <a:ext uri="{FF2B5EF4-FFF2-40B4-BE49-F238E27FC236}">
                      <a16:creationId xmlns:a16="http://schemas.microsoft.com/office/drawing/2014/main" id="{A9F3F608-5EE0-3D0B-DEBD-C54E7E54191A}"/>
                    </a:ext>
                  </a:extLst>
                </p:cNvPr>
                <p:cNvPicPr/>
                <p:nvPr/>
              </p:nvPicPr>
              <p:blipFill>
                <a:blip r:embed="rId191"/>
                <a:stretch>
                  <a:fillRect/>
                </a:stretch>
              </p:blipFill>
              <p:spPr>
                <a:xfrm>
                  <a:off x="4320720" y="3628240"/>
                  <a:ext cx="1861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7CCB75D4-9731-B0FA-6E7B-D3D1F6A50F9D}"/>
                    </a:ext>
                  </a:extLst>
                </p14:cNvPr>
                <p14:cNvContentPartPr/>
                <p14:nvPr/>
              </p14:nvContentPartPr>
              <p14:xfrm>
                <a:off x="4565160" y="3477400"/>
                <a:ext cx="134280" cy="352080"/>
              </p14:xfrm>
            </p:contentPart>
          </mc:Choice>
          <mc:Fallback xmlns="">
            <p:pic>
              <p:nvPicPr>
                <p:cNvPr id="117" name="Ink 116">
                  <a:extLst>
                    <a:ext uri="{FF2B5EF4-FFF2-40B4-BE49-F238E27FC236}">
                      <a16:creationId xmlns:a16="http://schemas.microsoft.com/office/drawing/2014/main" id="{7CCB75D4-9731-B0FA-6E7B-D3D1F6A50F9D}"/>
                    </a:ext>
                  </a:extLst>
                </p:cNvPr>
                <p:cNvPicPr/>
                <p:nvPr/>
              </p:nvPicPr>
              <p:blipFill>
                <a:blip r:embed="rId193"/>
                <a:stretch>
                  <a:fillRect/>
                </a:stretch>
              </p:blipFill>
              <p:spPr>
                <a:xfrm>
                  <a:off x="4560840" y="3473080"/>
                  <a:ext cx="142920" cy="360720"/>
                </a:xfrm>
                <a:prstGeom prst="rect">
                  <a:avLst/>
                </a:prstGeom>
              </p:spPr>
            </p:pic>
          </mc:Fallback>
        </mc:AlternateContent>
      </p:grpSp>
      <p:grpSp>
        <p:nvGrpSpPr>
          <p:cNvPr id="124" name="Group 123">
            <a:extLst>
              <a:ext uri="{FF2B5EF4-FFF2-40B4-BE49-F238E27FC236}">
                <a16:creationId xmlns:a16="http://schemas.microsoft.com/office/drawing/2014/main" id="{100D8713-D8A2-65FA-16FF-7511F3F079CE}"/>
              </a:ext>
            </a:extLst>
          </p:cNvPr>
          <p:cNvGrpSpPr/>
          <p:nvPr/>
        </p:nvGrpSpPr>
        <p:grpSpPr>
          <a:xfrm>
            <a:off x="4914000" y="3607000"/>
            <a:ext cx="185400" cy="106920"/>
            <a:chOff x="4914000" y="3607000"/>
            <a:chExt cx="185400" cy="106920"/>
          </a:xfrm>
        </p:grpSpPr>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99FE3094-2F8E-DF03-DC1C-B28FF2E81051}"/>
                    </a:ext>
                  </a:extLst>
                </p14:cNvPr>
                <p14:cNvContentPartPr/>
                <p14:nvPr/>
              </p14:nvContentPartPr>
              <p14:xfrm>
                <a:off x="4914000" y="3607000"/>
                <a:ext cx="177120" cy="30600"/>
              </p14:xfrm>
            </p:contentPart>
          </mc:Choice>
          <mc:Fallback xmlns="">
            <p:pic>
              <p:nvPicPr>
                <p:cNvPr id="122" name="Ink 121">
                  <a:extLst>
                    <a:ext uri="{FF2B5EF4-FFF2-40B4-BE49-F238E27FC236}">
                      <a16:creationId xmlns:a16="http://schemas.microsoft.com/office/drawing/2014/main" id="{99FE3094-2F8E-DF03-DC1C-B28FF2E81051}"/>
                    </a:ext>
                  </a:extLst>
                </p:cNvPr>
                <p:cNvPicPr/>
                <p:nvPr/>
              </p:nvPicPr>
              <p:blipFill>
                <a:blip r:embed="rId195"/>
                <a:stretch>
                  <a:fillRect/>
                </a:stretch>
              </p:blipFill>
              <p:spPr>
                <a:xfrm>
                  <a:off x="4909680" y="3602680"/>
                  <a:ext cx="1857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2800E884-4E7C-8195-87D7-756153ADF725}"/>
                    </a:ext>
                  </a:extLst>
                </p14:cNvPr>
                <p14:cNvContentPartPr/>
                <p14:nvPr/>
              </p14:nvContentPartPr>
              <p14:xfrm>
                <a:off x="4928400" y="3704200"/>
                <a:ext cx="171000" cy="9720"/>
              </p14:xfrm>
            </p:contentPart>
          </mc:Choice>
          <mc:Fallback xmlns="">
            <p:pic>
              <p:nvPicPr>
                <p:cNvPr id="123" name="Ink 122">
                  <a:extLst>
                    <a:ext uri="{FF2B5EF4-FFF2-40B4-BE49-F238E27FC236}">
                      <a16:creationId xmlns:a16="http://schemas.microsoft.com/office/drawing/2014/main" id="{2800E884-4E7C-8195-87D7-756153ADF725}"/>
                    </a:ext>
                  </a:extLst>
                </p:cNvPr>
                <p:cNvPicPr/>
                <p:nvPr/>
              </p:nvPicPr>
              <p:blipFill>
                <a:blip r:embed="rId197"/>
                <a:stretch>
                  <a:fillRect/>
                </a:stretch>
              </p:blipFill>
              <p:spPr>
                <a:xfrm>
                  <a:off x="4924080" y="3699880"/>
                  <a:ext cx="179640" cy="18360"/>
                </a:xfrm>
                <a:prstGeom prst="rect">
                  <a:avLst/>
                </a:prstGeom>
              </p:spPr>
            </p:pic>
          </mc:Fallback>
        </mc:AlternateContent>
      </p:grpSp>
      <p:grpSp>
        <p:nvGrpSpPr>
          <p:cNvPr id="129" name="Group 128">
            <a:extLst>
              <a:ext uri="{FF2B5EF4-FFF2-40B4-BE49-F238E27FC236}">
                <a16:creationId xmlns:a16="http://schemas.microsoft.com/office/drawing/2014/main" id="{2FF6BC01-2497-3317-89A9-E4114D2BDE4E}"/>
              </a:ext>
            </a:extLst>
          </p:cNvPr>
          <p:cNvGrpSpPr/>
          <p:nvPr/>
        </p:nvGrpSpPr>
        <p:grpSpPr>
          <a:xfrm>
            <a:off x="5391720" y="3522400"/>
            <a:ext cx="462240" cy="217080"/>
            <a:chOff x="5391720" y="3522400"/>
            <a:chExt cx="462240" cy="217080"/>
          </a:xfrm>
        </p:grpSpPr>
        <mc:AlternateContent xmlns:mc="http://schemas.openxmlformats.org/markup-compatibility/2006" xmlns:p14="http://schemas.microsoft.com/office/powerpoint/2010/main">
          <mc:Choice Requires="p14">
            <p:contentPart p14:bwMode="auto" r:id="rId198">
              <p14:nvContentPartPr>
                <p14:cNvPr id="125" name="Ink 124">
                  <a:extLst>
                    <a:ext uri="{FF2B5EF4-FFF2-40B4-BE49-F238E27FC236}">
                      <a16:creationId xmlns:a16="http://schemas.microsoft.com/office/drawing/2014/main" id="{8B299FCB-5A23-8DCF-AED5-B88BFA22CA8E}"/>
                    </a:ext>
                  </a:extLst>
                </p14:cNvPr>
                <p14:cNvContentPartPr/>
                <p14:nvPr/>
              </p14:nvContentPartPr>
              <p14:xfrm>
                <a:off x="5391720" y="3522400"/>
                <a:ext cx="175680" cy="217080"/>
              </p14:xfrm>
            </p:contentPart>
          </mc:Choice>
          <mc:Fallback xmlns="">
            <p:pic>
              <p:nvPicPr>
                <p:cNvPr id="125" name="Ink 124">
                  <a:extLst>
                    <a:ext uri="{FF2B5EF4-FFF2-40B4-BE49-F238E27FC236}">
                      <a16:creationId xmlns:a16="http://schemas.microsoft.com/office/drawing/2014/main" id="{8B299FCB-5A23-8DCF-AED5-B88BFA22CA8E}"/>
                    </a:ext>
                  </a:extLst>
                </p:cNvPr>
                <p:cNvPicPr/>
                <p:nvPr/>
              </p:nvPicPr>
              <p:blipFill>
                <a:blip r:embed="rId199"/>
                <a:stretch>
                  <a:fillRect/>
                </a:stretch>
              </p:blipFill>
              <p:spPr>
                <a:xfrm>
                  <a:off x="5387400" y="3518080"/>
                  <a:ext cx="184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6" name="Ink 125">
                  <a:extLst>
                    <a:ext uri="{FF2B5EF4-FFF2-40B4-BE49-F238E27FC236}">
                      <a16:creationId xmlns:a16="http://schemas.microsoft.com/office/drawing/2014/main" id="{9A24F947-BE23-89C2-60CC-373A33F5517A}"/>
                    </a:ext>
                  </a:extLst>
                </p14:cNvPr>
                <p14:cNvContentPartPr/>
                <p14:nvPr/>
              </p14:nvContentPartPr>
              <p14:xfrm>
                <a:off x="5708520" y="3562360"/>
                <a:ext cx="145440" cy="155160"/>
              </p14:xfrm>
            </p:contentPart>
          </mc:Choice>
          <mc:Fallback xmlns="">
            <p:pic>
              <p:nvPicPr>
                <p:cNvPr id="126" name="Ink 125">
                  <a:extLst>
                    <a:ext uri="{FF2B5EF4-FFF2-40B4-BE49-F238E27FC236}">
                      <a16:creationId xmlns:a16="http://schemas.microsoft.com/office/drawing/2014/main" id="{9A24F947-BE23-89C2-60CC-373A33F5517A}"/>
                    </a:ext>
                  </a:extLst>
                </p:cNvPr>
                <p:cNvPicPr/>
                <p:nvPr/>
              </p:nvPicPr>
              <p:blipFill>
                <a:blip r:embed="rId201"/>
                <a:stretch>
                  <a:fillRect/>
                </a:stretch>
              </p:blipFill>
              <p:spPr>
                <a:xfrm>
                  <a:off x="5704200" y="3558040"/>
                  <a:ext cx="1540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7" name="Ink 126">
                  <a:extLst>
                    <a:ext uri="{FF2B5EF4-FFF2-40B4-BE49-F238E27FC236}">
                      <a16:creationId xmlns:a16="http://schemas.microsoft.com/office/drawing/2014/main" id="{E73829B2-5165-5FD3-0E51-EE6A12D100C9}"/>
                    </a:ext>
                  </a:extLst>
                </p14:cNvPr>
                <p14:cNvContentPartPr/>
                <p14:nvPr/>
              </p14:nvContentPartPr>
              <p14:xfrm>
                <a:off x="5717520" y="3576760"/>
                <a:ext cx="114480" cy="119160"/>
              </p14:xfrm>
            </p:contentPart>
          </mc:Choice>
          <mc:Fallback xmlns="">
            <p:pic>
              <p:nvPicPr>
                <p:cNvPr id="127" name="Ink 126">
                  <a:extLst>
                    <a:ext uri="{FF2B5EF4-FFF2-40B4-BE49-F238E27FC236}">
                      <a16:creationId xmlns:a16="http://schemas.microsoft.com/office/drawing/2014/main" id="{E73829B2-5165-5FD3-0E51-EE6A12D100C9}"/>
                    </a:ext>
                  </a:extLst>
                </p:cNvPr>
                <p:cNvPicPr/>
                <p:nvPr/>
              </p:nvPicPr>
              <p:blipFill>
                <a:blip r:embed="rId203"/>
                <a:stretch>
                  <a:fillRect/>
                </a:stretch>
              </p:blipFill>
              <p:spPr>
                <a:xfrm>
                  <a:off x="5713200" y="3572440"/>
                  <a:ext cx="123120" cy="12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4">
            <p14:nvContentPartPr>
              <p14:cNvPr id="128" name="Ink 127">
                <a:extLst>
                  <a:ext uri="{FF2B5EF4-FFF2-40B4-BE49-F238E27FC236}">
                    <a16:creationId xmlns:a16="http://schemas.microsoft.com/office/drawing/2014/main" id="{7A0B4A29-DD4E-C75A-5D6E-340AAF60BF97}"/>
                  </a:ext>
                </a:extLst>
              </p14:cNvPr>
              <p14:cNvContentPartPr/>
              <p14:nvPr/>
            </p14:nvContentPartPr>
            <p14:xfrm>
              <a:off x="6070320" y="3531040"/>
              <a:ext cx="154440" cy="158760"/>
            </p14:xfrm>
          </p:contentPart>
        </mc:Choice>
        <mc:Fallback xmlns="">
          <p:pic>
            <p:nvPicPr>
              <p:cNvPr id="128" name="Ink 127">
                <a:extLst>
                  <a:ext uri="{FF2B5EF4-FFF2-40B4-BE49-F238E27FC236}">
                    <a16:creationId xmlns:a16="http://schemas.microsoft.com/office/drawing/2014/main" id="{7A0B4A29-DD4E-C75A-5D6E-340AAF60BF97}"/>
                  </a:ext>
                </a:extLst>
              </p:cNvPr>
              <p:cNvPicPr/>
              <p:nvPr/>
            </p:nvPicPr>
            <p:blipFill>
              <a:blip r:embed="rId205"/>
              <a:stretch>
                <a:fillRect/>
              </a:stretch>
            </p:blipFill>
            <p:spPr>
              <a:xfrm>
                <a:off x="6066000" y="3526720"/>
                <a:ext cx="163080" cy="167400"/>
              </a:xfrm>
              <a:prstGeom prst="rect">
                <a:avLst/>
              </a:prstGeom>
            </p:spPr>
          </p:pic>
        </mc:Fallback>
      </mc:AlternateContent>
      <p:grpSp>
        <p:nvGrpSpPr>
          <p:cNvPr id="136" name="Group 135">
            <a:extLst>
              <a:ext uri="{FF2B5EF4-FFF2-40B4-BE49-F238E27FC236}">
                <a16:creationId xmlns:a16="http://schemas.microsoft.com/office/drawing/2014/main" id="{E6EA682F-8D0B-A42D-ABB6-3C2C7E790219}"/>
              </a:ext>
            </a:extLst>
          </p:cNvPr>
          <p:cNvGrpSpPr/>
          <p:nvPr/>
        </p:nvGrpSpPr>
        <p:grpSpPr>
          <a:xfrm>
            <a:off x="4177440" y="4057360"/>
            <a:ext cx="180360" cy="329040"/>
            <a:chOff x="4177440" y="4057360"/>
            <a:chExt cx="180360" cy="329040"/>
          </a:xfrm>
        </p:grpSpPr>
        <mc:AlternateContent xmlns:mc="http://schemas.openxmlformats.org/markup-compatibility/2006" xmlns:p14="http://schemas.microsoft.com/office/powerpoint/2010/main">
          <mc:Choice Requires="p14">
            <p:contentPart p14:bwMode="auto" r:id="rId206">
              <p14:nvContentPartPr>
                <p14:cNvPr id="130" name="Ink 129">
                  <a:extLst>
                    <a:ext uri="{FF2B5EF4-FFF2-40B4-BE49-F238E27FC236}">
                      <a16:creationId xmlns:a16="http://schemas.microsoft.com/office/drawing/2014/main" id="{A5E14D60-C8DD-579C-4662-A66C8A639B93}"/>
                    </a:ext>
                  </a:extLst>
                </p14:cNvPr>
                <p14:cNvContentPartPr/>
                <p14:nvPr/>
              </p14:nvContentPartPr>
              <p14:xfrm>
                <a:off x="4177440" y="4113880"/>
                <a:ext cx="79560" cy="58320"/>
              </p14:xfrm>
            </p:contentPart>
          </mc:Choice>
          <mc:Fallback xmlns="">
            <p:pic>
              <p:nvPicPr>
                <p:cNvPr id="130" name="Ink 129">
                  <a:extLst>
                    <a:ext uri="{FF2B5EF4-FFF2-40B4-BE49-F238E27FC236}">
                      <a16:creationId xmlns:a16="http://schemas.microsoft.com/office/drawing/2014/main" id="{A5E14D60-C8DD-579C-4662-A66C8A639B93}"/>
                    </a:ext>
                  </a:extLst>
                </p:cNvPr>
                <p:cNvPicPr/>
                <p:nvPr/>
              </p:nvPicPr>
              <p:blipFill>
                <a:blip r:embed="rId207"/>
                <a:stretch>
                  <a:fillRect/>
                </a:stretch>
              </p:blipFill>
              <p:spPr>
                <a:xfrm>
                  <a:off x="4173120" y="4109560"/>
                  <a:ext cx="88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C9AC63F7-9B24-EFB5-697B-4E6F85A7667C}"/>
                    </a:ext>
                  </a:extLst>
                </p14:cNvPr>
                <p14:cNvContentPartPr/>
                <p14:nvPr/>
              </p14:nvContentPartPr>
              <p14:xfrm>
                <a:off x="4191840" y="4057360"/>
                <a:ext cx="165960" cy="329040"/>
              </p14:xfrm>
            </p:contentPart>
          </mc:Choice>
          <mc:Fallback xmlns="">
            <p:pic>
              <p:nvPicPr>
                <p:cNvPr id="131" name="Ink 130">
                  <a:extLst>
                    <a:ext uri="{FF2B5EF4-FFF2-40B4-BE49-F238E27FC236}">
                      <a16:creationId xmlns:a16="http://schemas.microsoft.com/office/drawing/2014/main" id="{C9AC63F7-9B24-EFB5-697B-4E6F85A7667C}"/>
                    </a:ext>
                  </a:extLst>
                </p:cNvPr>
                <p:cNvPicPr/>
                <p:nvPr/>
              </p:nvPicPr>
              <p:blipFill>
                <a:blip r:embed="rId209"/>
                <a:stretch>
                  <a:fillRect/>
                </a:stretch>
              </p:blipFill>
              <p:spPr>
                <a:xfrm>
                  <a:off x="4187520" y="4053040"/>
                  <a:ext cx="174600" cy="337680"/>
                </a:xfrm>
                <a:prstGeom prst="rect">
                  <a:avLst/>
                </a:prstGeom>
              </p:spPr>
            </p:pic>
          </mc:Fallback>
        </mc:AlternateContent>
      </p:grpSp>
      <p:grpSp>
        <p:nvGrpSpPr>
          <p:cNvPr id="135" name="Group 134">
            <a:extLst>
              <a:ext uri="{FF2B5EF4-FFF2-40B4-BE49-F238E27FC236}">
                <a16:creationId xmlns:a16="http://schemas.microsoft.com/office/drawing/2014/main" id="{33F15AE9-8434-89B4-9EBE-32213E53EC69}"/>
              </a:ext>
            </a:extLst>
          </p:cNvPr>
          <p:cNvGrpSpPr/>
          <p:nvPr/>
        </p:nvGrpSpPr>
        <p:grpSpPr>
          <a:xfrm>
            <a:off x="4983480" y="4120360"/>
            <a:ext cx="209520" cy="73080"/>
            <a:chOff x="4983480" y="4120360"/>
            <a:chExt cx="209520" cy="73080"/>
          </a:xfrm>
        </p:grpSpPr>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B4F14E22-F51A-9C6D-C476-25A55DF3DBC9}"/>
                    </a:ext>
                  </a:extLst>
                </p14:cNvPr>
                <p14:cNvContentPartPr/>
                <p14:nvPr/>
              </p14:nvContentPartPr>
              <p14:xfrm>
                <a:off x="4986000" y="4120360"/>
                <a:ext cx="104040" cy="11880"/>
              </p14:xfrm>
            </p:contentPart>
          </mc:Choice>
          <mc:Fallback xmlns="">
            <p:pic>
              <p:nvPicPr>
                <p:cNvPr id="132" name="Ink 131">
                  <a:extLst>
                    <a:ext uri="{FF2B5EF4-FFF2-40B4-BE49-F238E27FC236}">
                      <a16:creationId xmlns:a16="http://schemas.microsoft.com/office/drawing/2014/main" id="{B4F14E22-F51A-9C6D-C476-25A55DF3DBC9}"/>
                    </a:ext>
                  </a:extLst>
                </p:cNvPr>
                <p:cNvPicPr/>
                <p:nvPr/>
              </p:nvPicPr>
              <p:blipFill>
                <a:blip r:embed="rId211"/>
                <a:stretch>
                  <a:fillRect/>
                </a:stretch>
              </p:blipFill>
              <p:spPr>
                <a:xfrm>
                  <a:off x="4981680" y="4116040"/>
                  <a:ext cx="1126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 name="Ink 132">
                  <a:extLst>
                    <a:ext uri="{FF2B5EF4-FFF2-40B4-BE49-F238E27FC236}">
                      <a16:creationId xmlns:a16="http://schemas.microsoft.com/office/drawing/2014/main" id="{0FBE6B37-9483-D500-990F-A2C2CEBC6CD5}"/>
                    </a:ext>
                  </a:extLst>
                </p14:cNvPr>
                <p14:cNvContentPartPr/>
                <p14:nvPr/>
              </p14:nvContentPartPr>
              <p14:xfrm>
                <a:off x="4983480" y="4169680"/>
                <a:ext cx="209520" cy="23760"/>
              </p14:xfrm>
            </p:contentPart>
          </mc:Choice>
          <mc:Fallback xmlns="">
            <p:pic>
              <p:nvPicPr>
                <p:cNvPr id="133" name="Ink 132">
                  <a:extLst>
                    <a:ext uri="{FF2B5EF4-FFF2-40B4-BE49-F238E27FC236}">
                      <a16:creationId xmlns:a16="http://schemas.microsoft.com/office/drawing/2014/main" id="{0FBE6B37-9483-D500-990F-A2C2CEBC6CD5}"/>
                    </a:ext>
                  </a:extLst>
                </p:cNvPr>
                <p:cNvPicPr/>
                <p:nvPr/>
              </p:nvPicPr>
              <p:blipFill>
                <a:blip r:embed="rId213"/>
                <a:stretch>
                  <a:fillRect/>
                </a:stretch>
              </p:blipFill>
              <p:spPr>
                <a:xfrm>
                  <a:off x="4979160" y="4165360"/>
                  <a:ext cx="218160" cy="32400"/>
                </a:xfrm>
                <a:prstGeom prst="rect">
                  <a:avLst/>
                </a:prstGeom>
              </p:spPr>
            </p:pic>
          </mc:Fallback>
        </mc:AlternateContent>
      </p:grpSp>
      <p:grpSp>
        <p:nvGrpSpPr>
          <p:cNvPr id="139" name="Group 138">
            <a:extLst>
              <a:ext uri="{FF2B5EF4-FFF2-40B4-BE49-F238E27FC236}">
                <a16:creationId xmlns:a16="http://schemas.microsoft.com/office/drawing/2014/main" id="{FF32E4F2-16CE-DECD-845B-6ABFCA68242F}"/>
              </a:ext>
            </a:extLst>
          </p:cNvPr>
          <p:cNvGrpSpPr/>
          <p:nvPr/>
        </p:nvGrpSpPr>
        <p:grpSpPr>
          <a:xfrm>
            <a:off x="5412240" y="3954760"/>
            <a:ext cx="558360" cy="212040"/>
            <a:chOff x="5412240" y="3954760"/>
            <a:chExt cx="558360" cy="212040"/>
          </a:xfrm>
        </p:grpSpPr>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37BBB8B7-59C4-7615-D5B6-F57D6CC155DA}"/>
                    </a:ext>
                  </a:extLst>
                </p14:cNvPr>
                <p14:cNvContentPartPr/>
                <p14:nvPr/>
              </p14:nvContentPartPr>
              <p14:xfrm>
                <a:off x="5412240" y="3954760"/>
                <a:ext cx="188640" cy="212040"/>
              </p14:xfrm>
            </p:contentPart>
          </mc:Choice>
          <mc:Fallback xmlns="">
            <p:pic>
              <p:nvPicPr>
                <p:cNvPr id="134" name="Ink 133">
                  <a:extLst>
                    <a:ext uri="{FF2B5EF4-FFF2-40B4-BE49-F238E27FC236}">
                      <a16:creationId xmlns:a16="http://schemas.microsoft.com/office/drawing/2014/main" id="{37BBB8B7-59C4-7615-D5B6-F57D6CC155DA}"/>
                    </a:ext>
                  </a:extLst>
                </p:cNvPr>
                <p:cNvPicPr/>
                <p:nvPr/>
              </p:nvPicPr>
              <p:blipFill>
                <a:blip r:embed="rId215"/>
                <a:stretch>
                  <a:fillRect/>
                </a:stretch>
              </p:blipFill>
              <p:spPr>
                <a:xfrm>
                  <a:off x="5407920" y="3950440"/>
                  <a:ext cx="1972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7" name="Ink 136">
                  <a:extLst>
                    <a:ext uri="{FF2B5EF4-FFF2-40B4-BE49-F238E27FC236}">
                      <a16:creationId xmlns:a16="http://schemas.microsoft.com/office/drawing/2014/main" id="{98E83F37-098C-A5B8-B2B9-789A08007FD3}"/>
                    </a:ext>
                  </a:extLst>
                </p14:cNvPr>
                <p14:cNvContentPartPr/>
                <p14:nvPr/>
              </p14:nvContentPartPr>
              <p14:xfrm>
                <a:off x="5738040" y="4047280"/>
                <a:ext cx="94320" cy="61200"/>
              </p14:xfrm>
            </p:contentPart>
          </mc:Choice>
          <mc:Fallback xmlns="">
            <p:pic>
              <p:nvPicPr>
                <p:cNvPr id="137" name="Ink 136">
                  <a:extLst>
                    <a:ext uri="{FF2B5EF4-FFF2-40B4-BE49-F238E27FC236}">
                      <a16:creationId xmlns:a16="http://schemas.microsoft.com/office/drawing/2014/main" id="{98E83F37-098C-A5B8-B2B9-789A08007FD3}"/>
                    </a:ext>
                  </a:extLst>
                </p:cNvPr>
                <p:cNvPicPr/>
                <p:nvPr/>
              </p:nvPicPr>
              <p:blipFill>
                <a:blip r:embed="rId217"/>
                <a:stretch>
                  <a:fillRect/>
                </a:stretch>
              </p:blipFill>
              <p:spPr>
                <a:xfrm>
                  <a:off x="5733720" y="4042960"/>
                  <a:ext cx="1029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8" name="Ink 137">
                  <a:extLst>
                    <a:ext uri="{FF2B5EF4-FFF2-40B4-BE49-F238E27FC236}">
                      <a16:creationId xmlns:a16="http://schemas.microsoft.com/office/drawing/2014/main" id="{9216E52F-4546-49DD-C37E-D61AF4D097EA}"/>
                    </a:ext>
                  </a:extLst>
                </p14:cNvPr>
                <p14:cNvContentPartPr/>
                <p14:nvPr/>
              </p14:nvContentPartPr>
              <p14:xfrm>
                <a:off x="5854680" y="4008760"/>
                <a:ext cx="115920" cy="127440"/>
              </p14:xfrm>
            </p:contentPart>
          </mc:Choice>
          <mc:Fallback xmlns="">
            <p:pic>
              <p:nvPicPr>
                <p:cNvPr id="138" name="Ink 137">
                  <a:extLst>
                    <a:ext uri="{FF2B5EF4-FFF2-40B4-BE49-F238E27FC236}">
                      <a16:creationId xmlns:a16="http://schemas.microsoft.com/office/drawing/2014/main" id="{9216E52F-4546-49DD-C37E-D61AF4D097EA}"/>
                    </a:ext>
                  </a:extLst>
                </p:cNvPr>
                <p:cNvPicPr/>
                <p:nvPr/>
              </p:nvPicPr>
              <p:blipFill>
                <a:blip r:embed="rId219"/>
                <a:stretch>
                  <a:fillRect/>
                </a:stretch>
              </p:blipFill>
              <p:spPr>
                <a:xfrm>
                  <a:off x="5850360" y="4004440"/>
                  <a:ext cx="124560" cy="136080"/>
                </a:xfrm>
                <a:prstGeom prst="rect">
                  <a:avLst/>
                </a:prstGeom>
              </p:spPr>
            </p:pic>
          </mc:Fallback>
        </mc:AlternateContent>
      </p:grpSp>
    </p:spTree>
    <p:extLst>
      <p:ext uri="{BB962C8B-B14F-4D97-AF65-F5344CB8AC3E}">
        <p14:creationId xmlns:p14="http://schemas.microsoft.com/office/powerpoint/2010/main" val="708559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0ED1E-5D93-F23A-7A21-B15B3EFCAB97}"/>
              </a:ext>
            </a:extLst>
          </p:cNvPr>
          <p:cNvSpPr>
            <a:spLocks noGrp="1"/>
          </p:cNvSpPr>
          <p:nvPr>
            <p:ph type="sldNum" sz="quarter" idx="12"/>
          </p:nvPr>
        </p:nvSpPr>
        <p:spPr/>
        <p:txBody>
          <a:bodyPr/>
          <a:lstStyle/>
          <a:p>
            <a:fld id="{AD2B2EE5-B8BC-4D24-A25E-F2DF61737E68}" type="slidenum">
              <a:rPr lang="en-US" smtClean="0"/>
              <a:pPr/>
              <a:t>32</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5EDDE0D-E91A-D778-F3FD-CDCB7C52580E}"/>
                  </a:ext>
                </a:extLst>
              </p14:cNvPr>
              <p14:cNvContentPartPr/>
              <p14:nvPr/>
            </p14:nvContentPartPr>
            <p14:xfrm>
              <a:off x="1885680" y="1457440"/>
              <a:ext cx="164880" cy="3065760"/>
            </p14:xfrm>
          </p:contentPart>
        </mc:Choice>
        <mc:Fallback xmlns="">
          <p:pic>
            <p:nvPicPr>
              <p:cNvPr id="3" name="Ink 2">
                <a:extLst>
                  <a:ext uri="{FF2B5EF4-FFF2-40B4-BE49-F238E27FC236}">
                    <a16:creationId xmlns:a16="http://schemas.microsoft.com/office/drawing/2014/main" id="{55EDDE0D-E91A-D778-F3FD-CDCB7C52580E}"/>
                  </a:ext>
                </a:extLst>
              </p:cNvPr>
              <p:cNvPicPr/>
              <p:nvPr/>
            </p:nvPicPr>
            <p:blipFill>
              <a:blip r:embed="rId3"/>
              <a:stretch>
                <a:fillRect/>
              </a:stretch>
            </p:blipFill>
            <p:spPr>
              <a:xfrm>
                <a:off x="1881360" y="1453120"/>
                <a:ext cx="173520" cy="3074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DFD7D7A-B78D-F097-4BBA-EA3A5C56BCB6}"/>
                  </a:ext>
                </a:extLst>
              </p14:cNvPr>
              <p14:cNvContentPartPr/>
              <p14:nvPr/>
            </p14:nvContentPartPr>
            <p14:xfrm>
              <a:off x="1884240" y="1406320"/>
              <a:ext cx="309600" cy="254520"/>
            </p14:xfrm>
          </p:contentPart>
        </mc:Choice>
        <mc:Fallback xmlns="">
          <p:pic>
            <p:nvPicPr>
              <p:cNvPr id="4" name="Ink 3">
                <a:extLst>
                  <a:ext uri="{FF2B5EF4-FFF2-40B4-BE49-F238E27FC236}">
                    <a16:creationId xmlns:a16="http://schemas.microsoft.com/office/drawing/2014/main" id="{3DFD7D7A-B78D-F097-4BBA-EA3A5C56BCB6}"/>
                  </a:ext>
                </a:extLst>
              </p:cNvPr>
              <p:cNvPicPr/>
              <p:nvPr/>
            </p:nvPicPr>
            <p:blipFill>
              <a:blip r:embed="rId5"/>
              <a:stretch>
                <a:fillRect/>
              </a:stretch>
            </p:blipFill>
            <p:spPr>
              <a:xfrm>
                <a:off x="1879920" y="1402000"/>
                <a:ext cx="318240" cy="263160"/>
              </a:xfrm>
              <a:prstGeom prst="rect">
                <a:avLst/>
              </a:prstGeom>
            </p:spPr>
          </p:pic>
        </mc:Fallback>
      </mc:AlternateContent>
      <p:grpSp>
        <p:nvGrpSpPr>
          <p:cNvPr id="15" name="Group 14">
            <a:extLst>
              <a:ext uri="{FF2B5EF4-FFF2-40B4-BE49-F238E27FC236}">
                <a16:creationId xmlns:a16="http://schemas.microsoft.com/office/drawing/2014/main" id="{E2C25623-EC3A-8B36-64E9-4E32CB47AF07}"/>
              </a:ext>
            </a:extLst>
          </p:cNvPr>
          <p:cNvGrpSpPr/>
          <p:nvPr/>
        </p:nvGrpSpPr>
        <p:grpSpPr>
          <a:xfrm>
            <a:off x="1122120" y="1251880"/>
            <a:ext cx="586080" cy="330840"/>
            <a:chOff x="1122120" y="1251880"/>
            <a:chExt cx="586080" cy="33084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3A85EFE-1E5B-AF43-D924-9FA5987B2B63}"/>
                    </a:ext>
                  </a:extLst>
                </p14:cNvPr>
                <p14:cNvContentPartPr/>
                <p14:nvPr/>
              </p14:nvContentPartPr>
              <p14:xfrm>
                <a:off x="1122120" y="1542400"/>
                <a:ext cx="14400" cy="40320"/>
              </p14:xfrm>
            </p:contentPart>
          </mc:Choice>
          <mc:Fallback xmlns="">
            <p:pic>
              <p:nvPicPr>
                <p:cNvPr id="9" name="Ink 8">
                  <a:extLst>
                    <a:ext uri="{FF2B5EF4-FFF2-40B4-BE49-F238E27FC236}">
                      <a16:creationId xmlns:a16="http://schemas.microsoft.com/office/drawing/2014/main" id="{F3A85EFE-1E5B-AF43-D924-9FA5987B2B63}"/>
                    </a:ext>
                  </a:extLst>
                </p:cNvPr>
                <p:cNvPicPr/>
                <p:nvPr/>
              </p:nvPicPr>
              <p:blipFill>
                <a:blip r:embed="rId7"/>
                <a:stretch>
                  <a:fillRect/>
                </a:stretch>
              </p:blipFill>
              <p:spPr>
                <a:xfrm>
                  <a:off x="1117800" y="1538080"/>
                  <a:ext cx="230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452DE878-EFD7-B3AA-77DE-98CFCCA6D063}"/>
                    </a:ext>
                  </a:extLst>
                </p14:cNvPr>
                <p14:cNvContentPartPr/>
                <p14:nvPr/>
              </p14:nvContentPartPr>
              <p14:xfrm>
                <a:off x="1290240" y="1308400"/>
                <a:ext cx="66960" cy="237600"/>
              </p14:xfrm>
            </p:contentPart>
          </mc:Choice>
          <mc:Fallback xmlns="">
            <p:pic>
              <p:nvPicPr>
                <p:cNvPr id="10" name="Ink 9">
                  <a:extLst>
                    <a:ext uri="{FF2B5EF4-FFF2-40B4-BE49-F238E27FC236}">
                      <a16:creationId xmlns:a16="http://schemas.microsoft.com/office/drawing/2014/main" id="{452DE878-EFD7-B3AA-77DE-98CFCCA6D063}"/>
                    </a:ext>
                  </a:extLst>
                </p:cNvPr>
                <p:cNvPicPr/>
                <p:nvPr/>
              </p:nvPicPr>
              <p:blipFill>
                <a:blip r:embed="rId9"/>
                <a:stretch>
                  <a:fillRect/>
                </a:stretch>
              </p:blipFill>
              <p:spPr>
                <a:xfrm>
                  <a:off x="1285920" y="1304080"/>
                  <a:ext cx="756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BB81092A-B43B-E5CE-7A62-B83021F4DE3A}"/>
                    </a:ext>
                  </a:extLst>
                </p14:cNvPr>
                <p14:cNvContentPartPr/>
                <p14:nvPr/>
              </p14:nvContentPartPr>
              <p14:xfrm>
                <a:off x="1165680" y="1251880"/>
                <a:ext cx="427680" cy="35640"/>
              </p14:xfrm>
            </p:contentPart>
          </mc:Choice>
          <mc:Fallback xmlns="">
            <p:pic>
              <p:nvPicPr>
                <p:cNvPr id="11" name="Ink 10">
                  <a:extLst>
                    <a:ext uri="{FF2B5EF4-FFF2-40B4-BE49-F238E27FC236}">
                      <a16:creationId xmlns:a16="http://schemas.microsoft.com/office/drawing/2014/main" id="{BB81092A-B43B-E5CE-7A62-B83021F4DE3A}"/>
                    </a:ext>
                  </a:extLst>
                </p:cNvPr>
                <p:cNvPicPr/>
                <p:nvPr/>
              </p:nvPicPr>
              <p:blipFill>
                <a:blip r:embed="rId11"/>
                <a:stretch>
                  <a:fillRect/>
                </a:stretch>
              </p:blipFill>
              <p:spPr>
                <a:xfrm>
                  <a:off x="1161360" y="1247560"/>
                  <a:ext cx="4363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AD4E9AEC-38DB-FC74-B526-7F50E0C792D3}"/>
                    </a:ext>
                  </a:extLst>
                </p14:cNvPr>
                <p14:cNvContentPartPr/>
                <p14:nvPr/>
              </p14:nvContentPartPr>
              <p14:xfrm>
                <a:off x="1379880" y="1391200"/>
                <a:ext cx="124920" cy="151200"/>
              </p14:xfrm>
            </p:contentPart>
          </mc:Choice>
          <mc:Fallback xmlns="">
            <p:pic>
              <p:nvPicPr>
                <p:cNvPr id="12" name="Ink 11">
                  <a:extLst>
                    <a:ext uri="{FF2B5EF4-FFF2-40B4-BE49-F238E27FC236}">
                      <a16:creationId xmlns:a16="http://schemas.microsoft.com/office/drawing/2014/main" id="{AD4E9AEC-38DB-FC74-B526-7F50E0C792D3}"/>
                    </a:ext>
                  </a:extLst>
                </p:cNvPr>
                <p:cNvPicPr/>
                <p:nvPr/>
              </p:nvPicPr>
              <p:blipFill>
                <a:blip r:embed="rId13"/>
                <a:stretch>
                  <a:fillRect/>
                </a:stretch>
              </p:blipFill>
              <p:spPr>
                <a:xfrm>
                  <a:off x="1375560" y="1386880"/>
                  <a:ext cx="1335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AA80B274-102B-5B46-BD4C-4AB0DEF0A4BC}"/>
                    </a:ext>
                  </a:extLst>
                </p14:cNvPr>
                <p14:cNvContentPartPr/>
                <p14:nvPr/>
              </p14:nvContentPartPr>
              <p14:xfrm>
                <a:off x="1546920" y="1435480"/>
                <a:ext cx="75600" cy="82800"/>
              </p14:xfrm>
            </p:contentPart>
          </mc:Choice>
          <mc:Fallback xmlns="">
            <p:pic>
              <p:nvPicPr>
                <p:cNvPr id="13" name="Ink 12">
                  <a:extLst>
                    <a:ext uri="{FF2B5EF4-FFF2-40B4-BE49-F238E27FC236}">
                      <a16:creationId xmlns:a16="http://schemas.microsoft.com/office/drawing/2014/main" id="{AA80B274-102B-5B46-BD4C-4AB0DEF0A4BC}"/>
                    </a:ext>
                  </a:extLst>
                </p:cNvPr>
                <p:cNvPicPr/>
                <p:nvPr/>
              </p:nvPicPr>
              <p:blipFill>
                <a:blip r:embed="rId15"/>
                <a:stretch>
                  <a:fillRect/>
                </a:stretch>
              </p:blipFill>
              <p:spPr>
                <a:xfrm>
                  <a:off x="1542600" y="1431160"/>
                  <a:ext cx="842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75887250-E86A-1B22-13F9-EEC75BE61304}"/>
                    </a:ext>
                  </a:extLst>
                </p14:cNvPr>
                <p14:cNvContentPartPr/>
                <p14:nvPr/>
              </p14:nvContentPartPr>
              <p14:xfrm>
                <a:off x="1662480" y="1358800"/>
                <a:ext cx="45720" cy="216720"/>
              </p14:xfrm>
            </p:contentPart>
          </mc:Choice>
          <mc:Fallback xmlns="">
            <p:pic>
              <p:nvPicPr>
                <p:cNvPr id="14" name="Ink 13">
                  <a:extLst>
                    <a:ext uri="{FF2B5EF4-FFF2-40B4-BE49-F238E27FC236}">
                      <a16:creationId xmlns:a16="http://schemas.microsoft.com/office/drawing/2014/main" id="{75887250-E86A-1B22-13F9-EEC75BE61304}"/>
                    </a:ext>
                  </a:extLst>
                </p:cNvPr>
                <p:cNvPicPr/>
                <p:nvPr/>
              </p:nvPicPr>
              <p:blipFill>
                <a:blip r:embed="rId17"/>
                <a:stretch>
                  <a:fillRect/>
                </a:stretch>
              </p:blipFill>
              <p:spPr>
                <a:xfrm>
                  <a:off x="1658160" y="1354480"/>
                  <a:ext cx="54360" cy="225360"/>
                </a:xfrm>
                <a:prstGeom prst="rect">
                  <a:avLst/>
                </a:prstGeom>
              </p:spPr>
            </p:pic>
          </mc:Fallback>
        </mc:AlternateContent>
      </p:grpSp>
      <p:grpSp>
        <p:nvGrpSpPr>
          <p:cNvPr id="18" name="Group 17">
            <a:extLst>
              <a:ext uri="{FF2B5EF4-FFF2-40B4-BE49-F238E27FC236}">
                <a16:creationId xmlns:a16="http://schemas.microsoft.com/office/drawing/2014/main" id="{F9302B85-D21A-E705-3C6E-9C0758A426E7}"/>
              </a:ext>
            </a:extLst>
          </p:cNvPr>
          <p:cNvGrpSpPr/>
          <p:nvPr/>
        </p:nvGrpSpPr>
        <p:grpSpPr>
          <a:xfrm>
            <a:off x="1319760" y="2057200"/>
            <a:ext cx="5567040" cy="2388240"/>
            <a:chOff x="1319760" y="2057200"/>
            <a:chExt cx="5567040" cy="2388240"/>
          </a:xfrm>
        </p:grpSpPr>
        <mc:AlternateContent xmlns:mc="http://schemas.openxmlformats.org/markup-compatibility/2006" xmlns:p14="http://schemas.microsoft.com/office/powerpoint/2010/main">
          <mc:Choice Requires="p14">
            <p:contentPart p14:bwMode="auto" r:id="rId18">
              <p14:nvContentPartPr>
                <p14:cNvPr id="6" name="Ink 5">
                  <a:extLst>
                    <a:ext uri="{FF2B5EF4-FFF2-40B4-BE49-F238E27FC236}">
                      <a16:creationId xmlns:a16="http://schemas.microsoft.com/office/drawing/2014/main" id="{9B667201-E4D6-6481-06DF-086CE2616CE0}"/>
                    </a:ext>
                  </a:extLst>
                </p14:cNvPr>
                <p14:cNvContentPartPr/>
                <p14:nvPr/>
              </p14:nvContentPartPr>
              <p14:xfrm>
                <a:off x="1319760" y="4125040"/>
                <a:ext cx="5286960" cy="42120"/>
              </p14:xfrm>
            </p:contentPart>
          </mc:Choice>
          <mc:Fallback xmlns="">
            <p:pic>
              <p:nvPicPr>
                <p:cNvPr id="6" name="Ink 5">
                  <a:extLst>
                    <a:ext uri="{FF2B5EF4-FFF2-40B4-BE49-F238E27FC236}">
                      <a16:creationId xmlns:a16="http://schemas.microsoft.com/office/drawing/2014/main" id="{9B667201-E4D6-6481-06DF-086CE2616CE0}"/>
                    </a:ext>
                  </a:extLst>
                </p:cNvPr>
                <p:cNvPicPr/>
                <p:nvPr/>
              </p:nvPicPr>
              <p:blipFill>
                <a:blip r:embed="rId19"/>
                <a:stretch>
                  <a:fillRect/>
                </a:stretch>
              </p:blipFill>
              <p:spPr>
                <a:xfrm>
                  <a:off x="1315440" y="4120720"/>
                  <a:ext cx="52956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Ink 6">
                  <a:extLst>
                    <a:ext uri="{FF2B5EF4-FFF2-40B4-BE49-F238E27FC236}">
                      <a16:creationId xmlns:a16="http://schemas.microsoft.com/office/drawing/2014/main" id="{63F5237B-15A0-B003-AD45-B2FE1FCAB194}"/>
                    </a:ext>
                  </a:extLst>
                </p14:cNvPr>
                <p14:cNvContentPartPr/>
                <p14:nvPr/>
              </p14:nvContentPartPr>
              <p14:xfrm>
                <a:off x="1889640" y="2057200"/>
                <a:ext cx="4862880" cy="2118240"/>
              </p14:xfrm>
            </p:contentPart>
          </mc:Choice>
          <mc:Fallback xmlns="">
            <p:pic>
              <p:nvPicPr>
                <p:cNvPr id="7" name="Ink 6">
                  <a:extLst>
                    <a:ext uri="{FF2B5EF4-FFF2-40B4-BE49-F238E27FC236}">
                      <a16:creationId xmlns:a16="http://schemas.microsoft.com/office/drawing/2014/main" id="{63F5237B-15A0-B003-AD45-B2FE1FCAB194}"/>
                    </a:ext>
                  </a:extLst>
                </p:cNvPr>
                <p:cNvPicPr/>
                <p:nvPr/>
              </p:nvPicPr>
              <p:blipFill>
                <a:blip r:embed="rId21"/>
                <a:stretch>
                  <a:fillRect/>
                </a:stretch>
              </p:blipFill>
              <p:spPr>
                <a:xfrm>
                  <a:off x="1885320" y="2052880"/>
                  <a:ext cx="4871520" cy="2126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3530CE9B-071D-F379-0DAA-771327F80170}"/>
                    </a:ext>
                  </a:extLst>
                </p14:cNvPr>
                <p14:cNvContentPartPr/>
                <p14:nvPr/>
              </p14:nvContentPartPr>
              <p14:xfrm>
                <a:off x="6527520" y="4093720"/>
                <a:ext cx="188640" cy="151560"/>
              </p14:xfrm>
            </p:contentPart>
          </mc:Choice>
          <mc:Fallback xmlns="">
            <p:pic>
              <p:nvPicPr>
                <p:cNvPr id="16" name="Ink 15">
                  <a:extLst>
                    <a:ext uri="{FF2B5EF4-FFF2-40B4-BE49-F238E27FC236}">
                      <a16:creationId xmlns:a16="http://schemas.microsoft.com/office/drawing/2014/main" id="{3530CE9B-071D-F379-0DAA-771327F80170}"/>
                    </a:ext>
                  </a:extLst>
                </p:cNvPr>
                <p:cNvPicPr/>
                <p:nvPr/>
              </p:nvPicPr>
              <p:blipFill>
                <a:blip r:embed="rId23"/>
                <a:stretch>
                  <a:fillRect/>
                </a:stretch>
              </p:blipFill>
              <p:spPr>
                <a:xfrm>
                  <a:off x="6523200" y="4089400"/>
                  <a:ext cx="1972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571E0221-7141-F071-E3B5-771E778022A2}"/>
                    </a:ext>
                  </a:extLst>
                </p14:cNvPr>
                <p14:cNvContentPartPr/>
                <p14:nvPr/>
              </p14:nvContentPartPr>
              <p14:xfrm>
                <a:off x="6738840" y="4301440"/>
                <a:ext cx="147960" cy="144000"/>
              </p14:xfrm>
            </p:contentPart>
          </mc:Choice>
          <mc:Fallback xmlns="">
            <p:pic>
              <p:nvPicPr>
                <p:cNvPr id="17" name="Ink 16">
                  <a:extLst>
                    <a:ext uri="{FF2B5EF4-FFF2-40B4-BE49-F238E27FC236}">
                      <a16:creationId xmlns:a16="http://schemas.microsoft.com/office/drawing/2014/main" id="{571E0221-7141-F071-E3B5-771E778022A2}"/>
                    </a:ext>
                  </a:extLst>
                </p:cNvPr>
                <p:cNvPicPr/>
                <p:nvPr/>
              </p:nvPicPr>
              <p:blipFill>
                <a:blip r:embed="rId25"/>
                <a:stretch>
                  <a:fillRect/>
                </a:stretch>
              </p:blipFill>
              <p:spPr>
                <a:xfrm>
                  <a:off x="6734520" y="4297120"/>
                  <a:ext cx="156600" cy="152640"/>
                </a:xfrm>
                <a:prstGeom prst="rect">
                  <a:avLst/>
                </a:prstGeom>
              </p:spPr>
            </p:pic>
          </mc:Fallback>
        </mc:AlternateContent>
      </p:grpSp>
      <p:grpSp>
        <p:nvGrpSpPr>
          <p:cNvPr id="28" name="Group 27">
            <a:extLst>
              <a:ext uri="{FF2B5EF4-FFF2-40B4-BE49-F238E27FC236}">
                <a16:creationId xmlns:a16="http://schemas.microsoft.com/office/drawing/2014/main" id="{F87716A7-FE1C-8099-A6B3-B53D98F261EB}"/>
              </a:ext>
            </a:extLst>
          </p:cNvPr>
          <p:cNvGrpSpPr/>
          <p:nvPr/>
        </p:nvGrpSpPr>
        <p:grpSpPr>
          <a:xfrm>
            <a:off x="155880" y="2561200"/>
            <a:ext cx="1244160" cy="273960"/>
            <a:chOff x="155880" y="2561200"/>
            <a:chExt cx="1244160" cy="273960"/>
          </a:xfrm>
        </p:grpSpPr>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89A5DC1E-1281-3FD1-DACD-EC1E0B472EEC}"/>
                    </a:ext>
                  </a:extLst>
                </p14:cNvPr>
                <p14:cNvContentPartPr/>
                <p14:nvPr/>
              </p14:nvContentPartPr>
              <p14:xfrm>
                <a:off x="221040" y="2634280"/>
                <a:ext cx="81360" cy="144000"/>
              </p14:xfrm>
            </p:contentPart>
          </mc:Choice>
          <mc:Fallback xmlns="">
            <p:pic>
              <p:nvPicPr>
                <p:cNvPr id="19" name="Ink 18">
                  <a:extLst>
                    <a:ext uri="{FF2B5EF4-FFF2-40B4-BE49-F238E27FC236}">
                      <a16:creationId xmlns:a16="http://schemas.microsoft.com/office/drawing/2014/main" id="{89A5DC1E-1281-3FD1-DACD-EC1E0B472EEC}"/>
                    </a:ext>
                  </a:extLst>
                </p:cNvPr>
                <p:cNvPicPr/>
                <p:nvPr/>
              </p:nvPicPr>
              <p:blipFill>
                <a:blip r:embed="rId27"/>
                <a:stretch>
                  <a:fillRect/>
                </a:stretch>
              </p:blipFill>
              <p:spPr>
                <a:xfrm>
                  <a:off x="216720" y="2629960"/>
                  <a:ext cx="900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571A0918-408E-8280-1D2C-5C39618402D9}"/>
                    </a:ext>
                  </a:extLst>
                </p14:cNvPr>
                <p14:cNvContentPartPr/>
                <p14:nvPr/>
              </p14:nvContentPartPr>
              <p14:xfrm>
                <a:off x="155880" y="2561200"/>
                <a:ext cx="218520" cy="24840"/>
              </p14:xfrm>
            </p:contentPart>
          </mc:Choice>
          <mc:Fallback xmlns="">
            <p:pic>
              <p:nvPicPr>
                <p:cNvPr id="20" name="Ink 19">
                  <a:extLst>
                    <a:ext uri="{FF2B5EF4-FFF2-40B4-BE49-F238E27FC236}">
                      <a16:creationId xmlns:a16="http://schemas.microsoft.com/office/drawing/2014/main" id="{571A0918-408E-8280-1D2C-5C39618402D9}"/>
                    </a:ext>
                  </a:extLst>
                </p:cNvPr>
                <p:cNvPicPr/>
                <p:nvPr/>
              </p:nvPicPr>
              <p:blipFill>
                <a:blip r:embed="rId29"/>
                <a:stretch>
                  <a:fillRect/>
                </a:stretch>
              </p:blipFill>
              <p:spPr>
                <a:xfrm>
                  <a:off x="151560" y="2556880"/>
                  <a:ext cx="2271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CAA6B78F-199A-4C19-422C-2D11011CB7CB}"/>
                    </a:ext>
                  </a:extLst>
                </p14:cNvPr>
                <p14:cNvContentPartPr/>
                <p14:nvPr/>
              </p14:nvContentPartPr>
              <p14:xfrm>
                <a:off x="282960" y="2708800"/>
                <a:ext cx="61920" cy="101520"/>
              </p14:xfrm>
            </p:contentPart>
          </mc:Choice>
          <mc:Fallback xmlns="">
            <p:pic>
              <p:nvPicPr>
                <p:cNvPr id="21" name="Ink 20">
                  <a:extLst>
                    <a:ext uri="{FF2B5EF4-FFF2-40B4-BE49-F238E27FC236}">
                      <a16:creationId xmlns:a16="http://schemas.microsoft.com/office/drawing/2014/main" id="{CAA6B78F-199A-4C19-422C-2D11011CB7CB}"/>
                    </a:ext>
                  </a:extLst>
                </p:cNvPr>
                <p:cNvPicPr/>
                <p:nvPr/>
              </p:nvPicPr>
              <p:blipFill>
                <a:blip r:embed="rId31"/>
                <a:stretch>
                  <a:fillRect/>
                </a:stretch>
              </p:blipFill>
              <p:spPr>
                <a:xfrm>
                  <a:off x="278640" y="2704480"/>
                  <a:ext cx="705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90D81978-D14B-9A10-A5F0-C5684817096D}"/>
                    </a:ext>
                  </a:extLst>
                </p14:cNvPr>
                <p14:cNvContentPartPr/>
                <p14:nvPr/>
              </p14:nvContentPartPr>
              <p14:xfrm>
                <a:off x="386640" y="2719240"/>
                <a:ext cx="95400" cy="46800"/>
              </p14:xfrm>
            </p:contentPart>
          </mc:Choice>
          <mc:Fallback xmlns="">
            <p:pic>
              <p:nvPicPr>
                <p:cNvPr id="22" name="Ink 21">
                  <a:extLst>
                    <a:ext uri="{FF2B5EF4-FFF2-40B4-BE49-F238E27FC236}">
                      <a16:creationId xmlns:a16="http://schemas.microsoft.com/office/drawing/2014/main" id="{90D81978-D14B-9A10-A5F0-C5684817096D}"/>
                    </a:ext>
                  </a:extLst>
                </p:cNvPr>
                <p:cNvPicPr/>
                <p:nvPr/>
              </p:nvPicPr>
              <p:blipFill>
                <a:blip r:embed="rId33"/>
                <a:stretch>
                  <a:fillRect/>
                </a:stretch>
              </p:blipFill>
              <p:spPr>
                <a:xfrm>
                  <a:off x="382320" y="2714920"/>
                  <a:ext cx="1040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848CF04F-149B-5903-D7EA-A090A3D4B66B}"/>
                    </a:ext>
                  </a:extLst>
                </p14:cNvPr>
                <p14:cNvContentPartPr/>
                <p14:nvPr/>
              </p14:nvContentPartPr>
              <p14:xfrm>
                <a:off x="543240" y="2638600"/>
                <a:ext cx="64440" cy="196560"/>
              </p14:xfrm>
            </p:contentPart>
          </mc:Choice>
          <mc:Fallback xmlns="">
            <p:pic>
              <p:nvPicPr>
                <p:cNvPr id="23" name="Ink 22">
                  <a:extLst>
                    <a:ext uri="{FF2B5EF4-FFF2-40B4-BE49-F238E27FC236}">
                      <a16:creationId xmlns:a16="http://schemas.microsoft.com/office/drawing/2014/main" id="{848CF04F-149B-5903-D7EA-A090A3D4B66B}"/>
                    </a:ext>
                  </a:extLst>
                </p:cNvPr>
                <p:cNvPicPr/>
                <p:nvPr/>
              </p:nvPicPr>
              <p:blipFill>
                <a:blip r:embed="rId35"/>
                <a:stretch>
                  <a:fillRect/>
                </a:stretch>
              </p:blipFill>
              <p:spPr>
                <a:xfrm>
                  <a:off x="538920" y="2634280"/>
                  <a:ext cx="730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A76F23A9-AD58-3369-39D4-80E6D82855BC}"/>
                    </a:ext>
                  </a:extLst>
                </p14:cNvPr>
                <p14:cNvContentPartPr/>
                <p14:nvPr/>
              </p14:nvContentPartPr>
              <p14:xfrm>
                <a:off x="803880" y="2715280"/>
                <a:ext cx="75960" cy="29880"/>
              </p14:xfrm>
            </p:contentPart>
          </mc:Choice>
          <mc:Fallback xmlns="">
            <p:pic>
              <p:nvPicPr>
                <p:cNvPr id="24" name="Ink 23">
                  <a:extLst>
                    <a:ext uri="{FF2B5EF4-FFF2-40B4-BE49-F238E27FC236}">
                      <a16:creationId xmlns:a16="http://schemas.microsoft.com/office/drawing/2014/main" id="{A76F23A9-AD58-3369-39D4-80E6D82855BC}"/>
                    </a:ext>
                  </a:extLst>
                </p:cNvPr>
                <p:cNvPicPr/>
                <p:nvPr/>
              </p:nvPicPr>
              <p:blipFill>
                <a:blip r:embed="rId37"/>
                <a:stretch>
                  <a:fillRect/>
                </a:stretch>
              </p:blipFill>
              <p:spPr>
                <a:xfrm>
                  <a:off x="799560" y="2710960"/>
                  <a:ext cx="846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2112A7E8-1914-44A6-6E63-44E00F383242}"/>
                    </a:ext>
                  </a:extLst>
                </p14:cNvPr>
                <p14:cNvContentPartPr/>
                <p14:nvPr/>
              </p14:nvContentPartPr>
              <p14:xfrm>
                <a:off x="771840" y="2715280"/>
                <a:ext cx="109440" cy="72000"/>
              </p14:xfrm>
            </p:contentPart>
          </mc:Choice>
          <mc:Fallback xmlns="">
            <p:pic>
              <p:nvPicPr>
                <p:cNvPr id="25" name="Ink 24">
                  <a:extLst>
                    <a:ext uri="{FF2B5EF4-FFF2-40B4-BE49-F238E27FC236}">
                      <a16:creationId xmlns:a16="http://schemas.microsoft.com/office/drawing/2014/main" id="{2112A7E8-1914-44A6-6E63-44E00F383242}"/>
                    </a:ext>
                  </a:extLst>
                </p:cNvPr>
                <p:cNvPicPr/>
                <p:nvPr/>
              </p:nvPicPr>
              <p:blipFill>
                <a:blip r:embed="rId39"/>
                <a:stretch>
                  <a:fillRect/>
                </a:stretch>
              </p:blipFill>
              <p:spPr>
                <a:xfrm>
                  <a:off x="767520" y="2710960"/>
                  <a:ext cx="1180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C1335E2E-9681-DA19-488B-322CA2D8874A}"/>
                    </a:ext>
                  </a:extLst>
                </p14:cNvPr>
                <p14:cNvContentPartPr/>
                <p14:nvPr/>
              </p14:nvContentPartPr>
              <p14:xfrm>
                <a:off x="1017000" y="2640760"/>
                <a:ext cx="120960" cy="176400"/>
              </p14:xfrm>
            </p:contentPart>
          </mc:Choice>
          <mc:Fallback xmlns="">
            <p:pic>
              <p:nvPicPr>
                <p:cNvPr id="26" name="Ink 25">
                  <a:extLst>
                    <a:ext uri="{FF2B5EF4-FFF2-40B4-BE49-F238E27FC236}">
                      <a16:creationId xmlns:a16="http://schemas.microsoft.com/office/drawing/2014/main" id="{C1335E2E-9681-DA19-488B-322CA2D8874A}"/>
                    </a:ext>
                  </a:extLst>
                </p:cNvPr>
                <p:cNvPicPr/>
                <p:nvPr/>
              </p:nvPicPr>
              <p:blipFill>
                <a:blip r:embed="rId41"/>
                <a:stretch>
                  <a:fillRect/>
                </a:stretch>
              </p:blipFill>
              <p:spPr>
                <a:xfrm>
                  <a:off x="1012680" y="2636440"/>
                  <a:ext cx="1296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BAAB0CA0-9659-1BC3-6FB9-A536A13489F2}"/>
                    </a:ext>
                  </a:extLst>
                </p14:cNvPr>
                <p14:cNvContentPartPr/>
                <p14:nvPr/>
              </p14:nvContentPartPr>
              <p14:xfrm>
                <a:off x="1260720" y="2724640"/>
                <a:ext cx="139320" cy="97200"/>
              </p14:xfrm>
            </p:contentPart>
          </mc:Choice>
          <mc:Fallback xmlns="">
            <p:pic>
              <p:nvPicPr>
                <p:cNvPr id="27" name="Ink 26">
                  <a:extLst>
                    <a:ext uri="{FF2B5EF4-FFF2-40B4-BE49-F238E27FC236}">
                      <a16:creationId xmlns:a16="http://schemas.microsoft.com/office/drawing/2014/main" id="{BAAB0CA0-9659-1BC3-6FB9-A536A13489F2}"/>
                    </a:ext>
                  </a:extLst>
                </p:cNvPr>
                <p:cNvPicPr/>
                <p:nvPr/>
              </p:nvPicPr>
              <p:blipFill>
                <a:blip r:embed="rId43"/>
                <a:stretch>
                  <a:fillRect/>
                </a:stretch>
              </p:blipFill>
              <p:spPr>
                <a:xfrm>
                  <a:off x="1256400" y="2720320"/>
                  <a:ext cx="147960" cy="105840"/>
                </a:xfrm>
                <a:prstGeom prst="rect">
                  <a:avLst/>
                </a:prstGeom>
              </p:spPr>
            </p:pic>
          </mc:Fallback>
        </mc:AlternateContent>
      </p:grpSp>
      <p:grpSp>
        <p:nvGrpSpPr>
          <p:cNvPr id="48" name="Group 47">
            <a:extLst>
              <a:ext uri="{FF2B5EF4-FFF2-40B4-BE49-F238E27FC236}">
                <a16:creationId xmlns:a16="http://schemas.microsoft.com/office/drawing/2014/main" id="{D447449B-7F79-31E9-E0CE-197710C0896E}"/>
              </a:ext>
            </a:extLst>
          </p:cNvPr>
          <p:cNvGrpSpPr/>
          <p:nvPr/>
        </p:nvGrpSpPr>
        <p:grpSpPr>
          <a:xfrm>
            <a:off x="2946960" y="1120480"/>
            <a:ext cx="2535120" cy="883080"/>
            <a:chOff x="2946960" y="1120480"/>
            <a:chExt cx="2535120" cy="883080"/>
          </a:xfrm>
        </p:grpSpPr>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849353C6-3865-AD55-4F92-D903D3C91B91}"/>
                    </a:ext>
                  </a:extLst>
                </p14:cNvPr>
                <p14:cNvContentPartPr/>
                <p14:nvPr/>
              </p14:nvContentPartPr>
              <p14:xfrm>
                <a:off x="4612680" y="1517560"/>
                <a:ext cx="349560" cy="459360"/>
              </p14:xfrm>
            </p:contentPart>
          </mc:Choice>
          <mc:Fallback xmlns="">
            <p:pic>
              <p:nvPicPr>
                <p:cNvPr id="29" name="Ink 28">
                  <a:extLst>
                    <a:ext uri="{FF2B5EF4-FFF2-40B4-BE49-F238E27FC236}">
                      <a16:creationId xmlns:a16="http://schemas.microsoft.com/office/drawing/2014/main" id="{849353C6-3865-AD55-4F92-D903D3C91B91}"/>
                    </a:ext>
                  </a:extLst>
                </p:cNvPr>
                <p:cNvPicPr/>
                <p:nvPr/>
              </p:nvPicPr>
              <p:blipFill>
                <a:blip r:embed="rId45"/>
                <a:stretch>
                  <a:fillRect/>
                </a:stretch>
              </p:blipFill>
              <p:spPr>
                <a:xfrm>
                  <a:off x="4608360" y="1513240"/>
                  <a:ext cx="35820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ECECA503-F1E0-8379-3FAF-F8DBF6C844B3}"/>
                    </a:ext>
                  </a:extLst>
                </p14:cNvPr>
                <p14:cNvContentPartPr/>
                <p14:nvPr/>
              </p14:nvContentPartPr>
              <p14:xfrm>
                <a:off x="4973400" y="1693600"/>
                <a:ext cx="120960" cy="309960"/>
              </p14:xfrm>
            </p:contentPart>
          </mc:Choice>
          <mc:Fallback xmlns="">
            <p:pic>
              <p:nvPicPr>
                <p:cNvPr id="30" name="Ink 29">
                  <a:extLst>
                    <a:ext uri="{FF2B5EF4-FFF2-40B4-BE49-F238E27FC236}">
                      <a16:creationId xmlns:a16="http://schemas.microsoft.com/office/drawing/2014/main" id="{ECECA503-F1E0-8379-3FAF-F8DBF6C844B3}"/>
                    </a:ext>
                  </a:extLst>
                </p:cNvPr>
                <p:cNvPicPr/>
                <p:nvPr/>
              </p:nvPicPr>
              <p:blipFill>
                <a:blip r:embed="rId47"/>
                <a:stretch>
                  <a:fillRect/>
                </a:stretch>
              </p:blipFill>
              <p:spPr>
                <a:xfrm>
                  <a:off x="4969080" y="1689280"/>
                  <a:ext cx="12960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C03CB414-364F-2A41-3E8B-904FDCB00F66}"/>
                    </a:ext>
                  </a:extLst>
                </p14:cNvPr>
                <p14:cNvContentPartPr/>
                <p14:nvPr/>
              </p14:nvContentPartPr>
              <p14:xfrm>
                <a:off x="5176080" y="1758040"/>
                <a:ext cx="149400" cy="137520"/>
              </p14:xfrm>
            </p:contentPart>
          </mc:Choice>
          <mc:Fallback xmlns="">
            <p:pic>
              <p:nvPicPr>
                <p:cNvPr id="31" name="Ink 30">
                  <a:extLst>
                    <a:ext uri="{FF2B5EF4-FFF2-40B4-BE49-F238E27FC236}">
                      <a16:creationId xmlns:a16="http://schemas.microsoft.com/office/drawing/2014/main" id="{C03CB414-364F-2A41-3E8B-904FDCB00F66}"/>
                    </a:ext>
                  </a:extLst>
                </p:cNvPr>
                <p:cNvPicPr/>
                <p:nvPr/>
              </p:nvPicPr>
              <p:blipFill>
                <a:blip r:embed="rId49"/>
                <a:stretch>
                  <a:fillRect/>
                </a:stretch>
              </p:blipFill>
              <p:spPr>
                <a:xfrm>
                  <a:off x="5171760" y="1753720"/>
                  <a:ext cx="1580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1B9A7BDA-CECC-58F1-086C-E864EC34AB2D}"/>
                    </a:ext>
                  </a:extLst>
                </p14:cNvPr>
                <p14:cNvContentPartPr/>
                <p14:nvPr/>
              </p14:nvContentPartPr>
              <p14:xfrm>
                <a:off x="5345280" y="1712680"/>
                <a:ext cx="136800" cy="289080"/>
              </p14:xfrm>
            </p:contentPart>
          </mc:Choice>
          <mc:Fallback xmlns="">
            <p:pic>
              <p:nvPicPr>
                <p:cNvPr id="32" name="Ink 31">
                  <a:extLst>
                    <a:ext uri="{FF2B5EF4-FFF2-40B4-BE49-F238E27FC236}">
                      <a16:creationId xmlns:a16="http://schemas.microsoft.com/office/drawing/2014/main" id="{1B9A7BDA-CECC-58F1-086C-E864EC34AB2D}"/>
                    </a:ext>
                  </a:extLst>
                </p:cNvPr>
                <p:cNvPicPr/>
                <p:nvPr/>
              </p:nvPicPr>
              <p:blipFill>
                <a:blip r:embed="rId51"/>
                <a:stretch>
                  <a:fillRect/>
                </a:stretch>
              </p:blipFill>
              <p:spPr>
                <a:xfrm>
                  <a:off x="5340960" y="1708360"/>
                  <a:ext cx="14544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6152A050-4F77-B446-3537-61B64C350951}"/>
                    </a:ext>
                  </a:extLst>
                </p14:cNvPr>
                <p14:cNvContentPartPr/>
                <p14:nvPr/>
              </p14:nvContentPartPr>
              <p14:xfrm>
                <a:off x="3144600" y="1120480"/>
                <a:ext cx="33840" cy="69480"/>
              </p14:xfrm>
            </p:contentPart>
          </mc:Choice>
          <mc:Fallback xmlns="">
            <p:pic>
              <p:nvPicPr>
                <p:cNvPr id="34" name="Ink 33">
                  <a:extLst>
                    <a:ext uri="{FF2B5EF4-FFF2-40B4-BE49-F238E27FC236}">
                      <a16:creationId xmlns:a16="http://schemas.microsoft.com/office/drawing/2014/main" id="{6152A050-4F77-B446-3537-61B64C350951}"/>
                    </a:ext>
                  </a:extLst>
                </p:cNvPr>
                <p:cNvPicPr/>
                <p:nvPr/>
              </p:nvPicPr>
              <p:blipFill>
                <a:blip r:embed="rId53"/>
                <a:stretch>
                  <a:fillRect/>
                </a:stretch>
              </p:blipFill>
              <p:spPr>
                <a:xfrm>
                  <a:off x="3140280" y="1116160"/>
                  <a:ext cx="424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3967100C-6E79-9A32-9885-19DDFB7A9D0E}"/>
                    </a:ext>
                  </a:extLst>
                </p14:cNvPr>
                <p14:cNvContentPartPr/>
                <p14:nvPr/>
              </p14:nvContentPartPr>
              <p14:xfrm>
                <a:off x="3052440" y="1120480"/>
                <a:ext cx="209160" cy="325440"/>
              </p14:xfrm>
            </p:contentPart>
          </mc:Choice>
          <mc:Fallback xmlns="">
            <p:pic>
              <p:nvPicPr>
                <p:cNvPr id="35" name="Ink 34">
                  <a:extLst>
                    <a:ext uri="{FF2B5EF4-FFF2-40B4-BE49-F238E27FC236}">
                      <a16:creationId xmlns:a16="http://schemas.microsoft.com/office/drawing/2014/main" id="{3967100C-6E79-9A32-9885-19DDFB7A9D0E}"/>
                    </a:ext>
                  </a:extLst>
                </p:cNvPr>
                <p:cNvPicPr/>
                <p:nvPr/>
              </p:nvPicPr>
              <p:blipFill>
                <a:blip r:embed="rId55"/>
                <a:stretch>
                  <a:fillRect/>
                </a:stretch>
              </p:blipFill>
              <p:spPr>
                <a:xfrm>
                  <a:off x="3048120" y="1116160"/>
                  <a:ext cx="21780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D18007E0-3048-12B7-F67D-29BF0EABFA91}"/>
                    </a:ext>
                  </a:extLst>
                </p14:cNvPr>
                <p14:cNvContentPartPr/>
                <p14:nvPr/>
              </p14:nvContentPartPr>
              <p14:xfrm>
                <a:off x="3317760" y="1340800"/>
                <a:ext cx="32400" cy="144000"/>
              </p14:xfrm>
            </p:contentPart>
          </mc:Choice>
          <mc:Fallback xmlns="">
            <p:pic>
              <p:nvPicPr>
                <p:cNvPr id="36" name="Ink 35">
                  <a:extLst>
                    <a:ext uri="{FF2B5EF4-FFF2-40B4-BE49-F238E27FC236}">
                      <a16:creationId xmlns:a16="http://schemas.microsoft.com/office/drawing/2014/main" id="{D18007E0-3048-12B7-F67D-29BF0EABFA91}"/>
                    </a:ext>
                  </a:extLst>
                </p:cNvPr>
                <p:cNvPicPr/>
                <p:nvPr/>
              </p:nvPicPr>
              <p:blipFill>
                <a:blip r:embed="rId57"/>
                <a:stretch>
                  <a:fillRect/>
                </a:stretch>
              </p:blipFill>
              <p:spPr>
                <a:xfrm>
                  <a:off x="3313440" y="1336480"/>
                  <a:ext cx="410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D975C80D-9095-E872-3254-E0E08D3B0427}"/>
                    </a:ext>
                  </a:extLst>
                </p14:cNvPr>
                <p14:cNvContentPartPr/>
                <p14:nvPr/>
              </p14:nvContentPartPr>
              <p14:xfrm>
                <a:off x="3411360" y="1163680"/>
                <a:ext cx="40320" cy="55800"/>
              </p14:xfrm>
            </p:contentPart>
          </mc:Choice>
          <mc:Fallback xmlns="">
            <p:pic>
              <p:nvPicPr>
                <p:cNvPr id="37" name="Ink 36">
                  <a:extLst>
                    <a:ext uri="{FF2B5EF4-FFF2-40B4-BE49-F238E27FC236}">
                      <a16:creationId xmlns:a16="http://schemas.microsoft.com/office/drawing/2014/main" id="{D975C80D-9095-E872-3254-E0E08D3B0427}"/>
                    </a:ext>
                  </a:extLst>
                </p:cNvPr>
                <p:cNvPicPr/>
                <p:nvPr/>
              </p:nvPicPr>
              <p:blipFill>
                <a:blip r:embed="rId59"/>
                <a:stretch>
                  <a:fillRect/>
                </a:stretch>
              </p:blipFill>
              <p:spPr>
                <a:xfrm>
                  <a:off x="3407040" y="1159360"/>
                  <a:ext cx="48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6F49C23E-AAC6-EFE9-EEC0-63B7B3C45030}"/>
                    </a:ext>
                  </a:extLst>
                </p14:cNvPr>
                <p14:cNvContentPartPr/>
                <p14:nvPr/>
              </p14:nvContentPartPr>
              <p14:xfrm>
                <a:off x="3437640" y="1338640"/>
                <a:ext cx="115200" cy="111960"/>
              </p14:xfrm>
            </p:contentPart>
          </mc:Choice>
          <mc:Fallback xmlns="">
            <p:pic>
              <p:nvPicPr>
                <p:cNvPr id="38" name="Ink 37">
                  <a:extLst>
                    <a:ext uri="{FF2B5EF4-FFF2-40B4-BE49-F238E27FC236}">
                      <a16:creationId xmlns:a16="http://schemas.microsoft.com/office/drawing/2014/main" id="{6F49C23E-AAC6-EFE9-EEC0-63B7B3C45030}"/>
                    </a:ext>
                  </a:extLst>
                </p:cNvPr>
                <p:cNvPicPr/>
                <p:nvPr/>
              </p:nvPicPr>
              <p:blipFill>
                <a:blip r:embed="rId61"/>
                <a:stretch>
                  <a:fillRect/>
                </a:stretch>
              </p:blipFill>
              <p:spPr>
                <a:xfrm>
                  <a:off x="3433320" y="1334320"/>
                  <a:ext cx="1238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19E670E5-9893-1D06-655B-1CEF5639FDAC}"/>
                    </a:ext>
                  </a:extLst>
                </p14:cNvPr>
                <p14:cNvContentPartPr/>
                <p14:nvPr/>
              </p14:nvContentPartPr>
              <p14:xfrm>
                <a:off x="3614040" y="1341880"/>
                <a:ext cx="108000" cy="104400"/>
              </p14:xfrm>
            </p:contentPart>
          </mc:Choice>
          <mc:Fallback xmlns="">
            <p:pic>
              <p:nvPicPr>
                <p:cNvPr id="39" name="Ink 38">
                  <a:extLst>
                    <a:ext uri="{FF2B5EF4-FFF2-40B4-BE49-F238E27FC236}">
                      <a16:creationId xmlns:a16="http://schemas.microsoft.com/office/drawing/2014/main" id="{19E670E5-9893-1D06-655B-1CEF5639FDAC}"/>
                    </a:ext>
                  </a:extLst>
                </p:cNvPr>
                <p:cNvPicPr/>
                <p:nvPr/>
              </p:nvPicPr>
              <p:blipFill>
                <a:blip r:embed="rId63"/>
                <a:stretch>
                  <a:fillRect/>
                </a:stretch>
              </p:blipFill>
              <p:spPr>
                <a:xfrm>
                  <a:off x="3609720" y="1337560"/>
                  <a:ext cx="1166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2544365D-B2FB-80B8-263D-BEC7D59DCD13}"/>
                    </a:ext>
                  </a:extLst>
                </p14:cNvPr>
                <p14:cNvContentPartPr/>
                <p14:nvPr/>
              </p14:nvContentPartPr>
              <p14:xfrm>
                <a:off x="3715560" y="1316680"/>
                <a:ext cx="138960" cy="155520"/>
              </p14:xfrm>
            </p:contentPart>
          </mc:Choice>
          <mc:Fallback xmlns="">
            <p:pic>
              <p:nvPicPr>
                <p:cNvPr id="40" name="Ink 39">
                  <a:extLst>
                    <a:ext uri="{FF2B5EF4-FFF2-40B4-BE49-F238E27FC236}">
                      <a16:creationId xmlns:a16="http://schemas.microsoft.com/office/drawing/2014/main" id="{2544365D-B2FB-80B8-263D-BEC7D59DCD13}"/>
                    </a:ext>
                  </a:extLst>
                </p:cNvPr>
                <p:cNvPicPr/>
                <p:nvPr/>
              </p:nvPicPr>
              <p:blipFill>
                <a:blip r:embed="rId65"/>
                <a:stretch>
                  <a:fillRect/>
                </a:stretch>
              </p:blipFill>
              <p:spPr>
                <a:xfrm>
                  <a:off x="3711240" y="1312360"/>
                  <a:ext cx="1476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E62B0F3E-D91C-7276-C196-46330F0C34D4}"/>
                    </a:ext>
                  </a:extLst>
                </p14:cNvPr>
                <p14:cNvContentPartPr/>
                <p14:nvPr/>
              </p14:nvContentPartPr>
              <p14:xfrm>
                <a:off x="3905640" y="1356280"/>
                <a:ext cx="63360" cy="83520"/>
              </p14:xfrm>
            </p:contentPart>
          </mc:Choice>
          <mc:Fallback xmlns="">
            <p:pic>
              <p:nvPicPr>
                <p:cNvPr id="41" name="Ink 40">
                  <a:extLst>
                    <a:ext uri="{FF2B5EF4-FFF2-40B4-BE49-F238E27FC236}">
                      <a16:creationId xmlns:a16="http://schemas.microsoft.com/office/drawing/2014/main" id="{E62B0F3E-D91C-7276-C196-46330F0C34D4}"/>
                    </a:ext>
                  </a:extLst>
                </p:cNvPr>
                <p:cNvPicPr/>
                <p:nvPr/>
              </p:nvPicPr>
              <p:blipFill>
                <a:blip r:embed="rId67"/>
                <a:stretch>
                  <a:fillRect/>
                </a:stretch>
              </p:blipFill>
              <p:spPr>
                <a:xfrm>
                  <a:off x="3901320" y="1351960"/>
                  <a:ext cx="720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6A7C26B1-4518-2726-DDF4-DB5C4544D3EB}"/>
                    </a:ext>
                  </a:extLst>
                </p14:cNvPr>
                <p14:cNvContentPartPr/>
                <p14:nvPr/>
              </p14:nvContentPartPr>
              <p14:xfrm>
                <a:off x="4336560" y="1226680"/>
                <a:ext cx="36360" cy="204840"/>
              </p14:xfrm>
            </p:contentPart>
          </mc:Choice>
          <mc:Fallback xmlns="">
            <p:pic>
              <p:nvPicPr>
                <p:cNvPr id="42" name="Ink 41">
                  <a:extLst>
                    <a:ext uri="{FF2B5EF4-FFF2-40B4-BE49-F238E27FC236}">
                      <a16:creationId xmlns:a16="http://schemas.microsoft.com/office/drawing/2014/main" id="{6A7C26B1-4518-2726-DDF4-DB5C4544D3EB}"/>
                    </a:ext>
                  </a:extLst>
                </p:cNvPr>
                <p:cNvPicPr/>
                <p:nvPr/>
              </p:nvPicPr>
              <p:blipFill>
                <a:blip r:embed="rId69"/>
                <a:stretch>
                  <a:fillRect/>
                </a:stretch>
              </p:blipFill>
              <p:spPr>
                <a:xfrm>
                  <a:off x="4332240" y="1222360"/>
                  <a:ext cx="450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702B3209-0677-7D86-DC96-BE71E6862A37}"/>
                    </a:ext>
                  </a:extLst>
                </p14:cNvPr>
                <p14:cNvContentPartPr/>
                <p14:nvPr/>
              </p14:nvContentPartPr>
              <p14:xfrm>
                <a:off x="4208400" y="1133440"/>
                <a:ext cx="369720" cy="116640"/>
              </p14:xfrm>
            </p:contentPart>
          </mc:Choice>
          <mc:Fallback xmlns="">
            <p:pic>
              <p:nvPicPr>
                <p:cNvPr id="43" name="Ink 42">
                  <a:extLst>
                    <a:ext uri="{FF2B5EF4-FFF2-40B4-BE49-F238E27FC236}">
                      <a16:creationId xmlns:a16="http://schemas.microsoft.com/office/drawing/2014/main" id="{702B3209-0677-7D86-DC96-BE71E6862A37}"/>
                    </a:ext>
                  </a:extLst>
                </p:cNvPr>
                <p:cNvPicPr/>
                <p:nvPr/>
              </p:nvPicPr>
              <p:blipFill>
                <a:blip r:embed="rId71"/>
                <a:stretch>
                  <a:fillRect/>
                </a:stretch>
              </p:blipFill>
              <p:spPr>
                <a:xfrm>
                  <a:off x="4204080" y="1129120"/>
                  <a:ext cx="3783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74969494-51D2-04D5-B2CD-581A3827D8B5}"/>
                    </a:ext>
                  </a:extLst>
                </p14:cNvPr>
                <p14:cNvContentPartPr/>
                <p14:nvPr/>
              </p14:nvContentPartPr>
              <p14:xfrm>
                <a:off x="4533120" y="1255840"/>
                <a:ext cx="93960" cy="176400"/>
              </p14:xfrm>
            </p:contentPart>
          </mc:Choice>
          <mc:Fallback xmlns="">
            <p:pic>
              <p:nvPicPr>
                <p:cNvPr id="44" name="Ink 43">
                  <a:extLst>
                    <a:ext uri="{FF2B5EF4-FFF2-40B4-BE49-F238E27FC236}">
                      <a16:creationId xmlns:a16="http://schemas.microsoft.com/office/drawing/2014/main" id="{74969494-51D2-04D5-B2CD-581A3827D8B5}"/>
                    </a:ext>
                  </a:extLst>
                </p:cNvPr>
                <p:cNvPicPr/>
                <p:nvPr/>
              </p:nvPicPr>
              <p:blipFill>
                <a:blip r:embed="rId73"/>
                <a:stretch>
                  <a:fillRect/>
                </a:stretch>
              </p:blipFill>
              <p:spPr>
                <a:xfrm>
                  <a:off x="4528800" y="1251520"/>
                  <a:ext cx="1026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7F10C63A-E524-E17C-CD4F-22B17870852E}"/>
                    </a:ext>
                  </a:extLst>
                </p14:cNvPr>
                <p14:cNvContentPartPr/>
                <p14:nvPr/>
              </p14:nvContentPartPr>
              <p14:xfrm>
                <a:off x="4612680" y="1336120"/>
                <a:ext cx="250560" cy="98640"/>
              </p14:xfrm>
            </p:contentPart>
          </mc:Choice>
          <mc:Fallback xmlns="">
            <p:pic>
              <p:nvPicPr>
                <p:cNvPr id="45" name="Ink 44">
                  <a:extLst>
                    <a:ext uri="{FF2B5EF4-FFF2-40B4-BE49-F238E27FC236}">
                      <a16:creationId xmlns:a16="http://schemas.microsoft.com/office/drawing/2014/main" id="{7F10C63A-E524-E17C-CD4F-22B17870852E}"/>
                    </a:ext>
                  </a:extLst>
                </p:cNvPr>
                <p:cNvPicPr/>
                <p:nvPr/>
              </p:nvPicPr>
              <p:blipFill>
                <a:blip r:embed="rId75"/>
                <a:stretch>
                  <a:fillRect/>
                </a:stretch>
              </p:blipFill>
              <p:spPr>
                <a:xfrm>
                  <a:off x="4608360" y="1331800"/>
                  <a:ext cx="2592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2B7EA2D3-F088-C01E-7FD7-1E57A328AED6}"/>
                    </a:ext>
                  </a:extLst>
                </p14:cNvPr>
                <p14:cNvContentPartPr/>
                <p14:nvPr/>
              </p14:nvContentPartPr>
              <p14:xfrm>
                <a:off x="4938120" y="1288240"/>
                <a:ext cx="175320" cy="88560"/>
              </p14:xfrm>
            </p:contentPart>
          </mc:Choice>
          <mc:Fallback xmlns="">
            <p:pic>
              <p:nvPicPr>
                <p:cNvPr id="46" name="Ink 45">
                  <a:extLst>
                    <a:ext uri="{FF2B5EF4-FFF2-40B4-BE49-F238E27FC236}">
                      <a16:creationId xmlns:a16="http://schemas.microsoft.com/office/drawing/2014/main" id="{2B7EA2D3-F088-C01E-7FD7-1E57A328AED6}"/>
                    </a:ext>
                  </a:extLst>
                </p:cNvPr>
                <p:cNvPicPr/>
                <p:nvPr/>
              </p:nvPicPr>
              <p:blipFill>
                <a:blip r:embed="rId77"/>
                <a:stretch>
                  <a:fillRect/>
                </a:stretch>
              </p:blipFill>
              <p:spPr>
                <a:xfrm>
                  <a:off x="4933800" y="1283920"/>
                  <a:ext cx="1839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9802913F-4663-7743-AC26-0C683ABEA6E6}"/>
                    </a:ext>
                  </a:extLst>
                </p14:cNvPr>
                <p14:cNvContentPartPr/>
                <p14:nvPr/>
              </p14:nvContentPartPr>
              <p14:xfrm>
                <a:off x="2946960" y="1412440"/>
                <a:ext cx="2224440" cy="230040"/>
              </p14:xfrm>
            </p:contentPart>
          </mc:Choice>
          <mc:Fallback xmlns="">
            <p:pic>
              <p:nvPicPr>
                <p:cNvPr id="47" name="Ink 46">
                  <a:extLst>
                    <a:ext uri="{FF2B5EF4-FFF2-40B4-BE49-F238E27FC236}">
                      <a16:creationId xmlns:a16="http://schemas.microsoft.com/office/drawing/2014/main" id="{9802913F-4663-7743-AC26-0C683ABEA6E6}"/>
                    </a:ext>
                  </a:extLst>
                </p:cNvPr>
                <p:cNvPicPr/>
                <p:nvPr/>
              </p:nvPicPr>
              <p:blipFill>
                <a:blip r:embed="rId79"/>
                <a:stretch>
                  <a:fillRect/>
                </a:stretch>
              </p:blipFill>
              <p:spPr>
                <a:xfrm>
                  <a:off x="2942640" y="1408120"/>
                  <a:ext cx="2233080" cy="238680"/>
                </a:xfrm>
                <a:prstGeom prst="rect">
                  <a:avLst/>
                </a:prstGeom>
              </p:spPr>
            </p:pic>
          </mc:Fallback>
        </mc:AlternateContent>
      </p:grpSp>
    </p:spTree>
    <p:extLst>
      <p:ext uri="{BB962C8B-B14F-4D97-AF65-F5344CB8AC3E}">
        <p14:creationId xmlns:p14="http://schemas.microsoft.com/office/powerpoint/2010/main" val="1348971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2E6637-C5DA-691C-40A9-330FD7373980}"/>
              </a:ext>
            </a:extLst>
          </p:cNvPr>
          <p:cNvSpPr>
            <a:spLocks noGrp="1"/>
          </p:cNvSpPr>
          <p:nvPr>
            <p:ph type="sldNum" sz="quarter" idx="12"/>
          </p:nvPr>
        </p:nvSpPr>
        <p:spPr/>
        <p:txBody>
          <a:bodyPr/>
          <a:lstStyle/>
          <a:p>
            <a:fld id="{AD2B2EE5-B8BC-4D24-A25E-F2DF61737E68}" type="slidenum">
              <a:rPr lang="en-US" smtClean="0"/>
              <a:pPr/>
              <a:t>33</a:t>
            </a:fld>
            <a:endParaRPr lang="en-US"/>
          </a:p>
        </p:txBody>
      </p:sp>
      <p:grpSp>
        <p:nvGrpSpPr>
          <p:cNvPr id="36" name="Group 35">
            <a:extLst>
              <a:ext uri="{FF2B5EF4-FFF2-40B4-BE49-F238E27FC236}">
                <a16:creationId xmlns:a16="http://schemas.microsoft.com/office/drawing/2014/main" id="{578BADD5-1B25-907A-074F-5EFA90FF205E}"/>
              </a:ext>
            </a:extLst>
          </p:cNvPr>
          <p:cNvGrpSpPr/>
          <p:nvPr/>
        </p:nvGrpSpPr>
        <p:grpSpPr>
          <a:xfrm>
            <a:off x="781920" y="1252600"/>
            <a:ext cx="6883920" cy="3196800"/>
            <a:chOff x="781920" y="1252600"/>
            <a:chExt cx="6883920" cy="319680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FEA33C5-6BEB-A6F7-E8FE-C874FE05DB98}"/>
                    </a:ext>
                  </a:extLst>
                </p14:cNvPr>
                <p14:cNvContentPartPr/>
                <p14:nvPr/>
              </p14:nvContentPartPr>
              <p14:xfrm>
                <a:off x="1040040" y="1579480"/>
                <a:ext cx="58320" cy="57960"/>
              </p14:xfrm>
            </p:contentPart>
          </mc:Choice>
          <mc:Fallback xmlns="">
            <p:pic>
              <p:nvPicPr>
                <p:cNvPr id="3" name="Ink 2">
                  <a:extLst>
                    <a:ext uri="{FF2B5EF4-FFF2-40B4-BE49-F238E27FC236}">
                      <a16:creationId xmlns:a16="http://schemas.microsoft.com/office/drawing/2014/main" id="{BFEA33C5-6BEB-A6F7-E8FE-C874FE05DB98}"/>
                    </a:ext>
                  </a:extLst>
                </p:cNvPr>
                <p:cNvPicPr/>
                <p:nvPr/>
              </p:nvPicPr>
              <p:blipFill>
                <a:blip r:embed="rId3"/>
                <a:stretch>
                  <a:fillRect/>
                </a:stretch>
              </p:blipFill>
              <p:spPr>
                <a:xfrm>
                  <a:off x="1035720" y="1575160"/>
                  <a:ext cx="669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CC8DFB53-F918-5E71-B5E5-927C2DCD79C0}"/>
                    </a:ext>
                  </a:extLst>
                </p14:cNvPr>
                <p14:cNvContentPartPr/>
                <p14:nvPr/>
              </p14:nvContentPartPr>
              <p14:xfrm>
                <a:off x="1004040" y="1565080"/>
                <a:ext cx="173880" cy="245520"/>
              </p14:xfrm>
            </p:contentPart>
          </mc:Choice>
          <mc:Fallback xmlns="">
            <p:pic>
              <p:nvPicPr>
                <p:cNvPr id="4" name="Ink 3">
                  <a:extLst>
                    <a:ext uri="{FF2B5EF4-FFF2-40B4-BE49-F238E27FC236}">
                      <a16:creationId xmlns:a16="http://schemas.microsoft.com/office/drawing/2014/main" id="{CC8DFB53-F918-5E71-B5E5-927C2DCD79C0}"/>
                    </a:ext>
                  </a:extLst>
                </p:cNvPr>
                <p:cNvPicPr/>
                <p:nvPr/>
              </p:nvPicPr>
              <p:blipFill>
                <a:blip r:embed="rId5"/>
                <a:stretch>
                  <a:fillRect/>
                </a:stretch>
              </p:blipFill>
              <p:spPr>
                <a:xfrm>
                  <a:off x="999720" y="1560760"/>
                  <a:ext cx="1825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FF0EADFF-10DE-6D8F-64FC-59DCE51A1FFF}"/>
                    </a:ext>
                  </a:extLst>
                </p14:cNvPr>
                <p14:cNvContentPartPr/>
                <p14:nvPr/>
              </p14:nvContentPartPr>
              <p14:xfrm>
                <a:off x="1372320" y="1592800"/>
                <a:ext cx="105480" cy="6840"/>
              </p14:xfrm>
            </p:contentPart>
          </mc:Choice>
          <mc:Fallback xmlns="">
            <p:pic>
              <p:nvPicPr>
                <p:cNvPr id="5" name="Ink 4">
                  <a:extLst>
                    <a:ext uri="{FF2B5EF4-FFF2-40B4-BE49-F238E27FC236}">
                      <a16:creationId xmlns:a16="http://schemas.microsoft.com/office/drawing/2014/main" id="{FF0EADFF-10DE-6D8F-64FC-59DCE51A1FFF}"/>
                    </a:ext>
                  </a:extLst>
                </p:cNvPr>
                <p:cNvPicPr/>
                <p:nvPr/>
              </p:nvPicPr>
              <p:blipFill>
                <a:blip r:embed="rId7"/>
                <a:stretch>
                  <a:fillRect/>
                </a:stretch>
              </p:blipFill>
              <p:spPr>
                <a:xfrm>
                  <a:off x="1368000" y="1588480"/>
                  <a:ext cx="1141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21879756-953D-4761-1AF0-C64C3DE7AABE}"/>
                    </a:ext>
                  </a:extLst>
                </p14:cNvPr>
                <p14:cNvContentPartPr/>
                <p14:nvPr/>
              </p14:nvContentPartPr>
              <p14:xfrm>
                <a:off x="1360800" y="1652560"/>
                <a:ext cx="141480" cy="6480"/>
              </p14:xfrm>
            </p:contentPart>
          </mc:Choice>
          <mc:Fallback xmlns="">
            <p:pic>
              <p:nvPicPr>
                <p:cNvPr id="6" name="Ink 5">
                  <a:extLst>
                    <a:ext uri="{FF2B5EF4-FFF2-40B4-BE49-F238E27FC236}">
                      <a16:creationId xmlns:a16="http://schemas.microsoft.com/office/drawing/2014/main" id="{21879756-953D-4761-1AF0-C64C3DE7AABE}"/>
                    </a:ext>
                  </a:extLst>
                </p:cNvPr>
                <p:cNvPicPr/>
                <p:nvPr/>
              </p:nvPicPr>
              <p:blipFill>
                <a:blip r:embed="rId9"/>
                <a:stretch>
                  <a:fillRect/>
                </a:stretch>
              </p:blipFill>
              <p:spPr>
                <a:xfrm>
                  <a:off x="1356480" y="1648240"/>
                  <a:ext cx="1501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02FB308-4F52-B8FF-6539-3FCA960D2886}"/>
                    </a:ext>
                  </a:extLst>
                </p14:cNvPr>
                <p14:cNvContentPartPr/>
                <p14:nvPr/>
              </p14:nvContentPartPr>
              <p14:xfrm>
                <a:off x="1671480" y="1541320"/>
                <a:ext cx="180000" cy="88560"/>
              </p14:xfrm>
            </p:contentPart>
          </mc:Choice>
          <mc:Fallback xmlns="">
            <p:pic>
              <p:nvPicPr>
                <p:cNvPr id="7" name="Ink 6">
                  <a:extLst>
                    <a:ext uri="{FF2B5EF4-FFF2-40B4-BE49-F238E27FC236}">
                      <a16:creationId xmlns:a16="http://schemas.microsoft.com/office/drawing/2014/main" id="{F02FB308-4F52-B8FF-6539-3FCA960D2886}"/>
                    </a:ext>
                  </a:extLst>
                </p:cNvPr>
                <p:cNvPicPr/>
                <p:nvPr/>
              </p:nvPicPr>
              <p:blipFill>
                <a:blip r:embed="rId11"/>
                <a:stretch>
                  <a:fillRect/>
                </a:stretch>
              </p:blipFill>
              <p:spPr>
                <a:xfrm>
                  <a:off x="1667160" y="1537000"/>
                  <a:ext cx="1886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8B94C30-124E-7EF1-97CC-567B9D567229}"/>
                    </a:ext>
                  </a:extLst>
                </p14:cNvPr>
                <p14:cNvContentPartPr/>
                <p14:nvPr/>
              </p14:nvContentPartPr>
              <p14:xfrm>
                <a:off x="1940760" y="1551040"/>
                <a:ext cx="100440" cy="75240"/>
              </p14:xfrm>
            </p:contentPart>
          </mc:Choice>
          <mc:Fallback xmlns="">
            <p:pic>
              <p:nvPicPr>
                <p:cNvPr id="8" name="Ink 7">
                  <a:extLst>
                    <a:ext uri="{FF2B5EF4-FFF2-40B4-BE49-F238E27FC236}">
                      <a16:creationId xmlns:a16="http://schemas.microsoft.com/office/drawing/2014/main" id="{28B94C30-124E-7EF1-97CC-567B9D567229}"/>
                    </a:ext>
                  </a:extLst>
                </p:cNvPr>
                <p:cNvPicPr/>
                <p:nvPr/>
              </p:nvPicPr>
              <p:blipFill>
                <a:blip r:embed="rId13"/>
                <a:stretch>
                  <a:fillRect/>
                </a:stretch>
              </p:blipFill>
              <p:spPr>
                <a:xfrm>
                  <a:off x="1936440" y="1546720"/>
                  <a:ext cx="1090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458E1A50-53D4-FC21-E83B-FFC65F2D0959}"/>
                    </a:ext>
                  </a:extLst>
                </p14:cNvPr>
                <p14:cNvContentPartPr/>
                <p14:nvPr/>
              </p14:nvContentPartPr>
              <p14:xfrm>
                <a:off x="2030040" y="1520440"/>
                <a:ext cx="115200" cy="79920"/>
              </p14:xfrm>
            </p:contentPart>
          </mc:Choice>
          <mc:Fallback xmlns="">
            <p:pic>
              <p:nvPicPr>
                <p:cNvPr id="9" name="Ink 8">
                  <a:extLst>
                    <a:ext uri="{FF2B5EF4-FFF2-40B4-BE49-F238E27FC236}">
                      <a16:creationId xmlns:a16="http://schemas.microsoft.com/office/drawing/2014/main" id="{458E1A50-53D4-FC21-E83B-FFC65F2D0959}"/>
                    </a:ext>
                  </a:extLst>
                </p:cNvPr>
                <p:cNvPicPr/>
                <p:nvPr/>
              </p:nvPicPr>
              <p:blipFill>
                <a:blip r:embed="rId15"/>
                <a:stretch>
                  <a:fillRect/>
                </a:stretch>
              </p:blipFill>
              <p:spPr>
                <a:xfrm>
                  <a:off x="2025720" y="1516120"/>
                  <a:ext cx="1238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BCE1295-E11C-00ED-B935-80B69024715D}"/>
                    </a:ext>
                  </a:extLst>
                </p14:cNvPr>
                <p14:cNvContentPartPr/>
                <p14:nvPr/>
              </p14:nvContentPartPr>
              <p14:xfrm>
                <a:off x="2378520" y="1488400"/>
                <a:ext cx="23400" cy="154440"/>
              </p14:xfrm>
            </p:contentPart>
          </mc:Choice>
          <mc:Fallback xmlns="">
            <p:pic>
              <p:nvPicPr>
                <p:cNvPr id="10" name="Ink 9">
                  <a:extLst>
                    <a:ext uri="{FF2B5EF4-FFF2-40B4-BE49-F238E27FC236}">
                      <a16:creationId xmlns:a16="http://schemas.microsoft.com/office/drawing/2014/main" id="{8BCE1295-E11C-00ED-B935-80B69024715D}"/>
                    </a:ext>
                  </a:extLst>
                </p:cNvPr>
                <p:cNvPicPr/>
                <p:nvPr/>
              </p:nvPicPr>
              <p:blipFill>
                <a:blip r:embed="rId17"/>
                <a:stretch>
                  <a:fillRect/>
                </a:stretch>
              </p:blipFill>
              <p:spPr>
                <a:xfrm>
                  <a:off x="2374200" y="1484080"/>
                  <a:ext cx="320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69E0A7AE-A77D-160A-4D73-276F6D92A1DB}"/>
                    </a:ext>
                  </a:extLst>
                </p14:cNvPr>
                <p14:cNvContentPartPr/>
                <p14:nvPr/>
              </p14:nvContentPartPr>
              <p14:xfrm>
                <a:off x="2311560" y="1553920"/>
                <a:ext cx="173520" cy="15840"/>
              </p14:xfrm>
            </p:contentPart>
          </mc:Choice>
          <mc:Fallback xmlns="">
            <p:pic>
              <p:nvPicPr>
                <p:cNvPr id="11" name="Ink 10">
                  <a:extLst>
                    <a:ext uri="{FF2B5EF4-FFF2-40B4-BE49-F238E27FC236}">
                      <a16:creationId xmlns:a16="http://schemas.microsoft.com/office/drawing/2014/main" id="{69E0A7AE-A77D-160A-4D73-276F6D92A1DB}"/>
                    </a:ext>
                  </a:extLst>
                </p:cNvPr>
                <p:cNvPicPr/>
                <p:nvPr/>
              </p:nvPicPr>
              <p:blipFill>
                <a:blip r:embed="rId19"/>
                <a:stretch>
                  <a:fillRect/>
                </a:stretch>
              </p:blipFill>
              <p:spPr>
                <a:xfrm>
                  <a:off x="2307240" y="1549600"/>
                  <a:ext cx="1821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4E1233F-AB42-C36A-7671-7B55E2682F51}"/>
                    </a:ext>
                  </a:extLst>
                </p14:cNvPr>
                <p14:cNvContentPartPr/>
                <p14:nvPr/>
              </p14:nvContentPartPr>
              <p14:xfrm>
                <a:off x="2660760" y="1483360"/>
                <a:ext cx="158400" cy="121320"/>
              </p14:xfrm>
            </p:contentPart>
          </mc:Choice>
          <mc:Fallback xmlns="">
            <p:pic>
              <p:nvPicPr>
                <p:cNvPr id="12" name="Ink 11">
                  <a:extLst>
                    <a:ext uri="{FF2B5EF4-FFF2-40B4-BE49-F238E27FC236}">
                      <a16:creationId xmlns:a16="http://schemas.microsoft.com/office/drawing/2014/main" id="{04E1233F-AB42-C36A-7671-7B55E2682F51}"/>
                    </a:ext>
                  </a:extLst>
                </p:cNvPr>
                <p:cNvPicPr/>
                <p:nvPr/>
              </p:nvPicPr>
              <p:blipFill>
                <a:blip r:embed="rId21"/>
                <a:stretch>
                  <a:fillRect/>
                </a:stretch>
              </p:blipFill>
              <p:spPr>
                <a:xfrm>
                  <a:off x="2656440" y="1479040"/>
                  <a:ext cx="1670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ABBED62-4291-7C1A-61F0-CE36D6F40881}"/>
                    </a:ext>
                  </a:extLst>
                </p14:cNvPr>
                <p14:cNvContentPartPr/>
                <p14:nvPr/>
              </p14:nvContentPartPr>
              <p14:xfrm>
                <a:off x="3424320" y="1346200"/>
                <a:ext cx="196200" cy="3103200"/>
              </p14:xfrm>
            </p:contentPart>
          </mc:Choice>
          <mc:Fallback xmlns="">
            <p:pic>
              <p:nvPicPr>
                <p:cNvPr id="15" name="Ink 14">
                  <a:extLst>
                    <a:ext uri="{FF2B5EF4-FFF2-40B4-BE49-F238E27FC236}">
                      <a16:creationId xmlns:a16="http://schemas.microsoft.com/office/drawing/2014/main" id="{3ABBED62-4291-7C1A-61F0-CE36D6F40881}"/>
                    </a:ext>
                  </a:extLst>
                </p:cNvPr>
                <p:cNvPicPr/>
                <p:nvPr/>
              </p:nvPicPr>
              <p:blipFill>
                <a:blip r:embed="rId23"/>
                <a:stretch>
                  <a:fillRect/>
                </a:stretch>
              </p:blipFill>
              <p:spPr>
                <a:xfrm>
                  <a:off x="3420000" y="1341880"/>
                  <a:ext cx="204840" cy="3111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D907E9C-552E-C81D-1F0D-7335CE28D445}"/>
                    </a:ext>
                  </a:extLst>
                </p14:cNvPr>
                <p14:cNvContentPartPr/>
                <p14:nvPr/>
              </p14:nvContentPartPr>
              <p14:xfrm>
                <a:off x="3451320" y="1367080"/>
                <a:ext cx="280080" cy="174240"/>
              </p14:xfrm>
            </p:contentPart>
          </mc:Choice>
          <mc:Fallback xmlns="">
            <p:pic>
              <p:nvPicPr>
                <p:cNvPr id="16" name="Ink 15">
                  <a:extLst>
                    <a:ext uri="{FF2B5EF4-FFF2-40B4-BE49-F238E27FC236}">
                      <a16:creationId xmlns:a16="http://schemas.microsoft.com/office/drawing/2014/main" id="{0D907E9C-552E-C81D-1F0D-7335CE28D445}"/>
                    </a:ext>
                  </a:extLst>
                </p:cNvPr>
                <p:cNvPicPr/>
                <p:nvPr/>
              </p:nvPicPr>
              <p:blipFill>
                <a:blip r:embed="rId25"/>
                <a:stretch>
                  <a:fillRect/>
                </a:stretch>
              </p:blipFill>
              <p:spPr>
                <a:xfrm>
                  <a:off x="3447000" y="1362760"/>
                  <a:ext cx="2887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D8CD1049-B5C4-CFFF-A271-A4F4C06850A0}"/>
                    </a:ext>
                  </a:extLst>
                </p14:cNvPr>
                <p14:cNvContentPartPr/>
                <p14:nvPr/>
              </p14:nvContentPartPr>
              <p14:xfrm>
                <a:off x="3663000" y="1267720"/>
                <a:ext cx="118440" cy="54720"/>
              </p14:xfrm>
            </p:contentPart>
          </mc:Choice>
          <mc:Fallback xmlns="">
            <p:pic>
              <p:nvPicPr>
                <p:cNvPr id="17" name="Ink 16">
                  <a:extLst>
                    <a:ext uri="{FF2B5EF4-FFF2-40B4-BE49-F238E27FC236}">
                      <a16:creationId xmlns:a16="http://schemas.microsoft.com/office/drawing/2014/main" id="{D8CD1049-B5C4-CFFF-A271-A4F4C06850A0}"/>
                    </a:ext>
                  </a:extLst>
                </p:cNvPr>
                <p:cNvPicPr/>
                <p:nvPr/>
              </p:nvPicPr>
              <p:blipFill>
                <a:blip r:embed="rId27"/>
                <a:stretch>
                  <a:fillRect/>
                </a:stretch>
              </p:blipFill>
              <p:spPr>
                <a:xfrm>
                  <a:off x="3658680" y="1263400"/>
                  <a:ext cx="1270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0FE5014C-1338-C679-AC63-A164148344A0}"/>
                    </a:ext>
                  </a:extLst>
                </p14:cNvPr>
                <p14:cNvContentPartPr/>
                <p14:nvPr/>
              </p14:nvContentPartPr>
              <p14:xfrm>
                <a:off x="3651480" y="1252600"/>
                <a:ext cx="123480" cy="217080"/>
              </p14:xfrm>
            </p:contentPart>
          </mc:Choice>
          <mc:Fallback xmlns="">
            <p:pic>
              <p:nvPicPr>
                <p:cNvPr id="18" name="Ink 17">
                  <a:extLst>
                    <a:ext uri="{FF2B5EF4-FFF2-40B4-BE49-F238E27FC236}">
                      <a16:creationId xmlns:a16="http://schemas.microsoft.com/office/drawing/2014/main" id="{0FE5014C-1338-C679-AC63-A164148344A0}"/>
                    </a:ext>
                  </a:extLst>
                </p:cNvPr>
                <p:cNvPicPr/>
                <p:nvPr/>
              </p:nvPicPr>
              <p:blipFill>
                <a:blip r:embed="rId29"/>
                <a:stretch>
                  <a:fillRect/>
                </a:stretch>
              </p:blipFill>
              <p:spPr>
                <a:xfrm>
                  <a:off x="3647160" y="1248280"/>
                  <a:ext cx="1321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BCD71B66-7318-6332-F577-97A2E877F9A7}"/>
                    </a:ext>
                  </a:extLst>
                </p14:cNvPr>
                <p14:cNvContentPartPr/>
                <p14:nvPr/>
              </p14:nvContentPartPr>
              <p14:xfrm>
                <a:off x="2629800" y="3876280"/>
                <a:ext cx="4804200" cy="128520"/>
              </p14:xfrm>
            </p:contentPart>
          </mc:Choice>
          <mc:Fallback xmlns="">
            <p:pic>
              <p:nvPicPr>
                <p:cNvPr id="20" name="Ink 19">
                  <a:extLst>
                    <a:ext uri="{FF2B5EF4-FFF2-40B4-BE49-F238E27FC236}">
                      <a16:creationId xmlns:a16="http://schemas.microsoft.com/office/drawing/2014/main" id="{BCD71B66-7318-6332-F577-97A2E877F9A7}"/>
                    </a:ext>
                  </a:extLst>
                </p:cNvPr>
                <p:cNvPicPr/>
                <p:nvPr/>
              </p:nvPicPr>
              <p:blipFill>
                <a:blip r:embed="rId31"/>
                <a:stretch>
                  <a:fillRect/>
                </a:stretch>
              </p:blipFill>
              <p:spPr>
                <a:xfrm>
                  <a:off x="2625480" y="3871960"/>
                  <a:ext cx="48128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87BB26B3-71E9-5FC4-3B57-D8036BA6621E}"/>
                    </a:ext>
                  </a:extLst>
                </p14:cNvPr>
                <p14:cNvContentPartPr/>
                <p14:nvPr/>
              </p14:nvContentPartPr>
              <p14:xfrm>
                <a:off x="7357680" y="3810040"/>
                <a:ext cx="161640" cy="215640"/>
              </p14:xfrm>
            </p:contentPart>
          </mc:Choice>
          <mc:Fallback xmlns="">
            <p:pic>
              <p:nvPicPr>
                <p:cNvPr id="21" name="Ink 20">
                  <a:extLst>
                    <a:ext uri="{FF2B5EF4-FFF2-40B4-BE49-F238E27FC236}">
                      <a16:creationId xmlns:a16="http://schemas.microsoft.com/office/drawing/2014/main" id="{87BB26B3-71E9-5FC4-3B57-D8036BA6621E}"/>
                    </a:ext>
                  </a:extLst>
                </p:cNvPr>
                <p:cNvPicPr/>
                <p:nvPr/>
              </p:nvPicPr>
              <p:blipFill>
                <a:blip r:embed="rId33"/>
                <a:stretch>
                  <a:fillRect/>
                </a:stretch>
              </p:blipFill>
              <p:spPr>
                <a:xfrm>
                  <a:off x="7353360" y="3805720"/>
                  <a:ext cx="1702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F6710465-F905-AA51-9A52-DDE0095A5E65}"/>
                    </a:ext>
                  </a:extLst>
                </p14:cNvPr>
                <p14:cNvContentPartPr/>
                <p14:nvPr/>
              </p14:nvContentPartPr>
              <p14:xfrm>
                <a:off x="7458840" y="4078600"/>
                <a:ext cx="118800" cy="70560"/>
              </p14:xfrm>
            </p:contentPart>
          </mc:Choice>
          <mc:Fallback xmlns="">
            <p:pic>
              <p:nvPicPr>
                <p:cNvPr id="22" name="Ink 21">
                  <a:extLst>
                    <a:ext uri="{FF2B5EF4-FFF2-40B4-BE49-F238E27FC236}">
                      <a16:creationId xmlns:a16="http://schemas.microsoft.com/office/drawing/2014/main" id="{F6710465-F905-AA51-9A52-DDE0095A5E65}"/>
                    </a:ext>
                  </a:extLst>
                </p:cNvPr>
                <p:cNvPicPr/>
                <p:nvPr/>
              </p:nvPicPr>
              <p:blipFill>
                <a:blip r:embed="rId35"/>
                <a:stretch>
                  <a:fillRect/>
                </a:stretch>
              </p:blipFill>
              <p:spPr>
                <a:xfrm>
                  <a:off x="7454520" y="4074280"/>
                  <a:ext cx="1274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FF96DE20-DC02-38CA-9B4F-C4DF84EA82AE}"/>
                    </a:ext>
                  </a:extLst>
                </p14:cNvPr>
                <p14:cNvContentPartPr/>
                <p14:nvPr/>
              </p14:nvContentPartPr>
              <p14:xfrm>
                <a:off x="7580160" y="4090840"/>
                <a:ext cx="85680" cy="73440"/>
              </p14:xfrm>
            </p:contentPart>
          </mc:Choice>
          <mc:Fallback xmlns="">
            <p:pic>
              <p:nvPicPr>
                <p:cNvPr id="23" name="Ink 22">
                  <a:extLst>
                    <a:ext uri="{FF2B5EF4-FFF2-40B4-BE49-F238E27FC236}">
                      <a16:creationId xmlns:a16="http://schemas.microsoft.com/office/drawing/2014/main" id="{FF96DE20-DC02-38CA-9B4F-C4DF84EA82AE}"/>
                    </a:ext>
                  </a:extLst>
                </p:cNvPr>
                <p:cNvPicPr/>
                <p:nvPr/>
              </p:nvPicPr>
              <p:blipFill>
                <a:blip r:embed="rId37"/>
                <a:stretch>
                  <a:fillRect/>
                </a:stretch>
              </p:blipFill>
              <p:spPr>
                <a:xfrm>
                  <a:off x="7575840" y="4086520"/>
                  <a:ext cx="943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A8AC9BBA-9FB4-5293-92C5-7E7164E7EB1D}"/>
                    </a:ext>
                  </a:extLst>
                </p14:cNvPr>
                <p14:cNvContentPartPr/>
                <p14:nvPr/>
              </p14:nvContentPartPr>
              <p14:xfrm>
                <a:off x="781920" y="2224960"/>
                <a:ext cx="5760" cy="77400"/>
              </p14:xfrm>
            </p:contentPart>
          </mc:Choice>
          <mc:Fallback xmlns="">
            <p:pic>
              <p:nvPicPr>
                <p:cNvPr id="25" name="Ink 24">
                  <a:extLst>
                    <a:ext uri="{FF2B5EF4-FFF2-40B4-BE49-F238E27FC236}">
                      <a16:creationId xmlns:a16="http://schemas.microsoft.com/office/drawing/2014/main" id="{A8AC9BBA-9FB4-5293-92C5-7E7164E7EB1D}"/>
                    </a:ext>
                  </a:extLst>
                </p:cNvPr>
                <p:cNvPicPr/>
                <p:nvPr/>
              </p:nvPicPr>
              <p:blipFill>
                <a:blip r:embed="rId39"/>
                <a:stretch>
                  <a:fillRect/>
                </a:stretch>
              </p:blipFill>
              <p:spPr>
                <a:xfrm>
                  <a:off x="777600" y="2220640"/>
                  <a:ext cx="14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C5E42481-8410-2B46-8BD1-02550F2D0DA4}"/>
                    </a:ext>
                  </a:extLst>
                </p14:cNvPr>
                <p14:cNvContentPartPr/>
                <p14:nvPr/>
              </p14:nvContentPartPr>
              <p14:xfrm>
                <a:off x="804960" y="2103280"/>
                <a:ext cx="360" cy="12960"/>
              </p14:xfrm>
            </p:contentPart>
          </mc:Choice>
          <mc:Fallback xmlns="">
            <p:pic>
              <p:nvPicPr>
                <p:cNvPr id="26" name="Ink 25">
                  <a:extLst>
                    <a:ext uri="{FF2B5EF4-FFF2-40B4-BE49-F238E27FC236}">
                      <a16:creationId xmlns:a16="http://schemas.microsoft.com/office/drawing/2014/main" id="{C5E42481-8410-2B46-8BD1-02550F2D0DA4}"/>
                    </a:ext>
                  </a:extLst>
                </p:cNvPr>
                <p:cNvPicPr/>
                <p:nvPr/>
              </p:nvPicPr>
              <p:blipFill>
                <a:blip r:embed="rId41"/>
                <a:stretch>
                  <a:fillRect/>
                </a:stretch>
              </p:blipFill>
              <p:spPr>
                <a:xfrm>
                  <a:off x="800640" y="2098960"/>
                  <a:ext cx="9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26D6DEB5-85D0-70DD-048E-8B3B656D2F07}"/>
                    </a:ext>
                  </a:extLst>
                </p14:cNvPr>
                <p14:cNvContentPartPr/>
                <p14:nvPr/>
              </p14:nvContentPartPr>
              <p14:xfrm>
                <a:off x="795960" y="2107960"/>
                <a:ext cx="183960" cy="285480"/>
              </p14:xfrm>
            </p:contentPart>
          </mc:Choice>
          <mc:Fallback xmlns="">
            <p:pic>
              <p:nvPicPr>
                <p:cNvPr id="27" name="Ink 26">
                  <a:extLst>
                    <a:ext uri="{FF2B5EF4-FFF2-40B4-BE49-F238E27FC236}">
                      <a16:creationId xmlns:a16="http://schemas.microsoft.com/office/drawing/2014/main" id="{26D6DEB5-85D0-70DD-048E-8B3B656D2F07}"/>
                    </a:ext>
                  </a:extLst>
                </p:cNvPr>
                <p:cNvPicPr/>
                <p:nvPr/>
              </p:nvPicPr>
              <p:blipFill>
                <a:blip r:embed="rId43"/>
                <a:stretch>
                  <a:fillRect/>
                </a:stretch>
              </p:blipFill>
              <p:spPr>
                <a:xfrm>
                  <a:off x="791640" y="2103640"/>
                  <a:ext cx="1926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BC05D3F9-91A8-9D0A-D31B-56D5CF3D49E3}"/>
                    </a:ext>
                  </a:extLst>
                </p14:cNvPr>
                <p14:cNvContentPartPr/>
                <p14:nvPr/>
              </p14:nvContentPartPr>
              <p14:xfrm>
                <a:off x="785880" y="2231440"/>
                <a:ext cx="104400" cy="28800"/>
              </p14:xfrm>
            </p:contentPart>
          </mc:Choice>
          <mc:Fallback xmlns="">
            <p:pic>
              <p:nvPicPr>
                <p:cNvPr id="28" name="Ink 27">
                  <a:extLst>
                    <a:ext uri="{FF2B5EF4-FFF2-40B4-BE49-F238E27FC236}">
                      <a16:creationId xmlns:a16="http://schemas.microsoft.com/office/drawing/2014/main" id="{BC05D3F9-91A8-9D0A-D31B-56D5CF3D49E3}"/>
                    </a:ext>
                  </a:extLst>
                </p:cNvPr>
                <p:cNvPicPr/>
                <p:nvPr/>
              </p:nvPicPr>
              <p:blipFill>
                <a:blip r:embed="rId45"/>
                <a:stretch>
                  <a:fillRect/>
                </a:stretch>
              </p:blipFill>
              <p:spPr>
                <a:xfrm>
                  <a:off x="781560" y="2227120"/>
                  <a:ext cx="1130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99E308B6-E102-883B-152E-966223753A9A}"/>
                    </a:ext>
                  </a:extLst>
                </p14:cNvPr>
                <p14:cNvContentPartPr/>
                <p14:nvPr/>
              </p14:nvContentPartPr>
              <p14:xfrm>
                <a:off x="1163160" y="2200840"/>
                <a:ext cx="192600" cy="99000"/>
              </p14:xfrm>
            </p:contentPart>
          </mc:Choice>
          <mc:Fallback xmlns="">
            <p:pic>
              <p:nvPicPr>
                <p:cNvPr id="29" name="Ink 28">
                  <a:extLst>
                    <a:ext uri="{FF2B5EF4-FFF2-40B4-BE49-F238E27FC236}">
                      <a16:creationId xmlns:a16="http://schemas.microsoft.com/office/drawing/2014/main" id="{99E308B6-E102-883B-152E-966223753A9A}"/>
                    </a:ext>
                  </a:extLst>
                </p:cNvPr>
                <p:cNvPicPr/>
                <p:nvPr/>
              </p:nvPicPr>
              <p:blipFill>
                <a:blip r:embed="rId47"/>
                <a:stretch>
                  <a:fillRect/>
                </a:stretch>
              </p:blipFill>
              <p:spPr>
                <a:xfrm>
                  <a:off x="1158840" y="2196520"/>
                  <a:ext cx="2012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A1E75800-55FB-1FE1-81FC-68EF1035359E}"/>
                    </a:ext>
                  </a:extLst>
                </p14:cNvPr>
                <p14:cNvContentPartPr/>
                <p14:nvPr/>
              </p14:nvContentPartPr>
              <p14:xfrm>
                <a:off x="1441440" y="2168440"/>
                <a:ext cx="169560" cy="129240"/>
              </p14:xfrm>
            </p:contentPart>
          </mc:Choice>
          <mc:Fallback xmlns="">
            <p:pic>
              <p:nvPicPr>
                <p:cNvPr id="30" name="Ink 29">
                  <a:extLst>
                    <a:ext uri="{FF2B5EF4-FFF2-40B4-BE49-F238E27FC236}">
                      <a16:creationId xmlns:a16="http://schemas.microsoft.com/office/drawing/2014/main" id="{A1E75800-55FB-1FE1-81FC-68EF1035359E}"/>
                    </a:ext>
                  </a:extLst>
                </p:cNvPr>
                <p:cNvPicPr/>
                <p:nvPr/>
              </p:nvPicPr>
              <p:blipFill>
                <a:blip r:embed="rId49"/>
                <a:stretch>
                  <a:fillRect/>
                </a:stretch>
              </p:blipFill>
              <p:spPr>
                <a:xfrm>
                  <a:off x="1437120" y="2164120"/>
                  <a:ext cx="1782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9CB1CC49-22B0-D955-A81B-EBB8D75C0F71}"/>
                    </a:ext>
                  </a:extLst>
                </p14:cNvPr>
                <p14:cNvContentPartPr/>
                <p14:nvPr/>
              </p14:nvContentPartPr>
              <p14:xfrm>
                <a:off x="1656000" y="2180680"/>
                <a:ext cx="183600" cy="152640"/>
              </p14:xfrm>
            </p:contentPart>
          </mc:Choice>
          <mc:Fallback xmlns="">
            <p:pic>
              <p:nvPicPr>
                <p:cNvPr id="33" name="Ink 32">
                  <a:extLst>
                    <a:ext uri="{FF2B5EF4-FFF2-40B4-BE49-F238E27FC236}">
                      <a16:creationId xmlns:a16="http://schemas.microsoft.com/office/drawing/2014/main" id="{9CB1CC49-22B0-D955-A81B-EBB8D75C0F71}"/>
                    </a:ext>
                  </a:extLst>
                </p:cNvPr>
                <p:cNvPicPr/>
                <p:nvPr/>
              </p:nvPicPr>
              <p:blipFill>
                <a:blip r:embed="rId51"/>
                <a:stretch>
                  <a:fillRect/>
                </a:stretch>
              </p:blipFill>
              <p:spPr>
                <a:xfrm>
                  <a:off x="1651680" y="2176360"/>
                  <a:ext cx="1922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1852712B-AB8B-28FD-894C-D48F2BA9AAE0}"/>
                    </a:ext>
                  </a:extLst>
                </p14:cNvPr>
                <p14:cNvContentPartPr/>
                <p14:nvPr/>
              </p14:nvContentPartPr>
              <p14:xfrm>
                <a:off x="3041280" y="1621960"/>
                <a:ext cx="4114440" cy="2093040"/>
              </p14:xfrm>
            </p:contentPart>
          </mc:Choice>
          <mc:Fallback xmlns="">
            <p:pic>
              <p:nvPicPr>
                <p:cNvPr id="35" name="Ink 34">
                  <a:extLst>
                    <a:ext uri="{FF2B5EF4-FFF2-40B4-BE49-F238E27FC236}">
                      <a16:creationId xmlns:a16="http://schemas.microsoft.com/office/drawing/2014/main" id="{1852712B-AB8B-28FD-894C-D48F2BA9AAE0}"/>
                    </a:ext>
                  </a:extLst>
                </p:cNvPr>
                <p:cNvPicPr/>
                <p:nvPr/>
              </p:nvPicPr>
              <p:blipFill>
                <a:blip r:embed="rId53"/>
                <a:stretch>
                  <a:fillRect/>
                </a:stretch>
              </p:blipFill>
              <p:spPr>
                <a:xfrm>
                  <a:off x="3036960" y="1617640"/>
                  <a:ext cx="4123080" cy="210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14ABE660-4776-8B60-96DD-0EA2B1077038}"/>
                  </a:ext>
                </a:extLst>
              </p14:cNvPr>
              <p14:cNvContentPartPr/>
              <p14:nvPr/>
            </p14:nvContentPartPr>
            <p14:xfrm>
              <a:off x="3285720" y="3461560"/>
              <a:ext cx="312120" cy="21600"/>
            </p14:xfrm>
          </p:contentPart>
        </mc:Choice>
        <mc:Fallback xmlns="">
          <p:pic>
            <p:nvPicPr>
              <p:cNvPr id="37" name="Ink 36">
                <a:extLst>
                  <a:ext uri="{FF2B5EF4-FFF2-40B4-BE49-F238E27FC236}">
                    <a16:creationId xmlns:a16="http://schemas.microsoft.com/office/drawing/2014/main" id="{14ABE660-4776-8B60-96DD-0EA2B1077038}"/>
                  </a:ext>
                </a:extLst>
              </p:cNvPr>
              <p:cNvPicPr/>
              <p:nvPr/>
            </p:nvPicPr>
            <p:blipFill>
              <a:blip r:embed="rId55"/>
              <a:stretch>
                <a:fillRect/>
              </a:stretch>
            </p:blipFill>
            <p:spPr>
              <a:xfrm>
                <a:off x="3281400" y="3457240"/>
                <a:ext cx="320760" cy="30240"/>
              </a:xfrm>
              <a:prstGeom prst="rect">
                <a:avLst/>
              </a:prstGeom>
            </p:spPr>
          </p:pic>
        </mc:Fallback>
      </mc:AlternateContent>
      <p:grpSp>
        <p:nvGrpSpPr>
          <p:cNvPr id="43" name="Group 42">
            <a:extLst>
              <a:ext uri="{FF2B5EF4-FFF2-40B4-BE49-F238E27FC236}">
                <a16:creationId xmlns:a16="http://schemas.microsoft.com/office/drawing/2014/main" id="{A72265E5-71FA-7B9B-941C-7F0F7E68A422}"/>
              </a:ext>
            </a:extLst>
          </p:cNvPr>
          <p:cNvGrpSpPr/>
          <p:nvPr/>
        </p:nvGrpSpPr>
        <p:grpSpPr>
          <a:xfrm>
            <a:off x="2635200" y="3408640"/>
            <a:ext cx="231120" cy="523800"/>
            <a:chOff x="2635200" y="3408640"/>
            <a:chExt cx="231120" cy="523800"/>
          </a:xfrm>
        </p:grpSpPr>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366CB972-8E9E-24EF-F6CA-845B5E6C7A81}"/>
                    </a:ext>
                  </a:extLst>
                </p14:cNvPr>
                <p14:cNvContentPartPr/>
                <p14:nvPr/>
              </p14:nvContentPartPr>
              <p14:xfrm>
                <a:off x="2724840" y="3408640"/>
                <a:ext cx="141480" cy="78480"/>
              </p14:xfrm>
            </p:contentPart>
          </mc:Choice>
          <mc:Fallback xmlns="">
            <p:pic>
              <p:nvPicPr>
                <p:cNvPr id="38" name="Ink 37">
                  <a:extLst>
                    <a:ext uri="{FF2B5EF4-FFF2-40B4-BE49-F238E27FC236}">
                      <a16:creationId xmlns:a16="http://schemas.microsoft.com/office/drawing/2014/main" id="{366CB972-8E9E-24EF-F6CA-845B5E6C7A81}"/>
                    </a:ext>
                  </a:extLst>
                </p:cNvPr>
                <p:cNvPicPr/>
                <p:nvPr/>
              </p:nvPicPr>
              <p:blipFill>
                <a:blip r:embed="rId57"/>
                <a:stretch>
                  <a:fillRect/>
                </a:stretch>
              </p:blipFill>
              <p:spPr>
                <a:xfrm>
                  <a:off x="2720520" y="3404320"/>
                  <a:ext cx="1501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0E532927-376A-49DE-BB2E-DC8CFF5F1D65}"/>
                    </a:ext>
                  </a:extLst>
                </p14:cNvPr>
                <p14:cNvContentPartPr/>
                <p14:nvPr/>
              </p14:nvContentPartPr>
              <p14:xfrm>
                <a:off x="2706840" y="3572080"/>
                <a:ext cx="41040" cy="360360"/>
              </p14:xfrm>
            </p:contentPart>
          </mc:Choice>
          <mc:Fallback xmlns="">
            <p:pic>
              <p:nvPicPr>
                <p:cNvPr id="39" name="Ink 38">
                  <a:extLst>
                    <a:ext uri="{FF2B5EF4-FFF2-40B4-BE49-F238E27FC236}">
                      <a16:creationId xmlns:a16="http://schemas.microsoft.com/office/drawing/2014/main" id="{0E532927-376A-49DE-BB2E-DC8CFF5F1D65}"/>
                    </a:ext>
                  </a:extLst>
                </p:cNvPr>
                <p:cNvPicPr/>
                <p:nvPr/>
              </p:nvPicPr>
              <p:blipFill>
                <a:blip r:embed="rId59"/>
                <a:stretch>
                  <a:fillRect/>
                </a:stretch>
              </p:blipFill>
              <p:spPr>
                <a:xfrm>
                  <a:off x="2702520" y="3567760"/>
                  <a:ext cx="4968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E860FE60-9B4B-6C58-D3DF-20B1E242F273}"/>
                    </a:ext>
                  </a:extLst>
                </p14:cNvPr>
                <p14:cNvContentPartPr/>
                <p14:nvPr/>
              </p14:nvContentPartPr>
              <p14:xfrm>
                <a:off x="2635200" y="3856120"/>
                <a:ext cx="100080" cy="72000"/>
              </p14:xfrm>
            </p:contentPart>
          </mc:Choice>
          <mc:Fallback xmlns="">
            <p:pic>
              <p:nvPicPr>
                <p:cNvPr id="40" name="Ink 39">
                  <a:extLst>
                    <a:ext uri="{FF2B5EF4-FFF2-40B4-BE49-F238E27FC236}">
                      <a16:creationId xmlns:a16="http://schemas.microsoft.com/office/drawing/2014/main" id="{E860FE60-9B4B-6C58-D3DF-20B1E242F273}"/>
                    </a:ext>
                  </a:extLst>
                </p:cNvPr>
                <p:cNvPicPr/>
                <p:nvPr/>
              </p:nvPicPr>
              <p:blipFill>
                <a:blip r:embed="rId61"/>
                <a:stretch>
                  <a:fillRect/>
                </a:stretch>
              </p:blipFill>
              <p:spPr>
                <a:xfrm>
                  <a:off x="2630880" y="3851800"/>
                  <a:ext cx="1087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D37E8DF6-E8F9-62DF-6338-E0390BFCAA06}"/>
                    </a:ext>
                  </a:extLst>
                </p14:cNvPr>
                <p14:cNvContentPartPr/>
                <p14:nvPr/>
              </p14:nvContentPartPr>
              <p14:xfrm>
                <a:off x="2706840" y="3869080"/>
                <a:ext cx="71280" cy="61560"/>
              </p14:xfrm>
            </p:contentPart>
          </mc:Choice>
          <mc:Fallback xmlns="">
            <p:pic>
              <p:nvPicPr>
                <p:cNvPr id="41" name="Ink 40">
                  <a:extLst>
                    <a:ext uri="{FF2B5EF4-FFF2-40B4-BE49-F238E27FC236}">
                      <a16:creationId xmlns:a16="http://schemas.microsoft.com/office/drawing/2014/main" id="{D37E8DF6-E8F9-62DF-6338-E0390BFCAA06}"/>
                    </a:ext>
                  </a:extLst>
                </p:cNvPr>
                <p:cNvPicPr/>
                <p:nvPr/>
              </p:nvPicPr>
              <p:blipFill>
                <a:blip r:embed="rId63"/>
                <a:stretch>
                  <a:fillRect/>
                </a:stretch>
              </p:blipFill>
              <p:spPr>
                <a:xfrm>
                  <a:off x="2702520" y="3864760"/>
                  <a:ext cx="799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C21786FA-0FE6-17A2-3656-23B94429A56B}"/>
                    </a:ext>
                  </a:extLst>
                </p14:cNvPr>
                <p14:cNvContentPartPr/>
                <p14:nvPr/>
              </p14:nvContentPartPr>
              <p14:xfrm>
                <a:off x="2699280" y="3544360"/>
                <a:ext cx="121680" cy="100080"/>
              </p14:xfrm>
            </p:contentPart>
          </mc:Choice>
          <mc:Fallback xmlns="">
            <p:pic>
              <p:nvPicPr>
                <p:cNvPr id="42" name="Ink 41">
                  <a:extLst>
                    <a:ext uri="{FF2B5EF4-FFF2-40B4-BE49-F238E27FC236}">
                      <a16:creationId xmlns:a16="http://schemas.microsoft.com/office/drawing/2014/main" id="{C21786FA-0FE6-17A2-3656-23B94429A56B}"/>
                    </a:ext>
                  </a:extLst>
                </p:cNvPr>
                <p:cNvPicPr/>
                <p:nvPr/>
              </p:nvPicPr>
              <p:blipFill>
                <a:blip r:embed="rId65"/>
                <a:stretch>
                  <a:fillRect/>
                </a:stretch>
              </p:blipFill>
              <p:spPr>
                <a:xfrm>
                  <a:off x="2694960" y="3540040"/>
                  <a:ext cx="130320" cy="108720"/>
                </a:xfrm>
                <a:prstGeom prst="rect">
                  <a:avLst/>
                </a:prstGeom>
              </p:spPr>
            </p:pic>
          </mc:Fallback>
        </mc:AlternateContent>
      </p:grpSp>
      <p:grpSp>
        <p:nvGrpSpPr>
          <p:cNvPr id="55" name="Group 54">
            <a:extLst>
              <a:ext uri="{FF2B5EF4-FFF2-40B4-BE49-F238E27FC236}">
                <a16:creationId xmlns:a16="http://schemas.microsoft.com/office/drawing/2014/main" id="{8C9D7048-920E-D50C-7F21-F2885041982F}"/>
              </a:ext>
            </a:extLst>
          </p:cNvPr>
          <p:cNvGrpSpPr/>
          <p:nvPr/>
        </p:nvGrpSpPr>
        <p:grpSpPr>
          <a:xfrm>
            <a:off x="4974480" y="1669480"/>
            <a:ext cx="2624040" cy="1166760"/>
            <a:chOff x="4974480" y="1669480"/>
            <a:chExt cx="2624040" cy="1166760"/>
          </a:xfrm>
        </p:grpSpPr>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474E34CA-22DA-3EB4-E260-0CFC72B85E73}"/>
                    </a:ext>
                  </a:extLst>
                </p14:cNvPr>
                <p14:cNvContentPartPr/>
                <p14:nvPr/>
              </p14:nvContentPartPr>
              <p14:xfrm>
                <a:off x="6883920" y="1669480"/>
                <a:ext cx="102600" cy="959040"/>
              </p14:xfrm>
            </p:contentPart>
          </mc:Choice>
          <mc:Fallback xmlns="">
            <p:pic>
              <p:nvPicPr>
                <p:cNvPr id="44" name="Ink 43">
                  <a:extLst>
                    <a:ext uri="{FF2B5EF4-FFF2-40B4-BE49-F238E27FC236}">
                      <a16:creationId xmlns:a16="http://schemas.microsoft.com/office/drawing/2014/main" id="{474E34CA-22DA-3EB4-E260-0CFC72B85E73}"/>
                    </a:ext>
                  </a:extLst>
                </p:cNvPr>
                <p:cNvPicPr/>
                <p:nvPr/>
              </p:nvPicPr>
              <p:blipFill>
                <a:blip r:embed="rId67"/>
                <a:stretch>
                  <a:fillRect/>
                </a:stretch>
              </p:blipFill>
              <p:spPr>
                <a:xfrm>
                  <a:off x="6879600" y="1665160"/>
                  <a:ext cx="111240" cy="967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2347F983-4735-7D42-AEFB-F88BAEE78B44}"/>
                    </a:ext>
                  </a:extLst>
                </p14:cNvPr>
                <p14:cNvContentPartPr/>
                <p14:nvPr/>
              </p14:nvContentPartPr>
              <p14:xfrm>
                <a:off x="4974480" y="2617720"/>
                <a:ext cx="2026800" cy="79560"/>
              </p14:xfrm>
            </p:contentPart>
          </mc:Choice>
          <mc:Fallback xmlns="">
            <p:pic>
              <p:nvPicPr>
                <p:cNvPr id="45" name="Ink 44">
                  <a:extLst>
                    <a:ext uri="{FF2B5EF4-FFF2-40B4-BE49-F238E27FC236}">
                      <a16:creationId xmlns:a16="http://schemas.microsoft.com/office/drawing/2014/main" id="{2347F983-4735-7D42-AEFB-F88BAEE78B44}"/>
                    </a:ext>
                  </a:extLst>
                </p:cNvPr>
                <p:cNvPicPr/>
                <p:nvPr/>
              </p:nvPicPr>
              <p:blipFill>
                <a:blip r:embed="rId69"/>
                <a:stretch>
                  <a:fillRect/>
                </a:stretch>
              </p:blipFill>
              <p:spPr>
                <a:xfrm>
                  <a:off x="4970160" y="2613400"/>
                  <a:ext cx="20354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AA1EC079-86C3-5C77-628D-D74EE10AA2B6}"/>
                    </a:ext>
                  </a:extLst>
                </p14:cNvPr>
                <p14:cNvContentPartPr/>
                <p14:nvPr/>
              </p14:nvContentPartPr>
              <p14:xfrm>
                <a:off x="6940440" y="2095720"/>
                <a:ext cx="40320" cy="56520"/>
              </p14:xfrm>
            </p:contentPart>
          </mc:Choice>
          <mc:Fallback xmlns="">
            <p:pic>
              <p:nvPicPr>
                <p:cNvPr id="46" name="Ink 45">
                  <a:extLst>
                    <a:ext uri="{FF2B5EF4-FFF2-40B4-BE49-F238E27FC236}">
                      <a16:creationId xmlns:a16="http://schemas.microsoft.com/office/drawing/2014/main" id="{AA1EC079-86C3-5C77-628D-D74EE10AA2B6}"/>
                    </a:ext>
                  </a:extLst>
                </p:cNvPr>
                <p:cNvPicPr/>
                <p:nvPr/>
              </p:nvPicPr>
              <p:blipFill>
                <a:blip r:embed="rId71"/>
                <a:stretch>
                  <a:fillRect/>
                </a:stretch>
              </p:blipFill>
              <p:spPr>
                <a:xfrm>
                  <a:off x="6936120" y="2091400"/>
                  <a:ext cx="489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FBD78C47-D800-09DD-FDDC-18D540A993E3}"/>
                    </a:ext>
                  </a:extLst>
                </p14:cNvPr>
                <p14:cNvContentPartPr/>
                <p14:nvPr/>
              </p14:nvContentPartPr>
              <p14:xfrm>
                <a:off x="7140240" y="2085280"/>
                <a:ext cx="61200" cy="88560"/>
              </p14:xfrm>
            </p:contentPart>
          </mc:Choice>
          <mc:Fallback xmlns="">
            <p:pic>
              <p:nvPicPr>
                <p:cNvPr id="47" name="Ink 46">
                  <a:extLst>
                    <a:ext uri="{FF2B5EF4-FFF2-40B4-BE49-F238E27FC236}">
                      <a16:creationId xmlns:a16="http://schemas.microsoft.com/office/drawing/2014/main" id="{FBD78C47-D800-09DD-FDDC-18D540A993E3}"/>
                    </a:ext>
                  </a:extLst>
                </p:cNvPr>
                <p:cNvPicPr/>
                <p:nvPr/>
              </p:nvPicPr>
              <p:blipFill>
                <a:blip r:embed="rId73"/>
                <a:stretch>
                  <a:fillRect/>
                </a:stretch>
              </p:blipFill>
              <p:spPr>
                <a:xfrm>
                  <a:off x="7135920" y="2080960"/>
                  <a:ext cx="698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7C53D584-208C-2BFB-7658-E8E4D243FDD8}"/>
                    </a:ext>
                  </a:extLst>
                </p14:cNvPr>
                <p14:cNvContentPartPr/>
                <p14:nvPr/>
              </p14:nvContentPartPr>
              <p14:xfrm>
                <a:off x="7281720" y="2153320"/>
                <a:ext cx="5400" cy="34920"/>
              </p14:xfrm>
            </p:contentPart>
          </mc:Choice>
          <mc:Fallback xmlns="">
            <p:pic>
              <p:nvPicPr>
                <p:cNvPr id="48" name="Ink 47">
                  <a:extLst>
                    <a:ext uri="{FF2B5EF4-FFF2-40B4-BE49-F238E27FC236}">
                      <a16:creationId xmlns:a16="http://schemas.microsoft.com/office/drawing/2014/main" id="{7C53D584-208C-2BFB-7658-E8E4D243FDD8}"/>
                    </a:ext>
                  </a:extLst>
                </p:cNvPr>
                <p:cNvPicPr/>
                <p:nvPr/>
              </p:nvPicPr>
              <p:blipFill>
                <a:blip r:embed="rId75"/>
                <a:stretch>
                  <a:fillRect/>
                </a:stretch>
              </p:blipFill>
              <p:spPr>
                <a:xfrm>
                  <a:off x="7277400" y="2149000"/>
                  <a:ext cx="14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6A836D01-EC5F-0409-0C70-11FAE86F8C20}"/>
                    </a:ext>
                  </a:extLst>
                </p14:cNvPr>
                <p14:cNvContentPartPr/>
                <p14:nvPr/>
              </p14:nvContentPartPr>
              <p14:xfrm>
                <a:off x="7283160" y="2039200"/>
                <a:ext cx="43920" cy="20520"/>
              </p14:xfrm>
            </p:contentPart>
          </mc:Choice>
          <mc:Fallback xmlns="">
            <p:pic>
              <p:nvPicPr>
                <p:cNvPr id="49" name="Ink 48">
                  <a:extLst>
                    <a:ext uri="{FF2B5EF4-FFF2-40B4-BE49-F238E27FC236}">
                      <a16:creationId xmlns:a16="http://schemas.microsoft.com/office/drawing/2014/main" id="{6A836D01-EC5F-0409-0C70-11FAE86F8C20}"/>
                    </a:ext>
                  </a:extLst>
                </p:cNvPr>
                <p:cNvPicPr/>
                <p:nvPr/>
              </p:nvPicPr>
              <p:blipFill>
                <a:blip r:embed="rId77"/>
                <a:stretch>
                  <a:fillRect/>
                </a:stretch>
              </p:blipFill>
              <p:spPr>
                <a:xfrm>
                  <a:off x="7278840" y="2034880"/>
                  <a:ext cx="525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48B1EAF7-5491-1520-8815-3DF5E07E719B}"/>
                    </a:ext>
                  </a:extLst>
                </p14:cNvPr>
                <p14:cNvContentPartPr/>
                <p14:nvPr/>
              </p14:nvContentPartPr>
              <p14:xfrm>
                <a:off x="7392240" y="2095720"/>
                <a:ext cx="46800" cy="97920"/>
              </p14:xfrm>
            </p:contentPart>
          </mc:Choice>
          <mc:Fallback xmlns="">
            <p:pic>
              <p:nvPicPr>
                <p:cNvPr id="50" name="Ink 49">
                  <a:extLst>
                    <a:ext uri="{FF2B5EF4-FFF2-40B4-BE49-F238E27FC236}">
                      <a16:creationId xmlns:a16="http://schemas.microsoft.com/office/drawing/2014/main" id="{48B1EAF7-5491-1520-8815-3DF5E07E719B}"/>
                    </a:ext>
                  </a:extLst>
                </p:cNvPr>
                <p:cNvPicPr/>
                <p:nvPr/>
              </p:nvPicPr>
              <p:blipFill>
                <a:blip r:embed="rId79"/>
                <a:stretch>
                  <a:fillRect/>
                </a:stretch>
              </p:blipFill>
              <p:spPr>
                <a:xfrm>
                  <a:off x="7387920" y="2091400"/>
                  <a:ext cx="554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14771748-F102-DD5A-3A68-9238174BE775}"/>
                    </a:ext>
                  </a:extLst>
                </p14:cNvPr>
                <p14:cNvContentPartPr/>
                <p14:nvPr/>
              </p14:nvContentPartPr>
              <p14:xfrm>
                <a:off x="7480800" y="2101120"/>
                <a:ext cx="117720" cy="134280"/>
              </p14:xfrm>
            </p:contentPart>
          </mc:Choice>
          <mc:Fallback xmlns="">
            <p:pic>
              <p:nvPicPr>
                <p:cNvPr id="51" name="Ink 50">
                  <a:extLst>
                    <a:ext uri="{FF2B5EF4-FFF2-40B4-BE49-F238E27FC236}">
                      <a16:creationId xmlns:a16="http://schemas.microsoft.com/office/drawing/2014/main" id="{14771748-F102-DD5A-3A68-9238174BE775}"/>
                    </a:ext>
                  </a:extLst>
                </p:cNvPr>
                <p:cNvPicPr/>
                <p:nvPr/>
              </p:nvPicPr>
              <p:blipFill>
                <a:blip r:embed="rId81"/>
                <a:stretch>
                  <a:fillRect/>
                </a:stretch>
              </p:blipFill>
              <p:spPr>
                <a:xfrm>
                  <a:off x="7476480" y="2096800"/>
                  <a:ext cx="1263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5C525D94-8DF0-3E75-ADA6-72CF0A3C77D0}"/>
                    </a:ext>
                  </a:extLst>
                </p14:cNvPr>
                <p14:cNvContentPartPr/>
                <p14:nvPr/>
              </p14:nvContentPartPr>
              <p14:xfrm>
                <a:off x="5878080" y="2687200"/>
                <a:ext cx="112680" cy="143640"/>
              </p14:xfrm>
            </p:contentPart>
          </mc:Choice>
          <mc:Fallback xmlns="">
            <p:pic>
              <p:nvPicPr>
                <p:cNvPr id="52" name="Ink 51">
                  <a:extLst>
                    <a:ext uri="{FF2B5EF4-FFF2-40B4-BE49-F238E27FC236}">
                      <a16:creationId xmlns:a16="http://schemas.microsoft.com/office/drawing/2014/main" id="{5C525D94-8DF0-3E75-ADA6-72CF0A3C77D0}"/>
                    </a:ext>
                  </a:extLst>
                </p:cNvPr>
                <p:cNvPicPr/>
                <p:nvPr/>
              </p:nvPicPr>
              <p:blipFill>
                <a:blip r:embed="rId83"/>
                <a:stretch>
                  <a:fillRect/>
                </a:stretch>
              </p:blipFill>
              <p:spPr>
                <a:xfrm>
                  <a:off x="5873760" y="2682880"/>
                  <a:ext cx="1213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0F3082E4-BEB7-6B12-E393-E229D60EC5DF}"/>
                    </a:ext>
                  </a:extLst>
                </p14:cNvPr>
                <p14:cNvContentPartPr/>
                <p14:nvPr/>
              </p14:nvContentPartPr>
              <p14:xfrm>
                <a:off x="6028200" y="2763520"/>
                <a:ext cx="133920" cy="72720"/>
              </p14:xfrm>
            </p:contentPart>
          </mc:Choice>
          <mc:Fallback xmlns="">
            <p:pic>
              <p:nvPicPr>
                <p:cNvPr id="53" name="Ink 52">
                  <a:extLst>
                    <a:ext uri="{FF2B5EF4-FFF2-40B4-BE49-F238E27FC236}">
                      <a16:creationId xmlns:a16="http://schemas.microsoft.com/office/drawing/2014/main" id="{0F3082E4-BEB7-6B12-E393-E229D60EC5DF}"/>
                    </a:ext>
                  </a:extLst>
                </p:cNvPr>
                <p:cNvPicPr/>
                <p:nvPr/>
              </p:nvPicPr>
              <p:blipFill>
                <a:blip r:embed="rId85"/>
                <a:stretch>
                  <a:fillRect/>
                </a:stretch>
              </p:blipFill>
              <p:spPr>
                <a:xfrm>
                  <a:off x="6023880" y="2759200"/>
                  <a:ext cx="1425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3E651D96-0836-EF2F-0D07-3245A86E9BAF}"/>
                    </a:ext>
                  </a:extLst>
                </p14:cNvPr>
                <p14:cNvContentPartPr/>
                <p14:nvPr/>
              </p14:nvContentPartPr>
              <p14:xfrm>
                <a:off x="6199920" y="2742280"/>
                <a:ext cx="156960" cy="66960"/>
              </p14:xfrm>
            </p:contentPart>
          </mc:Choice>
          <mc:Fallback xmlns="">
            <p:pic>
              <p:nvPicPr>
                <p:cNvPr id="54" name="Ink 53">
                  <a:extLst>
                    <a:ext uri="{FF2B5EF4-FFF2-40B4-BE49-F238E27FC236}">
                      <a16:creationId xmlns:a16="http://schemas.microsoft.com/office/drawing/2014/main" id="{3E651D96-0836-EF2F-0D07-3245A86E9BAF}"/>
                    </a:ext>
                  </a:extLst>
                </p:cNvPr>
                <p:cNvPicPr/>
                <p:nvPr/>
              </p:nvPicPr>
              <p:blipFill>
                <a:blip r:embed="rId87"/>
                <a:stretch>
                  <a:fillRect/>
                </a:stretch>
              </p:blipFill>
              <p:spPr>
                <a:xfrm>
                  <a:off x="6195600" y="2737960"/>
                  <a:ext cx="165600" cy="75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F86B2F68-2ED0-8045-8FFF-C66B9B96B0D6}"/>
                  </a:ext>
                </a:extLst>
              </p14:cNvPr>
              <p14:cNvContentPartPr/>
              <p14:nvPr/>
            </p14:nvContentPartPr>
            <p14:xfrm>
              <a:off x="403560" y="2824360"/>
              <a:ext cx="245520" cy="90000"/>
            </p14:xfrm>
          </p:contentPart>
        </mc:Choice>
        <mc:Fallback xmlns="">
          <p:pic>
            <p:nvPicPr>
              <p:cNvPr id="56" name="Ink 55">
                <a:extLst>
                  <a:ext uri="{FF2B5EF4-FFF2-40B4-BE49-F238E27FC236}">
                    <a16:creationId xmlns:a16="http://schemas.microsoft.com/office/drawing/2014/main" id="{F86B2F68-2ED0-8045-8FFF-C66B9B96B0D6}"/>
                  </a:ext>
                </a:extLst>
              </p:cNvPr>
              <p:cNvPicPr/>
              <p:nvPr/>
            </p:nvPicPr>
            <p:blipFill>
              <a:blip r:embed="rId89"/>
              <a:stretch>
                <a:fillRect/>
              </a:stretch>
            </p:blipFill>
            <p:spPr>
              <a:xfrm>
                <a:off x="399240" y="2820040"/>
                <a:ext cx="254160" cy="98640"/>
              </a:xfrm>
              <a:prstGeom prst="rect">
                <a:avLst/>
              </a:prstGeom>
            </p:spPr>
          </p:pic>
        </mc:Fallback>
      </mc:AlternateContent>
      <p:grpSp>
        <p:nvGrpSpPr>
          <p:cNvPr id="68" name="Group 67">
            <a:extLst>
              <a:ext uri="{FF2B5EF4-FFF2-40B4-BE49-F238E27FC236}">
                <a16:creationId xmlns:a16="http://schemas.microsoft.com/office/drawing/2014/main" id="{C4B27430-0FEE-5362-6923-FCF042088D69}"/>
              </a:ext>
            </a:extLst>
          </p:cNvPr>
          <p:cNvGrpSpPr/>
          <p:nvPr/>
        </p:nvGrpSpPr>
        <p:grpSpPr>
          <a:xfrm>
            <a:off x="840960" y="2707720"/>
            <a:ext cx="1099440" cy="514440"/>
            <a:chOff x="840960" y="2707720"/>
            <a:chExt cx="1099440" cy="514440"/>
          </a:xfrm>
        </p:grpSpPr>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C8FC559A-B6D6-2259-E8A4-8A9F9CA4A406}"/>
                    </a:ext>
                  </a:extLst>
                </p14:cNvPr>
                <p14:cNvContentPartPr/>
                <p14:nvPr/>
              </p14:nvContentPartPr>
              <p14:xfrm>
                <a:off x="840960" y="2838400"/>
                <a:ext cx="124560" cy="9720"/>
              </p14:xfrm>
            </p:contentPart>
          </mc:Choice>
          <mc:Fallback xmlns="">
            <p:pic>
              <p:nvPicPr>
                <p:cNvPr id="57" name="Ink 56">
                  <a:extLst>
                    <a:ext uri="{FF2B5EF4-FFF2-40B4-BE49-F238E27FC236}">
                      <a16:creationId xmlns:a16="http://schemas.microsoft.com/office/drawing/2014/main" id="{C8FC559A-B6D6-2259-E8A4-8A9F9CA4A406}"/>
                    </a:ext>
                  </a:extLst>
                </p:cNvPr>
                <p:cNvPicPr/>
                <p:nvPr/>
              </p:nvPicPr>
              <p:blipFill>
                <a:blip r:embed="rId91"/>
                <a:stretch>
                  <a:fillRect/>
                </a:stretch>
              </p:blipFill>
              <p:spPr>
                <a:xfrm>
                  <a:off x="836640" y="2834080"/>
                  <a:ext cx="1332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3A8472C7-2E07-EAC6-F850-5614D74AEE51}"/>
                    </a:ext>
                  </a:extLst>
                </p14:cNvPr>
                <p14:cNvContentPartPr/>
                <p14:nvPr/>
              </p14:nvContentPartPr>
              <p14:xfrm>
                <a:off x="840960" y="2844520"/>
                <a:ext cx="155520" cy="57960"/>
              </p14:xfrm>
            </p:contentPart>
          </mc:Choice>
          <mc:Fallback xmlns="">
            <p:pic>
              <p:nvPicPr>
                <p:cNvPr id="58" name="Ink 57">
                  <a:extLst>
                    <a:ext uri="{FF2B5EF4-FFF2-40B4-BE49-F238E27FC236}">
                      <a16:creationId xmlns:a16="http://schemas.microsoft.com/office/drawing/2014/main" id="{3A8472C7-2E07-EAC6-F850-5614D74AEE51}"/>
                    </a:ext>
                  </a:extLst>
                </p:cNvPr>
                <p:cNvPicPr/>
                <p:nvPr/>
              </p:nvPicPr>
              <p:blipFill>
                <a:blip r:embed="rId93"/>
                <a:stretch>
                  <a:fillRect/>
                </a:stretch>
              </p:blipFill>
              <p:spPr>
                <a:xfrm>
                  <a:off x="836640" y="2840200"/>
                  <a:ext cx="1641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FDA9D746-1F22-38DE-4529-092667331F6B}"/>
                    </a:ext>
                  </a:extLst>
                </p14:cNvPr>
                <p14:cNvContentPartPr/>
                <p14:nvPr/>
              </p14:nvContentPartPr>
              <p14:xfrm>
                <a:off x="1326240" y="2754160"/>
                <a:ext cx="72360" cy="94680"/>
              </p14:xfrm>
            </p:contentPart>
          </mc:Choice>
          <mc:Fallback xmlns="">
            <p:pic>
              <p:nvPicPr>
                <p:cNvPr id="59" name="Ink 58">
                  <a:extLst>
                    <a:ext uri="{FF2B5EF4-FFF2-40B4-BE49-F238E27FC236}">
                      <a16:creationId xmlns:a16="http://schemas.microsoft.com/office/drawing/2014/main" id="{FDA9D746-1F22-38DE-4529-092667331F6B}"/>
                    </a:ext>
                  </a:extLst>
                </p:cNvPr>
                <p:cNvPicPr/>
                <p:nvPr/>
              </p:nvPicPr>
              <p:blipFill>
                <a:blip r:embed="rId95"/>
                <a:stretch>
                  <a:fillRect/>
                </a:stretch>
              </p:blipFill>
              <p:spPr>
                <a:xfrm>
                  <a:off x="1321920" y="2749840"/>
                  <a:ext cx="810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8AA107B3-0B1A-B40D-A523-57615AE7BD52}"/>
                    </a:ext>
                  </a:extLst>
                </p14:cNvPr>
                <p14:cNvContentPartPr/>
                <p14:nvPr/>
              </p14:nvContentPartPr>
              <p14:xfrm>
                <a:off x="1488960" y="2807800"/>
                <a:ext cx="6840" cy="51840"/>
              </p14:xfrm>
            </p:contentPart>
          </mc:Choice>
          <mc:Fallback xmlns="">
            <p:pic>
              <p:nvPicPr>
                <p:cNvPr id="60" name="Ink 59">
                  <a:extLst>
                    <a:ext uri="{FF2B5EF4-FFF2-40B4-BE49-F238E27FC236}">
                      <a16:creationId xmlns:a16="http://schemas.microsoft.com/office/drawing/2014/main" id="{8AA107B3-0B1A-B40D-A523-57615AE7BD52}"/>
                    </a:ext>
                  </a:extLst>
                </p:cNvPr>
                <p:cNvPicPr/>
                <p:nvPr/>
              </p:nvPicPr>
              <p:blipFill>
                <a:blip r:embed="rId97"/>
                <a:stretch>
                  <a:fillRect/>
                </a:stretch>
              </p:blipFill>
              <p:spPr>
                <a:xfrm>
                  <a:off x="1484640" y="2803480"/>
                  <a:ext cx="154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FCDC5FB9-5A27-A799-9CB0-E02394235F25}"/>
                    </a:ext>
                  </a:extLst>
                </p14:cNvPr>
                <p14:cNvContentPartPr/>
                <p14:nvPr/>
              </p14:nvContentPartPr>
              <p14:xfrm>
                <a:off x="1523880" y="2707720"/>
                <a:ext cx="40320" cy="36000"/>
              </p14:xfrm>
            </p:contentPart>
          </mc:Choice>
          <mc:Fallback xmlns="">
            <p:pic>
              <p:nvPicPr>
                <p:cNvPr id="61" name="Ink 60">
                  <a:extLst>
                    <a:ext uri="{FF2B5EF4-FFF2-40B4-BE49-F238E27FC236}">
                      <a16:creationId xmlns:a16="http://schemas.microsoft.com/office/drawing/2014/main" id="{FCDC5FB9-5A27-A799-9CB0-E02394235F25}"/>
                    </a:ext>
                  </a:extLst>
                </p:cNvPr>
                <p:cNvPicPr/>
                <p:nvPr/>
              </p:nvPicPr>
              <p:blipFill>
                <a:blip r:embed="rId99"/>
                <a:stretch>
                  <a:fillRect/>
                </a:stretch>
              </p:blipFill>
              <p:spPr>
                <a:xfrm>
                  <a:off x="1519560" y="2703400"/>
                  <a:ext cx="489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692B9934-D718-8B77-BA95-24BEA2057C1C}"/>
                    </a:ext>
                  </a:extLst>
                </p14:cNvPr>
                <p14:cNvContentPartPr/>
                <p14:nvPr/>
              </p14:nvContentPartPr>
              <p14:xfrm>
                <a:off x="1568520" y="2783320"/>
                <a:ext cx="59400" cy="99000"/>
              </p14:xfrm>
            </p:contentPart>
          </mc:Choice>
          <mc:Fallback xmlns="">
            <p:pic>
              <p:nvPicPr>
                <p:cNvPr id="62" name="Ink 61">
                  <a:extLst>
                    <a:ext uri="{FF2B5EF4-FFF2-40B4-BE49-F238E27FC236}">
                      <a16:creationId xmlns:a16="http://schemas.microsoft.com/office/drawing/2014/main" id="{692B9934-D718-8B77-BA95-24BEA2057C1C}"/>
                    </a:ext>
                  </a:extLst>
                </p:cNvPr>
                <p:cNvPicPr/>
                <p:nvPr/>
              </p:nvPicPr>
              <p:blipFill>
                <a:blip r:embed="rId101"/>
                <a:stretch>
                  <a:fillRect/>
                </a:stretch>
              </p:blipFill>
              <p:spPr>
                <a:xfrm>
                  <a:off x="1564200" y="2779000"/>
                  <a:ext cx="680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81CFF5C5-B21B-FDD4-F110-53F0B965F624}"/>
                    </a:ext>
                  </a:extLst>
                </p14:cNvPr>
                <p14:cNvContentPartPr/>
                <p14:nvPr/>
              </p14:nvContentPartPr>
              <p14:xfrm>
                <a:off x="1622520" y="2780440"/>
                <a:ext cx="186480" cy="73800"/>
              </p14:xfrm>
            </p:contentPart>
          </mc:Choice>
          <mc:Fallback xmlns="">
            <p:pic>
              <p:nvPicPr>
                <p:cNvPr id="63" name="Ink 62">
                  <a:extLst>
                    <a:ext uri="{FF2B5EF4-FFF2-40B4-BE49-F238E27FC236}">
                      <a16:creationId xmlns:a16="http://schemas.microsoft.com/office/drawing/2014/main" id="{81CFF5C5-B21B-FDD4-F110-53F0B965F624}"/>
                    </a:ext>
                  </a:extLst>
                </p:cNvPr>
                <p:cNvPicPr/>
                <p:nvPr/>
              </p:nvPicPr>
              <p:blipFill>
                <a:blip r:embed="rId103"/>
                <a:stretch>
                  <a:fillRect/>
                </a:stretch>
              </p:blipFill>
              <p:spPr>
                <a:xfrm>
                  <a:off x="1618200" y="2776120"/>
                  <a:ext cx="1951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Ink 63">
                  <a:extLst>
                    <a:ext uri="{FF2B5EF4-FFF2-40B4-BE49-F238E27FC236}">
                      <a16:creationId xmlns:a16="http://schemas.microsoft.com/office/drawing/2014/main" id="{5BB8555F-71EB-18A8-12EB-4734B32C732A}"/>
                    </a:ext>
                  </a:extLst>
                </p14:cNvPr>
                <p14:cNvContentPartPr/>
                <p14:nvPr/>
              </p14:nvContentPartPr>
              <p14:xfrm>
                <a:off x="1037520" y="2982040"/>
                <a:ext cx="902880" cy="61920"/>
              </p14:xfrm>
            </p:contentPart>
          </mc:Choice>
          <mc:Fallback xmlns="">
            <p:pic>
              <p:nvPicPr>
                <p:cNvPr id="64" name="Ink 63">
                  <a:extLst>
                    <a:ext uri="{FF2B5EF4-FFF2-40B4-BE49-F238E27FC236}">
                      <a16:creationId xmlns:a16="http://schemas.microsoft.com/office/drawing/2014/main" id="{5BB8555F-71EB-18A8-12EB-4734B32C732A}"/>
                    </a:ext>
                  </a:extLst>
                </p:cNvPr>
                <p:cNvPicPr/>
                <p:nvPr/>
              </p:nvPicPr>
              <p:blipFill>
                <a:blip r:embed="rId105"/>
                <a:stretch>
                  <a:fillRect/>
                </a:stretch>
              </p:blipFill>
              <p:spPr>
                <a:xfrm>
                  <a:off x="1033200" y="2977720"/>
                  <a:ext cx="9115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Ink 64">
                  <a:extLst>
                    <a:ext uri="{FF2B5EF4-FFF2-40B4-BE49-F238E27FC236}">
                      <a16:creationId xmlns:a16="http://schemas.microsoft.com/office/drawing/2014/main" id="{3CC9BB1A-6C9E-9DF9-E8ED-DD95EC471C12}"/>
                    </a:ext>
                  </a:extLst>
                </p14:cNvPr>
                <p14:cNvContentPartPr/>
                <p14:nvPr/>
              </p14:nvContentPartPr>
              <p14:xfrm>
                <a:off x="1249200" y="3125320"/>
                <a:ext cx="101880" cy="96840"/>
              </p14:xfrm>
            </p:contentPart>
          </mc:Choice>
          <mc:Fallback xmlns="">
            <p:pic>
              <p:nvPicPr>
                <p:cNvPr id="65" name="Ink 64">
                  <a:extLst>
                    <a:ext uri="{FF2B5EF4-FFF2-40B4-BE49-F238E27FC236}">
                      <a16:creationId xmlns:a16="http://schemas.microsoft.com/office/drawing/2014/main" id="{3CC9BB1A-6C9E-9DF9-E8ED-DD95EC471C12}"/>
                    </a:ext>
                  </a:extLst>
                </p:cNvPr>
                <p:cNvPicPr/>
                <p:nvPr/>
              </p:nvPicPr>
              <p:blipFill>
                <a:blip r:embed="rId107"/>
                <a:stretch>
                  <a:fillRect/>
                </a:stretch>
              </p:blipFill>
              <p:spPr>
                <a:xfrm>
                  <a:off x="1244880" y="3121000"/>
                  <a:ext cx="110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Ink 65">
                  <a:extLst>
                    <a:ext uri="{FF2B5EF4-FFF2-40B4-BE49-F238E27FC236}">
                      <a16:creationId xmlns:a16="http://schemas.microsoft.com/office/drawing/2014/main" id="{8BB3D61E-826F-D0F7-6961-3C197A06D7D8}"/>
                    </a:ext>
                  </a:extLst>
                </p14:cNvPr>
                <p14:cNvContentPartPr/>
                <p14:nvPr/>
              </p14:nvContentPartPr>
              <p14:xfrm>
                <a:off x="1426320" y="3144760"/>
                <a:ext cx="141480" cy="50760"/>
              </p14:xfrm>
            </p:contentPart>
          </mc:Choice>
          <mc:Fallback xmlns="">
            <p:pic>
              <p:nvPicPr>
                <p:cNvPr id="66" name="Ink 65">
                  <a:extLst>
                    <a:ext uri="{FF2B5EF4-FFF2-40B4-BE49-F238E27FC236}">
                      <a16:creationId xmlns:a16="http://schemas.microsoft.com/office/drawing/2014/main" id="{8BB3D61E-826F-D0F7-6961-3C197A06D7D8}"/>
                    </a:ext>
                  </a:extLst>
                </p:cNvPr>
                <p:cNvPicPr/>
                <p:nvPr/>
              </p:nvPicPr>
              <p:blipFill>
                <a:blip r:embed="rId109"/>
                <a:stretch>
                  <a:fillRect/>
                </a:stretch>
              </p:blipFill>
              <p:spPr>
                <a:xfrm>
                  <a:off x="1422000" y="3140440"/>
                  <a:ext cx="1501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0B5B6FD6-84AC-6483-2F43-62137F2181D5}"/>
                    </a:ext>
                  </a:extLst>
                </p14:cNvPr>
                <p14:cNvContentPartPr/>
                <p14:nvPr/>
              </p14:nvContentPartPr>
              <p14:xfrm>
                <a:off x="1670040" y="3120640"/>
                <a:ext cx="140400" cy="73800"/>
              </p14:xfrm>
            </p:contentPart>
          </mc:Choice>
          <mc:Fallback xmlns="">
            <p:pic>
              <p:nvPicPr>
                <p:cNvPr id="67" name="Ink 66">
                  <a:extLst>
                    <a:ext uri="{FF2B5EF4-FFF2-40B4-BE49-F238E27FC236}">
                      <a16:creationId xmlns:a16="http://schemas.microsoft.com/office/drawing/2014/main" id="{0B5B6FD6-84AC-6483-2F43-62137F2181D5}"/>
                    </a:ext>
                  </a:extLst>
                </p:cNvPr>
                <p:cNvPicPr/>
                <p:nvPr/>
              </p:nvPicPr>
              <p:blipFill>
                <a:blip r:embed="rId111"/>
                <a:stretch>
                  <a:fillRect/>
                </a:stretch>
              </p:blipFill>
              <p:spPr>
                <a:xfrm>
                  <a:off x="1665720" y="3116320"/>
                  <a:ext cx="149040" cy="82440"/>
                </a:xfrm>
                <a:prstGeom prst="rect">
                  <a:avLst/>
                </a:prstGeom>
              </p:spPr>
            </p:pic>
          </mc:Fallback>
        </mc:AlternateContent>
      </p:grpSp>
    </p:spTree>
    <p:extLst>
      <p:ext uri="{BB962C8B-B14F-4D97-AF65-F5344CB8AC3E}">
        <p14:creationId xmlns:p14="http://schemas.microsoft.com/office/powerpoint/2010/main" val="3039347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C58790-A86A-6051-6AC8-0CFD773E24B7}"/>
              </a:ext>
            </a:extLst>
          </p:cNvPr>
          <p:cNvSpPr>
            <a:spLocks noGrp="1"/>
          </p:cNvSpPr>
          <p:nvPr>
            <p:ph type="sldNum" sz="quarter" idx="12"/>
          </p:nvPr>
        </p:nvSpPr>
        <p:spPr/>
        <p:txBody>
          <a:bodyPr/>
          <a:lstStyle/>
          <a:p>
            <a:fld id="{AD2B2EE5-B8BC-4D24-A25E-F2DF61737E68}" type="slidenum">
              <a:rPr lang="en-US" smtClean="0"/>
              <a:pPr/>
              <a:t>34</a:t>
            </a:fld>
            <a:endParaRPr lang="en-US"/>
          </a:p>
        </p:txBody>
      </p:sp>
      <p:grpSp>
        <p:nvGrpSpPr>
          <p:cNvPr id="11" name="Group 10">
            <a:extLst>
              <a:ext uri="{FF2B5EF4-FFF2-40B4-BE49-F238E27FC236}">
                <a16:creationId xmlns:a16="http://schemas.microsoft.com/office/drawing/2014/main" id="{002BC3C9-312D-5D0D-EB56-2F19C62389C0}"/>
              </a:ext>
            </a:extLst>
          </p:cNvPr>
          <p:cNvGrpSpPr/>
          <p:nvPr/>
        </p:nvGrpSpPr>
        <p:grpSpPr>
          <a:xfrm>
            <a:off x="1115040" y="1187160"/>
            <a:ext cx="1163520" cy="315360"/>
            <a:chOff x="1115040" y="1187160"/>
            <a:chExt cx="1163520" cy="3153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7449650-802F-0442-F785-79B99127AC72}"/>
                    </a:ext>
                  </a:extLst>
                </p14:cNvPr>
                <p14:cNvContentPartPr/>
                <p14:nvPr/>
              </p14:nvContentPartPr>
              <p14:xfrm>
                <a:off x="1359480" y="1224600"/>
                <a:ext cx="61920" cy="239400"/>
              </p14:xfrm>
            </p:contentPart>
          </mc:Choice>
          <mc:Fallback xmlns="">
            <p:pic>
              <p:nvPicPr>
                <p:cNvPr id="3" name="Ink 2">
                  <a:extLst>
                    <a:ext uri="{FF2B5EF4-FFF2-40B4-BE49-F238E27FC236}">
                      <a16:creationId xmlns:a16="http://schemas.microsoft.com/office/drawing/2014/main" id="{57449650-802F-0442-F785-79B99127AC72}"/>
                    </a:ext>
                  </a:extLst>
                </p:cNvPr>
                <p:cNvPicPr/>
                <p:nvPr/>
              </p:nvPicPr>
              <p:blipFill>
                <a:blip r:embed="rId3"/>
                <a:stretch>
                  <a:fillRect/>
                </a:stretch>
              </p:blipFill>
              <p:spPr>
                <a:xfrm>
                  <a:off x="1355160" y="1220280"/>
                  <a:ext cx="705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E43C7BC-213B-8B58-D32D-C1C323DFD559}"/>
                    </a:ext>
                  </a:extLst>
                </p14:cNvPr>
                <p14:cNvContentPartPr/>
                <p14:nvPr/>
              </p14:nvContentPartPr>
              <p14:xfrm>
                <a:off x="1115040" y="1187160"/>
                <a:ext cx="667800" cy="26640"/>
              </p14:xfrm>
            </p:contentPart>
          </mc:Choice>
          <mc:Fallback xmlns="">
            <p:pic>
              <p:nvPicPr>
                <p:cNvPr id="4" name="Ink 3">
                  <a:extLst>
                    <a:ext uri="{FF2B5EF4-FFF2-40B4-BE49-F238E27FC236}">
                      <a16:creationId xmlns:a16="http://schemas.microsoft.com/office/drawing/2014/main" id="{9E43C7BC-213B-8B58-D32D-C1C323DFD559}"/>
                    </a:ext>
                  </a:extLst>
                </p:cNvPr>
                <p:cNvPicPr/>
                <p:nvPr/>
              </p:nvPicPr>
              <p:blipFill>
                <a:blip r:embed="rId5"/>
                <a:stretch>
                  <a:fillRect/>
                </a:stretch>
              </p:blipFill>
              <p:spPr>
                <a:xfrm>
                  <a:off x="1110720" y="1182840"/>
                  <a:ext cx="676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A2087E9-077D-37D7-8260-765DA5D522D5}"/>
                    </a:ext>
                  </a:extLst>
                </p14:cNvPr>
                <p14:cNvContentPartPr/>
                <p14:nvPr/>
              </p14:nvContentPartPr>
              <p14:xfrm>
                <a:off x="1707600" y="1290480"/>
                <a:ext cx="119880" cy="212040"/>
              </p14:xfrm>
            </p:contentPart>
          </mc:Choice>
          <mc:Fallback xmlns="">
            <p:pic>
              <p:nvPicPr>
                <p:cNvPr id="5" name="Ink 4">
                  <a:extLst>
                    <a:ext uri="{FF2B5EF4-FFF2-40B4-BE49-F238E27FC236}">
                      <a16:creationId xmlns:a16="http://schemas.microsoft.com/office/drawing/2014/main" id="{4A2087E9-077D-37D7-8260-765DA5D522D5}"/>
                    </a:ext>
                  </a:extLst>
                </p:cNvPr>
                <p:cNvPicPr/>
                <p:nvPr/>
              </p:nvPicPr>
              <p:blipFill>
                <a:blip r:embed="rId7"/>
                <a:stretch>
                  <a:fillRect/>
                </a:stretch>
              </p:blipFill>
              <p:spPr>
                <a:xfrm>
                  <a:off x="1703280" y="1286160"/>
                  <a:ext cx="128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274CCFA6-CFCF-ACA0-955C-00BE1537D55F}"/>
                    </a:ext>
                  </a:extLst>
                </p14:cNvPr>
                <p14:cNvContentPartPr/>
                <p14:nvPr/>
              </p14:nvContentPartPr>
              <p14:xfrm>
                <a:off x="1931160" y="1324320"/>
                <a:ext cx="160920" cy="163080"/>
              </p14:xfrm>
            </p:contentPart>
          </mc:Choice>
          <mc:Fallback xmlns="">
            <p:pic>
              <p:nvPicPr>
                <p:cNvPr id="6" name="Ink 5">
                  <a:extLst>
                    <a:ext uri="{FF2B5EF4-FFF2-40B4-BE49-F238E27FC236}">
                      <a16:creationId xmlns:a16="http://schemas.microsoft.com/office/drawing/2014/main" id="{274CCFA6-CFCF-ACA0-955C-00BE1537D55F}"/>
                    </a:ext>
                  </a:extLst>
                </p:cNvPr>
                <p:cNvPicPr/>
                <p:nvPr/>
              </p:nvPicPr>
              <p:blipFill>
                <a:blip r:embed="rId9"/>
                <a:stretch>
                  <a:fillRect/>
                </a:stretch>
              </p:blipFill>
              <p:spPr>
                <a:xfrm>
                  <a:off x="1926840" y="1320000"/>
                  <a:ext cx="1695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BF027E4-8407-5C39-8985-98F9EB4CE7FD}"/>
                    </a:ext>
                  </a:extLst>
                </p14:cNvPr>
                <p14:cNvContentPartPr/>
                <p14:nvPr/>
              </p14:nvContentPartPr>
              <p14:xfrm>
                <a:off x="2188920" y="1311360"/>
                <a:ext cx="89640" cy="187560"/>
              </p14:xfrm>
            </p:contentPart>
          </mc:Choice>
          <mc:Fallback xmlns="">
            <p:pic>
              <p:nvPicPr>
                <p:cNvPr id="7" name="Ink 6">
                  <a:extLst>
                    <a:ext uri="{FF2B5EF4-FFF2-40B4-BE49-F238E27FC236}">
                      <a16:creationId xmlns:a16="http://schemas.microsoft.com/office/drawing/2014/main" id="{2BF027E4-8407-5C39-8985-98F9EB4CE7FD}"/>
                    </a:ext>
                  </a:extLst>
                </p:cNvPr>
                <p:cNvPicPr/>
                <p:nvPr/>
              </p:nvPicPr>
              <p:blipFill>
                <a:blip r:embed="rId11"/>
                <a:stretch>
                  <a:fillRect/>
                </a:stretch>
              </p:blipFill>
              <p:spPr>
                <a:xfrm>
                  <a:off x="2184600" y="1307040"/>
                  <a:ext cx="98280" cy="196200"/>
                </a:xfrm>
                <a:prstGeom prst="rect">
                  <a:avLst/>
                </a:prstGeom>
              </p:spPr>
            </p:pic>
          </mc:Fallback>
        </mc:AlternateContent>
      </p:grpSp>
      <p:grpSp>
        <p:nvGrpSpPr>
          <p:cNvPr id="10" name="Group 9">
            <a:extLst>
              <a:ext uri="{FF2B5EF4-FFF2-40B4-BE49-F238E27FC236}">
                <a16:creationId xmlns:a16="http://schemas.microsoft.com/office/drawing/2014/main" id="{C84CD8AA-AA68-836A-8D7E-69D7B1655E24}"/>
              </a:ext>
            </a:extLst>
          </p:cNvPr>
          <p:cNvGrpSpPr/>
          <p:nvPr/>
        </p:nvGrpSpPr>
        <p:grpSpPr>
          <a:xfrm>
            <a:off x="2703000" y="1307760"/>
            <a:ext cx="186480" cy="110520"/>
            <a:chOff x="2703000" y="1307760"/>
            <a:chExt cx="186480" cy="110520"/>
          </a:xfrm>
        </p:grpSpPr>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4C89BC49-E754-8C56-72AE-A9FD38332E4C}"/>
                    </a:ext>
                  </a:extLst>
                </p14:cNvPr>
                <p14:cNvContentPartPr/>
                <p14:nvPr/>
              </p14:nvContentPartPr>
              <p14:xfrm>
                <a:off x="2703000" y="1307760"/>
                <a:ext cx="186480" cy="5400"/>
              </p14:xfrm>
            </p:contentPart>
          </mc:Choice>
          <mc:Fallback xmlns="">
            <p:pic>
              <p:nvPicPr>
                <p:cNvPr id="8" name="Ink 7">
                  <a:extLst>
                    <a:ext uri="{FF2B5EF4-FFF2-40B4-BE49-F238E27FC236}">
                      <a16:creationId xmlns:a16="http://schemas.microsoft.com/office/drawing/2014/main" id="{4C89BC49-E754-8C56-72AE-A9FD38332E4C}"/>
                    </a:ext>
                  </a:extLst>
                </p:cNvPr>
                <p:cNvPicPr/>
                <p:nvPr/>
              </p:nvPicPr>
              <p:blipFill>
                <a:blip r:embed="rId13"/>
                <a:stretch>
                  <a:fillRect/>
                </a:stretch>
              </p:blipFill>
              <p:spPr>
                <a:xfrm>
                  <a:off x="2698680" y="1303440"/>
                  <a:ext cx="19512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6F9CB834-47F7-3F2B-268F-88C8571553CE}"/>
                    </a:ext>
                  </a:extLst>
                </p14:cNvPr>
                <p14:cNvContentPartPr/>
                <p14:nvPr/>
              </p14:nvContentPartPr>
              <p14:xfrm>
                <a:off x="2737920" y="1407480"/>
                <a:ext cx="150480" cy="10800"/>
              </p14:xfrm>
            </p:contentPart>
          </mc:Choice>
          <mc:Fallback xmlns="">
            <p:pic>
              <p:nvPicPr>
                <p:cNvPr id="9" name="Ink 8">
                  <a:extLst>
                    <a:ext uri="{FF2B5EF4-FFF2-40B4-BE49-F238E27FC236}">
                      <a16:creationId xmlns:a16="http://schemas.microsoft.com/office/drawing/2014/main" id="{6F9CB834-47F7-3F2B-268F-88C8571553CE}"/>
                    </a:ext>
                  </a:extLst>
                </p:cNvPr>
                <p:cNvPicPr/>
                <p:nvPr/>
              </p:nvPicPr>
              <p:blipFill>
                <a:blip r:embed="rId15"/>
                <a:stretch>
                  <a:fillRect/>
                </a:stretch>
              </p:blipFill>
              <p:spPr>
                <a:xfrm>
                  <a:off x="2733600" y="1403160"/>
                  <a:ext cx="159120" cy="19440"/>
                </a:xfrm>
                <a:prstGeom prst="rect">
                  <a:avLst/>
                </a:prstGeom>
              </p:spPr>
            </p:pic>
          </mc:Fallback>
        </mc:AlternateContent>
      </p:grpSp>
      <p:grpSp>
        <p:nvGrpSpPr>
          <p:cNvPr id="23" name="Group 22">
            <a:extLst>
              <a:ext uri="{FF2B5EF4-FFF2-40B4-BE49-F238E27FC236}">
                <a16:creationId xmlns:a16="http://schemas.microsoft.com/office/drawing/2014/main" id="{EA381134-2F05-C977-A87E-A0241621F038}"/>
              </a:ext>
            </a:extLst>
          </p:cNvPr>
          <p:cNvGrpSpPr/>
          <p:nvPr/>
        </p:nvGrpSpPr>
        <p:grpSpPr>
          <a:xfrm>
            <a:off x="3282600" y="1169160"/>
            <a:ext cx="563040" cy="364320"/>
            <a:chOff x="3282600" y="1169160"/>
            <a:chExt cx="563040" cy="364320"/>
          </a:xfrm>
        </p:grpSpPr>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C1FDDA6-E71D-12DA-A3F7-8F51A16490A3}"/>
                    </a:ext>
                  </a:extLst>
                </p14:cNvPr>
                <p14:cNvContentPartPr/>
                <p14:nvPr/>
              </p14:nvContentPartPr>
              <p14:xfrm>
                <a:off x="3282600" y="1169160"/>
                <a:ext cx="283320" cy="260280"/>
              </p14:xfrm>
            </p:contentPart>
          </mc:Choice>
          <mc:Fallback xmlns="">
            <p:pic>
              <p:nvPicPr>
                <p:cNvPr id="12" name="Ink 11">
                  <a:extLst>
                    <a:ext uri="{FF2B5EF4-FFF2-40B4-BE49-F238E27FC236}">
                      <a16:creationId xmlns:a16="http://schemas.microsoft.com/office/drawing/2014/main" id="{EC1FDDA6-E71D-12DA-A3F7-8F51A16490A3}"/>
                    </a:ext>
                  </a:extLst>
                </p:cNvPr>
                <p:cNvPicPr/>
                <p:nvPr/>
              </p:nvPicPr>
              <p:blipFill>
                <a:blip r:embed="rId17"/>
                <a:stretch>
                  <a:fillRect/>
                </a:stretch>
              </p:blipFill>
              <p:spPr>
                <a:xfrm>
                  <a:off x="3278280" y="1164840"/>
                  <a:ext cx="2919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EF8BC8E1-50A2-D020-F01E-B9FA3153C76F}"/>
                    </a:ext>
                  </a:extLst>
                </p14:cNvPr>
                <p14:cNvContentPartPr/>
                <p14:nvPr/>
              </p14:nvContentPartPr>
              <p14:xfrm>
                <a:off x="3428760" y="1342680"/>
                <a:ext cx="34920" cy="190800"/>
              </p14:xfrm>
            </p:contentPart>
          </mc:Choice>
          <mc:Fallback xmlns="">
            <p:pic>
              <p:nvPicPr>
                <p:cNvPr id="13" name="Ink 12">
                  <a:extLst>
                    <a:ext uri="{FF2B5EF4-FFF2-40B4-BE49-F238E27FC236}">
                      <a16:creationId xmlns:a16="http://schemas.microsoft.com/office/drawing/2014/main" id="{EF8BC8E1-50A2-D020-F01E-B9FA3153C76F}"/>
                    </a:ext>
                  </a:extLst>
                </p:cNvPr>
                <p:cNvPicPr/>
                <p:nvPr/>
              </p:nvPicPr>
              <p:blipFill>
                <a:blip r:embed="rId19"/>
                <a:stretch>
                  <a:fillRect/>
                </a:stretch>
              </p:blipFill>
              <p:spPr>
                <a:xfrm>
                  <a:off x="3424440" y="1338360"/>
                  <a:ext cx="435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02905621-303A-FB16-9761-38A94E2041EE}"/>
                    </a:ext>
                  </a:extLst>
                </p14:cNvPr>
                <p14:cNvContentPartPr/>
                <p14:nvPr/>
              </p14:nvContentPartPr>
              <p14:xfrm>
                <a:off x="3665640" y="1311360"/>
                <a:ext cx="180000" cy="151200"/>
              </p14:xfrm>
            </p:contentPart>
          </mc:Choice>
          <mc:Fallback xmlns="">
            <p:pic>
              <p:nvPicPr>
                <p:cNvPr id="14" name="Ink 13">
                  <a:extLst>
                    <a:ext uri="{FF2B5EF4-FFF2-40B4-BE49-F238E27FC236}">
                      <a16:creationId xmlns:a16="http://schemas.microsoft.com/office/drawing/2014/main" id="{02905621-303A-FB16-9761-38A94E2041EE}"/>
                    </a:ext>
                  </a:extLst>
                </p:cNvPr>
                <p:cNvPicPr/>
                <p:nvPr/>
              </p:nvPicPr>
              <p:blipFill>
                <a:blip r:embed="rId21"/>
                <a:stretch>
                  <a:fillRect/>
                </a:stretch>
              </p:blipFill>
              <p:spPr>
                <a:xfrm>
                  <a:off x="3661320" y="1307040"/>
                  <a:ext cx="188640" cy="159840"/>
                </a:xfrm>
                <a:prstGeom prst="rect">
                  <a:avLst/>
                </a:prstGeom>
              </p:spPr>
            </p:pic>
          </mc:Fallback>
        </mc:AlternateContent>
      </p:grpSp>
      <p:grpSp>
        <p:nvGrpSpPr>
          <p:cNvPr id="22" name="Group 21">
            <a:extLst>
              <a:ext uri="{FF2B5EF4-FFF2-40B4-BE49-F238E27FC236}">
                <a16:creationId xmlns:a16="http://schemas.microsoft.com/office/drawing/2014/main" id="{753DE272-8ADC-576D-3CDA-40CAE9833092}"/>
              </a:ext>
            </a:extLst>
          </p:cNvPr>
          <p:cNvGrpSpPr/>
          <p:nvPr/>
        </p:nvGrpSpPr>
        <p:grpSpPr>
          <a:xfrm>
            <a:off x="4158480" y="1279320"/>
            <a:ext cx="123480" cy="151920"/>
            <a:chOff x="4158480" y="1279320"/>
            <a:chExt cx="123480" cy="15192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6FAE72DB-D0AE-DC31-851A-4DC289A614F3}"/>
                    </a:ext>
                  </a:extLst>
                </p14:cNvPr>
                <p14:cNvContentPartPr/>
                <p14:nvPr/>
              </p14:nvContentPartPr>
              <p14:xfrm>
                <a:off x="4221840" y="1279320"/>
                <a:ext cx="27360" cy="151920"/>
              </p14:xfrm>
            </p:contentPart>
          </mc:Choice>
          <mc:Fallback xmlns="">
            <p:pic>
              <p:nvPicPr>
                <p:cNvPr id="15" name="Ink 14">
                  <a:extLst>
                    <a:ext uri="{FF2B5EF4-FFF2-40B4-BE49-F238E27FC236}">
                      <a16:creationId xmlns:a16="http://schemas.microsoft.com/office/drawing/2014/main" id="{6FAE72DB-D0AE-DC31-851A-4DC289A614F3}"/>
                    </a:ext>
                  </a:extLst>
                </p:cNvPr>
                <p:cNvPicPr/>
                <p:nvPr/>
              </p:nvPicPr>
              <p:blipFill>
                <a:blip r:embed="rId23"/>
                <a:stretch>
                  <a:fillRect/>
                </a:stretch>
              </p:blipFill>
              <p:spPr>
                <a:xfrm>
                  <a:off x="4217520" y="1275000"/>
                  <a:ext cx="360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946C9AA0-033E-CB88-C3AB-9451772A94A6}"/>
                    </a:ext>
                  </a:extLst>
                </p14:cNvPr>
                <p14:cNvContentPartPr/>
                <p14:nvPr/>
              </p14:nvContentPartPr>
              <p14:xfrm>
                <a:off x="4158480" y="1353840"/>
                <a:ext cx="123480" cy="15840"/>
              </p14:xfrm>
            </p:contentPart>
          </mc:Choice>
          <mc:Fallback xmlns="">
            <p:pic>
              <p:nvPicPr>
                <p:cNvPr id="16" name="Ink 15">
                  <a:extLst>
                    <a:ext uri="{FF2B5EF4-FFF2-40B4-BE49-F238E27FC236}">
                      <a16:creationId xmlns:a16="http://schemas.microsoft.com/office/drawing/2014/main" id="{946C9AA0-033E-CB88-C3AB-9451772A94A6}"/>
                    </a:ext>
                  </a:extLst>
                </p:cNvPr>
                <p:cNvPicPr/>
                <p:nvPr/>
              </p:nvPicPr>
              <p:blipFill>
                <a:blip r:embed="rId25"/>
                <a:stretch>
                  <a:fillRect/>
                </a:stretch>
              </p:blipFill>
              <p:spPr>
                <a:xfrm>
                  <a:off x="4154160" y="1349520"/>
                  <a:ext cx="132120" cy="24480"/>
                </a:xfrm>
                <a:prstGeom prst="rect">
                  <a:avLst/>
                </a:prstGeom>
              </p:spPr>
            </p:pic>
          </mc:Fallback>
        </mc:AlternateContent>
      </p:grpSp>
      <p:grpSp>
        <p:nvGrpSpPr>
          <p:cNvPr id="21" name="Group 20">
            <a:extLst>
              <a:ext uri="{FF2B5EF4-FFF2-40B4-BE49-F238E27FC236}">
                <a16:creationId xmlns:a16="http://schemas.microsoft.com/office/drawing/2014/main" id="{1ECFA2CB-0167-DE25-B878-1B7423387328}"/>
              </a:ext>
            </a:extLst>
          </p:cNvPr>
          <p:cNvGrpSpPr/>
          <p:nvPr/>
        </p:nvGrpSpPr>
        <p:grpSpPr>
          <a:xfrm>
            <a:off x="4756800" y="1176360"/>
            <a:ext cx="851760" cy="222120"/>
            <a:chOff x="4756800" y="1176360"/>
            <a:chExt cx="851760" cy="22212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0A2D908D-B9C1-D6DB-E6B5-9CF6599D91FE}"/>
                    </a:ext>
                  </a:extLst>
                </p14:cNvPr>
                <p14:cNvContentPartPr/>
                <p14:nvPr/>
              </p14:nvContentPartPr>
              <p14:xfrm>
                <a:off x="4756800" y="1211640"/>
                <a:ext cx="150840" cy="186840"/>
              </p14:xfrm>
            </p:contentPart>
          </mc:Choice>
          <mc:Fallback xmlns="">
            <p:pic>
              <p:nvPicPr>
                <p:cNvPr id="17" name="Ink 16">
                  <a:extLst>
                    <a:ext uri="{FF2B5EF4-FFF2-40B4-BE49-F238E27FC236}">
                      <a16:creationId xmlns:a16="http://schemas.microsoft.com/office/drawing/2014/main" id="{0A2D908D-B9C1-D6DB-E6B5-9CF6599D91FE}"/>
                    </a:ext>
                  </a:extLst>
                </p:cNvPr>
                <p:cNvPicPr/>
                <p:nvPr/>
              </p:nvPicPr>
              <p:blipFill>
                <a:blip r:embed="rId27"/>
                <a:stretch>
                  <a:fillRect/>
                </a:stretch>
              </p:blipFill>
              <p:spPr>
                <a:xfrm>
                  <a:off x="4752480" y="1207320"/>
                  <a:ext cx="1594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41E8EF41-B792-BBF6-0EA1-4FB0572F8EE6}"/>
                    </a:ext>
                  </a:extLst>
                </p14:cNvPr>
                <p14:cNvContentPartPr/>
                <p14:nvPr/>
              </p14:nvContentPartPr>
              <p14:xfrm>
                <a:off x="5049480" y="1178520"/>
                <a:ext cx="113760" cy="160560"/>
              </p14:xfrm>
            </p:contentPart>
          </mc:Choice>
          <mc:Fallback xmlns="">
            <p:pic>
              <p:nvPicPr>
                <p:cNvPr id="18" name="Ink 17">
                  <a:extLst>
                    <a:ext uri="{FF2B5EF4-FFF2-40B4-BE49-F238E27FC236}">
                      <a16:creationId xmlns:a16="http://schemas.microsoft.com/office/drawing/2014/main" id="{41E8EF41-B792-BBF6-0EA1-4FB0572F8EE6}"/>
                    </a:ext>
                  </a:extLst>
                </p:cNvPr>
                <p:cNvPicPr/>
                <p:nvPr/>
              </p:nvPicPr>
              <p:blipFill>
                <a:blip r:embed="rId29"/>
                <a:stretch>
                  <a:fillRect/>
                </a:stretch>
              </p:blipFill>
              <p:spPr>
                <a:xfrm>
                  <a:off x="5045160" y="1174200"/>
                  <a:ext cx="1224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9BFDA5A-3FDE-7EBC-4F66-C0E0A36B8CF4}"/>
                    </a:ext>
                  </a:extLst>
                </p14:cNvPr>
                <p14:cNvContentPartPr/>
                <p14:nvPr/>
              </p14:nvContentPartPr>
              <p14:xfrm>
                <a:off x="5228400" y="1189680"/>
                <a:ext cx="137160" cy="177120"/>
              </p14:xfrm>
            </p:contentPart>
          </mc:Choice>
          <mc:Fallback xmlns="">
            <p:pic>
              <p:nvPicPr>
                <p:cNvPr id="19" name="Ink 18">
                  <a:extLst>
                    <a:ext uri="{FF2B5EF4-FFF2-40B4-BE49-F238E27FC236}">
                      <a16:creationId xmlns:a16="http://schemas.microsoft.com/office/drawing/2014/main" id="{A9BFDA5A-3FDE-7EBC-4F66-C0E0A36B8CF4}"/>
                    </a:ext>
                  </a:extLst>
                </p:cNvPr>
                <p:cNvPicPr/>
                <p:nvPr/>
              </p:nvPicPr>
              <p:blipFill>
                <a:blip r:embed="rId31"/>
                <a:stretch>
                  <a:fillRect/>
                </a:stretch>
              </p:blipFill>
              <p:spPr>
                <a:xfrm>
                  <a:off x="5224080" y="1185360"/>
                  <a:ext cx="1458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17DD22A6-1F8B-059A-788D-9F9775B394A5}"/>
                    </a:ext>
                  </a:extLst>
                </p14:cNvPr>
                <p14:cNvContentPartPr/>
                <p14:nvPr/>
              </p14:nvContentPartPr>
              <p14:xfrm>
                <a:off x="5480760" y="1176360"/>
                <a:ext cx="127800" cy="173520"/>
              </p14:xfrm>
            </p:contentPart>
          </mc:Choice>
          <mc:Fallback xmlns="">
            <p:pic>
              <p:nvPicPr>
                <p:cNvPr id="20" name="Ink 19">
                  <a:extLst>
                    <a:ext uri="{FF2B5EF4-FFF2-40B4-BE49-F238E27FC236}">
                      <a16:creationId xmlns:a16="http://schemas.microsoft.com/office/drawing/2014/main" id="{17DD22A6-1F8B-059A-788D-9F9775B394A5}"/>
                    </a:ext>
                  </a:extLst>
                </p:cNvPr>
                <p:cNvPicPr/>
                <p:nvPr/>
              </p:nvPicPr>
              <p:blipFill>
                <a:blip r:embed="rId33"/>
                <a:stretch>
                  <a:fillRect/>
                </a:stretch>
              </p:blipFill>
              <p:spPr>
                <a:xfrm>
                  <a:off x="5476440" y="1172040"/>
                  <a:ext cx="136440" cy="182160"/>
                </a:xfrm>
                <a:prstGeom prst="rect">
                  <a:avLst/>
                </a:prstGeom>
              </p:spPr>
            </p:pic>
          </mc:Fallback>
        </mc:AlternateContent>
      </p:grpSp>
      <p:grpSp>
        <p:nvGrpSpPr>
          <p:cNvPr id="28" name="Group 27">
            <a:extLst>
              <a:ext uri="{FF2B5EF4-FFF2-40B4-BE49-F238E27FC236}">
                <a16:creationId xmlns:a16="http://schemas.microsoft.com/office/drawing/2014/main" id="{51553B1F-E45B-4BA8-6035-BBB5A7FDFE33}"/>
              </a:ext>
            </a:extLst>
          </p:cNvPr>
          <p:cNvGrpSpPr/>
          <p:nvPr/>
        </p:nvGrpSpPr>
        <p:grpSpPr>
          <a:xfrm>
            <a:off x="7299480" y="1020840"/>
            <a:ext cx="1062360" cy="493920"/>
            <a:chOff x="7299480" y="1020840"/>
            <a:chExt cx="1062360" cy="493920"/>
          </a:xfrm>
        </p:grpSpPr>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25A7CDA9-9F31-87DB-54A0-F27542B6B61A}"/>
                    </a:ext>
                  </a:extLst>
                </p14:cNvPr>
                <p14:cNvContentPartPr/>
                <p14:nvPr/>
              </p14:nvContentPartPr>
              <p14:xfrm>
                <a:off x="7299480" y="1080960"/>
                <a:ext cx="292320" cy="334800"/>
              </p14:xfrm>
            </p:contentPart>
          </mc:Choice>
          <mc:Fallback xmlns="">
            <p:pic>
              <p:nvPicPr>
                <p:cNvPr id="24" name="Ink 23">
                  <a:extLst>
                    <a:ext uri="{FF2B5EF4-FFF2-40B4-BE49-F238E27FC236}">
                      <a16:creationId xmlns:a16="http://schemas.microsoft.com/office/drawing/2014/main" id="{25A7CDA9-9F31-87DB-54A0-F27542B6B61A}"/>
                    </a:ext>
                  </a:extLst>
                </p:cNvPr>
                <p:cNvPicPr/>
                <p:nvPr/>
              </p:nvPicPr>
              <p:blipFill>
                <a:blip r:embed="rId35"/>
                <a:stretch>
                  <a:fillRect/>
                </a:stretch>
              </p:blipFill>
              <p:spPr>
                <a:xfrm>
                  <a:off x="7295160" y="1076640"/>
                  <a:ext cx="30096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E784125B-DF69-246B-4C75-FA9FFE215324}"/>
                    </a:ext>
                  </a:extLst>
                </p14:cNvPr>
                <p14:cNvContentPartPr/>
                <p14:nvPr/>
              </p14:nvContentPartPr>
              <p14:xfrm>
                <a:off x="7717080" y="1033080"/>
                <a:ext cx="284040" cy="392400"/>
              </p14:xfrm>
            </p:contentPart>
          </mc:Choice>
          <mc:Fallback xmlns="">
            <p:pic>
              <p:nvPicPr>
                <p:cNvPr id="25" name="Ink 24">
                  <a:extLst>
                    <a:ext uri="{FF2B5EF4-FFF2-40B4-BE49-F238E27FC236}">
                      <a16:creationId xmlns:a16="http://schemas.microsoft.com/office/drawing/2014/main" id="{E784125B-DF69-246B-4C75-FA9FFE215324}"/>
                    </a:ext>
                  </a:extLst>
                </p:cNvPr>
                <p:cNvPicPr/>
                <p:nvPr/>
              </p:nvPicPr>
              <p:blipFill>
                <a:blip r:embed="rId37"/>
                <a:stretch>
                  <a:fillRect/>
                </a:stretch>
              </p:blipFill>
              <p:spPr>
                <a:xfrm>
                  <a:off x="7712760" y="1028760"/>
                  <a:ext cx="29268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DCDE90A8-A26F-C5B8-71D9-D7AE2DE86A97}"/>
                    </a:ext>
                  </a:extLst>
                </p14:cNvPr>
                <p14:cNvContentPartPr/>
                <p14:nvPr/>
              </p14:nvContentPartPr>
              <p14:xfrm>
                <a:off x="7950360" y="1228200"/>
                <a:ext cx="152280" cy="137880"/>
              </p14:xfrm>
            </p:contentPart>
          </mc:Choice>
          <mc:Fallback xmlns="">
            <p:pic>
              <p:nvPicPr>
                <p:cNvPr id="26" name="Ink 25">
                  <a:extLst>
                    <a:ext uri="{FF2B5EF4-FFF2-40B4-BE49-F238E27FC236}">
                      <a16:creationId xmlns:a16="http://schemas.microsoft.com/office/drawing/2014/main" id="{DCDE90A8-A26F-C5B8-71D9-D7AE2DE86A97}"/>
                    </a:ext>
                  </a:extLst>
                </p:cNvPr>
                <p:cNvPicPr/>
                <p:nvPr/>
              </p:nvPicPr>
              <p:blipFill>
                <a:blip r:embed="rId39"/>
                <a:stretch>
                  <a:fillRect/>
                </a:stretch>
              </p:blipFill>
              <p:spPr>
                <a:xfrm>
                  <a:off x="7946040" y="1223880"/>
                  <a:ext cx="1609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4FBD5668-155D-F6E5-17C9-500666E95538}"/>
                    </a:ext>
                  </a:extLst>
                </p14:cNvPr>
                <p14:cNvContentPartPr/>
                <p14:nvPr/>
              </p14:nvContentPartPr>
              <p14:xfrm>
                <a:off x="8206680" y="1020840"/>
                <a:ext cx="155160" cy="493920"/>
              </p14:xfrm>
            </p:contentPart>
          </mc:Choice>
          <mc:Fallback xmlns="">
            <p:pic>
              <p:nvPicPr>
                <p:cNvPr id="27" name="Ink 26">
                  <a:extLst>
                    <a:ext uri="{FF2B5EF4-FFF2-40B4-BE49-F238E27FC236}">
                      <a16:creationId xmlns:a16="http://schemas.microsoft.com/office/drawing/2014/main" id="{4FBD5668-155D-F6E5-17C9-500666E95538}"/>
                    </a:ext>
                  </a:extLst>
                </p:cNvPr>
                <p:cNvPicPr/>
                <p:nvPr/>
              </p:nvPicPr>
              <p:blipFill>
                <a:blip r:embed="rId41"/>
                <a:stretch>
                  <a:fillRect/>
                </a:stretch>
              </p:blipFill>
              <p:spPr>
                <a:xfrm>
                  <a:off x="8202360" y="1016520"/>
                  <a:ext cx="163800" cy="502560"/>
                </a:xfrm>
                <a:prstGeom prst="rect">
                  <a:avLst/>
                </a:prstGeom>
              </p:spPr>
            </p:pic>
          </mc:Fallback>
        </mc:AlternateContent>
      </p:grpSp>
      <p:grpSp>
        <p:nvGrpSpPr>
          <p:cNvPr id="38" name="Group 37">
            <a:extLst>
              <a:ext uri="{FF2B5EF4-FFF2-40B4-BE49-F238E27FC236}">
                <a16:creationId xmlns:a16="http://schemas.microsoft.com/office/drawing/2014/main" id="{4BCB362D-947E-B9CF-68A6-8243A1CBD794}"/>
              </a:ext>
            </a:extLst>
          </p:cNvPr>
          <p:cNvGrpSpPr/>
          <p:nvPr/>
        </p:nvGrpSpPr>
        <p:grpSpPr>
          <a:xfrm>
            <a:off x="960960" y="1816440"/>
            <a:ext cx="1105200" cy="465120"/>
            <a:chOff x="960960" y="1816440"/>
            <a:chExt cx="1105200" cy="465120"/>
          </a:xfrm>
        </p:grpSpPr>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73EA1FB7-0E5C-ED4E-4C61-7BBC801305CB}"/>
                    </a:ext>
                  </a:extLst>
                </p14:cNvPr>
                <p14:cNvContentPartPr/>
                <p14:nvPr/>
              </p14:nvContentPartPr>
              <p14:xfrm>
                <a:off x="1147800" y="1944600"/>
                <a:ext cx="56880" cy="218520"/>
              </p14:xfrm>
            </p:contentPart>
          </mc:Choice>
          <mc:Fallback xmlns="">
            <p:pic>
              <p:nvPicPr>
                <p:cNvPr id="29" name="Ink 28">
                  <a:extLst>
                    <a:ext uri="{FF2B5EF4-FFF2-40B4-BE49-F238E27FC236}">
                      <a16:creationId xmlns:a16="http://schemas.microsoft.com/office/drawing/2014/main" id="{73EA1FB7-0E5C-ED4E-4C61-7BBC801305CB}"/>
                    </a:ext>
                  </a:extLst>
                </p:cNvPr>
                <p:cNvPicPr/>
                <p:nvPr/>
              </p:nvPicPr>
              <p:blipFill>
                <a:blip r:embed="rId43"/>
                <a:stretch>
                  <a:fillRect/>
                </a:stretch>
              </p:blipFill>
              <p:spPr>
                <a:xfrm>
                  <a:off x="1143480" y="1940280"/>
                  <a:ext cx="655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8471B7A4-5DEE-27AA-BC20-F1A9C974D116}"/>
                    </a:ext>
                  </a:extLst>
                </p14:cNvPr>
                <p14:cNvContentPartPr/>
                <p14:nvPr/>
              </p14:nvContentPartPr>
              <p14:xfrm>
                <a:off x="960960" y="1816440"/>
                <a:ext cx="457200" cy="38520"/>
              </p14:xfrm>
            </p:contentPart>
          </mc:Choice>
          <mc:Fallback xmlns="">
            <p:pic>
              <p:nvPicPr>
                <p:cNvPr id="30" name="Ink 29">
                  <a:extLst>
                    <a:ext uri="{FF2B5EF4-FFF2-40B4-BE49-F238E27FC236}">
                      <a16:creationId xmlns:a16="http://schemas.microsoft.com/office/drawing/2014/main" id="{8471B7A4-5DEE-27AA-BC20-F1A9C974D116}"/>
                    </a:ext>
                  </a:extLst>
                </p:cNvPr>
                <p:cNvPicPr/>
                <p:nvPr/>
              </p:nvPicPr>
              <p:blipFill>
                <a:blip r:embed="rId45"/>
                <a:stretch>
                  <a:fillRect/>
                </a:stretch>
              </p:blipFill>
              <p:spPr>
                <a:xfrm>
                  <a:off x="956640" y="1812120"/>
                  <a:ext cx="4658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F12C375C-AAC6-1187-E08A-0F8A2D2BE17A}"/>
                    </a:ext>
                  </a:extLst>
                </p14:cNvPr>
                <p14:cNvContentPartPr/>
                <p14:nvPr/>
              </p14:nvContentPartPr>
              <p14:xfrm>
                <a:off x="1411320" y="1942800"/>
                <a:ext cx="126000" cy="258480"/>
              </p14:xfrm>
            </p:contentPart>
          </mc:Choice>
          <mc:Fallback xmlns="">
            <p:pic>
              <p:nvPicPr>
                <p:cNvPr id="31" name="Ink 30">
                  <a:extLst>
                    <a:ext uri="{FF2B5EF4-FFF2-40B4-BE49-F238E27FC236}">
                      <a16:creationId xmlns:a16="http://schemas.microsoft.com/office/drawing/2014/main" id="{F12C375C-AAC6-1187-E08A-0F8A2D2BE17A}"/>
                    </a:ext>
                  </a:extLst>
                </p:cNvPr>
                <p:cNvPicPr/>
                <p:nvPr/>
              </p:nvPicPr>
              <p:blipFill>
                <a:blip r:embed="rId47"/>
                <a:stretch>
                  <a:fillRect/>
                </a:stretch>
              </p:blipFill>
              <p:spPr>
                <a:xfrm>
                  <a:off x="1407000" y="1938480"/>
                  <a:ext cx="1346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2058DA80-C4E5-C61B-2989-80B3C2AA7C50}"/>
                    </a:ext>
                  </a:extLst>
                </p14:cNvPr>
                <p14:cNvContentPartPr/>
                <p14:nvPr/>
              </p14:nvContentPartPr>
              <p14:xfrm>
                <a:off x="1630920" y="2041440"/>
                <a:ext cx="175680" cy="97920"/>
              </p14:xfrm>
            </p:contentPart>
          </mc:Choice>
          <mc:Fallback xmlns="">
            <p:pic>
              <p:nvPicPr>
                <p:cNvPr id="32" name="Ink 31">
                  <a:extLst>
                    <a:ext uri="{FF2B5EF4-FFF2-40B4-BE49-F238E27FC236}">
                      <a16:creationId xmlns:a16="http://schemas.microsoft.com/office/drawing/2014/main" id="{2058DA80-C4E5-C61B-2989-80B3C2AA7C50}"/>
                    </a:ext>
                  </a:extLst>
                </p:cNvPr>
                <p:cNvPicPr/>
                <p:nvPr/>
              </p:nvPicPr>
              <p:blipFill>
                <a:blip r:embed="rId49"/>
                <a:stretch>
                  <a:fillRect/>
                </a:stretch>
              </p:blipFill>
              <p:spPr>
                <a:xfrm>
                  <a:off x="1626600" y="2037120"/>
                  <a:ext cx="18432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1461DEA-8840-2792-3D30-B36E2CA05658}"/>
                    </a:ext>
                  </a:extLst>
                </p14:cNvPr>
                <p14:cNvContentPartPr/>
                <p14:nvPr/>
              </p14:nvContentPartPr>
              <p14:xfrm>
                <a:off x="1944840" y="1934880"/>
                <a:ext cx="121320" cy="346680"/>
              </p14:xfrm>
            </p:contentPart>
          </mc:Choice>
          <mc:Fallback xmlns="">
            <p:pic>
              <p:nvPicPr>
                <p:cNvPr id="33" name="Ink 32">
                  <a:extLst>
                    <a:ext uri="{FF2B5EF4-FFF2-40B4-BE49-F238E27FC236}">
                      <a16:creationId xmlns:a16="http://schemas.microsoft.com/office/drawing/2014/main" id="{F1461DEA-8840-2792-3D30-B36E2CA05658}"/>
                    </a:ext>
                  </a:extLst>
                </p:cNvPr>
                <p:cNvPicPr/>
                <p:nvPr/>
              </p:nvPicPr>
              <p:blipFill>
                <a:blip r:embed="rId51"/>
                <a:stretch>
                  <a:fillRect/>
                </a:stretch>
              </p:blipFill>
              <p:spPr>
                <a:xfrm>
                  <a:off x="1940520" y="1930560"/>
                  <a:ext cx="129960" cy="355320"/>
                </a:xfrm>
                <a:prstGeom prst="rect">
                  <a:avLst/>
                </a:prstGeom>
              </p:spPr>
            </p:pic>
          </mc:Fallback>
        </mc:AlternateContent>
      </p:grpSp>
      <p:grpSp>
        <p:nvGrpSpPr>
          <p:cNvPr id="37" name="Group 36">
            <a:extLst>
              <a:ext uri="{FF2B5EF4-FFF2-40B4-BE49-F238E27FC236}">
                <a16:creationId xmlns:a16="http://schemas.microsoft.com/office/drawing/2014/main" id="{DF5A7FC7-4C3E-CE6F-116D-169AF682D0CA}"/>
              </a:ext>
            </a:extLst>
          </p:cNvPr>
          <p:cNvGrpSpPr/>
          <p:nvPr/>
        </p:nvGrpSpPr>
        <p:grpSpPr>
          <a:xfrm>
            <a:off x="2672400" y="1998960"/>
            <a:ext cx="204480" cy="115560"/>
            <a:chOff x="2672400" y="1998960"/>
            <a:chExt cx="204480" cy="115560"/>
          </a:xfrm>
        </p:grpSpPr>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5F98A8DA-C530-E419-2531-7E152E038EB5}"/>
                    </a:ext>
                  </a:extLst>
                </p14:cNvPr>
                <p14:cNvContentPartPr/>
                <p14:nvPr/>
              </p14:nvContentPartPr>
              <p14:xfrm>
                <a:off x="2691480" y="1998960"/>
                <a:ext cx="169920" cy="32400"/>
              </p14:xfrm>
            </p:contentPart>
          </mc:Choice>
          <mc:Fallback xmlns="">
            <p:pic>
              <p:nvPicPr>
                <p:cNvPr id="34" name="Ink 33">
                  <a:extLst>
                    <a:ext uri="{FF2B5EF4-FFF2-40B4-BE49-F238E27FC236}">
                      <a16:creationId xmlns:a16="http://schemas.microsoft.com/office/drawing/2014/main" id="{5F98A8DA-C530-E419-2531-7E152E038EB5}"/>
                    </a:ext>
                  </a:extLst>
                </p:cNvPr>
                <p:cNvPicPr/>
                <p:nvPr/>
              </p:nvPicPr>
              <p:blipFill>
                <a:blip r:embed="rId53"/>
                <a:stretch>
                  <a:fillRect/>
                </a:stretch>
              </p:blipFill>
              <p:spPr>
                <a:xfrm>
                  <a:off x="2687160" y="1994640"/>
                  <a:ext cx="1785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D3410AD1-E5C9-D467-DF32-FA4ECF9A57E5}"/>
                    </a:ext>
                  </a:extLst>
                </p14:cNvPr>
                <p14:cNvContentPartPr/>
                <p14:nvPr/>
              </p14:nvContentPartPr>
              <p14:xfrm>
                <a:off x="2672400" y="1998960"/>
                <a:ext cx="204480" cy="115560"/>
              </p14:xfrm>
            </p:contentPart>
          </mc:Choice>
          <mc:Fallback xmlns="">
            <p:pic>
              <p:nvPicPr>
                <p:cNvPr id="35" name="Ink 34">
                  <a:extLst>
                    <a:ext uri="{FF2B5EF4-FFF2-40B4-BE49-F238E27FC236}">
                      <a16:creationId xmlns:a16="http://schemas.microsoft.com/office/drawing/2014/main" id="{D3410AD1-E5C9-D467-DF32-FA4ECF9A57E5}"/>
                    </a:ext>
                  </a:extLst>
                </p:cNvPr>
                <p:cNvPicPr/>
                <p:nvPr/>
              </p:nvPicPr>
              <p:blipFill>
                <a:blip r:embed="rId55"/>
                <a:stretch>
                  <a:fillRect/>
                </a:stretch>
              </p:blipFill>
              <p:spPr>
                <a:xfrm>
                  <a:off x="2668080" y="1994640"/>
                  <a:ext cx="213120" cy="12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A7CEBD4F-1B6F-EA79-51CC-D9BFF5C4F7ED}"/>
                  </a:ext>
                </a:extLst>
              </p14:cNvPr>
              <p14:cNvContentPartPr/>
              <p14:nvPr/>
            </p14:nvContentPartPr>
            <p14:xfrm>
              <a:off x="3186480" y="1900320"/>
              <a:ext cx="255240" cy="301320"/>
            </p14:xfrm>
          </p:contentPart>
        </mc:Choice>
        <mc:Fallback xmlns="">
          <p:pic>
            <p:nvPicPr>
              <p:cNvPr id="36" name="Ink 35">
                <a:extLst>
                  <a:ext uri="{FF2B5EF4-FFF2-40B4-BE49-F238E27FC236}">
                    <a16:creationId xmlns:a16="http://schemas.microsoft.com/office/drawing/2014/main" id="{A7CEBD4F-1B6F-EA79-51CC-D9BFF5C4F7ED}"/>
                  </a:ext>
                </a:extLst>
              </p:cNvPr>
              <p:cNvPicPr/>
              <p:nvPr/>
            </p:nvPicPr>
            <p:blipFill>
              <a:blip r:embed="rId57"/>
              <a:stretch>
                <a:fillRect/>
              </a:stretch>
            </p:blipFill>
            <p:spPr>
              <a:xfrm>
                <a:off x="3182160" y="1896000"/>
                <a:ext cx="26388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809CB0E4-103F-571E-974B-F3269152B0CB}"/>
                  </a:ext>
                </a:extLst>
              </p14:cNvPr>
              <p14:cNvContentPartPr/>
              <p14:nvPr/>
            </p14:nvContentPartPr>
            <p14:xfrm>
              <a:off x="3631080" y="1942800"/>
              <a:ext cx="15840" cy="177840"/>
            </p14:xfrm>
          </p:contentPart>
        </mc:Choice>
        <mc:Fallback xmlns="">
          <p:pic>
            <p:nvPicPr>
              <p:cNvPr id="39" name="Ink 38">
                <a:extLst>
                  <a:ext uri="{FF2B5EF4-FFF2-40B4-BE49-F238E27FC236}">
                    <a16:creationId xmlns:a16="http://schemas.microsoft.com/office/drawing/2014/main" id="{809CB0E4-103F-571E-974B-F3269152B0CB}"/>
                  </a:ext>
                </a:extLst>
              </p:cNvPr>
              <p:cNvPicPr/>
              <p:nvPr/>
            </p:nvPicPr>
            <p:blipFill>
              <a:blip r:embed="rId59"/>
              <a:stretch>
                <a:fillRect/>
              </a:stretch>
            </p:blipFill>
            <p:spPr>
              <a:xfrm>
                <a:off x="3626760" y="1938480"/>
                <a:ext cx="244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939DB4DB-6CAE-5B79-738D-AFA5F76E02A9}"/>
                  </a:ext>
                </a:extLst>
              </p14:cNvPr>
              <p14:cNvContentPartPr/>
              <p14:nvPr/>
            </p14:nvContentPartPr>
            <p14:xfrm>
              <a:off x="3843840" y="1908240"/>
              <a:ext cx="178200" cy="379080"/>
            </p14:xfrm>
          </p:contentPart>
        </mc:Choice>
        <mc:Fallback xmlns="">
          <p:pic>
            <p:nvPicPr>
              <p:cNvPr id="40" name="Ink 39">
                <a:extLst>
                  <a:ext uri="{FF2B5EF4-FFF2-40B4-BE49-F238E27FC236}">
                    <a16:creationId xmlns:a16="http://schemas.microsoft.com/office/drawing/2014/main" id="{939DB4DB-6CAE-5B79-738D-AFA5F76E02A9}"/>
                  </a:ext>
                </a:extLst>
              </p:cNvPr>
              <p:cNvPicPr/>
              <p:nvPr/>
            </p:nvPicPr>
            <p:blipFill>
              <a:blip r:embed="rId61"/>
              <a:stretch>
                <a:fillRect/>
              </a:stretch>
            </p:blipFill>
            <p:spPr>
              <a:xfrm>
                <a:off x="3839520" y="1903920"/>
                <a:ext cx="186840" cy="387720"/>
              </a:xfrm>
              <a:prstGeom prst="rect">
                <a:avLst/>
              </a:prstGeom>
            </p:spPr>
          </p:pic>
        </mc:Fallback>
      </mc:AlternateContent>
      <p:grpSp>
        <p:nvGrpSpPr>
          <p:cNvPr id="44" name="Group 43">
            <a:extLst>
              <a:ext uri="{FF2B5EF4-FFF2-40B4-BE49-F238E27FC236}">
                <a16:creationId xmlns:a16="http://schemas.microsoft.com/office/drawing/2014/main" id="{118EE3C2-6C92-61AA-B573-B803E9979795}"/>
              </a:ext>
            </a:extLst>
          </p:cNvPr>
          <p:cNvGrpSpPr/>
          <p:nvPr/>
        </p:nvGrpSpPr>
        <p:grpSpPr>
          <a:xfrm>
            <a:off x="4237320" y="1952160"/>
            <a:ext cx="562320" cy="327960"/>
            <a:chOff x="4237320" y="1952160"/>
            <a:chExt cx="562320" cy="327960"/>
          </a:xfrm>
        </p:grpSpPr>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4E0D7586-AB32-AC7F-8DF4-A27D74CBFFE8}"/>
                    </a:ext>
                  </a:extLst>
                </p14:cNvPr>
                <p14:cNvContentPartPr/>
                <p14:nvPr/>
              </p14:nvContentPartPr>
              <p14:xfrm>
                <a:off x="4237320" y="1952160"/>
                <a:ext cx="146880" cy="327960"/>
              </p14:xfrm>
            </p:contentPart>
          </mc:Choice>
          <mc:Fallback xmlns="">
            <p:pic>
              <p:nvPicPr>
                <p:cNvPr id="41" name="Ink 40">
                  <a:extLst>
                    <a:ext uri="{FF2B5EF4-FFF2-40B4-BE49-F238E27FC236}">
                      <a16:creationId xmlns:a16="http://schemas.microsoft.com/office/drawing/2014/main" id="{4E0D7586-AB32-AC7F-8DF4-A27D74CBFFE8}"/>
                    </a:ext>
                  </a:extLst>
                </p:cNvPr>
                <p:cNvPicPr/>
                <p:nvPr/>
              </p:nvPicPr>
              <p:blipFill>
                <a:blip r:embed="rId63"/>
                <a:stretch>
                  <a:fillRect/>
                </a:stretch>
              </p:blipFill>
              <p:spPr>
                <a:xfrm>
                  <a:off x="4233000" y="1947840"/>
                  <a:ext cx="1555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A8F118D9-D3B3-6118-AF8C-179A67B1A3A1}"/>
                    </a:ext>
                  </a:extLst>
                </p14:cNvPr>
                <p14:cNvContentPartPr/>
                <p14:nvPr/>
              </p14:nvContentPartPr>
              <p14:xfrm>
                <a:off x="4252800" y="2100480"/>
                <a:ext cx="192960" cy="42840"/>
              </p14:xfrm>
            </p:contentPart>
          </mc:Choice>
          <mc:Fallback xmlns="">
            <p:pic>
              <p:nvPicPr>
                <p:cNvPr id="42" name="Ink 41">
                  <a:extLst>
                    <a:ext uri="{FF2B5EF4-FFF2-40B4-BE49-F238E27FC236}">
                      <a16:creationId xmlns:a16="http://schemas.microsoft.com/office/drawing/2014/main" id="{A8F118D9-D3B3-6118-AF8C-179A67B1A3A1}"/>
                    </a:ext>
                  </a:extLst>
                </p:cNvPr>
                <p:cNvPicPr/>
                <p:nvPr/>
              </p:nvPicPr>
              <p:blipFill>
                <a:blip r:embed="rId65"/>
                <a:stretch>
                  <a:fillRect/>
                </a:stretch>
              </p:blipFill>
              <p:spPr>
                <a:xfrm>
                  <a:off x="4248480" y="2096160"/>
                  <a:ext cx="2016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A0825030-7AE3-B410-835B-357A6C4A6D95}"/>
                    </a:ext>
                  </a:extLst>
                </p14:cNvPr>
                <p14:cNvContentPartPr/>
                <p14:nvPr/>
              </p14:nvContentPartPr>
              <p14:xfrm>
                <a:off x="4608840" y="2058720"/>
                <a:ext cx="190800" cy="109440"/>
              </p14:xfrm>
            </p:contentPart>
          </mc:Choice>
          <mc:Fallback xmlns="">
            <p:pic>
              <p:nvPicPr>
                <p:cNvPr id="43" name="Ink 42">
                  <a:extLst>
                    <a:ext uri="{FF2B5EF4-FFF2-40B4-BE49-F238E27FC236}">
                      <a16:creationId xmlns:a16="http://schemas.microsoft.com/office/drawing/2014/main" id="{A0825030-7AE3-B410-835B-357A6C4A6D95}"/>
                    </a:ext>
                  </a:extLst>
                </p:cNvPr>
                <p:cNvPicPr/>
                <p:nvPr/>
              </p:nvPicPr>
              <p:blipFill>
                <a:blip r:embed="rId67"/>
                <a:stretch>
                  <a:fillRect/>
                </a:stretch>
              </p:blipFill>
              <p:spPr>
                <a:xfrm>
                  <a:off x="4604520" y="2054400"/>
                  <a:ext cx="199440" cy="11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E68843E9-AB71-88BE-FDF3-E829F5503120}"/>
                  </a:ext>
                </a:extLst>
              </p14:cNvPr>
              <p14:cNvContentPartPr/>
              <p14:nvPr/>
            </p14:nvContentPartPr>
            <p14:xfrm>
              <a:off x="5137680" y="2125680"/>
              <a:ext cx="229680" cy="6840"/>
            </p14:xfrm>
          </p:contentPart>
        </mc:Choice>
        <mc:Fallback xmlns="">
          <p:pic>
            <p:nvPicPr>
              <p:cNvPr id="45" name="Ink 44">
                <a:extLst>
                  <a:ext uri="{FF2B5EF4-FFF2-40B4-BE49-F238E27FC236}">
                    <a16:creationId xmlns:a16="http://schemas.microsoft.com/office/drawing/2014/main" id="{E68843E9-AB71-88BE-FDF3-E829F5503120}"/>
                  </a:ext>
                </a:extLst>
              </p:cNvPr>
              <p:cNvPicPr/>
              <p:nvPr/>
            </p:nvPicPr>
            <p:blipFill>
              <a:blip r:embed="rId69"/>
              <a:stretch>
                <a:fillRect/>
              </a:stretch>
            </p:blipFill>
            <p:spPr>
              <a:xfrm>
                <a:off x="5133360" y="2121360"/>
                <a:ext cx="2383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3BEA8B07-03F4-8396-006C-B892098ABB00}"/>
                  </a:ext>
                </a:extLst>
              </p14:cNvPr>
              <p14:cNvContentPartPr/>
              <p14:nvPr/>
            </p14:nvContentPartPr>
            <p14:xfrm>
              <a:off x="5601720" y="1863600"/>
              <a:ext cx="233640" cy="295560"/>
            </p14:xfrm>
          </p:contentPart>
        </mc:Choice>
        <mc:Fallback xmlns="">
          <p:pic>
            <p:nvPicPr>
              <p:cNvPr id="46" name="Ink 45">
                <a:extLst>
                  <a:ext uri="{FF2B5EF4-FFF2-40B4-BE49-F238E27FC236}">
                    <a16:creationId xmlns:a16="http://schemas.microsoft.com/office/drawing/2014/main" id="{3BEA8B07-03F4-8396-006C-B892098ABB00}"/>
                  </a:ext>
                </a:extLst>
              </p:cNvPr>
              <p:cNvPicPr/>
              <p:nvPr/>
            </p:nvPicPr>
            <p:blipFill>
              <a:blip r:embed="rId71"/>
              <a:stretch>
                <a:fillRect/>
              </a:stretch>
            </p:blipFill>
            <p:spPr>
              <a:xfrm>
                <a:off x="5597400" y="1859280"/>
                <a:ext cx="242280" cy="304200"/>
              </a:xfrm>
              <a:prstGeom prst="rect">
                <a:avLst/>
              </a:prstGeom>
            </p:spPr>
          </p:pic>
        </mc:Fallback>
      </mc:AlternateContent>
      <p:grpSp>
        <p:nvGrpSpPr>
          <p:cNvPr id="50" name="Group 49">
            <a:extLst>
              <a:ext uri="{FF2B5EF4-FFF2-40B4-BE49-F238E27FC236}">
                <a16:creationId xmlns:a16="http://schemas.microsoft.com/office/drawing/2014/main" id="{020751DE-8FA8-ED59-AFAF-8267FF423C56}"/>
              </a:ext>
            </a:extLst>
          </p:cNvPr>
          <p:cNvGrpSpPr/>
          <p:nvPr/>
        </p:nvGrpSpPr>
        <p:grpSpPr>
          <a:xfrm>
            <a:off x="6029400" y="1840200"/>
            <a:ext cx="474480" cy="447840"/>
            <a:chOff x="6029400" y="1840200"/>
            <a:chExt cx="474480" cy="447840"/>
          </a:xfrm>
        </p:grpSpPr>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72E83F48-C6A7-36CA-7E1B-0B03D88E16C8}"/>
                    </a:ext>
                  </a:extLst>
                </p14:cNvPr>
                <p14:cNvContentPartPr/>
                <p14:nvPr/>
              </p14:nvContentPartPr>
              <p14:xfrm>
                <a:off x="6029400" y="1840200"/>
                <a:ext cx="157680" cy="268560"/>
              </p14:xfrm>
            </p:contentPart>
          </mc:Choice>
          <mc:Fallback xmlns="">
            <p:pic>
              <p:nvPicPr>
                <p:cNvPr id="47" name="Ink 46">
                  <a:extLst>
                    <a:ext uri="{FF2B5EF4-FFF2-40B4-BE49-F238E27FC236}">
                      <a16:creationId xmlns:a16="http://schemas.microsoft.com/office/drawing/2014/main" id="{72E83F48-C6A7-36CA-7E1B-0B03D88E16C8}"/>
                    </a:ext>
                  </a:extLst>
                </p:cNvPr>
                <p:cNvPicPr/>
                <p:nvPr/>
              </p:nvPicPr>
              <p:blipFill>
                <a:blip r:embed="rId73"/>
                <a:stretch>
                  <a:fillRect/>
                </a:stretch>
              </p:blipFill>
              <p:spPr>
                <a:xfrm>
                  <a:off x="6025080" y="1835880"/>
                  <a:ext cx="16632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6A552ECC-1121-351F-5451-9D66C0DD0E7D}"/>
                    </a:ext>
                  </a:extLst>
                </p14:cNvPr>
                <p14:cNvContentPartPr/>
                <p14:nvPr/>
              </p14:nvContentPartPr>
              <p14:xfrm>
                <a:off x="6337200" y="1843080"/>
                <a:ext cx="166680" cy="235440"/>
              </p14:xfrm>
            </p:contentPart>
          </mc:Choice>
          <mc:Fallback xmlns="">
            <p:pic>
              <p:nvPicPr>
                <p:cNvPr id="48" name="Ink 47">
                  <a:extLst>
                    <a:ext uri="{FF2B5EF4-FFF2-40B4-BE49-F238E27FC236}">
                      <a16:creationId xmlns:a16="http://schemas.microsoft.com/office/drawing/2014/main" id="{6A552ECC-1121-351F-5451-9D66C0DD0E7D}"/>
                    </a:ext>
                  </a:extLst>
                </p:cNvPr>
                <p:cNvPicPr/>
                <p:nvPr/>
              </p:nvPicPr>
              <p:blipFill>
                <a:blip r:embed="rId75"/>
                <a:stretch>
                  <a:fillRect/>
                </a:stretch>
              </p:blipFill>
              <p:spPr>
                <a:xfrm>
                  <a:off x="6332880" y="1838760"/>
                  <a:ext cx="1753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8E2FAFD3-D8BC-4715-373A-3C6B9F43A8BA}"/>
                    </a:ext>
                  </a:extLst>
                </p14:cNvPr>
                <p14:cNvContentPartPr/>
                <p14:nvPr/>
              </p14:nvContentPartPr>
              <p14:xfrm>
                <a:off x="6385440" y="1947120"/>
                <a:ext cx="102240" cy="340920"/>
              </p14:xfrm>
            </p:contentPart>
          </mc:Choice>
          <mc:Fallback xmlns="">
            <p:pic>
              <p:nvPicPr>
                <p:cNvPr id="49" name="Ink 48">
                  <a:extLst>
                    <a:ext uri="{FF2B5EF4-FFF2-40B4-BE49-F238E27FC236}">
                      <a16:creationId xmlns:a16="http://schemas.microsoft.com/office/drawing/2014/main" id="{8E2FAFD3-D8BC-4715-373A-3C6B9F43A8BA}"/>
                    </a:ext>
                  </a:extLst>
                </p:cNvPr>
                <p:cNvPicPr/>
                <p:nvPr/>
              </p:nvPicPr>
              <p:blipFill>
                <a:blip r:embed="rId77"/>
                <a:stretch>
                  <a:fillRect/>
                </a:stretch>
              </p:blipFill>
              <p:spPr>
                <a:xfrm>
                  <a:off x="6381120" y="1942800"/>
                  <a:ext cx="110880" cy="34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FB8B6F6D-A1B2-0F7B-8A51-2D700314B6E1}"/>
                  </a:ext>
                </a:extLst>
              </p14:cNvPr>
              <p14:cNvContentPartPr/>
              <p14:nvPr/>
            </p14:nvContentPartPr>
            <p14:xfrm>
              <a:off x="7533840" y="1771080"/>
              <a:ext cx="291600" cy="342000"/>
            </p14:xfrm>
          </p:contentPart>
        </mc:Choice>
        <mc:Fallback xmlns="">
          <p:pic>
            <p:nvPicPr>
              <p:cNvPr id="51" name="Ink 50">
                <a:extLst>
                  <a:ext uri="{FF2B5EF4-FFF2-40B4-BE49-F238E27FC236}">
                    <a16:creationId xmlns:a16="http://schemas.microsoft.com/office/drawing/2014/main" id="{FB8B6F6D-A1B2-0F7B-8A51-2D700314B6E1}"/>
                  </a:ext>
                </a:extLst>
              </p:cNvPr>
              <p:cNvPicPr/>
              <p:nvPr/>
            </p:nvPicPr>
            <p:blipFill>
              <a:blip r:embed="rId79"/>
              <a:stretch>
                <a:fillRect/>
              </a:stretch>
            </p:blipFill>
            <p:spPr>
              <a:xfrm>
                <a:off x="7529520" y="1766760"/>
                <a:ext cx="300240" cy="350640"/>
              </a:xfrm>
              <a:prstGeom prst="rect">
                <a:avLst/>
              </a:prstGeom>
            </p:spPr>
          </p:pic>
        </mc:Fallback>
      </mc:AlternateContent>
      <p:grpSp>
        <p:nvGrpSpPr>
          <p:cNvPr id="55" name="Group 54">
            <a:extLst>
              <a:ext uri="{FF2B5EF4-FFF2-40B4-BE49-F238E27FC236}">
                <a16:creationId xmlns:a16="http://schemas.microsoft.com/office/drawing/2014/main" id="{A277B707-1C7D-144C-4CFB-2741F4E54F5B}"/>
              </a:ext>
            </a:extLst>
          </p:cNvPr>
          <p:cNvGrpSpPr/>
          <p:nvPr/>
        </p:nvGrpSpPr>
        <p:grpSpPr>
          <a:xfrm>
            <a:off x="8056200" y="1728600"/>
            <a:ext cx="676800" cy="424080"/>
            <a:chOff x="8056200" y="1728600"/>
            <a:chExt cx="676800" cy="424080"/>
          </a:xfrm>
        </p:grpSpPr>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212E55EB-B994-5932-F3CF-1EFB0FA1A7FB}"/>
                    </a:ext>
                  </a:extLst>
                </p14:cNvPr>
                <p14:cNvContentPartPr/>
                <p14:nvPr/>
              </p14:nvContentPartPr>
              <p14:xfrm>
                <a:off x="8056200" y="1728600"/>
                <a:ext cx="244800" cy="368640"/>
              </p14:xfrm>
            </p:contentPart>
          </mc:Choice>
          <mc:Fallback xmlns="">
            <p:pic>
              <p:nvPicPr>
                <p:cNvPr id="52" name="Ink 51">
                  <a:extLst>
                    <a:ext uri="{FF2B5EF4-FFF2-40B4-BE49-F238E27FC236}">
                      <a16:creationId xmlns:a16="http://schemas.microsoft.com/office/drawing/2014/main" id="{212E55EB-B994-5932-F3CF-1EFB0FA1A7FB}"/>
                    </a:ext>
                  </a:extLst>
                </p:cNvPr>
                <p:cNvPicPr/>
                <p:nvPr/>
              </p:nvPicPr>
              <p:blipFill>
                <a:blip r:embed="rId81"/>
                <a:stretch>
                  <a:fillRect/>
                </a:stretch>
              </p:blipFill>
              <p:spPr>
                <a:xfrm>
                  <a:off x="8051880" y="1724280"/>
                  <a:ext cx="2534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0C5A2631-0B19-933D-CFE0-486394209EB8}"/>
                    </a:ext>
                  </a:extLst>
                </p14:cNvPr>
                <p14:cNvContentPartPr/>
                <p14:nvPr/>
              </p14:nvContentPartPr>
              <p14:xfrm>
                <a:off x="8235480" y="1926960"/>
                <a:ext cx="184320" cy="95040"/>
              </p14:xfrm>
            </p:contentPart>
          </mc:Choice>
          <mc:Fallback xmlns="">
            <p:pic>
              <p:nvPicPr>
                <p:cNvPr id="53" name="Ink 52">
                  <a:extLst>
                    <a:ext uri="{FF2B5EF4-FFF2-40B4-BE49-F238E27FC236}">
                      <a16:creationId xmlns:a16="http://schemas.microsoft.com/office/drawing/2014/main" id="{0C5A2631-0B19-933D-CFE0-486394209EB8}"/>
                    </a:ext>
                  </a:extLst>
                </p:cNvPr>
                <p:cNvPicPr/>
                <p:nvPr/>
              </p:nvPicPr>
              <p:blipFill>
                <a:blip r:embed="rId83"/>
                <a:stretch>
                  <a:fillRect/>
                </a:stretch>
              </p:blipFill>
              <p:spPr>
                <a:xfrm>
                  <a:off x="8231160" y="1922640"/>
                  <a:ext cx="1929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6D0B0DBF-70FA-1324-945F-21E6870AE6AF}"/>
                    </a:ext>
                  </a:extLst>
                </p14:cNvPr>
                <p14:cNvContentPartPr/>
                <p14:nvPr/>
              </p14:nvContentPartPr>
              <p14:xfrm>
                <a:off x="8568480" y="1742280"/>
                <a:ext cx="164520" cy="410400"/>
              </p14:xfrm>
            </p:contentPart>
          </mc:Choice>
          <mc:Fallback xmlns="">
            <p:pic>
              <p:nvPicPr>
                <p:cNvPr id="54" name="Ink 53">
                  <a:extLst>
                    <a:ext uri="{FF2B5EF4-FFF2-40B4-BE49-F238E27FC236}">
                      <a16:creationId xmlns:a16="http://schemas.microsoft.com/office/drawing/2014/main" id="{6D0B0DBF-70FA-1324-945F-21E6870AE6AF}"/>
                    </a:ext>
                  </a:extLst>
                </p:cNvPr>
                <p:cNvPicPr/>
                <p:nvPr/>
              </p:nvPicPr>
              <p:blipFill>
                <a:blip r:embed="rId85"/>
                <a:stretch>
                  <a:fillRect/>
                </a:stretch>
              </p:blipFill>
              <p:spPr>
                <a:xfrm>
                  <a:off x="8564160" y="1737960"/>
                  <a:ext cx="173160" cy="419040"/>
                </a:xfrm>
                <a:prstGeom prst="rect">
                  <a:avLst/>
                </a:prstGeom>
              </p:spPr>
            </p:pic>
          </mc:Fallback>
        </mc:AlternateContent>
      </p:grpSp>
      <p:grpSp>
        <p:nvGrpSpPr>
          <p:cNvPr id="68" name="Group 67">
            <a:extLst>
              <a:ext uri="{FF2B5EF4-FFF2-40B4-BE49-F238E27FC236}">
                <a16:creationId xmlns:a16="http://schemas.microsoft.com/office/drawing/2014/main" id="{CB843A7D-7C12-3B7C-4187-2D0B9029642E}"/>
              </a:ext>
            </a:extLst>
          </p:cNvPr>
          <p:cNvGrpSpPr/>
          <p:nvPr/>
        </p:nvGrpSpPr>
        <p:grpSpPr>
          <a:xfrm>
            <a:off x="852240" y="2775480"/>
            <a:ext cx="1160280" cy="476640"/>
            <a:chOff x="852240" y="2775480"/>
            <a:chExt cx="1160280" cy="476640"/>
          </a:xfrm>
        </p:grpSpPr>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C8F36FF5-F4F7-37F1-05FB-07E4E4346E0F}"/>
                    </a:ext>
                  </a:extLst>
                </p14:cNvPr>
                <p14:cNvContentPartPr/>
                <p14:nvPr/>
              </p14:nvContentPartPr>
              <p14:xfrm>
                <a:off x="1090200" y="2823720"/>
                <a:ext cx="29160" cy="317160"/>
              </p14:xfrm>
            </p:contentPart>
          </mc:Choice>
          <mc:Fallback xmlns="">
            <p:pic>
              <p:nvPicPr>
                <p:cNvPr id="56" name="Ink 55">
                  <a:extLst>
                    <a:ext uri="{FF2B5EF4-FFF2-40B4-BE49-F238E27FC236}">
                      <a16:creationId xmlns:a16="http://schemas.microsoft.com/office/drawing/2014/main" id="{C8F36FF5-F4F7-37F1-05FB-07E4E4346E0F}"/>
                    </a:ext>
                  </a:extLst>
                </p:cNvPr>
                <p:cNvPicPr/>
                <p:nvPr/>
              </p:nvPicPr>
              <p:blipFill>
                <a:blip r:embed="rId87"/>
                <a:stretch>
                  <a:fillRect/>
                </a:stretch>
              </p:blipFill>
              <p:spPr>
                <a:xfrm>
                  <a:off x="1085880" y="2819400"/>
                  <a:ext cx="3780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5ED3BA0A-7197-40D9-AB18-C22E279E70DB}"/>
                    </a:ext>
                  </a:extLst>
                </p14:cNvPr>
                <p14:cNvContentPartPr/>
                <p14:nvPr/>
              </p14:nvContentPartPr>
              <p14:xfrm>
                <a:off x="852240" y="2775480"/>
                <a:ext cx="594720" cy="70200"/>
              </p14:xfrm>
            </p:contentPart>
          </mc:Choice>
          <mc:Fallback xmlns="">
            <p:pic>
              <p:nvPicPr>
                <p:cNvPr id="57" name="Ink 56">
                  <a:extLst>
                    <a:ext uri="{FF2B5EF4-FFF2-40B4-BE49-F238E27FC236}">
                      <a16:creationId xmlns:a16="http://schemas.microsoft.com/office/drawing/2014/main" id="{5ED3BA0A-7197-40D9-AB18-C22E279E70DB}"/>
                    </a:ext>
                  </a:extLst>
                </p:cNvPr>
                <p:cNvPicPr/>
                <p:nvPr/>
              </p:nvPicPr>
              <p:blipFill>
                <a:blip r:embed="rId89"/>
                <a:stretch>
                  <a:fillRect/>
                </a:stretch>
              </p:blipFill>
              <p:spPr>
                <a:xfrm>
                  <a:off x="847920" y="2771160"/>
                  <a:ext cx="6033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A013E4EE-206E-226F-D000-27248B33BEA7}"/>
                    </a:ext>
                  </a:extLst>
                </p14:cNvPr>
                <p14:cNvContentPartPr/>
                <p14:nvPr/>
              </p14:nvContentPartPr>
              <p14:xfrm>
                <a:off x="1342920" y="2890320"/>
                <a:ext cx="305640" cy="290520"/>
              </p14:xfrm>
            </p:contentPart>
          </mc:Choice>
          <mc:Fallback xmlns="">
            <p:pic>
              <p:nvPicPr>
                <p:cNvPr id="58" name="Ink 57">
                  <a:extLst>
                    <a:ext uri="{FF2B5EF4-FFF2-40B4-BE49-F238E27FC236}">
                      <a16:creationId xmlns:a16="http://schemas.microsoft.com/office/drawing/2014/main" id="{A013E4EE-206E-226F-D000-27248B33BEA7}"/>
                    </a:ext>
                  </a:extLst>
                </p:cNvPr>
                <p:cNvPicPr/>
                <p:nvPr/>
              </p:nvPicPr>
              <p:blipFill>
                <a:blip r:embed="rId91"/>
                <a:stretch>
                  <a:fillRect/>
                </a:stretch>
              </p:blipFill>
              <p:spPr>
                <a:xfrm>
                  <a:off x="1338600" y="2886000"/>
                  <a:ext cx="3142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095EB59A-353E-4B23-EA7D-1D304D85C2C3}"/>
                    </a:ext>
                  </a:extLst>
                </p14:cNvPr>
                <p14:cNvContentPartPr/>
                <p14:nvPr/>
              </p14:nvContentPartPr>
              <p14:xfrm>
                <a:off x="1636680" y="3027840"/>
                <a:ext cx="237240" cy="98280"/>
              </p14:xfrm>
            </p:contentPart>
          </mc:Choice>
          <mc:Fallback xmlns="">
            <p:pic>
              <p:nvPicPr>
                <p:cNvPr id="59" name="Ink 58">
                  <a:extLst>
                    <a:ext uri="{FF2B5EF4-FFF2-40B4-BE49-F238E27FC236}">
                      <a16:creationId xmlns:a16="http://schemas.microsoft.com/office/drawing/2014/main" id="{095EB59A-353E-4B23-EA7D-1D304D85C2C3}"/>
                    </a:ext>
                  </a:extLst>
                </p:cNvPr>
                <p:cNvPicPr/>
                <p:nvPr/>
              </p:nvPicPr>
              <p:blipFill>
                <a:blip r:embed="rId93"/>
                <a:stretch>
                  <a:fillRect/>
                </a:stretch>
              </p:blipFill>
              <p:spPr>
                <a:xfrm>
                  <a:off x="1632360" y="3023520"/>
                  <a:ext cx="2458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67BC317C-7522-8CBF-509C-F5A8896B3E67}"/>
                    </a:ext>
                  </a:extLst>
                </p14:cNvPr>
                <p14:cNvContentPartPr/>
                <p14:nvPr/>
              </p14:nvContentPartPr>
              <p14:xfrm>
                <a:off x="1942680" y="2932080"/>
                <a:ext cx="69840" cy="320040"/>
              </p14:xfrm>
            </p:contentPart>
          </mc:Choice>
          <mc:Fallback xmlns="">
            <p:pic>
              <p:nvPicPr>
                <p:cNvPr id="60" name="Ink 59">
                  <a:extLst>
                    <a:ext uri="{FF2B5EF4-FFF2-40B4-BE49-F238E27FC236}">
                      <a16:creationId xmlns:a16="http://schemas.microsoft.com/office/drawing/2014/main" id="{67BC317C-7522-8CBF-509C-F5A8896B3E67}"/>
                    </a:ext>
                  </a:extLst>
                </p:cNvPr>
                <p:cNvPicPr/>
                <p:nvPr/>
              </p:nvPicPr>
              <p:blipFill>
                <a:blip r:embed="rId95"/>
                <a:stretch>
                  <a:fillRect/>
                </a:stretch>
              </p:blipFill>
              <p:spPr>
                <a:xfrm>
                  <a:off x="1938360" y="2927760"/>
                  <a:ext cx="78480" cy="328680"/>
                </a:xfrm>
                <a:prstGeom prst="rect">
                  <a:avLst/>
                </a:prstGeom>
              </p:spPr>
            </p:pic>
          </mc:Fallback>
        </mc:AlternateContent>
      </p:grpSp>
      <p:grpSp>
        <p:nvGrpSpPr>
          <p:cNvPr id="67" name="Group 66">
            <a:extLst>
              <a:ext uri="{FF2B5EF4-FFF2-40B4-BE49-F238E27FC236}">
                <a16:creationId xmlns:a16="http://schemas.microsoft.com/office/drawing/2014/main" id="{DA2790B5-40E6-B2C6-C185-34DEEE1C3D6B}"/>
              </a:ext>
            </a:extLst>
          </p:cNvPr>
          <p:cNvGrpSpPr/>
          <p:nvPr/>
        </p:nvGrpSpPr>
        <p:grpSpPr>
          <a:xfrm>
            <a:off x="2477640" y="3111360"/>
            <a:ext cx="393480" cy="98640"/>
            <a:chOff x="2477640" y="3111360"/>
            <a:chExt cx="393480" cy="98640"/>
          </a:xfrm>
        </p:grpSpPr>
        <mc:AlternateContent xmlns:mc="http://schemas.openxmlformats.org/markup-compatibility/2006" xmlns:p14="http://schemas.microsoft.com/office/powerpoint/2010/main">
          <mc:Choice Requires="p14">
            <p:contentPart p14:bwMode="auto" r:id="rId96">
              <p14:nvContentPartPr>
                <p14:cNvPr id="61" name="Ink 60">
                  <a:extLst>
                    <a:ext uri="{FF2B5EF4-FFF2-40B4-BE49-F238E27FC236}">
                      <a16:creationId xmlns:a16="http://schemas.microsoft.com/office/drawing/2014/main" id="{CB4F35DC-2FE5-107A-2AD6-5F96AC915FDB}"/>
                    </a:ext>
                  </a:extLst>
                </p14:cNvPr>
                <p14:cNvContentPartPr/>
                <p14:nvPr/>
              </p14:nvContentPartPr>
              <p14:xfrm>
                <a:off x="2477640" y="3111360"/>
                <a:ext cx="243000" cy="15840"/>
              </p14:xfrm>
            </p:contentPart>
          </mc:Choice>
          <mc:Fallback xmlns="">
            <p:pic>
              <p:nvPicPr>
                <p:cNvPr id="61" name="Ink 60">
                  <a:extLst>
                    <a:ext uri="{FF2B5EF4-FFF2-40B4-BE49-F238E27FC236}">
                      <a16:creationId xmlns:a16="http://schemas.microsoft.com/office/drawing/2014/main" id="{CB4F35DC-2FE5-107A-2AD6-5F96AC915FDB}"/>
                    </a:ext>
                  </a:extLst>
                </p:cNvPr>
                <p:cNvPicPr/>
                <p:nvPr/>
              </p:nvPicPr>
              <p:blipFill>
                <a:blip r:embed="rId97"/>
                <a:stretch>
                  <a:fillRect/>
                </a:stretch>
              </p:blipFill>
              <p:spPr>
                <a:xfrm>
                  <a:off x="2473320" y="3107040"/>
                  <a:ext cx="2516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5F83E737-31EB-4A72-2209-030010BD657C}"/>
                    </a:ext>
                  </a:extLst>
                </p14:cNvPr>
                <p14:cNvContentPartPr/>
                <p14:nvPr/>
              </p14:nvContentPartPr>
              <p14:xfrm>
                <a:off x="2595360" y="3192000"/>
                <a:ext cx="275760" cy="18000"/>
              </p14:xfrm>
            </p:contentPart>
          </mc:Choice>
          <mc:Fallback xmlns="">
            <p:pic>
              <p:nvPicPr>
                <p:cNvPr id="62" name="Ink 61">
                  <a:extLst>
                    <a:ext uri="{FF2B5EF4-FFF2-40B4-BE49-F238E27FC236}">
                      <a16:creationId xmlns:a16="http://schemas.microsoft.com/office/drawing/2014/main" id="{5F83E737-31EB-4A72-2209-030010BD657C}"/>
                    </a:ext>
                  </a:extLst>
                </p:cNvPr>
                <p:cNvPicPr/>
                <p:nvPr/>
              </p:nvPicPr>
              <p:blipFill>
                <a:blip r:embed="rId99"/>
                <a:stretch>
                  <a:fillRect/>
                </a:stretch>
              </p:blipFill>
              <p:spPr>
                <a:xfrm>
                  <a:off x="2591040" y="3187680"/>
                  <a:ext cx="284400" cy="26640"/>
                </a:xfrm>
                <a:prstGeom prst="rect">
                  <a:avLst/>
                </a:prstGeom>
              </p:spPr>
            </p:pic>
          </mc:Fallback>
        </mc:AlternateContent>
      </p:grpSp>
      <p:grpSp>
        <p:nvGrpSpPr>
          <p:cNvPr id="66" name="Group 65">
            <a:extLst>
              <a:ext uri="{FF2B5EF4-FFF2-40B4-BE49-F238E27FC236}">
                <a16:creationId xmlns:a16="http://schemas.microsoft.com/office/drawing/2014/main" id="{799A9BAE-59F2-B96C-F085-E6C602ABDB31}"/>
              </a:ext>
            </a:extLst>
          </p:cNvPr>
          <p:cNvGrpSpPr/>
          <p:nvPr/>
        </p:nvGrpSpPr>
        <p:grpSpPr>
          <a:xfrm>
            <a:off x="3144000" y="2822640"/>
            <a:ext cx="497160" cy="287280"/>
            <a:chOff x="3144000" y="2822640"/>
            <a:chExt cx="497160" cy="28728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C7D9D523-6393-B883-9048-79D0DDFDFF85}"/>
                    </a:ext>
                  </a:extLst>
                </p14:cNvPr>
                <p14:cNvContentPartPr/>
                <p14:nvPr/>
              </p14:nvContentPartPr>
              <p14:xfrm>
                <a:off x="3157320" y="2822640"/>
                <a:ext cx="275760" cy="189360"/>
              </p14:xfrm>
            </p:contentPart>
          </mc:Choice>
          <mc:Fallback xmlns="">
            <p:pic>
              <p:nvPicPr>
                <p:cNvPr id="63" name="Ink 62">
                  <a:extLst>
                    <a:ext uri="{FF2B5EF4-FFF2-40B4-BE49-F238E27FC236}">
                      <a16:creationId xmlns:a16="http://schemas.microsoft.com/office/drawing/2014/main" id="{C7D9D523-6393-B883-9048-79D0DDFDFF85}"/>
                    </a:ext>
                  </a:extLst>
                </p:cNvPr>
                <p:cNvPicPr/>
                <p:nvPr/>
              </p:nvPicPr>
              <p:blipFill>
                <a:blip r:embed="rId101"/>
                <a:stretch>
                  <a:fillRect/>
                </a:stretch>
              </p:blipFill>
              <p:spPr>
                <a:xfrm>
                  <a:off x="3153000" y="2818320"/>
                  <a:ext cx="2844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3B771ECC-5F3C-CA00-176E-3EF937E88C27}"/>
                    </a:ext>
                  </a:extLst>
                </p14:cNvPr>
                <p14:cNvContentPartPr/>
                <p14:nvPr/>
              </p14:nvContentPartPr>
              <p14:xfrm>
                <a:off x="3144000" y="3090480"/>
                <a:ext cx="497160" cy="19440"/>
              </p14:xfrm>
            </p:contentPart>
          </mc:Choice>
          <mc:Fallback xmlns="">
            <p:pic>
              <p:nvPicPr>
                <p:cNvPr id="64" name="Ink 63">
                  <a:extLst>
                    <a:ext uri="{FF2B5EF4-FFF2-40B4-BE49-F238E27FC236}">
                      <a16:creationId xmlns:a16="http://schemas.microsoft.com/office/drawing/2014/main" id="{3B771ECC-5F3C-CA00-176E-3EF937E88C27}"/>
                    </a:ext>
                  </a:extLst>
                </p:cNvPr>
                <p:cNvPicPr/>
                <p:nvPr/>
              </p:nvPicPr>
              <p:blipFill>
                <a:blip r:embed="rId103"/>
                <a:stretch>
                  <a:fillRect/>
                </a:stretch>
              </p:blipFill>
              <p:spPr>
                <a:xfrm>
                  <a:off x="3139680" y="3086160"/>
                  <a:ext cx="505800" cy="2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981712BD-6403-AD64-8050-ECC8547E74EF}"/>
                  </a:ext>
                </a:extLst>
              </p14:cNvPr>
              <p14:cNvContentPartPr/>
              <p14:nvPr/>
            </p14:nvContentPartPr>
            <p14:xfrm>
              <a:off x="3261360" y="3315840"/>
              <a:ext cx="348840" cy="167400"/>
            </p14:xfrm>
          </p:contentPart>
        </mc:Choice>
        <mc:Fallback xmlns="">
          <p:pic>
            <p:nvPicPr>
              <p:cNvPr id="65" name="Ink 64">
                <a:extLst>
                  <a:ext uri="{FF2B5EF4-FFF2-40B4-BE49-F238E27FC236}">
                    <a16:creationId xmlns:a16="http://schemas.microsoft.com/office/drawing/2014/main" id="{981712BD-6403-AD64-8050-ECC8547E74EF}"/>
                  </a:ext>
                </a:extLst>
              </p:cNvPr>
              <p:cNvPicPr/>
              <p:nvPr/>
            </p:nvPicPr>
            <p:blipFill>
              <a:blip r:embed="rId105"/>
              <a:stretch>
                <a:fillRect/>
              </a:stretch>
            </p:blipFill>
            <p:spPr>
              <a:xfrm>
                <a:off x="3257040" y="3311520"/>
                <a:ext cx="357480" cy="176040"/>
              </a:xfrm>
              <a:prstGeom prst="rect">
                <a:avLst/>
              </a:prstGeom>
            </p:spPr>
          </p:pic>
        </mc:Fallback>
      </mc:AlternateContent>
      <p:grpSp>
        <p:nvGrpSpPr>
          <p:cNvPr id="73" name="Group 72">
            <a:extLst>
              <a:ext uri="{FF2B5EF4-FFF2-40B4-BE49-F238E27FC236}">
                <a16:creationId xmlns:a16="http://schemas.microsoft.com/office/drawing/2014/main" id="{B5A0CA9A-0D01-06AD-78D8-52E2FE8ABDBE}"/>
              </a:ext>
            </a:extLst>
          </p:cNvPr>
          <p:cNvGrpSpPr/>
          <p:nvPr/>
        </p:nvGrpSpPr>
        <p:grpSpPr>
          <a:xfrm>
            <a:off x="7428720" y="2980680"/>
            <a:ext cx="1034640" cy="502560"/>
            <a:chOff x="7428720" y="2980680"/>
            <a:chExt cx="1034640" cy="502560"/>
          </a:xfrm>
        </p:grpSpPr>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78F2C3B6-6947-C9E2-7BEC-4F940C075965}"/>
                    </a:ext>
                  </a:extLst>
                </p14:cNvPr>
                <p14:cNvContentPartPr/>
                <p14:nvPr/>
              </p14:nvContentPartPr>
              <p14:xfrm>
                <a:off x="7428720" y="2980680"/>
                <a:ext cx="271440" cy="382320"/>
              </p14:xfrm>
            </p:contentPart>
          </mc:Choice>
          <mc:Fallback xmlns="">
            <p:pic>
              <p:nvPicPr>
                <p:cNvPr id="69" name="Ink 68">
                  <a:extLst>
                    <a:ext uri="{FF2B5EF4-FFF2-40B4-BE49-F238E27FC236}">
                      <a16:creationId xmlns:a16="http://schemas.microsoft.com/office/drawing/2014/main" id="{78F2C3B6-6947-C9E2-7BEC-4F940C075965}"/>
                    </a:ext>
                  </a:extLst>
                </p:cNvPr>
                <p:cNvPicPr/>
                <p:nvPr/>
              </p:nvPicPr>
              <p:blipFill>
                <a:blip r:embed="rId107"/>
                <a:stretch>
                  <a:fillRect/>
                </a:stretch>
              </p:blipFill>
              <p:spPr>
                <a:xfrm>
                  <a:off x="7424400" y="2976360"/>
                  <a:ext cx="28008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B3CCE374-A27A-F8D6-512D-846000A6879E}"/>
                    </a:ext>
                  </a:extLst>
                </p14:cNvPr>
                <p14:cNvContentPartPr/>
                <p14:nvPr/>
              </p14:nvContentPartPr>
              <p14:xfrm>
                <a:off x="7786200" y="2983560"/>
                <a:ext cx="270360" cy="426960"/>
              </p14:xfrm>
            </p:contentPart>
          </mc:Choice>
          <mc:Fallback xmlns="">
            <p:pic>
              <p:nvPicPr>
                <p:cNvPr id="70" name="Ink 69">
                  <a:extLst>
                    <a:ext uri="{FF2B5EF4-FFF2-40B4-BE49-F238E27FC236}">
                      <a16:creationId xmlns:a16="http://schemas.microsoft.com/office/drawing/2014/main" id="{B3CCE374-A27A-F8D6-512D-846000A6879E}"/>
                    </a:ext>
                  </a:extLst>
                </p:cNvPr>
                <p:cNvPicPr/>
                <p:nvPr/>
              </p:nvPicPr>
              <p:blipFill>
                <a:blip r:embed="rId109"/>
                <a:stretch>
                  <a:fillRect/>
                </a:stretch>
              </p:blipFill>
              <p:spPr>
                <a:xfrm>
                  <a:off x="7781880" y="2979240"/>
                  <a:ext cx="27900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732F12CF-EF53-DBEF-566E-F6805C955B4E}"/>
                    </a:ext>
                  </a:extLst>
                </p14:cNvPr>
                <p14:cNvContentPartPr/>
                <p14:nvPr/>
              </p14:nvContentPartPr>
              <p14:xfrm>
                <a:off x="7990680" y="3182280"/>
                <a:ext cx="194760" cy="126000"/>
              </p14:xfrm>
            </p:contentPart>
          </mc:Choice>
          <mc:Fallback xmlns="">
            <p:pic>
              <p:nvPicPr>
                <p:cNvPr id="71" name="Ink 70">
                  <a:extLst>
                    <a:ext uri="{FF2B5EF4-FFF2-40B4-BE49-F238E27FC236}">
                      <a16:creationId xmlns:a16="http://schemas.microsoft.com/office/drawing/2014/main" id="{732F12CF-EF53-DBEF-566E-F6805C955B4E}"/>
                    </a:ext>
                  </a:extLst>
                </p:cNvPr>
                <p:cNvPicPr/>
                <p:nvPr/>
              </p:nvPicPr>
              <p:blipFill>
                <a:blip r:embed="rId111"/>
                <a:stretch>
                  <a:fillRect/>
                </a:stretch>
              </p:blipFill>
              <p:spPr>
                <a:xfrm>
                  <a:off x="7986360" y="3177960"/>
                  <a:ext cx="2034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BF8E1E55-6E9A-409D-3138-17A2C3E4BD98}"/>
                    </a:ext>
                  </a:extLst>
                </p14:cNvPr>
                <p14:cNvContentPartPr/>
                <p14:nvPr/>
              </p14:nvContentPartPr>
              <p14:xfrm>
                <a:off x="8231880" y="3035040"/>
                <a:ext cx="231480" cy="448200"/>
              </p14:xfrm>
            </p:contentPart>
          </mc:Choice>
          <mc:Fallback xmlns="">
            <p:pic>
              <p:nvPicPr>
                <p:cNvPr id="72" name="Ink 71">
                  <a:extLst>
                    <a:ext uri="{FF2B5EF4-FFF2-40B4-BE49-F238E27FC236}">
                      <a16:creationId xmlns:a16="http://schemas.microsoft.com/office/drawing/2014/main" id="{BF8E1E55-6E9A-409D-3138-17A2C3E4BD98}"/>
                    </a:ext>
                  </a:extLst>
                </p:cNvPr>
                <p:cNvPicPr/>
                <p:nvPr/>
              </p:nvPicPr>
              <p:blipFill>
                <a:blip r:embed="rId113"/>
                <a:stretch>
                  <a:fillRect/>
                </a:stretch>
              </p:blipFill>
              <p:spPr>
                <a:xfrm>
                  <a:off x="8227560" y="3030720"/>
                  <a:ext cx="240120" cy="456840"/>
                </a:xfrm>
                <a:prstGeom prst="rect">
                  <a:avLst/>
                </a:prstGeom>
              </p:spPr>
            </p:pic>
          </mc:Fallback>
        </mc:AlternateContent>
      </p:grpSp>
    </p:spTree>
    <p:extLst>
      <p:ext uri="{BB962C8B-B14F-4D97-AF65-F5344CB8AC3E}">
        <p14:creationId xmlns:p14="http://schemas.microsoft.com/office/powerpoint/2010/main" val="3806434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403C47-946B-B361-2489-ACA56CBA0A85}"/>
              </a:ext>
            </a:extLst>
          </p:cNvPr>
          <p:cNvSpPr>
            <a:spLocks noGrp="1"/>
          </p:cNvSpPr>
          <p:nvPr>
            <p:ph type="sldNum" sz="quarter" idx="12"/>
          </p:nvPr>
        </p:nvSpPr>
        <p:spPr/>
        <p:txBody>
          <a:bodyPr/>
          <a:lstStyle/>
          <a:p>
            <a:fld id="{AD2B2EE5-B8BC-4D24-A25E-F2DF61737E68}" type="slidenum">
              <a:rPr lang="en-US" smtClean="0"/>
              <a:pPr/>
              <a:t>35</a:t>
            </a:fld>
            <a:endParaRPr lang="en-US"/>
          </a:p>
        </p:txBody>
      </p:sp>
      <p:grpSp>
        <p:nvGrpSpPr>
          <p:cNvPr id="17" name="Group 16">
            <a:extLst>
              <a:ext uri="{FF2B5EF4-FFF2-40B4-BE49-F238E27FC236}">
                <a16:creationId xmlns:a16="http://schemas.microsoft.com/office/drawing/2014/main" id="{F5DE010C-ECB6-357C-8E4B-B60E3E2F458C}"/>
              </a:ext>
            </a:extLst>
          </p:cNvPr>
          <p:cNvGrpSpPr/>
          <p:nvPr/>
        </p:nvGrpSpPr>
        <p:grpSpPr>
          <a:xfrm>
            <a:off x="1547760" y="747600"/>
            <a:ext cx="1090080" cy="408240"/>
            <a:chOff x="1547760" y="747600"/>
            <a:chExt cx="1090080" cy="40824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B34B531-CB24-18D0-2534-3FC9445CD22E}"/>
                    </a:ext>
                  </a:extLst>
                </p14:cNvPr>
                <p14:cNvContentPartPr/>
                <p14:nvPr/>
              </p14:nvContentPartPr>
              <p14:xfrm>
                <a:off x="1552080" y="890520"/>
                <a:ext cx="33120" cy="233280"/>
              </p14:xfrm>
            </p:contentPart>
          </mc:Choice>
          <mc:Fallback xmlns="">
            <p:pic>
              <p:nvPicPr>
                <p:cNvPr id="3" name="Ink 2">
                  <a:extLst>
                    <a:ext uri="{FF2B5EF4-FFF2-40B4-BE49-F238E27FC236}">
                      <a16:creationId xmlns:a16="http://schemas.microsoft.com/office/drawing/2014/main" id="{CB34B531-CB24-18D0-2534-3FC9445CD22E}"/>
                    </a:ext>
                  </a:extLst>
                </p:cNvPr>
                <p:cNvPicPr/>
                <p:nvPr/>
              </p:nvPicPr>
              <p:blipFill>
                <a:blip r:embed="rId3"/>
                <a:stretch>
                  <a:fillRect/>
                </a:stretch>
              </p:blipFill>
              <p:spPr>
                <a:xfrm>
                  <a:off x="1547760" y="886200"/>
                  <a:ext cx="417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8B80D2F-34F3-6049-56B4-FD7AF0C6A985}"/>
                    </a:ext>
                  </a:extLst>
                </p14:cNvPr>
                <p14:cNvContentPartPr/>
                <p14:nvPr/>
              </p14:nvContentPartPr>
              <p14:xfrm>
                <a:off x="1547760" y="829320"/>
                <a:ext cx="162720" cy="326520"/>
              </p14:xfrm>
            </p:contentPart>
          </mc:Choice>
          <mc:Fallback xmlns="">
            <p:pic>
              <p:nvPicPr>
                <p:cNvPr id="4" name="Ink 3">
                  <a:extLst>
                    <a:ext uri="{FF2B5EF4-FFF2-40B4-BE49-F238E27FC236}">
                      <a16:creationId xmlns:a16="http://schemas.microsoft.com/office/drawing/2014/main" id="{38B80D2F-34F3-6049-56B4-FD7AF0C6A985}"/>
                    </a:ext>
                  </a:extLst>
                </p:cNvPr>
                <p:cNvPicPr/>
                <p:nvPr/>
              </p:nvPicPr>
              <p:blipFill>
                <a:blip r:embed="rId5"/>
                <a:stretch>
                  <a:fillRect/>
                </a:stretch>
              </p:blipFill>
              <p:spPr>
                <a:xfrm>
                  <a:off x="1543440" y="825000"/>
                  <a:ext cx="17136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0A355C6B-6786-529B-811E-2A314C080178}"/>
                    </a:ext>
                  </a:extLst>
                </p14:cNvPr>
                <p14:cNvContentPartPr/>
                <p14:nvPr/>
              </p14:nvContentPartPr>
              <p14:xfrm>
                <a:off x="1779240" y="1029120"/>
                <a:ext cx="206280" cy="123480"/>
              </p14:xfrm>
            </p:contentPart>
          </mc:Choice>
          <mc:Fallback xmlns="">
            <p:pic>
              <p:nvPicPr>
                <p:cNvPr id="5" name="Ink 4">
                  <a:extLst>
                    <a:ext uri="{FF2B5EF4-FFF2-40B4-BE49-F238E27FC236}">
                      <a16:creationId xmlns:a16="http://schemas.microsoft.com/office/drawing/2014/main" id="{0A355C6B-6786-529B-811E-2A314C080178}"/>
                    </a:ext>
                  </a:extLst>
                </p:cNvPr>
                <p:cNvPicPr/>
                <p:nvPr/>
              </p:nvPicPr>
              <p:blipFill>
                <a:blip r:embed="rId7"/>
                <a:stretch>
                  <a:fillRect/>
                </a:stretch>
              </p:blipFill>
              <p:spPr>
                <a:xfrm>
                  <a:off x="1774920" y="1024800"/>
                  <a:ext cx="2149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CDBD66D-6C42-B747-5F8A-C7660AC42A05}"/>
                    </a:ext>
                  </a:extLst>
                </p14:cNvPr>
                <p14:cNvContentPartPr/>
                <p14:nvPr/>
              </p14:nvContentPartPr>
              <p14:xfrm>
                <a:off x="2065080" y="863520"/>
                <a:ext cx="92160" cy="270000"/>
              </p14:xfrm>
            </p:contentPart>
          </mc:Choice>
          <mc:Fallback xmlns="">
            <p:pic>
              <p:nvPicPr>
                <p:cNvPr id="6" name="Ink 5">
                  <a:extLst>
                    <a:ext uri="{FF2B5EF4-FFF2-40B4-BE49-F238E27FC236}">
                      <a16:creationId xmlns:a16="http://schemas.microsoft.com/office/drawing/2014/main" id="{5CDBD66D-6C42-B747-5F8A-C7660AC42A05}"/>
                    </a:ext>
                  </a:extLst>
                </p:cNvPr>
                <p:cNvPicPr/>
                <p:nvPr/>
              </p:nvPicPr>
              <p:blipFill>
                <a:blip r:embed="rId9"/>
                <a:stretch>
                  <a:fillRect/>
                </a:stretch>
              </p:blipFill>
              <p:spPr>
                <a:xfrm>
                  <a:off x="2060760" y="859200"/>
                  <a:ext cx="10080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E96C5B9A-31B6-BDD3-F0A3-122D3B813EEB}"/>
                    </a:ext>
                  </a:extLst>
                </p14:cNvPr>
                <p14:cNvContentPartPr/>
                <p14:nvPr/>
              </p14:nvContentPartPr>
              <p14:xfrm>
                <a:off x="2272080" y="747600"/>
                <a:ext cx="87120" cy="346680"/>
              </p14:xfrm>
            </p:contentPart>
          </mc:Choice>
          <mc:Fallback xmlns="">
            <p:pic>
              <p:nvPicPr>
                <p:cNvPr id="7" name="Ink 6">
                  <a:extLst>
                    <a:ext uri="{FF2B5EF4-FFF2-40B4-BE49-F238E27FC236}">
                      <a16:creationId xmlns:a16="http://schemas.microsoft.com/office/drawing/2014/main" id="{E96C5B9A-31B6-BDD3-F0A3-122D3B813EEB}"/>
                    </a:ext>
                  </a:extLst>
                </p:cNvPr>
                <p:cNvPicPr/>
                <p:nvPr/>
              </p:nvPicPr>
              <p:blipFill>
                <a:blip r:embed="rId11"/>
                <a:stretch>
                  <a:fillRect/>
                </a:stretch>
              </p:blipFill>
              <p:spPr>
                <a:xfrm>
                  <a:off x="2267760" y="743280"/>
                  <a:ext cx="957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37382F8D-C714-CB49-5E2A-38D48A83FF25}"/>
                    </a:ext>
                  </a:extLst>
                </p14:cNvPr>
                <p14:cNvContentPartPr/>
                <p14:nvPr/>
              </p14:nvContentPartPr>
              <p14:xfrm>
                <a:off x="2439480" y="755160"/>
                <a:ext cx="71640" cy="312120"/>
              </p14:xfrm>
            </p:contentPart>
          </mc:Choice>
          <mc:Fallback xmlns="">
            <p:pic>
              <p:nvPicPr>
                <p:cNvPr id="8" name="Ink 7">
                  <a:extLst>
                    <a:ext uri="{FF2B5EF4-FFF2-40B4-BE49-F238E27FC236}">
                      <a16:creationId xmlns:a16="http://schemas.microsoft.com/office/drawing/2014/main" id="{37382F8D-C714-CB49-5E2A-38D48A83FF25}"/>
                    </a:ext>
                  </a:extLst>
                </p:cNvPr>
                <p:cNvPicPr/>
                <p:nvPr/>
              </p:nvPicPr>
              <p:blipFill>
                <a:blip r:embed="rId13"/>
                <a:stretch>
                  <a:fillRect/>
                </a:stretch>
              </p:blipFill>
              <p:spPr>
                <a:xfrm>
                  <a:off x="2435160" y="750840"/>
                  <a:ext cx="802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54A707EB-3F43-6FDA-D951-B1EF3C4BA2BF}"/>
                    </a:ext>
                  </a:extLst>
                </p14:cNvPr>
                <p14:cNvContentPartPr/>
                <p14:nvPr/>
              </p14:nvContentPartPr>
              <p14:xfrm>
                <a:off x="2504640" y="922560"/>
                <a:ext cx="133200" cy="209160"/>
              </p14:xfrm>
            </p:contentPart>
          </mc:Choice>
          <mc:Fallback xmlns="">
            <p:pic>
              <p:nvPicPr>
                <p:cNvPr id="9" name="Ink 8">
                  <a:extLst>
                    <a:ext uri="{FF2B5EF4-FFF2-40B4-BE49-F238E27FC236}">
                      <a16:creationId xmlns:a16="http://schemas.microsoft.com/office/drawing/2014/main" id="{54A707EB-3F43-6FDA-D951-B1EF3C4BA2BF}"/>
                    </a:ext>
                  </a:extLst>
                </p:cNvPr>
                <p:cNvPicPr/>
                <p:nvPr/>
              </p:nvPicPr>
              <p:blipFill>
                <a:blip r:embed="rId15"/>
                <a:stretch>
                  <a:fillRect/>
                </a:stretch>
              </p:blipFill>
              <p:spPr>
                <a:xfrm>
                  <a:off x="2500320" y="918240"/>
                  <a:ext cx="141840" cy="217800"/>
                </a:xfrm>
                <a:prstGeom prst="rect">
                  <a:avLst/>
                </a:prstGeom>
              </p:spPr>
            </p:pic>
          </mc:Fallback>
        </mc:AlternateContent>
      </p:grpSp>
      <p:grpSp>
        <p:nvGrpSpPr>
          <p:cNvPr id="16" name="Group 15">
            <a:extLst>
              <a:ext uri="{FF2B5EF4-FFF2-40B4-BE49-F238E27FC236}">
                <a16:creationId xmlns:a16="http://schemas.microsoft.com/office/drawing/2014/main" id="{8DEAB1BE-5BC4-B025-A51F-AF2505D6698F}"/>
              </a:ext>
            </a:extLst>
          </p:cNvPr>
          <p:cNvGrpSpPr/>
          <p:nvPr/>
        </p:nvGrpSpPr>
        <p:grpSpPr>
          <a:xfrm>
            <a:off x="3140040" y="781440"/>
            <a:ext cx="980280" cy="356040"/>
            <a:chOff x="3140040" y="781440"/>
            <a:chExt cx="980280" cy="356040"/>
          </a:xfrm>
        </p:grpSpPr>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6D9778F-DD8A-778F-DCA2-CDA7F4FF04C3}"/>
                    </a:ext>
                  </a:extLst>
                </p14:cNvPr>
                <p14:cNvContentPartPr/>
                <p14:nvPr/>
              </p14:nvContentPartPr>
              <p14:xfrm>
                <a:off x="3140040" y="781440"/>
                <a:ext cx="312120" cy="342360"/>
              </p14:xfrm>
            </p:contentPart>
          </mc:Choice>
          <mc:Fallback xmlns="">
            <p:pic>
              <p:nvPicPr>
                <p:cNvPr id="10" name="Ink 9">
                  <a:extLst>
                    <a:ext uri="{FF2B5EF4-FFF2-40B4-BE49-F238E27FC236}">
                      <a16:creationId xmlns:a16="http://schemas.microsoft.com/office/drawing/2014/main" id="{E6D9778F-DD8A-778F-DCA2-CDA7F4FF04C3}"/>
                    </a:ext>
                  </a:extLst>
                </p:cNvPr>
                <p:cNvPicPr/>
                <p:nvPr/>
              </p:nvPicPr>
              <p:blipFill>
                <a:blip r:embed="rId17"/>
                <a:stretch>
                  <a:fillRect/>
                </a:stretch>
              </p:blipFill>
              <p:spPr>
                <a:xfrm>
                  <a:off x="3135720" y="777120"/>
                  <a:ext cx="32076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BFC8B371-6270-C1A2-8DDC-59E3418922A6}"/>
                    </a:ext>
                  </a:extLst>
                </p14:cNvPr>
                <p14:cNvContentPartPr/>
                <p14:nvPr/>
              </p14:nvContentPartPr>
              <p14:xfrm>
                <a:off x="3471240" y="976920"/>
                <a:ext cx="123480" cy="160560"/>
              </p14:xfrm>
            </p:contentPart>
          </mc:Choice>
          <mc:Fallback xmlns="">
            <p:pic>
              <p:nvPicPr>
                <p:cNvPr id="11" name="Ink 10">
                  <a:extLst>
                    <a:ext uri="{FF2B5EF4-FFF2-40B4-BE49-F238E27FC236}">
                      <a16:creationId xmlns:a16="http://schemas.microsoft.com/office/drawing/2014/main" id="{BFC8B371-6270-C1A2-8DDC-59E3418922A6}"/>
                    </a:ext>
                  </a:extLst>
                </p:cNvPr>
                <p:cNvPicPr/>
                <p:nvPr/>
              </p:nvPicPr>
              <p:blipFill>
                <a:blip r:embed="rId19"/>
                <a:stretch>
                  <a:fillRect/>
                </a:stretch>
              </p:blipFill>
              <p:spPr>
                <a:xfrm>
                  <a:off x="3466920" y="972600"/>
                  <a:ext cx="1321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4D882FF0-9BA1-AA0F-BA4E-C2241E26FB21}"/>
                    </a:ext>
                  </a:extLst>
                </p14:cNvPr>
                <p14:cNvContentPartPr/>
                <p14:nvPr/>
              </p14:nvContentPartPr>
              <p14:xfrm>
                <a:off x="3594360" y="994200"/>
                <a:ext cx="360" cy="360"/>
              </p14:xfrm>
            </p:contentPart>
          </mc:Choice>
          <mc:Fallback xmlns="">
            <p:pic>
              <p:nvPicPr>
                <p:cNvPr id="12" name="Ink 11">
                  <a:extLst>
                    <a:ext uri="{FF2B5EF4-FFF2-40B4-BE49-F238E27FC236}">
                      <a16:creationId xmlns:a16="http://schemas.microsoft.com/office/drawing/2014/main" id="{4D882FF0-9BA1-AA0F-BA4E-C2241E26FB21}"/>
                    </a:ext>
                  </a:extLst>
                </p:cNvPr>
                <p:cNvPicPr/>
                <p:nvPr/>
              </p:nvPicPr>
              <p:blipFill>
                <a:blip r:embed="rId21"/>
                <a:stretch>
                  <a:fillRect/>
                </a:stretch>
              </p:blipFill>
              <p:spPr>
                <a:xfrm>
                  <a:off x="3590040" y="98988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9CF10231-762A-D9A3-5993-2ABCF5BEEE8C}"/>
                    </a:ext>
                  </a:extLst>
                </p14:cNvPr>
                <p14:cNvContentPartPr/>
                <p14:nvPr/>
              </p14:nvContentPartPr>
              <p14:xfrm>
                <a:off x="3594360" y="915360"/>
                <a:ext cx="119880" cy="175320"/>
              </p14:xfrm>
            </p:contentPart>
          </mc:Choice>
          <mc:Fallback xmlns="">
            <p:pic>
              <p:nvPicPr>
                <p:cNvPr id="13" name="Ink 12">
                  <a:extLst>
                    <a:ext uri="{FF2B5EF4-FFF2-40B4-BE49-F238E27FC236}">
                      <a16:creationId xmlns:a16="http://schemas.microsoft.com/office/drawing/2014/main" id="{9CF10231-762A-D9A3-5993-2ABCF5BEEE8C}"/>
                    </a:ext>
                  </a:extLst>
                </p:cNvPr>
                <p:cNvPicPr/>
                <p:nvPr/>
              </p:nvPicPr>
              <p:blipFill>
                <a:blip r:embed="rId23"/>
                <a:stretch>
                  <a:fillRect/>
                </a:stretch>
              </p:blipFill>
              <p:spPr>
                <a:xfrm>
                  <a:off x="3590040" y="911040"/>
                  <a:ext cx="1285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F3DE3165-BD39-FD5E-FBD8-FEC9B382D1AA}"/>
                    </a:ext>
                  </a:extLst>
                </p14:cNvPr>
                <p14:cNvContentPartPr/>
                <p14:nvPr/>
              </p14:nvContentPartPr>
              <p14:xfrm>
                <a:off x="3948600" y="809160"/>
                <a:ext cx="79560" cy="304560"/>
              </p14:xfrm>
            </p:contentPart>
          </mc:Choice>
          <mc:Fallback xmlns="">
            <p:pic>
              <p:nvPicPr>
                <p:cNvPr id="14" name="Ink 13">
                  <a:extLst>
                    <a:ext uri="{FF2B5EF4-FFF2-40B4-BE49-F238E27FC236}">
                      <a16:creationId xmlns:a16="http://schemas.microsoft.com/office/drawing/2014/main" id="{F3DE3165-BD39-FD5E-FBD8-FEC9B382D1AA}"/>
                    </a:ext>
                  </a:extLst>
                </p:cNvPr>
                <p:cNvPicPr/>
                <p:nvPr/>
              </p:nvPicPr>
              <p:blipFill>
                <a:blip r:embed="rId25"/>
                <a:stretch>
                  <a:fillRect/>
                </a:stretch>
              </p:blipFill>
              <p:spPr>
                <a:xfrm>
                  <a:off x="3944280" y="804840"/>
                  <a:ext cx="882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F90515F9-5B44-E407-9A25-73A5B7318AC6}"/>
                    </a:ext>
                  </a:extLst>
                </p14:cNvPr>
                <p14:cNvContentPartPr/>
                <p14:nvPr/>
              </p14:nvContentPartPr>
              <p14:xfrm>
                <a:off x="3771480" y="967920"/>
                <a:ext cx="348840" cy="47880"/>
              </p14:xfrm>
            </p:contentPart>
          </mc:Choice>
          <mc:Fallback xmlns="">
            <p:pic>
              <p:nvPicPr>
                <p:cNvPr id="15" name="Ink 14">
                  <a:extLst>
                    <a:ext uri="{FF2B5EF4-FFF2-40B4-BE49-F238E27FC236}">
                      <a16:creationId xmlns:a16="http://schemas.microsoft.com/office/drawing/2014/main" id="{F90515F9-5B44-E407-9A25-73A5B7318AC6}"/>
                    </a:ext>
                  </a:extLst>
                </p:cNvPr>
                <p:cNvPicPr/>
                <p:nvPr/>
              </p:nvPicPr>
              <p:blipFill>
                <a:blip r:embed="rId27"/>
                <a:stretch>
                  <a:fillRect/>
                </a:stretch>
              </p:blipFill>
              <p:spPr>
                <a:xfrm>
                  <a:off x="3767160" y="963600"/>
                  <a:ext cx="357480" cy="5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8882B9B4-7005-8526-7B58-B77D6B27F791}"/>
                  </a:ext>
                </a:extLst>
              </p14:cNvPr>
              <p14:cNvContentPartPr/>
              <p14:nvPr/>
            </p14:nvContentPartPr>
            <p14:xfrm>
              <a:off x="2141040" y="1708800"/>
              <a:ext cx="90720" cy="377280"/>
            </p14:xfrm>
          </p:contentPart>
        </mc:Choice>
        <mc:Fallback xmlns="">
          <p:pic>
            <p:nvPicPr>
              <p:cNvPr id="18" name="Ink 17">
                <a:extLst>
                  <a:ext uri="{FF2B5EF4-FFF2-40B4-BE49-F238E27FC236}">
                    <a16:creationId xmlns:a16="http://schemas.microsoft.com/office/drawing/2014/main" id="{8882B9B4-7005-8526-7B58-B77D6B27F791}"/>
                  </a:ext>
                </a:extLst>
              </p:cNvPr>
              <p:cNvPicPr/>
              <p:nvPr/>
            </p:nvPicPr>
            <p:blipFill>
              <a:blip r:embed="rId29"/>
              <a:stretch>
                <a:fillRect/>
              </a:stretch>
            </p:blipFill>
            <p:spPr>
              <a:xfrm>
                <a:off x="2136720" y="1704480"/>
                <a:ext cx="993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E4E61B00-2C91-137E-E4F4-AF4D2F0E9B2C}"/>
                  </a:ext>
                </a:extLst>
              </p14:cNvPr>
              <p14:cNvContentPartPr/>
              <p14:nvPr/>
            </p14:nvContentPartPr>
            <p14:xfrm>
              <a:off x="2195040" y="1505760"/>
              <a:ext cx="4510440" cy="704880"/>
            </p14:xfrm>
          </p:contentPart>
        </mc:Choice>
        <mc:Fallback xmlns="">
          <p:pic>
            <p:nvPicPr>
              <p:cNvPr id="19" name="Ink 18">
                <a:extLst>
                  <a:ext uri="{FF2B5EF4-FFF2-40B4-BE49-F238E27FC236}">
                    <a16:creationId xmlns:a16="http://schemas.microsoft.com/office/drawing/2014/main" id="{E4E61B00-2C91-137E-E4F4-AF4D2F0E9B2C}"/>
                  </a:ext>
                </a:extLst>
              </p:cNvPr>
              <p:cNvPicPr/>
              <p:nvPr/>
            </p:nvPicPr>
            <p:blipFill>
              <a:blip r:embed="rId31"/>
              <a:stretch>
                <a:fillRect/>
              </a:stretch>
            </p:blipFill>
            <p:spPr>
              <a:xfrm>
                <a:off x="2190720" y="1501440"/>
                <a:ext cx="451908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4B3DF9D6-52E3-7A0B-A291-51218BF49BAE}"/>
                  </a:ext>
                </a:extLst>
              </p14:cNvPr>
              <p14:cNvContentPartPr/>
              <p14:nvPr/>
            </p14:nvContentPartPr>
            <p14:xfrm>
              <a:off x="2233560" y="2060160"/>
              <a:ext cx="35280" cy="142920"/>
            </p14:xfrm>
          </p:contentPart>
        </mc:Choice>
        <mc:Fallback xmlns="">
          <p:pic>
            <p:nvPicPr>
              <p:cNvPr id="20" name="Ink 19">
                <a:extLst>
                  <a:ext uri="{FF2B5EF4-FFF2-40B4-BE49-F238E27FC236}">
                    <a16:creationId xmlns:a16="http://schemas.microsoft.com/office/drawing/2014/main" id="{4B3DF9D6-52E3-7A0B-A291-51218BF49BAE}"/>
                  </a:ext>
                </a:extLst>
              </p:cNvPr>
              <p:cNvPicPr/>
              <p:nvPr/>
            </p:nvPicPr>
            <p:blipFill>
              <a:blip r:embed="rId33"/>
              <a:stretch>
                <a:fillRect/>
              </a:stretch>
            </p:blipFill>
            <p:spPr>
              <a:xfrm>
                <a:off x="2229240" y="2055840"/>
                <a:ext cx="439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4F4FB337-6242-E78C-8C31-FE13AAE6C745}"/>
                  </a:ext>
                </a:extLst>
              </p14:cNvPr>
              <p14:cNvContentPartPr/>
              <p14:nvPr/>
            </p14:nvContentPartPr>
            <p14:xfrm>
              <a:off x="2639640" y="1726800"/>
              <a:ext cx="33120" cy="439560"/>
            </p14:xfrm>
          </p:contentPart>
        </mc:Choice>
        <mc:Fallback xmlns="">
          <p:pic>
            <p:nvPicPr>
              <p:cNvPr id="21" name="Ink 20">
                <a:extLst>
                  <a:ext uri="{FF2B5EF4-FFF2-40B4-BE49-F238E27FC236}">
                    <a16:creationId xmlns:a16="http://schemas.microsoft.com/office/drawing/2014/main" id="{4F4FB337-6242-E78C-8C31-FE13AAE6C745}"/>
                  </a:ext>
                </a:extLst>
              </p:cNvPr>
              <p:cNvPicPr/>
              <p:nvPr/>
            </p:nvPicPr>
            <p:blipFill>
              <a:blip r:embed="rId35"/>
              <a:stretch>
                <a:fillRect/>
              </a:stretch>
            </p:blipFill>
            <p:spPr>
              <a:xfrm>
                <a:off x="2635320" y="1722480"/>
                <a:ext cx="417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8D20B5E4-CB56-4C48-4FE0-E47D419ACE22}"/>
                  </a:ext>
                </a:extLst>
              </p14:cNvPr>
              <p14:cNvContentPartPr/>
              <p14:nvPr/>
            </p14:nvContentPartPr>
            <p14:xfrm>
              <a:off x="3249840" y="1742640"/>
              <a:ext cx="19440" cy="403200"/>
            </p14:xfrm>
          </p:contentPart>
        </mc:Choice>
        <mc:Fallback xmlns="">
          <p:pic>
            <p:nvPicPr>
              <p:cNvPr id="22" name="Ink 21">
                <a:extLst>
                  <a:ext uri="{FF2B5EF4-FFF2-40B4-BE49-F238E27FC236}">
                    <a16:creationId xmlns:a16="http://schemas.microsoft.com/office/drawing/2014/main" id="{8D20B5E4-CB56-4C48-4FE0-E47D419ACE22}"/>
                  </a:ext>
                </a:extLst>
              </p:cNvPr>
              <p:cNvPicPr/>
              <p:nvPr/>
            </p:nvPicPr>
            <p:blipFill>
              <a:blip r:embed="rId37"/>
              <a:stretch>
                <a:fillRect/>
              </a:stretch>
            </p:blipFill>
            <p:spPr>
              <a:xfrm>
                <a:off x="3245520" y="1738320"/>
                <a:ext cx="2808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478CC6E9-288F-E740-8C50-E58D90CA302B}"/>
                  </a:ext>
                </a:extLst>
              </p14:cNvPr>
              <p14:cNvContentPartPr/>
              <p14:nvPr/>
            </p14:nvContentPartPr>
            <p14:xfrm>
              <a:off x="3715680" y="1689000"/>
              <a:ext cx="50400" cy="468000"/>
            </p14:xfrm>
          </p:contentPart>
        </mc:Choice>
        <mc:Fallback xmlns="">
          <p:pic>
            <p:nvPicPr>
              <p:cNvPr id="23" name="Ink 22">
                <a:extLst>
                  <a:ext uri="{FF2B5EF4-FFF2-40B4-BE49-F238E27FC236}">
                    <a16:creationId xmlns:a16="http://schemas.microsoft.com/office/drawing/2014/main" id="{478CC6E9-288F-E740-8C50-E58D90CA302B}"/>
                  </a:ext>
                </a:extLst>
              </p:cNvPr>
              <p:cNvPicPr/>
              <p:nvPr/>
            </p:nvPicPr>
            <p:blipFill>
              <a:blip r:embed="rId39"/>
              <a:stretch>
                <a:fillRect/>
              </a:stretch>
            </p:blipFill>
            <p:spPr>
              <a:xfrm>
                <a:off x="3711360" y="1684680"/>
                <a:ext cx="5904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9373B205-EB35-E322-7749-BEDE6EC1D136}"/>
                  </a:ext>
                </a:extLst>
              </p14:cNvPr>
              <p14:cNvContentPartPr/>
              <p14:nvPr/>
            </p14:nvContentPartPr>
            <p14:xfrm>
              <a:off x="5975400" y="1501800"/>
              <a:ext cx="56880" cy="557280"/>
            </p14:xfrm>
          </p:contentPart>
        </mc:Choice>
        <mc:Fallback xmlns="">
          <p:pic>
            <p:nvPicPr>
              <p:cNvPr id="30" name="Ink 29">
                <a:extLst>
                  <a:ext uri="{FF2B5EF4-FFF2-40B4-BE49-F238E27FC236}">
                    <a16:creationId xmlns:a16="http://schemas.microsoft.com/office/drawing/2014/main" id="{9373B205-EB35-E322-7749-BEDE6EC1D136}"/>
                  </a:ext>
                </a:extLst>
              </p:cNvPr>
              <p:cNvPicPr/>
              <p:nvPr/>
            </p:nvPicPr>
            <p:blipFill>
              <a:blip r:embed="rId41"/>
              <a:stretch>
                <a:fillRect/>
              </a:stretch>
            </p:blipFill>
            <p:spPr>
              <a:xfrm>
                <a:off x="5971080" y="1497480"/>
                <a:ext cx="6552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98C4B2F3-4C89-3F05-F77F-6A00F64FA502}"/>
                  </a:ext>
                </a:extLst>
              </p14:cNvPr>
              <p14:cNvContentPartPr/>
              <p14:nvPr/>
            </p14:nvContentPartPr>
            <p14:xfrm>
              <a:off x="171840" y="1871520"/>
              <a:ext cx="297000" cy="372600"/>
            </p14:xfrm>
          </p:contentPart>
        </mc:Choice>
        <mc:Fallback xmlns="">
          <p:pic>
            <p:nvPicPr>
              <p:cNvPr id="36" name="Ink 35">
                <a:extLst>
                  <a:ext uri="{FF2B5EF4-FFF2-40B4-BE49-F238E27FC236}">
                    <a16:creationId xmlns:a16="http://schemas.microsoft.com/office/drawing/2014/main" id="{98C4B2F3-4C89-3F05-F77F-6A00F64FA502}"/>
                  </a:ext>
                </a:extLst>
              </p:cNvPr>
              <p:cNvPicPr/>
              <p:nvPr/>
            </p:nvPicPr>
            <p:blipFill>
              <a:blip r:embed="rId43"/>
              <a:stretch>
                <a:fillRect/>
              </a:stretch>
            </p:blipFill>
            <p:spPr>
              <a:xfrm>
                <a:off x="167520" y="1867200"/>
                <a:ext cx="3056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C73E896C-1D65-3589-71B8-5DE86234D08A}"/>
                  </a:ext>
                </a:extLst>
              </p14:cNvPr>
              <p14:cNvContentPartPr/>
              <p14:nvPr/>
            </p14:nvContentPartPr>
            <p14:xfrm>
              <a:off x="431400" y="2069160"/>
              <a:ext cx="121680" cy="142200"/>
            </p14:xfrm>
          </p:contentPart>
        </mc:Choice>
        <mc:Fallback xmlns="">
          <p:pic>
            <p:nvPicPr>
              <p:cNvPr id="37" name="Ink 36">
                <a:extLst>
                  <a:ext uri="{FF2B5EF4-FFF2-40B4-BE49-F238E27FC236}">
                    <a16:creationId xmlns:a16="http://schemas.microsoft.com/office/drawing/2014/main" id="{C73E896C-1D65-3589-71B8-5DE86234D08A}"/>
                  </a:ext>
                </a:extLst>
              </p:cNvPr>
              <p:cNvPicPr/>
              <p:nvPr/>
            </p:nvPicPr>
            <p:blipFill>
              <a:blip r:embed="rId45"/>
              <a:stretch>
                <a:fillRect/>
              </a:stretch>
            </p:blipFill>
            <p:spPr>
              <a:xfrm>
                <a:off x="427080" y="2064840"/>
                <a:ext cx="130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2ED9B523-1C24-4ADB-61C2-E7CC349B1067}"/>
                  </a:ext>
                </a:extLst>
              </p14:cNvPr>
              <p14:cNvContentPartPr/>
              <p14:nvPr/>
            </p14:nvContentPartPr>
            <p14:xfrm>
              <a:off x="554880" y="1898520"/>
              <a:ext cx="68040" cy="307440"/>
            </p14:xfrm>
          </p:contentPart>
        </mc:Choice>
        <mc:Fallback xmlns="">
          <p:pic>
            <p:nvPicPr>
              <p:cNvPr id="38" name="Ink 37">
                <a:extLst>
                  <a:ext uri="{FF2B5EF4-FFF2-40B4-BE49-F238E27FC236}">
                    <a16:creationId xmlns:a16="http://schemas.microsoft.com/office/drawing/2014/main" id="{2ED9B523-1C24-4ADB-61C2-E7CC349B1067}"/>
                  </a:ext>
                </a:extLst>
              </p:cNvPr>
              <p:cNvPicPr/>
              <p:nvPr/>
            </p:nvPicPr>
            <p:blipFill>
              <a:blip r:embed="rId47"/>
              <a:stretch>
                <a:fillRect/>
              </a:stretch>
            </p:blipFill>
            <p:spPr>
              <a:xfrm>
                <a:off x="550560" y="1894200"/>
                <a:ext cx="766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300C13AA-BC1C-2148-D3DF-5AEC3FC53731}"/>
                  </a:ext>
                </a:extLst>
              </p14:cNvPr>
              <p14:cNvContentPartPr/>
              <p14:nvPr/>
            </p14:nvContentPartPr>
            <p14:xfrm>
              <a:off x="541560" y="2028840"/>
              <a:ext cx="267480" cy="210600"/>
            </p14:xfrm>
          </p:contentPart>
        </mc:Choice>
        <mc:Fallback xmlns="">
          <p:pic>
            <p:nvPicPr>
              <p:cNvPr id="39" name="Ink 38">
                <a:extLst>
                  <a:ext uri="{FF2B5EF4-FFF2-40B4-BE49-F238E27FC236}">
                    <a16:creationId xmlns:a16="http://schemas.microsoft.com/office/drawing/2014/main" id="{300C13AA-BC1C-2148-D3DF-5AEC3FC53731}"/>
                  </a:ext>
                </a:extLst>
              </p:cNvPr>
              <p:cNvPicPr/>
              <p:nvPr/>
            </p:nvPicPr>
            <p:blipFill>
              <a:blip r:embed="rId49"/>
              <a:stretch>
                <a:fillRect/>
              </a:stretch>
            </p:blipFill>
            <p:spPr>
              <a:xfrm>
                <a:off x="537240" y="2024520"/>
                <a:ext cx="2761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1C69D7AA-7919-F53E-8CBB-AC4BE6D73DF5}"/>
                  </a:ext>
                </a:extLst>
              </p14:cNvPr>
              <p14:cNvContentPartPr/>
              <p14:nvPr/>
            </p14:nvContentPartPr>
            <p14:xfrm>
              <a:off x="314400" y="2446080"/>
              <a:ext cx="36720" cy="303480"/>
            </p14:xfrm>
          </p:contentPart>
        </mc:Choice>
        <mc:Fallback xmlns="">
          <p:pic>
            <p:nvPicPr>
              <p:cNvPr id="40" name="Ink 39">
                <a:extLst>
                  <a:ext uri="{FF2B5EF4-FFF2-40B4-BE49-F238E27FC236}">
                    <a16:creationId xmlns:a16="http://schemas.microsoft.com/office/drawing/2014/main" id="{1C69D7AA-7919-F53E-8CBB-AC4BE6D73DF5}"/>
                  </a:ext>
                </a:extLst>
              </p:cNvPr>
              <p:cNvPicPr/>
              <p:nvPr/>
            </p:nvPicPr>
            <p:blipFill>
              <a:blip r:embed="rId51"/>
              <a:stretch>
                <a:fillRect/>
              </a:stretch>
            </p:blipFill>
            <p:spPr>
              <a:xfrm>
                <a:off x="310080" y="2441760"/>
                <a:ext cx="45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3459BEA4-185E-D9EF-6F7D-48FCA9E42A98}"/>
                  </a:ext>
                </a:extLst>
              </p14:cNvPr>
              <p14:cNvContentPartPr/>
              <p14:nvPr/>
            </p14:nvContentPartPr>
            <p14:xfrm>
              <a:off x="303960" y="2279760"/>
              <a:ext cx="553680" cy="512280"/>
            </p14:xfrm>
          </p:contentPart>
        </mc:Choice>
        <mc:Fallback xmlns="">
          <p:pic>
            <p:nvPicPr>
              <p:cNvPr id="41" name="Ink 40">
                <a:extLst>
                  <a:ext uri="{FF2B5EF4-FFF2-40B4-BE49-F238E27FC236}">
                    <a16:creationId xmlns:a16="http://schemas.microsoft.com/office/drawing/2014/main" id="{3459BEA4-185E-D9EF-6F7D-48FCA9E42A98}"/>
                  </a:ext>
                </a:extLst>
              </p:cNvPr>
              <p:cNvPicPr/>
              <p:nvPr/>
            </p:nvPicPr>
            <p:blipFill>
              <a:blip r:embed="rId53"/>
              <a:stretch>
                <a:fillRect/>
              </a:stretch>
            </p:blipFill>
            <p:spPr>
              <a:xfrm>
                <a:off x="299640" y="2275440"/>
                <a:ext cx="56232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F83BA917-980E-88AF-CA25-A75107D8D243}"/>
                  </a:ext>
                </a:extLst>
              </p14:cNvPr>
              <p14:cNvContentPartPr/>
              <p14:nvPr/>
            </p14:nvContentPartPr>
            <p14:xfrm>
              <a:off x="590880" y="1838760"/>
              <a:ext cx="1431360" cy="741600"/>
            </p14:xfrm>
          </p:contentPart>
        </mc:Choice>
        <mc:Fallback xmlns="">
          <p:pic>
            <p:nvPicPr>
              <p:cNvPr id="43" name="Ink 42">
                <a:extLst>
                  <a:ext uri="{FF2B5EF4-FFF2-40B4-BE49-F238E27FC236}">
                    <a16:creationId xmlns:a16="http://schemas.microsoft.com/office/drawing/2014/main" id="{F83BA917-980E-88AF-CA25-A75107D8D243}"/>
                  </a:ext>
                </a:extLst>
              </p:cNvPr>
              <p:cNvPicPr/>
              <p:nvPr/>
            </p:nvPicPr>
            <p:blipFill>
              <a:blip r:embed="rId55"/>
              <a:stretch>
                <a:fillRect/>
              </a:stretch>
            </p:blipFill>
            <p:spPr>
              <a:xfrm>
                <a:off x="586560" y="1834440"/>
                <a:ext cx="144000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46ADC74D-6DE9-C94C-75CA-00562EC9E2B6}"/>
                  </a:ext>
                </a:extLst>
              </p14:cNvPr>
              <p14:cNvContentPartPr/>
              <p14:nvPr/>
            </p14:nvContentPartPr>
            <p14:xfrm>
              <a:off x="1944120" y="1873320"/>
              <a:ext cx="273600" cy="204480"/>
            </p14:xfrm>
          </p:contentPart>
        </mc:Choice>
        <mc:Fallback xmlns="">
          <p:pic>
            <p:nvPicPr>
              <p:cNvPr id="44" name="Ink 43">
                <a:extLst>
                  <a:ext uri="{FF2B5EF4-FFF2-40B4-BE49-F238E27FC236}">
                    <a16:creationId xmlns:a16="http://schemas.microsoft.com/office/drawing/2014/main" id="{46ADC74D-6DE9-C94C-75CA-00562EC9E2B6}"/>
                  </a:ext>
                </a:extLst>
              </p:cNvPr>
              <p:cNvPicPr/>
              <p:nvPr/>
            </p:nvPicPr>
            <p:blipFill>
              <a:blip r:embed="rId57"/>
              <a:stretch>
                <a:fillRect/>
              </a:stretch>
            </p:blipFill>
            <p:spPr>
              <a:xfrm>
                <a:off x="1939800" y="1869000"/>
                <a:ext cx="282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D74D60DC-A432-008C-B8F0-380028954699}"/>
                  </a:ext>
                </a:extLst>
              </p14:cNvPr>
              <p14:cNvContentPartPr/>
              <p14:nvPr/>
            </p14:nvContentPartPr>
            <p14:xfrm>
              <a:off x="2366400" y="2322600"/>
              <a:ext cx="133200" cy="145440"/>
            </p14:xfrm>
          </p:contentPart>
        </mc:Choice>
        <mc:Fallback xmlns="">
          <p:pic>
            <p:nvPicPr>
              <p:cNvPr id="46" name="Ink 45">
                <a:extLst>
                  <a:ext uri="{FF2B5EF4-FFF2-40B4-BE49-F238E27FC236}">
                    <a16:creationId xmlns:a16="http://schemas.microsoft.com/office/drawing/2014/main" id="{D74D60DC-A432-008C-B8F0-380028954699}"/>
                  </a:ext>
                </a:extLst>
              </p:cNvPr>
              <p:cNvPicPr/>
              <p:nvPr/>
            </p:nvPicPr>
            <p:blipFill>
              <a:blip r:embed="rId59"/>
              <a:stretch>
                <a:fillRect/>
              </a:stretch>
            </p:blipFill>
            <p:spPr>
              <a:xfrm>
                <a:off x="2362080" y="2318280"/>
                <a:ext cx="1418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25DFD812-5888-BD09-E832-D166264DB8FB}"/>
                  </a:ext>
                </a:extLst>
              </p14:cNvPr>
              <p14:cNvContentPartPr/>
              <p14:nvPr/>
            </p14:nvContentPartPr>
            <p14:xfrm>
              <a:off x="2899560" y="2291640"/>
              <a:ext cx="21960" cy="200520"/>
            </p14:xfrm>
          </p:contentPart>
        </mc:Choice>
        <mc:Fallback xmlns="">
          <p:pic>
            <p:nvPicPr>
              <p:cNvPr id="47" name="Ink 46">
                <a:extLst>
                  <a:ext uri="{FF2B5EF4-FFF2-40B4-BE49-F238E27FC236}">
                    <a16:creationId xmlns:a16="http://schemas.microsoft.com/office/drawing/2014/main" id="{25DFD812-5888-BD09-E832-D166264DB8FB}"/>
                  </a:ext>
                </a:extLst>
              </p:cNvPr>
              <p:cNvPicPr/>
              <p:nvPr/>
            </p:nvPicPr>
            <p:blipFill>
              <a:blip r:embed="rId61"/>
              <a:stretch>
                <a:fillRect/>
              </a:stretch>
            </p:blipFill>
            <p:spPr>
              <a:xfrm>
                <a:off x="2895240" y="2287320"/>
                <a:ext cx="30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B5E98437-8B7D-482D-81D9-F49590FFC56F}"/>
                  </a:ext>
                </a:extLst>
              </p14:cNvPr>
              <p14:cNvContentPartPr/>
              <p14:nvPr/>
            </p14:nvContentPartPr>
            <p14:xfrm>
              <a:off x="3442440" y="2356800"/>
              <a:ext cx="144720" cy="148680"/>
            </p14:xfrm>
          </p:contentPart>
        </mc:Choice>
        <mc:Fallback xmlns="">
          <p:pic>
            <p:nvPicPr>
              <p:cNvPr id="48" name="Ink 47">
                <a:extLst>
                  <a:ext uri="{FF2B5EF4-FFF2-40B4-BE49-F238E27FC236}">
                    <a16:creationId xmlns:a16="http://schemas.microsoft.com/office/drawing/2014/main" id="{B5E98437-8B7D-482D-81D9-F49590FFC56F}"/>
                  </a:ext>
                </a:extLst>
              </p:cNvPr>
              <p:cNvPicPr/>
              <p:nvPr/>
            </p:nvPicPr>
            <p:blipFill>
              <a:blip r:embed="rId63"/>
              <a:stretch>
                <a:fillRect/>
              </a:stretch>
            </p:blipFill>
            <p:spPr>
              <a:xfrm>
                <a:off x="3438120" y="2352480"/>
                <a:ext cx="1533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B644771D-5841-13BC-C703-23D6E9DB943D}"/>
                  </a:ext>
                </a:extLst>
              </p14:cNvPr>
              <p14:cNvContentPartPr/>
              <p14:nvPr/>
            </p14:nvContentPartPr>
            <p14:xfrm>
              <a:off x="4017720" y="2281200"/>
              <a:ext cx="111240" cy="256680"/>
            </p14:xfrm>
          </p:contentPart>
        </mc:Choice>
        <mc:Fallback xmlns="">
          <p:pic>
            <p:nvPicPr>
              <p:cNvPr id="49" name="Ink 48">
                <a:extLst>
                  <a:ext uri="{FF2B5EF4-FFF2-40B4-BE49-F238E27FC236}">
                    <a16:creationId xmlns:a16="http://schemas.microsoft.com/office/drawing/2014/main" id="{B644771D-5841-13BC-C703-23D6E9DB943D}"/>
                  </a:ext>
                </a:extLst>
              </p:cNvPr>
              <p:cNvPicPr/>
              <p:nvPr/>
            </p:nvPicPr>
            <p:blipFill>
              <a:blip r:embed="rId65"/>
              <a:stretch>
                <a:fillRect/>
              </a:stretch>
            </p:blipFill>
            <p:spPr>
              <a:xfrm>
                <a:off x="4013400" y="2276880"/>
                <a:ext cx="119880" cy="265320"/>
              </a:xfrm>
              <a:prstGeom prst="rect">
                <a:avLst/>
              </a:prstGeom>
            </p:spPr>
          </p:pic>
        </mc:Fallback>
      </mc:AlternateContent>
      <p:grpSp>
        <p:nvGrpSpPr>
          <p:cNvPr id="54" name="Group 53">
            <a:extLst>
              <a:ext uri="{FF2B5EF4-FFF2-40B4-BE49-F238E27FC236}">
                <a16:creationId xmlns:a16="http://schemas.microsoft.com/office/drawing/2014/main" id="{454083A5-1086-80FF-DD5F-713F631684A8}"/>
              </a:ext>
            </a:extLst>
          </p:cNvPr>
          <p:cNvGrpSpPr/>
          <p:nvPr/>
        </p:nvGrpSpPr>
        <p:grpSpPr>
          <a:xfrm>
            <a:off x="6156480" y="2395680"/>
            <a:ext cx="417960" cy="96480"/>
            <a:chOff x="6156480" y="2395680"/>
            <a:chExt cx="417960" cy="96480"/>
          </a:xfrm>
        </p:grpSpPr>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269C23FC-403E-CC9F-4FD9-CF791AD8CD4C}"/>
                    </a:ext>
                  </a:extLst>
                </p14:cNvPr>
                <p14:cNvContentPartPr/>
                <p14:nvPr/>
              </p14:nvContentPartPr>
              <p14:xfrm>
                <a:off x="6156480" y="2395680"/>
                <a:ext cx="133560" cy="96480"/>
              </p14:xfrm>
            </p:contentPart>
          </mc:Choice>
          <mc:Fallback xmlns="">
            <p:pic>
              <p:nvPicPr>
                <p:cNvPr id="51" name="Ink 50">
                  <a:extLst>
                    <a:ext uri="{FF2B5EF4-FFF2-40B4-BE49-F238E27FC236}">
                      <a16:creationId xmlns:a16="http://schemas.microsoft.com/office/drawing/2014/main" id="{269C23FC-403E-CC9F-4FD9-CF791AD8CD4C}"/>
                    </a:ext>
                  </a:extLst>
                </p:cNvPr>
                <p:cNvPicPr/>
                <p:nvPr/>
              </p:nvPicPr>
              <p:blipFill>
                <a:blip r:embed="rId67"/>
                <a:stretch>
                  <a:fillRect/>
                </a:stretch>
              </p:blipFill>
              <p:spPr>
                <a:xfrm>
                  <a:off x="6152160" y="2391360"/>
                  <a:ext cx="142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6422265F-44CE-B57C-DA5F-9EA4E66FB68C}"/>
                    </a:ext>
                  </a:extLst>
                </p14:cNvPr>
                <p14:cNvContentPartPr/>
                <p14:nvPr/>
              </p14:nvContentPartPr>
              <p14:xfrm>
                <a:off x="6445200" y="2421600"/>
                <a:ext cx="129240" cy="7200"/>
              </p14:xfrm>
            </p:contentPart>
          </mc:Choice>
          <mc:Fallback xmlns="">
            <p:pic>
              <p:nvPicPr>
                <p:cNvPr id="52" name="Ink 51">
                  <a:extLst>
                    <a:ext uri="{FF2B5EF4-FFF2-40B4-BE49-F238E27FC236}">
                      <a16:creationId xmlns:a16="http://schemas.microsoft.com/office/drawing/2014/main" id="{6422265F-44CE-B57C-DA5F-9EA4E66FB68C}"/>
                    </a:ext>
                  </a:extLst>
                </p:cNvPr>
                <p:cNvPicPr/>
                <p:nvPr/>
              </p:nvPicPr>
              <p:blipFill>
                <a:blip r:embed="rId69"/>
                <a:stretch>
                  <a:fillRect/>
                </a:stretch>
              </p:blipFill>
              <p:spPr>
                <a:xfrm>
                  <a:off x="6440880" y="2417280"/>
                  <a:ext cx="137880" cy="15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EAE3D220-118E-93F9-1E24-A1A436FDAA7E}"/>
                  </a:ext>
                </a:extLst>
              </p14:cNvPr>
              <p14:cNvContentPartPr/>
              <p14:nvPr/>
            </p14:nvContentPartPr>
            <p14:xfrm>
              <a:off x="6772440" y="2318640"/>
              <a:ext cx="40680" cy="208440"/>
            </p14:xfrm>
          </p:contentPart>
        </mc:Choice>
        <mc:Fallback xmlns="">
          <p:pic>
            <p:nvPicPr>
              <p:cNvPr id="53" name="Ink 52">
                <a:extLst>
                  <a:ext uri="{FF2B5EF4-FFF2-40B4-BE49-F238E27FC236}">
                    <a16:creationId xmlns:a16="http://schemas.microsoft.com/office/drawing/2014/main" id="{EAE3D220-118E-93F9-1E24-A1A436FDAA7E}"/>
                  </a:ext>
                </a:extLst>
              </p:cNvPr>
              <p:cNvPicPr/>
              <p:nvPr/>
            </p:nvPicPr>
            <p:blipFill>
              <a:blip r:embed="rId71"/>
              <a:stretch>
                <a:fillRect/>
              </a:stretch>
            </p:blipFill>
            <p:spPr>
              <a:xfrm>
                <a:off x="6768120" y="2314320"/>
                <a:ext cx="493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5" name="Ink 54">
                <a:extLst>
                  <a:ext uri="{FF2B5EF4-FFF2-40B4-BE49-F238E27FC236}">
                    <a16:creationId xmlns:a16="http://schemas.microsoft.com/office/drawing/2014/main" id="{DA0BFCF1-231B-5D5E-7C9B-F2C55834531A}"/>
                  </a:ext>
                </a:extLst>
              </p14:cNvPr>
              <p14:cNvContentPartPr/>
              <p14:nvPr/>
            </p14:nvContentPartPr>
            <p14:xfrm>
              <a:off x="5330280" y="1549320"/>
              <a:ext cx="83520" cy="553320"/>
            </p14:xfrm>
          </p:contentPart>
        </mc:Choice>
        <mc:Fallback xmlns="">
          <p:pic>
            <p:nvPicPr>
              <p:cNvPr id="55" name="Ink 54">
                <a:extLst>
                  <a:ext uri="{FF2B5EF4-FFF2-40B4-BE49-F238E27FC236}">
                    <a16:creationId xmlns:a16="http://schemas.microsoft.com/office/drawing/2014/main" id="{DA0BFCF1-231B-5D5E-7C9B-F2C55834531A}"/>
                  </a:ext>
                </a:extLst>
              </p:cNvPr>
              <p:cNvPicPr/>
              <p:nvPr/>
            </p:nvPicPr>
            <p:blipFill>
              <a:blip r:embed="rId73"/>
              <a:stretch>
                <a:fillRect/>
              </a:stretch>
            </p:blipFill>
            <p:spPr>
              <a:xfrm>
                <a:off x="5325960" y="1545000"/>
                <a:ext cx="92160" cy="561960"/>
              </a:xfrm>
              <a:prstGeom prst="rect">
                <a:avLst/>
              </a:prstGeom>
            </p:spPr>
          </p:pic>
        </mc:Fallback>
      </mc:AlternateContent>
      <p:grpSp>
        <p:nvGrpSpPr>
          <p:cNvPr id="59" name="Group 58">
            <a:extLst>
              <a:ext uri="{FF2B5EF4-FFF2-40B4-BE49-F238E27FC236}">
                <a16:creationId xmlns:a16="http://schemas.microsoft.com/office/drawing/2014/main" id="{D721C293-BDF0-69A8-8BC7-3E00132A4158}"/>
              </a:ext>
            </a:extLst>
          </p:cNvPr>
          <p:cNvGrpSpPr/>
          <p:nvPr/>
        </p:nvGrpSpPr>
        <p:grpSpPr>
          <a:xfrm>
            <a:off x="5391480" y="2383440"/>
            <a:ext cx="520920" cy="154440"/>
            <a:chOff x="5391480" y="2383440"/>
            <a:chExt cx="520920" cy="154440"/>
          </a:xfrm>
        </p:grpSpPr>
        <mc:AlternateContent xmlns:mc="http://schemas.openxmlformats.org/markup-compatibility/2006" xmlns:p14="http://schemas.microsoft.com/office/powerpoint/2010/main">
          <mc:Choice Requires="p14">
            <p:contentPart p14:bwMode="auto" r:id="rId74">
              <p14:nvContentPartPr>
                <p14:cNvPr id="56" name="Ink 55">
                  <a:extLst>
                    <a:ext uri="{FF2B5EF4-FFF2-40B4-BE49-F238E27FC236}">
                      <a16:creationId xmlns:a16="http://schemas.microsoft.com/office/drawing/2014/main" id="{193CAB50-9268-61A4-57C4-C02DBEE456FF}"/>
                    </a:ext>
                  </a:extLst>
                </p14:cNvPr>
                <p14:cNvContentPartPr/>
                <p14:nvPr/>
              </p14:nvContentPartPr>
              <p14:xfrm>
                <a:off x="5391480" y="2395320"/>
                <a:ext cx="92520" cy="142560"/>
              </p14:xfrm>
            </p:contentPart>
          </mc:Choice>
          <mc:Fallback xmlns="">
            <p:pic>
              <p:nvPicPr>
                <p:cNvPr id="56" name="Ink 55">
                  <a:extLst>
                    <a:ext uri="{FF2B5EF4-FFF2-40B4-BE49-F238E27FC236}">
                      <a16:creationId xmlns:a16="http://schemas.microsoft.com/office/drawing/2014/main" id="{193CAB50-9268-61A4-57C4-C02DBEE456FF}"/>
                    </a:ext>
                  </a:extLst>
                </p:cNvPr>
                <p:cNvPicPr/>
                <p:nvPr/>
              </p:nvPicPr>
              <p:blipFill>
                <a:blip r:embed="rId75"/>
                <a:stretch>
                  <a:fillRect/>
                </a:stretch>
              </p:blipFill>
              <p:spPr>
                <a:xfrm>
                  <a:off x="5387160" y="2391000"/>
                  <a:ext cx="101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7" name="Ink 56">
                  <a:extLst>
                    <a:ext uri="{FF2B5EF4-FFF2-40B4-BE49-F238E27FC236}">
                      <a16:creationId xmlns:a16="http://schemas.microsoft.com/office/drawing/2014/main" id="{3A698D5E-BD13-8903-DD54-68C85C1B1191}"/>
                    </a:ext>
                  </a:extLst>
                </p14:cNvPr>
                <p14:cNvContentPartPr/>
                <p14:nvPr/>
              </p14:nvContentPartPr>
              <p14:xfrm>
                <a:off x="5600280" y="2462280"/>
                <a:ext cx="108000" cy="14400"/>
              </p14:xfrm>
            </p:contentPart>
          </mc:Choice>
          <mc:Fallback xmlns="">
            <p:pic>
              <p:nvPicPr>
                <p:cNvPr id="57" name="Ink 56">
                  <a:extLst>
                    <a:ext uri="{FF2B5EF4-FFF2-40B4-BE49-F238E27FC236}">
                      <a16:creationId xmlns:a16="http://schemas.microsoft.com/office/drawing/2014/main" id="{3A698D5E-BD13-8903-DD54-68C85C1B1191}"/>
                    </a:ext>
                  </a:extLst>
                </p:cNvPr>
                <p:cNvPicPr/>
                <p:nvPr/>
              </p:nvPicPr>
              <p:blipFill>
                <a:blip r:embed="rId77"/>
                <a:stretch>
                  <a:fillRect/>
                </a:stretch>
              </p:blipFill>
              <p:spPr>
                <a:xfrm>
                  <a:off x="5595960" y="2457960"/>
                  <a:ext cx="116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8" name="Ink 57">
                  <a:extLst>
                    <a:ext uri="{FF2B5EF4-FFF2-40B4-BE49-F238E27FC236}">
                      <a16:creationId xmlns:a16="http://schemas.microsoft.com/office/drawing/2014/main" id="{71C81EA0-65B3-566F-9105-10BF164F48EB}"/>
                    </a:ext>
                  </a:extLst>
                </p14:cNvPr>
                <p14:cNvContentPartPr/>
                <p14:nvPr/>
              </p14:nvContentPartPr>
              <p14:xfrm>
                <a:off x="5815560" y="2383440"/>
                <a:ext cx="96840" cy="137520"/>
              </p14:xfrm>
            </p:contentPart>
          </mc:Choice>
          <mc:Fallback xmlns="">
            <p:pic>
              <p:nvPicPr>
                <p:cNvPr id="58" name="Ink 57">
                  <a:extLst>
                    <a:ext uri="{FF2B5EF4-FFF2-40B4-BE49-F238E27FC236}">
                      <a16:creationId xmlns:a16="http://schemas.microsoft.com/office/drawing/2014/main" id="{71C81EA0-65B3-566F-9105-10BF164F48EB}"/>
                    </a:ext>
                  </a:extLst>
                </p:cNvPr>
                <p:cNvPicPr/>
                <p:nvPr/>
              </p:nvPicPr>
              <p:blipFill>
                <a:blip r:embed="rId79"/>
                <a:stretch>
                  <a:fillRect/>
                </a:stretch>
              </p:blipFill>
              <p:spPr>
                <a:xfrm>
                  <a:off x="5811240" y="2379120"/>
                  <a:ext cx="105480" cy="146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24" name="Ink 23">
                <a:extLst>
                  <a:ext uri="{FF2B5EF4-FFF2-40B4-BE49-F238E27FC236}">
                    <a16:creationId xmlns:a16="http://schemas.microsoft.com/office/drawing/2014/main" id="{1C4AC1C1-245B-CFE9-D5A9-F3A151991163}"/>
                  </a:ext>
                </a:extLst>
              </p14:cNvPr>
              <p14:cNvContentPartPr/>
              <p14:nvPr/>
            </p14:nvContentPartPr>
            <p14:xfrm>
              <a:off x="4354680" y="1662000"/>
              <a:ext cx="11880" cy="479520"/>
            </p14:xfrm>
          </p:contentPart>
        </mc:Choice>
        <mc:Fallback xmlns="">
          <p:pic>
            <p:nvPicPr>
              <p:cNvPr id="24" name="Ink 23">
                <a:extLst>
                  <a:ext uri="{FF2B5EF4-FFF2-40B4-BE49-F238E27FC236}">
                    <a16:creationId xmlns:a16="http://schemas.microsoft.com/office/drawing/2014/main" id="{1C4AC1C1-245B-CFE9-D5A9-F3A151991163}"/>
                  </a:ext>
                </a:extLst>
              </p:cNvPr>
              <p:cNvPicPr/>
              <p:nvPr/>
            </p:nvPicPr>
            <p:blipFill>
              <a:blip r:embed="rId81"/>
              <a:stretch>
                <a:fillRect/>
              </a:stretch>
            </p:blipFill>
            <p:spPr>
              <a:xfrm>
                <a:off x="4350360" y="1657680"/>
                <a:ext cx="20520" cy="488160"/>
              </a:xfrm>
              <a:prstGeom prst="rect">
                <a:avLst/>
              </a:prstGeom>
            </p:spPr>
          </p:pic>
        </mc:Fallback>
      </mc:AlternateContent>
      <p:grpSp>
        <p:nvGrpSpPr>
          <p:cNvPr id="67" name="Group 66">
            <a:extLst>
              <a:ext uri="{FF2B5EF4-FFF2-40B4-BE49-F238E27FC236}">
                <a16:creationId xmlns:a16="http://schemas.microsoft.com/office/drawing/2014/main" id="{9814B7F8-5216-FB6F-6BD5-F39B00F4E984}"/>
              </a:ext>
            </a:extLst>
          </p:cNvPr>
          <p:cNvGrpSpPr/>
          <p:nvPr/>
        </p:nvGrpSpPr>
        <p:grpSpPr>
          <a:xfrm>
            <a:off x="4473840" y="1812840"/>
            <a:ext cx="599760" cy="119160"/>
            <a:chOff x="4473840" y="1812840"/>
            <a:chExt cx="599760" cy="119160"/>
          </a:xfrm>
        </p:grpSpPr>
        <mc:AlternateContent xmlns:mc="http://schemas.openxmlformats.org/markup-compatibility/2006" xmlns:p14="http://schemas.microsoft.com/office/powerpoint/2010/main">
          <mc:Choice Requires="p14">
            <p:contentPart p14:bwMode="auto" r:id="rId82">
              <p14:nvContentPartPr>
                <p14:cNvPr id="64" name="Ink 63">
                  <a:extLst>
                    <a:ext uri="{FF2B5EF4-FFF2-40B4-BE49-F238E27FC236}">
                      <a16:creationId xmlns:a16="http://schemas.microsoft.com/office/drawing/2014/main" id="{33D00245-D098-9035-DC19-C5683308055A}"/>
                    </a:ext>
                  </a:extLst>
                </p14:cNvPr>
                <p14:cNvContentPartPr/>
                <p14:nvPr/>
              </p14:nvContentPartPr>
              <p14:xfrm>
                <a:off x="4473840" y="1848120"/>
                <a:ext cx="74160" cy="83880"/>
              </p14:xfrm>
            </p:contentPart>
          </mc:Choice>
          <mc:Fallback xmlns="">
            <p:pic>
              <p:nvPicPr>
                <p:cNvPr id="64" name="Ink 63">
                  <a:extLst>
                    <a:ext uri="{FF2B5EF4-FFF2-40B4-BE49-F238E27FC236}">
                      <a16:creationId xmlns:a16="http://schemas.microsoft.com/office/drawing/2014/main" id="{33D00245-D098-9035-DC19-C5683308055A}"/>
                    </a:ext>
                  </a:extLst>
                </p:cNvPr>
                <p:cNvPicPr/>
                <p:nvPr/>
              </p:nvPicPr>
              <p:blipFill>
                <a:blip r:embed="rId83"/>
                <a:stretch>
                  <a:fillRect/>
                </a:stretch>
              </p:blipFill>
              <p:spPr>
                <a:xfrm>
                  <a:off x="4469520" y="1843800"/>
                  <a:ext cx="828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5" name="Ink 64">
                  <a:extLst>
                    <a:ext uri="{FF2B5EF4-FFF2-40B4-BE49-F238E27FC236}">
                      <a16:creationId xmlns:a16="http://schemas.microsoft.com/office/drawing/2014/main" id="{71642B26-0029-33F4-C0D2-2C3A6121C6B3}"/>
                    </a:ext>
                  </a:extLst>
                </p14:cNvPr>
                <p14:cNvContentPartPr/>
                <p14:nvPr/>
              </p14:nvContentPartPr>
              <p14:xfrm>
                <a:off x="4744560" y="1854240"/>
                <a:ext cx="76320" cy="60480"/>
              </p14:xfrm>
            </p:contentPart>
          </mc:Choice>
          <mc:Fallback xmlns="">
            <p:pic>
              <p:nvPicPr>
                <p:cNvPr id="65" name="Ink 64">
                  <a:extLst>
                    <a:ext uri="{FF2B5EF4-FFF2-40B4-BE49-F238E27FC236}">
                      <a16:creationId xmlns:a16="http://schemas.microsoft.com/office/drawing/2014/main" id="{71642B26-0029-33F4-C0D2-2C3A6121C6B3}"/>
                    </a:ext>
                  </a:extLst>
                </p:cNvPr>
                <p:cNvPicPr/>
                <p:nvPr/>
              </p:nvPicPr>
              <p:blipFill>
                <a:blip r:embed="rId85"/>
                <a:stretch>
                  <a:fillRect/>
                </a:stretch>
              </p:blipFill>
              <p:spPr>
                <a:xfrm>
                  <a:off x="4740240" y="1849920"/>
                  <a:ext cx="849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6" name="Ink 65">
                  <a:extLst>
                    <a:ext uri="{FF2B5EF4-FFF2-40B4-BE49-F238E27FC236}">
                      <a16:creationId xmlns:a16="http://schemas.microsoft.com/office/drawing/2014/main" id="{6BEED2B9-6890-EE6E-828B-DA69B98D542C}"/>
                    </a:ext>
                  </a:extLst>
                </p14:cNvPr>
                <p14:cNvContentPartPr/>
                <p14:nvPr/>
              </p14:nvContentPartPr>
              <p14:xfrm>
                <a:off x="5014560" y="1812840"/>
                <a:ext cx="59040" cy="66960"/>
              </p14:xfrm>
            </p:contentPart>
          </mc:Choice>
          <mc:Fallback xmlns="">
            <p:pic>
              <p:nvPicPr>
                <p:cNvPr id="66" name="Ink 65">
                  <a:extLst>
                    <a:ext uri="{FF2B5EF4-FFF2-40B4-BE49-F238E27FC236}">
                      <a16:creationId xmlns:a16="http://schemas.microsoft.com/office/drawing/2014/main" id="{6BEED2B9-6890-EE6E-828B-DA69B98D542C}"/>
                    </a:ext>
                  </a:extLst>
                </p:cNvPr>
                <p:cNvPicPr/>
                <p:nvPr/>
              </p:nvPicPr>
              <p:blipFill>
                <a:blip r:embed="rId87"/>
                <a:stretch>
                  <a:fillRect/>
                </a:stretch>
              </p:blipFill>
              <p:spPr>
                <a:xfrm>
                  <a:off x="5010240" y="1808520"/>
                  <a:ext cx="67680" cy="75600"/>
                </a:xfrm>
                <a:prstGeom prst="rect">
                  <a:avLst/>
                </a:prstGeom>
              </p:spPr>
            </p:pic>
          </mc:Fallback>
        </mc:AlternateContent>
      </p:grpSp>
    </p:spTree>
    <p:extLst>
      <p:ext uri="{BB962C8B-B14F-4D97-AF65-F5344CB8AC3E}">
        <p14:creationId xmlns:p14="http://schemas.microsoft.com/office/powerpoint/2010/main" val="2877899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F13C35-1D7A-1408-F121-BD469DAB513C}"/>
              </a:ext>
            </a:extLst>
          </p:cNvPr>
          <p:cNvSpPr>
            <a:spLocks noGrp="1"/>
          </p:cNvSpPr>
          <p:nvPr>
            <p:ph type="sldNum" sz="quarter" idx="12"/>
          </p:nvPr>
        </p:nvSpPr>
        <p:spPr/>
        <p:txBody>
          <a:bodyPr/>
          <a:lstStyle/>
          <a:p>
            <a:fld id="{AD2B2EE5-B8BC-4D24-A25E-F2DF61737E68}" type="slidenum">
              <a:rPr lang="en-US" smtClean="0"/>
              <a:pPr/>
              <a:t>36</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2EBD6F5-F0B7-9B26-0099-B1DB07D42C9F}"/>
                  </a:ext>
                </a:extLst>
              </p14:cNvPr>
              <p14:cNvContentPartPr/>
              <p14:nvPr/>
            </p14:nvContentPartPr>
            <p14:xfrm>
              <a:off x="1593360" y="2127840"/>
              <a:ext cx="17640" cy="55800"/>
            </p14:xfrm>
          </p:contentPart>
        </mc:Choice>
        <mc:Fallback xmlns="">
          <p:pic>
            <p:nvPicPr>
              <p:cNvPr id="3" name="Ink 2">
                <a:extLst>
                  <a:ext uri="{FF2B5EF4-FFF2-40B4-BE49-F238E27FC236}">
                    <a16:creationId xmlns:a16="http://schemas.microsoft.com/office/drawing/2014/main" id="{12EBD6F5-F0B7-9B26-0099-B1DB07D42C9F}"/>
                  </a:ext>
                </a:extLst>
              </p:cNvPr>
              <p:cNvPicPr/>
              <p:nvPr/>
            </p:nvPicPr>
            <p:blipFill>
              <a:blip r:embed="rId3"/>
              <a:stretch>
                <a:fillRect/>
              </a:stretch>
            </p:blipFill>
            <p:spPr>
              <a:xfrm>
                <a:off x="1589040" y="2123520"/>
                <a:ext cx="262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ABECDF9-7B4B-B98D-A0FA-2D999E3AC0CE}"/>
                  </a:ext>
                </a:extLst>
              </p14:cNvPr>
              <p14:cNvContentPartPr/>
              <p14:nvPr/>
            </p14:nvContentPartPr>
            <p14:xfrm>
              <a:off x="2141040" y="1708800"/>
              <a:ext cx="90720" cy="377280"/>
            </p14:xfrm>
          </p:contentPart>
        </mc:Choice>
        <mc:Fallback xmlns="">
          <p:pic>
            <p:nvPicPr>
              <p:cNvPr id="4" name="Ink 3">
                <a:extLst>
                  <a:ext uri="{FF2B5EF4-FFF2-40B4-BE49-F238E27FC236}">
                    <a16:creationId xmlns:a16="http://schemas.microsoft.com/office/drawing/2014/main" id="{9ABECDF9-7B4B-B98D-A0FA-2D999E3AC0CE}"/>
                  </a:ext>
                </a:extLst>
              </p:cNvPr>
              <p:cNvPicPr/>
              <p:nvPr/>
            </p:nvPicPr>
            <p:blipFill>
              <a:blip r:embed="rId5"/>
              <a:stretch>
                <a:fillRect/>
              </a:stretch>
            </p:blipFill>
            <p:spPr>
              <a:xfrm>
                <a:off x="2136720" y="1704480"/>
                <a:ext cx="993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7F8E54F-AF5C-6371-90E2-65E9ABBD605F}"/>
                  </a:ext>
                </a:extLst>
              </p14:cNvPr>
              <p14:cNvContentPartPr/>
              <p14:nvPr/>
            </p14:nvContentPartPr>
            <p14:xfrm>
              <a:off x="2195040" y="1505760"/>
              <a:ext cx="4510440" cy="704880"/>
            </p14:xfrm>
          </p:contentPart>
        </mc:Choice>
        <mc:Fallback xmlns="">
          <p:pic>
            <p:nvPicPr>
              <p:cNvPr id="5" name="Ink 4">
                <a:extLst>
                  <a:ext uri="{FF2B5EF4-FFF2-40B4-BE49-F238E27FC236}">
                    <a16:creationId xmlns:a16="http://schemas.microsoft.com/office/drawing/2014/main" id="{67F8E54F-AF5C-6371-90E2-65E9ABBD605F}"/>
                  </a:ext>
                </a:extLst>
              </p:cNvPr>
              <p:cNvPicPr/>
              <p:nvPr/>
            </p:nvPicPr>
            <p:blipFill>
              <a:blip r:embed="rId7"/>
              <a:stretch>
                <a:fillRect/>
              </a:stretch>
            </p:blipFill>
            <p:spPr>
              <a:xfrm>
                <a:off x="2190720" y="1501440"/>
                <a:ext cx="451908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D1306544-28A8-A852-8A5D-810700A01761}"/>
                  </a:ext>
                </a:extLst>
              </p14:cNvPr>
              <p14:cNvContentPartPr/>
              <p14:nvPr/>
            </p14:nvContentPartPr>
            <p14:xfrm>
              <a:off x="2233560" y="2060160"/>
              <a:ext cx="35280" cy="142920"/>
            </p14:xfrm>
          </p:contentPart>
        </mc:Choice>
        <mc:Fallback xmlns="">
          <p:pic>
            <p:nvPicPr>
              <p:cNvPr id="6" name="Ink 5">
                <a:extLst>
                  <a:ext uri="{FF2B5EF4-FFF2-40B4-BE49-F238E27FC236}">
                    <a16:creationId xmlns:a16="http://schemas.microsoft.com/office/drawing/2014/main" id="{D1306544-28A8-A852-8A5D-810700A01761}"/>
                  </a:ext>
                </a:extLst>
              </p:cNvPr>
              <p:cNvPicPr/>
              <p:nvPr/>
            </p:nvPicPr>
            <p:blipFill>
              <a:blip r:embed="rId9"/>
              <a:stretch>
                <a:fillRect/>
              </a:stretch>
            </p:blipFill>
            <p:spPr>
              <a:xfrm>
                <a:off x="2229240" y="2055840"/>
                <a:ext cx="439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D652A64E-3D00-E78B-8F2F-54AC7108EF1C}"/>
                  </a:ext>
                </a:extLst>
              </p14:cNvPr>
              <p14:cNvContentPartPr/>
              <p14:nvPr/>
            </p14:nvContentPartPr>
            <p14:xfrm>
              <a:off x="2639640" y="1726800"/>
              <a:ext cx="33120" cy="439560"/>
            </p14:xfrm>
          </p:contentPart>
        </mc:Choice>
        <mc:Fallback xmlns="">
          <p:pic>
            <p:nvPicPr>
              <p:cNvPr id="7" name="Ink 6">
                <a:extLst>
                  <a:ext uri="{FF2B5EF4-FFF2-40B4-BE49-F238E27FC236}">
                    <a16:creationId xmlns:a16="http://schemas.microsoft.com/office/drawing/2014/main" id="{D652A64E-3D00-E78B-8F2F-54AC7108EF1C}"/>
                  </a:ext>
                </a:extLst>
              </p:cNvPr>
              <p:cNvPicPr/>
              <p:nvPr/>
            </p:nvPicPr>
            <p:blipFill>
              <a:blip r:embed="rId11"/>
              <a:stretch>
                <a:fillRect/>
              </a:stretch>
            </p:blipFill>
            <p:spPr>
              <a:xfrm>
                <a:off x="2635320" y="1722480"/>
                <a:ext cx="417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D98FD303-F33A-57C5-8D92-81A4481D8176}"/>
                  </a:ext>
                </a:extLst>
              </p14:cNvPr>
              <p14:cNvContentPartPr/>
              <p14:nvPr/>
            </p14:nvContentPartPr>
            <p14:xfrm>
              <a:off x="3249840" y="1742640"/>
              <a:ext cx="19440" cy="403200"/>
            </p14:xfrm>
          </p:contentPart>
        </mc:Choice>
        <mc:Fallback xmlns="">
          <p:pic>
            <p:nvPicPr>
              <p:cNvPr id="8" name="Ink 7">
                <a:extLst>
                  <a:ext uri="{FF2B5EF4-FFF2-40B4-BE49-F238E27FC236}">
                    <a16:creationId xmlns:a16="http://schemas.microsoft.com/office/drawing/2014/main" id="{D98FD303-F33A-57C5-8D92-81A4481D8176}"/>
                  </a:ext>
                </a:extLst>
              </p:cNvPr>
              <p:cNvPicPr/>
              <p:nvPr/>
            </p:nvPicPr>
            <p:blipFill>
              <a:blip r:embed="rId13"/>
              <a:stretch>
                <a:fillRect/>
              </a:stretch>
            </p:blipFill>
            <p:spPr>
              <a:xfrm>
                <a:off x="3245520" y="1738320"/>
                <a:ext cx="28080" cy="411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914626F-5911-9A2E-19EA-393A39F3493A}"/>
                  </a:ext>
                </a:extLst>
              </p14:cNvPr>
              <p14:cNvContentPartPr/>
              <p14:nvPr/>
            </p14:nvContentPartPr>
            <p14:xfrm>
              <a:off x="3715680" y="1689000"/>
              <a:ext cx="50400" cy="468000"/>
            </p14:xfrm>
          </p:contentPart>
        </mc:Choice>
        <mc:Fallback xmlns="">
          <p:pic>
            <p:nvPicPr>
              <p:cNvPr id="9" name="Ink 8">
                <a:extLst>
                  <a:ext uri="{FF2B5EF4-FFF2-40B4-BE49-F238E27FC236}">
                    <a16:creationId xmlns:a16="http://schemas.microsoft.com/office/drawing/2014/main" id="{F914626F-5911-9A2E-19EA-393A39F3493A}"/>
                  </a:ext>
                </a:extLst>
              </p:cNvPr>
              <p:cNvPicPr/>
              <p:nvPr/>
            </p:nvPicPr>
            <p:blipFill>
              <a:blip r:embed="rId15"/>
              <a:stretch>
                <a:fillRect/>
              </a:stretch>
            </p:blipFill>
            <p:spPr>
              <a:xfrm>
                <a:off x="3711360" y="1684680"/>
                <a:ext cx="5904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E6976A53-48D8-584E-DC45-CA45BD9F45DB}"/>
                  </a:ext>
                </a:extLst>
              </p14:cNvPr>
              <p14:cNvContentPartPr/>
              <p14:nvPr/>
            </p14:nvContentPartPr>
            <p14:xfrm>
              <a:off x="5975400" y="1501800"/>
              <a:ext cx="56880" cy="557280"/>
            </p14:xfrm>
          </p:contentPart>
        </mc:Choice>
        <mc:Fallback xmlns="">
          <p:pic>
            <p:nvPicPr>
              <p:cNvPr id="10" name="Ink 9">
                <a:extLst>
                  <a:ext uri="{FF2B5EF4-FFF2-40B4-BE49-F238E27FC236}">
                    <a16:creationId xmlns:a16="http://schemas.microsoft.com/office/drawing/2014/main" id="{E6976A53-48D8-584E-DC45-CA45BD9F45DB}"/>
                  </a:ext>
                </a:extLst>
              </p:cNvPr>
              <p:cNvPicPr/>
              <p:nvPr/>
            </p:nvPicPr>
            <p:blipFill>
              <a:blip r:embed="rId17"/>
              <a:stretch>
                <a:fillRect/>
              </a:stretch>
            </p:blipFill>
            <p:spPr>
              <a:xfrm>
                <a:off x="5971080" y="1497480"/>
                <a:ext cx="65520" cy="565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B40A9317-E6D3-B82F-4141-F79D330910E8}"/>
                  </a:ext>
                </a:extLst>
              </p14:cNvPr>
              <p14:cNvContentPartPr/>
              <p14:nvPr/>
            </p14:nvContentPartPr>
            <p14:xfrm>
              <a:off x="171840" y="1871520"/>
              <a:ext cx="297000" cy="372600"/>
            </p14:xfrm>
          </p:contentPart>
        </mc:Choice>
        <mc:Fallback xmlns="">
          <p:pic>
            <p:nvPicPr>
              <p:cNvPr id="11" name="Ink 10">
                <a:extLst>
                  <a:ext uri="{FF2B5EF4-FFF2-40B4-BE49-F238E27FC236}">
                    <a16:creationId xmlns:a16="http://schemas.microsoft.com/office/drawing/2014/main" id="{B40A9317-E6D3-B82F-4141-F79D330910E8}"/>
                  </a:ext>
                </a:extLst>
              </p:cNvPr>
              <p:cNvPicPr/>
              <p:nvPr/>
            </p:nvPicPr>
            <p:blipFill>
              <a:blip r:embed="rId19"/>
              <a:stretch>
                <a:fillRect/>
              </a:stretch>
            </p:blipFill>
            <p:spPr>
              <a:xfrm>
                <a:off x="167520" y="1867200"/>
                <a:ext cx="30564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1A66BF5-8D48-D072-FA37-E051C6E84DAC}"/>
                  </a:ext>
                </a:extLst>
              </p14:cNvPr>
              <p14:cNvContentPartPr/>
              <p14:nvPr/>
            </p14:nvContentPartPr>
            <p14:xfrm>
              <a:off x="431400" y="2069160"/>
              <a:ext cx="121680" cy="142200"/>
            </p14:xfrm>
          </p:contentPart>
        </mc:Choice>
        <mc:Fallback xmlns="">
          <p:pic>
            <p:nvPicPr>
              <p:cNvPr id="12" name="Ink 11">
                <a:extLst>
                  <a:ext uri="{FF2B5EF4-FFF2-40B4-BE49-F238E27FC236}">
                    <a16:creationId xmlns:a16="http://schemas.microsoft.com/office/drawing/2014/main" id="{01A66BF5-8D48-D072-FA37-E051C6E84DAC}"/>
                  </a:ext>
                </a:extLst>
              </p:cNvPr>
              <p:cNvPicPr/>
              <p:nvPr/>
            </p:nvPicPr>
            <p:blipFill>
              <a:blip r:embed="rId21"/>
              <a:stretch>
                <a:fillRect/>
              </a:stretch>
            </p:blipFill>
            <p:spPr>
              <a:xfrm>
                <a:off x="427080" y="2064840"/>
                <a:ext cx="130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D6307927-07D4-D3E3-F0F8-E8114CE60A59}"/>
                  </a:ext>
                </a:extLst>
              </p14:cNvPr>
              <p14:cNvContentPartPr/>
              <p14:nvPr/>
            </p14:nvContentPartPr>
            <p14:xfrm>
              <a:off x="554880" y="1898520"/>
              <a:ext cx="68040" cy="307440"/>
            </p14:xfrm>
          </p:contentPart>
        </mc:Choice>
        <mc:Fallback xmlns="">
          <p:pic>
            <p:nvPicPr>
              <p:cNvPr id="13" name="Ink 12">
                <a:extLst>
                  <a:ext uri="{FF2B5EF4-FFF2-40B4-BE49-F238E27FC236}">
                    <a16:creationId xmlns:a16="http://schemas.microsoft.com/office/drawing/2014/main" id="{D6307927-07D4-D3E3-F0F8-E8114CE60A59}"/>
                  </a:ext>
                </a:extLst>
              </p:cNvPr>
              <p:cNvPicPr/>
              <p:nvPr/>
            </p:nvPicPr>
            <p:blipFill>
              <a:blip r:embed="rId23"/>
              <a:stretch>
                <a:fillRect/>
              </a:stretch>
            </p:blipFill>
            <p:spPr>
              <a:xfrm>
                <a:off x="550560" y="1894200"/>
                <a:ext cx="766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C1AFCDBE-7A4D-734B-C95C-DF2D3925715D}"/>
                  </a:ext>
                </a:extLst>
              </p14:cNvPr>
              <p14:cNvContentPartPr/>
              <p14:nvPr/>
            </p14:nvContentPartPr>
            <p14:xfrm>
              <a:off x="541560" y="2028840"/>
              <a:ext cx="267480" cy="210600"/>
            </p14:xfrm>
          </p:contentPart>
        </mc:Choice>
        <mc:Fallback xmlns="">
          <p:pic>
            <p:nvPicPr>
              <p:cNvPr id="14" name="Ink 13">
                <a:extLst>
                  <a:ext uri="{FF2B5EF4-FFF2-40B4-BE49-F238E27FC236}">
                    <a16:creationId xmlns:a16="http://schemas.microsoft.com/office/drawing/2014/main" id="{C1AFCDBE-7A4D-734B-C95C-DF2D3925715D}"/>
                  </a:ext>
                </a:extLst>
              </p:cNvPr>
              <p:cNvPicPr/>
              <p:nvPr/>
            </p:nvPicPr>
            <p:blipFill>
              <a:blip r:embed="rId25"/>
              <a:stretch>
                <a:fillRect/>
              </a:stretch>
            </p:blipFill>
            <p:spPr>
              <a:xfrm>
                <a:off x="537240" y="2024520"/>
                <a:ext cx="2761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8DE55BB-6C0A-FC52-173F-EA547693349B}"/>
                  </a:ext>
                </a:extLst>
              </p14:cNvPr>
              <p14:cNvContentPartPr/>
              <p14:nvPr/>
            </p14:nvContentPartPr>
            <p14:xfrm>
              <a:off x="314400" y="2446080"/>
              <a:ext cx="36720" cy="303480"/>
            </p14:xfrm>
          </p:contentPart>
        </mc:Choice>
        <mc:Fallback xmlns="">
          <p:pic>
            <p:nvPicPr>
              <p:cNvPr id="15" name="Ink 14">
                <a:extLst>
                  <a:ext uri="{FF2B5EF4-FFF2-40B4-BE49-F238E27FC236}">
                    <a16:creationId xmlns:a16="http://schemas.microsoft.com/office/drawing/2014/main" id="{E8DE55BB-6C0A-FC52-173F-EA547693349B}"/>
                  </a:ext>
                </a:extLst>
              </p:cNvPr>
              <p:cNvPicPr/>
              <p:nvPr/>
            </p:nvPicPr>
            <p:blipFill>
              <a:blip r:embed="rId27"/>
              <a:stretch>
                <a:fillRect/>
              </a:stretch>
            </p:blipFill>
            <p:spPr>
              <a:xfrm>
                <a:off x="310080" y="2441760"/>
                <a:ext cx="45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76C509B6-84BE-DB39-360B-0FDE7D94E0C1}"/>
                  </a:ext>
                </a:extLst>
              </p14:cNvPr>
              <p14:cNvContentPartPr/>
              <p14:nvPr/>
            </p14:nvContentPartPr>
            <p14:xfrm>
              <a:off x="303960" y="2279760"/>
              <a:ext cx="553680" cy="512280"/>
            </p14:xfrm>
          </p:contentPart>
        </mc:Choice>
        <mc:Fallback xmlns="">
          <p:pic>
            <p:nvPicPr>
              <p:cNvPr id="16" name="Ink 15">
                <a:extLst>
                  <a:ext uri="{FF2B5EF4-FFF2-40B4-BE49-F238E27FC236}">
                    <a16:creationId xmlns:a16="http://schemas.microsoft.com/office/drawing/2014/main" id="{76C509B6-84BE-DB39-360B-0FDE7D94E0C1}"/>
                  </a:ext>
                </a:extLst>
              </p:cNvPr>
              <p:cNvPicPr/>
              <p:nvPr/>
            </p:nvPicPr>
            <p:blipFill>
              <a:blip r:embed="rId29"/>
              <a:stretch>
                <a:fillRect/>
              </a:stretch>
            </p:blipFill>
            <p:spPr>
              <a:xfrm>
                <a:off x="299640" y="2275440"/>
                <a:ext cx="56232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05DBC7CA-C0E4-7C6A-2D6B-9A79F3E17D97}"/>
                  </a:ext>
                </a:extLst>
              </p14:cNvPr>
              <p14:cNvContentPartPr/>
              <p14:nvPr/>
            </p14:nvContentPartPr>
            <p14:xfrm>
              <a:off x="590880" y="1838760"/>
              <a:ext cx="1431360" cy="741600"/>
            </p14:xfrm>
          </p:contentPart>
        </mc:Choice>
        <mc:Fallback xmlns="">
          <p:pic>
            <p:nvPicPr>
              <p:cNvPr id="17" name="Ink 16">
                <a:extLst>
                  <a:ext uri="{FF2B5EF4-FFF2-40B4-BE49-F238E27FC236}">
                    <a16:creationId xmlns:a16="http://schemas.microsoft.com/office/drawing/2014/main" id="{05DBC7CA-C0E4-7C6A-2D6B-9A79F3E17D97}"/>
                  </a:ext>
                </a:extLst>
              </p:cNvPr>
              <p:cNvPicPr/>
              <p:nvPr/>
            </p:nvPicPr>
            <p:blipFill>
              <a:blip r:embed="rId31"/>
              <a:stretch>
                <a:fillRect/>
              </a:stretch>
            </p:blipFill>
            <p:spPr>
              <a:xfrm>
                <a:off x="586560" y="1834440"/>
                <a:ext cx="144000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DC2C0CA0-B8DB-BC46-6067-76D185E84D5B}"/>
                  </a:ext>
                </a:extLst>
              </p14:cNvPr>
              <p14:cNvContentPartPr/>
              <p14:nvPr/>
            </p14:nvContentPartPr>
            <p14:xfrm>
              <a:off x="1944120" y="1873320"/>
              <a:ext cx="273600" cy="204480"/>
            </p14:xfrm>
          </p:contentPart>
        </mc:Choice>
        <mc:Fallback xmlns="">
          <p:pic>
            <p:nvPicPr>
              <p:cNvPr id="18" name="Ink 17">
                <a:extLst>
                  <a:ext uri="{FF2B5EF4-FFF2-40B4-BE49-F238E27FC236}">
                    <a16:creationId xmlns:a16="http://schemas.microsoft.com/office/drawing/2014/main" id="{DC2C0CA0-B8DB-BC46-6067-76D185E84D5B}"/>
                  </a:ext>
                </a:extLst>
              </p:cNvPr>
              <p:cNvPicPr/>
              <p:nvPr/>
            </p:nvPicPr>
            <p:blipFill>
              <a:blip r:embed="rId33"/>
              <a:stretch>
                <a:fillRect/>
              </a:stretch>
            </p:blipFill>
            <p:spPr>
              <a:xfrm>
                <a:off x="1939800" y="1869000"/>
                <a:ext cx="282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EC44377B-A185-56B6-5256-A9D44471182C}"/>
                  </a:ext>
                </a:extLst>
              </p14:cNvPr>
              <p14:cNvContentPartPr/>
              <p14:nvPr/>
            </p14:nvContentPartPr>
            <p14:xfrm>
              <a:off x="2366400" y="2322600"/>
              <a:ext cx="133200" cy="145440"/>
            </p14:xfrm>
          </p:contentPart>
        </mc:Choice>
        <mc:Fallback xmlns="">
          <p:pic>
            <p:nvPicPr>
              <p:cNvPr id="19" name="Ink 18">
                <a:extLst>
                  <a:ext uri="{FF2B5EF4-FFF2-40B4-BE49-F238E27FC236}">
                    <a16:creationId xmlns:a16="http://schemas.microsoft.com/office/drawing/2014/main" id="{EC44377B-A185-56B6-5256-A9D44471182C}"/>
                  </a:ext>
                </a:extLst>
              </p:cNvPr>
              <p:cNvPicPr/>
              <p:nvPr/>
            </p:nvPicPr>
            <p:blipFill>
              <a:blip r:embed="rId35"/>
              <a:stretch>
                <a:fillRect/>
              </a:stretch>
            </p:blipFill>
            <p:spPr>
              <a:xfrm>
                <a:off x="2362080" y="2318280"/>
                <a:ext cx="1418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49CB072B-EF4D-DA8F-1786-7E573A41A3A7}"/>
                  </a:ext>
                </a:extLst>
              </p14:cNvPr>
              <p14:cNvContentPartPr/>
              <p14:nvPr/>
            </p14:nvContentPartPr>
            <p14:xfrm>
              <a:off x="2899560" y="2291640"/>
              <a:ext cx="21960" cy="200520"/>
            </p14:xfrm>
          </p:contentPart>
        </mc:Choice>
        <mc:Fallback xmlns="">
          <p:pic>
            <p:nvPicPr>
              <p:cNvPr id="20" name="Ink 19">
                <a:extLst>
                  <a:ext uri="{FF2B5EF4-FFF2-40B4-BE49-F238E27FC236}">
                    <a16:creationId xmlns:a16="http://schemas.microsoft.com/office/drawing/2014/main" id="{49CB072B-EF4D-DA8F-1786-7E573A41A3A7}"/>
                  </a:ext>
                </a:extLst>
              </p:cNvPr>
              <p:cNvPicPr/>
              <p:nvPr/>
            </p:nvPicPr>
            <p:blipFill>
              <a:blip r:embed="rId37"/>
              <a:stretch>
                <a:fillRect/>
              </a:stretch>
            </p:blipFill>
            <p:spPr>
              <a:xfrm>
                <a:off x="2895240" y="2287320"/>
                <a:ext cx="30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B1669222-289C-2DA6-DC26-2F91E8375865}"/>
                  </a:ext>
                </a:extLst>
              </p14:cNvPr>
              <p14:cNvContentPartPr/>
              <p14:nvPr/>
            </p14:nvContentPartPr>
            <p14:xfrm>
              <a:off x="3442440" y="2356800"/>
              <a:ext cx="144720" cy="148680"/>
            </p14:xfrm>
          </p:contentPart>
        </mc:Choice>
        <mc:Fallback xmlns="">
          <p:pic>
            <p:nvPicPr>
              <p:cNvPr id="21" name="Ink 20">
                <a:extLst>
                  <a:ext uri="{FF2B5EF4-FFF2-40B4-BE49-F238E27FC236}">
                    <a16:creationId xmlns:a16="http://schemas.microsoft.com/office/drawing/2014/main" id="{B1669222-289C-2DA6-DC26-2F91E8375865}"/>
                  </a:ext>
                </a:extLst>
              </p:cNvPr>
              <p:cNvPicPr/>
              <p:nvPr/>
            </p:nvPicPr>
            <p:blipFill>
              <a:blip r:embed="rId39"/>
              <a:stretch>
                <a:fillRect/>
              </a:stretch>
            </p:blipFill>
            <p:spPr>
              <a:xfrm>
                <a:off x="3438120" y="2352480"/>
                <a:ext cx="1533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8C2C51E5-D594-506B-182F-BDE66E584D7F}"/>
                  </a:ext>
                </a:extLst>
              </p14:cNvPr>
              <p14:cNvContentPartPr/>
              <p14:nvPr/>
            </p14:nvContentPartPr>
            <p14:xfrm>
              <a:off x="4017720" y="2281200"/>
              <a:ext cx="111240" cy="256680"/>
            </p14:xfrm>
          </p:contentPart>
        </mc:Choice>
        <mc:Fallback xmlns="">
          <p:pic>
            <p:nvPicPr>
              <p:cNvPr id="22" name="Ink 21">
                <a:extLst>
                  <a:ext uri="{FF2B5EF4-FFF2-40B4-BE49-F238E27FC236}">
                    <a16:creationId xmlns:a16="http://schemas.microsoft.com/office/drawing/2014/main" id="{8C2C51E5-D594-506B-182F-BDE66E584D7F}"/>
                  </a:ext>
                </a:extLst>
              </p:cNvPr>
              <p:cNvPicPr/>
              <p:nvPr/>
            </p:nvPicPr>
            <p:blipFill>
              <a:blip r:embed="rId41"/>
              <a:stretch>
                <a:fillRect/>
              </a:stretch>
            </p:blipFill>
            <p:spPr>
              <a:xfrm>
                <a:off x="4013400" y="2276880"/>
                <a:ext cx="1198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5D3CD81F-DF5B-57D0-B594-EE725F54B05E}"/>
                  </a:ext>
                </a:extLst>
              </p14:cNvPr>
              <p14:cNvContentPartPr/>
              <p14:nvPr/>
            </p14:nvContentPartPr>
            <p14:xfrm>
              <a:off x="6156480" y="2395680"/>
              <a:ext cx="133560" cy="96480"/>
            </p14:xfrm>
          </p:contentPart>
        </mc:Choice>
        <mc:Fallback xmlns="">
          <p:pic>
            <p:nvPicPr>
              <p:cNvPr id="23" name="Ink 22">
                <a:extLst>
                  <a:ext uri="{FF2B5EF4-FFF2-40B4-BE49-F238E27FC236}">
                    <a16:creationId xmlns:a16="http://schemas.microsoft.com/office/drawing/2014/main" id="{5D3CD81F-DF5B-57D0-B594-EE725F54B05E}"/>
                  </a:ext>
                </a:extLst>
              </p:cNvPr>
              <p:cNvPicPr/>
              <p:nvPr/>
            </p:nvPicPr>
            <p:blipFill>
              <a:blip r:embed="rId43"/>
              <a:stretch>
                <a:fillRect/>
              </a:stretch>
            </p:blipFill>
            <p:spPr>
              <a:xfrm>
                <a:off x="6152160" y="2391360"/>
                <a:ext cx="142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A77C230C-2C61-8192-B1F5-E973E350B41E}"/>
                  </a:ext>
                </a:extLst>
              </p14:cNvPr>
              <p14:cNvContentPartPr/>
              <p14:nvPr/>
            </p14:nvContentPartPr>
            <p14:xfrm>
              <a:off x="6445200" y="2421600"/>
              <a:ext cx="129240" cy="7200"/>
            </p14:xfrm>
          </p:contentPart>
        </mc:Choice>
        <mc:Fallback xmlns="">
          <p:pic>
            <p:nvPicPr>
              <p:cNvPr id="24" name="Ink 23">
                <a:extLst>
                  <a:ext uri="{FF2B5EF4-FFF2-40B4-BE49-F238E27FC236}">
                    <a16:creationId xmlns:a16="http://schemas.microsoft.com/office/drawing/2014/main" id="{A77C230C-2C61-8192-B1F5-E973E350B41E}"/>
                  </a:ext>
                </a:extLst>
              </p:cNvPr>
              <p:cNvPicPr/>
              <p:nvPr/>
            </p:nvPicPr>
            <p:blipFill>
              <a:blip r:embed="rId45"/>
              <a:stretch>
                <a:fillRect/>
              </a:stretch>
            </p:blipFill>
            <p:spPr>
              <a:xfrm>
                <a:off x="6440880" y="2417280"/>
                <a:ext cx="13788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86529DAB-F234-DB22-D489-87FB032606AC}"/>
                  </a:ext>
                </a:extLst>
              </p14:cNvPr>
              <p14:cNvContentPartPr/>
              <p14:nvPr/>
            </p14:nvContentPartPr>
            <p14:xfrm>
              <a:off x="6772440" y="2318640"/>
              <a:ext cx="40680" cy="208440"/>
            </p14:xfrm>
          </p:contentPart>
        </mc:Choice>
        <mc:Fallback xmlns="">
          <p:pic>
            <p:nvPicPr>
              <p:cNvPr id="25" name="Ink 24">
                <a:extLst>
                  <a:ext uri="{FF2B5EF4-FFF2-40B4-BE49-F238E27FC236}">
                    <a16:creationId xmlns:a16="http://schemas.microsoft.com/office/drawing/2014/main" id="{86529DAB-F234-DB22-D489-87FB032606AC}"/>
                  </a:ext>
                </a:extLst>
              </p:cNvPr>
              <p:cNvPicPr/>
              <p:nvPr/>
            </p:nvPicPr>
            <p:blipFill>
              <a:blip r:embed="rId47"/>
              <a:stretch>
                <a:fillRect/>
              </a:stretch>
            </p:blipFill>
            <p:spPr>
              <a:xfrm>
                <a:off x="6768120" y="2314320"/>
                <a:ext cx="493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79FF6962-4EFC-749A-D373-5B3F2528B4E2}"/>
                  </a:ext>
                </a:extLst>
              </p14:cNvPr>
              <p14:cNvContentPartPr/>
              <p14:nvPr/>
            </p14:nvContentPartPr>
            <p14:xfrm>
              <a:off x="5330280" y="1549320"/>
              <a:ext cx="83520" cy="553320"/>
            </p14:xfrm>
          </p:contentPart>
        </mc:Choice>
        <mc:Fallback xmlns="">
          <p:pic>
            <p:nvPicPr>
              <p:cNvPr id="26" name="Ink 25">
                <a:extLst>
                  <a:ext uri="{FF2B5EF4-FFF2-40B4-BE49-F238E27FC236}">
                    <a16:creationId xmlns:a16="http://schemas.microsoft.com/office/drawing/2014/main" id="{79FF6962-4EFC-749A-D373-5B3F2528B4E2}"/>
                  </a:ext>
                </a:extLst>
              </p:cNvPr>
              <p:cNvPicPr/>
              <p:nvPr/>
            </p:nvPicPr>
            <p:blipFill>
              <a:blip r:embed="rId49"/>
              <a:stretch>
                <a:fillRect/>
              </a:stretch>
            </p:blipFill>
            <p:spPr>
              <a:xfrm>
                <a:off x="5325960" y="1545000"/>
                <a:ext cx="92160" cy="561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2E2FE910-620C-3531-D7DA-5AF910252DB0}"/>
                  </a:ext>
                </a:extLst>
              </p14:cNvPr>
              <p14:cNvContentPartPr/>
              <p14:nvPr/>
            </p14:nvContentPartPr>
            <p14:xfrm>
              <a:off x="5391480" y="2395320"/>
              <a:ext cx="92520" cy="142560"/>
            </p14:xfrm>
          </p:contentPart>
        </mc:Choice>
        <mc:Fallback xmlns="">
          <p:pic>
            <p:nvPicPr>
              <p:cNvPr id="27" name="Ink 26">
                <a:extLst>
                  <a:ext uri="{FF2B5EF4-FFF2-40B4-BE49-F238E27FC236}">
                    <a16:creationId xmlns:a16="http://schemas.microsoft.com/office/drawing/2014/main" id="{2E2FE910-620C-3531-D7DA-5AF910252DB0}"/>
                  </a:ext>
                </a:extLst>
              </p:cNvPr>
              <p:cNvPicPr/>
              <p:nvPr/>
            </p:nvPicPr>
            <p:blipFill>
              <a:blip r:embed="rId51"/>
              <a:stretch>
                <a:fillRect/>
              </a:stretch>
            </p:blipFill>
            <p:spPr>
              <a:xfrm>
                <a:off x="5387160" y="2391000"/>
                <a:ext cx="101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A94D2E93-B13E-50AA-4771-6522B75A1891}"/>
                  </a:ext>
                </a:extLst>
              </p14:cNvPr>
              <p14:cNvContentPartPr/>
              <p14:nvPr/>
            </p14:nvContentPartPr>
            <p14:xfrm>
              <a:off x="5600280" y="2462280"/>
              <a:ext cx="108000" cy="14400"/>
            </p14:xfrm>
          </p:contentPart>
        </mc:Choice>
        <mc:Fallback xmlns="">
          <p:pic>
            <p:nvPicPr>
              <p:cNvPr id="28" name="Ink 27">
                <a:extLst>
                  <a:ext uri="{FF2B5EF4-FFF2-40B4-BE49-F238E27FC236}">
                    <a16:creationId xmlns:a16="http://schemas.microsoft.com/office/drawing/2014/main" id="{A94D2E93-B13E-50AA-4771-6522B75A1891}"/>
                  </a:ext>
                </a:extLst>
              </p:cNvPr>
              <p:cNvPicPr/>
              <p:nvPr/>
            </p:nvPicPr>
            <p:blipFill>
              <a:blip r:embed="rId53"/>
              <a:stretch>
                <a:fillRect/>
              </a:stretch>
            </p:blipFill>
            <p:spPr>
              <a:xfrm>
                <a:off x="5595960" y="2457960"/>
                <a:ext cx="116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12F72595-77C6-9CCF-F148-796A5D07DAFE}"/>
                  </a:ext>
                </a:extLst>
              </p14:cNvPr>
              <p14:cNvContentPartPr/>
              <p14:nvPr/>
            </p14:nvContentPartPr>
            <p14:xfrm>
              <a:off x="5815560" y="2383440"/>
              <a:ext cx="96840" cy="137520"/>
            </p14:xfrm>
          </p:contentPart>
        </mc:Choice>
        <mc:Fallback xmlns="">
          <p:pic>
            <p:nvPicPr>
              <p:cNvPr id="29" name="Ink 28">
                <a:extLst>
                  <a:ext uri="{FF2B5EF4-FFF2-40B4-BE49-F238E27FC236}">
                    <a16:creationId xmlns:a16="http://schemas.microsoft.com/office/drawing/2014/main" id="{12F72595-77C6-9CCF-F148-796A5D07DAFE}"/>
                  </a:ext>
                </a:extLst>
              </p:cNvPr>
              <p:cNvPicPr/>
              <p:nvPr/>
            </p:nvPicPr>
            <p:blipFill>
              <a:blip r:embed="rId55"/>
              <a:stretch>
                <a:fillRect/>
              </a:stretch>
            </p:blipFill>
            <p:spPr>
              <a:xfrm>
                <a:off x="5811240" y="2379120"/>
                <a:ext cx="1054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87ECB37A-1D95-8BBB-910E-CD72DED8B4EB}"/>
                  </a:ext>
                </a:extLst>
              </p14:cNvPr>
              <p14:cNvContentPartPr/>
              <p14:nvPr/>
            </p14:nvContentPartPr>
            <p14:xfrm>
              <a:off x="4354680" y="1662000"/>
              <a:ext cx="11880" cy="479520"/>
            </p14:xfrm>
          </p:contentPart>
        </mc:Choice>
        <mc:Fallback xmlns="">
          <p:pic>
            <p:nvPicPr>
              <p:cNvPr id="30" name="Ink 29">
                <a:extLst>
                  <a:ext uri="{FF2B5EF4-FFF2-40B4-BE49-F238E27FC236}">
                    <a16:creationId xmlns:a16="http://schemas.microsoft.com/office/drawing/2014/main" id="{87ECB37A-1D95-8BBB-910E-CD72DED8B4EB}"/>
                  </a:ext>
                </a:extLst>
              </p:cNvPr>
              <p:cNvPicPr/>
              <p:nvPr/>
            </p:nvPicPr>
            <p:blipFill>
              <a:blip r:embed="rId57"/>
              <a:stretch>
                <a:fillRect/>
              </a:stretch>
            </p:blipFill>
            <p:spPr>
              <a:xfrm>
                <a:off x="4350360" y="1657680"/>
                <a:ext cx="20520"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43A4BB2D-C7A6-549A-6495-1A1CF6D1299D}"/>
                  </a:ext>
                </a:extLst>
              </p14:cNvPr>
              <p14:cNvContentPartPr/>
              <p14:nvPr/>
            </p14:nvContentPartPr>
            <p14:xfrm>
              <a:off x="1595160" y="3553800"/>
              <a:ext cx="57960" cy="6480"/>
            </p14:xfrm>
          </p:contentPart>
        </mc:Choice>
        <mc:Fallback xmlns="">
          <p:pic>
            <p:nvPicPr>
              <p:cNvPr id="34" name="Ink 33">
                <a:extLst>
                  <a:ext uri="{FF2B5EF4-FFF2-40B4-BE49-F238E27FC236}">
                    <a16:creationId xmlns:a16="http://schemas.microsoft.com/office/drawing/2014/main" id="{43A4BB2D-C7A6-549A-6495-1A1CF6D1299D}"/>
                  </a:ext>
                </a:extLst>
              </p:cNvPr>
              <p:cNvPicPr/>
              <p:nvPr/>
            </p:nvPicPr>
            <p:blipFill>
              <a:blip r:embed="rId59"/>
              <a:stretch>
                <a:fillRect/>
              </a:stretch>
            </p:blipFill>
            <p:spPr>
              <a:xfrm>
                <a:off x="1590840" y="3549480"/>
                <a:ext cx="66600" cy="15120"/>
              </a:xfrm>
              <a:prstGeom prst="rect">
                <a:avLst/>
              </a:prstGeom>
            </p:spPr>
          </p:pic>
        </mc:Fallback>
      </mc:AlternateContent>
      <p:grpSp>
        <p:nvGrpSpPr>
          <p:cNvPr id="44" name="Group 43">
            <a:extLst>
              <a:ext uri="{FF2B5EF4-FFF2-40B4-BE49-F238E27FC236}">
                <a16:creationId xmlns:a16="http://schemas.microsoft.com/office/drawing/2014/main" id="{E18B5DD9-48AD-FE9A-D7BE-4F5B482DEFF7}"/>
              </a:ext>
            </a:extLst>
          </p:cNvPr>
          <p:cNvGrpSpPr/>
          <p:nvPr/>
        </p:nvGrpSpPr>
        <p:grpSpPr>
          <a:xfrm>
            <a:off x="4624920" y="864960"/>
            <a:ext cx="1067040" cy="335520"/>
            <a:chOff x="4624920" y="864960"/>
            <a:chExt cx="1067040" cy="335520"/>
          </a:xfrm>
        </p:grpSpPr>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580FB7F5-BD9B-78AB-99ED-27DDB1B5D596}"/>
                    </a:ext>
                  </a:extLst>
                </p14:cNvPr>
                <p14:cNvContentPartPr/>
                <p14:nvPr/>
              </p14:nvContentPartPr>
              <p14:xfrm>
                <a:off x="4624920" y="901320"/>
                <a:ext cx="221760" cy="243000"/>
              </p14:xfrm>
            </p:contentPart>
          </mc:Choice>
          <mc:Fallback xmlns="">
            <p:pic>
              <p:nvPicPr>
                <p:cNvPr id="38" name="Ink 37">
                  <a:extLst>
                    <a:ext uri="{FF2B5EF4-FFF2-40B4-BE49-F238E27FC236}">
                      <a16:creationId xmlns:a16="http://schemas.microsoft.com/office/drawing/2014/main" id="{580FB7F5-BD9B-78AB-99ED-27DDB1B5D596}"/>
                    </a:ext>
                  </a:extLst>
                </p:cNvPr>
                <p:cNvPicPr/>
                <p:nvPr/>
              </p:nvPicPr>
              <p:blipFill>
                <a:blip r:embed="rId61"/>
                <a:stretch>
                  <a:fillRect/>
                </a:stretch>
              </p:blipFill>
              <p:spPr>
                <a:xfrm>
                  <a:off x="4620600" y="897000"/>
                  <a:ext cx="2304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2D474CCF-F1FD-2C60-7975-96C9C629EFD0}"/>
                    </a:ext>
                  </a:extLst>
                </p14:cNvPr>
                <p14:cNvContentPartPr/>
                <p14:nvPr/>
              </p14:nvContentPartPr>
              <p14:xfrm>
                <a:off x="5038920" y="970800"/>
                <a:ext cx="214200" cy="39240"/>
              </p14:xfrm>
            </p:contentPart>
          </mc:Choice>
          <mc:Fallback xmlns="">
            <p:pic>
              <p:nvPicPr>
                <p:cNvPr id="39" name="Ink 38">
                  <a:extLst>
                    <a:ext uri="{FF2B5EF4-FFF2-40B4-BE49-F238E27FC236}">
                      <a16:creationId xmlns:a16="http://schemas.microsoft.com/office/drawing/2014/main" id="{2D474CCF-F1FD-2C60-7975-96C9C629EFD0}"/>
                    </a:ext>
                  </a:extLst>
                </p:cNvPr>
                <p:cNvPicPr/>
                <p:nvPr/>
              </p:nvPicPr>
              <p:blipFill>
                <a:blip r:embed="rId63"/>
                <a:stretch>
                  <a:fillRect/>
                </a:stretch>
              </p:blipFill>
              <p:spPr>
                <a:xfrm>
                  <a:off x="5034600" y="966480"/>
                  <a:ext cx="2228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A88352A0-B4BB-6ACE-944E-5CD126E2A9A3}"/>
                    </a:ext>
                  </a:extLst>
                </p14:cNvPr>
                <p14:cNvContentPartPr/>
                <p14:nvPr/>
              </p14:nvContentPartPr>
              <p14:xfrm>
                <a:off x="5025240" y="1105800"/>
                <a:ext cx="225360" cy="19440"/>
              </p14:xfrm>
            </p:contentPart>
          </mc:Choice>
          <mc:Fallback xmlns="">
            <p:pic>
              <p:nvPicPr>
                <p:cNvPr id="40" name="Ink 39">
                  <a:extLst>
                    <a:ext uri="{FF2B5EF4-FFF2-40B4-BE49-F238E27FC236}">
                      <a16:creationId xmlns:a16="http://schemas.microsoft.com/office/drawing/2014/main" id="{A88352A0-B4BB-6ACE-944E-5CD126E2A9A3}"/>
                    </a:ext>
                  </a:extLst>
                </p:cNvPr>
                <p:cNvPicPr/>
                <p:nvPr/>
              </p:nvPicPr>
              <p:blipFill>
                <a:blip r:embed="rId65"/>
                <a:stretch>
                  <a:fillRect/>
                </a:stretch>
              </p:blipFill>
              <p:spPr>
                <a:xfrm>
                  <a:off x="5020920" y="1101480"/>
                  <a:ext cx="234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9D0B1382-D289-2B68-BF95-4E68B350DB37}"/>
                    </a:ext>
                  </a:extLst>
                </p14:cNvPr>
                <p14:cNvContentPartPr/>
                <p14:nvPr/>
              </p14:nvContentPartPr>
              <p14:xfrm>
                <a:off x="5410440" y="864960"/>
                <a:ext cx="258480" cy="335520"/>
              </p14:xfrm>
            </p:contentPart>
          </mc:Choice>
          <mc:Fallback xmlns="">
            <p:pic>
              <p:nvPicPr>
                <p:cNvPr id="42" name="Ink 41">
                  <a:extLst>
                    <a:ext uri="{FF2B5EF4-FFF2-40B4-BE49-F238E27FC236}">
                      <a16:creationId xmlns:a16="http://schemas.microsoft.com/office/drawing/2014/main" id="{9D0B1382-D289-2B68-BF95-4E68B350DB37}"/>
                    </a:ext>
                  </a:extLst>
                </p:cNvPr>
                <p:cNvPicPr/>
                <p:nvPr/>
              </p:nvPicPr>
              <p:blipFill>
                <a:blip r:embed="rId67"/>
                <a:stretch>
                  <a:fillRect/>
                </a:stretch>
              </p:blipFill>
              <p:spPr>
                <a:xfrm>
                  <a:off x="5406120" y="860640"/>
                  <a:ext cx="26712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5511DEBE-BF91-1B1A-564B-2BADEF8DA7AB}"/>
                    </a:ext>
                  </a:extLst>
                </p14:cNvPr>
                <p14:cNvContentPartPr/>
                <p14:nvPr/>
              </p14:nvContentPartPr>
              <p14:xfrm>
                <a:off x="5470200" y="1013280"/>
                <a:ext cx="221760" cy="17640"/>
              </p14:xfrm>
            </p:contentPart>
          </mc:Choice>
          <mc:Fallback xmlns="">
            <p:pic>
              <p:nvPicPr>
                <p:cNvPr id="43" name="Ink 42">
                  <a:extLst>
                    <a:ext uri="{FF2B5EF4-FFF2-40B4-BE49-F238E27FC236}">
                      <a16:creationId xmlns:a16="http://schemas.microsoft.com/office/drawing/2014/main" id="{5511DEBE-BF91-1B1A-564B-2BADEF8DA7AB}"/>
                    </a:ext>
                  </a:extLst>
                </p:cNvPr>
                <p:cNvPicPr/>
                <p:nvPr/>
              </p:nvPicPr>
              <p:blipFill>
                <a:blip r:embed="rId69"/>
                <a:stretch>
                  <a:fillRect/>
                </a:stretch>
              </p:blipFill>
              <p:spPr>
                <a:xfrm>
                  <a:off x="5465880" y="1008960"/>
                  <a:ext cx="230400" cy="2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0">
            <p14:nvContentPartPr>
              <p14:cNvPr id="58" name="Ink 57">
                <a:extLst>
                  <a:ext uri="{FF2B5EF4-FFF2-40B4-BE49-F238E27FC236}">
                    <a16:creationId xmlns:a16="http://schemas.microsoft.com/office/drawing/2014/main" id="{ACE200D8-1703-BC9D-0A5B-528CE4935DC0}"/>
                  </a:ext>
                </a:extLst>
              </p14:cNvPr>
              <p14:cNvContentPartPr/>
              <p14:nvPr/>
            </p14:nvContentPartPr>
            <p14:xfrm>
              <a:off x="2305440" y="1898520"/>
              <a:ext cx="285120" cy="237600"/>
            </p14:xfrm>
          </p:contentPart>
        </mc:Choice>
        <mc:Fallback xmlns="">
          <p:pic>
            <p:nvPicPr>
              <p:cNvPr id="58" name="Ink 57">
                <a:extLst>
                  <a:ext uri="{FF2B5EF4-FFF2-40B4-BE49-F238E27FC236}">
                    <a16:creationId xmlns:a16="http://schemas.microsoft.com/office/drawing/2014/main" id="{ACE200D8-1703-BC9D-0A5B-528CE4935DC0}"/>
                  </a:ext>
                </a:extLst>
              </p:cNvPr>
              <p:cNvPicPr/>
              <p:nvPr/>
            </p:nvPicPr>
            <p:blipFill>
              <a:blip r:embed="rId71"/>
              <a:stretch>
                <a:fillRect/>
              </a:stretch>
            </p:blipFill>
            <p:spPr>
              <a:xfrm>
                <a:off x="2301120" y="1894200"/>
                <a:ext cx="293760" cy="246240"/>
              </a:xfrm>
              <a:prstGeom prst="rect">
                <a:avLst/>
              </a:prstGeom>
            </p:spPr>
          </p:pic>
        </mc:Fallback>
      </mc:AlternateContent>
      <p:grpSp>
        <p:nvGrpSpPr>
          <p:cNvPr id="81" name="Group 80">
            <a:extLst>
              <a:ext uri="{FF2B5EF4-FFF2-40B4-BE49-F238E27FC236}">
                <a16:creationId xmlns:a16="http://schemas.microsoft.com/office/drawing/2014/main" id="{39FCC6D2-A82C-8DC8-2E1F-D74CA4947CBC}"/>
              </a:ext>
            </a:extLst>
          </p:cNvPr>
          <p:cNvGrpSpPr/>
          <p:nvPr/>
        </p:nvGrpSpPr>
        <p:grpSpPr>
          <a:xfrm>
            <a:off x="2938680" y="1920120"/>
            <a:ext cx="224640" cy="186480"/>
            <a:chOff x="2938680" y="1920120"/>
            <a:chExt cx="224640" cy="186480"/>
          </a:xfrm>
        </p:grpSpPr>
        <mc:AlternateContent xmlns:mc="http://schemas.openxmlformats.org/markup-compatibility/2006" xmlns:p14="http://schemas.microsoft.com/office/powerpoint/2010/main">
          <mc:Choice Requires="p14">
            <p:contentPart p14:bwMode="auto" r:id="rId72">
              <p14:nvContentPartPr>
                <p14:cNvPr id="74" name="Ink 73">
                  <a:extLst>
                    <a:ext uri="{FF2B5EF4-FFF2-40B4-BE49-F238E27FC236}">
                      <a16:creationId xmlns:a16="http://schemas.microsoft.com/office/drawing/2014/main" id="{06497B13-6372-E8F6-120F-8D99498CA0A8}"/>
                    </a:ext>
                  </a:extLst>
                </p14:cNvPr>
                <p14:cNvContentPartPr/>
                <p14:nvPr/>
              </p14:nvContentPartPr>
              <p14:xfrm>
                <a:off x="2938680" y="1920120"/>
                <a:ext cx="224640" cy="118440"/>
              </p14:xfrm>
            </p:contentPart>
          </mc:Choice>
          <mc:Fallback xmlns="">
            <p:pic>
              <p:nvPicPr>
                <p:cNvPr id="74" name="Ink 73">
                  <a:extLst>
                    <a:ext uri="{FF2B5EF4-FFF2-40B4-BE49-F238E27FC236}">
                      <a16:creationId xmlns:a16="http://schemas.microsoft.com/office/drawing/2014/main" id="{06497B13-6372-E8F6-120F-8D99498CA0A8}"/>
                    </a:ext>
                  </a:extLst>
                </p:cNvPr>
                <p:cNvPicPr/>
                <p:nvPr/>
              </p:nvPicPr>
              <p:blipFill>
                <a:blip r:embed="rId73"/>
                <a:stretch>
                  <a:fillRect/>
                </a:stretch>
              </p:blipFill>
              <p:spPr>
                <a:xfrm>
                  <a:off x="2934360" y="1915800"/>
                  <a:ext cx="2332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5" name="Ink 74">
                  <a:extLst>
                    <a:ext uri="{FF2B5EF4-FFF2-40B4-BE49-F238E27FC236}">
                      <a16:creationId xmlns:a16="http://schemas.microsoft.com/office/drawing/2014/main" id="{90C4E1F4-93C3-1F37-3477-1C4F8635973E}"/>
                    </a:ext>
                  </a:extLst>
                </p14:cNvPr>
                <p14:cNvContentPartPr/>
                <p14:nvPr/>
              </p14:nvContentPartPr>
              <p14:xfrm>
                <a:off x="3052440" y="1952160"/>
                <a:ext cx="63720" cy="154440"/>
              </p14:xfrm>
            </p:contentPart>
          </mc:Choice>
          <mc:Fallback xmlns="">
            <p:pic>
              <p:nvPicPr>
                <p:cNvPr id="75" name="Ink 74">
                  <a:extLst>
                    <a:ext uri="{FF2B5EF4-FFF2-40B4-BE49-F238E27FC236}">
                      <a16:creationId xmlns:a16="http://schemas.microsoft.com/office/drawing/2014/main" id="{90C4E1F4-93C3-1F37-3477-1C4F8635973E}"/>
                    </a:ext>
                  </a:extLst>
                </p:cNvPr>
                <p:cNvPicPr/>
                <p:nvPr/>
              </p:nvPicPr>
              <p:blipFill>
                <a:blip r:embed="rId75"/>
                <a:stretch>
                  <a:fillRect/>
                </a:stretch>
              </p:blipFill>
              <p:spPr>
                <a:xfrm>
                  <a:off x="3048120" y="1947840"/>
                  <a:ext cx="72360" cy="16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84" name="Ink 83">
                <a:extLst>
                  <a:ext uri="{FF2B5EF4-FFF2-40B4-BE49-F238E27FC236}">
                    <a16:creationId xmlns:a16="http://schemas.microsoft.com/office/drawing/2014/main" id="{1B224669-5D9C-6A87-8C5D-FB786D8FEBDA}"/>
                  </a:ext>
                </a:extLst>
              </p14:cNvPr>
              <p14:cNvContentPartPr/>
              <p14:nvPr/>
            </p14:nvContentPartPr>
            <p14:xfrm>
              <a:off x="3493080" y="1942440"/>
              <a:ext cx="101160" cy="217800"/>
            </p14:xfrm>
          </p:contentPart>
        </mc:Choice>
        <mc:Fallback xmlns="">
          <p:pic>
            <p:nvPicPr>
              <p:cNvPr id="84" name="Ink 83">
                <a:extLst>
                  <a:ext uri="{FF2B5EF4-FFF2-40B4-BE49-F238E27FC236}">
                    <a16:creationId xmlns:a16="http://schemas.microsoft.com/office/drawing/2014/main" id="{1B224669-5D9C-6A87-8C5D-FB786D8FEBDA}"/>
                  </a:ext>
                </a:extLst>
              </p:cNvPr>
              <p:cNvPicPr/>
              <p:nvPr/>
            </p:nvPicPr>
            <p:blipFill>
              <a:blip r:embed="rId77"/>
              <a:stretch>
                <a:fillRect/>
              </a:stretch>
            </p:blipFill>
            <p:spPr>
              <a:xfrm>
                <a:off x="3488760" y="1938120"/>
                <a:ext cx="1098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1" name="Ink 90">
                <a:extLst>
                  <a:ext uri="{FF2B5EF4-FFF2-40B4-BE49-F238E27FC236}">
                    <a16:creationId xmlns:a16="http://schemas.microsoft.com/office/drawing/2014/main" id="{CEEE52A3-5DBA-FD69-9C5E-59CE7FBE9E0E}"/>
                  </a:ext>
                </a:extLst>
              </p14:cNvPr>
              <p14:cNvContentPartPr/>
              <p14:nvPr/>
            </p14:nvContentPartPr>
            <p14:xfrm>
              <a:off x="4132080" y="1852440"/>
              <a:ext cx="19800" cy="180000"/>
            </p14:xfrm>
          </p:contentPart>
        </mc:Choice>
        <mc:Fallback xmlns="">
          <p:pic>
            <p:nvPicPr>
              <p:cNvPr id="91" name="Ink 90">
                <a:extLst>
                  <a:ext uri="{FF2B5EF4-FFF2-40B4-BE49-F238E27FC236}">
                    <a16:creationId xmlns:a16="http://schemas.microsoft.com/office/drawing/2014/main" id="{CEEE52A3-5DBA-FD69-9C5E-59CE7FBE9E0E}"/>
                  </a:ext>
                </a:extLst>
              </p:cNvPr>
              <p:cNvPicPr/>
              <p:nvPr/>
            </p:nvPicPr>
            <p:blipFill>
              <a:blip r:embed="rId79"/>
              <a:stretch>
                <a:fillRect/>
              </a:stretch>
            </p:blipFill>
            <p:spPr>
              <a:xfrm>
                <a:off x="4127760" y="1848120"/>
                <a:ext cx="28440" cy="188640"/>
              </a:xfrm>
              <a:prstGeom prst="rect">
                <a:avLst/>
              </a:prstGeom>
            </p:spPr>
          </p:pic>
        </mc:Fallback>
      </mc:AlternateContent>
      <p:grpSp>
        <p:nvGrpSpPr>
          <p:cNvPr id="97" name="Group 96">
            <a:extLst>
              <a:ext uri="{FF2B5EF4-FFF2-40B4-BE49-F238E27FC236}">
                <a16:creationId xmlns:a16="http://schemas.microsoft.com/office/drawing/2014/main" id="{C50174B8-D71F-1118-D99A-05C8A16A0512}"/>
              </a:ext>
            </a:extLst>
          </p:cNvPr>
          <p:cNvGrpSpPr/>
          <p:nvPr/>
        </p:nvGrpSpPr>
        <p:grpSpPr>
          <a:xfrm>
            <a:off x="4705920" y="1809960"/>
            <a:ext cx="246600" cy="264240"/>
            <a:chOff x="4705920" y="1809960"/>
            <a:chExt cx="246600" cy="264240"/>
          </a:xfrm>
        </p:grpSpPr>
        <mc:AlternateContent xmlns:mc="http://schemas.openxmlformats.org/markup-compatibility/2006" xmlns:p14="http://schemas.microsoft.com/office/powerpoint/2010/main">
          <mc:Choice Requires="p14">
            <p:contentPart p14:bwMode="auto" r:id="rId80">
              <p14:nvContentPartPr>
                <p14:cNvPr id="92" name="Ink 91">
                  <a:extLst>
                    <a:ext uri="{FF2B5EF4-FFF2-40B4-BE49-F238E27FC236}">
                      <a16:creationId xmlns:a16="http://schemas.microsoft.com/office/drawing/2014/main" id="{4A95B8D2-ED82-502B-5E0B-4194793B85F0}"/>
                    </a:ext>
                  </a:extLst>
                </p14:cNvPr>
                <p14:cNvContentPartPr/>
                <p14:nvPr/>
              </p14:nvContentPartPr>
              <p14:xfrm>
                <a:off x="4705920" y="1843080"/>
                <a:ext cx="127440" cy="231120"/>
              </p14:xfrm>
            </p:contentPart>
          </mc:Choice>
          <mc:Fallback xmlns="">
            <p:pic>
              <p:nvPicPr>
                <p:cNvPr id="92" name="Ink 91">
                  <a:extLst>
                    <a:ext uri="{FF2B5EF4-FFF2-40B4-BE49-F238E27FC236}">
                      <a16:creationId xmlns:a16="http://schemas.microsoft.com/office/drawing/2014/main" id="{4A95B8D2-ED82-502B-5E0B-4194793B85F0}"/>
                    </a:ext>
                  </a:extLst>
                </p:cNvPr>
                <p:cNvPicPr/>
                <p:nvPr/>
              </p:nvPicPr>
              <p:blipFill>
                <a:blip r:embed="rId81"/>
                <a:stretch>
                  <a:fillRect/>
                </a:stretch>
              </p:blipFill>
              <p:spPr>
                <a:xfrm>
                  <a:off x="4701600" y="1838760"/>
                  <a:ext cx="1360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3" name="Ink 92">
                  <a:extLst>
                    <a:ext uri="{FF2B5EF4-FFF2-40B4-BE49-F238E27FC236}">
                      <a16:creationId xmlns:a16="http://schemas.microsoft.com/office/drawing/2014/main" id="{1949CFDF-6B87-FC68-C8FF-67978A62D87B}"/>
                    </a:ext>
                  </a:extLst>
                </p14:cNvPr>
                <p14:cNvContentPartPr/>
                <p14:nvPr/>
              </p14:nvContentPartPr>
              <p14:xfrm>
                <a:off x="4838760" y="1809960"/>
                <a:ext cx="113760" cy="85320"/>
              </p14:xfrm>
            </p:contentPart>
          </mc:Choice>
          <mc:Fallback xmlns="">
            <p:pic>
              <p:nvPicPr>
                <p:cNvPr id="93" name="Ink 92">
                  <a:extLst>
                    <a:ext uri="{FF2B5EF4-FFF2-40B4-BE49-F238E27FC236}">
                      <a16:creationId xmlns:a16="http://schemas.microsoft.com/office/drawing/2014/main" id="{1949CFDF-6B87-FC68-C8FF-67978A62D87B}"/>
                    </a:ext>
                  </a:extLst>
                </p:cNvPr>
                <p:cNvPicPr/>
                <p:nvPr/>
              </p:nvPicPr>
              <p:blipFill>
                <a:blip r:embed="rId83"/>
                <a:stretch>
                  <a:fillRect/>
                </a:stretch>
              </p:blipFill>
              <p:spPr>
                <a:xfrm>
                  <a:off x="4834440" y="1805640"/>
                  <a:ext cx="122400" cy="93960"/>
                </a:xfrm>
                <a:prstGeom prst="rect">
                  <a:avLst/>
                </a:prstGeom>
              </p:spPr>
            </p:pic>
          </mc:Fallback>
        </mc:AlternateContent>
      </p:grpSp>
      <p:grpSp>
        <p:nvGrpSpPr>
          <p:cNvPr id="100" name="Group 99">
            <a:extLst>
              <a:ext uri="{FF2B5EF4-FFF2-40B4-BE49-F238E27FC236}">
                <a16:creationId xmlns:a16="http://schemas.microsoft.com/office/drawing/2014/main" id="{3CFCF27F-3E65-9297-E76D-859DC6AE2CBF}"/>
              </a:ext>
            </a:extLst>
          </p:cNvPr>
          <p:cNvGrpSpPr/>
          <p:nvPr/>
        </p:nvGrpSpPr>
        <p:grpSpPr>
          <a:xfrm>
            <a:off x="4667400" y="2378760"/>
            <a:ext cx="337320" cy="299880"/>
            <a:chOff x="4667400" y="2378760"/>
            <a:chExt cx="337320" cy="299880"/>
          </a:xfrm>
        </p:grpSpPr>
        <mc:AlternateContent xmlns:mc="http://schemas.openxmlformats.org/markup-compatibility/2006" xmlns:p14="http://schemas.microsoft.com/office/powerpoint/2010/main">
          <mc:Choice Requires="p14">
            <p:contentPart p14:bwMode="auto" r:id="rId84">
              <p14:nvContentPartPr>
                <p14:cNvPr id="35" name="Ink 34">
                  <a:extLst>
                    <a:ext uri="{FF2B5EF4-FFF2-40B4-BE49-F238E27FC236}">
                      <a16:creationId xmlns:a16="http://schemas.microsoft.com/office/drawing/2014/main" id="{973B7644-0D7D-2941-686A-DF260CB4AAC9}"/>
                    </a:ext>
                  </a:extLst>
                </p14:cNvPr>
                <p14:cNvContentPartPr/>
                <p14:nvPr/>
              </p14:nvContentPartPr>
              <p14:xfrm>
                <a:off x="4667400" y="2378760"/>
                <a:ext cx="337320" cy="149040"/>
              </p14:xfrm>
            </p:contentPart>
          </mc:Choice>
          <mc:Fallback xmlns="">
            <p:pic>
              <p:nvPicPr>
                <p:cNvPr id="35" name="Ink 34">
                  <a:extLst>
                    <a:ext uri="{FF2B5EF4-FFF2-40B4-BE49-F238E27FC236}">
                      <a16:creationId xmlns:a16="http://schemas.microsoft.com/office/drawing/2014/main" id="{973B7644-0D7D-2941-686A-DF260CB4AAC9}"/>
                    </a:ext>
                  </a:extLst>
                </p:cNvPr>
                <p:cNvPicPr/>
                <p:nvPr/>
              </p:nvPicPr>
              <p:blipFill>
                <a:blip r:embed="rId85"/>
                <a:stretch>
                  <a:fillRect/>
                </a:stretch>
              </p:blipFill>
              <p:spPr>
                <a:xfrm>
                  <a:off x="4663080" y="2374440"/>
                  <a:ext cx="3459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6" name="Ink 35">
                  <a:extLst>
                    <a:ext uri="{FF2B5EF4-FFF2-40B4-BE49-F238E27FC236}">
                      <a16:creationId xmlns:a16="http://schemas.microsoft.com/office/drawing/2014/main" id="{BBE1DA20-A060-CF17-C54C-9099030EB76D}"/>
                    </a:ext>
                  </a:extLst>
                </p14:cNvPr>
                <p14:cNvContentPartPr/>
                <p14:nvPr/>
              </p14:nvContentPartPr>
              <p14:xfrm>
                <a:off x="4846320" y="2397480"/>
                <a:ext cx="19440" cy="281160"/>
              </p14:xfrm>
            </p:contentPart>
          </mc:Choice>
          <mc:Fallback xmlns="">
            <p:pic>
              <p:nvPicPr>
                <p:cNvPr id="36" name="Ink 35">
                  <a:extLst>
                    <a:ext uri="{FF2B5EF4-FFF2-40B4-BE49-F238E27FC236}">
                      <a16:creationId xmlns:a16="http://schemas.microsoft.com/office/drawing/2014/main" id="{BBE1DA20-A060-CF17-C54C-9099030EB76D}"/>
                    </a:ext>
                  </a:extLst>
                </p:cNvPr>
                <p:cNvPicPr/>
                <p:nvPr/>
              </p:nvPicPr>
              <p:blipFill>
                <a:blip r:embed="rId87"/>
                <a:stretch>
                  <a:fillRect/>
                </a:stretch>
              </p:blipFill>
              <p:spPr>
                <a:xfrm>
                  <a:off x="4842000" y="2393160"/>
                  <a:ext cx="28080" cy="28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101" name="Ink 100">
                <a:extLst>
                  <a:ext uri="{FF2B5EF4-FFF2-40B4-BE49-F238E27FC236}">
                    <a16:creationId xmlns:a16="http://schemas.microsoft.com/office/drawing/2014/main" id="{71AB7AF8-C08A-6F66-11FD-216820B4A234}"/>
                  </a:ext>
                </a:extLst>
              </p14:cNvPr>
              <p14:cNvContentPartPr/>
              <p14:nvPr/>
            </p14:nvContentPartPr>
            <p14:xfrm>
              <a:off x="5660640" y="1746960"/>
              <a:ext cx="173520" cy="216360"/>
            </p14:xfrm>
          </p:contentPart>
        </mc:Choice>
        <mc:Fallback xmlns="">
          <p:pic>
            <p:nvPicPr>
              <p:cNvPr id="101" name="Ink 100">
                <a:extLst>
                  <a:ext uri="{FF2B5EF4-FFF2-40B4-BE49-F238E27FC236}">
                    <a16:creationId xmlns:a16="http://schemas.microsoft.com/office/drawing/2014/main" id="{71AB7AF8-C08A-6F66-11FD-216820B4A234}"/>
                  </a:ext>
                </a:extLst>
              </p:cNvPr>
              <p:cNvPicPr/>
              <p:nvPr/>
            </p:nvPicPr>
            <p:blipFill>
              <a:blip r:embed="rId89"/>
              <a:stretch>
                <a:fillRect/>
              </a:stretch>
            </p:blipFill>
            <p:spPr>
              <a:xfrm>
                <a:off x="5656320" y="1742640"/>
                <a:ext cx="182160" cy="225000"/>
              </a:xfrm>
              <a:prstGeom prst="rect">
                <a:avLst/>
              </a:prstGeom>
            </p:spPr>
          </p:pic>
        </mc:Fallback>
      </mc:AlternateContent>
      <p:grpSp>
        <p:nvGrpSpPr>
          <p:cNvPr id="104" name="Group 103">
            <a:extLst>
              <a:ext uri="{FF2B5EF4-FFF2-40B4-BE49-F238E27FC236}">
                <a16:creationId xmlns:a16="http://schemas.microsoft.com/office/drawing/2014/main" id="{389F9AC8-DF20-403B-9791-9BAF629C4B36}"/>
              </a:ext>
            </a:extLst>
          </p:cNvPr>
          <p:cNvGrpSpPr/>
          <p:nvPr/>
        </p:nvGrpSpPr>
        <p:grpSpPr>
          <a:xfrm>
            <a:off x="6208920" y="1708080"/>
            <a:ext cx="223920" cy="283680"/>
            <a:chOff x="6208920" y="1708080"/>
            <a:chExt cx="223920" cy="283680"/>
          </a:xfrm>
        </p:grpSpPr>
        <mc:AlternateContent xmlns:mc="http://schemas.openxmlformats.org/markup-compatibility/2006" xmlns:p14="http://schemas.microsoft.com/office/powerpoint/2010/main">
          <mc:Choice Requires="p14">
            <p:contentPart p14:bwMode="auto" r:id="rId90">
              <p14:nvContentPartPr>
                <p14:cNvPr id="102" name="Ink 101">
                  <a:extLst>
                    <a:ext uri="{FF2B5EF4-FFF2-40B4-BE49-F238E27FC236}">
                      <a16:creationId xmlns:a16="http://schemas.microsoft.com/office/drawing/2014/main" id="{005A7CF3-6587-2DFF-CDD2-9B4062608350}"/>
                    </a:ext>
                  </a:extLst>
                </p14:cNvPr>
                <p14:cNvContentPartPr/>
                <p14:nvPr/>
              </p14:nvContentPartPr>
              <p14:xfrm>
                <a:off x="6209640" y="1708080"/>
                <a:ext cx="196560" cy="283680"/>
              </p14:xfrm>
            </p:contentPart>
          </mc:Choice>
          <mc:Fallback xmlns="">
            <p:pic>
              <p:nvPicPr>
                <p:cNvPr id="102" name="Ink 101">
                  <a:extLst>
                    <a:ext uri="{FF2B5EF4-FFF2-40B4-BE49-F238E27FC236}">
                      <a16:creationId xmlns:a16="http://schemas.microsoft.com/office/drawing/2014/main" id="{005A7CF3-6587-2DFF-CDD2-9B4062608350}"/>
                    </a:ext>
                  </a:extLst>
                </p:cNvPr>
                <p:cNvPicPr/>
                <p:nvPr/>
              </p:nvPicPr>
              <p:blipFill>
                <a:blip r:embed="rId91"/>
                <a:stretch>
                  <a:fillRect/>
                </a:stretch>
              </p:blipFill>
              <p:spPr>
                <a:xfrm>
                  <a:off x="6205320" y="1703760"/>
                  <a:ext cx="20520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3" name="Ink 102">
                  <a:extLst>
                    <a:ext uri="{FF2B5EF4-FFF2-40B4-BE49-F238E27FC236}">
                      <a16:creationId xmlns:a16="http://schemas.microsoft.com/office/drawing/2014/main" id="{B4967CEC-11DC-9B48-FD32-996888BFE9C5}"/>
                    </a:ext>
                  </a:extLst>
                </p14:cNvPr>
                <p14:cNvContentPartPr/>
                <p14:nvPr/>
              </p14:nvContentPartPr>
              <p14:xfrm>
                <a:off x="6208920" y="1868640"/>
                <a:ext cx="223920" cy="26640"/>
              </p14:xfrm>
            </p:contentPart>
          </mc:Choice>
          <mc:Fallback xmlns="">
            <p:pic>
              <p:nvPicPr>
                <p:cNvPr id="103" name="Ink 102">
                  <a:extLst>
                    <a:ext uri="{FF2B5EF4-FFF2-40B4-BE49-F238E27FC236}">
                      <a16:creationId xmlns:a16="http://schemas.microsoft.com/office/drawing/2014/main" id="{B4967CEC-11DC-9B48-FD32-996888BFE9C5}"/>
                    </a:ext>
                  </a:extLst>
                </p:cNvPr>
                <p:cNvPicPr/>
                <p:nvPr/>
              </p:nvPicPr>
              <p:blipFill>
                <a:blip r:embed="rId93"/>
                <a:stretch>
                  <a:fillRect/>
                </a:stretch>
              </p:blipFill>
              <p:spPr>
                <a:xfrm>
                  <a:off x="6204600" y="1864320"/>
                  <a:ext cx="232560" cy="35280"/>
                </a:xfrm>
                <a:prstGeom prst="rect">
                  <a:avLst/>
                </a:prstGeom>
              </p:spPr>
            </p:pic>
          </mc:Fallback>
        </mc:AlternateContent>
      </p:grpSp>
      <p:grpSp>
        <p:nvGrpSpPr>
          <p:cNvPr id="112" name="Group 111">
            <a:extLst>
              <a:ext uri="{FF2B5EF4-FFF2-40B4-BE49-F238E27FC236}">
                <a16:creationId xmlns:a16="http://schemas.microsoft.com/office/drawing/2014/main" id="{1C9C151B-8C68-4386-04B5-5C380B236864}"/>
              </a:ext>
            </a:extLst>
          </p:cNvPr>
          <p:cNvGrpSpPr/>
          <p:nvPr/>
        </p:nvGrpSpPr>
        <p:grpSpPr>
          <a:xfrm>
            <a:off x="1701000" y="3500160"/>
            <a:ext cx="231480" cy="257040"/>
            <a:chOff x="1701000" y="3500160"/>
            <a:chExt cx="231480" cy="257040"/>
          </a:xfrm>
        </p:grpSpPr>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2C967730-CE35-A890-60C1-DAC7345762B7}"/>
                    </a:ext>
                  </a:extLst>
                </p14:cNvPr>
                <p14:cNvContentPartPr/>
                <p14:nvPr/>
              </p14:nvContentPartPr>
              <p14:xfrm>
                <a:off x="1701000" y="3644520"/>
                <a:ext cx="231480" cy="112680"/>
              </p14:xfrm>
            </p:contentPart>
          </mc:Choice>
          <mc:Fallback xmlns="">
            <p:pic>
              <p:nvPicPr>
                <p:cNvPr id="108" name="Ink 107">
                  <a:extLst>
                    <a:ext uri="{FF2B5EF4-FFF2-40B4-BE49-F238E27FC236}">
                      <a16:creationId xmlns:a16="http://schemas.microsoft.com/office/drawing/2014/main" id="{2C967730-CE35-A890-60C1-DAC7345762B7}"/>
                    </a:ext>
                  </a:extLst>
                </p:cNvPr>
                <p:cNvPicPr/>
                <p:nvPr/>
              </p:nvPicPr>
              <p:blipFill>
                <a:blip r:embed="rId95"/>
                <a:stretch>
                  <a:fillRect/>
                </a:stretch>
              </p:blipFill>
              <p:spPr>
                <a:xfrm>
                  <a:off x="1696680" y="3640200"/>
                  <a:ext cx="2401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33B57C43-A055-A70B-8AAD-09704A9508C8}"/>
                    </a:ext>
                  </a:extLst>
                </p14:cNvPr>
                <p14:cNvContentPartPr/>
                <p14:nvPr/>
              </p14:nvContentPartPr>
              <p14:xfrm>
                <a:off x="1776960" y="3500160"/>
                <a:ext cx="103680" cy="61920"/>
              </p14:xfrm>
            </p:contentPart>
          </mc:Choice>
          <mc:Fallback xmlns="">
            <p:pic>
              <p:nvPicPr>
                <p:cNvPr id="109" name="Ink 108">
                  <a:extLst>
                    <a:ext uri="{FF2B5EF4-FFF2-40B4-BE49-F238E27FC236}">
                      <a16:creationId xmlns:a16="http://schemas.microsoft.com/office/drawing/2014/main" id="{33B57C43-A055-A70B-8AAD-09704A9508C8}"/>
                    </a:ext>
                  </a:extLst>
                </p:cNvPr>
                <p:cNvPicPr/>
                <p:nvPr/>
              </p:nvPicPr>
              <p:blipFill>
                <a:blip r:embed="rId97"/>
                <a:stretch>
                  <a:fillRect/>
                </a:stretch>
              </p:blipFill>
              <p:spPr>
                <a:xfrm>
                  <a:off x="1772640" y="3495840"/>
                  <a:ext cx="112320" cy="70560"/>
                </a:xfrm>
                <a:prstGeom prst="rect">
                  <a:avLst/>
                </a:prstGeom>
              </p:spPr>
            </p:pic>
          </mc:Fallback>
        </mc:AlternateContent>
      </p:grpSp>
      <p:grpSp>
        <p:nvGrpSpPr>
          <p:cNvPr id="111" name="Group 110">
            <a:extLst>
              <a:ext uri="{FF2B5EF4-FFF2-40B4-BE49-F238E27FC236}">
                <a16:creationId xmlns:a16="http://schemas.microsoft.com/office/drawing/2014/main" id="{FBD4FE3B-4060-08E4-7265-B638363A06B2}"/>
              </a:ext>
            </a:extLst>
          </p:cNvPr>
          <p:cNvGrpSpPr/>
          <p:nvPr/>
        </p:nvGrpSpPr>
        <p:grpSpPr>
          <a:xfrm>
            <a:off x="2287440" y="2635800"/>
            <a:ext cx="528480" cy="1132200"/>
            <a:chOff x="2287440" y="2635800"/>
            <a:chExt cx="528480" cy="1132200"/>
          </a:xfrm>
        </p:grpSpPr>
        <mc:AlternateContent xmlns:mc="http://schemas.openxmlformats.org/markup-compatibility/2006" xmlns:p14="http://schemas.microsoft.com/office/powerpoint/2010/main">
          <mc:Choice Requires="p14">
            <p:contentPart p14:bwMode="auto" r:id="rId98">
              <p14:nvContentPartPr>
                <p14:cNvPr id="105" name="Ink 104">
                  <a:extLst>
                    <a:ext uri="{FF2B5EF4-FFF2-40B4-BE49-F238E27FC236}">
                      <a16:creationId xmlns:a16="http://schemas.microsoft.com/office/drawing/2014/main" id="{F5238130-49AC-02B2-3BB8-9A2D16A77FBA}"/>
                    </a:ext>
                  </a:extLst>
                </p14:cNvPr>
                <p14:cNvContentPartPr/>
                <p14:nvPr/>
              </p14:nvContentPartPr>
              <p14:xfrm>
                <a:off x="2311200" y="3465240"/>
                <a:ext cx="17640" cy="302760"/>
              </p14:xfrm>
            </p:contentPart>
          </mc:Choice>
          <mc:Fallback xmlns="">
            <p:pic>
              <p:nvPicPr>
                <p:cNvPr id="105" name="Ink 104">
                  <a:extLst>
                    <a:ext uri="{FF2B5EF4-FFF2-40B4-BE49-F238E27FC236}">
                      <a16:creationId xmlns:a16="http://schemas.microsoft.com/office/drawing/2014/main" id="{F5238130-49AC-02B2-3BB8-9A2D16A77FBA}"/>
                    </a:ext>
                  </a:extLst>
                </p:cNvPr>
                <p:cNvPicPr/>
                <p:nvPr/>
              </p:nvPicPr>
              <p:blipFill>
                <a:blip r:embed="rId99"/>
                <a:stretch>
                  <a:fillRect/>
                </a:stretch>
              </p:blipFill>
              <p:spPr>
                <a:xfrm>
                  <a:off x="2306880" y="3460920"/>
                  <a:ext cx="2628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6" name="Ink 105">
                  <a:extLst>
                    <a:ext uri="{FF2B5EF4-FFF2-40B4-BE49-F238E27FC236}">
                      <a16:creationId xmlns:a16="http://schemas.microsoft.com/office/drawing/2014/main" id="{449F7F0A-DE33-FAFF-8E9D-8BE27A50AB70}"/>
                    </a:ext>
                  </a:extLst>
                </p14:cNvPr>
                <p14:cNvContentPartPr/>
                <p14:nvPr/>
              </p14:nvContentPartPr>
              <p14:xfrm>
                <a:off x="2287440" y="3418080"/>
                <a:ext cx="528480" cy="342360"/>
              </p14:xfrm>
            </p:contentPart>
          </mc:Choice>
          <mc:Fallback xmlns="">
            <p:pic>
              <p:nvPicPr>
                <p:cNvPr id="106" name="Ink 105">
                  <a:extLst>
                    <a:ext uri="{FF2B5EF4-FFF2-40B4-BE49-F238E27FC236}">
                      <a16:creationId xmlns:a16="http://schemas.microsoft.com/office/drawing/2014/main" id="{449F7F0A-DE33-FAFF-8E9D-8BE27A50AB70}"/>
                    </a:ext>
                  </a:extLst>
                </p:cNvPr>
                <p:cNvPicPr/>
                <p:nvPr/>
              </p:nvPicPr>
              <p:blipFill>
                <a:blip r:embed="rId101"/>
                <a:stretch>
                  <a:fillRect/>
                </a:stretch>
              </p:blipFill>
              <p:spPr>
                <a:xfrm>
                  <a:off x="2283120" y="3413760"/>
                  <a:ext cx="53712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0" name="Ink 109">
                  <a:extLst>
                    <a:ext uri="{FF2B5EF4-FFF2-40B4-BE49-F238E27FC236}">
                      <a16:creationId xmlns:a16="http://schemas.microsoft.com/office/drawing/2014/main" id="{1CF2353F-F032-3120-A72D-5C3CDF15DBB6}"/>
                    </a:ext>
                  </a:extLst>
                </p14:cNvPr>
                <p14:cNvContentPartPr/>
                <p14:nvPr/>
              </p14:nvContentPartPr>
              <p14:xfrm>
                <a:off x="2377080" y="2635800"/>
                <a:ext cx="167040" cy="1012680"/>
              </p14:xfrm>
            </p:contentPart>
          </mc:Choice>
          <mc:Fallback xmlns="">
            <p:pic>
              <p:nvPicPr>
                <p:cNvPr id="110" name="Ink 109">
                  <a:extLst>
                    <a:ext uri="{FF2B5EF4-FFF2-40B4-BE49-F238E27FC236}">
                      <a16:creationId xmlns:a16="http://schemas.microsoft.com/office/drawing/2014/main" id="{1CF2353F-F032-3120-A72D-5C3CDF15DBB6}"/>
                    </a:ext>
                  </a:extLst>
                </p:cNvPr>
                <p:cNvPicPr/>
                <p:nvPr/>
              </p:nvPicPr>
              <p:blipFill>
                <a:blip r:embed="rId103"/>
                <a:stretch>
                  <a:fillRect/>
                </a:stretch>
              </p:blipFill>
              <p:spPr>
                <a:xfrm>
                  <a:off x="2372760" y="2631480"/>
                  <a:ext cx="175680" cy="102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113" name="Ink 112">
                <a:extLst>
                  <a:ext uri="{FF2B5EF4-FFF2-40B4-BE49-F238E27FC236}">
                    <a16:creationId xmlns:a16="http://schemas.microsoft.com/office/drawing/2014/main" id="{A295440C-F361-D05F-CB39-2CED53526759}"/>
                  </a:ext>
                </a:extLst>
              </p14:cNvPr>
              <p14:cNvContentPartPr/>
              <p14:nvPr/>
            </p14:nvContentPartPr>
            <p14:xfrm>
              <a:off x="2526840" y="2591160"/>
              <a:ext cx="649440" cy="574200"/>
            </p14:xfrm>
          </p:contentPart>
        </mc:Choice>
        <mc:Fallback xmlns="">
          <p:pic>
            <p:nvPicPr>
              <p:cNvPr id="113" name="Ink 112">
                <a:extLst>
                  <a:ext uri="{FF2B5EF4-FFF2-40B4-BE49-F238E27FC236}">
                    <a16:creationId xmlns:a16="http://schemas.microsoft.com/office/drawing/2014/main" id="{A295440C-F361-D05F-CB39-2CED53526759}"/>
                  </a:ext>
                </a:extLst>
              </p:cNvPr>
              <p:cNvPicPr/>
              <p:nvPr/>
            </p:nvPicPr>
            <p:blipFill>
              <a:blip r:embed="rId105"/>
              <a:stretch>
                <a:fillRect/>
              </a:stretch>
            </p:blipFill>
            <p:spPr>
              <a:xfrm>
                <a:off x="2522520" y="2586840"/>
                <a:ext cx="65808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8" name="Ink 117">
                <a:extLst>
                  <a:ext uri="{FF2B5EF4-FFF2-40B4-BE49-F238E27FC236}">
                    <a16:creationId xmlns:a16="http://schemas.microsoft.com/office/drawing/2014/main" id="{C980A32F-DBEF-F763-F4A6-D3E8470C790F}"/>
                  </a:ext>
                </a:extLst>
              </p14:cNvPr>
              <p14:cNvContentPartPr/>
              <p14:nvPr/>
            </p14:nvContentPartPr>
            <p14:xfrm>
              <a:off x="4614600" y="3671520"/>
              <a:ext cx="281520" cy="518400"/>
            </p14:xfrm>
          </p:contentPart>
        </mc:Choice>
        <mc:Fallback xmlns="">
          <p:pic>
            <p:nvPicPr>
              <p:cNvPr id="118" name="Ink 117">
                <a:extLst>
                  <a:ext uri="{FF2B5EF4-FFF2-40B4-BE49-F238E27FC236}">
                    <a16:creationId xmlns:a16="http://schemas.microsoft.com/office/drawing/2014/main" id="{C980A32F-DBEF-F763-F4A6-D3E8470C790F}"/>
                  </a:ext>
                </a:extLst>
              </p:cNvPr>
              <p:cNvPicPr/>
              <p:nvPr/>
            </p:nvPicPr>
            <p:blipFill>
              <a:blip r:embed="rId107"/>
              <a:stretch>
                <a:fillRect/>
              </a:stretch>
            </p:blipFill>
            <p:spPr>
              <a:xfrm>
                <a:off x="4610280" y="3667200"/>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9" name="Ink 118">
                <a:extLst>
                  <a:ext uri="{FF2B5EF4-FFF2-40B4-BE49-F238E27FC236}">
                    <a16:creationId xmlns:a16="http://schemas.microsoft.com/office/drawing/2014/main" id="{503871A1-1BCD-1477-F526-FE9C3119633A}"/>
                  </a:ext>
                </a:extLst>
              </p14:cNvPr>
              <p14:cNvContentPartPr/>
              <p14:nvPr/>
            </p14:nvContentPartPr>
            <p14:xfrm>
              <a:off x="4957680" y="3670800"/>
              <a:ext cx="259560" cy="294480"/>
            </p14:xfrm>
          </p:contentPart>
        </mc:Choice>
        <mc:Fallback xmlns="">
          <p:pic>
            <p:nvPicPr>
              <p:cNvPr id="119" name="Ink 118">
                <a:extLst>
                  <a:ext uri="{FF2B5EF4-FFF2-40B4-BE49-F238E27FC236}">
                    <a16:creationId xmlns:a16="http://schemas.microsoft.com/office/drawing/2014/main" id="{503871A1-1BCD-1477-F526-FE9C3119633A}"/>
                  </a:ext>
                </a:extLst>
              </p:cNvPr>
              <p:cNvPicPr/>
              <p:nvPr/>
            </p:nvPicPr>
            <p:blipFill>
              <a:blip r:embed="rId109"/>
              <a:stretch>
                <a:fillRect/>
              </a:stretch>
            </p:blipFill>
            <p:spPr>
              <a:xfrm>
                <a:off x="4953360" y="3666480"/>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20" name="Ink 119">
                <a:extLst>
                  <a:ext uri="{FF2B5EF4-FFF2-40B4-BE49-F238E27FC236}">
                    <a16:creationId xmlns:a16="http://schemas.microsoft.com/office/drawing/2014/main" id="{0CC479B6-F706-C484-A2AF-AC868C8AA9EA}"/>
                  </a:ext>
                </a:extLst>
              </p14:cNvPr>
              <p14:cNvContentPartPr/>
              <p14:nvPr/>
            </p14:nvContentPartPr>
            <p14:xfrm>
              <a:off x="5219040" y="3850080"/>
              <a:ext cx="152280" cy="93240"/>
            </p14:xfrm>
          </p:contentPart>
        </mc:Choice>
        <mc:Fallback xmlns="">
          <p:pic>
            <p:nvPicPr>
              <p:cNvPr id="120" name="Ink 119">
                <a:extLst>
                  <a:ext uri="{FF2B5EF4-FFF2-40B4-BE49-F238E27FC236}">
                    <a16:creationId xmlns:a16="http://schemas.microsoft.com/office/drawing/2014/main" id="{0CC479B6-F706-C484-A2AF-AC868C8AA9EA}"/>
                  </a:ext>
                </a:extLst>
              </p:cNvPr>
              <p:cNvPicPr/>
              <p:nvPr/>
            </p:nvPicPr>
            <p:blipFill>
              <a:blip r:embed="rId111"/>
              <a:stretch>
                <a:fillRect/>
              </a:stretch>
            </p:blipFill>
            <p:spPr>
              <a:xfrm>
                <a:off x="5214720" y="3845760"/>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21" name="Ink 120">
                <a:extLst>
                  <a:ext uri="{FF2B5EF4-FFF2-40B4-BE49-F238E27FC236}">
                    <a16:creationId xmlns:a16="http://schemas.microsoft.com/office/drawing/2014/main" id="{EC9AB5E8-7A33-F7D5-6594-D15C074DAD99}"/>
                  </a:ext>
                </a:extLst>
              </p14:cNvPr>
              <p14:cNvContentPartPr/>
              <p14:nvPr/>
            </p14:nvContentPartPr>
            <p14:xfrm>
              <a:off x="5459520" y="3640200"/>
              <a:ext cx="104400" cy="272520"/>
            </p14:xfrm>
          </p:contentPart>
        </mc:Choice>
        <mc:Fallback xmlns="">
          <p:pic>
            <p:nvPicPr>
              <p:cNvPr id="121" name="Ink 120">
                <a:extLst>
                  <a:ext uri="{FF2B5EF4-FFF2-40B4-BE49-F238E27FC236}">
                    <a16:creationId xmlns:a16="http://schemas.microsoft.com/office/drawing/2014/main" id="{EC9AB5E8-7A33-F7D5-6594-D15C074DAD99}"/>
                  </a:ext>
                </a:extLst>
              </p:cNvPr>
              <p:cNvPicPr/>
              <p:nvPr/>
            </p:nvPicPr>
            <p:blipFill>
              <a:blip r:embed="rId113"/>
              <a:stretch>
                <a:fillRect/>
              </a:stretch>
            </p:blipFill>
            <p:spPr>
              <a:xfrm>
                <a:off x="5455200" y="3635880"/>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2" name="Ink 121">
                <a:extLst>
                  <a:ext uri="{FF2B5EF4-FFF2-40B4-BE49-F238E27FC236}">
                    <a16:creationId xmlns:a16="http://schemas.microsoft.com/office/drawing/2014/main" id="{B4230F7F-96CC-ED39-3C3A-5BF0835B474D}"/>
                  </a:ext>
                </a:extLst>
              </p14:cNvPr>
              <p14:cNvContentPartPr/>
              <p14:nvPr/>
            </p14:nvContentPartPr>
            <p14:xfrm>
              <a:off x="5397960" y="3798600"/>
              <a:ext cx="343080" cy="142560"/>
            </p14:xfrm>
          </p:contentPart>
        </mc:Choice>
        <mc:Fallback xmlns="">
          <p:pic>
            <p:nvPicPr>
              <p:cNvPr id="122" name="Ink 121">
                <a:extLst>
                  <a:ext uri="{FF2B5EF4-FFF2-40B4-BE49-F238E27FC236}">
                    <a16:creationId xmlns:a16="http://schemas.microsoft.com/office/drawing/2014/main" id="{B4230F7F-96CC-ED39-3C3A-5BF0835B474D}"/>
                  </a:ext>
                </a:extLst>
              </p:cNvPr>
              <p:cNvPicPr/>
              <p:nvPr/>
            </p:nvPicPr>
            <p:blipFill>
              <a:blip r:embed="rId115"/>
              <a:stretch>
                <a:fillRect/>
              </a:stretch>
            </p:blipFill>
            <p:spPr>
              <a:xfrm>
                <a:off x="5393640" y="3794280"/>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23" name="Ink 122">
                <a:extLst>
                  <a:ext uri="{FF2B5EF4-FFF2-40B4-BE49-F238E27FC236}">
                    <a16:creationId xmlns:a16="http://schemas.microsoft.com/office/drawing/2014/main" id="{7A0F690C-D116-A99C-79EB-C6448B506593}"/>
                  </a:ext>
                </a:extLst>
              </p14:cNvPr>
              <p14:cNvContentPartPr/>
              <p14:nvPr/>
            </p14:nvContentPartPr>
            <p14:xfrm>
              <a:off x="5886840" y="3638400"/>
              <a:ext cx="244800" cy="399240"/>
            </p14:xfrm>
          </p:contentPart>
        </mc:Choice>
        <mc:Fallback xmlns="">
          <p:pic>
            <p:nvPicPr>
              <p:cNvPr id="123" name="Ink 122">
                <a:extLst>
                  <a:ext uri="{FF2B5EF4-FFF2-40B4-BE49-F238E27FC236}">
                    <a16:creationId xmlns:a16="http://schemas.microsoft.com/office/drawing/2014/main" id="{7A0F690C-D116-A99C-79EB-C6448B506593}"/>
                  </a:ext>
                </a:extLst>
              </p:cNvPr>
              <p:cNvPicPr/>
              <p:nvPr/>
            </p:nvPicPr>
            <p:blipFill>
              <a:blip r:embed="rId117"/>
              <a:stretch>
                <a:fillRect/>
              </a:stretch>
            </p:blipFill>
            <p:spPr>
              <a:xfrm>
                <a:off x="5882520" y="3634080"/>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26" name="Ink 125">
                <a:extLst>
                  <a:ext uri="{FF2B5EF4-FFF2-40B4-BE49-F238E27FC236}">
                    <a16:creationId xmlns:a16="http://schemas.microsoft.com/office/drawing/2014/main" id="{2C55B764-575C-AAD7-E99C-E99466FBD88C}"/>
                  </a:ext>
                </a:extLst>
              </p14:cNvPr>
              <p14:cNvContentPartPr/>
              <p14:nvPr/>
            </p14:nvContentPartPr>
            <p14:xfrm>
              <a:off x="6133440" y="3845760"/>
              <a:ext cx="169920" cy="93960"/>
            </p14:xfrm>
          </p:contentPart>
        </mc:Choice>
        <mc:Fallback xmlns="">
          <p:pic>
            <p:nvPicPr>
              <p:cNvPr id="126" name="Ink 125">
                <a:extLst>
                  <a:ext uri="{FF2B5EF4-FFF2-40B4-BE49-F238E27FC236}">
                    <a16:creationId xmlns:a16="http://schemas.microsoft.com/office/drawing/2014/main" id="{2C55B764-575C-AAD7-E99C-E99466FBD88C}"/>
                  </a:ext>
                </a:extLst>
              </p:cNvPr>
              <p:cNvPicPr/>
              <p:nvPr/>
            </p:nvPicPr>
            <p:blipFill>
              <a:blip r:embed="rId119"/>
              <a:stretch>
                <a:fillRect/>
              </a:stretch>
            </p:blipFill>
            <p:spPr>
              <a:xfrm>
                <a:off x="6129120" y="3841440"/>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27" name="Ink 126">
                <a:extLst>
                  <a:ext uri="{FF2B5EF4-FFF2-40B4-BE49-F238E27FC236}">
                    <a16:creationId xmlns:a16="http://schemas.microsoft.com/office/drawing/2014/main" id="{0A43593F-D215-BCBF-250C-72CEC615D8C0}"/>
                  </a:ext>
                </a:extLst>
              </p14:cNvPr>
              <p14:cNvContentPartPr/>
              <p14:nvPr/>
            </p14:nvContentPartPr>
            <p14:xfrm>
              <a:off x="6289320" y="3694920"/>
              <a:ext cx="7920" cy="34920"/>
            </p14:xfrm>
          </p:contentPart>
        </mc:Choice>
        <mc:Fallback xmlns="">
          <p:pic>
            <p:nvPicPr>
              <p:cNvPr id="127" name="Ink 126">
                <a:extLst>
                  <a:ext uri="{FF2B5EF4-FFF2-40B4-BE49-F238E27FC236}">
                    <a16:creationId xmlns:a16="http://schemas.microsoft.com/office/drawing/2014/main" id="{0A43593F-D215-BCBF-250C-72CEC615D8C0}"/>
                  </a:ext>
                </a:extLst>
              </p:cNvPr>
              <p:cNvPicPr/>
              <p:nvPr/>
            </p:nvPicPr>
            <p:blipFill>
              <a:blip r:embed="rId121"/>
              <a:stretch>
                <a:fillRect/>
              </a:stretch>
            </p:blipFill>
            <p:spPr>
              <a:xfrm>
                <a:off x="6285000" y="3690600"/>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28" name="Ink 127">
                <a:extLst>
                  <a:ext uri="{FF2B5EF4-FFF2-40B4-BE49-F238E27FC236}">
                    <a16:creationId xmlns:a16="http://schemas.microsoft.com/office/drawing/2014/main" id="{3BDB06B7-3ACE-EF40-83BA-B0C21FAAFA16}"/>
                  </a:ext>
                </a:extLst>
              </p14:cNvPr>
              <p14:cNvContentPartPr/>
              <p14:nvPr/>
            </p14:nvContentPartPr>
            <p14:xfrm>
              <a:off x="6319920" y="3603480"/>
              <a:ext cx="216720" cy="330120"/>
            </p14:xfrm>
          </p:contentPart>
        </mc:Choice>
        <mc:Fallback xmlns="">
          <p:pic>
            <p:nvPicPr>
              <p:cNvPr id="128" name="Ink 127">
                <a:extLst>
                  <a:ext uri="{FF2B5EF4-FFF2-40B4-BE49-F238E27FC236}">
                    <a16:creationId xmlns:a16="http://schemas.microsoft.com/office/drawing/2014/main" id="{3BDB06B7-3ACE-EF40-83BA-B0C21FAAFA16}"/>
                  </a:ext>
                </a:extLst>
              </p:cNvPr>
              <p:cNvPicPr/>
              <p:nvPr/>
            </p:nvPicPr>
            <p:blipFill>
              <a:blip r:embed="rId123"/>
              <a:stretch>
                <a:fillRect/>
              </a:stretch>
            </p:blipFill>
            <p:spPr>
              <a:xfrm>
                <a:off x="6315600" y="3599160"/>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29" name="Ink 128">
                <a:extLst>
                  <a:ext uri="{FF2B5EF4-FFF2-40B4-BE49-F238E27FC236}">
                    <a16:creationId xmlns:a16="http://schemas.microsoft.com/office/drawing/2014/main" id="{3BF45B4C-B2E8-9DF3-B288-3830CC20EA1B}"/>
                  </a:ext>
                </a:extLst>
              </p14:cNvPr>
              <p14:cNvContentPartPr/>
              <p14:nvPr/>
            </p14:nvContentPartPr>
            <p14:xfrm>
              <a:off x="6720600" y="3666840"/>
              <a:ext cx="289440" cy="154800"/>
            </p14:xfrm>
          </p:contentPart>
        </mc:Choice>
        <mc:Fallback xmlns="">
          <p:pic>
            <p:nvPicPr>
              <p:cNvPr id="129" name="Ink 128">
                <a:extLst>
                  <a:ext uri="{FF2B5EF4-FFF2-40B4-BE49-F238E27FC236}">
                    <a16:creationId xmlns:a16="http://schemas.microsoft.com/office/drawing/2014/main" id="{3BF45B4C-B2E8-9DF3-B288-3830CC20EA1B}"/>
                  </a:ext>
                </a:extLst>
              </p:cNvPr>
              <p:cNvPicPr/>
              <p:nvPr/>
            </p:nvPicPr>
            <p:blipFill>
              <a:blip r:embed="rId125"/>
              <a:stretch>
                <a:fillRect/>
              </a:stretch>
            </p:blipFill>
            <p:spPr>
              <a:xfrm>
                <a:off x="6716280" y="3662520"/>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0" name="Ink 129">
                <a:extLst>
                  <a:ext uri="{FF2B5EF4-FFF2-40B4-BE49-F238E27FC236}">
                    <a16:creationId xmlns:a16="http://schemas.microsoft.com/office/drawing/2014/main" id="{2C03F77C-261E-1809-7C19-847061E2BF9C}"/>
                  </a:ext>
                </a:extLst>
              </p14:cNvPr>
              <p14:cNvContentPartPr/>
              <p14:nvPr/>
            </p14:nvContentPartPr>
            <p14:xfrm>
              <a:off x="7098960" y="3467040"/>
              <a:ext cx="345600" cy="388440"/>
            </p14:xfrm>
          </p:contentPart>
        </mc:Choice>
        <mc:Fallback xmlns="">
          <p:pic>
            <p:nvPicPr>
              <p:cNvPr id="130" name="Ink 129">
                <a:extLst>
                  <a:ext uri="{FF2B5EF4-FFF2-40B4-BE49-F238E27FC236}">
                    <a16:creationId xmlns:a16="http://schemas.microsoft.com/office/drawing/2014/main" id="{2C03F77C-261E-1809-7C19-847061E2BF9C}"/>
                  </a:ext>
                </a:extLst>
              </p:cNvPr>
              <p:cNvPicPr/>
              <p:nvPr/>
            </p:nvPicPr>
            <p:blipFill>
              <a:blip r:embed="rId127"/>
              <a:stretch>
                <a:fillRect/>
              </a:stretch>
            </p:blipFill>
            <p:spPr>
              <a:xfrm>
                <a:off x="7094640" y="3462720"/>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1" name="Ink 130">
                <a:extLst>
                  <a:ext uri="{FF2B5EF4-FFF2-40B4-BE49-F238E27FC236}">
                    <a16:creationId xmlns:a16="http://schemas.microsoft.com/office/drawing/2014/main" id="{03A78B32-0E4B-1ED2-7FD2-5DBE46AE88BA}"/>
                  </a:ext>
                </a:extLst>
              </p14:cNvPr>
              <p14:cNvContentPartPr/>
              <p14:nvPr/>
            </p14:nvContentPartPr>
            <p14:xfrm>
              <a:off x="7399920" y="3749640"/>
              <a:ext cx="152280" cy="120600"/>
            </p14:xfrm>
          </p:contentPart>
        </mc:Choice>
        <mc:Fallback xmlns="">
          <p:pic>
            <p:nvPicPr>
              <p:cNvPr id="131" name="Ink 130">
                <a:extLst>
                  <a:ext uri="{FF2B5EF4-FFF2-40B4-BE49-F238E27FC236}">
                    <a16:creationId xmlns:a16="http://schemas.microsoft.com/office/drawing/2014/main" id="{03A78B32-0E4B-1ED2-7FD2-5DBE46AE88BA}"/>
                  </a:ext>
                </a:extLst>
              </p:cNvPr>
              <p:cNvPicPr/>
              <p:nvPr/>
            </p:nvPicPr>
            <p:blipFill>
              <a:blip r:embed="rId129"/>
              <a:stretch>
                <a:fillRect/>
              </a:stretch>
            </p:blipFill>
            <p:spPr>
              <a:xfrm>
                <a:off x="7395600" y="3745320"/>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2" name="Ink 131">
                <a:extLst>
                  <a:ext uri="{FF2B5EF4-FFF2-40B4-BE49-F238E27FC236}">
                    <a16:creationId xmlns:a16="http://schemas.microsoft.com/office/drawing/2014/main" id="{1CD2D7BA-0A25-AD11-B6B6-9D21790002C8}"/>
                  </a:ext>
                </a:extLst>
              </p14:cNvPr>
              <p14:cNvContentPartPr/>
              <p14:nvPr/>
            </p14:nvContentPartPr>
            <p14:xfrm>
              <a:off x="7588560" y="3488640"/>
              <a:ext cx="110160" cy="358200"/>
            </p14:xfrm>
          </p:contentPart>
        </mc:Choice>
        <mc:Fallback xmlns="">
          <p:pic>
            <p:nvPicPr>
              <p:cNvPr id="132" name="Ink 131">
                <a:extLst>
                  <a:ext uri="{FF2B5EF4-FFF2-40B4-BE49-F238E27FC236}">
                    <a16:creationId xmlns:a16="http://schemas.microsoft.com/office/drawing/2014/main" id="{1CD2D7BA-0A25-AD11-B6B6-9D21790002C8}"/>
                  </a:ext>
                </a:extLst>
              </p:cNvPr>
              <p:cNvPicPr/>
              <p:nvPr/>
            </p:nvPicPr>
            <p:blipFill>
              <a:blip r:embed="rId131"/>
              <a:stretch>
                <a:fillRect/>
              </a:stretch>
            </p:blipFill>
            <p:spPr>
              <a:xfrm>
                <a:off x="7584240" y="3484320"/>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3" name="Ink 132">
                <a:extLst>
                  <a:ext uri="{FF2B5EF4-FFF2-40B4-BE49-F238E27FC236}">
                    <a16:creationId xmlns:a16="http://schemas.microsoft.com/office/drawing/2014/main" id="{B4B35329-FB87-06C1-F48E-A7594E6BD548}"/>
                  </a:ext>
                </a:extLst>
              </p14:cNvPr>
              <p14:cNvContentPartPr/>
              <p14:nvPr/>
            </p14:nvContentPartPr>
            <p14:xfrm>
              <a:off x="7552200" y="3688080"/>
              <a:ext cx="331560" cy="152640"/>
            </p14:xfrm>
          </p:contentPart>
        </mc:Choice>
        <mc:Fallback xmlns="">
          <p:pic>
            <p:nvPicPr>
              <p:cNvPr id="133" name="Ink 132">
                <a:extLst>
                  <a:ext uri="{FF2B5EF4-FFF2-40B4-BE49-F238E27FC236}">
                    <a16:creationId xmlns:a16="http://schemas.microsoft.com/office/drawing/2014/main" id="{B4B35329-FB87-06C1-F48E-A7594E6BD548}"/>
                  </a:ext>
                </a:extLst>
              </p:cNvPr>
              <p:cNvPicPr/>
              <p:nvPr/>
            </p:nvPicPr>
            <p:blipFill>
              <a:blip r:embed="rId133"/>
              <a:stretch>
                <a:fillRect/>
              </a:stretch>
            </p:blipFill>
            <p:spPr>
              <a:xfrm>
                <a:off x="7547880" y="3683760"/>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4" name="Ink 133">
                <a:extLst>
                  <a:ext uri="{FF2B5EF4-FFF2-40B4-BE49-F238E27FC236}">
                    <a16:creationId xmlns:a16="http://schemas.microsoft.com/office/drawing/2014/main" id="{2C1792B8-8A38-519E-1853-EF983DD457A0}"/>
                  </a:ext>
                </a:extLst>
              </p14:cNvPr>
              <p14:cNvContentPartPr/>
              <p14:nvPr/>
            </p14:nvContentPartPr>
            <p14:xfrm>
              <a:off x="7935240" y="3590160"/>
              <a:ext cx="234720" cy="431640"/>
            </p14:xfrm>
          </p:contentPart>
        </mc:Choice>
        <mc:Fallback xmlns="">
          <p:pic>
            <p:nvPicPr>
              <p:cNvPr id="134" name="Ink 133">
                <a:extLst>
                  <a:ext uri="{FF2B5EF4-FFF2-40B4-BE49-F238E27FC236}">
                    <a16:creationId xmlns:a16="http://schemas.microsoft.com/office/drawing/2014/main" id="{2C1792B8-8A38-519E-1853-EF983DD457A0}"/>
                  </a:ext>
                </a:extLst>
              </p:cNvPr>
              <p:cNvPicPr/>
              <p:nvPr/>
            </p:nvPicPr>
            <p:blipFill>
              <a:blip r:embed="rId135"/>
              <a:stretch>
                <a:fillRect/>
              </a:stretch>
            </p:blipFill>
            <p:spPr>
              <a:xfrm>
                <a:off x="7930920" y="3585840"/>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5" name="Ink 134">
                <a:extLst>
                  <a:ext uri="{FF2B5EF4-FFF2-40B4-BE49-F238E27FC236}">
                    <a16:creationId xmlns:a16="http://schemas.microsoft.com/office/drawing/2014/main" id="{960E1543-33CA-5C75-638D-CDB79BAA42B7}"/>
                  </a:ext>
                </a:extLst>
              </p14:cNvPr>
              <p14:cNvContentPartPr/>
              <p14:nvPr/>
            </p14:nvContentPartPr>
            <p14:xfrm>
              <a:off x="8148720" y="3820560"/>
              <a:ext cx="133200" cy="72000"/>
            </p14:xfrm>
          </p:contentPart>
        </mc:Choice>
        <mc:Fallback xmlns="">
          <p:pic>
            <p:nvPicPr>
              <p:cNvPr id="135" name="Ink 134">
                <a:extLst>
                  <a:ext uri="{FF2B5EF4-FFF2-40B4-BE49-F238E27FC236}">
                    <a16:creationId xmlns:a16="http://schemas.microsoft.com/office/drawing/2014/main" id="{960E1543-33CA-5C75-638D-CDB79BAA42B7}"/>
                  </a:ext>
                </a:extLst>
              </p:cNvPr>
              <p:cNvPicPr/>
              <p:nvPr/>
            </p:nvPicPr>
            <p:blipFill>
              <a:blip r:embed="rId137"/>
              <a:stretch>
                <a:fillRect/>
              </a:stretch>
            </p:blipFill>
            <p:spPr>
              <a:xfrm>
                <a:off x="8144400" y="3816240"/>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36" name="Ink 135">
                <a:extLst>
                  <a:ext uri="{FF2B5EF4-FFF2-40B4-BE49-F238E27FC236}">
                    <a16:creationId xmlns:a16="http://schemas.microsoft.com/office/drawing/2014/main" id="{6FF58C5A-1BBB-7875-2559-EAF5A2D28B26}"/>
                  </a:ext>
                </a:extLst>
              </p14:cNvPr>
              <p14:cNvContentPartPr/>
              <p14:nvPr/>
            </p14:nvContentPartPr>
            <p14:xfrm>
              <a:off x="8187240" y="3742440"/>
              <a:ext cx="37080" cy="15840"/>
            </p14:xfrm>
          </p:contentPart>
        </mc:Choice>
        <mc:Fallback xmlns="">
          <p:pic>
            <p:nvPicPr>
              <p:cNvPr id="136" name="Ink 135">
                <a:extLst>
                  <a:ext uri="{FF2B5EF4-FFF2-40B4-BE49-F238E27FC236}">
                    <a16:creationId xmlns:a16="http://schemas.microsoft.com/office/drawing/2014/main" id="{6FF58C5A-1BBB-7875-2559-EAF5A2D28B26}"/>
                  </a:ext>
                </a:extLst>
              </p:cNvPr>
              <p:cNvPicPr/>
              <p:nvPr/>
            </p:nvPicPr>
            <p:blipFill>
              <a:blip r:embed="rId139"/>
              <a:stretch>
                <a:fillRect/>
              </a:stretch>
            </p:blipFill>
            <p:spPr>
              <a:xfrm>
                <a:off x="8182920" y="3738120"/>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7" name="Ink 136">
                <a:extLst>
                  <a:ext uri="{FF2B5EF4-FFF2-40B4-BE49-F238E27FC236}">
                    <a16:creationId xmlns:a16="http://schemas.microsoft.com/office/drawing/2014/main" id="{B841694E-0A54-7DAE-38AA-5A80F7D33DC5}"/>
                  </a:ext>
                </a:extLst>
              </p14:cNvPr>
              <p14:cNvContentPartPr/>
              <p14:nvPr/>
            </p14:nvContentPartPr>
            <p14:xfrm>
              <a:off x="8285520" y="3761520"/>
              <a:ext cx="113760" cy="116640"/>
            </p14:xfrm>
          </p:contentPart>
        </mc:Choice>
        <mc:Fallback xmlns="">
          <p:pic>
            <p:nvPicPr>
              <p:cNvPr id="137" name="Ink 136">
                <a:extLst>
                  <a:ext uri="{FF2B5EF4-FFF2-40B4-BE49-F238E27FC236}">
                    <a16:creationId xmlns:a16="http://schemas.microsoft.com/office/drawing/2014/main" id="{B841694E-0A54-7DAE-38AA-5A80F7D33DC5}"/>
                  </a:ext>
                </a:extLst>
              </p:cNvPr>
              <p:cNvPicPr/>
              <p:nvPr/>
            </p:nvPicPr>
            <p:blipFill>
              <a:blip r:embed="rId141"/>
              <a:stretch>
                <a:fillRect/>
              </a:stretch>
            </p:blipFill>
            <p:spPr>
              <a:xfrm>
                <a:off x="8281200" y="3757200"/>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38" name="Ink 137">
                <a:extLst>
                  <a:ext uri="{FF2B5EF4-FFF2-40B4-BE49-F238E27FC236}">
                    <a16:creationId xmlns:a16="http://schemas.microsoft.com/office/drawing/2014/main" id="{62952B88-111D-4D86-DC09-56B5EA0A0713}"/>
                  </a:ext>
                </a:extLst>
              </p14:cNvPr>
              <p14:cNvContentPartPr/>
              <p14:nvPr/>
            </p14:nvContentPartPr>
            <p14:xfrm>
              <a:off x="8508720" y="3675120"/>
              <a:ext cx="360" cy="116280"/>
            </p14:xfrm>
          </p:contentPart>
        </mc:Choice>
        <mc:Fallback xmlns="">
          <p:pic>
            <p:nvPicPr>
              <p:cNvPr id="138" name="Ink 137">
                <a:extLst>
                  <a:ext uri="{FF2B5EF4-FFF2-40B4-BE49-F238E27FC236}">
                    <a16:creationId xmlns:a16="http://schemas.microsoft.com/office/drawing/2014/main" id="{62952B88-111D-4D86-DC09-56B5EA0A0713}"/>
                  </a:ext>
                </a:extLst>
              </p:cNvPr>
              <p:cNvPicPr/>
              <p:nvPr/>
            </p:nvPicPr>
            <p:blipFill>
              <a:blip r:embed="rId143"/>
              <a:stretch>
                <a:fillRect/>
              </a:stretch>
            </p:blipFill>
            <p:spPr>
              <a:xfrm>
                <a:off x="8504400" y="3670800"/>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39" name="Ink 138">
                <a:extLst>
                  <a:ext uri="{FF2B5EF4-FFF2-40B4-BE49-F238E27FC236}">
                    <a16:creationId xmlns:a16="http://schemas.microsoft.com/office/drawing/2014/main" id="{F0A41833-D77B-2670-CE6A-52405CA209C6}"/>
                  </a:ext>
                </a:extLst>
              </p14:cNvPr>
              <p14:cNvContentPartPr/>
              <p14:nvPr/>
            </p14:nvContentPartPr>
            <p14:xfrm>
              <a:off x="8508720" y="3488640"/>
              <a:ext cx="239040" cy="379800"/>
            </p14:xfrm>
          </p:contentPart>
        </mc:Choice>
        <mc:Fallback xmlns="">
          <p:pic>
            <p:nvPicPr>
              <p:cNvPr id="139" name="Ink 138">
                <a:extLst>
                  <a:ext uri="{FF2B5EF4-FFF2-40B4-BE49-F238E27FC236}">
                    <a16:creationId xmlns:a16="http://schemas.microsoft.com/office/drawing/2014/main" id="{F0A41833-D77B-2670-CE6A-52405CA209C6}"/>
                  </a:ext>
                </a:extLst>
              </p:cNvPr>
              <p:cNvPicPr/>
              <p:nvPr/>
            </p:nvPicPr>
            <p:blipFill>
              <a:blip r:embed="rId145"/>
              <a:stretch>
                <a:fillRect/>
              </a:stretch>
            </p:blipFill>
            <p:spPr>
              <a:xfrm>
                <a:off x="8504400" y="3484320"/>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40" name="Ink 139">
                <a:extLst>
                  <a:ext uri="{FF2B5EF4-FFF2-40B4-BE49-F238E27FC236}">
                    <a16:creationId xmlns:a16="http://schemas.microsoft.com/office/drawing/2014/main" id="{5A0D4ABF-98E2-FCDD-A0B5-1B525D64DE8F}"/>
                  </a:ext>
                </a:extLst>
              </p14:cNvPr>
              <p14:cNvContentPartPr/>
              <p14:nvPr/>
            </p14:nvContentPartPr>
            <p14:xfrm>
              <a:off x="8785920" y="3351840"/>
              <a:ext cx="219960" cy="716760"/>
            </p14:xfrm>
          </p:contentPart>
        </mc:Choice>
        <mc:Fallback xmlns="">
          <p:pic>
            <p:nvPicPr>
              <p:cNvPr id="140" name="Ink 139">
                <a:extLst>
                  <a:ext uri="{FF2B5EF4-FFF2-40B4-BE49-F238E27FC236}">
                    <a16:creationId xmlns:a16="http://schemas.microsoft.com/office/drawing/2014/main" id="{5A0D4ABF-98E2-FCDD-A0B5-1B525D64DE8F}"/>
                  </a:ext>
                </a:extLst>
              </p:cNvPr>
              <p:cNvPicPr/>
              <p:nvPr/>
            </p:nvPicPr>
            <p:blipFill>
              <a:blip r:embed="rId147"/>
              <a:stretch>
                <a:fillRect/>
              </a:stretch>
            </p:blipFill>
            <p:spPr>
              <a:xfrm>
                <a:off x="8781600" y="3347520"/>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42" name="Ink 141">
                <a:extLst>
                  <a:ext uri="{FF2B5EF4-FFF2-40B4-BE49-F238E27FC236}">
                    <a16:creationId xmlns:a16="http://schemas.microsoft.com/office/drawing/2014/main" id="{1D13F7A6-BEE0-1842-66E9-5932502D2BDF}"/>
                  </a:ext>
                </a:extLst>
              </p14:cNvPr>
              <p14:cNvContentPartPr/>
              <p14:nvPr/>
            </p14:nvContentPartPr>
            <p14:xfrm>
              <a:off x="4743480" y="4506720"/>
              <a:ext cx="166320" cy="195120"/>
            </p14:xfrm>
          </p:contentPart>
        </mc:Choice>
        <mc:Fallback xmlns="">
          <p:pic>
            <p:nvPicPr>
              <p:cNvPr id="142" name="Ink 141">
                <a:extLst>
                  <a:ext uri="{FF2B5EF4-FFF2-40B4-BE49-F238E27FC236}">
                    <a16:creationId xmlns:a16="http://schemas.microsoft.com/office/drawing/2014/main" id="{1D13F7A6-BEE0-1842-66E9-5932502D2BDF}"/>
                  </a:ext>
                </a:extLst>
              </p:cNvPr>
              <p:cNvPicPr/>
              <p:nvPr/>
            </p:nvPicPr>
            <p:blipFill>
              <a:blip r:embed="rId149"/>
              <a:stretch>
                <a:fillRect/>
              </a:stretch>
            </p:blipFill>
            <p:spPr>
              <a:xfrm>
                <a:off x="4739160" y="4502400"/>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43" name="Ink 142">
                <a:extLst>
                  <a:ext uri="{FF2B5EF4-FFF2-40B4-BE49-F238E27FC236}">
                    <a16:creationId xmlns:a16="http://schemas.microsoft.com/office/drawing/2014/main" id="{CA89D304-D93B-D8E3-DD55-7026DA199C26}"/>
                  </a:ext>
                </a:extLst>
              </p14:cNvPr>
              <p14:cNvContentPartPr/>
              <p14:nvPr/>
            </p14:nvContentPartPr>
            <p14:xfrm>
              <a:off x="4977480" y="4493040"/>
              <a:ext cx="315000" cy="168120"/>
            </p14:xfrm>
          </p:contentPart>
        </mc:Choice>
        <mc:Fallback xmlns="">
          <p:pic>
            <p:nvPicPr>
              <p:cNvPr id="143" name="Ink 142">
                <a:extLst>
                  <a:ext uri="{FF2B5EF4-FFF2-40B4-BE49-F238E27FC236}">
                    <a16:creationId xmlns:a16="http://schemas.microsoft.com/office/drawing/2014/main" id="{CA89D304-D93B-D8E3-DD55-7026DA199C26}"/>
                  </a:ext>
                </a:extLst>
              </p:cNvPr>
              <p:cNvPicPr/>
              <p:nvPr/>
            </p:nvPicPr>
            <p:blipFill>
              <a:blip r:embed="rId151"/>
              <a:stretch>
                <a:fillRect/>
              </a:stretch>
            </p:blipFill>
            <p:spPr>
              <a:xfrm>
                <a:off x="4973160" y="4488720"/>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44" name="Ink 143">
                <a:extLst>
                  <a:ext uri="{FF2B5EF4-FFF2-40B4-BE49-F238E27FC236}">
                    <a16:creationId xmlns:a16="http://schemas.microsoft.com/office/drawing/2014/main" id="{90DACEC4-07BD-1A5B-3B10-806C5E9EE12D}"/>
                  </a:ext>
                </a:extLst>
              </p14:cNvPr>
              <p14:cNvContentPartPr/>
              <p14:nvPr/>
            </p14:nvContentPartPr>
            <p14:xfrm>
              <a:off x="5405520" y="4495200"/>
              <a:ext cx="123840" cy="104400"/>
            </p14:xfrm>
          </p:contentPart>
        </mc:Choice>
        <mc:Fallback xmlns="">
          <p:pic>
            <p:nvPicPr>
              <p:cNvPr id="144" name="Ink 143">
                <a:extLst>
                  <a:ext uri="{FF2B5EF4-FFF2-40B4-BE49-F238E27FC236}">
                    <a16:creationId xmlns:a16="http://schemas.microsoft.com/office/drawing/2014/main" id="{90DACEC4-07BD-1A5B-3B10-806C5E9EE12D}"/>
                  </a:ext>
                </a:extLst>
              </p:cNvPr>
              <p:cNvPicPr/>
              <p:nvPr/>
            </p:nvPicPr>
            <p:blipFill>
              <a:blip r:embed="rId153"/>
              <a:stretch>
                <a:fillRect/>
              </a:stretch>
            </p:blipFill>
            <p:spPr>
              <a:xfrm>
                <a:off x="5401200" y="4490880"/>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45" name="Ink 144">
                <a:extLst>
                  <a:ext uri="{FF2B5EF4-FFF2-40B4-BE49-F238E27FC236}">
                    <a16:creationId xmlns:a16="http://schemas.microsoft.com/office/drawing/2014/main" id="{ABD1FBA3-814D-47CB-1B5E-3BEAAADEA753}"/>
                  </a:ext>
                </a:extLst>
              </p14:cNvPr>
              <p14:cNvContentPartPr/>
              <p14:nvPr/>
            </p14:nvContentPartPr>
            <p14:xfrm>
              <a:off x="5617560" y="4588080"/>
              <a:ext cx="43200" cy="293400"/>
            </p14:xfrm>
          </p:contentPart>
        </mc:Choice>
        <mc:Fallback xmlns="">
          <p:pic>
            <p:nvPicPr>
              <p:cNvPr id="145" name="Ink 144">
                <a:extLst>
                  <a:ext uri="{FF2B5EF4-FFF2-40B4-BE49-F238E27FC236}">
                    <a16:creationId xmlns:a16="http://schemas.microsoft.com/office/drawing/2014/main" id="{ABD1FBA3-814D-47CB-1B5E-3BEAAADEA753}"/>
                  </a:ext>
                </a:extLst>
              </p:cNvPr>
              <p:cNvPicPr/>
              <p:nvPr/>
            </p:nvPicPr>
            <p:blipFill>
              <a:blip r:embed="rId155"/>
              <a:stretch>
                <a:fillRect/>
              </a:stretch>
            </p:blipFill>
            <p:spPr>
              <a:xfrm>
                <a:off x="5613240" y="4583760"/>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46" name="Ink 145">
                <a:extLst>
                  <a:ext uri="{FF2B5EF4-FFF2-40B4-BE49-F238E27FC236}">
                    <a16:creationId xmlns:a16="http://schemas.microsoft.com/office/drawing/2014/main" id="{465B3333-69F3-D557-A6F2-6A2368179BC9}"/>
                  </a:ext>
                </a:extLst>
              </p14:cNvPr>
              <p14:cNvContentPartPr/>
              <p14:nvPr/>
            </p14:nvContentPartPr>
            <p14:xfrm>
              <a:off x="5659680" y="4557840"/>
              <a:ext cx="140040" cy="76320"/>
            </p14:xfrm>
          </p:contentPart>
        </mc:Choice>
        <mc:Fallback xmlns="">
          <p:pic>
            <p:nvPicPr>
              <p:cNvPr id="146" name="Ink 145">
                <a:extLst>
                  <a:ext uri="{FF2B5EF4-FFF2-40B4-BE49-F238E27FC236}">
                    <a16:creationId xmlns:a16="http://schemas.microsoft.com/office/drawing/2014/main" id="{465B3333-69F3-D557-A6F2-6A2368179BC9}"/>
                  </a:ext>
                </a:extLst>
              </p:cNvPr>
              <p:cNvPicPr/>
              <p:nvPr/>
            </p:nvPicPr>
            <p:blipFill>
              <a:blip r:embed="rId157"/>
              <a:stretch>
                <a:fillRect/>
              </a:stretch>
            </p:blipFill>
            <p:spPr>
              <a:xfrm>
                <a:off x="5655360" y="4553520"/>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47" name="Ink 146">
                <a:extLst>
                  <a:ext uri="{FF2B5EF4-FFF2-40B4-BE49-F238E27FC236}">
                    <a16:creationId xmlns:a16="http://schemas.microsoft.com/office/drawing/2014/main" id="{7904D1B8-C68B-93A4-8456-8AD8B7779D45}"/>
                  </a:ext>
                </a:extLst>
              </p14:cNvPr>
              <p14:cNvContentPartPr/>
              <p14:nvPr/>
            </p14:nvContentPartPr>
            <p14:xfrm>
              <a:off x="5971800" y="4254360"/>
              <a:ext cx="229320" cy="466200"/>
            </p14:xfrm>
          </p:contentPart>
        </mc:Choice>
        <mc:Fallback xmlns="">
          <p:pic>
            <p:nvPicPr>
              <p:cNvPr id="147" name="Ink 146">
                <a:extLst>
                  <a:ext uri="{FF2B5EF4-FFF2-40B4-BE49-F238E27FC236}">
                    <a16:creationId xmlns:a16="http://schemas.microsoft.com/office/drawing/2014/main" id="{7904D1B8-C68B-93A4-8456-8AD8B7779D45}"/>
                  </a:ext>
                </a:extLst>
              </p:cNvPr>
              <p:cNvPicPr/>
              <p:nvPr/>
            </p:nvPicPr>
            <p:blipFill>
              <a:blip r:embed="rId159"/>
              <a:stretch>
                <a:fillRect/>
              </a:stretch>
            </p:blipFill>
            <p:spPr>
              <a:xfrm>
                <a:off x="5967480" y="4250040"/>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48" name="Ink 147">
                <a:extLst>
                  <a:ext uri="{FF2B5EF4-FFF2-40B4-BE49-F238E27FC236}">
                    <a16:creationId xmlns:a16="http://schemas.microsoft.com/office/drawing/2014/main" id="{E9F7D500-29DB-EAE4-8460-46867C712134}"/>
                  </a:ext>
                </a:extLst>
              </p14:cNvPr>
              <p14:cNvContentPartPr/>
              <p14:nvPr/>
            </p14:nvContentPartPr>
            <p14:xfrm>
              <a:off x="6208320" y="4270200"/>
              <a:ext cx="206280" cy="343440"/>
            </p14:xfrm>
          </p:contentPart>
        </mc:Choice>
        <mc:Fallback xmlns="">
          <p:pic>
            <p:nvPicPr>
              <p:cNvPr id="148" name="Ink 147">
                <a:extLst>
                  <a:ext uri="{FF2B5EF4-FFF2-40B4-BE49-F238E27FC236}">
                    <a16:creationId xmlns:a16="http://schemas.microsoft.com/office/drawing/2014/main" id="{E9F7D500-29DB-EAE4-8460-46867C712134}"/>
                  </a:ext>
                </a:extLst>
              </p:cNvPr>
              <p:cNvPicPr/>
              <p:nvPr/>
            </p:nvPicPr>
            <p:blipFill>
              <a:blip r:embed="rId161"/>
              <a:stretch>
                <a:fillRect/>
              </a:stretch>
            </p:blipFill>
            <p:spPr>
              <a:xfrm>
                <a:off x="6204000" y="4265880"/>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49" name="Ink 148">
                <a:extLst>
                  <a:ext uri="{FF2B5EF4-FFF2-40B4-BE49-F238E27FC236}">
                    <a16:creationId xmlns:a16="http://schemas.microsoft.com/office/drawing/2014/main" id="{A5A018C9-E6D0-C4B2-5C42-40E7EFDAF4EE}"/>
                  </a:ext>
                </a:extLst>
              </p14:cNvPr>
              <p14:cNvContentPartPr/>
              <p14:nvPr/>
            </p14:nvContentPartPr>
            <p14:xfrm>
              <a:off x="6498840" y="4491960"/>
              <a:ext cx="179640" cy="87120"/>
            </p14:xfrm>
          </p:contentPart>
        </mc:Choice>
        <mc:Fallback xmlns="">
          <p:pic>
            <p:nvPicPr>
              <p:cNvPr id="149" name="Ink 148">
                <a:extLst>
                  <a:ext uri="{FF2B5EF4-FFF2-40B4-BE49-F238E27FC236}">
                    <a16:creationId xmlns:a16="http://schemas.microsoft.com/office/drawing/2014/main" id="{A5A018C9-E6D0-C4B2-5C42-40E7EFDAF4EE}"/>
                  </a:ext>
                </a:extLst>
              </p:cNvPr>
              <p:cNvPicPr/>
              <p:nvPr/>
            </p:nvPicPr>
            <p:blipFill>
              <a:blip r:embed="rId163"/>
              <a:stretch>
                <a:fillRect/>
              </a:stretch>
            </p:blipFill>
            <p:spPr>
              <a:xfrm>
                <a:off x="6494520" y="4487640"/>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0" name="Ink 149">
                <a:extLst>
                  <a:ext uri="{FF2B5EF4-FFF2-40B4-BE49-F238E27FC236}">
                    <a16:creationId xmlns:a16="http://schemas.microsoft.com/office/drawing/2014/main" id="{4633B166-38B3-8C56-EB8A-E9236DA2CCF7}"/>
                  </a:ext>
                </a:extLst>
              </p14:cNvPr>
              <p14:cNvContentPartPr/>
              <p14:nvPr/>
            </p14:nvContentPartPr>
            <p14:xfrm>
              <a:off x="6695400" y="4271640"/>
              <a:ext cx="66240" cy="362880"/>
            </p14:xfrm>
          </p:contentPart>
        </mc:Choice>
        <mc:Fallback xmlns="">
          <p:pic>
            <p:nvPicPr>
              <p:cNvPr id="150" name="Ink 149">
                <a:extLst>
                  <a:ext uri="{FF2B5EF4-FFF2-40B4-BE49-F238E27FC236}">
                    <a16:creationId xmlns:a16="http://schemas.microsoft.com/office/drawing/2014/main" id="{4633B166-38B3-8C56-EB8A-E9236DA2CCF7}"/>
                  </a:ext>
                </a:extLst>
              </p:cNvPr>
              <p:cNvPicPr/>
              <p:nvPr/>
            </p:nvPicPr>
            <p:blipFill>
              <a:blip r:embed="rId165"/>
              <a:stretch>
                <a:fillRect/>
              </a:stretch>
            </p:blipFill>
            <p:spPr>
              <a:xfrm>
                <a:off x="6691080" y="4267320"/>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51" name="Ink 150">
                <a:extLst>
                  <a:ext uri="{FF2B5EF4-FFF2-40B4-BE49-F238E27FC236}">
                    <a16:creationId xmlns:a16="http://schemas.microsoft.com/office/drawing/2014/main" id="{6ED894C8-A31C-6980-8FAC-17B50C1C3CA4}"/>
                  </a:ext>
                </a:extLst>
              </p14:cNvPr>
              <p14:cNvContentPartPr/>
              <p14:nvPr/>
            </p14:nvContentPartPr>
            <p14:xfrm>
              <a:off x="6691440" y="4474680"/>
              <a:ext cx="208080" cy="98280"/>
            </p14:xfrm>
          </p:contentPart>
        </mc:Choice>
        <mc:Fallback xmlns="">
          <p:pic>
            <p:nvPicPr>
              <p:cNvPr id="151" name="Ink 150">
                <a:extLst>
                  <a:ext uri="{FF2B5EF4-FFF2-40B4-BE49-F238E27FC236}">
                    <a16:creationId xmlns:a16="http://schemas.microsoft.com/office/drawing/2014/main" id="{6ED894C8-A31C-6980-8FAC-17B50C1C3CA4}"/>
                  </a:ext>
                </a:extLst>
              </p:cNvPr>
              <p:cNvPicPr/>
              <p:nvPr/>
            </p:nvPicPr>
            <p:blipFill>
              <a:blip r:embed="rId167"/>
              <a:stretch>
                <a:fillRect/>
              </a:stretch>
            </p:blipFill>
            <p:spPr>
              <a:xfrm>
                <a:off x="6687120" y="4470360"/>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2" name="Ink 151">
                <a:extLst>
                  <a:ext uri="{FF2B5EF4-FFF2-40B4-BE49-F238E27FC236}">
                    <a16:creationId xmlns:a16="http://schemas.microsoft.com/office/drawing/2014/main" id="{8FCC759A-61B9-D735-FF36-C26B09476452}"/>
                  </a:ext>
                </a:extLst>
              </p14:cNvPr>
              <p14:cNvContentPartPr/>
              <p14:nvPr/>
            </p14:nvContentPartPr>
            <p14:xfrm>
              <a:off x="7043520" y="4268400"/>
              <a:ext cx="214200" cy="320040"/>
            </p14:xfrm>
          </p:contentPart>
        </mc:Choice>
        <mc:Fallback xmlns="">
          <p:pic>
            <p:nvPicPr>
              <p:cNvPr id="152" name="Ink 151">
                <a:extLst>
                  <a:ext uri="{FF2B5EF4-FFF2-40B4-BE49-F238E27FC236}">
                    <a16:creationId xmlns:a16="http://schemas.microsoft.com/office/drawing/2014/main" id="{8FCC759A-61B9-D735-FF36-C26B09476452}"/>
                  </a:ext>
                </a:extLst>
              </p:cNvPr>
              <p:cNvPicPr/>
              <p:nvPr/>
            </p:nvPicPr>
            <p:blipFill>
              <a:blip r:embed="rId169"/>
              <a:stretch>
                <a:fillRect/>
              </a:stretch>
            </p:blipFill>
            <p:spPr>
              <a:xfrm>
                <a:off x="7039200" y="4264080"/>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53" name="Ink 152">
                <a:extLst>
                  <a:ext uri="{FF2B5EF4-FFF2-40B4-BE49-F238E27FC236}">
                    <a16:creationId xmlns:a16="http://schemas.microsoft.com/office/drawing/2014/main" id="{C1AE5590-EAE8-86C2-2E9D-3C7B35F1EFAE}"/>
                  </a:ext>
                </a:extLst>
              </p14:cNvPr>
              <p14:cNvContentPartPr/>
              <p14:nvPr/>
            </p14:nvContentPartPr>
            <p14:xfrm>
              <a:off x="7222800" y="4503120"/>
              <a:ext cx="79200" cy="79200"/>
            </p14:xfrm>
          </p:contentPart>
        </mc:Choice>
        <mc:Fallback xmlns="">
          <p:pic>
            <p:nvPicPr>
              <p:cNvPr id="153" name="Ink 152">
                <a:extLst>
                  <a:ext uri="{FF2B5EF4-FFF2-40B4-BE49-F238E27FC236}">
                    <a16:creationId xmlns:a16="http://schemas.microsoft.com/office/drawing/2014/main" id="{C1AE5590-EAE8-86C2-2E9D-3C7B35F1EFAE}"/>
                  </a:ext>
                </a:extLst>
              </p:cNvPr>
              <p:cNvPicPr/>
              <p:nvPr/>
            </p:nvPicPr>
            <p:blipFill>
              <a:blip r:embed="rId171"/>
              <a:stretch>
                <a:fillRect/>
              </a:stretch>
            </p:blipFill>
            <p:spPr>
              <a:xfrm>
                <a:off x="7218480" y="4498800"/>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4" name="Ink 153">
                <a:extLst>
                  <a:ext uri="{FF2B5EF4-FFF2-40B4-BE49-F238E27FC236}">
                    <a16:creationId xmlns:a16="http://schemas.microsoft.com/office/drawing/2014/main" id="{11882182-C1F4-21A3-9A51-D450E2F15E9B}"/>
                  </a:ext>
                </a:extLst>
              </p14:cNvPr>
              <p14:cNvContentPartPr/>
              <p14:nvPr/>
            </p14:nvContentPartPr>
            <p14:xfrm>
              <a:off x="7326840" y="4408800"/>
              <a:ext cx="360" cy="8280"/>
            </p14:xfrm>
          </p:contentPart>
        </mc:Choice>
        <mc:Fallback xmlns="">
          <p:pic>
            <p:nvPicPr>
              <p:cNvPr id="154" name="Ink 153">
                <a:extLst>
                  <a:ext uri="{FF2B5EF4-FFF2-40B4-BE49-F238E27FC236}">
                    <a16:creationId xmlns:a16="http://schemas.microsoft.com/office/drawing/2014/main" id="{11882182-C1F4-21A3-9A51-D450E2F15E9B}"/>
                  </a:ext>
                </a:extLst>
              </p:cNvPr>
              <p:cNvPicPr/>
              <p:nvPr/>
            </p:nvPicPr>
            <p:blipFill>
              <a:blip r:embed="rId173"/>
              <a:stretch>
                <a:fillRect/>
              </a:stretch>
            </p:blipFill>
            <p:spPr>
              <a:xfrm>
                <a:off x="7322520" y="4404480"/>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5" name="Ink 154">
                <a:extLst>
                  <a:ext uri="{FF2B5EF4-FFF2-40B4-BE49-F238E27FC236}">
                    <a16:creationId xmlns:a16="http://schemas.microsoft.com/office/drawing/2014/main" id="{2B711347-05CD-EFD2-4A06-83F3BEA78B33}"/>
                  </a:ext>
                </a:extLst>
              </p14:cNvPr>
              <p14:cNvContentPartPr/>
              <p14:nvPr/>
            </p14:nvContentPartPr>
            <p14:xfrm>
              <a:off x="7326840" y="4295040"/>
              <a:ext cx="220320" cy="329400"/>
            </p14:xfrm>
          </p:contentPart>
        </mc:Choice>
        <mc:Fallback xmlns="">
          <p:pic>
            <p:nvPicPr>
              <p:cNvPr id="155" name="Ink 154">
                <a:extLst>
                  <a:ext uri="{FF2B5EF4-FFF2-40B4-BE49-F238E27FC236}">
                    <a16:creationId xmlns:a16="http://schemas.microsoft.com/office/drawing/2014/main" id="{2B711347-05CD-EFD2-4A06-83F3BEA78B33}"/>
                  </a:ext>
                </a:extLst>
              </p:cNvPr>
              <p:cNvPicPr/>
              <p:nvPr/>
            </p:nvPicPr>
            <p:blipFill>
              <a:blip r:embed="rId175"/>
              <a:stretch>
                <a:fillRect/>
              </a:stretch>
            </p:blipFill>
            <p:spPr>
              <a:xfrm>
                <a:off x="7322520" y="4290720"/>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56" name="Ink 155">
                <a:extLst>
                  <a:ext uri="{FF2B5EF4-FFF2-40B4-BE49-F238E27FC236}">
                    <a16:creationId xmlns:a16="http://schemas.microsoft.com/office/drawing/2014/main" id="{5D0DEFB1-12E8-43C4-2F54-7AF369A6AA23}"/>
                  </a:ext>
                </a:extLst>
              </p14:cNvPr>
              <p14:cNvContentPartPr/>
              <p14:nvPr/>
            </p14:nvContentPartPr>
            <p14:xfrm>
              <a:off x="7582800" y="4637400"/>
              <a:ext cx="152280" cy="121680"/>
            </p14:xfrm>
          </p:contentPart>
        </mc:Choice>
        <mc:Fallback xmlns="">
          <p:pic>
            <p:nvPicPr>
              <p:cNvPr id="156" name="Ink 155">
                <a:extLst>
                  <a:ext uri="{FF2B5EF4-FFF2-40B4-BE49-F238E27FC236}">
                    <a16:creationId xmlns:a16="http://schemas.microsoft.com/office/drawing/2014/main" id="{5D0DEFB1-12E8-43C4-2F54-7AF369A6AA23}"/>
                  </a:ext>
                </a:extLst>
              </p:cNvPr>
              <p:cNvPicPr/>
              <p:nvPr/>
            </p:nvPicPr>
            <p:blipFill>
              <a:blip r:embed="rId177"/>
              <a:stretch>
                <a:fillRect/>
              </a:stretch>
            </p:blipFill>
            <p:spPr>
              <a:xfrm>
                <a:off x="7578480" y="4633080"/>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57" name="Ink 156">
                <a:extLst>
                  <a:ext uri="{FF2B5EF4-FFF2-40B4-BE49-F238E27FC236}">
                    <a16:creationId xmlns:a16="http://schemas.microsoft.com/office/drawing/2014/main" id="{88C4E7FE-93AF-A453-CD1F-FBDE1D33B2A4}"/>
                  </a:ext>
                </a:extLst>
              </p14:cNvPr>
              <p14:cNvContentPartPr/>
              <p14:nvPr/>
            </p14:nvContentPartPr>
            <p14:xfrm>
              <a:off x="7770720" y="4181640"/>
              <a:ext cx="245520" cy="412200"/>
            </p14:xfrm>
          </p:contentPart>
        </mc:Choice>
        <mc:Fallback xmlns="">
          <p:pic>
            <p:nvPicPr>
              <p:cNvPr id="157" name="Ink 156">
                <a:extLst>
                  <a:ext uri="{FF2B5EF4-FFF2-40B4-BE49-F238E27FC236}">
                    <a16:creationId xmlns:a16="http://schemas.microsoft.com/office/drawing/2014/main" id="{88C4E7FE-93AF-A453-CD1F-FBDE1D33B2A4}"/>
                  </a:ext>
                </a:extLst>
              </p:cNvPr>
              <p:cNvPicPr/>
              <p:nvPr/>
            </p:nvPicPr>
            <p:blipFill>
              <a:blip r:embed="rId179"/>
              <a:stretch>
                <a:fillRect/>
              </a:stretch>
            </p:blipFill>
            <p:spPr>
              <a:xfrm>
                <a:off x="7766400" y="4177320"/>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58" name="Ink 157">
                <a:extLst>
                  <a:ext uri="{FF2B5EF4-FFF2-40B4-BE49-F238E27FC236}">
                    <a16:creationId xmlns:a16="http://schemas.microsoft.com/office/drawing/2014/main" id="{F3917991-E86D-AA07-B374-F704253DC4DB}"/>
                  </a:ext>
                </a:extLst>
              </p14:cNvPr>
              <p14:cNvContentPartPr/>
              <p14:nvPr/>
            </p14:nvContentPartPr>
            <p14:xfrm>
              <a:off x="8027400" y="4485840"/>
              <a:ext cx="75600" cy="140760"/>
            </p14:xfrm>
          </p:contentPart>
        </mc:Choice>
        <mc:Fallback xmlns="">
          <p:pic>
            <p:nvPicPr>
              <p:cNvPr id="158" name="Ink 157">
                <a:extLst>
                  <a:ext uri="{FF2B5EF4-FFF2-40B4-BE49-F238E27FC236}">
                    <a16:creationId xmlns:a16="http://schemas.microsoft.com/office/drawing/2014/main" id="{F3917991-E86D-AA07-B374-F704253DC4DB}"/>
                  </a:ext>
                </a:extLst>
              </p:cNvPr>
              <p:cNvPicPr/>
              <p:nvPr/>
            </p:nvPicPr>
            <p:blipFill>
              <a:blip r:embed="rId181"/>
              <a:stretch>
                <a:fillRect/>
              </a:stretch>
            </p:blipFill>
            <p:spPr>
              <a:xfrm>
                <a:off x="8023080" y="4481520"/>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59" name="Ink 158">
                <a:extLst>
                  <a:ext uri="{FF2B5EF4-FFF2-40B4-BE49-F238E27FC236}">
                    <a16:creationId xmlns:a16="http://schemas.microsoft.com/office/drawing/2014/main" id="{27864A1F-CD1C-F577-EC87-DC65473B60DE}"/>
                  </a:ext>
                </a:extLst>
              </p14:cNvPr>
              <p14:cNvContentPartPr/>
              <p14:nvPr/>
            </p14:nvContentPartPr>
            <p14:xfrm>
              <a:off x="8191200" y="4227720"/>
              <a:ext cx="77400" cy="335520"/>
            </p14:xfrm>
          </p:contentPart>
        </mc:Choice>
        <mc:Fallback xmlns="">
          <p:pic>
            <p:nvPicPr>
              <p:cNvPr id="159" name="Ink 158">
                <a:extLst>
                  <a:ext uri="{FF2B5EF4-FFF2-40B4-BE49-F238E27FC236}">
                    <a16:creationId xmlns:a16="http://schemas.microsoft.com/office/drawing/2014/main" id="{27864A1F-CD1C-F577-EC87-DC65473B60DE}"/>
                  </a:ext>
                </a:extLst>
              </p:cNvPr>
              <p:cNvPicPr/>
              <p:nvPr/>
            </p:nvPicPr>
            <p:blipFill>
              <a:blip r:embed="rId183"/>
              <a:stretch>
                <a:fillRect/>
              </a:stretch>
            </p:blipFill>
            <p:spPr>
              <a:xfrm>
                <a:off x="8186880" y="4223400"/>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0" name="Ink 159">
                <a:extLst>
                  <a:ext uri="{FF2B5EF4-FFF2-40B4-BE49-F238E27FC236}">
                    <a16:creationId xmlns:a16="http://schemas.microsoft.com/office/drawing/2014/main" id="{EE0F6666-CDDC-5A24-464D-84AF7944A94F}"/>
                  </a:ext>
                </a:extLst>
              </p14:cNvPr>
              <p14:cNvContentPartPr/>
              <p14:nvPr/>
            </p14:nvContentPartPr>
            <p14:xfrm>
              <a:off x="8162400" y="4457040"/>
              <a:ext cx="251280" cy="175320"/>
            </p14:xfrm>
          </p:contentPart>
        </mc:Choice>
        <mc:Fallback xmlns="">
          <p:pic>
            <p:nvPicPr>
              <p:cNvPr id="160" name="Ink 159">
                <a:extLst>
                  <a:ext uri="{FF2B5EF4-FFF2-40B4-BE49-F238E27FC236}">
                    <a16:creationId xmlns:a16="http://schemas.microsoft.com/office/drawing/2014/main" id="{EE0F6666-CDDC-5A24-464D-84AF7944A94F}"/>
                  </a:ext>
                </a:extLst>
              </p:cNvPr>
              <p:cNvPicPr/>
              <p:nvPr/>
            </p:nvPicPr>
            <p:blipFill>
              <a:blip r:embed="rId185"/>
              <a:stretch>
                <a:fillRect/>
              </a:stretch>
            </p:blipFill>
            <p:spPr>
              <a:xfrm>
                <a:off x="8158080" y="4452720"/>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61" name="Ink 160">
                <a:extLst>
                  <a:ext uri="{FF2B5EF4-FFF2-40B4-BE49-F238E27FC236}">
                    <a16:creationId xmlns:a16="http://schemas.microsoft.com/office/drawing/2014/main" id="{24A325AE-928A-D137-047B-96F02A7185EA}"/>
                  </a:ext>
                </a:extLst>
              </p14:cNvPr>
              <p14:cNvContentPartPr/>
              <p14:nvPr/>
            </p14:nvContentPartPr>
            <p14:xfrm>
              <a:off x="8465880" y="4349760"/>
              <a:ext cx="156960" cy="296280"/>
            </p14:xfrm>
          </p:contentPart>
        </mc:Choice>
        <mc:Fallback xmlns="">
          <p:pic>
            <p:nvPicPr>
              <p:cNvPr id="161" name="Ink 160">
                <a:extLst>
                  <a:ext uri="{FF2B5EF4-FFF2-40B4-BE49-F238E27FC236}">
                    <a16:creationId xmlns:a16="http://schemas.microsoft.com/office/drawing/2014/main" id="{24A325AE-928A-D137-047B-96F02A7185EA}"/>
                  </a:ext>
                </a:extLst>
              </p:cNvPr>
              <p:cNvPicPr/>
              <p:nvPr/>
            </p:nvPicPr>
            <p:blipFill>
              <a:blip r:embed="rId187"/>
              <a:stretch>
                <a:fillRect/>
              </a:stretch>
            </p:blipFill>
            <p:spPr>
              <a:xfrm>
                <a:off x="8461560" y="4345440"/>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62" name="Ink 161">
                <a:extLst>
                  <a:ext uri="{FF2B5EF4-FFF2-40B4-BE49-F238E27FC236}">
                    <a16:creationId xmlns:a16="http://schemas.microsoft.com/office/drawing/2014/main" id="{7418244C-064B-D9A8-52C9-8B416EC14818}"/>
                  </a:ext>
                </a:extLst>
              </p14:cNvPr>
              <p14:cNvContentPartPr/>
              <p14:nvPr/>
            </p14:nvContentPartPr>
            <p14:xfrm>
              <a:off x="8639760" y="4548840"/>
              <a:ext cx="50400" cy="83520"/>
            </p14:xfrm>
          </p:contentPart>
        </mc:Choice>
        <mc:Fallback xmlns="">
          <p:pic>
            <p:nvPicPr>
              <p:cNvPr id="162" name="Ink 161">
                <a:extLst>
                  <a:ext uri="{FF2B5EF4-FFF2-40B4-BE49-F238E27FC236}">
                    <a16:creationId xmlns:a16="http://schemas.microsoft.com/office/drawing/2014/main" id="{7418244C-064B-D9A8-52C9-8B416EC14818}"/>
                  </a:ext>
                </a:extLst>
              </p:cNvPr>
              <p:cNvPicPr/>
              <p:nvPr/>
            </p:nvPicPr>
            <p:blipFill>
              <a:blip r:embed="rId189"/>
              <a:stretch>
                <a:fillRect/>
              </a:stretch>
            </p:blipFill>
            <p:spPr>
              <a:xfrm>
                <a:off x="8635440" y="4544520"/>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63" name="Ink 162">
                <a:extLst>
                  <a:ext uri="{FF2B5EF4-FFF2-40B4-BE49-F238E27FC236}">
                    <a16:creationId xmlns:a16="http://schemas.microsoft.com/office/drawing/2014/main" id="{75727FE7-38A2-8D82-AA51-5DF6DC786031}"/>
                  </a:ext>
                </a:extLst>
              </p14:cNvPr>
              <p14:cNvContentPartPr/>
              <p14:nvPr/>
            </p14:nvContentPartPr>
            <p14:xfrm>
              <a:off x="8691600" y="4418160"/>
              <a:ext cx="7920" cy="50760"/>
            </p14:xfrm>
          </p:contentPart>
        </mc:Choice>
        <mc:Fallback xmlns="">
          <p:pic>
            <p:nvPicPr>
              <p:cNvPr id="163" name="Ink 162">
                <a:extLst>
                  <a:ext uri="{FF2B5EF4-FFF2-40B4-BE49-F238E27FC236}">
                    <a16:creationId xmlns:a16="http://schemas.microsoft.com/office/drawing/2014/main" id="{75727FE7-38A2-8D82-AA51-5DF6DC786031}"/>
                  </a:ext>
                </a:extLst>
              </p:cNvPr>
              <p:cNvPicPr/>
              <p:nvPr/>
            </p:nvPicPr>
            <p:blipFill>
              <a:blip r:embed="rId191"/>
              <a:stretch>
                <a:fillRect/>
              </a:stretch>
            </p:blipFill>
            <p:spPr>
              <a:xfrm>
                <a:off x="8687280" y="4413840"/>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64" name="Ink 163">
                <a:extLst>
                  <a:ext uri="{FF2B5EF4-FFF2-40B4-BE49-F238E27FC236}">
                    <a16:creationId xmlns:a16="http://schemas.microsoft.com/office/drawing/2014/main" id="{3996DF7D-4585-FF80-11AF-EA6BF5030CEF}"/>
                  </a:ext>
                </a:extLst>
              </p14:cNvPr>
              <p14:cNvContentPartPr/>
              <p14:nvPr/>
            </p14:nvContentPartPr>
            <p14:xfrm>
              <a:off x="8693400" y="4418160"/>
              <a:ext cx="169920" cy="150120"/>
            </p14:xfrm>
          </p:contentPart>
        </mc:Choice>
        <mc:Fallback xmlns="">
          <p:pic>
            <p:nvPicPr>
              <p:cNvPr id="164" name="Ink 163">
                <a:extLst>
                  <a:ext uri="{FF2B5EF4-FFF2-40B4-BE49-F238E27FC236}">
                    <a16:creationId xmlns:a16="http://schemas.microsoft.com/office/drawing/2014/main" id="{3996DF7D-4585-FF80-11AF-EA6BF5030CEF}"/>
                  </a:ext>
                </a:extLst>
              </p:cNvPr>
              <p:cNvPicPr/>
              <p:nvPr/>
            </p:nvPicPr>
            <p:blipFill>
              <a:blip r:embed="rId193"/>
              <a:stretch>
                <a:fillRect/>
              </a:stretch>
            </p:blipFill>
            <p:spPr>
              <a:xfrm>
                <a:off x="8689080" y="4413840"/>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65" name="Ink 164">
                <a:extLst>
                  <a:ext uri="{FF2B5EF4-FFF2-40B4-BE49-F238E27FC236}">
                    <a16:creationId xmlns:a16="http://schemas.microsoft.com/office/drawing/2014/main" id="{CC29A30F-D869-32F7-31B9-02B710B7E36B}"/>
                  </a:ext>
                </a:extLst>
              </p14:cNvPr>
              <p14:cNvContentPartPr/>
              <p14:nvPr/>
            </p14:nvContentPartPr>
            <p14:xfrm>
              <a:off x="8949360" y="4449480"/>
              <a:ext cx="360" cy="74880"/>
            </p14:xfrm>
          </p:contentPart>
        </mc:Choice>
        <mc:Fallback xmlns="">
          <p:pic>
            <p:nvPicPr>
              <p:cNvPr id="165" name="Ink 164">
                <a:extLst>
                  <a:ext uri="{FF2B5EF4-FFF2-40B4-BE49-F238E27FC236}">
                    <a16:creationId xmlns:a16="http://schemas.microsoft.com/office/drawing/2014/main" id="{CC29A30F-D869-32F7-31B9-02B710B7E36B}"/>
                  </a:ext>
                </a:extLst>
              </p:cNvPr>
              <p:cNvPicPr/>
              <p:nvPr/>
            </p:nvPicPr>
            <p:blipFill>
              <a:blip r:embed="rId195"/>
              <a:stretch>
                <a:fillRect/>
              </a:stretch>
            </p:blipFill>
            <p:spPr>
              <a:xfrm>
                <a:off x="8945040" y="4445160"/>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66" name="Ink 165">
                <a:extLst>
                  <a:ext uri="{FF2B5EF4-FFF2-40B4-BE49-F238E27FC236}">
                    <a16:creationId xmlns:a16="http://schemas.microsoft.com/office/drawing/2014/main" id="{BC1CE695-5BA4-6492-29DB-865384F1A0FA}"/>
                  </a:ext>
                </a:extLst>
              </p14:cNvPr>
              <p14:cNvContentPartPr/>
              <p14:nvPr/>
            </p14:nvContentPartPr>
            <p14:xfrm>
              <a:off x="8911200" y="4275960"/>
              <a:ext cx="147240" cy="358200"/>
            </p14:xfrm>
          </p:contentPart>
        </mc:Choice>
        <mc:Fallback xmlns="">
          <p:pic>
            <p:nvPicPr>
              <p:cNvPr id="166" name="Ink 165">
                <a:extLst>
                  <a:ext uri="{FF2B5EF4-FFF2-40B4-BE49-F238E27FC236}">
                    <a16:creationId xmlns:a16="http://schemas.microsoft.com/office/drawing/2014/main" id="{BC1CE695-5BA4-6492-29DB-865384F1A0FA}"/>
                  </a:ext>
                </a:extLst>
              </p:cNvPr>
              <p:cNvPicPr/>
              <p:nvPr/>
            </p:nvPicPr>
            <p:blipFill>
              <a:blip r:embed="rId197"/>
              <a:stretch>
                <a:fillRect/>
              </a:stretch>
            </p:blipFill>
            <p:spPr>
              <a:xfrm>
                <a:off x="8906880" y="4271640"/>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4" name="Ink 113">
                <a:extLst>
                  <a:ext uri="{FF2B5EF4-FFF2-40B4-BE49-F238E27FC236}">
                    <a16:creationId xmlns:a16="http://schemas.microsoft.com/office/drawing/2014/main" id="{CCD53015-1C31-50BA-95E5-CDDCE76C95E0}"/>
                  </a:ext>
                </a:extLst>
              </p14:cNvPr>
              <p14:cNvContentPartPr/>
              <p14:nvPr/>
            </p14:nvContentPartPr>
            <p14:xfrm>
              <a:off x="4146960" y="4026120"/>
              <a:ext cx="31320" cy="80640"/>
            </p14:xfrm>
          </p:contentPart>
        </mc:Choice>
        <mc:Fallback xmlns="">
          <p:pic>
            <p:nvPicPr>
              <p:cNvPr id="114" name="Ink 113">
                <a:extLst>
                  <a:ext uri="{FF2B5EF4-FFF2-40B4-BE49-F238E27FC236}">
                    <a16:creationId xmlns:a16="http://schemas.microsoft.com/office/drawing/2014/main" id="{CCD53015-1C31-50BA-95E5-CDDCE76C95E0}"/>
                  </a:ext>
                </a:extLst>
              </p:cNvPr>
              <p:cNvPicPr/>
              <p:nvPr/>
            </p:nvPicPr>
            <p:blipFill>
              <a:blip r:embed="rId199"/>
              <a:stretch>
                <a:fillRect/>
              </a:stretch>
            </p:blipFill>
            <p:spPr>
              <a:xfrm>
                <a:off x="4142640" y="4021800"/>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5" name="Ink 114">
                <a:extLst>
                  <a:ext uri="{FF2B5EF4-FFF2-40B4-BE49-F238E27FC236}">
                    <a16:creationId xmlns:a16="http://schemas.microsoft.com/office/drawing/2014/main" id="{03BAB15F-C55D-496D-C019-B6D89648755B}"/>
                  </a:ext>
                </a:extLst>
              </p14:cNvPr>
              <p14:cNvContentPartPr/>
              <p14:nvPr/>
            </p14:nvContentPartPr>
            <p14:xfrm>
              <a:off x="4173960" y="3712200"/>
              <a:ext cx="13680" cy="13320"/>
            </p14:xfrm>
          </p:contentPart>
        </mc:Choice>
        <mc:Fallback xmlns="">
          <p:pic>
            <p:nvPicPr>
              <p:cNvPr id="115" name="Ink 114">
                <a:extLst>
                  <a:ext uri="{FF2B5EF4-FFF2-40B4-BE49-F238E27FC236}">
                    <a16:creationId xmlns:a16="http://schemas.microsoft.com/office/drawing/2014/main" id="{03BAB15F-C55D-496D-C019-B6D89648755B}"/>
                  </a:ext>
                </a:extLst>
              </p:cNvPr>
              <p:cNvPicPr/>
              <p:nvPr/>
            </p:nvPicPr>
            <p:blipFill>
              <a:blip r:embed="rId201"/>
              <a:stretch>
                <a:fillRect/>
              </a:stretch>
            </p:blipFill>
            <p:spPr>
              <a:xfrm>
                <a:off x="4169640" y="3707880"/>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6" name="Ink 115">
                <a:extLst>
                  <a:ext uri="{FF2B5EF4-FFF2-40B4-BE49-F238E27FC236}">
                    <a16:creationId xmlns:a16="http://schemas.microsoft.com/office/drawing/2014/main" id="{54D1AD3D-186D-4F5F-9EAB-4A4F2038E4EB}"/>
                  </a:ext>
                </a:extLst>
              </p14:cNvPr>
              <p14:cNvContentPartPr/>
              <p14:nvPr/>
            </p14:nvContentPartPr>
            <p14:xfrm>
              <a:off x="4213560" y="3800040"/>
              <a:ext cx="172080" cy="433440"/>
            </p14:xfrm>
          </p:contentPart>
        </mc:Choice>
        <mc:Fallback xmlns="">
          <p:pic>
            <p:nvPicPr>
              <p:cNvPr id="116" name="Ink 115">
                <a:extLst>
                  <a:ext uri="{FF2B5EF4-FFF2-40B4-BE49-F238E27FC236}">
                    <a16:creationId xmlns:a16="http://schemas.microsoft.com/office/drawing/2014/main" id="{54D1AD3D-186D-4F5F-9EAB-4A4F2038E4EB}"/>
                  </a:ext>
                </a:extLst>
              </p:cNvPr>
              <p:cNvPicPr/>
              <p:nvPr/>
            </p:nvPicPr>
            <p:blipFill>
              <a:blip r:embed="rId203"/>
              <a:stretch>
                <a:fillRect/>
              </a:stretch>
            </p:blipFill>
            <p:spPr>
              <a:xfrm>
                <a:off x="4209240" y="3795720"/>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7" name="Ink 116">
                <a:extLst>
                  <a:ext uri="{FF2B5EF4-FFF2-40B4-BE49-F238E27FC236}">
                    <a16:creationId xmlns:a16="http://schemas.microsoft.com/office/drawing/2014/main" id="{2F51005A-A145-93F1-4437-FC5C7A4F0948}"/>
                  </a:ext>
                </a:extLst>
              </p14:cNvPr>
              <p14:cNvContentPartPr/>
              <p14:nvPr/>
            </p14:nvContentPartPr>
            <p14:xfrm>
              <a:off x="4202760" y="4056000"/>
              <a:ext cx="125640" cy="10080"/>
            </p14:xfrm>
          </p:contentPart>
        </mc:Choice>
        <mc:Fallback xmlns="">
          <p:pic>
            <p:nvPicPr>
              <p:cNvPr id="117" name="Ink 116">
                <a:extLst>
                  <a:ext uri="{FF2B5EF4-FFF2-40B4-BE49-F238E27FC236}">
                    <a16:creationId xmlns:a16="http://schemas.microsoft.com/office/drawing/2014/main" id="{2F51005A-A145-93F1-4437-FC5C7A4F0948}"/>
                  </a:ext>
                </a:extLst>
              </p:cNvPr>
              <p:cNvPicPr/>
              <p:nvPr/>
            </p:nvPicPr>
            <p:blipFill>
              <a:blip r:embed="rId205"/>
              <a:stretch>
                <a:fillRect/>
              </a:stretch>
            </p:blipFill>
            <p:spPr>
              <a:xfrm>
                <a:off x="4198440" y="4051680"/>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68" name="Ink 167">
                <a:extLst>
                  <a:ext uri="{FF2B5EF4-FFF2-40B4-BE49-F238E27FC236}">
                    <a16:creationId xmlns:a16="http://schemas.microsoft.com/office/drawing/2014/main" id="{15A02595-5736-C5D4-D267-EA76501E0B09}"/>
                  </a:ext>
                </a:extLst>
              </p14:cNvPr>
              <p14:cNvContentPartPr/>
              <p14:nvPr/>
            </p14:nvContentPartPr>
            <p14:xfrm>
              <a:off x="3249840" y="3198480"/>
              <a:ext cx="216000" cy="615240"/>
            </p14:xfrm>
          </p:contentPart>
        </mc:Choice>
        <mc:Fallback xmlns="">
          <p:pic>
            <p:nvPicPr>
              <p:cNvPr id="168" name="Ink 167">
                <a:extLst>
                  <a:ext uri="{FF2B5EF4-FFF2-40B4-BE49-F238E27FC236}">
                    <a16:creationId xmlns:a16="http://schemas.microsoft.com/office/drawing/2014/main" id="{15A02595-5736-C5D4-D267-EA76501E0B09}"/>
                  </a:ext>
                </a:extLst>
              </p:cNvPr>
              <p:cNvPicPr/>
              <p:nvPr/>
            </p:nvPicPr>
            <p:blipFill>
              <a:blip r:embed="rId207"/>
              <a:stretch>
                <a:fillRect/>
              </a:stretch>
            </p:blipFill>
            <p:spPr>
              <a:xfrm>
                <a:off x="3245520" y="3194160"/>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69" name="Ink 168">
                <a:extLst>
                  <a:ext uri="{FF2B5EF4-FFF2-40B4-BE49-F238E27FC236}">
                    <a16:creationId xmlns:a16="http://schemas.microsoft.com/office/drawing/2014/main" id="{43CD13FB-002F-0D43-A661-969BCC9B0B5B}"/>
                  </a:ext>
                </a:extLst>
              </p14:cNvPr>
              <p14:cNvContentPartPr/>
              <p14:nvPr/>
            </p14:nvContentPartPr>
            <p14:xfrm>
              <a:off x="3165240" y="3531120"/>
              <a:ext cx="360360" cy="101880"/>
            </p14:xfrm>
          </p:contentPart>
        </mc:Choice>
        <mc:Fallback xmlns="">
          <p:pic>
            <p:nvPicPr>
              <p:cNvPr id="169" name="Ink 168">
                <a:extLst>
                  <a:ext uri="{FF2B5EF4-FFF2-40B4-BE49-F238E27FC236}">
                    <a16:creationId xmlns:a16="http://schemas.microsoft.com/office/drawing/2014/main" id="{43CD13FB-002F-0D43-A661-969BCC9B0B5B}"/>
                  </a:ext>
                </a:extLst>
              </p:cNvPr>
              <p:cNvPicPr/>
              <p:nvPr/>
            </p:nvPicPr>
            <p:blipFill>
              <a:blip r:embed="rId209"/>
              <a:stretch>
                <a:fillRect/>
              </a:stretch>
            </p:blipFill>
            <p:spPr>
              <a:xfrm>
                <a:off x="3160920" y="3526800"/>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70" name="Ink 169">
                <a:extLst>
                  <a:ext uri="{FF2B5EF4-FFF2-40B4-BE49-F238E27FC236}">
                    <a16:creationId xmlns:a16="http://schemas.microsoft.com/office/drawing/2014/main" id="{C05C5196-D88A-1DD5-B662-7A53F8D9B431}"/>
                  </a:ext>
                </a:extLst>
              </p14:cNvPr>
              <p14:cNvContentPartPr/>
              <p14:nvPr/>
            </p14:nvContentPartPr>
            <p14:xfrm>
              <a:off x="3493560" y="3421320"/>
              <a:ext cx="286200" cy="153720"/>
            </p14:xfrm>
          </p:contentPart>
        </mc:Choice>
        <mc:Fallback xmlns="">
          <p:pic>
            <p:nvPicPr>
              <p:cNvPr id="170" name="Ink 169">
                <a:extLst>
                  <a:ext uri="{FF2B5EF4-FFF2-40B4-BE49-F238E27FC236}">
                    <a16:creationId xmlns:a16="http://schemas.microsoft.com/office/drawing/2014/main" id="{C05C5196-D88A-1DD5-B662-7A53F8D9B431}"/>
                  </a:ext>
                </a:extLst>
              </p:cNvPr>
              <p:cNvPicPr/>
              <p:nvPr/>
            </p:nvPicPr>
            <p:blipFill>
              <a:blip r:embed="rId211"/>
              <a:stretch>
                <a:fillRect/>
              </a:stretch>
            </p:blipFill>
            <p:spPr>
              <a:xfrm>
                <a:off x="3489240" y="3417000"/>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71" name="Ink 170">
                <a:extLst>
                  <a:ext uri="{FF2B5EF4-FFF2-40B4-BE49-F238E27FC236}">
                    <a16:creationId xmlns:a16="http://schemas.microsoft.com/office/drawing/2014/main" id="{A9BFF1AF-9411-AC66-EBAA-947474DEB32D}"/>
                  </a:ext>
                </a:extLst>
              </p14:cNvPr>
              <p14:cNvContentPartPr/>
              <p14:nvPr/>
            </p14:nvContentPartPr>
            <p14:xfrm>
              <a:off x="3866880" y="3151320"/>
              <a:ext cx="324360" cy="459000"/>
            </p14:xfrm>
          </p:contentPart>
        </mc:Choice>
        <mc:Fallback xmlns="">
          <p:pic>
            <p:nvPicPr>
              <p:cNvPr id="171" name="Ink 170">
                <a:extLst>
                  <a:ext uri="{FF2B5EF4-FFF2-40B4-BE49-F238E27FC236}">
                    <a16:creationId xmlns:a16="http://schemas.microsoft.com/office/drawing/2014/main" id="{A9BFF1AF-9411-AC66-EBAA-947474DEB32D}"/>
                  </a:ext>
                </a:extLst>
              </p:cNvPr>
              <p:cNvPicPr/>
              <p:nvPr/>
            </p:nvPicPr>
            <p:blipFill>
              <a:blip r:embed="rId213"/>
              <a:stretch>
                <a:fillRect/>
              </a:stretch>
            </p:blipFill>
            <p:spPr>
              <a:xfrm>
                <a:off x="3862560" y="3147000"/>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73" name="Ink 172">
                <a:extLst>
                  <a:ext uri="{FF2B5EF4-FFF2-40B4-BE49-F238E27FC236}">
                    <a16:creationId xmlns:a16="http://schemas.microsoft.com/office/drawing/2014/main" id="{CDA18E5C-4BF8-E912-2EC1-115AB7EE4263}"/>
                  </a:ext>
                </a:extLst>
              </p14:cNvPr>
              <p14:cNvContentPartPr/>
              <p14:nvPr/>
            </p14:nvContentPartPr>
            <p14:xfrm>
              <a:off x="4144800" y="3396120"/>
              <a:ext cx="152640" cy="68400"/>
            </p14:xfrm>
          </p:contentPart>
        </mc:Choice>
        <mc:Fallback xmlns="">
          <p:pic>
            <p:nvPicPr>
              <p:cNvPr id="173" name="Ink 172">
                <a:extLst>
                  <a:ext uri="{FF2B5EF4-FFF2-40B4-BE49-F238E27FC236}">
                    <a16:creationId xmlns:a16="http://schemas.microsoft.com/office/drawing/2014/main" id="{CDA18E5C-4BF8-E912-2EC1-115AB7EE4263}"/>
                  </a:ext>
                </a:extLst>
              </p:cNvPr>
              <p:cNvPicPr/>
              <p:nvPr/>
            </p:nvPicPr>
            <p:blipFill>
              <a:blip r:embed="rId215"/>
              <a:stretch>
                <a:fillRect/>
              </a:stretch>
            </p:blipFill>
            <p:spPr>
              <a:xfrm>
                <a:off x="4140480" y="3391800"/>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74" name="Ink 173">
                <a:extLst>
                  <a:ext uri="{FF2B5EF4-FFF2-40B4-BE49-F238E27FC236}">
                    <a16:creationId xmlns:a16="http://schemas.microsoft.com/office/drawing/2014/main" id="{4BDC7EB3-A07B-F06B-1846-82DA1C1905CE}"/>
                  </a:ext>
                </a:extLst>
              </p14:cNvPr>
              <p14:cNvContentPartPr/>
              <p14:nvPr/>
            </p14:nvContentPartPr>
            <p14:xfrm>
              <a:off x="4310400" y="3215040"/>
              <a:ext cx="44640" cy="34920"/>
            </p14:xfrm>
          </p:contentPart>
        </mc:Choice>
        <mc:Fallback xmlns="">
          <p:pic>
            <p:nvPicPr>
              <p:cNvPr id="174" name="Ink 173">
                <a:extLst>
                  <a:ext uri="{FF2B5EF4-FFF2-40B4-BE49-F238E27FC236}">
                    <a16:creationId xmlns:a16="http://schemas.microsoft.com/office/drawing/2014/main" id="{4BDC7EB3-A07B-F06B-1846-82DA1C1905CE}"/>
                  </a:ext>
                </a:extLst>
              </p:cNvPr>
              <p:cNvPicPr/>
              <p:nvPr/>
            </p:nvPicPr>
            <p:blipFill>
              <a:blip r:embed="rId217"/>
              <a:stretch>
                <a:fillRect/>
              </a:stretch>
            </p:blipFill>
            <p:spPr>
              <a:xfrm>
                <a:off x="4306080" y="3210720"/>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75" name="Ink 174">
                <a:extLst>
                  <a:ext uri="{FF2B5EF4-FFF2-40B4-BE49-F238E27FC236}">
                    <a16:creationId xmlns:a16="http://schemas.microsoft.com/office/drawing/2014/main" id="{2A9E9EE0-CD9F-70CB-EA2B-3019696E60C1}"/>
                  </a:ext>
                </a:extLst>
              </p14:cNvPr>
              <p14:cNvContentPartPr/>
              <p14:nvPr/>
            </p14:nvContentPartPr>
            <p14:xfrm>
              <a:off x="4468440" y="3298200"/>
              <a:ext cx="128880" cy="27360"/>
            </p14:xfrm>
          </p:contentPart>
        </mc:Choice>
        <mc:Fallback xmlns="">
          <p:pic>
            <p:nvPicPr>
              <p:cNvPr id="175" name="Ink 174">
                <a:extLst>
                  <a:ext uri="{FF2B5EF4-FFF2-40B4-BE49-F238E27FC236}">
                    <a16:creationId xmlns:a16="http://schemas.microsoft.com/office/drawing/2014/main" id="{2A9E9EE0-CD9F-70CB-EA2B-3019696E60C1}"/>
                  </a:ext>
                </a:extLst>
              </p:cNvPr>
              <p:cNvPicPr/>
              <p:nvPr/>
            </p:nvPicPr>
            <p:blipFill>
              <a:blip r:embed="rId219"/>
              <a:stretch>
                <a:fillRect/>
              </a:stretch>
            </p:blipFill>
            <p:spPr>
              <a:xfrm>
                <a:off x="4464120" y="3293880"/>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76" name="Ink 175">
                <a:extLst>
                  <a:ext uri="{FF2B5EF4-FFF2-40B4-BE49-F238E27FC236}">
                    <a16:creationId xmlns:a16="http://schemas.microsoft.com/office/drawing/2014/main" id="{764FD03B-0545-1ECD-B09B-DD76E844B068}"/>
                  </a:ext>
                </a:extLst>
              </p14:cNvPr>
              <p14:cNvContentPartPr/>
              <p14:nvPr/>
            </p14:nvContentPartPr>
            <p14:xfrm>
              <a:off x="4468440" y="3325200"/>
              <a:ext cx="148680" cy="73080"/>
            </p14:xfrm>
          </p:contentPart>
        </mc:Choice>
        <mc:Fallback xmlns="">
          <p:pic>
            <p:nvPicPr>
              <p:cNvPr id="176" name="Ink 175">
                <a:extLst>
                  <a:ext uri="{FF2B5EF4-FFF2-40B4-BE49-F238E27FC236}">
                    <a16:creationId xmlns:a16="http://schemas.microsoft.com/office/drawing/2014/main" id="{764FD03B-0545-1ECD-B09B-DD76E844B068}"/>
                  </a:ext>
                </a:extLst>
              </p:cNvPr>
              <p:cNvPicPr/>
              <p:nvPr/>
            </p:nvPicPr>
            <p:blipFill>
              <a:blip r:embed="rId221"/>
              <a:stretch>
                <a:fillRect/>
              </a:stretch>
            </p:blipFill>
            <p:spPr>
              <a:xfrm>
                <a:off x="4464120" y="3320880"/>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77" name="Ink 176">
                <a:extLst>
                  <a:ext uri="{FF2B5EF4-FFF2-40B4-BE49-F238E27FC236}">
                    <a16:creationId xmlns:a16="http://schemas.microsoft.com/office/drawing/2014/main" id="{8535B206-D919-E495-E44F-99EAB1B148A8}"/>
                  </a:ext>
                </a:extLst>
              </p14:cNvPr>
              <p14:cNvContentPartPr/>
              <p14:nvPr/>
            </p14:nvContentPartPr>
            <p14:xfrm>
              <a:off x="4831680" y="3178680"/>
              <a:ext cx="83520" cy="180360"/>
            </p14:xfrm>
          </p:contentPart>
        </mc:Choice>
        <mc:Fallback xmlns="">
          <p:pic>
            <p:nvPicPr>
              <p:cNvPr id="177" name="Ink 176">
                <a:extLst>
                  <a:ext uri="{FF2B5EF4-FFF2-40B4-BE49-F238E27FC236}">
                    <a16:creationId xmlns:a16="http://schemas.microsoft.com/office/drawing/2014/main" id="{8535B206-D919-E495-E44F-99EAB1B148A8}"/>
                  </a:ext>
                </a:extLst>
              </p:cNvPr>
              <p:cNvPicPr/>
              <p:nvPr/>
            </p:nvPicPr>
            <p:blipFill>
              <a:blip r:embed="rId223"/>
              <a:stretch>
                <a:fillRect/>
              </a:stretch>
            </p:blipFill>
            <p:spPr>
              <a:xfrm>
                <a:off x="4827360" y="3174360"/>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78" name="Ink 177">
                <a:extLst>
                  <a:ext uri="{FF2B5EF4-FFF2-40B4-BE49-F238E27FC236}">
                    <a16:creationId xmlns:a16="http://schemas.microsoft.com/office/drawing/2014/main" id="{90D65356-4FA5-8AEC-21E1-FCA459889673}"/>
                  </a:ext>
                </a:extLst>
              </p14:cNvPr>
              <p14:cNvContentPartPr/>
              <p14:nvPr/>
            </p14:nvContentPartPr>
            <p14:xfrm>
              <a:off x="5034360" y="3334560"/>
              <a:ext cx="111960" cy="256680"/>
            </p14:xfrm>
          </p:contentPart>
        </mc:Choice>
        <mc:Fallback xmlns="">
          <p:pic>
            <p:nvPicPr>
              <p:cNvPr id="178" name="Ink 177">
                <a:extLst>
                  <a:ext uri="{FF2B5EF4-FFF2-40B4-BE49-F238E27FC236}">
                    <a16:creationId xmlns:a16="http://schemas.microsoft.com/office/drawing/2014/main" id="{90D65356-4FA5-8AEC-21E1-FCA459889673}"/>
                  </a:ext>
                </a:extLst>
              </p:cNvPr>
              <p:cNvPicPr/>
              <p:nvPr/>
            </p:nvPicPr>
            <p:blipFill>
              <a:blip r:embed="rId225"/>
              <a:stretch>
                <a:fillRect/>
              </a:stretch>
            </p:blipFill>
            <p:spPr>
              <a:xfrm>
                <a:off x="5030040" y="3330240"/>
                <a:ext cx="120600" cy="265320"/>
              </a:xfrm>
              <a:prstGeom prst="rect">
                <a:avLst/>
              </a:prstGeom>
            </p:spPr>
          </p:pic>
        </mc:Fallback>
      </mc:AlternateContent>
      <p:grpSp>
        <p:nvGrpSpPr>
          <p:cNvPr id="184" name="Group 183">
            <a:extLst>
              <a:ext uri="{FF2B5EF4-FFF2-40B4-BE49-F238E27FC236}">
                <a16:creationId xmlns:a16="http://schemas.microsoft.com/office/drawing/2014/main" id="{D9F48CC4-2D05-761A-6612-FC0A7B4ACB42}"/>
              </a:ext>
            </a:extLst>
          </p:cNvPr>
          <p:cNvGrpSpPr/>
          <p:nvPr/>
        </p:nvGrpSpPr>
        <p:grpSpPr>
          <a:xfrm>
            <a:off x="5451960" y="3098040"/>
            <a:ext cx="612720" cy="243000"/>
            <a:chOff x="5451960" y="3098040"/>
            <a:chExt cx="612720" cy="243000"/>
          </a:xfrm>
        </p:grpSpPr>
        <mc:AlternateContent xmlns:mc="http://schemas.openxmlformats.org/markup-compatibility/2006" xmlns:p14="http://schemas.microsoft.com/office/powerpoint/2010/main">
          <mc:Choice Requires="p14">
            <p:contentPart p14:bwMode="auto" r:id="rId226">
              <p14:nvContentPartPr>
                <p14:cNvPr id="179" name="Ink 178">
                  <a:extLst>
                    <a:ext uri="{FF2B5EF4-FFF2-40B4-BE49-F238E27FC236}">
                      <a16:creationId xmlns:a16="http://schemas.microsoft.com/office/drawing/2014/main" id="{E0BA2816-3F3B-D3EE-8773-1C856CB685E6}"/>
                    </a:ext>
                  </a:extLst>
                </p14:cNvPr>
                <p14:cNvContentPartPr/>
                <p14:nvPr/>
              </p14:nvContentPartPr>
              <p14:xfrm>
                <a:off x="5451960" y="3209640"/>
                <a:ext cx="162000" cy="108360"/>
              </p14:xfrm>
            </p:contentPart>
          </mc:Choice>
          <mc:Fallback xmlns="">
            <p:pic>
              <p:nvPicPr>
                <p:cNvPr id="179" name="Ink 178">
                  <a:extLst>
                    <a:ext uri="{FF2B5EF4-FFF2-40B4-BE49-F238E27FC236}">
                      <a16:creationId xmlns:a16="http://schemas.microsoft.com/office/drawing/2014/main" id="{E0BA2816-3F3B-D3EE-8773-1C856CB685E6}"/>
                    </a:ext>
                  </a:extLst>
                </p:cNvPr>
                <p:cNvPicPr/>
                <p:nvPr/>
              </p:nvPicPr>
              <p:blipFill>
                <a:blip r:embed="rId227"/>
                <a:stretch>
                  <a:fillRect/>
                </a:stretch>
              </p:blipFill>
              <p:spPr>
                <a:xfrm>
                  <a:off x="5447640" y="3205320"/>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80" name="Ink 179">
                  <a:extLst>
                    <a:ext uri="{FF2B5EF4-FFF2-40B4-BE49-F238E27FC236}">
                      <a16:creationId xmlns:a16="http://schemas.microsoft.com/office/drawing/2014/main" id="{4C6E320A-F320-EE20-B16C-DF96163F5143}"/>
                    </a:ext>
                  </a:extLst>
                </p14:cNvPr>
                <p14:cNvContentPartPr/>
                <p14:nvPr/>
              </p14:nvContentPartPr>
              <p14:xfrm>
                <a:off x="5621160" y="3098040"/>
                <a:ext cx="11880" cy="23040"/>
              </p14:xfrm>
            </p:contentPart>
          </mc:Choice>
          <mc:Fallback xmlns="">
            <p:pic>
              <p:nvPicPr>
                <p:cNvPr id="180" name="Ink 179">
                  <a:extLst>
                    <a:ext uri="{FF2B5EF4-FFF2-40B4-BE49-F238E27FC236}">
                      <a16:creationId xmlns:a16="http://schemas.microsoft.com/office/drawing/2014/main" id="{4C6E320A-F320-EE20-B16C-DF96163F5143}"/>
                    </a:ext>
                  </a:extLst>
                </p:cNvPr>
                <p:cNvPicPr/>
                <p:nvPr/>
              </p:nvPicPr>
              <p:blipFill>
                <a:blip r:embed="rId229"/>
                <a:stretch>
                  <a:fillRect/>
                </a:stretch>
              </p:blipFill>
              <p:spPr>
                <a:xfrm>
                  <a:off x="5616840" y="3093720"/>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83" name="Ink 182">
                  <a:extLst>
                    <a:ext uri="{FF2B5EF4-FFF2-40B4-BE49-F238E27FC236}">
                      <a16:creationId xmlns:a16="http://schemas.microsoft.com/office/drawing/2014/main" id="{6AEAF2CC-C784-023A-257A-706B69386395}"/>
                    </a:ext>
                  </a:extLst>
                </p14:cNvPr>
                <p14:cNvContentPartPr/>
                <p14:nvPr/>
              </p14:nvContentPartPr>
              <p14:xfrm>
                <a:off x="5788920" y="3182280"/>
                <a:ext cx="275760" cy="158760"/>
              </p14:xfrm>
            </p:contentPart>
          </mc:Choice>
          <mc:Fallback xmlns="">
            <p:pic>
              <p:nvPicPr>
                <p:cNvPr id="183" name="Ink 182">
                  <a:extLst>
                    <a:ext uri="{FF2B5EF4-FFF2-40B4-BE49-F238E27FC236}">
                      <a16:creationId xmlns:a16="http://schemas.microsoft.com/office/drawing/2014/main" id="{6AEAF2CC-C784-023A-257A-706B69386395}"/>
                    </a:ext>
                  </a:extLst>
                </p:cNvPr>
                <p:cNvPicPr/>
                <p:nvPr/>
              </p:nvPicPr>
              <p:blipFill>
                <a:blip r:embed="rId231"/>
                <a:stretch>
                  <a:fillRect/>
                </a:stretch>
              </p:blipFill>
              <p:spPr>
                <a:xfrm>
                  <a:off x="5784600" y="3177960"/>
                  <a:ext cx="284400" cy="167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2">
            <p14:nvContentPartPr>
              <p14:cNvPr id="185" name="Ink 184">
                <a:extLst>
                  <a:ext uri="{FF2B5EF4-FFF2-40B4-BE49-F238E27FC236}">
                    <a16:creationId xmlns:a16="http://schemas.microsoft.com/office/drawing/2014/main" id="{D0F82981-79E4-9D82-200E-3C91ACCC9668}"/>
                  </a:ext>
                </a:extLst>
              </p14:cNvPr>
              <p14:cNvContentPartPr/>
              <p14:nvPr/>
            </p14:nvContentPartPr>
            <p14:xfrm>
              <a:off x="6275640" y="3101640"/>
              <a:ext cx="216360" cy="165600"/>
            </p14:xfrm>
          </p:contentPart>
        </mc:Choice>
        <mc:Fallback xmlns="">
          <p:pic>
            <p:nvPicPr>
              <p:cNvPr id="185" name="Ink 184">
                <a:extLst>
                  <a:ext uri="{FF2B5EF4-FFF2-40B4-BE49-F238E27FC236}">
                    <a16:creationId xmlns:a16="http://schemas.microsoft.com/office/drawing/2014/main" id="{D0F82981-79E4-9D82-200E-3C91ACCC9668}"/>
                  </a:ext>
                </a:extLst>
              </p:cNvPr>
              <p:cNvPicPr/>
              <p:nvPr/>
            </p:nvPicPr>
            <p:blipFill>
              <a:blip r:embed="rId233"/>
              <a:stretch>
                <a:fillRect/>
              </a:stretch>
            </p:blipFill>
            <p:spPr>
              <a:xfrm>
                <a:off x="6271320" y="3097320"/>
                <a:ext cx="225000" cy="174240"/>
              </a:xfrm>
              <a:prstGeom prst="rect">
                <a:avLst/>
              </a:prstGeom>
            </p:spPr>
          </p:pic>
        </mc:Fallback>
      </mc:AlternateContent>
      <p:grpSp>
        <p:nvGrpSpPr>
          <p:cNvPr id="197" name="Group 196">
            <a:extLst>
              <a:ext uri="{FF2B5EF4-FFF2-40B4-BE49-F238E27FC236}">
                <a16:creationId xmlns:a16="http://schemas.microsoft.com/office/drawing/2014/main" id="{EA707CAB-A22A-1B43-51FD-66FC4EBE6406}"/>
              </a:ext>
            </a:extLst>
          </p:cNvPr>
          <p:cNvGrpSpPr/>
          <p:nvPr/>
        </p:nvGrpSpPr>
        <p:grpSpPr>
          <a:xfrm>
            <a:off x="6701160" y="2994360"/>
            <a:ext cx="381600" cy="183240"/>
            <a:chOff x="6701160" y="2994360"/>
            <a:chExt cx="381600" cy="183240"/>
          </a:xfrm>
        </p:grpSpPr>
        <mc:AlternateContent xmlns:mc="http://schemas.openxmlformats.org/markup-compatibility/2006" xmlns:p14="http://schemas.microsoft.com/office/powerpoint/2010/main">
          <mc:Choice Requires="p14">
            <p:contentPart p14:bwMode="auto" r:id="rId234">
              <p14:nvContentPartPr>
                <p14:cNvPr id="186" name="Ink 185">
                  <a:extLst>
                    <a:ext uri="{FF2B5EF4-FFF2-40B4-BE49-F238E27FC236}">
                      <a16:creationId xmlns:a16="http://schemas.microsoft.com/office/drawing/2014/main" id="{5C5F2F78-C151-CA92-8390-1C16FB3B9D76}"/>
                    </a:ext>
                  </a:extLst>
                </p14:cNvPr>
                <p14:cNvContentPartPr/>
                <p14:nvPr/>
              </p14:nvContentPartPr>
              <p14:xfrm>
                <a:off x="6701160" y="3099480"/>
                <a:ext cx="208080" cy="46800"/>
              </p14:xfrm>
            </p:contentPart>
          </mc:Choice>
          <mc:Fallback xmlns="">
            <p:pic>
              <p:nvPicPr>
                <p:cNvPr id="186" name="Ink 185">
                  <a:extLst>
                    <a:ext uri="{FF2B5EF4-FFF2-40B4-BE49-F238E27FC236}">
                      <a16:creationId xmlns:a16="http://schemas.microsoft.com/office/drawing/2014/main" id="{5C5F2F78-C151-CA92-8390-1C16FB3B9D76}"/>
                    </a:ext>
                  </a:extLst>
                </p:cNvPr>
                <p:cNvPicPr/>
                <p:nvPr/>
              </p:nvPicPr>
              <p:blipFill>
                <a:blip r:embed="rId235"/>
                <a:stretch>
                  <a:fillRect/>
                </a:stretch>
              </p:blipFill>
              <p:spPr>
                <a:xfrm>
                  <a:off x="6696840" y="3095160"/>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87" name="Ink 186">
                  <a:extLst>
                    <a:ext uri="{FF2B5EF4-FFF2-40B4-BE49-F238E27FC236}">
                      <a16:creationId xmlns:a16="http://schemas.microsoft.com/office/drawing/2014/main" id="{B0751ACA-E549-F920-02C9-2578051EF4D0}"/>
                    </a:ext>
                  </a:extLst>
                </p14:cNvPr>
                <p14:cNvContentPartPr/>
                <p14:nvPr/>
              </p14:nvContentPartPr>
              <p14:xfrm>
                <a:off x="7062960" y="2994360"/>
                <a:ext cx="19800" cy="183240"/>
              </p14:xfrm>
            </p:contentPart>
          </mc:Choice>
          <mc:Fallback xmlns="">
            <p:pic>
              <p:nvPicPr>
                <p:cNvPr id="187" name="Ink 186">
                  <a:extLst>
                    <a:ext uri="{FF2B5EF4-FFF2-40B4-BE49-F238E27FC236}">
                      <a16:creationId xmlns:a16="http://schemas.microsoft.com/office/drawing/2014/main" id="{B0751ACA-E549-F920-02C9-2578051EF4D0}"/>
                    </a:ext>
                  </a:extLst>
                </p:cNvPr>
                <p:cNvPicPr/>
                <p:nvPr/>
              </p:nvPicPr>
              <p:blipFill>
                <a:blip r:embed="rId237"/>
                <a:stretch>
                  <a:fillRect/>
                </a:stretch>
              </p:blipFill>
              <p:spPr>
                <a:xfrm>
                  <a:off x="7058640" y="2990040"/>
                  <a:ext cx="28440" cy="191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8">
            <p14:nvContentPartPr>
              <p14:cNvPr id="188" name="Ink 187">
                <a:extLst>
                  <a:ext uri="{FF2B5EF4-FFF2-40B4-BE49-F238E27FC236}">
                    <a16:creationId xmlns:a16="http://schemas.microsoft.com/office/drawing/2014/main" id="{8DE17E22-0BE5-1D83-3092-F2B700501DBB}"/>
                  </a:ext>
                </a:extLst>
              </p14:cNvPr>
              <p14:cNvContentPartPr/>
              <p14:nvPr/>
            </p14:nvContentPartPr>
            <p14:xfrm>
              <a:off x="7280760" y="3140520"/>
              <a:ext cx="23400" cy="19440"/>
            </p14:xfrm>
          </p:contentPart>
        </mc:Choice>
        <mc:Fallback xmlns="">
          <p:pic>
            <p:nvPicPr>
              <p:cNvPr id="188" name="Ink 187">
                <a:extLst>
                  <a:ext uri="{FF2B5EF4-FFF2-40B4-BE49-F238E27FC236}">
                    <a16:creationId xmlns:a16="http://schemas.microsoft.com/office/drawing/2014/main" id="{8DE17E22-0BE5-1D83-3092-F2B700501DBB}"/>
                  </a:ext>
                </a:extLst>
              </p:cNvPr>
              <p:cNvPicPr/>
              <p:nvPr/>
            </p:nvPicPr>
            <p:blipFill>
              <a:blip r:embed="rId239"/>
              <a:stretch>
                <a:fillRect/>
              </a:stretch>
            </p:blipFill>
            <p:spPr>
              <a:xfrm>
                <a:off x="7276440" y="3136200"/>
                <a:ext cx="320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9" name="Ink 188">
                <a:extLst>
                  <a:ext uri="{FF2B5EF4-FFF2-40B4-BE49-F238E27FC236}">
                    <a16:creationId xmlns:a16="http://schemas.microsoft.com/office/drawing/2014/main" id="{BB7B0EEB-CD81-97E3-7F31-C5104BD1BE0D}"/>
                  </a:ext>
                </a:extLst>
              </p14:cNvPr>
              <p14:cNvContentPartPr/>
              <p14:nvPr/>
            </p14:nvContentPartPr>
            <p14:xfrm>
              <a:off x="7147920" y="3319080"/>
              <a:ext cx="87120" cy="71280"/>
            </p14:xfrm>
          </p:contentPart>
        </mc:Choice>
        <mc:Fallback xmlns="">
          <p:pic>
            <p:nvPicPr>
              <p:cNvPr id="189" name="Ink 188">
                <a:extLst>
                  <a:ext uri="{FF2B5EF4-FFF2-40B4-BE49-F238E27FC236}">
                    <a16:creationId xmlns:a16="http://schemas.microsoft.com/office/drawing/2014/main" id="{BB7B0EEB-CD81-97E3-7F31-C5104BD1BE0D}"/>
                  </a:ext>
                </a:extLst>
              </p:cNvPr>
              <p:cNvPicPr/>
              <p:nvPr/>
            </p:nvPicPr>
            <p:blipFill>
              <a:blip r:embed="rId241"/>
              <a:stretch>
                <a:fillRect/>
              </a:stretch>
            </p:blipFill>
            <p:spPr>
              <a:xfrm>
                <a:off x="7143600" y="3314760"/>
                <a:ext cx="95760" cy="79920"/>
              </a:xfrm>
              <a:prstGeom prst="rect">
                <a:avLst/>
              </a:prstGeom>
            </p:spPr>
          </p:pic>
        </mc:Fallback>
      </mc:AlternateContent>
      <p:grpSp>
        <p:nvGrpSpPr>
          <p:cNvPr id="196" name="Group 195">
            <a:extLst>
              <a:ext uri="{FF2B5EF4-FFF2-40B4-BE49-F238E27FC236}">
                <a16:creationId xmlns:a16="http://schemas.microsoft.com/office/drawing/2014/main" id="{6CDB3A8D-B58B-4302-23A0-FB5C2ED4C90E}"/>
              </a:ext>
            </a:extLst>
          </p:cNvPr>
          <p:cNvGrpSpPr/>
          <p:nvPr/>
        </p:nvGrpSpPr>
        <p:grpSpPr>
          <a:xfrm>
            <a:off x="7602240" y="2869440"/>
            <a:ext cx="963720" cy="360000"/>
            <a:chOff x="7602240" y="2869440"/>
            <a:chExt cx="963720" cy="360000"/>
          </a:xfrm>
        </p:grpSpPr>
        <mc:AlternateContent xmlns:mc="http://schemas.openxmlformats.org/markup-compatibility/2006" xmlns:p14="http://schemas.microsoft.com/office/powerpoint/2010/main">
          <mc:Choice Requires="p14">
            <p:contentPart p14:bwMode="auto" r:id="rId242">
              <p14:nvContentPartPr>
                <p14:cNvPr id="190" name="Ink 189">
                  <a:extLst>
                    <a:ext uri="{FF2B5EF4-FFF2-40B4-BE49-F238E27FC236}">
                      <a16:creationId xmlns:a16="http://schemas.microsoft.com/office/drawing/2014/main" id="{46BC06B0-6AFA-E2F0-05E7-892B03CE1C41}"/>
                    </a:ext>
                  </a:extLst>
                </p14:cNvPr>
                <p14:cNvContentPartPr/>
                <p14:nvPr/>
              </p14:nvContentPartPr>
              <p14:xfrm>
                <a:off x="7602240" y="3059160"/>
                <a:ext cx="148680" cy="96480"/>
              </p14:xfrm>
            </p:contentPart>
          </mc:Choice>
          <mc:Fallback xmlns="">
            <p:pic>
              <p:nvPicPr>
                <p:cNvPr id="190" name="Ink 189">
                  <a:extLst>
                    <a:ext uri="{FF2B5EF4-FFF2-40B4-BE49-F238E27FC236}">
                      <a16:creationId xmlns:a16="http://schemas.microsoft.com/office/drawing/2014/main" id="{46BC06B0-6AFA-E2F0-05E7-892B03CE1C41}"/>
                    </a:ext>
                  </a:extLst>
                </p:cNvPr>
                <p:cNvPicPr/>
                <p:nvPr/>
              </p:nvPicPr>
              <p:blipFill>
                <a:blip r:embed="rId243"/>
                <a:stretch>
                  <a:fillRect/>
                </a:stretch>
              </p:blipFill>
              <p:spPr>
                <a:xfrm>
                  <a:off x="7597920" y="3054840"/>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91" name="Ink 190">
                  <a:extLst>
                    <a:ext uri="{FF2B5EF4-FFF2-40B4-BE49-F238E27FC236}">
                      <a16:creationId xmlns:a16="http://schemas.microsoft.com/office/drawing/2014/main" id="{D8473992-E6F0-D7A9-9E02-73D3360FE08A}"/>
                    </a:ext>
                  </a:extLst>
                </p14:cNvPr>
                <p14:cNvContentPartPr/>
                <p14:nvPr/>
              </p14:nvContentPartPr>
              <p14:xfrm>
                <a:off x="7782960" y="2934600"/>
                <a:ext cx="25560" cy="21240"/>
              </p14:xfrm>
            </p:contentPart>
          </mc:Choice>
          <mc:Fallback xmlns="">
            <p:pic>
              <p:nvPicPr>
                <p:cNvPr id="191" name="Ink 190">
                  <a:extLst>
                    <a:ext uri="{FF2B5EF4-FFF2-40B4-BE49-F238E27FC236}">
                      <a16:creationId xmlns:a16="http://schemas.microsoft.com/office/drawing/2014/main" id="{D8473992-E6F0-D7A9-9E02-73D3360FE08A}"/>
                    </a:ext>
                  </a:extLst>
                </p:cNvPr>
                <p:cNvPicPr/>
                <p:nvPr/>
              </p:nvPicPr>
              <p:blipFill>
                <a:blip r:embed="rId245"/>
                <a:stretch>
                  <a:fillRect/>
                </a:stretch>
              </p:blipFill>
              <p:spPr>
                <a:xfrm>
                  <a:off x="7778640" y="2929920"/>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92" name="Ink 191">
                  <a:extLst>
                    <a:ext uri="{FF2B5EF4-FFF2-40B4-BE49-F238E27FC236}">
                      <a16:creationId xmlns:a16="http://schemas.microsoft.com/office/drawing/2014/main" id="{2033AFEF-0E66-517D-088B-73464176D772}"/>
                    </a:ext>
                  </a:extLst>
                </p14:cNvPr>
                <p14:cNvContentPartPr/>
                <p14:nvPr/>
              </p14:nvContentPartPr>
              <p14:xfrm>
                <a:off x="7944600" y="2988240"/>
                <a:ext cx="52200" cy="121680"/>
              </p14:xfrm>
            </p:contentPart>
          </mc:Choice>
          <mc:Fallback xmlns="">
            <p:pic>
              <p:nvPicPr>
                <p:cNvPr id="192" name="Ink 191">
                  <a:extLst>
                    <a:ext uri="{FF2B5EF4-FFF2-40B4-BE49-F238E27FC236}">
                      <a16:creationId xmlns:a16="http://schemas.microsoft.com/office/drawing/2014/main" id="{2033AFEF-0E66-517D-088B-73464176D772}"/>
                    </a:ext>
                  </a:extLst>
                </p:cNvPr>
                <p:cNvPicPr/>
                <p:nvPr/>
              </p:nvPicPr>
              <p:blipFill>
                <a:blip r:embed="rId247"/>
                <a:stretch>
                  <a:fillRect/>
                </a:stretch>
              </p:blipFill>
              <p:spPr>
                <a:xfrm>
                  <a:off x="7940280" y="2983920"/>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93" name="Ink 192">
                  <a:extLst>
                    <a:ext uri="{FF2B5EF4-FFF2-40B4-BE49-F238E27FC236}">
                      <a16:creationId xmlns:a16="http://schemas.microsoft.com/office/drawing/2014/main" id="{B1147388-1A91-E4E5-F114-51910A187CB9}"/>
                    </a:ext>
                  </a:extLst>
                </p14:cNvPr>
                <p14:cNvContentPartPr/>
                <p14:nvPr/>
              </p14:nvContentPartPr>
              <p14:xfrm>
                <a:off x="7877280" y="2988240"/>
                <a:ext cx="314280" cy="177120"/>
              </p14:xfrm>
            </p:contentPart>
          </mc:Choice>
          <mc:Fallback xmlns="">
            <p:pic>
              <p:nvPicPr>
                <p:cNvPr id="193" name="Ink 192">
                  <a:extLst>
                    <a:ext uri="{FF2B5EF4-FFF2-40B4-BE49-F238E27FC236}">
                      <a16:creationId xmlns:a16="http://schemas.microsoft.com/office/drawing/2014/main" id="{B1147388-1A91-E4E5-F114-51910A187CB9}"/>
                    </a:ext>
                  </a:extLst>
                </p:cNvPr>
                <p:cNvPicPr/>
                <p:nvPr/>
              </p:nvPicPr>
              <p:blipFill>
                <a:blip r:embed="rId249"/>
                <a:stretch>
                  <a:fillRect/>
                </a:stretch>
              </p:blipFill>
              <p:spPr>
                <a:xfrm>
                  <a:off x="7872960" y="2983920"/>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94" name="Ink 193">
                  <a:extLst>
                    <a:ext uri="{FF2B5EF4-FFF2-40B4-BE49-F238E27FC236}">
                      <a16:creationId xmlns:a16="http://schemas.microsoft.com/office/drawing/2014/main" id="{08C145E5-174D-CDEA-F22A-6FA286E5A8AA}"/>
                    </a:ext>
                  </a:extLst>
                </p14:cNvPr>
                <p14:cNvContentPartPr/>
                <p14:nvPr/>
              </p14:nvContentPartPr>
              <p14:xfrm>
                <a:off x="8094720" y="3059160"/>
                <a:ext cx="225720" cy="39240"/>
              </p14:xfrm>
            </p:contentPart>
          </mc:Choice>
          <mc:Fallback xmlns="">
            <p:pic>
              <p:nvPicPr>
                <p:cNvPr id="194" name="Ink 193">
                  <a:extLst>
                    <a:ext uri="{FF2B5EF4-FFF2-40B4-BE49-F238E27FC236}">
                      <a16:creationId xmlns:a16="http://schemas.microsoft.com/office/drawing/2014/main" id="{08C145E5-174D-CDEA-F22A-6FA286E5A8AA}"/>
                    </a:ext>
                  </a:extLst>
                </p:cNvPr>
                <p:cNvPicPr/>
                <p:nvPr/>
              </p:nvPicPr>
              <p:blipFill>
                <a:blip r:embed="rId251"/>
                <a:stretch>
                  <a:fillRect/>
                </a:stretch>
              </p:blipFill>
              <p:spPr>
                <a:xfrm>
                  <a:off x="8090400" y="3054840"/>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95" name="Ink 194">
                  <a:extLst>
                    <a:ext uri="{FF2B5EF4-FFF2-40B4-BE49-F238E27FC236}">
                      <a16:creationId xmlns:a16="http://schemas.microsoft.com/office/drawing/2014/main" id="{29E23E96-0FAD-0B4B-A0AE-9D74B476982A}"/>
                    </a:ext>
                  </a:extLst>
                </p14:cNvPr>
                <p14:cNvContentPartPr/>
                <p14:nvPr/>
              </p14:nvContentPartPr>
              <p14:xfrm>
                <a:off x="8331600" y="2869440"/>
                <a:ext cx="234360" cy="360000"/>
              </p14:xfrm>
            </p:contentPart>
          </mc:Choice>
          <mc:Fallback xmlns="">
            <p:pic>
              <p:nvPicPr>
                <p:cNvPr id="195" name="Ink 194">
                  <a:extLst>
                    <a:ext uri="{FF2B5EF4-FFF2-40B4-BE49-F238E27FC236}">
                      <a16:creationId xmlns:a16="http://schemas.microsoft.com/office/drawing/2014/main" id="{29E23E96-0FAD-0B4B-A0AE-9D74B476982A}"/>
                    </a:ext>
                  </a:extLst>
                </p:cNvPr>
                <p:cNvPicPr/>
                <p:nvPr/>
              </p:nvPicPr>
              <p:blipFill>
                <a:blip r:embed="rId253"/>
                <a:stretch>
                  <a:fillRect/>
                </a:stretch>
              </p:blipFill>
              <p:spPr>
                <a:xfrm>
                  <a:off x="8327280" y="2865120"/>
                  <a:ext cx="243000" cy="36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4">
            <p14:nvContentPartPr>
              <p14:cNvPr id="198" name="Ink 197">
                <a:extLst>
                  <a:ext uri="{FF2B5EF4-FFF2-40B4-BE49-F238E27FC236}">
                    <a16:creationId xmlns:a16="http://schemas.microsoft.com/office/drawing/2014/main" id="{6FCE3398-4C1A-A17F-5F2D-DCC55141E5A6}"/>
                  </a:ext>
                </a:extLst>
              </p14:cNvPr>
              <p14:cNvContentPartPr/>
              <p14:nvPr/>
            </p14:nvContentPartPr>
            <p14:xfrm>
              <a:off x="3380880" y="5179560"/>
              <a:ext cx="248760" cy="474120"/>
            </p14:xfrm>
          </p:contentPart>
        </mc:Choice>
        <mc:Fallback xmlns="">
          <p:pic>
            <p:nvPicPr>
              <p:cNvPr id="198" name="Ink 197">
                <a:extLst>
                  <a:ext uri="{FF2B5EF4-FFF2-40B4-BE49-F238E27FC236}">
                    <a16:creationId xmlns:a16="http://schemas.microsoft.com/office/drawing/2014/main" id="{6FCE3398-4C1A-A17F-5F2D-DCC55141E5A6}"/>
                  </a:ext>
                </a:extLst>
              </p:cNvPr>
              <p:cNvPicPr/>
              <p:nvPr/>
            </p:nvPicPr>
            <p:blipFill>
              <a:blip r:embed="rId255"/>
              <a:stretch>
                <a:fillRect/>
              </a:stretch>
            </p:blipFill>
            <p:spPr>
              <a:xfrm>
                <a:off x="3376560" y="5175240"/>
                <a:ext cx="257400" cy="482760"/>
              </a:xfrm>
              <a:prstGeom prst="rect">
                <a:avLst/>
              </a:prstGeom>
            </p:spPr>
          </p:pic>
        </mc:Fallback>
      </mc:AlternateContent>
      <p:grpSp>
        <p:nvGrpSpPr>
          <p:cNvPr id="203" name="Group 202">
            <a:extLst>
              <a:ext uri="{FF2B5EF4-FFF2-40B4-BE49-F238E27FC236}">
                <a16:creationId xmlns:a16="http://schemas.microsoft.com/office/drawing/2014/main" id="{D022B9C8-16C4-54C2-5E1C-F8CEE6D5021A}"/>
              </a:ext>
            </a:extLst>
          </p:cNvPr>
          <p:cNvGrpSpPr/>
          <p:nvPr/>
        </p:nvGrpSpPr>
        <p:grpSpPr>
          <a:xfrm>
            <a:off x="2660520" y="4358400"/>
            <a:ext cx="918720" cy="376920"/>
            <a:chOff x="2660520" y="4358400"/>
            <a:chExt cx="918720" cy="376920"/>
          </a:xfrm>
        </p:grpSpPr>
        <mc:AlternateContent xmlns:mc="http://schemas.openxmlformats.org/markup-compatibility/2006" xmlns:p14="http://schemas.microsoft.com/office/powerpoint/2010/main">
          <mc:Choice Requires="p14">
            <p:contentPart p14:bwMode="auto" r:id="rId256">
              <p14:nvContentPartPr>
                <p14:cNvPr id="199" name="Ink 198">
                  <a:extLst>
                    <a:ext uri="{FF2B5EF4-FFF2-40B4-BE49-F238E27FC236}">
                      <a16:creationId xmlns:a16="http://schemas.microsoft.com/office/drawing/2014/main" id="{326FA53A-2A5D-7647-513C-2851D843CFE9}"/>
                    </a:ext>
                  </a:extLst>
                </p14:cNvPr>
                <p14:cNvContentPartPr/>
                <p14:nvPr/>
              </p14:nvContentPartPr>
              <p14:xfrm>
                <a:off x="2660520" y="4480440"/>
                <a:ext cx="237600" cy="214920"/>
              </p14:xfrm>
            </p:contentPart>
          </mc:Choice>
          <mc:Fallback xmlns="">
            <p:pic>
              <p:nvPicPr>
                <p:cNvPr id="199" name="Ink 198">
                  <a:extLst>
                    <a:ext uri="{FF2B5EF4-FFF2-40B4-BE49-F238E27FC236}">
                      <a16:creationId xmlns:a16="http://schemas.microsoft.com/office/drawing/2014/main" id="{326FA53A-2A5D-7647-513C-2851D843CFE9}"/>
                    </a:ext>
                  </a:extLst>
                </p:cNvPr>
                <p:cNvPicPr/>
                <p:nvPr/>
              </p:nvPicPr>
              <p:blipFill>
                <a:blip r:embed="rId257"/>
                <a:stretch>
                  <a:fillRect/>
                </a:stretch>
              </p:blipFill>
              <p:spPr>
                <a:xfrm>
                  <a:off x="2656200" y="4476120"/>
                  <a:ext cx="2462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00" name="Ink 199">
                  <a:extLst>
                    <a:ext uri="{FF2B5EF4-FFF2-40B4-BE49-F238E27FC236}">
                      <a16:creationId xmlns:a16="http://schemas.microsoft.com/office/drawing/2014/main" id="{11415E04-26CF-737C-3659-DC2EF263C3BD}"/>
                    </a:ext>
                  </a:extLst>
                </p14:cNvPr>
                <p14:cNvContentPartPr/>
                <p14:nvPr/>
              </p14:nvContentPartPr>
              <p14:xfrm>
                <a:off x="2930880" y="4358400"/>
                <a:ext cx="199800" cy="358200"/>
              </p14:xfrm>
            </p:contentPart>
          </mc:Choice>
          <mc:Fallback xmlns="">
            <p:pic>
              <p:nvPicPr>
                <p:cNvPr id="200" name="Ink 199">
                  <a:extLst>
                    <a:ext uri="{FF2B5EF4-FFF2-40B4-BE49-F238E27FC236}">
                      <a16:creationId xmlns:a16="http://schemas.microsoft.com/office/drawing/2014/main" id="{11415E04-26CF-737C-3659-DC2EF263C3BD}"/>
                    </a:ext>
                  </a:extLst>
                </p:cNvPr>
                <p:cNvPicPr/>
                <p:nvPr/>
              </p:nvPicPr>
              <p:blipFill>
                <a:blip r:embed="rId259"/>
                <a:stretch>
                  <a:fillRect/>
                </a:stretch>
              </p:blipFill>
              <p:spPr>
                <a:xfrm>
                  <a:off x="2926560" y="4354080"/>
                  <a:ext cx="2084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01" name="Ink 200">
                  <a:extLst>
                    <a:ext uri="{FF2B5EF4-FFF2-40B4-BE49-F238E27FC236}">
                      <a16:creationId xmlns:a16="http://schemas.microsoft.com/office/drawing/2014/main" id="{1B66C5A3-8C99-9B5D-F115-A8EDEBCC7D7A}"/>
                    </a:ext>
                  </a:extLst>
                </p14:cNvPr>
                <p14:cNvContentPartPr/>
                <p14:nvPr/>
              </p14:nvContentPartPr>
              <p14:xfrm>
                <a:off x="3180360" y="4557120"/>
                <a:ext cx="173520" cy="75600"/>
              </p14:xfrm>
            </p:contentPart>
          </mc:Choice>
          <mc:Fallback xmlns="">
            <p:pic>
              <p:nvPicPr>
                <p:cNvPr id="201" name="Ink 200">
                  <a:extLst>
                    <a:ext uri="{FF2B5EF4-FFF2-40B4-BE49-F238E27FC236}">
                      <a16:creationId xmlns:a16="http://schemas.microsoft.com/office/drawing/2014/main" id="{1B66C5A3-8C99-9B5D-F115-A8EDEBCC7D7A}"/>
                    </a:ext>
                  </a:extLst>
                </p:cNvPr>
                <p:cNvPicPr/>
                <p:nvPr/>
              </p:nvPicPr>
              <p:blipFill>
                <a:blip r:embed="rId261"/>
                <a:stretch>
                  <a:fillRect/>
                </a:stretch>
              </p:blipFill>
              <p:spPr>
                <a:xfrm>
                  <a:off x="3176040" y="4552800"/>
                  <a:ext cx="1821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02" name="Ink 201">
                  <a:extLst>
                    <a:ext uri="{FF2B5EF4-FFF2-40B4-BE49-F238E27FC236}">
                      <a16:creationId xmlns:a16="http://schemas.microsoft.com/office/drawing/2014/main" id="{522ED5B1-57DF-B30A-43E7-DA977E7E8AB0}"/>
                    </a:ext>
                  </a:extLst>
                </p14:cNvPr>
                <p14:cNvContentPartPr/>
                <p14:nvPr/>
              </p14:nvContentPartPr>
              <p14:xfrm>
                <a:off x="3433080" y="4384680"/>
                <a:ext cx="146160" cy="350640"/>
              </p14:xfrm>
            </p:contentPart>
          </mc:Choice>
          <mc:Fallback xmlns="">
            <p:pic>
              <p:nvPicPr>
                <p:cNvPr id="202" name="Ink 201">
                  <a:extLst>
                    <a:ext uri="{FF2B5EF4-FFF2-40B4-BE49-F238E27FC236}">
                      <a16:creationId xmlns:a16="http://schemas.microsoft.com/office/drawing/2014/main" id="{522ED5B1-57DF-B30A-43E7-DA977E7E8AB0}"/>
                    </a:ext>
                  </a:extLst>
                </p:cNvPr>
                <p:cNvPicPr/>
                <p:nvPr/>
              </p:nvPicPr>
              <p:blipFill>
                <a:blip r:embed="rId263"/>
                <a:stretch>
                  <a:fillRect/>
                </a:stretch>
              </p:blipFill>
              <p:spPr>
                <a:xfrm>
                  <a:off x="3428760" y="4380360"/>
                  <a:ext cx="154800" cy="359280"/>
                </a:xfrm>
                <a:prstGeom prst="rect">
                  <a:avLst/>
                </a:prstGeom>
              </p:spPr>
            </p:pic>
          </mc:Fallback>
        </mc:AlternateContent>
      </p:grpSp>
    </p:spTree>
    <p:extLst>
      <p:ext uri="{BB962C8B-B14F-4D97-AF65-F5344CB8AC3E}">
        <p14:creationId xmlns:p14="http://schemas.microsoft.com/office/powerpoint/2010/main" val="1897530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63C4E4-7934-34C7-13F9-B1EFC6AB1A5F}"/>
              </a:ext>
            </a:extLst>
          </p:cNvPr>
          <p:cNvSpPr>
            <a:spLocks noGrp="1"/>
          </p:cNvSpPr>
          <p:nvPr>
            <p:ph type="sldNum" sz="quarter" idx="12"/>
          </p:nvPr>
        </p:nvSpPr>
        <p:spPr/>
        <p:txBody>
          <a:bodyPr/>
          <a:lstStyle/>
          <a:p>
            <a:fld id="{AD2B2EE5-B8BC-4D24-A25E-F2DF61737E68}" type="slidenum">
              <a:rPr lang="en-US" smtClean="0"/>
              <a:pPr/>
              <a:t>37</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FDA94FC-7C1D-B203-098A-ED3B2E5121BF}"/>
                  </a:ext>
                </a:extLst>
              </p14:cNvPr>
              <p14:cNvContentPartPr/>
              <p14:nvPr/>
            </p14:nvContentPartPr>
            <p14:xfrm>
              <a:off x="3064984" y="2080392"/>
              <a:ext cx="281520" cy="518400"/>
            </p14:xfrm>
          </p:contentPart>
        </mc:Choice>
        <mc:Fallback xmlns="">
          <p:pic>
            <p:nvPicPr>
              <p:cNvPr id="3" name="Ink 2">
                <a:extLst>
                  <a:ext uri="{FF2B5EF4-FFF2-40B4-BE49-F238E27FC236}">
                    <a16:creationId xmlns:a16="http://schemas.microsoft.com/office/drawing/2014/main" id="{1FDA94FC-7C1D-B203-098A-ED3B2E5121BF}"/>
                  </a:ext>
                </a:extLst>
              </p:cNvPr>
              <p:cNvPicPr/>
              <p:nvPr/>
            </p:nvPicPr>
            <p:blipFill>
              <a:blip r:embed="rId3"/>
              <a:stretch>
                <a:fillRect/>
              </a:stretch>
            </p:blipFill>
            <p:spPr>
              <a:xfrm>
                <a:off x="3060664" y="2076072"/>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14E2F411-1F05-4597-9574-314F59FB726C}"/>
                  </a:ext>
                </a:extLst>
              </p14:cNvPr>
              <p14:cNvContentPartPr/>
              <p14:nvPr/>
            </p14:nvContentPartPr>
            <p14:xfrm>
              <a:off x="3408064" y="2079672"/>
              <a:ext cx="259560" cy="294480"/>
            </p14:xfrm>
          </p:contentPart>
        </mc:Choice>
        <mc:Fallback xmlns="">
          <p:pic>
            <p:nvPicPr>
              <p:cNvPr id="4" name="Ink 3">
                <a:extLst>
                  <a:ext uri="{FF2B5EF4-FFF2-40B4-BE49-F238E27FC236}">
                    <a16:creationId xmlns:a16="http://schemas.microsoft.com/office/drawing/2014/main" id="{14E2F411-1F05-4597-9574-314F59FB726C}"/>
                  </a:ext>
                </a:extLst>
              </p:cNvPr>
              <p:cNvPicPr/>
              <p:nvPr/>
            </p:nvPicPr>
            <p:blipFill>
              <a:blip r:embed="rId5"/>
              <a:stretch>
                <a:fillRect/>
              </a:stretch>
            </p:blipFill>
            <p:spPr>
              <a:xfrm>
                <a:off x="3403744" y="2075352"/>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581A81C-9361-BF2C-7101-D1ADD5050D16}"/>
                  </a:ext>
                </a:extLst>
              </p14:cNvPr>
              <p14:cNvContentPartPr/>
              <p14:nvPr/>
            </p14:nvContentPartPr>
            <p14:xfrm>
              <a:off x="3669424" y="2258952"/>
              <a:ext cx="152280" cy="93240"/>
            </p14:xfrm>
          </p:contentPart>
        </mc:Choice>
        <mc:Fallback xmlns="">
          <p:pic>
            <p:nvPicPr>
              <p:cNvPr id="5" name="Ink 4">
                <a:extLst>
                  <a:ext uri="{FF2B5EF4-FFF2-40B4-BE49-F238E27FC236}">
                    <a16:creationId xmlns:a16="http://schemas.microsoft.com/office/drawing/2014/main" id="{9581A81C-9361-BF2C-7101-D1ADD5050D16}"/>
                  </a:ext>
                </a:extLst>
              </p:cNvPr>
              <p:cNvPicPr/>
              <p:nvPr/>
            </p:nvPicPr>
            <p:blipFill>
              <a:blip r:embed="rId7"/>
              <a:stretch>
                <a:fillRect/>
              </a:stretch>
            </p:blipFill>
            <p:spPr>
              <a:xfrm>
                <a:off x="3665104" y="2254632"/>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16C78C5-CBF9-8FB0-9D08-EE0317DAAD30}"/>
                  </a:ext>
                </a:extLst>
              </p14:cNvPr>
              <p14:cNvContentPartPr/>
              <p14:nvPr/>
            </p14:nvContentPartPr>
            <p14:xfrm>
              <a:off x="3909904" y="2049072"/>
              <a:ext cx="104400" cy="272520"/>
            </p14:xfrm>
          </p:contentPart>
        </mc:Choice>
        <mc:Fallback xmlns="">
          <p:pic>
            <p:nvPicPr>
              <p:cNvPr id="6" name="Ink 5">
                <a:extLst>
                  <a:ext uri="{FF2B5EF4-FFF2-40B4-BE49-F238E27FC236}">
                    <a16:creationId xmlns:a16="http://schemas.microsoft.com/office/drawing/2014/main" id="{416C78C5-CBF9-8FB0-9D08-EE0317DAAD30}"/>
                  </a:ext>
                </a:extLst>
              </p:cNvPr>
              <p:cNvPicPr/>
              <p:nvPr/>
            </p:nvPicPr>
            <p:blipFill>
              <a:blip r:embed="rId9"/>
              <a:stretch>
                <a:fillRect/>
              </a:stretch>
            </p:blipFill>
            <p:spPr>
              <a:xfrm>
                <a:off x="3905584" y="2044752"/>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33016F8-95AE-9702-458C-0718AE348752}"/>
                  </a:ext>
                </a:extLst>
              </p14:cNvPr>
              <p14:cNvContentPartPr/>
              <p14:nvPr/>
            </p14:nvContentPartPr>
            <p14:xfrm>
              <a:off x="3848344" y="2207472"/>
              <a:ext cx="343080" cy="142560"/>
            </p14:xfrm>
          </p:contentPart>
        </mc:Choice>
        <mc:Fallback xmlns="">
          <p:pic>
            <p:nvPicPr>
              <p:cNvPr id="7" name="Ink 6">
                <a:extLst>
                  <a:ext uri="{FF2B5EF4-FFF2-40B4-BE49-F238E27FC236}">
                    <a16:creationId xmlns:a16="http://schemas.microsoft.com/office/drawing/2014/main" id="{333016F8-95AE-9702-458C-0718AE348752}"/>
                  </a:ext>
                </a:extLst>
              </p:cNvPr>
              <p:cNvPicPr/>
              <p:nvPr/>
            </p:nvPicPr>
            <p:blipFill>
              <a:blip r:embed="rId11"/>
              <a:stretch>
                <a:fillRect/>
              </a:stretch>
            </p:blipFill>
            <p:spPr>
              <a:xfrm>
                <a:off x="3844024" y="2203152"/>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4AA44423-04E4-0A0B-A97A-37F5E13E9154}"/>
                  </a:ext>
                </a:extLst>
              </p14:cNvPr>
              <p14:cNvContentPartPr/>
              <p14:nvPr/>
            </p14:nvContentPartPr>
            <p14:xfrm>
              <a:off x="4337224" y="2047272"/>
              <a:ext cx="244800" cy="399240"/>
            </p14:xfrm>
          </p:contentPart>
        </mc:Choice>
        <mc:Fallback xmlns="">
          <p:pic>
            <p:nvPicPr>
              <p:cNvPr id="8" name="Ink 7">
                <a:extLst>
                  <a:ext uri="{FF2B5EF4-FFF2-40B4-BE49-F238E27FC236}">
                    <a16:creationId xmlns:a16="http://schemas.microsoft.com/office/drawing/2014/main" id="{4AA44423-04E4-0A0B-A97A-37F5E13E9154}"/>
                  </a:ext>
                </a:extLst>
              </p:cNvPr>
              <p:cNvPicPr/>
              <p:nvPr/>
            </p:nvPicPr>
            <p:blipFill>
              <a:blip r:embed="rId13"/>
              <a:stretch>
                <a:fillRect/>
              </a:stretch>
            </p:blipFill>
            <p:spPr>
              <a:xfrm>
                <a:off x="4332904" y="2042952"/>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33350965-5E18-4077-098F-A9F5665A7283}"/>
                  </a:ext>
                </a:extLst>
              </p14:cNvPr>
              <p14:cNvContentPartPr/>
              <p14:nvPr/>
            </p14:nvContentPartPr>
            <p14:xfrm>
              <a:off x="4583824" y="2254632"/>
              <a:ext cx="169920" cy="93960"/>
            </p14:xfrm>
          </p:contentPart>
        </mc:Choice>
        <mc:Fallback xmlns="">
          <p:pic>
            <p:nvPicPr>
              <p:cNvPr id="9" name="Ink 8">
                <a:extLst>
                  <a:ext uri="{FF2B5EF4-FFF2-40B4-BE49-F238E27FC236}">
                    <a16:creationId xmlns:a16="http://schemas.microsoft.com/office/drawing/2014/main" id="{33350965-5E18-4077-098F-A9F5665A7283}"/>
                  </a:ext>
                </a:extLst>
              </p:cNvPr>
              <p:cNvPicPr/>
              <p:nvPr/>
            </p:nvPicPr>
            <p:blipFill>
              <a:blip r:embed="rId15"/>
              <a:stretch>
                <a:fillRect/>
              </a:stretch>
            </p:blipFill>
            <p:spPr>
              <a:xfrm>
                <a:off x="4579504" y="2250312"/>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5559AC4-0BE7-78A6-9027-647F73FCD290}"/>
                  </a:ext>
                </a:extLst>
              </p14:cNvPr>
              <p14:cNvContentPartPr/>
              <p14:nvPr/>
            </p14:nvContentPartPr>
            <p14:xfrm>
              <a:off x="4739704" y="2103792"/>
              <a:ext cx="7920" cy="34920"/>
            </p14:xfrm>
          </p:contentPart>
        </mc:Choice>
        <mc:Fallback xmlns="">
          <p:pic>
            <p:nvPicPr>
              <p:cNvPr id="10" name="Ink 9">
                <a:extLst>
                  <a:ext uri="{FF2B5EF4-FFF2-40B4-BE49-F238E27FC236}">
                    <a16:creationId xmlns:a16="http://schemas.microsoft.com/office/drawing/2014/main" id="{85559AC4-0BE7-78A6-9027-647F73FCD290}"/>
                  </a:ext>
                </a:extLst>
              </p:cNvPr>
              <p:cNvPicPr/>
              <p:nvPr/>
            </p:nvPicPr>
            <p:blipFill>
              <a:blip r:embed="rId17"/>
              <a:stretch>
                <a:fillRect/>
              </a:stretch>
            </p:blipFill>
            <p:spPr>
              <a:xfrm>
                <a:off x="4735384" y="2099472"/>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0F90CA6-0AAF-B639-C2F1-AE0B245C2C27}"/>
                  </a:ext>
                </a:extLst>
              </p14:cNvPr>
              <p14:cNvContentPartPr/>
              <p14:nvPr/>
            </p14:nvContentPartPr>
            <p14:xfrm>
              <a:off x="4770304" y="2012352"/>
              <a:ext cx="216720" cy="330120"/>
            </p14:xfrm>
          </p:contentPart>
        </mc:Choice>
        <mc:Fallback xmlns="">
          <p:pic>
            <p:nvPicPr>
              <p:cNvPr id="11" name="Ink 10">
                <a:extLst>
                  <a:ext uri="{FF2B5EF4-FFF2-40B4-BE49-F238E27FC236}">
                    <a16:creationId xmlns:a16="http://schemas.microsoft.com/office/drawing/2014/main" id="{C0F90CA6-0AAF-B639-C2F1-AE0B245C2C27}"/>
                  </a:ext>
                </a:extLst>
              </p:cNvPr>
              <p:cNvPicPr/>
              <p:nvPr/>
            </p:nvPicPr>
            <p:blipFill>
              <a:blip r:embed="rId19"/>
              <a:stretch>
                <a:fillRect/>
              </a:stretch>
            </p:blipFill>
            <p:spPr>
              <a:xfrm>
                <a:off x="4765984" y="2008032"/>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CBD56F6E-FAB8-F19A-043D-BE2535E6AF1F}"/>
                  </a:ext>
                </a:extLst>
              </p14:cNvPr>
              <p14:cNvContentPartPr/>
              <p14:nvPr/>
            </p14:nvContentPartPr>
            <p14:xfrm>
              <a:off x="5170984" y="2075712"/>
              <a:ext cx="289440" cy="154800"/>
            </p14:xfrm>
          </p:contentPart>
        </mc:Choice>
        <mc:Fallback xmlns="">
          <p:pic>
            <p:nvPicPr>
              <p:cNvPr id="12" name="Ink 11">
                <a:extLst>
                  <a:ext uri="{FF2B5EF4-FFF2-40B4-BE49-F238E27FC236}">
                    <a16:creationId xmlns:a16="http://schemas.microsoft.com/office/drawing/2014/main" id="{CBD56F6E-FAB8-F19A-043D-BE2535E6AF1F}"/>
                  </a:ext>
                </a:extLst>
              </p:cNvPr>
              <p:cNvPicPr/>
              <p:nvPr/>
            </p:nvPicPr>
            <p:blipFill>
              <a:blip r:embed="rId21"/>
              <a:stretch>
                <a:fillRect/>
              </a:stretch>
            </p:blipFill>
            <p:spPr>
              <a:xfrm>
                <a:off x="5166664" y="2071392"/>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EA2FD4A5-0F75-63FF-AD14-40DF70B27BDA}"/>
                  </a:ext>
                </a:extLst>
              </p14:cNvPr>
              <p14:cNvContentPartPr/>
              <p14:nvPr/>
            </p14:nvContentPartPr>
            <p14:xfrm>
              <a:off x="5549344" y="1875912"/>
              <a:ext cx="345600" cy="388440"/>
            </p14:xfrm>
          </p:contentPart>
        </mc:Choice>
        <mc:Fallback xmlns="">
          <p:pic>
            <p:nvPicPr>
              <p:cNvPr id="13" name="Ink 12">
                <a:extLst>
                  <a:ext uri="{FF2B5EF4-FFF2-40B4-BE49-F238E27FC236}">
                    <a16:creationId xmlns:a16="http://schemas.microsoft.com/office/drawing/2014/main" id="{EA2FD4A5-0F75-63FF-AD14-40DF70B27BDA}"/>
                  </a:ext>
                </a:extLst>
              </p:cNvPr>
              <p:cNvPicPr/>
              <p:nvPr/>
            </p:nvPicPr>
            <p:blipFill>
              <a:blip r:embed="rId23"/>
              <a:stretch>
                <a:fillRect/>
              </a:stretch>
            </p:blipFill>
            <p:spPr>
              <a:xfrm>
                <a:off x="5545024" y="1871592"/>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C9E098B-4C5D-BA20-7217-A0F24CCFBDC4}"/>
                  </a:ext>
                </a:extLst>
              </p14:cNvPr>
              <p14:cNvContentPartPr/>
              <p14:nvPr/>
            </p14:nvContentPartPr>
            <p14:xfrm>
              <a:off x="5850304" y="2158512"/>
              <a:ext cx="152280" cy="120600"/>
            </p14:xfrm>
          </p:contentPart>
        </mc:Choice>
        <mc:Fallback xmlns="">
          <p:pic>
            <p:nvPicPr>
              <p:cNvPr id="14" name="Ink 13">
                <a:extLst>
                  <a:ext uri="{FF2B5EF4-FFF2-40B4-BE49-F238E27FC236}">
                    <a16:creationId xmlns:a16="http://schemas.microsoft.com/office/drawing/2014/main" id="{6C9E098B-4C5D-BA20-7217-A0F24CCFBDC4}"/>
                  </a:ext>
                </a:extLst>
              </p:cNvPr>
              <p:cNvPicPr/>
              <p:nvPr/>
            </p:nvPicPr>
            <p:blipFill>
              <a:blip r:embed="rId25"/>
              <a:stretch>
                <a:fillRect/>
              </a:stretch>
            </p:blipFill>
            <p:spPr>
              <a:xfrm>
                <a:off x="5845984" y="2154192"/>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B9612A5-CAFE-63E0-5801-CC4DC7325E39}"/>
                  </a:ext>
                </a:extLst>
              </p14:cNvPr>
              <p14:cNvContentPartPr/>
              <p14:nvPr/>
            </p14:nvContentPartPr>
            <p14:xfrm>
              <a:off x="6038944" y="1897512"/>
              <a:ext cx="110160" cy="358200"/>
            </p14:xfrm>
          </p:contentPart>
        </mc:Choice>
        <mc:Fallback xmlns="">
          <p:pic>
            <p:nvPicPr>
              <p:cNvPr id="15" name="Ink 14">
                <a:extLst>
                  <a:ext uri="{FF2B5EF4-FFF2-40B4-BE49-F238E27FC236}">
                    <a16:creationId xmlns:a16="http://schemas.microsoft.com/office/drawing/2014/main" id="{EB9612A5-CAFE-63E0-5801-CC4DC7325E39}"/>
                  </a:ext>
                </a:extLst>
              </p:cNvPr>
              <p:cNvPicPr/>
              <p:nvPr/>
            </p:nvPicPr>
            <p:blipFill>
              <a:blip r:embed="rId27"/>
              <a:stretch>
                <a:fillRect/>
              </a:stretch>
            </p:blipFill>
            <p:spPr>
              <a:xfrm>
                <a:off x="6034624" y="1893192"/>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643C1E93-28E7-40B2-48CF-D47C6E90AE1C}"/>
                  </a:ext>
                </a:extLst>
              </p14:cNvPr>
              <p14:cNvContentPartPr/>
              <p14:nvPr/>
            </p14:nvContentPartPr>
            <p14:xfrm>
              <a:off x="6002584" y="2096952"/>
              <a:ext cx="331560" cy="152640"/>
            </p14:xfrm>
          </p:contentPart>
        </mc:Choice>
        <mc:Fallback xmlns="">
          <p:pic>
            <p:nvPicPr>
              <p:cNvPr id="16" name="Ink 15">
                <a:extLst>
                  <a:ext uri="{FF2B5EF4-FFF2-40B4-BE49-F238E27FC236}">
                    <a16:creationId xmlns:a16="http://schemas.microsoft.com/office/drawing/2014/main" id="{643C1E93-28E7-40B2-48CF-D47C6E90AE1C}"/>
                  </a:ext>
                </a:extLst>
              </p:cNvPr>
              <p:cNvPicPr/>
              <p:nvPr/>
            </p:nvPicPr>
            <p:blipFill>
              <a:blip r:embed="rId29"/>
              <a:stretch>
                <a:fillRect/>
              </a:stretch>
            </p:blipFill>
            <p:spPr>
              <a:xfrm>
                <a:off x="5998264" y="2092632"/>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3CFECAC4-395C-AC30-C0EE-A380598E88AA}"/>
                  </a:ext>
                </a:extLst>
              </p14:cNvPr>
              <p14:cNvContentPartPr/>
              <p14:nvPr/>
            </p14:nvContentPartPr>
            <p14:xfrm>
              <a:off x="6385624" y="1999032"/>
              <a:ext cx="234720" cy="431640"/>
            </p14:xfrm>
          </p:contentPart>
        </mc:Choice>
        <mc:Fallback xmlns="">
          <p:pic>
            <p:nvPicPr>
              <p:cNvPr id="17" name="Ink 16">
                <a:extLst>
                  <a:ext uri="{FF2B5EF4-FFF2-40B4-BE49-F238E27FC236}">
                    <a16:creationId xmlns:a16="http://schemas.microsoft.com/office/drawing/2014/main" id="{3CFECAC4-395C-AC30-C0EE-A380598E88AA}"/>
                  </a:ext>
                </a:extLst>
              </p:cNvPr>
              <p:cNvPicPr/>
              <p:nvPr/>
            </p:nvPicPr>
            <p:blipFill>
              <a:blip r:embed="rId31"/>
              <a:stretch>
                <a:fillRect/>
              </a:stretch>
            </p:blipFill>
            <p:spPr>
              <a:xfrm>
                <a:off x="6381304" y="1994712"/>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7980D97C-C1D2-C266-2031-128199E1A92C}"/>
                  </a:ext>
                </a:extLst>
              </p14:cNvPr>
              <p14:cNvContentPartPr/>
              <p14:nvPr/>
            </p14:nvContentPartPr>
            <p14:xfrm>
              <a:off x="6599104" y="2229432"/>
              <a:ext cx="133200" cy="72000"/>
            </p14:xfrm>
          </p:contentPart>
        </mc:Choice>
        <mc:Fallback xmlns="">
          <p:pic>
            <p:nvPicPr>
              <p:cNvPr id="18" name="Ink 17">
                <a:extLst>
                  <a:ext uri="{FF2B5EF4-FFF2-40B4-BE49-F238E27FC236}">
                    <a16:creationId xmlns:a16="http://schemas.microsoft.com/office/drawing/2014/main" id="{7980D97C-C1D2-C266-2031-128199E1A92C}"/>
                  </a:ext>
                </a:extLst>
              </p:cNvPr>
              <p:cNvPicPr/>
              <p:nvPr/>
            </p:nvPicPr>
            <p:blipFill>
              <a:blip r:embed="rId33"/>
              <a:stretch>
                <a:fillRect/>
              </a:stretch>
            </p:blipFill>
            <p:spPr>
              <a:xfrm>
                <a:off x="6594784" y="2225112"/>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68B520C9-1C3B-72A7-2841-85B80C4EC305}"/>
                  </a:ext>
                </a:extLst>
              </p14:cNvPr>
              <p14:cNvContentPartPr/>
              <p14:nvPr/>
            </p14:nvContentPartPr>
            <p14:xfrm>
              <a:off x="6637624" y="2151312"/>
              <a:ext cx="37080" cy="15840"/>
            </p14:xfrm>
          </p:contentPart>
        </mc:Choice>
        <mc:Fallback xmlns="">
          <p:pic>
            <p:nvPicPr>
              <p:cNvPr id="19" name="Ink 18">
                <a:extLst>
                  <a:ext uri="{FF2B5EF4-FFF2-40B4-BE49-F238E27FC236}">
                    <a16:creationId xmlns:a16="http://schemas.microsoft.com/office/drawing/2014/main" id="{68B520C9-1C3B-72A7-2841-85B80C4EC305}"/>
                  </a:ext>
                </a:extLst>
              </p:cNvPr>
              <p:cNvPicPr/>
              <p:nvPr/>
            </p:nvPicPr>
            <p:blipFill>
              <a:blip r:embed="rId35"/>
              <a:stretch>
                <a:fillRect/>
              </a:stretch>
            </p:blipFill>
            <p:spPr>
              <a:xfrm>
                <a:off x="6633304" y="2146992"/>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11EA5BB1-C662-0726-E582-9F3DA93EC8F7}"/>
                  </a:ext>
                </a:extLst>
              </p14:cNvPr>
              <p14:cNvContentPartPr/>
              <p14:nvPr/>
            </p14:nvContentPartPr>
            <p14:xfrm>
              <a:off x="6735904" y="2170392"/>
              <a:ext cx="113760" cy="116640"/>
            </p14:xfrm>
          </p:contentPart>
        </mc:Choice>
        <mc:Fallback xmlns="">
          <p:pic>
            <p:nvPicPr>
              <p:cNvPr id="20" name="Ink 19">
                <a:extLst>
                  <a:ext uri="{FF2B5EF4-FFF2-40B4-BE49-F238E27FC236}">
                    <a16:creationId xmlns:a16="http://schemas.microsoft.com/office/drawing/2014/main" id="{11EA5BB1-C662-0726-E582-9F3DA93EC8F7}"/>
                  </a:ext>
                </a:extLst>
              </p:cNvPr>
              <p:cNvPicPr/>
              <p:nvPr/>
            </p:nvPicPr>
            <p:blipFill>
              <a:blip r:embed="rId37"/>
              <a:stretch>
                <a:fillRect/>
              </a:stretch>
            </p:blipFill>
            <p:spPr>
              <a:xfrm>
                <a:off x="6731584" y="2166072"/>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D0F13941-9B5C-BAE5-DE7A-AEFCB8E8C6CC}"/>
                  </a:ext>
                </a:extLst>
              </p14:cNvPr>
              <p14:cNvContentPartPr/>
              <p14:nvPr/>
            </p14:nvContentPartPr>
            <p14:xfrm>
              <a:off x="6959104" y="2083992"/>
              <a:ext cx="360" cy="116280"/>
            </p14:xfrm>
          </p:contentPart>
        </mc:Choice>
        <mc:Fallback xmlns="">
          <p:pic>
            <p:nvPicPr>
              <p:cNvPr id="21" name="Ink 20">
                <a:extLst>
                  <a:ext uri="{FF2B5EF4-FFF2-40B4-BE49-F238E27FC236}">
                    <a16:creationId xmlns:a16="http://schemas.microsoft.com/office/drawing/2014/main" id="{D0F13941-9B5C-BAE5-DE7A-AEFCB8E8C6CC}"/>
                  </a:ext>
                </a:extLst>
              </p:cNvPr>
              <p:cNvPicPr/>
              <p:nvPr/>
            </p:nvPicPr>
            <p:blipFill>
              <a:blip r:embed="rId39"/>
              <a:stretch>
                <a:fillRect/>
              </a:stretch>
            </p:blipFill>
            <p:spPr>
              <a:xfrm>
                <a:off x="6954784" y="2079672"/>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51E1D714-498A-E77E-EDC6-A0D30CFD4A38}"/>
                  </a:ext>
                </a:extLst>
              </p14:cNvPr>
              <p14:cNvContentPartPr/>
              <p14:nvPr/>
            </p14:nvContentPartPr>
            <p14:xfrm>
              <a:off x="6959104" y="1897512"/>
              <a:ext cx="239040" cy="379800"/>
            </p14:xfrm>
          </p:contentPart>
        </mc:Choice>
        <mc:Fallback xmlns="">
          <p:pic>
            <p:nvPicPr>
              <p:cNvPr id="22" name="Ink 21">
                <a:extLst>
                  <a:ext uri="{FF2B5EF4-FFF2-40B4-BE49-F238E27FC236}">
                    <a16:creationId xmlns:a16="http://schemas.microsoft.com/office/drawing/2014/main" id="{51E1D714-498A-E77E-EDC6-A0D30CFD4A38}"/>
                  </a:ext>
                </a:extLst>
              </p:cNvPr>
              <p:cNvPicPr/>
              <p:nvPr/>
            </p:nvPicPr>
            <p:blipFill>
              <a:blip r:embed="rId41"/>
              <a:stretch>
                <a:fillRect/>
              </a:stretch>
            </p:blipFill>
            <p:spPr>
              <a:xfrm>
                <a:off x="6954784" y="1893192"/>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2053F5A2-8B40-3E04-696E-9043C3201A8E}"/>
                  </a:ext>
                </a:extLst>
              </p14:cNvPr>
              <p14:cNvContentPartPr/>
              <p14:nvPr/>
            </p14:nvContentPartPr>
            <p14:xfrm>
              <a:off x="7236304" y="1760712"/>
              <a:ext cx="219960" cy="716760"/>
            </p14:xfrm>
          </p:contentPart>
        </mc:Choice>
        <mc:Fallback xmlns="">
          <p:pic>
            <p:nvPicPr>
              <p:cNvPr id="23" name="Ink 22">
                <a:extLst>
                  <a:ext uri="{FF2B5EF4-FFF2-40B4-BE49-F238E27FC236}">
                    <a16:creationId xmlns:a16="http://schemas.microsoft.com/office/drawing/2014/main" id="{2053F5A2-8B40-3E04-696E-9043C3201A8E}"/>
                  </a:ext>
                </a:extLst>
              </p:cNvPr>
              <p:cNvPicPr/>
              <p:nvPr/>
            </p:nvPicPr>
            <p:blipFill>
              <a:blip r:embed="rId43"/>
              <a:stretch>
                <a:fillRect/>
              </a:stretch>
            </p:blipFill>
            <p:spPr>
              <a:xfrm>
                <a:off x="7231984" y="1756392"/>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3D0F8B10-9DFB-06DF-AB79-201CECD81BEC}"/>
                  </a:ext>
                </a:extLst>
              </p14:cNvPr>
              <p14:cNvContentPartPr/>
              <p14:nvPr/>
            </p14:nvContentPartPr>
            <p14:xfrm>
              <a:off x="3193864" y="2915592"/>
              <a:ext cx="166320" cy="195120"/>
            </p14:xfrm>
          </p:contentPart>
        </mc:Choice>
        <mc:Fallback xmlns="">
          <p:pic>
            <p:nvPicPr>
              <p:cNvPr id="24" name="Ink 23">
                <a:extLst>
                  <a:ext uri="{FF2B5EF4-FFF2-40B4-BE49-F238E27FC236}">
                    <a16:creationId xmlns:a16="http://schemas.microsoft.com/office/drawing/2014/main" id="{3D0F8B10-9DFB-06DF-AB79-201CECD81BEC}"/>
                  </a:ext>
                </a:extLst>
              </p:cNvPr>
              <p:cNvPicPr/>
              <p:nvPr/>
            </p:nvPicPr>
            <p:blipFill>
              <a:blip r:embed="rId45"/>
              <a:stretch>
                <a:fillRect/>
              </a:stretch>
            </p:blipFill>
            <p:spPr>
              <a:xfrm>
                <a:off x="3189544" y="2911272"/>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0DBB0D1A-5D4C-8734-81A4-FB879D680608}"/>
                  </a:ext>
                </a:extLst>
              </p14:cNvPr>
              <p14:cNvContentPartPr/>
              <p14:nvPr/>
            </p14:nvContentPartPr>
            <p14:xfrm>
              <a:off x="3427864" y="2901912"/>
              <a:ext cx="315000" cy="168120"/>
            </p14:xfrm>
          </p:contentPart>
        </mc:Choice>
        <mc:Fallback xmlns="">
          <p:pic>
            <p:nvPicPr>
              <p:cNvPr id="25" name="Ink 24">
                <a:extLst>
                  <a:ext uri="{FF2B5EF4-FFF2-40B4-BE49-F238E27FC236}">
                    <a16:creationId xmlns:a16="http://schemas.microsoft.com/office/drawing/2014/main" id="{0DBB0D1A-5D4C-8734-81A4-FB879D680608}"/>
                  </a:ext>
                </a:extLst>
              </p:cNvPr>
              <p:cNvPicPr/>
              <p:nvPr/>
            </p:nvPicPr>
            <p:blipFill>
              <a:blip r:embed="rId47"/>
              <a:stretch>
                <a:fillRect/>
              </a:stretch>
            </p:blipFill>
            <p:spPr>
              <a:xfrm>
                <a:off x="3423544" y="2897592"/>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7CFA8D18-8490-70A9-AD5F-2495C05414BA}"/>
                  </a:ext>
                </a:extLst>
              </p14:cNvPr>
              <p14:cNvContentPartPr/>
              <p14:nvPr/>
            </p14:nvContentPartPr>
            <p14:xfrm>
              <a:off x="3855904" y="2904072"/>
              <a:ext cx="123840" cy="104400"/>
            </p14:xfrm>
          </p:contentPart>
        </mc:Choice>
        <mc:Fallback xmlns="">
          <p:pic>
            <p:nvPicPr>
              <p:cNvPr id="26" name="Ink 25">
                <a:extLst>
                  <a:ext uri="{FF2B5EF4-FFF2-40B4-BE49-F238E27FC236}">
                    <a16:creationId xmlns:a16="http://schemas.microsoft.com/office/drawing/2014/main" id="{7CFA8D18-8490-70A9-AD5F-2495C05414BA}"/>
                  </a:ext>
                </a:extLst>
              </p:cNvPr>
              <p:cNvPicPr/>
              <p:nvPr/>
            </p:nvPicPr>
            <p:blipFill>
              <a:blip r:embed="rId49"/>
              <a:stretch>
                <a:fillRect/>
              </a:stretch>
            </p:blipFill>
            <p:spPr>
              <a:xfrm>
                <a:off x="3851584" y="2899752"/>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A2B524F6-BD6E-7D39-6D0A-40B9A2A4F24A}"/>
                  </a:ext>
                </a:extLst>
              </p14:cNvPr>
              <p14:cNvContentPartPr/>
              <p14:nvPr/>
            </p14:nvContentPartPr>
            <p14:xfrm>
              <a:off x="4067944" y="2996952"/>
              <a:ext cx="43200" cy="293400"/>
            </p14:xfrm>
          </p:contentPart>
        </mc:Choice>
        <mc:Fallback xmlns="">
          <p:pic>
            <p:nvPicPr>
              <p:cNvPr id="27" name="Ink 26">
                <a:extLst>
                  <a:ext uri="{FF2B5EF4-FFF2-40B4-BE49-F238E27FC236}">
                    <a16:creationId xmlns:a16="http://schemas.microsoft.com/office/drawing/2014/main" id="{A2B524F6-BD6E-7D39-6D0A-40B9A2A4F24A}"/>
                  </a:ext>
                </a:extLst>
              </p:cNvPr>
              <p:cNvPicPr/>
              <p:nvPr/>
            </p:nvPicPr>
            <p:blipFill>
              <a:blip r:embed="rId51"/>
              <a:stretch>
                <a:fillRect/>
              </a:stretch>
            </p:blipFill>
            <p:spPr>
              <a:xfrm>
                <a:off x="4063624" y="2992632"/>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689279A4-A0AD-7D9E-E3EE-AA36F8B5932E}"/>
                  </a:ext>
                </a:extLst>
              </p14:cNvPr>
              <p14:cNvContentPartPr/>
              <p14:nvPr/>
            </p14:nvContentPartPr>
            <p14:xfrm>
              <a:off x="4110064" y="2966712"/>
              <a:ext cx="140040" cy="76320"/>
            </p14:xfrm>
          </p:contentPart>
        </mc:Choice>
        <mc:Fallback xmlns="">
          <p:pic>
            <p:nvPicPr>
              <p:cNvPr id="28" name="Ink 27">
                <a:extLst>
                  <a:ext uri="{FF2B5EF4-FFF2-40B4-BE49-F238E27FC236}">
                    <a16:creationId xmlns:a16="http://schemas.microsoft.com/office/drawing/2014/main" id="{689279A4-A0AD-7D9E-E3EE-AA36F8B5932E}"/>
                  </a:ext>
                </a:extLst>
              </p:cNvPr>
              <p:cNvPicPr/>
              <p:nvPr/>
            </p:nvPicPr>
            <p:blipFill>
              <a:blip r:embed="rId53"/>
              <a:stretch>
                <a:fillRect/>
              </a:stretch>
            </p:blipFill>
            <p:spPr>
              <a:xfrm>
                <a:off x="4105744" y="2962392"/>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D8CD1927-F672-F9F1-3035-F44153021230}"/>
                  </a:ext>
                </a:extLst>
              </p14:cNvPr>
              <p14:cNvContentPartPr/>
              <p14:nvPr/>
            </p14:nvContentPartPr>
            <p14:xfrm>
              <a:off x="4422184" y="2663232"/>
              <a:ext cx="229320" cy="466200"/>
            </p14:xfrm>
          </p:contentPart>
        </mc:Choice>
        <mc:Fallback xmlns="">
          <p:pic>
            <p:nvPicPr>
              <p:cNvPr id="29" name="Ink 28">
                <a:extLst>
                  <a:ext uri="{FF2B5EF4-FFF2-40B4-BE49-F238E27FC236}">
                    <a16:creationId xmlns:a16="http://schemas.microsoft.com/office/drawing/2014/main" id="{D8CD1927-F672-F9F1-3035-F44153021230}"/>
                  </a:ext>
                </a:extLst>
              </p:cNvPr>
              <p:cNvPicPr/>
              <p:nvPr/>
            </p:nvPicPr>
            <p:blipFill>
              <a:blip r:embed="rId55"/>
              <a:stretch>
                <a:fillRect/>
              </a:stretch>
            </p:blipFill>
            <p:spPr>
              <a:xfrm>
                <a:off x="4417864" y="2658912"/>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978638C2-9C1C-2FE8-46DD-6DBC24A48C83}"/>
                  </a:ext>
                </a:extLst>
              </p14:cNvPr>
              <p14:cNvContentPartPr/>
              <p14:nvPr/>
            </p14:nvContentPartPr>
            <p14:xfrm>
              <a:off x="4658704" y="2679072"/>
              <a:ext cx="206280" cy="343440"/>
            </p14:xfrm>
          </p:contentPart>
        </mc:Choice>
        <mc:Fallback xmlns="">
          <p:pic>
            <p:nvPicPr>
              <p:cNvPr id="30" name="Ink 29">
                <a:extLst>
                  <a:ext uri="{FF2B5EF4-FFF2-40B4-BE49-F238E27FC236}">
                    <a16:creationId xmlns:a16="http://schemas.microsoft.com/office/drawing/2014/main" id="{978638C2-9C1C-2FE8-46DD-6DBC24A48C83}"/>
                  </a:ext>
                </a:extLst>
              </p:cNvPr>
              <p:cNvPicPr/>
              <p:nvPr/>
            </p:nvPicPr>
            <p:blipFill>
              <a:blip r:embed="rId57"/>
              <a:stretch>
                <a:fillRect/>
              </a:stretch>
            </p:blipFill>
            <p:spPr>
              <a:xfrm>
                <a:off x="4654384" y="2674752"/>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6973EF22-A67C-4531-C960-352D978A8F80}"/>
                  </a:ext>
                </a:extLst>
              </p14:cNvPr>
              <p14:cNvContentPartPr/>
              <p14:nvPr/>
            </p14:nvContentPartPr>
            <p14:xfrm>
              <a:off x="4949224" y="2900832"/>
              <a:ext cx="179640" cy="87120"/>
            </p14:xfrm>
          </p:contentPart>
        </mc:Choice>
        <mc:Fallback xmlns="">
          <p:pic>
            <p:nvPicPr>
              <p:cNvPr id="31" name="Ink 30">
                <a:extLst>
                  <a:ext uri="{FF2B5EF4-FFF2-40B4-BE49-F238E27FC236}">
                    <a16:creationId xmlns:a16="http://schemas.microsoft.com/office/drawing/2014/main" id="{6973EF22-A67C-4531-C960-352D978A8F80}"/>
                  </a:ext>
                </a:extLst>
              </p:cNvPr>
              <p:cNvPicPr/>
              <p:nvPr/>
            </p:nvPicPr>
            <p:blipFill>
              <a:blip r:embed="rId59"/>
              <a:stretch>
                <a:fillRect/>
              </a:stretch>
            </p:blipFill>
            <p:spPr>
              <a:xfrm>
                <a:off x="4944904" y="2896512"/>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9B583A91-ECFF-BAAE-9101-5BF24A1FCC6C}"/>
                  </a:ext>
                </a:extLst>
              </p14:cNvPr>
              <p14:cNvContentPartPr/>
              <p14:nvPr/>
            </p14:nvContentPartPr>
            <p14:xfrm>
              <a:off x="5145784" y="2680512"/>
              <a:ext cx="66240" cy="362880"/>
            </p14:xfrm>
          </p:contentPart>
        </mc:Choice>
        <mc:Fallback xmlns="">
          <p:pic>
            <p:nvPicPr>
              <p:cNvPr id="32" name="Ink 31">
                <a:extLst>
                  <a:ext uri="{FF2B5EF4-FFF2-40B4-BE49-F238E27FC236}">
                    <a16:creationId xmlns:a16="http://schemas.microsoft.com/office/drawing/2014/main" id="{9B583A91-ECFF-BAAE-9101-5BF24A1FCC6C}"/>
                  </a:ext>
                </a:extLst>
              </p:cNvPr>
              <p:cNvPicPr/>
              <p:nvPr/>
            </p:nvPicPr>
            <p:blipFill>
              <a:blip r:embed="rId61"/>
              <a:stretch>
                <a:fillRect/>
              </a:stretch>
            </p:blipFill>
            <p:spPr>
              <a:xfrm>
                <a:off x="5141464" y="2676192"/>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23F6A3E2-EABF-5863-0C96-3D37149076F7}"/>
                  </a:ext>
                </a:extLst>
              </p14:cNvPr>
              <p14:cNvContentPartPr/>
              <p14:nvPr/>
            </p14:nvContentPartPr>
            <p14:xfrm>
              <a:off x="5141824" y="2883552"/>
              <a:ext cx="208080" cy="98280"/>
            </p14:xfrm>
          </p:contentPart>
        </mc:Choice>
        <mc:Fallback xmlns="">
          <p:pic>
            <p:nvPicPr>
              <p:cNvPr id="33" name="Ink 32">
                <a:extLst>
                  <a:ext uri="{FF2B5EF4-FFF2-40B4-BE49-F238E27FC236}">
                    <a16:creationId xmlns:a16="http://schemas.microsoft.com/office/drawing/2014/main" id="{23F6A3E2-EABF-5863-0C96-3D37149076F7}"/>
                  </a:ext>
                </a:extLst>
              </p:cNvPr>
              <p:cNvPicPr/>
              <p:nvPr/>
            </p:nvPicPr>
            <p:blipFill>
              <a:blip r:embed="rId63"/>
              <a:stretch>
                <a:fillRect/>
              </a:stretch>
            </p:blipFill>
            <p:spPr>
              <a:xfrm>
                <a:off x="5137504" y="2879232"/>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EEFE8F8A-2FBD-CBB7-F6EE-E8BA9380EA15}"/>
                  </a:ext>
                </a:extLst>
              </p14:cNvPr>
              <p14:cNvContentPartPr/>
              <p14:nvPr/>
            </p14:nvContentPartPr>
            <p14:xfrm>
              <a:off x="5493904" y="2677272"/>
              <a:ext cx="214200" cy="320040"/>
            </p14:xfrm>
          </p:contentPart>
        </mc:Choice>
        <mc:Fallback xmlns="">
          <p:pic>
            <p:nvPicPr>
              <p:cNvPr id="34" name="Ink 33">
                <a:extLst>
                  <a:ext uri="{FF2B5EF4-FFF2-40B4-BE49-F238E27FC236}">
                    <a16:creationId xmlns:a16="http://schemas.microsoft.com/office/drawing/2014/main" id="{EEFE8F8A-2FBD-CBB7-F6EE-E8BA9380EA15}"/>
                  </a:ext>
                </a:extLst>
              </p:cNvPr>
              <p:cNvPicPr/>
              <p:nvPr/>
            </p:nvPicPr>
            <p:blipFill>
              <a:blip r:embed="rId65"/>
              <a:stretch>
                <a:fillRect/>
              </a:stretch>
            </p:blipFill>
            <p:spPr>
              <a:xfrm>
                <a:off x="5489584" y="2672952"/>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222F3C88-EDA4-70A7-400D-7CEC59EBE2AD}"/>
                  </a:ext>
                </a:extLst>
              </p14:cNvPr>
              <p14:cNvContentPartPr/>
              <p14:nvPr/>
            </p14:nvContentPartPr>
            <p14:xfrm>
              <a:off x="5673184" y="2911992"/>
              <a:ext cx="79200" cy="79200"/>
            </p14:xfrm>
          </p:contentPart>
        </mc:Choice>
        <mc:Fallback xmlns="">
          <p:pic>
            <p:nvPicPr>
              <p:cNvPr id="35" name="Ink 34">
                <a:extLst>
                  <a:ext uri="{FF2B5EF4-FFF2-40B4-BE49-F238E27FC236}">
                    <a16:creationId xmlns:a16="http://schemas.microsoft.com/office/drawing/2014/main" id="{222F3C88-EDA4-70A7-400D-7CEC59EBE2AD}"/>
                  </a:ext>
                </a:extLst>
              </p:cNvPr>
              <p:cNvPicPr/>
              <p:nvPr/>
            </p:nvPicPr>
            <p:blipFill>
              <a:blip r:embed="rId67"/>
              <a:stretch>
                <a:fillRect/>
              </a:stretch>
            </p:blipFill>
            <p:spPr>
              <a:xfrm>
                <a:off x="5668864" y="2907672"/>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F3D84D32-D234-89A6-8168-02A78E2AD7F3}"/>
                  </a:ext>
                </a:extLst>
              </p14:cNvPr>
              <p14:cNvContentPartPr/>
              <p14:nvPr/>
            </p14:nvContentPartPr>
            <p14:xfrm>
              <a:off x="5777224" y="2817672"/>
              <a:ext cx="360" cy="8280"/>
            </p14:xfrm>
          </p:contentPart>
        </mc:Choice>
        <mc:Fallback xmlns="">
          <p:pic>
            <p:nvPicPr>
              <p:cNvPr id="36" name="Ink 35">
                <a:extLst>
                  <a:ext uri="{FF2B5EF4-FFF2-40B4-BE49-F238E27FC236}">
                    <a16:creationId xmlns:a16="http://schemas.microsoft.com/office/drawing/2014/main" id="{F3D84D32-D234-89A6-8168-02A78E2AD7F3}"/>
                  </a:ext>
                </a:extLst>
              </p:cNvPr>
              <p:cNvPicPr/>
              <p:nvPr/>
            </p:nvPicPr>
            <p:blipFill>
              <a:blip r:embed="rId69"/>
              <a:stretch>
                <a:fillRect/>
              </a:stretch>
            </p:blipFill>
            <p:spPr>
              <a:xfrm>
                <a:off x="5772904" y="2813352"/>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E8730FE3-8B18-215F-AD9B-322E17FBDE4E}"/>
                  </a:ext>
                </a:extLst>
              </p14:cNvPr>
              <p14:cNvContentPartPr/>
              <p14:nvPr/>
            </p14:nvContentPartPr>
            <p14:xfrm>
              <a:off x="5777224" y="2703912"/>
              <a:ext cx="220320" cy="329400"/>
            </p14:xfrm>
          </p:contentPart>
        </mc:Choice>
        <mc:Fallback xmlns="">
          <p:pic>
            <p:nvPicPr>
              <p:cNvPr id="37" name="Ink 36">
                <a:extLst>
                  <a:ext uri="{FF2B5EF4-FFF2-40B4-BE49-F238E27FC236}">
                    <a16:creationId xmlns:a16="http://schemas.microsoft.com/office/drawing/2014/main" id="{E8730FE3-8B18-215F-AD9B-322E17FBDE4E}"/>
                  </a:ext>
                </a:extLst>
              </p:cNvPr>
              <p:cNvPicPr/>
              <p:nvPr/>
            </p:nvPicPr>
            <p:blipFill>
              <a:blip r:embed="rId71"/>
              <a:stretch>
                <a:fillRect/>
              </a:stretch>
            </p:blipFill>
            <p:spPr>
              <a:xfrm>
                <a:off x="5772904" y="2699592"/>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B24A658F-A6C8-2123-B64F-0C168499EBD0}"/>
                  </a:ext>
                </a:extLst>
              </p14:cNvPr>
              <p14:cNvContentPartPr/>
              <p14:nvPr/>
            </p14:nvContentPartPr>
            <p14:xfrm>
              <a:off x="6033184" y="3046272"/>
              <a:ext cx="152280" cy="121680"/>
            </p14:xfrm>
          </p:contentPart>
        </mc:Choice>
        <mc:Fallback xmlns="">
          <p:pic>
            <p:nvPicPr>
              <p:cNvPr id="38" name="Ink 37">
                <a:extLst>
                  <a:ext uri="{FF2B5EF4-FFF2-40B4-BE49-F238E27FC236}">
                    <a16:creationId xmlns:a16="http://schemas.microsoft.com/office/drawing/2014/main" id="{B24A658F-A6C8-2123-B64F-0C168499EBD0}"/>
                  </a:ext>
                </a:extLst>
              </p:cNvPr>
              <p:cNvPicPr/>
              <p:nvPr/>
            </p:nvPicPr>
            <p:blipFill>
              <a:blip r:embed="rId73"/>
              <a:stretch>
                <a:fillRect/>
              </a:stretch>
            </p:blipFill>
            <p:spPr>
              <a:xfrm>
                <a:off x="6028864" y="3041952"/>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AD7F437D-540A-DFFD-236E-D30499028302}"/>
                  </a:ext>
                </a:extLst>
              </p14:cNvPr>
              <p14:cNvContentPartPr/>
              <p14:nvPr/>
            </p14:nvContentPartPr>
            <p14:xfrm>
              <a:off x="6221104" y="2590512"/>
              <a:ext cx="245520" cy="412200"/>
            </p14:xfrm>
          </p:contentPart>
        </mc:Choice>
        <mc:Fallback xmlns="">
          <p:pic>
            <p:nvPicPr>
              <p:cNvPr id="39" name="Ink 38">
                <a:extLst>
                  <a:ext uri="{FF2B5EF4-FFF2-40B4-BE49-F238E27FC236}">
                    <a16:creationId xmlns:a16="http://schemas.microsoft.com/office/drawing/2014/main" id="{AD7F437D-540A-DFFD-236E-D30499028302}"/>
                  </a:ext>
                </a:extLst>
              </p:cNvPr>
              <p:cNvPicPr/>
              <p:nvPr/>
            </p:nvPicPr>
            <p:blipFill>
              <a:blip r:embed="rId75"/>
              <a:stretch>
                <a:fillRect/>
              </a:stretch>
            </p:blipFill>
            <p:spPr>
              <a:xfrm>
                <a:off x="6216784" y="2586192"/>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9EFDB663-3051-4666-9A15-C8EC431EB36F}"/>
                  </a:ext>
                </a:extLst>
              </p14:cNvPr>
              <p14:cNvContentPartPr/>
              <p14:nvPr/>
            </p14:nvContentPartPr>
            <p14:xfrm>
              <a:off x="6477784" y="2894712"/>
              <a:ext cx="75600" cy="140760"/>
            </p14:xfrm>
          </p:contentPart>
        </mc:Choice>
        <mc:Fallback xmlns="">
          <p:pic>
            <p:nvPicPr>
              <p:cNvPr id="40" name="Ink 39">
                <a:extLst>
                  <a:ext uri="{FF2B5EF4-FFF2-40B4-BE49-F238E27FC236}">
                    <a16:creationId xmlns:a16="http://schemas.microsoft.com/office/drawing/2014/main" id="{9EFDB663-3051-4666-9A15-C8EC431EB36F}"/>
                  </a:ext>
                </a:extLst>
              </p:cNvPr>
              <p:cNvPicPr/>
              <p:nvPr/>
            </p:nvPicPr>
            <p:blipFill>
              <a:blip r:embed="rId77"/>
              <a:stretch>
                <a:fillRect/>
              </a:stretch>
            </p:blipFill>
            <p:spPr>
              <a:xfrm>
                <a:off x="6473464" y="2890392"/>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8807DCE7-7467-E345-B244-019E8B686F47}"/>
                  </a:ext>
                </a:extLst>
              </p14:cNvPr>
              <p14:cNvContentPartPr/>
              <p14:nvPr/>
            </p14:nvContentPartPr>
            <p14:xfrm>
              <a:off x="6641584" y="2636592"/>
              <a:ext cx="77400" cy="335520"/>
            </p14:xfrm>
          </p:contentPart>
        </mc:Choice>
        <mc:Fallback xmlns="">
          <p:pic>
            <p:nvPicPr>
              <p:cNvPr id="41" name="Ink 40">
                <a:extLst>
                  <a:ext uri="{FF2B5EF4-FFF2-40B4-BE49-F238E27FC236}">
                    <a16:creationId xmlns:a16="http://schemas.microsoft.com/office/drawing/2014/main" id="{8807DCE7-7467-E345-B244-019E8B686F47}"/>
                  </a:ext>
                </a:extLst>
              </p:cNvPr>
              <p:cNvPicPr/>
              <p:nvPr/>
            </p:nvPicPr>
            <p:blipFill>
              <a:blip r:embed="rId79"/>
              <a:stretch>
                <a:fillRect/>
              </a:stretch>
            </p:blipFill>
            <p:spPr>
              <a:xfrm>
                <a:off x="6637264" y="2632272"/>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120F9F91-0DE1-E66F-C18D-9FE6585275B9}"/>
                  </a:ext>
                </a:extLst>
              </p14:cNvPr>
              <p14:cNvContentPartPr/>
              <p14:nvPr/>
            </p14:nvContentPartPr>
            <p14:xfrm>
              <a:off x="6612784" y="2865912"/>
              <a:ext cx="251280" cy="175320"/>
            </p14:xfrm>
          </p:contentPart>
        </mc:Choice>
        <mc:Fallback xmlns="">
          <p:pic>
            <p:nvPicPr>
              <p:cNvPr id="42" name="Ink 41">
                <a:extLst>
                  <a:ext uri="{FF2B5EF4-FFF2-40B4-BE49-F238E27FC236}">
                    <a16:creationId xmlns:a16="http://schemas.microsoft.com/office/drawing/2014/main" id="{120F9F91-0DE1-E66F-C18D-9FE6585275B9}"/>
                  </a:ext>
                </a:extLst>
              </p:cNvPr>
              <p:cNvPicPr/>
              <p:nvPr/>
            </p:nvPicPr>
            <p:blipFill>
              <a:blip r:embed="rId81"/>
              <a:stretch>
                <a:fillRect/>
              </a:stretch>
            </p:blipFill>
            <p:spPr>
              <a:xfrm>
                <a:off x="6608464" y="2861592"/>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DDD7B0A7-9D30-EBCA-BA24-2AFFB923DA91}"/>
                  </a:ext>
                </a:extLst>
              </p14:cNvPr>
              <p14:cNvContentPartPr/>
              <p14:nvPr/>
            </p14:nvContentPartPr>
            <p14:xfrm>
              <a:off x="6916264" y="2758632"/>
              <a:ext cx="156960" cy="296280"/>
            </p14:xfrm>
          </p:contentPart>
        </mc:Choice>
        <mc:Fallback xmlns="">
          <p:pic>
            <p:nvPicPr>
              <p:cNvPr id="43" name="Ink 42">
                <a:extLst>
                  <a:ext uri="{FF2B5EF4-FFF2-40B4-BE49-F238E27FC236}">
                    <a16:creationId xmlns:a16="http://schemas.microsoft.com/office/drawing/2014/main" id="{DDD7B0A7-9D30-EBCA-BA24-2AFFB923DA91}"/>
                  </a:ext>
                </a:extLst>
              </p:cNvPr>
              <p:cNvPicPr/>
              <p:nvPr/>
            </p:nvPicPr>
            <p:blipFill>
              <a:blip r:embed="rId83"/>
              <a:stretch>
                <a:fillRect/>
              </a:stretch>
            </p:blipFill>
            <p:spPr>
              <a:xfrm>
                <a:off x="6911944" y="2754312"/>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97CA5DD2-1F3A-6145-12B5-ECDC95FC5CFC}"/>
                  </a:ext>
                </a:extLst>
              </p14:cNvPr>
              <p14:cNvContentPartPr/>
              <p14:nvPr/>
            </p14:nvContentPartPr>
            <p14:xfrm>
              <a:off x="7090144" y="2957712"/>
              <a:ext cx="50400" cy="83520"/>
            </p14:xfrm>
          </p:contentPart>
        </mc:Choice>
        <mc:Fallback xmlns="">
          <p:pic>
            <p:nvPicPr>
              <p:cNvPr id="44" name="Ink 43">
                <a:extLst>
                  <a:ext uri="{FF2B5EF4-FFF2-40B4-BE49-F238E27FC236}">
                    <a16:creationId xmlns:a16="http://schemas.microsoft.com/office/drawing/2014/main" id="{97CA5DD2-1F3A-6145-12B5-ECDC95FC5CFC}"/>
                  </a:ext>
                </a:extLst>
              </p:cNvPr>
              <p:cNvPicPr/>
              <p:nvPr/>
            </p:nvPicPr>
            <p:blipFill>
              <a:blip r:embed="rId85"/>
              <a:stretch>
                <a:fillRect/>
              </a:stretch>
            </p:blipFill>
            <p:spPr>
              <a:xfrm>
                <a:off x="7085824" y="2953392"/>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46450696-0007-53BD-3F14-79A20E70FEF4}"/>
                  </a:ext>
                </a:extLst>
              </p14:cNvPr>
              <p14:cNvContentPartPr/>
              <p14:nvPr/>
            </p14:nvContentPartPr>
            <p14:xfrm>
              <a:off x="7141984" y="2827032"/>
              <a:ext cx="7920" cy="50760"/>
            </p14:xfrm>
          </p:contentPart>
        </mc:Choice>
        <mc:Fallback xmlns="">
          <p:pic>
            <p:nvPicPr>
              <p:cNvPr id="45" name="Ink 44">
                <a:extLst>
                  <a:ext uri="{FF2B5EF4-FFF2-40B4-BE49-F238E27FC236}">
                    <a16:creationId xmlns:a16="http://schemas.microsoft.com/office/drawing/2014/main" id="{46450696-0007-53BD-3F14-79A20E70FEF4}"/>
                  </a:ext>
                </a:extLst>
              </p:cNvPr>
              <p:cNvPicPr/>
              <p:nvPr/>
            </p:nvPicPr>
            <p:blipFill>
              <a:blip r:embed="rId87"/>
              <a:stretch>
                <a:fillRect/>
              </a:stretch>
            </p:blipFill>
            <p:spPr>
              <a:xfrm>
                <a:off x="7137664" y="2822712"/>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24358A49-77CC-25A0-7EBE-CBF3C0AA4FB6}"/>
                  </a:ext>
                </a:extLst>
              </p14:cNvPr>
              <p14:cNvContentPartPr/>
              <p14:nvPr/>
            </p14:nvContentPartPr>
            <p14:xfrm>
              <a:off x="7143784" y="2827032"/>
              <a:ext cx="169920" cy="150120"/>
            </p14:xfrm>
          </p:contentPart>
        </mc:Choice>
        <mc:Fallback xmlns="">
          <p:pic>
            <p:nvPicPr>
              <p:cNvPr id="46" name="Ink 45">
                <a:extLst>
                  <a:ext uri="{FF2B5EF4-FFF2-40B4-BE49-F238E27FC236}">
                    <a16:creationId xmlns:a16="http://schemas.microsoft.com/office/drawing/2014/main" id="{24358A49-77CC-25A0-7EBE-CBF3C0AA4FB6}"/>
                  </a:ext>
                </a:extLst>
              </p:cNvPr>
              <p:cNvPicPr/>
              <p:nvPr/>
            </p:nvPicPr>
            <p:blipFill>
              <a:blip r:embed="rId89"/>
              <a:stretch>
                <a:fillRect/>
              </a:stretch>
            </p:blipFill>
            <p:spPr>
              <a:xfrm>
                <a:off x="7139464" y="2822712"/>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BD0990BF-430D-A3EB-C872-F084522582C1}"/>
                  </a:ext>
                </a:extLst>
              </p14:cNvPr>
              <p14:cNvContentPartPr/>
              <p14:nvPr/>
            </p14:nvContentPartPr>
            <p14:xfrm>
              <a:off x="7399744" y="2858352"/>
              <a:ext cx="360" cy="74880"/>
            </p14:xfrm>
          </p:contentPart>
        </mc:Choice>
        <mc:Fallback xmlns="">
          <p:pic>
            <p:nvPicPr>
              <p:cNvPr id="47" name="Ink 46">
                <a:extLst>
                  <a:ext uri="{FF2B5EF4-FFF2-40B4-BE49-F238E27FC236}">
                    <a16:creationId xmlns:a16="http://schemas.microsoft.com/office/drawing/2014/main" id="{BD0990BF-430D-A3EB-C872-F084522582C1}"/>
                  </a:ext>
                </a:extLst>
              </p:cNvPr>
              <p:cNvPicPr/>
              <p:nvPr/>
            </p:nvPicPr>
            <p:blipFill>
              <a:blip r:embed="rId91"/>
              <a:stretch>
                <a:fillRect/>
              </a:stretch>
            </p:blipFill>
            <p:spPr>
              <a:xfrm>
                <a:off x="7395424" y="2854032"/>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AC44EA87-227B-8D46-22D8-757B45339A7E}"/>
                  </a:ext>
                </a:extLst>
              </p14:cNvPr>
              <p14:cNvContentPartPr/>
              <p14:nvPr/>
            </p14:nvContentPartPr>
            <p14:xfrm>
              <a:off x="7361584" y="2684832"/>
              <a:ext cx="147240" cy="358200"/>
            </p14:xfrm>
          </p:contentPart>
        </mc:Choice>
        <mc:Fallback xmlns="">
          <p:pic>
            <p:nvPicPr>
              <p:cNvPr id="48" name="Ink 47">
                <a:extLst>
                  <a:ext uri="{FF2B5EF4-FFF2-40B4-BE49-F238E27FC236}">
                    <a16:creationId xmlns:a16="http://schemas.microsoft.com/office/drawing/2014/main" id="{AC44EA87-227B-8D46-22D8-757B45339A7E}"/>
                  </a:ext>
                </a:extLst>
              </p:cNvPr>
              <p:cNvPicPr/>
              <p:nvPr/>
            </p:nvPicPr>
            <p:blipFill>
              <a:blip r:embed="rId93"/>
              <a:stretch>
                <a:fillRect/>
              </a:stretch>
            </p:blipFill>
            <p:spPr>
              <a:xfrm>
                <a:off x="7357264" y="2680512"/>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7164A923-62D7-E872-ACE0-23564011F77C}"/>
                  </a:ext>
                </a:extLst>
              </p14:cNvPr>
              <p14:cNvContentPartPr/>
              <p14:nvPr/>
            </p14:nvContentPartPr>
            <p14:xfrm>
              <a:off x="2597344" y="2434992"/>
              <a:ext cx="31320" cy="80640"/>
            </p14:xfrm>
          </p:contentPart>
        </mc:Choice>
        <mc:Fallback xmlns="">
          <p:pic>
            <p:nvPicPr>
              <p:cNvPr id="49" name="Ink 48">
                <a:extLst>
                  <a:ext uri="{FF2B5EF4-FFF2-40B4-BE49-F238E27FC236}">
                    <a16:creationId xmlns:a16="http://schemas.microsoft.com/office/drawing/2014/main" id="{7164A923-62D7-E872-ACE0-23564011F77C}"/>
                  </a:ext>
                </a:extLst>
              </p:cNvPr>
              <p:cNvPicPr/>
              <p:nvPr/>
            </p:nvPicPr>
            <p:blipFill>
              <a:blip r:embed="rId95"/>
              <a:stretch>
                <a:fillRect/>
              </a:stretch>
            </p:blipFill>
            <p:spPr>
              <a:xfrm>
                <a:off x="2593024" y="2430672"/>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8422F63A-7F40-FAEA-DFF6-C320BEB2E2F0}"/>
                  </a:ext>
                </a:extLst>
              </p14:cNvPr>
              <p14:cNvContentPartPr/>
              <p14:nvPr/>
            </p14:nvContentPartPr>
            <p14:xfrm>
              <a:off x="2624344" y="2121072"/>
              <a:ext cx="13680" cy="13320"/>
            </p14:xfrm>
          </p:contentPart>
        </mc:Choice>
        <mc:Fallback xmlns="">
          <p:pic>
            <p:nvPicPr>
              <p:cNvPr id="50" name="Ink 49">
                <a:extLst>
                  <a:ext uri="{FF2B5EF4-FFF2-40B4-BE49-F238E27FC236}">
                    <a16:creationId xmlns:a16="http://schemas.microsoft.com/office/drawing/2014/main" id="{8422F63A-7F40-FAEA-DFF6-C320BEB2E2F0}"/>
                  </a:ext>
                </a:extLst>
              </p:cNvPr>
              <p:cNvPicPr/>
              <p:nvPr/>
            </p:nvPicPr>
            <p:blipFill>
              <a:blip r:embed="rId97"/>
              <a:stretch>
                <a:fillRect/>
              </a:stretch>
            </p:blipFill>
            <p:spPr>
              <a:xfrm>
                <a:off x="2620024" y="2116752"/>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F192AC85-4594-110B-B7C2-3FE3A8A1DBD1}"/>
                  </a:ext>
                </a:extLst>
              </p14:cNvPr>
              <p14:cNvContentPartPr/>
              <p14:nvPr/>
            </p14:nvContentPartPr>
            <p14:xfrm>
              <a:off x="2663944" y="2208912"/>
              <a:ext cx="172080" cy="433440"/>
            </p14:xfrm>
          </p:contentPart>
        </mc:Choice>
        <mc:Fallback xmlns="">
          <p:pic>
            <p:nvPicPr>
              <p:cNvPr id="51" name="Ink 50">
                <a:extLst>
                  <a:ext uri="{FF2B5EF4-FFF2-40B4-BE49-F238E27FC236}">
                    <a16:creationId xmlns:a16="http://schemas.microsoft.com/office/drawing/2014/main" id="{F192AC85-4594-110B-B7C2-3FE3A8A1DBD1}"/>
                  </a:ext>
                </a:extLst>
              </p:cNvPr>
              <p:cNvPicPr/>
              <p:nvPr/>
            </p:nvPicPr>
            <p:blipFill>
              <a:blip r:embed="rId99"/>
              <a:stretch>
                <a:fillRect/>
              </a:stretch>
            </p:blipFill>
            <p:spPr>
              <a:xfrm>
                <a:off x="2659624" y="2204592"/>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E035C659-0C16-7289-FDD3-CAACE82CDDA9}"/>
                  </a:ext>
                </a:extLst>
              </p14:cNvPr>
              <p14:cNvContentPartPr/>
              <p14:nvPr/>
            </p14:nvContentPartPr>
            <p14:xfrm>
              <a:off x="2653144" y="2464872"/>
              <a:ext cx="125640" cy="10080"/>
            </p14:xfrm>
          </p:contentPart>
        </mc:Choice>
        <mc:Fallback xmlns="">
          <p:pic>
            <p:nvPicPr>
              <p:cNvPr id="52" name="Ink 51">
                <a:extLst>
                  <a:ext uri="{FF2B5EF4-FFF2-40B4-BE49-F238E27FC236}">
                    <a16:creationId xmlns:a16="http://schemas.microsoft.com/office/drawing/2014/main" id="{E035C659-0C16-7289-FDD3-CAACE82CDDA9}"/>
                  </a:ext>
                </a:extLst>
              </p:cNvPr>
              <p:cNvPicPr/>
              <p:nvPr/>
            </p:nvPicPr>
            <p:blipFill>
              <a:blip r:embed="rId101"/>
              <a:stretch>
                <a:fillRect/>
              </a:stretch>
            </p:blipFill>
            <p:spPr>
              <a:xfrm>
                <a:off x="2648824" y="2460552"/>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Ink 52">
                <a:extLst>
                  <a:ext uri="{FF2B5EF4-FFF2-40B4-BE49-F238E27FC236}">
                    <a16:creationId xmlns:a16="http://schemas.microsoft.com/office/drawing/2014/main" id="{7C90B380-7FD6-F088-795A-22B3E7841237}"/>
                  </a:ext>
                </a:extLst>
              </p14:cNvPr>
              <p14:cNvContentPartPr/>
              <p14:nvPr/>
            </p14:nvContentPartPr>
            <p14:xfrm>
              <a:off x="1700224" y="1607352"/>
              <a:ext cx="216000" cy="615240"/>
            </p14:xfrm>
          </p:contentPart>
        </mc:Choice>
        <mc:Fallback xmlns="">
          <p:pic>
            <p:nvPicPr>
              <p:cNvPr id="53" name="Ink 52">
                <a:extLst>
                  <a:ext uri="{FF2B5EF4-FFF2-40B4-BE49-F238E27FC236}">
                    <a16:creationId xmlns:a16="http://schemas.microsoft.com/office/drawing/2014/main" id="{7C90B380-7FD6-F088-795A-22B3E7841237}"/>
                  </a:ext>
                </a:extLst>
              </p:cNvPr>
              <p:cNvPicPr/>
              <p:nvPr/>
            </p:nvPicPr>
            <p:blipFill>
              <a:blip r:embed="rId103"/>
              <a:stretch>
                <a:fillRect/>
              </a:stretch>
            </p:blipFill>
            <p:spPr>
              <a:xfrm>
                <a:off x="1695904" y="1603032"/>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4ED7022E-DE61-D3AA-B27F-071ADF56032A}"/>
                  </a:ext>
                </a:extLst>
              </p14:cNvPr>
              <p14:cNvContentPartPr/>
              <p14:nvPr/>
            </p14:nvContentPartPr>
            <p14:xfrm>
              <a:off x="1615624" y="1939992"/>
              <a:ext cx="360360" cy="101880"/>
            </p14:xfrm>
          </p:contentPart>
        </mc:Choice>
        <mc:Fallback xmlns="">
          <p:pic>
            <p:nvPicPr>
              <p:cNvPr id="54" name="Ink 53">
                <a:extLst>
                  <a:ext uri="{FF2B5EF4-FFF2-40B4-BE49-F238E27FC236}">
                    <a16:creationId xmlns:a16="http://schemas.microsoft.com/office/drawing/2014/main" id="{4ED7022E-DE61-D3AA-B27F-071ADF56032A}"/>
                  </a:ext>
                </a:extLst>
              </p:cNvPr>
              <p:cNvPicPr/>
              <p:nvPr/>
            </p:nvPicPr>
            <p:blipFill>
              <a:blip r:embed="rId105"/>
              <a:stretch>
                <a:fillRect/>
              </a:stretch>
            </p:blipFill>
            <p:spPr>
              <a:xfrm>
                <a:off x="1611304" y="1935672"/>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Ink 54">
                <a:extLst>
                  <a:ext uri="{FF2B5EF4-FFF2-40B4-BE49-F238E27FC236}">
                    <a16:creationId xmlns:a16="http://schemas.microsoft.com/office/drawing/2014/main" id="{B3601B29-16E3-F88F-F179-AA5324B13EBC}"/>
                  </a:ext>
                </a:extLst>
              </p14:cNvPr>
              <p14:cNvContentPartPr/>
              <p14:nvPr/>
            </p14:nvContentPartPr>
            <p14:xfrm>
              <a:off x="1943944" y="1830192"/>
              <a:ext cx="286200" cy="153720"/>
            </p14:xfrm>
          </p:contentPart>
        </mc:Choice>
        <mc:Fallback xmlns="">
          <p:pic>
            <p:nvPicPr>
              <p:cNvPr id="55" name="Ink 54">
                <a:extLst>
                  <a:ext uri="{FF2B5EF4-FFF2-40B4-BE49-F238E27FC236}">
                    <a16:creationId xmlns:a16="http://schemas.microsoft.com/office/drawing/2014/main" id="{B3601B29-16E3-F88F-F179-AA5324B13EBC}"/>
                  </a:ext>
                </a:extLst>
              </p:cNvPr>
              <p:cNvPicPr/>
              <p:nvPr/>
            </p:nvPicPr>
            <p:blipFill>
              <a:blip r:embed="rId107"/>
              <a:stretch>
                <a:fillRect/>
              </a:stretch>
            </p:blipFill>
            <p:spPr>
              <a:xfrm>
                <a:off x="1939624" y="1825872"/>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79B892EB-16B2-C4CC-EE4C-957CFB383E29}"/>
                  </a:ext>
                </a:extLst>
              </p14:cNvPr>
              <p14:cNvContentPartPr/>
              <p14:nvPr/>
            </p14:nvContentPartPr>
            <p14:xfrm>
              <a:off x="2317264" y="1560192"/>
              <a:ext cx="324360" cy="459000"/>
            </p14:xfrm>
          </p:contentPart>
        </mc:Choice>
        <mc:Fallback xmlns="">
          <p:pic>
            <p:nvPicPr>
              <p:cNvPr id="56" name="Ink 55">
                <a:extLst>
                  <a:ext uri="{FF2B5EF4-FFF2-40B4-BE49-F238E27FC236}">
                    <a16:creationId xmlns:a16="http://schemas.microsoft.com/office/drawing/2014/main" id="{79B892EB-16B2-C4CC-EE4C-957CFB383E29}"/>
                  </a:ext>
                </a:extLst>
              </p:cNvPr>
              <p:cNvPicPr/>
              <p:nvPr/>
            </p:nvPicPr>
            <p:blipFill>
              <a:blip r:embed="rId109"/>
              <a:stretch>
                <a:fillRect/>
              </a:stretch>
            </p:blipFill>
            <p:spPr>
              <a:xfrm>
                <a:off x="2312944" y="1555872"/>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Ink 56">
                <a:extLst>
                  <a:ext uri="{FF2B5EF4-FFF2-40B4-BE49-F238E27FC236}">
                    <a16:creationId xmlns:a16="http://schemas.microsoft.com/office/drawing/2014/main" id="{A3215EDF-8856-A5CB-EA82-04343F4B8EA8}"/>
                  </a:ext>
                </a:extLst>
              </p14:cNvPr>
              <p14:cNvContentPartPr/>
              <p14:nvPr/>
            </p14:nvContentPartPr>
            <p14:xfrm>
              <a:off x="2595184" y="1804992"/>
              <a:ext cx="152640" cy="68400"/>
            </p14:xfrm>
          </p:contentPart>
        </mc:Choice>
        <mc:Fallback xmlns="">
          <p:pic>
            <p:nvPicPr>
              <p:cNvPr id="57" name="Ink 56">
                <a:extLst>
                  <a:ext uri="{FF2B5EF4-FFF2-40B4-BE49-F238E27FC236}">
                    <a16:creationId xmlns:a16="http://schemas.microsoft.com/office/drawing/2014/main" id="{A3215EDF-8856-A5CB-EA82-04343F4B8EA8}"/>
                  </a:ext>
                </a:extLst>
              </p:cNvPr>
              <p:cNvPicPr/>
              <p:nvPr/>
            </p:nvPicPr>
            <p:blipFill>
              <a:blip r:embed="rId111"/>
              <a:stretch>
                <a:fillRect/>
              </a:stretch>
            </p:blipFill>
            <p:spPr>
              <a:xfrm>
                <a:off x="2590864" y="1800672"/>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Ink 57">
                <a:extLst>
                  <a:ext uri="{FF2B5EF4-FFF2-40B4-BE49-F238E27FC236}">
                    <a16:creationId xmlns:a16="http://schemas.microsoft.com/office/drawing/2014/main" id="{8C9CEA6D-9B6F-FA4E-DEA2-9F3EBCD8AF7F}"/>
                  </a:ext>
                </a:extLst>
              </p14:cNvPr>
              <p14:cNvContentPartPr/>
              <p14:nvPr/>
            </p14:nvContentPartPr>
            <p14:xfrm>
              <a:off x="2760784" y="1623912"/>
              <a:ext cx="44640" cy="34920"/>
            </p14:xfrm>
          </p:contentPart>
        </mc:Choice>
        <mc:Fallback xmlns="">
          <p:pic>
            <p:nvPicPr>
              <p:cNvPr id="58" name="Ink 57">
                <a:extLst>
                  <a:ext uri="{FF2B5EF4-FFF2-40B4-BE49-F238E27FC236}">
                    <a16:creationId xmlns:a16="http://schemas.microsoft.com/office/drawing/2014/main" id="{8C9CEA6D-9B6F-FA4E-DEA2-9F3EBCD8AF7F}"/>
                  </a:ext>
                </a:extLst>
              </p:cNvPr>
              <p:cNvPicPr/>
              <p:nvPr/>
            </p:nvPicPr>
            <p:blipFill>
              <a:blip r:embed="rId113"/>
              <a:stretch>
                <a:fillRect/>
              </a:stretch>
            </p:blipFill>
            <p:spPr>
              <a:xfrm>
                <a:off x="2756464" y="1619592"/>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Ink 58">
                <a:extLst>
                  <a:ext uri="{FF2B5EF4-FFF2-40B4-BE49-F238E27FC236}">
                    <a16:creationId xmlns:a16="http://schemas.microsoft.com/office/drawing/2014/main" id="{3265A726-E92F-7336-B483-B58357A1DEF9}"/>
                  </a:ext>
                </a:extLst>
              </p14:cNvPr>
              <p14:cNvContentPartPr/>
              <p14:nvPr/>
            </p14:nvContentPartPr>
            <p14:xfrm>
              <a:off x="2918824" y="1707072"/>
              <a:ext cx="128880" cy="27360"/>
            </p14:xfrm>
          </p:contentPart>
        </mc:Choice>
        <mc:Fallback xmlns="">
          <p:pic>
            <p:nvPicPr>
              <p:cNvPr id="59" name="Ink 58">
                <a:extLst>
                  <a:ext uri="{FF2B5EF4-FFF2-40B4-BE49-F238E27FC236}">
                    <a16:creationId xmlns:a16="http://schemas.microsoft.com/office/drawing/2014/main" id="{3265A726-E92F-7336-B483-B58357A1DEF9}"/>
                  </a:ext>
                </a:extLst>
              </p:cNvPr>
              <p:cNvPicPr/>
              <p:nvPr/>
            </p:nvPicPr>
            <p:blipFill>
              <a:blip r:embed="rId115"/>
              <a:stretch>
                <a:fillRect/>
              </a:stretch>
            </p:blipFill>
            <p:spPr>
              <a:xfrm>
                <a:off x="2914504" y="1702752"/>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Ink 59">
                <a:extLst>
                  <a:ext uri="{FF2B5EF4-FFF2-40B4-BE49-F238E27FC236}">
                    <a16:creationId xmlns:a16="http://schemas.microsoft.com/office/drawing/2014/main" id="{805B76DF-5E8A-7147-60E0-3E73113444F0}"/>
                  </a:ext>
                </a:extLst>
              </p14:cNvPr>
              <p14:cNvContentPartPr/>
              <p14:nvPr/>
            </p14:nvContentPartPr>
            <p14:xfrm>
              <a:off x="2918824" y="1734072"/>
              <a:ext cx="148680" cy="73080"/>
            </p14:xfrm>
          </p:contentPart>
        </mc:Choice>
        <mc:Fallback xmlns="">
          <p:pic>
            <p:nvPicPr>
              <p:cNvPr id="60" name="Ink 59">
                <a:extLst>
                  <a:ext uri="{FF2B5EF4-FFF2-40B4-BE49-F238E27FC236}">
                    <a16:creationId xmlns:a16="http://schemas.microsoft.com/office/drawing/2014/main" id="{805B76DF-5E8A-7147-60E0-3E73113444F0}"/>
                  </a:ext>
                </a:extLst>
              </p:cNvPr>
              <p:cNvPicPr/>
              <p:nvPr/>
            </p:nvPicPr>
            <p:blipFill>
              <a:blip r:embed="rId117"/>
              <a:stretch>
                <a:fillRect/>
              </a:stretch>
            </p:blipFill>
            <p:spPr>
              <a:xfrm>
                <a:off x="2914504" y="1729752"/>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Ink 60">
                <a:extLst>
                  <a:ext uri="{FF2B5EF4-FFF2-40B4-BE49-F238E27FC236}">
                    <a16:creationId xmlns:a16="http://schemas.microsoft.com/office/drawing/2014/main" id="{5E30F3C8-A295-3031-580B-8907F07594BD}"/>
                  </a:ext>
                </a:extLst>
              </p14:cNvPr>
              <p14:cNvContentPartPr/>
              <p14:nvPr/>
            </p14:nvContentPartPr>
            <p14:xfrm>
              <a:off x="3282064" y="1587552"/>
              <a:ext cx="83520" cy="180360"/>
            </p14:xfrm>
          </p:contentPart>
        </mc:Choice>
        <mc:Fallback xmlns="">
          <p:pic>
            <p:nvPicPr>
              <p:cNvPr id="61" name="Ink 60">
                <a:extLst>
                  <a:ext uri="{FF2B5EF4-FFF2-40B4-BE49-F238E27FC236}">
                    <a16:creationId xmlns:a16="http://schemas.microsoft.com/office/drawing/2014/main" id="{5E30F3C8-A295-3031-580B-8907F07594BD}"/>
                  </a:ext>
                </a:extLst>
              </p:cNvPr>
              <p:cNvPicPr/>
              <p:nvPr/>
            </p:nvPicPr>
            <p:blipFill>
              <a:blip r:embed="rId119"/>
              <a:stretch>
                <a:fillRect/>
              </a:stretch>
            </p:blipFill>
            <p:spPr>
              <a:xfrm>
                <a:off x="3277744" y="1583232"/>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Ink 61">
                <a:extLst>
                  <a:ext uri="{FF2B5EF4-FFF2-40B4-BE49-F238E27FC236}">
                    <a16:creationId xmlns:a16="http://schemas.microsoft.com/office/drawing/2014/main" id="{A76107BA-CE16-61A8-6B44-2CBBF0787D34}"/>
                  </a:ext>
                </a:extLst>
              </p14:cNvPr>
              <p14:cNvContentPartPr/>
              <p14:nvPr/>
            </p14:nvContentPartPr>
            <p14:xfrm>
              <a:off x="3484744" y="1743432"/>
              <a:ext cx="111960" cy="256680"/>
            </p14:xfrm>
          </p:contentPart>
        </mc:Choice>
        <mc:Fallback xmlns="">
          <p:pic>
            <p:nvPicPr>
              <p:cNvPr id="62" name="Ink 61">
                <a:extLst>
                  <a:ext uri="{FF2B5EF4-FFF2-40B4-BE49-F238E27FC236}">
                    <a16:creationId xmlns:a16="http://schemas.microsoft.com/office/drawing/2014/main" id="{A76107BA-CE16-61A8-6B44-2CBBF0787D34}"/>
                  </a:ext>
                </a:extLst>
              </p:cNvPr>
              <p:cNvPicPr/>
              <p:nvPr/>
            </p:nvPicPr>
            <p:blipFill>
              <a:blip r:embed="rId121"/>
              <a:stretch>
                <a:fillRect/>
              </a:stretch>
            </p:blipFill>
            <p:spPr>
              <a:xfrm>
                <a:off x="3480424" y="1739112"/>
                <a:ext cx="1206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Ink 62">
                <a:extLst>
                  <a:ext uri="{FF2B5EF4-FFF2-40B4-BE49-F238E27FC236}">
                    <a16:creationId xmlns:a16="http://schemas.microsoft.com/office/drawing/2014/main" id="{4DD793B4-49CD-77CE-8F88-2725726A4C63}"/>
                  </a:ext>
                </a:extLst>
              </p14:cNvPr>
              <p14:cNvContentPartPr/>
              <p14:nvPr/>
            </p14:nvContentPartPr>
            <p14:xfrm>
              <a:off x="3902344" y="1618512"/>
              <a:ext cx="162000" cy="108360"/>
            </p14:xfrm>
          </p:contentPart>
        </mc:Choice>
        <mc:Fallback xmlns="">
          <p:pic>
            <p:nvPicPr>
              <p:cNvPr id="63" name="Ink 62">
                <a:extLst>
                  <a:ext uri="{FF2B5EF4-FFF2-40B4-BE49-F238E27FC236}">
                    <a16:creationId xmlns:a16="http://schemas.microsoft.com/office/drawing/2014/main" id="{4DD793B4-49CD-77CE-8F88-2725726A4C63}"/>
                  </a:ext>
                </a:extLst>
              </p:cNvPr>
              <p:cNvPicPr/>
              <p:nvPr/>
            </p:nvPicPr>
            <p:blipFill>
              <a:blip r:embed="rId123"/>
              <a:stretch>
                <a:fillRect/>
              </a:stretch>
            </p:blipFill>
            <p:spPr>
              <a:xfrm>
                <a:off x="3898024" y="1614192"/>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4" name="Ink 63">
                <a:extLst>
                  <a:ext uri="{FF2B5EF4-FFF2-40B4-BE49-F238E27FC236}">
                    <a16:creationId xmlns:a16="http://schemas.microsoft.com/office/drawing/2014/main" id="{FFF107B0-C5E0-872A-1063-39F08749E8F5}"/>
                  </a:ext>
                </a:extLst>
              </p14:cNvPr>
              <p14:cNvContentPartPr/>
              <p14:nvPr/>
            </p14:nvContentPartPr>
            <p14:xfrm>
              <a:off x="4071544" y="1506912"/>
              <a:ext cx="11880" cy="23040"/>
            </p14:xfrm>
          </p:contentPart>
        </mc:Choice>
        <mc:Fallback xmlns="">
          <p:pic>
            <p:nvPicPr>
              <p:cNvPr id="64" name="Ink 63">
                <a:extLst>
                  <a:ext uri="{FF2B5EF4-FFF2-40B4-BE49-F238E27FC236}">
                    <a16:creationId xmlns:a16="http://schemas.microsoft.com/office/drawing/2014/main" id="{FFF107B0-C5E0-872A-1063-39F08749E8F5}"/>
                  </a:ext>
                </a:extLst>
              </p:cNvPr>
              <p:cNvPicPr/>
              <p:nvPr/>
            </p:nvPicPr>
            <p:blipFill>
              <a:blip r:embed="rId125"/>
              <a:stretch>
                <a:fillRect/>
              </a:stretch>
            </p:blipFill>
            <p:spPr>
              <a:xfrm>
                <a:off x="4067224" y="1502592"/>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5" name="Ink 64">
                <a:extLst>
                  <a:ext uri="{FF2B5EF4-FFF2-40B4-BE49-F238E27FC236}">
                    <a16:creationId xmlns:a16="http://schemas.microsoft.com/office/drawing/2014/main" id="{BD3BAE38-EC77-A5CB-0B04-56812ACE15FA}"/>
                  </a:ext>
                </a:extLst>
              </p14:cNvPr>
              <p14:cNvContentPartPr/>
              <p14:nvPr/>
            </p14:nvContentPartPr>
            <p14:xfrm>
              <a:off x="4239304" y="1591152"/>
              <a:ext cx="275760" cy="158760"/>
            </p14:xfrm>
          </p:contentPart>
        </mc:Choice>
        <mc:Fallback xmlns="">
          <p:pic>
            <p:nvPicPr>
              <p:cNvPr id="65" name="Ink 64">
                <a:extLst>
                  <a:ext uri="{FF2B5EF4-FFF2-40B4-BE49-F238E27FC236}">
                    <a16:creationId xmlns:a16="http://schemas.microsoft.com/office/drawing/2014/main" id="{BD3BAE38-EC77-A5CB-0B04-56812ACE15FA}"/>
                  </a:ext>
                </a:extLst>
              </p:cNvPr>
              <p:cNvPicPr/>
              <p:nvPr/>
            </p:nvPicPr>
            <p:blipFill>
              <a:blip r:embed="rId127"/>
              <a:stretch>
                <a:fillRect/>
              </a:stretch>
            </p:blipFill>
            <p:spPr>
              <a:xfrm>
                <a:off x="4234984" y="1586832"/>
                <a:ext cx="28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6" name="Ink 65">
                <a:extLst>
                  <a:ext uri="{FF2B5EF4-FFF2-40B4-BE49-F238E27FC236}">
                    <a16:creationId xmlns:a16="http://schemas.microsoft.com/office/drawing/2014/main" id="{38069A67-1737-8EC0-A945-DE79C41A1640}"/>
                  </a:ext>
                </a:extLst>
              </p14:cNvPr>
              <p14:cNvContentPartPr/>
              <p14:nvPr/>
            </p14:nvContentPartPr>
            <p14:xfrm>
              <a:off x="4726024" y="1510512"/>
              <a:ext cx="216360" cy="165600"/>
            </p14:xfrm>
          </p:contentPart>
        </mc:Choice>
        <mc:Fallback xmlns="">
          <p:pic>
            <p:nvPicPr>
              <p:cNvPr id="66" name="Ink 65">
                <a:extLst>
                  <a:ext uri="{FF2B5EF4-FFF2-40B4-BE49-F238E27FC236}">
                    <a16:creationId xmlns:a16="http://schemas.microsoft.com/office/drawing/2014/main" id="{38069A67-1737-8EC0-A945-DE79C41A1640}"/>
                  </a:ext>
                </a:extLst>
              </p:cNvPr>
              <p:cNvPicPr/>
              <p:nvPr/>
            </p:nvPicPr>
            <p:blipFill>
              <a:blip r:embed="rId129"/>
              <a:stretch>
                <a:fillRect/>
              </a:stretch>
            </p:blipFill>
            <p:spPr>
              <a:xfrm>
                <a:off x="4721704" y="1506192"/>
                <a:ext cx="22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7" name="Ink 66">
                <a:extLst>
                  <a:ext uri="{FF2B5EF4-FFF2-40B4-BE49-F238E27FC236}">
                    <a16:creationId xmlns:a16="http://schemas.microsoft.com/office/drawing/2014/main" id="{8B5B91AE-07E4-EBC5-23D3-F2487E365FBD}"/>
                  </a:ext>
                </a:extLst>
              </p14:cNvPr>
              <p14:cNvContentPartPr/>
              <p14:nvPr/>
            </p14:nvContentPartPr>
            <p14:xfrm>
              <a:off x="5151544" y="1508352"/>
              <a:ext cx="208080" cy="46800"/>
            </p14:xfrm>
          </p:contentPart>
        </mc:Choice>
        <mc:Fallback xmlns="">
          <p:pic>
            <p:nvPicPr>
              <p:cNvPr id="67" name="Ink 66">
                <a:extLst>
                  <a:ext uri="{FF2B5EF4-FFF2-40B4-BE49-F238E27FC236}">
                    <a16:creationId xmlns:a16="http://schemas.microsoft.com/office/drawing/2014/main" id="{8B5B91AE-07E4-EBC5-23D3-F2487E365FBD}"/>
                  </a:ext>
                </a:extLst>
              </p:cNvPr>
              <p:cNvPicPr/>
              <p:nvPr/>
            </p:nvPicPr>
            <p:blipFill>
              <a:blip r:embed="rId131"/>
              <a:stretch>
                <a:fillRect/>
              </a:stretch>
            </p:blipFill>
            <p:spPr>
              <a:xfrm>
                <a:off x="5147224" y="1504032"/>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8" name="Ink 67">
                <a:extLst>
                  <a:ext uri="{FF2B5EF4-FFF2-40B4-BE49-F238E27FC236}">
                    <a16:creationId xmlns:a16="http://schemas.microsoft.com/office/drawing/2014/main" id="{50975288-D963-92A5-10B7-1D9CD9AD6E68}"/>
                  </a:ext>
                </a:extLst>
              </p14:cNvPr>
              <p14:cNvContentPartPr/>
              <p14:nvPr/>
            </p14:nvContentPartPr>
            <p14:xfrm>
              <a:off x="5513344" y="1403232"/>
              <a:ext cx="19800" cy="183240"/>
            </p14:xfrm>
          </p:contentPart>
        </mc:Choice>
        <mc:Fallback xmlns="">
          <p:pic>
            <p:nvPicPr>
              <p:cNvPr id="68" name="Ink 67">
                <a:extLst>
                  <a:ext uri="{FF2B5EF4-FFF2-40B4-BE49-F238E27FC236}">
                    <a16:creationId xmlns:a16="http://schemas.microsoft.com/office/drawing/2014/main" id="{50975288-D963-92A5-10B7-1D9CD9AD6E68}"/>
                  </a:ext>
                </a:extLst>
              </p:cNvPr>
              <p:cNvPicPr/>
              <p:nvPr/>
            </p:nvPicPr>
            <p:blipFill>
              <a:blip r:embed="rId133"/>
              <a:stretch>
                <a:fillRect/>
              </a:stretch>
            </p:blipFill>
            <p:spPr>
              <a:xfrm>
                <a:off x="5509024" y="1398912"/>
                <a:ext cx="284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1" name="Ink 70">
                <a:extLst>
                  <a:ext uri="{FF2B5EF4-FFF2-40B4-BE49-F238E27FC236}">
                    <a16:creationId xmlns:a16="http://schemas.microsoft.com/office/drawing/2014/main" id="{AA486C92-FA3D-919F-FA3F-C69310199BAE}"/>
                  </a:ext>
                </a:extLst>
              </p14:cNvPr>
              <p14:cNvContentPartPr/>
              <p14:nvPr/>
            </p14:nvContentPartPr>
            <p14:xfrm>
              <a:off x="6052624" y="1468032"/>
              <a:ext cx="148680" cy="96480"/>
            </p14:xfrm>
          </p:contentPart>
        </mc:Choice>
        <mc:Fallback xmlns="">
          <p:pic>
            <p:nvPicPr>
              <p:cNvPr id="71" name="Ink 70">
                <a:extLst>
                  <a:ext uri="{FF2B5EF4-FFF2-40B4-BE49-F238E27FC236}">
                    <a16:creationId xmlns:a16="http://schemas.microsoft.com/office/drawing/2014/main" id="{AA486C92-FA3D-919F-FA3F-C69310199BAE}"/>
                  </a:ext>
                </a:extLst>
              </p:cNvPr>
              <p:cNvPicPr/>
              <p:nvPr/>
            </p:nvPicPr>
            <p:blipFill>
              <a:blip r:embed="rId135"/>
              <a:stretch>
                <a:fillRect/>
              </a:stretch>
            </p:blipFill>
            <p:spPr>
              <a:xfrm>
                <a:off x="6048304" y="1463712"/>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2" name="Ink 71">
                <a:extLst>
                  <a:ext uri="{FF2B5EF4-FFF2-40B4-BE49-F238E27FC236}">
                    <a16:creationId xmlns:a16="http://schemas.microsoft.com/office/drawing/2014/main" id="{6E95C511-6E9C-7535-C00E-CE137B246469}"/>
                  </a:ext>
                </a:extLst>
              </p14:cNvPr>
              <p14:cNvContentPartPr/>
              <p14:nvPr/>
            </p14:nvContentPartPr>
            <p14:xfrm>
              <a:off x="6233344" y="1343472"/>
              <a:ext cx="25560" cy="21240"/>
            </p14:xfrm>
          </p:contentPart>
        </mc:Choice>
        <mc:Fallback xmlns="">
          <p:pic>
            <p:nvPicPr>
              <p:cNvPr id="72" name="Ink 71">
                <a:extLst>
                  <a:ext uri="{FF2B5EF4-FFF2-40B4-BE49-F238E27FC236}">
                    <a16:creationId xmlns:a16="http://schemas.microsoft.com/office/drawing/2014/main" id="{6E95C511-6E9C-7535-C00E-CE137B246469}"/>
                  </a:ext>
                </a:extLst>
              </p:cNvPr>
              <p:cNvPicPr/>
              <p:nvPr/>
            </p:nvPicPr>
            <p:blipFill>
              <a:blip r:embed="rId137"/>
              <a:stretch>
                <a:fillRect/>
              </a:stretch>
            </p:blipFill>
            <p:spPr>
              <a:xfrm>
                <a:off x="6229024" y="1338792"/>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3" name="Ink 72">
                <a:extLst>
                  <a:ext uri="{FF2B5EF4-FFF2-40B4-BE49-F238E27FC236}">
                    <a16:creationId xmlns:a16="http://schemas.microsoft.com/office/drawing/2014/main" id="{D25DB90C-7431-A984-1062-8BB8DD1CCB30}"/>
                  </a:ext>
                </a:extLst>
              </p14:cNvPr>
              <p14:cNvContentPartPr/>
              <p14:nvPr/>
            </p14:nvContentPartPr>
            <p14:xfrm>
              <a:off x="6394984" y="1397112"/>
              <a:ext cx="52200" cy="121680"/>
            </p14:xfrm>
          </p:contentPart>
        </mc:Choice>
        <mc:Fallback xmlns="">
          <p:pic>
            <p:nvPicPr>
              <p:cNvPr id="73" name="Ink 72">
                <a:extLst>
                  <a:ext uri="{FF2B5EF4-FFF2-40B4-BE49-F238E27FC236}">
                    <a16:creationId xmlns:a16="http://schemas.microsoft.com/office/drawing/2014/main" id="{D25DB90C-7431-A984-1062-8BB8DD1CCB30}"/>
                  </a:ext>
                </a:extLst>
              </p:cNvPr>
              <p:cNvPicPr/>
              <p:nvPr/>
            </p:nvPicPr>
            <p:blipFill>
              <a:blip r:embed="rId139"/>
              <a:stretch>
                <a:fillRect/>
              </a:stretch>
            </p:blipFill>
            <p:spPr>
              <a:xfrm>
                <a:off x="6390664" y="1392792"/>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4" name="Ink 73">
                <a:extLst>
                  <a:ext uri="{FF2B5EF4-FFF2-40B4-BE49-F238E27FC236}">
                    <a16:creationId xmlns:a16="http://schemas.microsoft.com/office/drawing/2014/main" id="{F3E8AA5F-9A81-5767-4F97-CE2DA057C9B1}"/>
                  </a:ext>
                </a:extLst>
              </p14:cNvPr>
              <p14:cNvContentPartPr/>
              <p14:nvPr/>
            </p14:nvContentPartPr>
            <p14:xfrm>
              <a:off x="6327664" y="1397112"/>
              <a:ext cx="314280" cy="177120"/>
            </p14:xfrm>
          </p:contentPart>
        </mc:Choice>
        <mc:Fallback xmlns="">
          <p:pic>
            <p:nvPicPr>
              <p:cNvPr id="74" name="Ink 73">
                <a:extLst>
                  <a:ext uri="{FF2B5EF4-FFF2-40B4-BE49-F238E27FC236}">
                    <a16:creationId xmlns:a16="http://schemas.microsoft.com/office/drawing/2014/main" id="{F3E8AA5F-9A81-5767-4F97-CE2DA057C9B1}"/>
                  </a:ext>
                </a:extLst>
              </p:cNvPr>
              <p:cNvPicPr/>
              <p:nvPr/>
            </p:nvPicPr>
            <p:blipFill>
              <a:blip r:embed="rId141"/>
              <a:stretch>
                <a:fillRect/>
              </a:stretch>
            </p:blipFill>
            <p:spPr>
              <a:xfrm>
                <a:off x="6323344" y="1392792"/>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5" name="Ink 74">
                <a:extLst>
                  <a:ext uri="{FF2B5EF4-FFF2-40B4-BE49-F238E27FC236}">
                    <a16:creationId xmlns:a16="http://schemas.microsoft.com/office/drawing/2014/main" id="{592FF2D4-D432-C363-019B-24DF6F557DD7}"/>
                  </a:ext>
                </a:extLst>
              </p14:cNvPr>
              <p14:cNvContentPartPr/>
              <p14:nvPr/>
            </p14:nvContentPartPr>
            <p14:xfrm>
              <a:off x="6545104" y="1468032"/>
              <a:ext cx="225720" cy="39240"/>
            </p14:xfrm>
          </p:contentPart>
        </mc:Choice>
        <mc:Fallback xmlns="">
          <p:pic>
            <p:nvPicPr>
              <p:cNvPr id="75" name="Ink 74">
                <a:extLst>
                  <a:ext uri="{FF2B5EF4-FFF2-40B4-BE49-F238E27FC236}">
                    <a16:creationId xmlns:a16="http://schemas.microsoft.com/office/drawing/2014/main" id="{592FF2D4-D432-C363-019B-24DF6F557DD7}"/>
                  </a:ext>
                </a:extLst>
              </p:cNvPr>
              <p:cNvPicPr/>
              <p:nvPr/>
            </p:nvPicPr>
            <p:blipFill>
              <a:blip r:embed="rId143"/>
              <a:stretch>
                <a:fillRect/>
              </a:stretch>
            </p:blipFill>
            <p:spPr>
              <a:xfrm>
                <a:off x="6540784" y="1463712"/>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6" name="Ink 75">
                <a:extLst>
                  <a:ext uri="{FF2B5EF4-FFF2-40B4-BE49-F238E27FC236}">
                    <a16:creationId xmlns:a16="http://schemas.microsoft.com/office/drawing/2014/main" id="{2186CB8B-9149-63C0-E7DA-13DFA8A86FF7}"/>
                  </a:ext>
                </a:extLst>
              </p14:cNvPr>
              <p14:cNvContentPartPr/>
              <p14:nvPr/>
            </p14:nvContentPartPr>
            <p14:xfrm>
              <a:off x="6781984" y="1278312"/>
              <a:ext cx="234360" cy="360000"/>
            </p14:xfrm>
          </p:contentPart>
        </mc:Choice>
        <mc:Fallback xmlns="">
          <p:pic>
            <p:nvPicPr>
              <p:cNvPr id="76" name="Ink 75">
                <a:extLst>
                  <a:ext uri="{FF2B5EF4-FFF2-40B4-BE49-F238E27FC236}">
                    <a16:creationId xmlns:a16="http://schemas.microsoft.com/office/drawing/2014/main" id="{2186CB8B-9149-63C0-E7DA-13DFA8A86FF7}"/>
                  </a:ext>
                </a:extLst>
              </p:cNvPr>
              <p:cNvPicPr/>
              <p:nvPr/>
            </p:nvPicPr>
            <p:blipFill>
              <a:blip r:embed="rId145"/>
              <a:stretch>
                <a:fillRect/>
              </a:stretch>
            </p:blipFill>
            <p:spPr>
              <a:xfrm>
                <a:off x="6777664" y="1273992"/>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7" name="Ink 76">
                <a:extLst>
                  <a:ext uri="{FF2B5EF4-FFF2-40B4-BE49-F238E27FC236}">
                    <a16:creationId xmlns:a16="http://schemas.microsoft.com/office/drawing/2014/main" id="{06491615-AFD9-44BE-FA8A-63796C25A5AE}"/>
                  </a:ext>
                </a:extLst>
              </p14:cNvPr>
              <p14:cNvContentPartPr/>
              <p14:nvPr/>
            </p14:nvContentPartPr>
            <p14:xfrm>
              <a:off x="1831264" y="3588432"/>
              <a:ext cx="248760" cy="474120"/>
            </p14:xfrm>
          </p:contentPart>
        </mc:Choice>
        <mc:Fallback xmlns="">
          <p:pic>
            <p:nvPicPr>
              <p:cNvPr id="77" name="Ink 76">
                <a:extLst>
                  <a:ext uri="{FF2B5EF4-FFF2-40B4-BE49-F238E27FC236}">
                    <a16:creationId xmlns:a16="http://schemas.microsoft.com/office/drawing/2014/main" id="{06491615-AFD9-44BE-FA8A-63796C25A5AE}"/>
                  </a:ext>
                </a:extLst>
              </p:cNvPr>
              <p:cNvPicPr/>
              <p:nvPr/>
            </p:nvPicPr>
            <p:blipFill>
              <a:blip r:embed="rId147"/>
              <a:stretch>
                <a:fillRect/>
              </a:stretch>
            </p:blipFill>
            <p:spPr>
              <a:xfrm>
                <a:off x="1826944" y="3584112"/>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8" name="Ink 77">
                <a:extLst>
                  <a:ext uri="{FF2B5EF4-FFF2-40B4-BE49-F238E27FC236}">
                    <a16:creationId xmlns:a16="http://schemas.microsoft.com/office/drawing/2014/main" id="{7087041D-2FFB-0C0A-1D08-2F969F45E115}"/>
                  </a:ext>
                </a:extLst>
              </p14:cNvPr>
              <p14:cNvContentPartPr/>
              <p14:nvPr/>
            </p14:nvContentPartPr>
            <p14:xfrm>
              <a:off x="4836000" y="4907760"/>
              <a:ext cx="23400" cy="360"/>
            </p14:xfrm>
          </p:contentPart>
        </mc:Choice>
        <mc:Fallback xmlns="">
          <p:pic>
            <p:nvPicPr>
              <p:cNvPr id="78" name="Ink 77">
                <a:extLst>
                  <a:ext uri="{FF2B5EF4-FFF2-40B4-BE49-F238E27FC236}">
                    <a16:creationId xmlns:a16="http://schemas.microsoft.com/office/drawing/2014/main" id="{7087041D-2FFB-0C0A-1D08-2F969F45E115}"/>
                  </a:ext>
                </a:extLst>
              </p:cNvPr>
              <p:cNvPicPr/>
              <p:nvPr/>
            </p:nvPicPr>
            <p:blipFill>
              <a:blip r:embed="rId149"/>
              <a:stretch>
                <a:fillRect/>
              </a:stretch>
            </p:blipFill>
            <p:spPr>
              <a:xfrm>
                <a:off x="4831680" y="4903440"/>
                <a:ext cx="32040" cy="9000"/>
              </a:xfrm>
              <a:prstGeom prst="rect">
                <a:avLst/>
              </a:prstGeom>
            </p:spPr>
          </p:pic>
        </mc:Fallback>
      </mc:AlternateContent>
      <p:grpSp>
        <p:nvGrpSpPr>
          <p:cNvPr id="83" name="Group 82">
            <a:extLst>
              <a:ext uri="{FF2B5EF4-FFF2-40B4-BE49-F238E27FC236}">
                <a16:creationId xmlns:a16="http://schemas.microsoft.com/office/drawing/2014/main" id="{12B4CE73-75E5-84C5-E657-01592282723B}"/>
              </a:ext>
            </a:extLst>
          </p:cNvPr>
          <p:cNvGrpSpPr/>
          <p:nvPr/>
        </p:nvGrpSpPr>
        <p:grpSpPr>
          <a:xfrm>
            <a:off x="379920" y="1098240"/>
            <a:ext cx="595080" cy="662040"/>
            <a:chOff x="379920" y="1098240"/>
            <a:chExt cx="595080" cy="662040"/>
          </a:xfrm>
        </p:grpSpPr>
        <mc:AlternateContent xmlns:mc="http://schemas.openxmlformats.org/markup-compatibility/2006" xmlns:p14="http://schemas.microsoft.com/office/powerpoint/2010/main">
          <mc:Choice Requires="p14">
            <p:contentPart p14:bwMode="auto" r:id="rId150">
              <p14:nvContentPartPr>
                <p14:cNvPr id="79" name="Ink 78">
                  <a:extLst>
                    <a:ext uri="{FF2B5EF4-FFF2-40B4-BE49-F238E27FC236}">
                      <a16:creationId xmlns:a16="http://schemas.microsoft.com/office/drawing/2014/main" id="{3B6D1E93-4185-9598-D991-20849FB2E938}"/>
                    </a:ext>
                  </a:extLst>
                </p14:cNvPr>
                <p14:cNvContentPartPr/>
                <p14:nvPr/>
              </p14:nvContentPartPr>
              <p14:xfrm>
                <a:off x="526080" y="1098240"/>
                <a:ext cx="241200" cy="662040"/>
              </p14:xfrm>
            </p:contentPart>
          </mc:Choice>
          <mc:Fallback xmlns="">
            <p:pic>
              <p:nvPicPr>
                <p:cNvPr id="79" name="Ink 78">
                  <a:extLst>
                    <a:ext uri="{FF2B5EF4-FFF2-40B4-BE49-F238E27FC236}">
                      <a16:creationId xmlns:a16="http://schemas.microsoft.com/office/drawing/2014/main" id="{3B6D1E93-4185-9598-D991-20849FB2E938}"/>
                    </a:ext>
                  </a:extLst>
                </p:cNvPr>
                <p:cNvPicPr/>
                <p:nvPr/>
              </p:nvPicPr>
              <p:blipFill>
                <a:blip r:embed="rId151"/>
                <a:stretch>
                  <a:fillRect/>
                </a:stretch>
              </p:blipFill>
              <p:spPr>
                <a:xfrm>
                  <a:off x="521760" y="1093920"/>
                  <a:ext cx="24984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0" name="Ink 79">
                  <a:extLst>
                    <a:ext uri="{FF2B5EF4-FFF2-40B4-BE49-F238E27FC236}">
                      <a16:creationId xmlns:a16="http://schemas.microsoft.com/office/drawing/2014/main" id="{DAEAAECF-7025-6DA9-5FAE-76932A557354}"/>
                    </a:ext>
                  </a:extLst>
                </p14:cNvPr>
                <p14:cNvContentPartPr/>
                <p14:nvPr/>
              </p14:nvContentPartPr>
              <p14:xfrm>
                <a:off x="379920" y="1463640"/>
                <a:ext cx="323640" cy="88560"/>
              </p14:xfrm>
            </p:contentPart>
          </mc:Choice>
          <mc:Fallback xmlns="">
            <p:pic>
              <p:nvPicPr>
                <p:cNvPr id="80" name="Ink 79">
                  <a:extLst>
                    <a:ext uri="{FF2B5EF4-FFF2-40B4-BE49-F238E27FC236}">
                      <a16:creationId xmlns:a16="http://schemas.microsoft.com/office/drawing/2014/main" id="{DAEAAECF-7025-6DA9-5FAE-76932A557354}"/>
                    </a:ext>
                  </a:extLst>
                </p:cNvPr>
                <p:cNvPicPr/>
                <p:nvPr/>
              </p:nvPicPr>
              <p:blipFill>
                <a:blip r:embed="rId153"/>
                <a:stretch>
                  <a:fillRect/>
                </a:stretch>
              </p:blipFill>
              <p:spPr>
                <a:xfrm>
                  <a:off x="375600" y="1459320"/>
                  <a:ext cx="332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1" name="Ink 80">
                  <a:extLst>
                    <a:ext uri="{FF2B5EF4-FFF2-40B4-BE49-F238E27FC236}">
                      <a16:creationId xmlns:a16="http://schemas.microsoft.com/office/drawing/2014/main" id="{2DA552DE-CC7D-C95D-F1B5-CA62C4CCB930}"/>
                    </a:ext>
                  </a:extLst>
                </p14:cNvPr>
                <p14:cNvContentPartPr/>
                <p14:nvPr/>
              </p14:nvContentPartPr>
              <p14:xfrm>
                <a:off x="681240" y="1405680"/>
                <a:ext cx="106200" cy="136440"/>
              </p14:xfrm>
            </p:contentPart>
          </mc:Choice>
          <mc:Fallback xmlns="">
            <p:pic>
              <p:nvPicPr>
                <p:cNvPr id="81" name="Ink 80">
                  <a:extLst>
                    <a:ext uri="{FF2B5EF4-FFF2-40B4-BE49-F238E27FC236}">
                      <a16:creationId xmlns:a16="http://schemas.microsoft.com/office/drawing/2014/main" id="{2DA552DE-CC7D-C95D-F1B5-CA62C4CCB930}"/>
                    </a:ext>
                  </a:extLst>
                </p:cNvPr>
                <p:cNvPicPr/>
                <p:nvPr/>
              </p:nvPicPr>
              <p:blipFill>
                <a:blip r:embed="rId155"/>
                <a:stretch>
                  <a:fillRect/>
                </a:stretch>
              </p:blipFill>
              <p:spPr>
                <a:xfrm>
                  <a:off x="676920" y="1401360"/>
                  <a:ext cx="1148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2" name="Ink 81">
                  <a:extLst>
                    <a:ext uri="{FF2B5EF4-FFF2-40B4-BE49-F238E27FC236}">
                      <a16:creationId xmlns:a16="http://schemas.microsoft.com/office/drawing/2014/main" id="{49AE5B26-5C94-62B3-F341-7E61A1FE1853}"/>
                    </a:ext>
                  </a:extLst>
                </p14:cNvPr>
                <p14:cNvContentPartPr/>
                <p14:nvPr/>
              </p14:nvContentPartPr>
              <p14:xfrm>
                <a:off x="868800" y="1357440"/>
                <a:ext cx="106200" cy="136800"/>
              </p14:xfrm>
            </p:contentPart>
          </mc:Choice>
          <mc:Fallback xmlns="">
            <p:pic>
              <p:nvPicPr>
                <p:cNvPr id="82" name="Ink 81">
                  <a:extLst>
                    <a:ext uri="{FF2B5EF4-FFF2-40B4-BE49-F238E27FC236}">
                      <a16:creationId xmlns:a16="http://schemas.microsoft.com/office/drawing/2014/main" id="{49AE5B26-5C94-62B3-F341-7E61A1FE1853}"/>
                    </a:ext>
                  </a:extLst>
                </p:cNvPr>
                <p:cNvPicPr/>
                <p:nvPr/>
              </p:nvPicPr>
              <p:blipFill>
                <a:blip r:embed="rId157"/>
                <a:stretch>
                  <a:fillRect/>
                </a:stretch>
              </p:blipFill>
              <p:spPr>
                <a:xfrm>
                  <a:off x="864480" y="1353120"/>
                  <a:ext cx="11484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84" name="Ink 83">
                <a:extLst>
                  <a:ext uri="{FF2B5EF4-FFF2-40B4-BE49-F238E27FC236}">
                    <a16:creationId xmlns:a16="http://schemas.microsoft.com/office/drawing/2014/main" id="{48AB10A4-9E3D-08E6-2B41-A3E7AC7D7416}"/>
                  </a:ext>
                </a:extLst>
              </p14:cNvPr>
              <p14:cNvContentPartPr/>
              <p14:nvPr/>
            </p14:nvContentPartPr>
            <p14:xfrm>
              <a:off x="503040" y="4926480"/>
              <a:ext cx="229320" cy="531720"/>
            </p14:xfrm>
          </p:contentPart>
        </mc:Choice>
        <mc:Fallback xmlns="">
          <p:pic>
            <p:nvPicPr>
              <p:cNvPr id="84" name="Ink 83">
                <a:extLst>
                  <a:ext uri="{FF2B5EF4-FFF2-40B4-BE49-F238E27FC236}">
                    <a16:creationId xmlns:a16="http://schemas.microsoft.com/office/drawing/2014/main" id="{48AB10A4-9E3D-08E6-2B41-A3E7AC7D7416}"/>
                  </a:ext>
                </a:extLst>
              </p:cNvPr>
              <p:cNvPicPr/>
              <p:nvPr/>
            </p:nvPicPr>
            <p:blipFill>
              <a:blip r:embed="rId159"/>
              <a:stretch>
                <a:fillRect/>
              </a:stretch>
            </p:blipFill>
            <p:spPr>
              <a:xfrm>
                <a:off x="498720" y="4922160"/>
                <a:ext cx="23796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5" name="Ink 84">
                <a:extLst>
                  <a:ext uri="{FF2B5EF4-FFF2-40B4-BE49-F238E27FC236}">
                    <a16:creationId xmlns:a16="http://schemas.microsoft.com/office/drawing/2014/main" id="{50350204-D02C-BE7F-F54D-F5DB8E43B012}"/>
                  </a:ext>
                </a:extLst>
              </p14:cNvPr>
              <p14:cNvContentPartPr/>
              <p14:nvPr/>
            </p14:nvContentPartPr>
            <p14:xfrm>
              <a:off x="7461120" y="751920"/>
              <a:ext cx="239400" cy="416160"/>
            </p14:xfrm>
          </p:contentPart>
        </mc:Choice>
        <mc:Fallback xmlns="">
          <p:pic>
            <p:nvPicPr>
              <p:cNvPr id="85" name="Ink 84">
                <a:extLst>
                  <a:ext uri="{FF2B5EF4-FFF2-40B4-BE49-F238E27FC236}">
                    <a16:creationId xmlns:a16="http://schemas.microsoft.com/office/drawing/2014/main" id="{50350204-D02C-BE7F-F54D-F5DB8E43B012}"/>
                  </a:ext>
                </a:extLst>
              </p:cNvPr>
              <p:cNvPicPr/>
              <p:nvPr/>
            </p:nvPicPr>
            <p:blipFill>
              <a:blip r:embed="rId161"/>
              <a:stretch>
                <a:fillRect/>
              </a:stretch>
            </p:blipFill>
            <p:spPr>
              <a:xfrm>
                <a:off x="7456800" y="747600"/>
                <a:ext cx="24804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6" name="Ink 85">
                <a:extLst>
                  <a:ext uri="{FF2B5EF4-FFF2-40B4-BE49-F238E27FC236}">
                    <a16:creationId xmlns:a16="http://schemas.microsoft.com/office/drawing/2014/main" id="{81025F46-C18E-4609-4ABE-06CB283D8449}"/>
                  </a:ext>
                </a:extLst>
              </p14:cNvPr>
              <p14:cNvContentPartPr/>
              <p14:nvPr/>
            </p14:nvContentPartPr>
            <p14:xfrm>
              <a:off x="7366080" y="1370040"/>
              <a:ext cx="276480" cy="294120"/>
            </p14:xfrm>
          </p:contentPart>
        </mc:Choice>
        <mc:Fallback xmlns="">
          <p:pic>
            <p:nvPicPr>
              <p:cNvPr id="86" name="Ink 85">
                <a:extLst>
                  <a:ext uri="{FF2B5EF4-FFF2-40B4-BE49-F238E27FC236}">
                    <a16:creationId xmlns:a16="http://schemas.microsoft.com/office/drawing/2014/main" id="{81025F46-C18E-4609-4ABE-06CB283D8449}"/>
                  </a:ext>
                </a:extLst>
              </p:cNvPr>
              <p:cNvPicPr/>
              <p:nvPr/>
            </p:nvPicPr>
            <p:blipFill>
              <a:blip r:embed="rId163"/>
              <a:stretch>
                <a:fillRect/>
              </a:stretch>
            </p:blipFill>
            <p:spPr>
              <a:xfrm>
                <a:off x="7361760" y="1365720"/>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7" name="Ink 86">
                <a:extLst>
                  <a:ext uri="{FF2B5EF4-FFF2-40B4-BE49-F238E27FC236}">
                    <a16:creationId xmlns:a16="http://schemas.microsoft.com/office/drawing/2014/main" id="{F237E1A8-095A-6669-9446-FC7A7186D0B8}"/>
                  </a:ext>
                </a:extLst>
              </p14:cNvPr>
              <p14:cNvContentPartPr/>
              <p14:nvPr/>
            </p14:nvContentPartPr>
            <p14:xfrm>
              <a:off x="7670640" y="1929840"/>
              <a:ext cx="174240" cy="417960"/>
            </p14:xfrm>
          </p:contentPart>
        </mc:Choice>
        <mc:Fallback xmlns="">
          <p:pic>
            <p:nvPicPr>
              <p:cNvPr id="87" name="Ink 86">
                <a:extLst>
                  <a:ext uri="{FF2B5EF4-FFF2-40B4-BE49-F238E27FC236}">
                    <a16:creationId xmlns:a16="http://schemas.microsoft.com/office/drawing/2014/main" id="{F237E1A8-095A-6669-9446-FC7A7186D0B8}"/>
                  </a:ext>
                </a:extLst>
              </p:cNvPr>
              <p:cNvPicPr/>
              <p:nvPr/>
            </p:nvPicPr>
            <p:blipFill>
              <a:blip r:embed="rId165"/>
              <a:stretch>
                <a:fillRect/>
              </a:stretch>
            </p:blipFill>
            <p:spPr>
              <a:xfrm>
                <a:off x="7666320" y="1925520"/>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8" name="Ink 87">
                <a:extLst>
                  <a:ext uri="{FF2B5EF4-FFF2-40B4-BE49-F238E27FC236}">
                    <a16:creationId xmlns:a16="http://schemas.microsoft.com/office/drawing/2014/main" id="{1161CA78-746A-8B05-A351-C6F3FD1436A1}"/>
                  </a:ext>
                </a:extLst>
              </p14:cNvPr>
              <p14:cNvContentPartPr/>
              <p14:nvPr/>
            </p14:nvContentPartPr>
            <p14:xfrm>
              <a:off x="2616600" y="3172920"/>
              <a:ext cx="216000" cy="368640"/>
            </p14:xfrm>
          </p:contentPart>
        </mc:Choice>
        <mc:Fallback xmlns="">
          <p:pic>
            <p:nvPicPr>
              <p:cNvPr id="88" name="Ink 87">
                <a:extLst>
                  <a:ext uri="{FF2B5EF4-FFF2-40B4-BE49-F238E27FC236}">
                    <a16:creationId xmlns:a16="http://schemas.microsoft.com/office/drawing/2014/main" id="{1161CA78-746A-8B05-A351-C6F3FD1436A1}"/>
                  </a:ext>
                </a:extLst>
              </p:cNvPr>
              <p:cNvPicPr/>
              <p:nvPr/>
            </p:nvPicPr>
            <p:blipFill>
              <a:blip r:embed="rId167"/>
              <a:stretch>
                <a:fillRect/>
              </a:stretch>
            </p:blipFill>
            <p:spPr>
              <a:xfrm>
                <a:off x="2612280" y="3168600"/>
                <a:ext cx="224640" cy="377280"/>
              </a:xfrm>
              <a:prstGeom prst="rect">
                <a:avLst/>
              </a:prstGeom>
            </p:spPr>
          </p:pic>
        </mc:Fallback>
      </mc:AlternateContent>
      <p:grpSp>
        <p:nvGrpSpPr>
          <p:cNvPr id="100" name="Group 99">
            <a:extLst>
              <a:ext uri="{FF2B5EF4-FFF2-40B4-BE49-F238E27FC236}">
                <a16:creationId xmlns:a16="http://schemas.microsoft.com/office/drawing/2014/main" id="{BB8662A4-F275-0008-18E0-4860A4B10318}"/>
              </a:ext>
            </a:extLst>
          </p:cNvPr>
          <p:cNvGrpSpPr/>
          <p:nvPr/>
        </p:nvGrpSpPr>
        <p:grpSpPr>
          <a:xfrm>
            <a:off x="1175160" y="980520"/>
            <a:ext cx="831600" cy="548640"/>
            <a:chOff x="1175160" y="980520"/>
            <a:chExt cx="831600" cy="548640"/>
          </a:xfrm>
        </p:grpSpPr>
        <mc:AlternateContent xmlns:mc="http://schemas.openxmlformats.org/markup-compatibility/2006" xmlns:p14="http://schemas.microsoft.com/office/powerpoint/2010/main">
          <mc:Choice Requires="p14">
            <p:contentPart p14:bwMode="auto" r:id="rId168">
              <p14:nvContentPartPr>
                <p14:cNvPr id="89" name="Ink 88">
                  <a:extLst>
                    <a:ext uri="{FF2B5EF4-FFF2-40B4-BE49-F238E27FC236}">
                      <a16:creationId xmlns:a16="http://schemas.microsoft.com/office/drawing/2014/main" id="{886562B4-8757-7E50-49D3-39C6C731D93C}"/>
                    </a:ext>
                  </a:extLst>
                </p14:cNvPr>
                <p14:cNvContentPartPr/>
                <p14:nvPr/>
              </p14:nvContentPartPr>
              <p14:xfrm>
                <a:off x="1175160" y="1005720"/>
                <a:ext cx="152280" cy="523440"/>
              </p14:xfrm>
            </p:contentPart>
          </mc:Choice>
          <mc:Fallback xmlns="">
            <p:pic>
              <p:nvPicPr>
                <p:cNvPr id="89" name="Ink 88">
                  <a:extLst>
                    <a:ext uri="{FF2B5EF4-FFF2-40B4-BE49-F238E27FC236}">
                      <a16:creationId xmlns:a16="http://schemas.microsoft.com/office/drawing/2014/main" id="{886562B4-8757-7E50-49D3-39C6C731D93C}"/>
                    </a:ext>
                  </a:extLst>
                </p:cNvPr>
                <p:cNvPicPr/>
                <p:nvPr/>
              </p:nvPicPr>
              <p:blipFill>
                <a:blip r:embed="rId169"/>
                <a:stretch>
                  <a:fillRect/>
                </a:stretch>
              </p:blipFill>
              <p:spPr>
                <a:xfrm>
                  <a:off x="1170840" y="1001400"/>
                  <a:ext cx="1609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0" name="Ink 89">
                  <a:extLst>
                    <a:ext uri="{FF2B5EF4-FFF2-40B4-BE49-F238E27FC236}">
                      <a16:creationId xmlns:a16="http://schemas.microsoft.com/office/drawing/2014/main" id="{7DE4ADBE-C46C-E641-5925-5837CF792200}"/>
                    </a:ext>
                  </a:extLst>
                </p14:cNvPr>
                <p14:cNvContentPartPr/>
                <p14:nvPr/>
              </p14:nvContentPartPr>
              <p14:xfrm>
                <a:off x="1476840" y="1260600"/>
                <a:ext cx="31320" cy="105480"/>
              </p14:xfrm>
            </p:contentPart>
          </mc:Choice>
          <mc:Fallback xmlns="">
            <p:pic>
              <p:nvPicPr>
                <p:cNvPr id="90" name="Ink 89">
                  <a:extLst>
                    <a:ext uri="{FF2B5EF4-FFF2-40B4-BE49-F238E27FC236}">
                      <a16:creationId xmlns:a16="http://schemas.microsoft.com/office/drawing/2014/main" id="{7DE4ADBE-C46C-E641-5925-5837CF792200}"/>
                    </a:ext>
                  </a:extLst>
                </p:cNvPr>
                <p:cNvPicPr/>
                <p:nvPr/>
              </p:nvPicPr>
              <p:blipFill>
                <a:blip r:embed="rId171"/>
                <a:stretch>
                  <a:fillRect/>
                </a:stretch>
              </p:blipFill>
              <p:spPr>
                <a:xfrm>
                  <a:off x="1472520" y="1256280"/>
                  <a:ext cx="39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1" name="Ink 90">
                  <a:extLst>
                    <a:ext uri="{FF2B5EF4-FFF2-40B4-BE49-F238E27FC236}">
                      <a16:creationId xmlns:a16="http://schemas.microsoft.com/office/drawing/2014/main" id="{72BF1AAA-5987-A9C6-E4B6-50A694FC6763}"/>
                    </a:ext>
                  </a:extLst>
                </p14:cNvPr>
                <p14:cNvContentPartPr/>
                <p14:nvPr/>
              </p14:nvContentPartPr>
              <p14:xfrm>
                <a:off x="1542360" y="980520"/>
                <a:ext cx="19440" cy="85320"/>
              </p14:xfrm>
            </p:contentPart>
          </mc:Choice>
          <mc:Fallback xmlns="">
            <p:pic>
              <p:nvPicPr>
                <p:cNvPr id="91" name="Ink 90">
                  <a:extLst>
                    <a:ext uri="{FF2B5EF4-FFF2-40B4-BE49-F238E27FC236}">
                      <a16:creationId xmlns:a16="http://schemas.microsoft.com/office/drawing/2014/main" id="{72BF1AAA-5987-A9C6-E4B6-50A694FC6763}"/>
                    </a:ext>
                  </a:extLst>
                </p:cNvPr>
                <p:cNvPicPr/>
                <p:nvPr/>
              </p:nvPicPr>
              <p:blipFill>
                <a:blip r:embed="rId173"/>
                <a:stretch>
                  <a:fillRect/>
                </a:stretch>
              </p:blipFill>
              <p:spPr>
                <a:xfrm>
                  <a:off x="1538040" y="976200"/>
                  <a:ext cx="2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2" name="Ink 91">
                  <a:extLst>
                    <a:ext uri="{FF2B5EF4-FFF2-40B4-BE49-F238E27FC236}">
                      <a16:creationId xmlns:a16="http://schemas.microsoft.com/office/drawing/2014/main" id="{E9FA593E-A6D4-B90F-122A-F7423252AB43}"/>
                    </a:ext>
                  </a:extLst>
                </p14:cNvPr>
                <p14:cNvContentPartPr/>
                <p14:nvPr/>
              </p14:nvContentPartPr>
              <p14:xfrm>
                <a:off x="1592400" y="1199040"/>
                <a:ext cx="156240" cy="93600"/>
              </p14:xfrm>
            </p:contentPart>
          </mc:Choice>
          <mc:Fallback xmlns="">
            <p:pic>
              <p:nvPicPr>
                <p:cNvPr id="92" name="Ink 91">
                  <a:extLst>
                    <a:ext uri="{FF2B5EF4-FFF2-40B4-BE49-F238E27FC236}">
                      <a16:creationId xmlns:a16="http://schemas.microsoft.com/office/drawing/2014/main" id="{E9FA593E-A6D4-B90F-122A-F7423252AB43}"/>
                    </a:ext>
                  </a:extLst>
                </p:cNvPr>
                <p:cNvPicPr/>
                <p:nvPr/>
              </p:nvPicPr>
              <p:blipFill>
                <a:blip r:embed="rId175"/>
                <a:stretch>
                  <a:fillRect/>
                </a:stretch>
              </p:blipFill>
              <p:spPr>
                <a:xfrm>
                  <a:off x="1588080" y="1194720"/>
                  <a:ext cx="164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3" name="Ink 92">
                  <a:extLst>
                    <a:ext uri="{FF2B5EF4-FFF2-40B4-BE49-F238E27FC236}">
                      <a16:creationId xmlns:a16="http://schemas.microsoft.com/office/drawing/2014/main" id="{CC7FA6D9-2704-2085-B475-7FEDC661F7A2}"/>
                    </a:ext>
                  </a:extLst>
                </p14:cNvPr>
                <p14:cNvContentPartPr/>
                <p14:nvPr/>
              </p14:nvContentPartPr>
              <p14:xfrm>
                <a:off x="1904160" y="999600"/>
                <a:ext cx="56520" cy="273960"/>
              </p14:xfrm>
            </p:contentPart>
          </mc:Choice>
          <mc:Fallback xmlns="">
            <p:pic>
              <p:nvPicPr>
                <p:cNvPr id="93" name="Ink 92">
                  <a:extLst>
                    <a:ext uri="{FF2B5EF4-FFF2-40B4-BE49-F238E27FC236}">
                      <a16:creationId xmlns:a16="http://schemas.microsoft.com/office/drawing/2014/main" id="{CC7FA6D9-2704-2085-B475-7FEDC661F7A2}"/>
                    </a:ext>
                  </a:extLst>
                </p:cNvPr>
                <p:cNvPicPr/>
                <p:nvPr/>
              </p:nvPicPr>
              <p:blipFill>
                <a:blip r:embed="rId177"/>
                <a:stretch>
                  <a:fillRect/>
                </a:stretch>
              </p:blipFill>
              <p:spPr>
                <a:xfrm>
                  <a:off x="1899840" y="995280"/>
                  <a:ext cx="65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4" name="Ink 93">
                  <a:extLst>
                    <a:ext uri="{FF2B5EF4-FFF2-40B4-BE49-F238E27FC236}">
                      <a16:creationId xmlns:a16="http://schemas.microsoft.com/office/drawing/2014/main" id="{76DB03CF-6899-6121-7C5E-F00EBD8DA8A6}"/>
                    </a:ext>
                  </a:extLst>
                </p14:cNvPr>
                <p14:cNvContentPartPr/>
                <p14:nvPr/>
              </p14:nvContentPartPr>
              <p14:xfrm>
                <a:off x="1862040" y="1144320"/>
                <a:ext cx="144720" cy="15840"/>
              </p14:xfrm>
            </p:contentPart>
          </mc:Choice>
          <mc:Fallback xmlns="">
            <p:pic>
              <p:nvPicPr>
                <p:cNvPr id="94" name="Ink 93">
                  <a:extLst>
                    <a:ext uri="{FF2B5EF4-FFF2-40B4-BE49-F238E27FC236}">
                      <a16:creationId xmlns:a16="http://schemas.microsoft.com/office/drawing/2014/main" id="{76DB03CF-6899-6121-7C5E-F00EBD8DA8A6}"/>
                    </a:ext>
                  </a:extLst>
                </p:cNvPr>
                <p:cNvPicPr/>
                <p:nvPr/>
              </p:nvPicPr>
              <p:blipFill>
                <a:blip r:embed="rId179"/>
                <a:stretch>
                  <a:fillRect/>
                </a:stretch>
              </p:blipFill>
              <p:spPr>
                <a:xfrm>
                  <a:off x="1857720" y="1140000"/>
                  <a:ext cx="153360" cy="24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0">
            <p14:nvContentPartPr>
              <p14:cNvPr id="95" name="Ink 94">
                <a:extLst>
                  <a:ext uri="{FF2B5EF4-FFF2-40B4-BE49-F238E27FC236}">
                    <a16:creationId xmlns:a16="http://schemas.microsoft.com/office/drawing/2014/main" id="{CE77B0B1-2D31-F266-76B7-76490FDA9C6D}"/>
                  </a:ext>
                </a:extLst>
              </p14:cNvPr>
              <p14:cNvContentPartPr/>
              <p14:nvPr/>
            </p14:nvContentPartPr>
            <p14:xfrm>
              <a:off x="2185320" y="1240440"/>
              <a:ext cx="133920" cy="240480"/>
            </p14:xfrm>
          </p:contentPart>
        </mc:Choice>
        <mc:Fallback xmlns="">
          <p:pic>
            <p:nvPicPr>
              <p:cNvPr id="95" name="Ink 94">
                <a:extLst>
                  <a:ext uri="{FF2B5EF4-FFF2-40B4-BE49-F238E27FC236}">
                    <a16:creationId xmlns:a16="http://schemas.microsoft.com/office/drawing/2014/main" id="{CE77B0B1-2D31-F266-76B7-76490FDA9C6D}"/>
                  </a:ext>
                </a:extLst>
              </p:cNvPr>
              <p:cNvPicPr/>
              <p:nvPr/>
            </p:nvPicPr>
            <p:blipFill>
              <a:blip r:embed="rId181"/>
              <a:stretch>
                <a:fillRect/>
              </a:stretch>
            </p:blipFill>
            <p:spPr>
              <a:xfrm>
                <a:off x="2181000" y="1236120"/>
                <a:ext cx="142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6" name="Ink 95">
                <a:extLst>
                  <a:ext uri="{FF2B5EF4-FFF2-40B4-BE49-F238E27FC236}">
                    <a16:creationId xmlns:a16="http://schemas.microsoft.com/office/drawing/2014/main" id="{DDD2AE27-3E26-7660-3616-03E6077FA1D9}"/>
                  </a:ext>
                </a:extLst>
              </p14:cNvPr>
              <p14:cNvContentPartPr/>
              <p14:nvPr/>
            </p14:nvContentPartPr>
            <p14:xfrm>
              <a:off x="2402760" y="1011840"/>
              <a:ext cx="10080" cy="88560"/>
            </p14:xfrm>
          </p:contentPart>
        </mc:Choice>
        <mc:Fallback xmlns="">
          <p:pic>
            <p:nvPicPr>
              <p:cNvPr id="96" name="Ink 95">
                <a:extLst>
                  <a:ext uri="{FF2B5EF4-FFF2-40B4-BE49-F238E27FC236}">
                    <a16:creationId xmlns:a16="http://schemas.microsoft.com/office/drawing/2014/main" id="{DDD2AE27-3E26-7660-3616-03E6077FA1D9}"/>
                  </a:ext>
                </a:extLst>
              </p:cNvPr>
              <p:cNvPicPr/>
              <p:nvPr/>
            </p:nvPicPr>
            <p:blipFill>
              <a:blip r:embed="rId183"/>
              <a:stretch>
                <a:fillRect/>
              </a:stretch>
            </p:blipFill>
            <p:spPr>
              <a:xfrm>
                <a:off x="2398440" y="1007520"/>
                <a:ext cx="18720" cy="97200"/>
              </a:xfrm>
              <a:prstGeom prst="rect">
                <a:avLst/>
              </a:prstGeom>
            </p:spPr>
          </p:pic>
        </mc:Fallback>
      </mc:AlternateContent>
      <p:grpSp>
        <p:nvGrpSpPr>
          <p:cNvPr id="99" name="Group 98">
            <a:extLst>
              <a:ext uri="{FF2B5EF4-FFF2-40B4-BE49-F238E27FC236}">
                <a16:creationId xmlns:a16="http://schemas.microsoft.com/office/drawing/2014/main" id="{C3B87764-EB98-EFD7-BE06-97744C8F3E72}"/>
              </a:ext>
            </a:extLst>
          </p:cNvPr>
          <p:cNvGrpSpPr/>
          <p:nvPr/>
        </p:nvGrpSpPr>
        <p:grpSpPr>
          <a:xfrm>
            <a:off x="2599320" y="1144320"/>
            <a:ext cx="164880" cy="131040"/>
            <a:chOff x="2599320" y="1144320"/>
            <a:chExt cx="164880" cy="131040"/>
          </a:xfrm>
        </p:grpSpPr>
        <mc:AlternateContent xmlns:mc="http://schemas.openxmlformats.org/markup-compatibility/2006" xmlns:p14="http://schemas.microsoft.com/office/powerpoint/2010/main">
          <mc:Choice Requires="p14">
            <p:contentPart p14:bwMode="auto" r:id="rId184">
              <p14:nvContentPartPr>
                <p14:cNvPr id="97" name="Ink 96">
                  <a:extLst>
                    <a:ext uri="{FF2B5EF4-FFF2-40B4-BE49-F238E27FC236}">
                      <a16:creationId xmlns:a16="http://schemas.microsoft.com/office/drawing/2014/main" id="{B39E9A9E-574D-275E-756A-6BF024B9120B}"/>
                    </a:ext>
                  </a:extLst>
                </p14:cNvPr>
                <p14:cNvContentPartPr/>
                <p14:nvPr/>
              </p14:nvContentPartPr>
              <p14:xfrm>
                <a:off x="2599680" y="1144320"/>
                <a:ext cx="164520" cy="58320"/>
              </p14:xfrm>
            </p:contentPart>
          </mc:Choice>
          <mc:Fallback xmlns="">
            <p:pic>
              <p:nvPicPr>
                <p:cNvPr id="97" name="Ink 96">
                  <a:extLst>
                    <a:ext uri="{FF2B5EF4-FFF2-40B4-BE49-F238E27FC236}">
                      <a16:creationId xmlns:a16="http://schemas.microsoft.com/office/drawing/2014/main" id="{B39E9A9E-574D-275E-756A-6BF024B9120B}"/>
                    </a:ext>
                  </a:extLst>
                </p:cNvPr>
                <p:cNvPicPr/>
                <p:nvPr/>
              </p:nvPicPr>
              <p:blipFill>
                <a:blip r:embed="rId185"/>
                <a:stretch>
                  <a:fillRect/>
                </a:stretch>
              </p:blipFill>
              <p:spPr>
                <a:xfrm>
                  <a:off x="2595360" y="1140000"/>
                  <a:ext cx="173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8" name="Ink 97">
                  <a:extLst>
                    <a:ext uri="{FF2B5EF4-FFF2-40B4-BE49-F238E27FC236}">
                      <a16:creationId xmlns:a16="http://schemas.microsoft.com/office/drawing/2014/main" id="{0571C16D-808E-1C00-FCF3-2585AEF7F5F3}"/>
                    </a:ext>
                  </a:extLst>
                </p14:cNvPr>
                <p14:cNvContentPartPr/>
                <p14:nvPr/>
              </p14:nvContentPartPr>
              <p14:xfrm>
                <a:off x="2599320" y="1202280"/>
                <a:ext cx="160200" cy="73080"/>
              </p14:xfrm>
            </p:contentPart>
          </mc:Choice>
          <mc:Fallback xmlns="">
            <p:pic>
              <p:nvPicPr>
                <p:cNvPr id="98" name="Ink 97">
                  <a:extLst>
                    <a:ext uri="{FF2B5EF4-FFF2-40B4-BE49-F238E27FC236}">
                      <a16:creationId xmlns:a16="http://schemas.microsoft.com/office/drawing/2014/main" id="{0571C16D-808E-1C00-FCF3-2585AEF7F5F3}"/>
                    </a:ext>
                  </a:extLst>
                </p:cNvPr>
                <p:cNvPicPr/>
                <p:nvPr/>
              </p:nvPicPr>
              <p:blipFill>
                <a:blip r:embed="rId187"/>
                <a:stretch>
                  <a:fillRect/>
                </a:stretch>
              </p:blipFill>
              <p:spPr>
                <a:xfrm>
                  <a:off x="2595000" y="1197960"/>
                  <a:ext cx="168840" cy="81720"/>
                </a:xfrm>
                <a:prstGeom prst="rect">
                  <a:avLst/>
                </a:prstGeom>
              </p:spPr>
            </p:pic>
          </mc:Fallback>
        </mc:AlternateContent>
      </p:grpSp>
      <p:grpSp>
        <p:nvGrpSpPr>
          <p:cNvPr id="123" name="Group 122">
            <a:extLst>
              <a:ext uri="{FF2B5EF4-FFF2-40B4-BE49-F238E27FC236}">
                <a16:creationId xmlns:a16="http://schemas.microsoft.com/office/drawing/2014/main" id="{FA4EADF4-5AB3-389C-DD9B-844E5C62E889}"/>
              </a:ext>
            </a:extLst>
          </p:cNvPr>
          <p:cNvGrpSpPr/>
          <p:nvPr/>
        </p:nvGrpSpPr>
        <p:grpSpPr>
          <a:xfrm>
            <a:off x="2930880" y="994200"/>
            <a:ext cx="354240" cy="463680"/>
            <a:chOff x="2930880" y="994200"/>
            <a:chExt cx="354240" cy="463680"/>
          </a:xfrm>
        </p:grpSpPr>
        <mc:AlternateContent xmlns:mc="http://schemas.openxmlformats.org/markup-compatibility/2006" xmlns:p14="http://schemas.microsoft.com/office/powerpoint/2010/main">
          <mc:Choice Requires="p14">
            <p:contentPart p14:bwMode="auto" r:id="rId188">
              <p14:nvContentPartPr>
                <p14:cNvPr id="101" name="Ink 100">
                  <a:extLst>
                    <a:ext uri="{FF2B5EF4-FFF2-40B4-BE49-F238E27FC236}">
                      <a16:creationId xmlns:a16="http://schemas.microsoft.com/office/drawing/2014/main" id="{A8CFBEDF-48E4-CB06-17CD-DC6F18AB8D9F}"/>
                    </a:ext>
                  </a:extLst>
                </p14:cNvPr>
                <p14:cNvContentPartPr/>
                <p14:nvPr/>
              </p14:nvContentPartPr>
              <p14:xfrm>
                <a:off x="2930880" y="994200"/>
                <a:ext cx="153720" cy="260280"/>
              </p14:xfrm>
            </p:contentPart>
          </mc:Choice>
          <mc:Fallback xmlns="">
            <p:pic>
              <p:nvPicPr>
                <p:cNvPr id="101" name="Ink 100">
                  <a:extLst>
                    <a:ext uri="{FF2B5EF4-FFF2-40B4-BE49-F238E27FC236}">
                      <a16:creationId xmlns:a16="http://schemas.microsoft.com/office/drawing/2014/main" id="{A8CFBEDF-48E4-CB06-17CD-DC6F18AB8D9F}"/>
                    </a:ext>
                  </a:extLst>
                </p:cNvPr>
                <p:cNvPicPr/>
                <p:nvPr/>
              </p:nvPicPr>
              <p:blipFill>
                <a:blip r:embed="rId189"/>
                <a:stretch>
                  <a:fillRect/>
                </a:stretch>
              </p:blipFill>
              <p:spPr>
                <a:xfrm>
                  <a:off x="2926560" y="989880"/>
                  <a:ext cx="1623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2" name="Ink 101">
                  <a:extLst>
                    <a:ext uri="{FF2B5EF4-FFF2-40B4-BE49-F238E27FC236}">
                      <a16:creationId xmlns:a16="http://schemas.microsoft.com/office/drawing/2014/main" id="{4E6611CD-7145-0868-D4E7-ED32781A3F36}"/>
                    </a:ext>
                  </a:extLst>
                </p14:cNvPr>
                <p14:cNvContentPartPr/>
                <p14:nvPr/>
              </p14:nvContentPartPr>
              <p14:xfrm>
                <a:off x="3248040" y="1161600"/>
                <a:ext cx="21600" cy="46440"/>
              </p14:xfrm>
            </p:contentPart>
          </mc:Choice>
          <mc:Fallback xmlns="">
            <p:pic>
              <p:nvPicPr>
                <p:cNvPr id="102" name="Ink 101">
                  <a:extLst>
                    <a:ext uri="{FF2B5EF4-FFF2-40B4-BE49-F238E27FC236}">
                      <a16:creationId xmlns:a16="http://schemas.microsoft.com/office/drawing/2014/main" id="{4E6611CD-7145-0868-D4E7-ED32781A3F36}"/>
                    </a:ext>
                  </a:extLst>
                </p:cNvPr>
                <p:cNvPicPr/>
                <p:nvPr/>
              </p:nvPicPr>
              <p:blipFill>
                <a:blip r:embed="rId191"/>
                <a:stretch>
                  <a:fillRect/>
                </a:stretch>
              </p:blipFill>
              <p:spPr>
                <a:xfrm>
                  <a:off x="3243720" y="1157280"/>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3" name="Ink 102">
                  <a:extLst>
                    <a:ext uri="{FF2B5EF4-FFF2-40B4-BE49-F238E27FC236}">
                      <a16:creationId xmlns:a16="http://schemas.microsoft.com/office/drawing/2014/main" id="{49A95534-7070-8A7E-7F50-484B447D6D3A}"/>
                    </a:ext>
                  </a:extLst>
                </p14:cNvPr>
                <p14:cNvContentPartPr/>
                <p14:nvPr/>
              </p14:nvContentPartPr>
              <p14:xfrm>
                <a:off x="3103680" y="1164840"/>
                <a:ext cx="181440" cy="293040"/>
              </p14:xfrm>
            </p:contentPart>
          </mc:Choice>
          <mc:Fallback xmlns="">
            <p:pic>
              <p:nvPicPr>
                <p:cNvPr id="103" name="Ink 102">
                  <a:extLst>
                    <a:ext uri="{FF2B5EF4-FFF2-40B4-BE49-F238E27FC236}">
                      <a16:creationId xmlns:a16="http://schemas.microsoft.com/office/drawing/2014/main" id="{49A95534-7070-8A7E-7F50-484B447D6D3A}"/>
                    </a:ext>
                  </a:extLst>
                </p:cNvPr>
                <p:cNvPicPr/>
                <p:nvPr/>
              </p:nvPicPr>
              <p:blipFill>
                <a:blip r:embed="rId193"/>
                <a:stretch>
                  <a:fillRect/>
                </a:stretch>
              </p:blipFill>
              <p:spPr>
                <a:xfrm>
                  <a:off x="3099360" y="1160520"/>
                  <a:ext cx="190080" cy="301680"/>
                </a:xfrm>
                <a:prstGeom prst="rect">
                  <a:avLst/>
                </a:prstGeom>
              </p:spPr>
            </p:pic>
          </mc:Fallback>
        </mc:AlternateContent>
      </p:grpSp>
      <p:grpSp>
        <p:nvGrpSpPr>
          <p:cNvPr id="122" name="Group 121">
            <a:extLst>
              <a:ext uri="{FF2B5EF4-FFF2-40B4-BE49-F238E27FC236}">
                <a16:creationId xmlns:a16="http://schemas.microsoft.com/office/drawing/2014/main" id="{257AB5DF-325C-3A4B-33E4-5CF38FB1F7BC}"/>
              </a:ext>
            </a:extLst>
          </p:cNvPr>
          <p:cNvGrpSpPr/>
          <p:nvPr/>
        </p:nvGrpSpPr>
        <p:grpSpPr>
          <a:xfrm>
            <a:off x="3527040" y="967560"/>
            <a:ext cx="121680" cy="427680"/>
            <a:chOff x="3527040" y="967560"/>
            <a:chExt cx="121680" cy="427680"/>
          </a:xfrm>
        </p:grpSpPr>
        <mc:AlternateContent xmlns:mc="http://schemas.openxmlformats.org/markup-compatibility/2006" xmlns:p14="http://schemas.microsoft.com/office/powerpoint/2010/main">
          <mc:Choice Requires="p14">
            <p:contentPart p14:bwMode="auto" r:id="rId194">
              <p14:nvContentPartPr>
                <p14:cNvPr id="104" name="Ink 103">
                  <a:extLst>
                    <a:ext uri="{FF2B5EF4-FFF2-40B4-BE49-F238E27FC236}">
                      <a16:creationId xmlns:a16="http://schemas.microsoft.com/office/drawing/2014/main" id="{1AF42F41-B135-1863-02D5-D8443E1DB4E2}"/>
                    </a:ext>
                  </a:extLst>
                </p14:cNvPr>
                <p14:cNvContentPartPr/>
                <p14:nvPr/>
              </p14:nvContentPartPr>
              <p14:xfrm>
                <a:off x="3527040" y="1101480"/>
                <a:ext cx="118080" cy="293760"/>
              </p14:xfrm>
            </p:contentPart>
          </mc:Choice>
          <mc:Fallback xmlns="">
            <p:pic>
              <p:nvPicPr>
                <p:cNvPr id="104" name="Ink 103">
                  <a:extLst>
                    <a:ext uri="{FF2B5EF4-FFF2-40B4-BE49-F238E27FC236}">
                      <a16:creationId xmlns:a16="http://schemas.microsoft.com/office/drawing/2014/main" id="{1AF42F41-B135-1863-02D5-D8443E1DB4E2}"/>
                    </a:ext>
                  </a:extLst>
                </p:cNvPr>
                <p:cNvPicPr/>
                <p:nvPr/>
              </p:nvPicPr>
              <p:blipFill>
                <a:blip r:embed="rId195"/>
                <a:stretch>
                  <a:fillRect/>
                </a:stretch>
              </p:blipFill>
              <p:spPr>
                <a:xfrm>
                  <a:off x="3522720" y="1097160"/>
                  <a:ext cx="1267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5" name="Ink 104">
                  <a:extLst>
                    <a:ext uri="{FF2B5EF4-FFF2-40B4-BE49-F238E27FC236}">
                      <a16:creationId xmlns:a16="http://schemas.microsoft.com/office/drawing/2014/main" id="{5CB50292-613B-3FBF-2AE2-58CC245F353C}"/>
                    </a:ext>
                  </a:extLst>
                </p14:cNvPr>
                <p14:cNvContentPartPr/>
                <p14:nvPr/>
              </p14:nvContentPartPr>
              <p14:xfrm>
                <a:off x="3621360" y="967560"/>
                <a:ext cx="27360" cy="30600"/>
              </p14:xfrm>
            </p:contentPart>
          </mc:Choice>
          <mc:Fallback xmlns="">
            <p:pic>
              <p:nvPicPr>
                <p:cNvPr id="105" name="Ink 104">
                  <a:extLst>
                    <a:ext uri="{FF2B5EF4-FFF2-40B4-BE49-F238E27FC236}">
                      <a16:creationId xmlns:a16="http://schemas.microsoft.com/office/drawing/2014/main" id="{5CB50292-613B-3FBF-2AE2-58CC245F353C}"/>
                    </a:ext>
                  </a:extLst>
                </p:cNvPr>
                <p:cNvPicPr/>
                <p:nvPr/>
              </p:nvPicPr>
              <p:blipFill>
                <a:blip r:embed="rId197"/>
                <a:stretch>
                  <a:fillRect/>
                </a:stretch>
              </p:blipFill>
              <p:spPr>
                <a:xfrm>
                  <a:off x="3617040" y="963240"/>
                  <a:ext cx="36000" cy="39240"/>
                </a:xfrm>
                <a:prstGeom prst="rect">
                  <a:avLst/>
                </a:prstGeom>
              </p:spPr>
            </p:pic>
          </mc:Fallback>
        </mc:AlternateContent>
      </p:grpSp>
      <p:grpSp>
        <p:nvGrpSpPr>
          <p:cNvPr id="121" name="Group 120">
            <a:extLst>
              <a:ext uri="{FF2B5EF4-FFF2-40B4-BE49-F238E27FC236}">
                <a16:creationId xmlns:a16="http://schemas.microsoft.com/office/drawing/2014/main" id="{013BE1B3-4988-7274-00C8-73609DCE5B96}"/>
              </a:ext>
            </a:extLst>
          </p:cNvPr>
          <p:cNvGrpSpPr/>
          <p:nvPr/>
        </p:nvGrpSpPr>
        <p:grpSpPr>
          <a:xfrm>
            <a:off x="3815400" y="950280"/>
            <a:ext cx="666720" cy="230760"/>
            <a:chOff x="3815400" y="950280"/>
            <a:chExt cx="666720" cy="230760"/>
          </a:xfrm>
        </p:grpSpPr>
        <mc:AlternateContent xmlns:mc="http://schemas.openxmlformats.org/markup-compatibility/2006" xmlns:p14="http://schemas.microsoft.com/office/powerpoint/2010/main">
          <mc:Choice Requires="p14">
            <p:contentPart p14:bwMode="auto" r:id="rId198">
              <p14:nvContentPartPr>
                <p14:cNvPr id="106" name="Ink 105">
                  <a:extLst>
                    <a:ext uri="{FF2B5EF4-FFF2-40B4-BE49-F238E27FC236}">
                      <a16:creationId xmlns:a16="http://schemas.microsoft.com/office/drawing/2014/main" id="{8F3D1650-1AC6-8B94-3511-9A6C0C52EB28}"/>
                    </a:ext>
                  </a:extLst>
                </p14:cNvPr>
                <p14:cNvContentPartPr/>
                <p14:nvPr/>
              </p14:nvContentPartPr>
              <p14:xfrm>
                <a:off x="3815400" y="950280"/>
                <a:ext cx="275760" cy="230760"/>
              </p14:xfrm>
            </p:contentPart>
          </mc:Choice>
          <mc:Fallback xmlns="">
            <p:pic>
              <p:nvPicPr>
                <p:cNvPr id="106" name="Ink 105">
                  <a:extLst>
                    <a:ext uri="{FF2B5EF4-FFF2-40B4-BE49-F238E27FC236}">
                      <a16:creationId xmlns:a16="http://schemas.microsoft.com/office/drawing/2014/main" id="{8F3D1650-1AC6-8B94-3511-9A6C0C52EB28}"/>
                    </a:ext>
                  </a:extLst>
                </p:cNvPr>
                <p:cNvPicPr/>
                <p:nvPr/>
              </p:nvPicPr>
              <p:blipFill>
                <a:blip r:embed="rId199"/>
                <a:stretch>
                  <a:fillRect/>
                </a:stretch>
              </p:blipFill>
              <p:spPr>
                <a:xfrm>
                  <a:off x="3811080" y="945960"/>
                  <a:ext cx="2844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7" name="Ink 106">
                  <a:extLst>
                    <a:ext uri="{FF2B5EF4-FFF2-40B4-BE49-F238E27FC236}">
                      <a16:creationId xmlns:a16="http://schemas.microsoft.com/office/drawing/2014/main" id="{0B150AFB-C7B3-C116-FD0D-9EC33AFAA924}"/>
                    </a:ext>
                  </a:extLst>
                </p14:cNvPr>
                <p14:cNvContentPartPr/>
                <p14:nvPr/>
              </p14:nvContentPartPr>
              <p14:xfrm>
                <a:off x="4239120" y="961440"/>
                <a:ext cx="243000" cy="145080"/>
              </p14:xfrm>
            </p:contentPart>
          </mc:Choice>
          <mc:Fallback xmlns="">
            <p:pic>
              <p:nvPicPr>
                <p:cNvPr id="107" name="Ink 106">
                  <a:extLst>
                    <a:ext uri="{FF2B5EF4-FFF2-40B4-BE49-F238E27FC236}">
                      <a16:creationId xmlns:a16="http://schemas.microsoft.com/office/drawing/2014/main" id="{0B150AFB-C7B3-C116-FD0D-9EC33AFAA924}"/>
                    </a:ext>
                  </a:extLst>
                </p:cNvPr>
                <p:cNvPicPr/>
                <p:nvPr/>
              </p:nvPicPr>
              <p:blipFill>
                <a:blip r:embed="rId201"/>
                <a:stretch>
                  <a:fillRect/>
                </a:stretch>
              </p:blipFill>
              <p:spPr>
                <a:xfrm>
                  <a:off x="4234800" y="957120"/>
                  <a:ext cx="251640" cy="153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2">
            <p14:nvContentPartPr>
              <p14:cNvPr id="108" name="Ink 107">
                <a:extLst>
                  <a:ext uri="{FF2B5EF4-FFF2-40B4-BE49-F238E27FC236}">
                    <a16:creationId xmlns:a16="http://schemas.microsoft.com/office/drawing/2014/main" id="{BD7CD7A8-0EB3-B4BB-9D66-2FB5F707BFA0}"/>
                  </a:ext>
                </a:extLst>
              </p14:cNvPr>
              <p14:cNvContentPartPr/>
              <p14:nvPr/>
            </p14:nvContentPartPr>
            <p14:xfrm>
              <a:off x="4707120" y="1030560"/>
              <a:ext cx="100440" cy="9720"/>
            </p14:xfrm>
          </p:contentPart>
        </mc:Choice>
        <mc:Fallback xmlns="">
          <p:pic>
            <p:nvPicPr>
              <p:cNvPr id="108" name="Ink 107">
                <a:extLst>
                  <a:ext uri="{FF2B5EF4-FFF2-40B4-BE49-F238E27FC236}">
                    <a16:creationId xmlns:a16="http://schemas.microsoft.com/office/drawing/2014/main" id="{BD7CD7A8-0EB3-B4BB-9D66-2FB5F707BFA0}"/>
                  </a:ext>
                </a:extLst>
              </p:cNvPr>
              <p:cNvPicPr/>
              <p:nvPr/>
            </p:nvPicPr>
            <p:blipFill>
              <a:blip r:embed="rId203"/>
              <a:stretch>
                <a:fillRect/>
              </a:stretch>
            </p:blipFill>
            <p:spPr>
              <a:xfrm>
                <a:off x="4702800" y="1026240"/>
                <a:ext cx="109080" cy="18360"/>
              </a:xfrm>
              <a:prstGeom prst="rect">
                <a:avLst/>
              </a:prstGeom>
            </p:spPr>
          </p:pic>
        </mc:Fallback>
      </mc:AlternateContent>
      <p:grpSp>
        <p:nvGrpSpPr>
          <p:cNvPr id="120" name="Group 119">
            <a:extLst>
              <a:ext uri="{FF2B5EF4-FFF2-40B4-BE49-F238E27FC236}">
                <a16:creationId xmlns:a16="http://schemas.microsoft.com/office/drawing/2014/main" id="{4EE28ACF-14CB-4B52-66BB-A5CE79796A47}"/>
              </a:ext>
            </a:extLst>
          </p:cNvPr>
          <p:cNvGrpSpPr/>
          <p:nvPr/>
        </p:nvGrpSpPr>
        <p:grpSpPr>
          <a:xfrm>
            <a:off x="5003400" y="946680"/>
            <a:ext cx="204480" cy="360000"/>
            <a:chOff x="5003400" y="946680"/>
            <a:chExt cx="204480" cy="360000"/>
          </a:xfrm>
        </p:grpSpPr>
        <mc:AlternateContent xmlns:mc="http://schemas.openxmlformats.org/markup-compatibility/2006" xmlns:p14="http://schemas.microsoft.com/office/powerpoint/2010/main">
          <mc:Choice Requires="p14">
            <p:contentPart p14:bwMode="auto" r:id="rId204">
              <p14:nvContentPartPr>
                <p14:cNvPr id="109" name="Ink 108">
                  <a:extLst>
                    <a:ext uri="{FF2B5EF4-FFF2-40B4-BE49-F238E27FC236}">
                      <a16:creationId xmlns:a16="http://schemas.microsoft.com/office/drawing/2014/main" id="{E7D8B9CD-7505-FCE4-BE9D-6D9C1F15922E}"/>
                    </a:ext>
                  </a:extLst>
                </p14:cNvPr>
                <p14:cNvContentPartPr/>
                <p14:nvPr/>
              </p14:nvContentPartPr>
              <p14:xfrm>
                <a:off x="5003400" y="946680"/>
                <a:ext cx="13680" cy="190080"/>
              </p14:xfrm>
            </p:contentPart>
          </mc:Choice>
          <mc:Fallback xmlns="">
            <p:pic>
              <p:nvPicPr>
                <p:cNvPr id="109" name="Ink 108">
                  <a:extLst>
                    <a:ext uri="{FF2B5EF4-FFF2-40B4-BE49-F238E27FC236}">
                      <a16:creationId xmlns:a16="http://schemas.microsoft.com/office/drawing/2014/main" id="{E7D8B9CD-7505-FCE4-BE9D-6D9C1F15922E}"/>
                    </a:ext>
                  </a:extLst>
                </p:cNvPr>
                <p:cNvPicPr/>
                <p:nvPr/>
              </p:nvPicPr>
              <p:blipFill>
                <a:blip r:embed="rId205"/>
                <a:stretch>
                  <a:fillRect/>
                </a:stretch>
              </p:blipFill>
              <p:spPr>
                <a:xfrm>
                  <a:off x="4999080" y="942360"/>
                  <a:ext cx="22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0" name="Ink 109">
                  <a:extLst>
                    <a:ext uri="{FF2B5EF4-FFF2-40B4-BE49-F238E27FC236}">
                      <a16:creationId xmlns:a16="http://schemas.microsoft.com/office/drawing/2014/main" id="{E4AF4479-98DD-2D81-25BD-E57DC0745FEA}"/>
                    </a:ext>
                  </a:extLst>
                </p14:cNvPr>
                <p14:cNvContentPartPr/>
                <p14:nvPr/>
              </p14:nvContentPartPr>
              <p14:xfrm>
                <a:off x="5163240" y="959640"/>
                <a:ext cx="17640" cy="36720"/>
              </p14:xfrm>
            </p:contentPart>
          </mc:Choice>
          <mc:Fallback xmlns="">
            <p:pic>
              <p:nvPicPr>
                <p:cNvPr id="110" name="Ink 109">
                  <a:extLst>
                    <a:ext uri="{FF2B5EF4-FFF2-40B4-BE49-F238E27FC236}">
                      <a16:creationId xmlns:a16="http://schemas.microsoft.com/office/drawing/2014/main" id="{E4AF4479-98DD-2D81-25BD-E57DC0745FEA}"/>
                    </a:ext>
                  </a:extLst>
                </p:cNvPr>
                <p:cNvPicPr/>
                <p:nvPr/>
              </p:nvPicPr>
              <p:blipFill>
                <a:blip r:embed="rId207"/>
                <a:stretch>
                  <a:fillRect/>
                </a:stretch>
              </p:blipFill>
              <p:spPr>
                <a:xfrm>
                  <a:off x="5158920" y="955320"/>
                  <a:ext cx="262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1" name="Ink 110">
                  <a:extLst>
                    <a:ext uri="{FF2B5EF4-FFF2-40B4-BE49-F238E27FC236}">
                      <a16:creationId xmlns:a16="http://schemas.microsoft.com/office/drawing/2014/main" id="{EAA93A88-0EE4-F6AA-8544-C7FF3BD4EDB2}"/>
                    </a:ext>
                  </a:extLst>
                </p14:cNvPr>
                <p14:cNvContentPartPr/>
                <p14:nvPr/>
              </p14:nvContentPartPr>
              <p14:xfrm>
                <a:off x="5072880" y="1120920"/>
                <a:ext cx="135000" cy="185760"/>
              </p14:xfrm>
            </p:contentPart>
          </mc:Choice>
          <mc:Fallback xmlns="">
            <p:pic>
              <p:nvPicPr>
                <p:cNvPr id="111" name="Ink 110">
                  <a:extLst>
                    <a:ext uri="{FF2B5EF4-FFF2-40B4-BE49-F238E27FC236}">
                      <a16:creationId xmlns:a16="http://schemas.microsoft.com/office/drawing/2014/main" id="{EAA93A88-0EE4-F6AA-8544-C7FF3BD4EDB2}"/>
                    </a:ext>
                  </a:extLst>
                </p:cNvPr>
                <p:cNvPicPr/>
                <p:nvPr/>
              </p:nvPicPr>
              <p:blipFill>
                <a:blip r:embed="rId209"/>
                <a:stretch>
                  <a:fillRect/>
                </a:stretch>
              </p:blipFill>
              <p:spPr>
                <a:xfrm>
                  <a:off x="5068560" y="1116600"/>
                  <a:ext cx="143640" cy="194400"/>
                </a:xfrm>
                <a:prstGeom prst="rect">
                  <a:avLst/>
                </a:prstGeom>
              </p:spPr>
            </p:pic>
          </mc:Fallback>
        </mc:AlternateContent>
      </p:grpSp>
      <p:grpSp>
        <p:nvGrpSpPr>
          <p:cNvPr id="119" name="Group 118">
            <a:extLst>
              <a:ext uri="{FF2B5EF4-FFF2-40B4-BE49-F238E27FC236}">
                <a16:creationId xmlns:a16="http://schemas.microsoft.com/office/drawing/2014/main" id="{47BE9F5A-4B59-CB71-2247-403142EBD78E}"/>
              </a:ext>
            </a:extLst>
          </p:cNvPr>
          <p:cNvGrpSpPr/>
          <p:nvPr/>
        </p:nvGrpSpPr>
        <p:grpSpPr>
          <a:xfrm>
            <a:off x="5526840" y="755160"/>
            <a:ext cx="1014480" cy="546840"/>
            <a:chOff x="5526840" y="755160"/>
            <a:chExt cx="1014480" cy="546840"/>
          </a:xfrm>
        </p:grpSpPr>
        <mc:AlternateContent xmlns:mc="http://schemas.openxmlformats.org/markup-compatibility/2006" xmlns:p14="http://schemas.microsoft.com/office/powerpoint/2010/main">
          <mc:Choice Requires="p14">
            <p:contentPart p14:bwMode="auto" r:id="rId210">
              <p14:nvContentPartPr>
                <p14:cNvPr id="112" name="Ink 111">
                  <a:extLst>
                    <a:ext uri="{FF2B5EF4-FFF2-40B4-BE49-F238E27FC236}">
                      <a16:creationId xmlns:a16="http://schemas.microsoft.com/office/drawing/2014/main" id="{8CDC06F7-4B53-4610-CEFE-914F2707E23C}"/>
                    </a:ext>
                  </a:extLst>
                </p14:cNvPr>
                <p14:cNvContentPartPr/>
                <p14:nvPr/>
              </p14:nvContentPartPr>
              <p14:xfrm>
                <a:off x="5526840" y="900240"/>
                <a:ext cx="156240" cy="225360"/>
              </p14:xfrm>
            </p:contentPart>
          </mc:Choice>
          <mc:Fallback xmlns="">
            <p:pic>
              <p:nvPicPr>
                <p:cNvPr id="112" name="Ink 111">
                  <a:extLst>
                    <a:ext uri="{FF2B5EF4-FFF2-40B4-BE49-F238E27FC236}">
                      <a16:creationId xmlns:a16="http://schemas.microsoft.com/office/drawing/2014/main" id="{8CDC06F7-4B53-4610-CEFE-914F2707E23C}"/>
                    </a:ext>
                  </a:extLst>
                </p:cNvPr>
                <p:cNvPicPr/>
                <p:nvPr/>
              </p:nvPicPr>
              <p:blipFill>
                <a:blip r:embed="rId211"/>
                <a:stretch>
                  <a:fillRect/>
                </a:stretch>
              </p:blipFill>
              <p:spPr>
                <a:xfrm>
                  <a:off x="5522520" y="895920"/>
                  <a:ext cx="1648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3" name="Ink 112">
                  <a:extLst>
                    <a:ext uri="{FF2B5EF4-FFF2-40B4-BE49-F238E27FC236}">
                      <a16:creationId xmlns:a16="http://schemas.microsoft.com/office/drawing/2014/main" id="{C56A58BB-FA0B-8E6D-A0B5-AA88CD08AF86}"/>
                    </a:ext>
                  </a:extLst>
                </p14:cNvPr>
                <p14:cNvContentPartPr/>
                <p14:nvPr/>
              </p14:nvContentPartPr>
              <p14:xfrm>
                <a:off x="5530800" y="782160"/>
                <a:ext cx="33120" cy="56520"/>
              </p14:xfrm>
            </p:contentPart>
          </mc:Choice>
          <mc:Fallback xmlns="">
            <p:pic>
              <p:nvPicPr>
                <p:cNvPr id="113" name="Ink 112">
                  <a:extLst>
                    <a:ext uri="{FF2B5EF4-FFF2-40B4-BE49-F238E27FC236}">
                      <a16:creationId xmlns:a16="http://schemas.microsoft.com/office/drawing/2014/main" id="{C56A58BB-FA0B-8E6D-A0B5-AA88CD08AF86}"/>
                    </a:ext>
                  </a:extLst>
                </p:cNvPr>
                <p:cNvPicPr/>
                <p:nvPr/>
              </p:nvPicPr>
              <p:blipFill>
                <a:blip r:embed="rId213"/>
                <a:stretch>
                  <a:fillRect/>
                </a:stretch>
              </p:blipFill>
              <p:spPr>
                <a:xfrm>
                  <a:off x="5526480" y="777840"/>
                  <a:ext cx="41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14" name="Ink 113">
                  <a:extLst>
                    <a:ext uri="{FF2B5EF4-FFF2-40B4-BE49-F238E27FC236}">
                      <a16:creationId xmlns:a16="http://schemas.microsoft.com/office/drawing/2014/main" id="{EB0E4919-423C-B6CB-C0A5-576415717102}"/>
                    </a:ext>
                  </a:extLst>
                </p14:cNvPr>
                <p14:cNvContentPartPr/>
                <p14:nvPr/>
              </p14:nvContentPartPr>
              <p14:xfrm>
                <a:off x="5873520" y="871080"/>
                <a:ext cx="18000" cy="200520"/>
              </p14:xfrm>
            </p:contentPart>
          </mc:Choice>
          <mc:Fallback xmlns="">
            <p:pic>
              <p:nvPicPr>
                <p:cNvPr id="114" name="Ink 113">
                  <a:extLst>
                    <a:ext uri="{FF2B5EF4-FFF2-40B4-BE49-F238E27FC236}">
                      <a16:creationId xmlns:a16="http://schemas.microsoft.com/office/drawing/2014/main" id="{EB0E4919-423C-B6CB-C0A5-576415717102}"/>
                    </a:ext>
                  </a:extLst>
                </p:cNvPr>
                <p:cNvPicPr/>
                <p:nvPr/>
              </p:nvPicPr>
              <p:blipFill>
                <a:blip r:embed="rId215"/>
                <a:stretch>
                  <a:fillRect/>
                </a:stretch>
              </p:blipFill>
              <p:spPr>
                <a:xfrm>
                  <a:off x="5869200" y="866760"/>
                  <a:ext cx="26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5" name="Ink 114">
                  <a:extLst>
                    <a:ext uri="{FF2B5EF4-FFF2-40B4-BE49-F238E27FC236}">
                      <a16:creationId xmlns:a16="http://schemas.microsoft.com/office/drawing/2014/main" id="{DB484037-DDA4-22BC-4A62-9085A7314087}"/>
                    </a:ext>
                  </a:extLst>
                </p14:cNvPr>
                <p14:cNvContentPartPr/>
                <p14:nvPr/>
              </p14:nvContentPartPr>
              <p14:xfrm>
                <a:off x="5821680" y="959640"/>
                <a:ext cx="106200" cy="30600"/>
              </p14:xfrm>
            </p:contentPart>
          </mc:Choice>
          <mc:Fallback xmlns="">
            <p:pic>
              <p:nvPicPr>
                <p:cNvPr id="115" name="Ink 114">
                  <a:extLst>
                    <a:ext uri="{FF2B5EF4-FFF2-40B4-BE49-F238E27FC236}">
                      <a16:creationId xmlns:a16="http://schemas.microsoft.com/office/drawing/2014/main" id="{DB484037-DDA4-22BC-4A62-9085A7314087}"/>
                    </a:ext>
                  </a:extLst>
                </p:cNvPr>
                <p:cNvPicPr/>
                <p:nvPr/>
              </p:nvPicPr>
              <p:blipFill>
                <a:blip r:embed="rId217"/>
                <a:stretch>
                  <a:fillRect/>
                </a:stretch>
              </p:blipFill>
              <p:spPr>
                <a:xfrm>
                  <a:off x="5817360" y="955320"/>
                  <a:ext cx="114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6" name="Ink 115">
                  <a:extLst>
                    <a:ext uri="{FF2B5EF4-FFF2-40B4-BE49-F238E27FC236}">
                      <a16:creationId xmlns:a16="http://schemas.microsoft.com/office/drawing/2014/main" id="{19A11662-7978-30FB-8E73-464AA467C80B}"/>
                    </a:ext>
                  </a:extLst>
                </p14:cNvPr>
                <p14:cNvContentPartPr/>
                <p14:nvPr/>
              </p14:nvContentPartPr>
              <p14:xfrm>
                <a:off x="6089160" y="857400"/>
                <a:ext cx="21600" cy="148320"/>
              </p14:xfrm>
            </p:contentPart>
          </mc:Choice>
          <mc:Fallback xmlns="">
            <p:pic>
              <p:nvPicPr>
                <p:cNvPr id="116" name="Ink 115">
                  <a:extLst>
                    <a:ext uri="{FF2B5EF4-FFF2-40B4-BE49-F238E27FC236}">
                      <a16:creationId xmlns:a16="http://schemas.microsoft.com/office/drawing/2014/main" id="{19A11662-7978-30FB-8E73-464AA467C80B}"/>
                    </a:ext>
                  </a:extLst>
                </p:cNvPr>
                <p:cNvPicPr/>
                <p:nvPr/>
              </p:nvPicPr>
              <p:blipFill>
                <a:blip r:embed="rId219"/>
                <a:stretch>
                  <a:fillRect/>
                </a:stretch>
              </p:blipFill>
              <p:spPr>
                <a:xfrm>
                  <a:off x="6084840" y="853080"/>
                  <a:ext cx="30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7" name="Ink 116">
                  <a:extLst>
                    <a:ext uri="{FF2B5EF4-FFF2-40B4-BE49-F238E27FC236}">
                      <a16:creationId xmlns:a16="http://schemas.microsoft.com/office/drawing/2014/main" id="{67B003BC-A54E-DA05-3AAA-F73744AB85ED}"/>
                    </a:ext>
                  </a:extLst>
                </p14:cNvPr>
                <p14:cNvContentPartPr/>
                <p14:nvPr/>
              </p14:nvContentPartPr>
              <p14:xfrm>
                <a:off x="6031200" y="950280"/>
                <a:ext cx="181440" cy="15120"/>
              </p14:xfrm>
            </p:contentPart>
          </mc:Choice>
          <mc:Fallback xmlns="">
            <p:pic>
              <p:nvPicPr>
                <p:cNvPr id="117" name="Ink 116">
                  <a:extLst>
                    <a:ext uri="{FF2B5EF4-FFF2-40B4-BE49-F238E27FC236}">
                      <a16:creationId xmlns:a16="http://schemas.microsoft.com/office/drawing/2014/main" id="{67B003BC-A54E-DA05-3AAA-F73744AB85ED}"/>
                    </a:ext>
                  </a:extLst>
                </p:cNvPr>
                <p:cNvPicPr/>
                <p:nvPr/>
              </p:nvPicPr>
              <p:blipFill>
                <a:blip r:embed="rId221"/>
                <a:stretch>
                  <a:fillRect/>
                </a:stretch>
              </p:blipFill>
              <p:spPr>
                <a:xfrm>
                  <a:off x="6026880" y="945960"/>
                  <a:ext cx="19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8" name="Ink 117">
                  <a:extLst>
                    <a:ext uri="{FF2B5EF4-FFF2-40B4-BE49-F238E27FC236}">
                      <a16:creationId xmlns:a16="http://schemas.microsoft.com/office/drawing/2014/main" id="{E3180ED7-5786-7F6B-79F3-2C2B84248328}"/>
                    </a:ext>
                  </a:extLst>
                </p14:cNvPr>
                <p14:cNvContentPartPr/>
                <p14:nvPr/>
              </p14:nvContentPartPr>
              <p14:xfrm>
                <a:off x="6295080" y="755160"/>
                <a:ext cx="246240" cy="546840"/>
              </p14:xfrm>
            </p:contentPart>
          </mc:Choice>
          <mc:Fallback xmlns="">
            <p:pic>
              <p:nvPicPr>
                <p:cNvPr id="118" name="Ink 117">
                  <a:extLst>
                    <a:ext uri="{FF2B5EF4-FFF2-40B4-BE49-F238E27FC236}">
                      <a16:creationId xmlns:a16="http://schemas.microsoft.com/office/drawing/2014/main" id="{E3180ED7-5786-7F6B-79F3-2C2B84248328}"/>
                    </a:ext>
                  </a:extLst>
                </p:cNvPr>
                <p:cNvPicPr/>
                <p:nvPr/>
              </p:nvPicPr>
              <p:blipFill>
                <a:blip r:embed="rId223"/>
                <a:stretch>
                  <a:fillRect/>
                </a:stretch>
              </p:blipFill>
              <p:spPr>
                <a:xfrm>
                  <a:off x="6290760" y="750840"/>
                  <a:ext cx="254880" cy="555480"/>
                </a:xfrm>
                <a:prstGeom prst="rect">
                  <a:avLst/>
                </a:prstGeom>
              </p:spPr>
            </p:pic>
          </mc:Fallback>
        </mc:AlternateContent>
      </p:grpSp>
      <p:grpSp>
        <p:nvGrpSpPr>
          <p:cNvPr id="129" name="Group 128">
            <a:extLst>
              <a:ext uri="{FF2B5EF4-FFF2-40B4-BE49-F238E27FC236}">
                <a16:creationId xmlns:a16="http://schemas.microsoft.com/office/drawing/2014/main" id="{55CFBAA8-BF8E-D8B1-B4CE-A56B54620E0D}"/>
              </a:ext>
            </a:extLst>
          </p:cNvPr>
          <p:cNvGrpSpPr/>
          <p:nvPr/>
        </p:nvGrpSpPr>
        <p:grpSpPr>
          <a:xfrm>
            <a:off x="4886040" y="3979320"/>
            <a:ext cx="1506240" cy="566640"/>
            <a:chOff x="4886040" y="3979320"/>
            <a:chExt cx="1506240" cy="566640"/>
          </a:xfrm>
        </p:grpSpPr>
        <mc:AlternateContent xmlns:mc="http://schemas.openxmlformats.org/markup-compatibility/2006" xmlns:p14="http://schemas.microsoft.com/office/powerpoint/2010/main">
          <mc:Choice Requires="p14">
            <p:contentPart p14:bwMode="auto" r:id="rId224">
              <p14:nvContentPartPr>
                <p14:cNvPr id="124" name="Ink 123">
                  <a:extLst>
                    <a:ext uri="{FF2B5EF4-FFF2-40B4-BE49-F238E27FC236}">
                      <a16:creationId xmlns:a16="http://schemas.microsoft.com/office/drawing/2014/main" id="{A2B2A141-8014-E31C-7886-F6A55A80D1AF}"/>
                    </a:ext>
                  </a:extLst>
                </p14:cNvPr>
                <p14:cNvContentPartPr/>
                <p14:nvPr/>
              </p14:nvContentPartPr>
              <p14:xfrm>
                <a:off x="4886040" y="4008480"/>
                <a:ext cx="466560" cy="537480"/>
              </p14:xfrm>
            </p:contentPart>
          </mc:Choice>
          <mc:Fallback xmlns="">
            <p:pic>
              <p:nvPicPr>
                <p:cNvPr id="124" name="Ink 123">
                  <a:extLst>
                    <a:ext uri="{FF2B5EF4-FFF2-40B4-BE49-F238E27FC236}">
                      <a16:creationId xmlns:a16="http://schemas.microsoft.com/office/drawing/2014/main" id="{A2B2A141-8014-E31C-7886-F6A55A80D1AF}"/>
                    </a:ext>
                  </a:extLst>
                </p:cNvPr>
                <p:cNvPicPr/>
                <p:nvPr/>
              </p:nvPicPr>
              <p:blipFill>
                <a:blip r:embed="rId225"/>
                <a:stretch>
                  <a:fillRect/>
                </a:stretch>
              </p:blipFill>
              <p:spPr>
                <a:xfrm>
                  <a:off x="4881720" y="4004160"/>
                  <a:ext cx="47520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5" name="Ink 124">
                  <a:extLst>
                    <a:ext uri="{FF2B5EF4-FFF2-40B4-BE49-F238E27FC236}">
                      <a16:creationId xmlns:a16="http://schemas.microsoft.com/office/drawing/2014/main" id="{1B4746CA-83E1-5622-A566-1FDE3B7197A2}"/>
                    </a:ext>
                  </a:extLst>
                </p14:cNvPr>
                <p14:cNvContentPartPr/>
                <p14:nvPr/>
              </p14:nvContentPartPr>
              <p14:xfrm>
                <a:off x="5417040" y="4040880"/>
                <a:ext cx="298800" cy="497520"/>
              </p14:xfrm>
            </p:contentPart>
          </mc:Choice>
          <mc:Fallback xmlns="">
            <p:pic>
              <p:nvPicPr>
                <p:cNvPr id="125" name="Ink 124">
                  <a:extLst>
                    <a:ext uri="{FF2B5EF4-FFF2-40B4-BE49-F238E27FC236}">
                      <a16:creationId xmlns:a16="http://schemas.microsoft.com/office/drawing/2014/main" id="{1B4746CA-83E1-5622-A566-1FDE3B7197A2}"/>
                    </a:ext>
                  </a:extLst>
                </p:cNvPr>
                <p:cNvPicPr/>
                <p:nvPr/>
              </p:nvPicPr>
              <p:blipFill>
                <a:blip r:embed="rId227"/>
                <a:stretch>
                  <a:fillRect/>
                </a:stretch>
              </p:blipFill>
              <p:spPr>
                <a:xfrm>
                  <a:off x="5412720" y="4036560"/>
                  <a:ext cx="307440"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6" name="Ink 125">
                  <a:extLst>
                    <a:ext uri="{FF2B5EF4-FFF2-40B4-BE49-F238E27FC236}">
                      <a16:creationId xmlns:a16="http://schemas.microsoft.com/office/drawing/2014/main" id="{F569021F-3111-2CF2-3AE4-6CF5C2C36C44}"/>
                    </a:ext>
                  </a:extLst>
                </p14:cNvPr>
                <p14:cNvContentPartPr/>
                <p14:nvPr/>
              </p14:nvContentPartPr>
              <p14:xfrm>
                <a:off x="5725200" y="4273080"/>
                <a:ext cx="212040" cy="151560"/>
              </p14:xfrm>
            </p:contentPart>
          </mc:Choice>
          <mc:Fallback xmlns="">
            <p:pic>
              <p:nvPicPr>
                <p:cNvPr id="126" name="Ink 125">
                  <a:extLst>
                    <a:ext uri="{FF2B5EF4-FFF2-40B4-BE49-F238E27FC236}">
                      <a16:creationId xmlns:a16="http://schemas.microsoft.com/office/drawing/2014/main" id="{F569021F-3111-2CF2-3AE4-6CF5C2C36C44}"/>
                    </a:ext>
                  </a:extLst>
                </p:cNvPr>
                <p:cNvPicPr/>
                <p:nvPr/>
              </p:nvPicPr>
              <p:blipFill>
                <a:blip r:embed="rId229"/>
                <a:stretch>
                  <a:fillRect/>
                </a:stretch>
              </p:blipFill>
              <p:spPr>
                <a:xfrm>
                  <a:off x="5720880" y="4268760"/>
                  <a:ext cx="2206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27" name="Ink 126">
                  <a:extLst>
                    <a:ext uri="{FF2B5EF4-FFF2-40B4-BE49-F238E27FC236}">
                      <a16:creationId xmlns:a16="http://schemas.microsoft.com/office/drawing/2014/main" id="{5C5F85F3-46FB-79D6-47CE-168F4E17E583}"/>
                    </a:ext>
                  </a:extLst>
                </p14:cNvPr>
                <p14:cNvContentPartPr/>
                <p14:nvPr/>
              </p14:nvContentPartPr>
              <p14:xfrm>
                <a:off x="5922480" y="4085880"/>
                <a:ext cx="192240" cy="101880"/>
              </p14:xfrm>
            </p:contentPart>
          </mc:Choice>
          <mc:Fallback xmlns="">
            <p:pic>
              <p:nvPicPr>
                <p:cNvPr id="127" name="Ink 126">
                  <a:extLst>
                    <a:ext uri="{FF2B5EF4-FFF2-40B4-BE49-F238E27FC236}">
                      <a16:creationId xmlns:a16="http://schemas.microsoft.com/office/drawing/2014/main" id="{5C5F85F3-46FB-79D6-47CE-168F4E17E583}"/>
                    </a:ext>
                  </a:extLst>
                </p:cNvPr>
                <p:cNvPicPr/>
                <p:nvPr/>
              </p:nvPicPr>
              <p:blipFill>
                <a:blip r:embed="rId231"/>
                <a:stretch>
                  <a:fillRect/>
                </a:stretch>
              </p:blipFill>
              <p:spPr>
                <a:xfrm>
                  <a:off x="5918160" y="4081560"/>
                  <a:ext cx="2008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28" name="Ink 127">
                  <a:extLst>
                    <a:ext uri="{FF2B5EF4-FFF2-40B4-BE49-F238E27FC236}">
                      <a16:creationId xmlns:a16="http://schemas.microsoft.com/office/drawing/2014/main" id="{39636F90-150F-18B0-C79D-2D692790B2A5}"/>
                    </a:ext>
                  </a:extLst>
                </p14:cNvPr>
                <p14:cNvContentPartPr/>
                <p14:nvPr/>
              </p14:nvContentPartPr>
              <p14:xfrm>
                <a:off x="6166200" y="3979320"/>
                <a:ext cx="226080" cy="524520"/>
              </p14:xfrm>
            </p:contentPart>
          </mc:Choice>
          <mc:Fallback xmlns="">
            <p:pic>
              <p:nvPicPr>
                <p:cNvPr id="128" name="Ink 127">
                  <a:extLst>
                    <a:ext uri="{FF2B5EF4-FFF2-40B4-BE49-F238E27FC236}">
                      <a16:creationId xmlns:a16="http://schemas.microsoft.com/office/drawing/2014/main" id="{39636F90-150F-18B0-C79D-2D692790B2A5}"/>
                    </a:ext>
                  </a:extLst>
                </p:cNvPr>
                <p:cNvPicPr/>
                <p:nvPr/>
              </p:nvPicPr>
              <p:blipFill>
                <a:blip r:embed="rId233"/>
                <a:stretch>
                  <a:fillRect/>
                </a:stretch>
              </p:blipFill>
              <p:spPr>
                <a:xfrm>
                  <a:off x="6161880" y="3975000"/>
                  <a:ext cx="234720" cy="533160"/>
                </a:xfrm>
                <a:prstGeom prst="rect">
                  <a:avLst/>
                </a:prstGeom>
              </p:spPr>
            </p:pic>
          </mc:Fallback>
        </mc:AlternateContent>
      </p:grpSp>
      <p:grpSp>
        <p:nvGrpSpPr>
          <p:cNvPr id="152" name="Group 151">
            <a:extLst>
              <a:ext uri="{FF2B5EF4-FFF2-40B4-BE49-F238E27FC236}">
                <a16:creationId xmlns:a16="http://schemas.microsoft.com/office/drawing/2014/main" id="{822EB327-B867-646B-F436-A174D40D3DD0}"/>
              </a:ext>
            </a:extLst>
          </p:cNvPr>
          <p:cNvGrpSpPr/>
          <p:nvPr/>
        </p:nvGrpSpPr>
        <p:grpSpPr>
          <a:xfrm>
            <a:off x="3258120" y="5139960"/>
            <a:ext cx="1245960" cy="416160"/>
            <a:chOff x="3258120" y="5139960"/>
            <a:chExt cx="1245960" cy="416160"/>
          </a:xfrm>
        </p:grpSpPr>
        <mc:AlternateContent xmlns:mc="http://schemas.openxmlformats.org/markup-compatibility/2006" xmlns:p14="http://schemas.microsoft.com/office/powerpoint/2010/main">
          <mc:Choice Requires="p14">
            <p:contentPart p14:bwMode="auto" r:id="rId234">
              <p14:nvContentPartPr>
                <p14:cNvPr id="130" name="Ink 129">
                  <a:extLst>
                    <a:ext uri="{FF2B5EF4-FFF2-40B4-BE49-F238E27FC236}">
                      <a16:creationId xmlns:a16="http://schemas.microsoft.com/office/drawing/2014/main" id="{C26667EA-36B6-AF68-DE79-17F80B0FF512}"/>
                    </a:ext>
                  </a:extLst>
                </p14:cNvPr>
                <p14:cNvContentPartPr/>
                <p14:nvPr/>
              </p14:nvContentPartPr>
              <p14:xfrm>
                <a:off x="3592560" y="5311320"/>
                <a:ext cx="63720" cy="244800"/>
              </p14:xfrm>
            </p:contentPart>
          </mc:Choice>
          <mc:Fallback xmlns="">
            <p:pic>
              <p:nvPicPr>
                <p:cNvPr id="130" name="Ink 129">
                  <a:extLst>
                    <a:ext uri="{FF2B5EF4-FFF2-40B4-BE49-F238E27FC236}">
                      <a16:creationId xmlns:a16="http://schemas.microsoft.com/office/drawing/2014/main" id="{C26667EA-36B6-AF68-DE79-17F80B0FF512}"/>
                    </a:ext>
                  </a:extLst>
                </p:cNvPr>
                <p:cNvPicPr/>
                <p:nvPr/>
              </p:nvPicPr>
              <p:blipFill>
                <a:blip r:embed="rId235"/>
                <a:stretch>
                  <a:fillRect/>
                </a:stretch>
              </p:blipFill>
              <p:spPr>
                <a:xfrm>
                  <a:off x="3588240" y="5307000"/>
                  <a:ext cx="723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1" name="Ink 130">
                  <a:extLst>
                    <a:ext uri="{FF2B5EF4-FFF2-40B4-BE49-F238E27FC236}">
                      <a16:creationId xmlns:a16="http://schemas.microsoft.com/office/drawing/2014/main" id="{97B84F70-A2E6-D191-A194-F3757B1193CE}"/>
                    </a:ext>
                  </a:extLst>
                </p14:cNvPr>
                <p14:cNvContentPartPr/>
                <p14:nvPr/>
              </p14:nvContentPartPr>
              <p14:xfrm>
                <a:off x="3258120" y="5139960"/>
                <a:ext cx="533160" cy="97200"/>
              </p14:xfrm>
            </p:contentPart>
          </mc:Choice>
          <mc:Fallback xmlns="">
            <p:pic>
              <p:nvPicPr>
                <p:cNvPr id="131" name="Ink 130">
                  <a:extLst>
                    <a:ext uri="{FF2B5EF4-FFF2-40B4-BE49-F238E27FC236}">
                      <a16:creationId xmlns:a16="http://schemas.microsoft.com/office/drawing/2014/main" id="{97B84F70-A2E6-D191-A194-F3757B1193CE}"/>
                    </a:ext>
                  </a:extLst>
                </p:cNvPr>
                <p:cNvPicPr/>
                <p:nvPr/>
              </p:nvPicPr>
              <p:blipFill>
                <a:blip r:embed="rId237"/>
                <a:stretch>
                  <a:fillRect/>
                </a:stretch>
              </p:blipFill>
              <p:spPr>
                <a:xfrm>
                  <a:off x="3253800" y="5135640"/>
                  <a:ext cx="5418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2" name="Ink 131">
                  <a:extLst>
                    <a:ext uri="{FF2B5EF4-FFF2-40B4-BE49-F238E27FC236}">
                      <a16:creationId xmlns:a16="http://schemas.microsoft.com/office/drawing/2014/main" id="{ABD35770-8E8D-A193-E49D-A6E784789A5D}"/>
                    </a:ext>
                  </a:extLst>
                </p14:cNvPr>
                <p14:cNvContentPartPr/>
                <p14:nvPr/>
              </p14:nvContentPartPr>
              <p14:xfrm>
                <a:off x="3896760" y="5235000"/>
                <a:ext cx="137160" cy="303480"/>
              </p14:xfrm>
            </p:contentPart>
          </mc:Choice>
          <mc:Fallback xmlns="">
            <p:pic>
              <p:nvPicPr>
                <p:cNvPr id="132" name="Ink 131">
                  <a:extLst>
                    <a:ext uri="{FF2B5EF4-FFF2-40B4-BE49-F238E27FC236}">
                      <a16:creationId xmlns:a16="http://schemas.microsoft.com/office/drawing/2014/main" id="{ABD35770-8E8D-A193-E49D-A6E784789A5D}"/>
                    </a:ext>
                  </a:extLst>
                </p:cNvPr>
                <p:cNvPicPr/>
                <p:nvPr/>
              </p:nvPicPr>
              <p:blipFill>
                <a:blip r:embed="rId239"/>
                <a:stretch>
                  <a:fillRect/>
                </a:stretch>
              </p:blipFill>
              <p:spPr>
                <a:xfrm>
                  <a:off x="3892440" y="5230680"/>
                  <a:ext cx="14580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3" name="Ink 132">
                  <a:extLst>
                    <a:ext uri="{FF2B5EF4-FFF2-40B4-BE49-F238E27FC236}">
                      <a16:creationId xmlns:a16="http://schemas.microsoft.com/office/drawing/2014/main" id="{2610189D-D048-7923-6485-924071F645DD}"/>
                    </a:ext>
                  </a:extLst>
                </p14:cNvPr>
                <p14:cNvContentPartPr/>
                <p14:nvPr/>
              </p14:nvContentPartPr>
              <p14:xfrm>
                <a:off x="4081440" y="5345520"/>
                <a:ext cx="208080" cy="87480"/>
              </p14:xfrm>
            </p:contentPart>
          </mc:Choice>
          <mc:Fallback xmlns="">
            <p:pic>
              <p:nvPicPr>
                <p:cNvPr id="133" name="Ink 132">
                  <a:extLst>
                    <a:ext uri="{FF2B5EF4-FFF2-40B4-BE49-F238E27FC236}">
                      <a16:creationId xmlns:a16="http://schemas.microsoft.com/office/drawing/2014/main" id="{2610189D-D048-7923-6485-924071F645DD}"/>
                    </a:ext>
                  </a:extLst>
                </p:cNvPr>
                <p:cNvPicPr/>
                <p:nvPr/>
              </p:nvPicPr>
              <p:blipFill>
                <a:blip r:embed="rId241"/>
                <a:stretch>
                  <a:fillRect/>
                </a:stretch>
              </p:blipFill>
              <p:spPr>
                <a:xfrm>
                  <a:off x="4077120" y="5341200"/>
                  <a:ext cx="2167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34" name="Ink 133">
                  <a:extLst>
                    <a:ext uri="{FF2B5EF4-FFF2-40B4-BE49-F238E27FC236}">
                      <a16:creationId xmlns:a16="http://schemas.microsoft.com/office/drawing/2014/main" id="{C9009414-7153-0B9F-3AD8-432832222E8A}"/>
                    </a:ext>
                  </a:extLst>
                </p14:cNvPr>
                <p14:cNvContentPartPr/>
                <p14:nvPr/>
              </p14:nvContentPartPr>
              <p14:xfrm>
                <a:off x="4381680" y="5169480"/>
                <a:ext cx="122400" cy="375480"/>
              </p14:xfrm>
            </p:contentPart>
          </mc:Choice>
          <mc:Fallback xmlns="">
            <p:pic>
              <p:nvPicPr>
                <p:cNvPr id="134" name="Ink 133">
                  <a:extLst>
                    <a:ext uri="{FF2B5EF4-FFF2-40B4-BE49-F238E27FC236}">
                      <a16:creationId xmlns:a16="http://schemas.microsoft.com/office/drawing/2014/main" id="{C9009414-7153-0B9F-3AD8-432832222E8A}"/>
                    </a:ext>
                  </a:extLst>
                </p:cNvPr>
                <p:cNvPicPr/>
                <p:nvPr/>
              </p:nvPicPr>
              <p:blipFill>
                <a:blip r:embed="rId243"/>
                <a:stretch>
                  <a:fillRect/>
                </a:stretch>
              </p:blipFill>
              <p:spPr>
                <a:xfrm>
                  <a:off x="4377360" y="5165160"/>
                  <a:ext cx="131040" cy="384120"/>
                </a:xfrm>
                <a:prstGeom prst="rect">
                  <a:avLst/>
                </a:prstGeom>
              </p:spPr>
            </p:pic>
          </mc:Fallback>
        </mc:AlternateContent>
      </p:grpSp>
      <p:grpSp>
        <p:nvGrpSpPr>
          <p:cNvPr id="151" name="Group 150">
            <a:extLst>
              <a:ext uri="{FF2B5EF4-FFF2-40B4-BE49-F238E27FC236}">
                <a16:creationId xmlns:a16="http://schemas.microsoft.com/office/drawing/2014/main" id="{045F30DB-62CA-E7F7-093A-79136174F634}"/>
              </a:ext>
            </a:extLst>
          </p:cNvPr>
          <p:cNvGrpSpPr/>
          <p:nvPr/>
        </p:nvGrpSpPr>
        <p:grpSpPr>
          <a:xfrm>
            <a:off x="4855080" y="5325360"/>
            <a:ext cx="171720" cy="111960"/>
            <a:chOff x="4855080" y="5325360"/>
            <a:chExt cx="171720" cy="111960"/>
          </a:xfrm>
        </p:grpSpPr>
        <mc:AlternateContent xmlns:mc="http://schemas.openxmlformats.org/markup-compatibility/2006" xmlns:p14="http://schemas.microsoft.com/office/powerpoint/2010/main">
          <mc:Choice Requires="p14">
            <p:contentPart p14:bwMode="auto" r:id="rId244">
              <p14:nvContentPartPr>
                <p14:cNvPr id="135" name="Ink 134">
                  <a:extLst>
                    <a:ext uri="{FF2B5EF4-FFF2-40B4-BE49-F238E27FC236}">
                      <a16:creationId xmlns:a16="http://schemas.microsoft.com/office/drawing/2014/main" id="{6D1DC1A1-2C01-E695-A4E0-585D48ADFE8A}"/>
                    </a:ext>
                  </a:extLst>
                </p14:cNvPr>
                <p14:cNvContentPartPr/>
                <p14:nvPr/>
              </p14:nvContentPartPr>
              <p14:xfrm>
                <a:off x="4879560" y="5325360"/>
                <a:ext cx="141480" cy="15120"/>
              </p14:xfrm>
            </p:contentPart>
          </mc:Choice>
          <mc:Fallback xmlns="">
            <p:pic>
              <p:nvPicPr>
                <p:cNvPr id="135" name="Ink 134">
                  <a:extLst>
                    <a:ext uri="{FF2B5EF4-FFF2-40B4-BE49-F238E27FC236}">
                      <a16:creationId xmlns:a16="http://schemas.microsoft.com/office/drawing/2014/main" id="{6D1DC1A1-2C01-E695-A4E0-585D48ADFE8A}"/>
                    </a:ext>
                  </a:extLst>
                </p:cNvPr>
                <p:cNvPicPr/>
                <p:nvPr/>
              </p:nvPicPr>
              <p:blipFill>
                <a:blip r:embed="rId245"/>
                <a:stretch>
                  <a:fillRect/>
                </a:stretch>
              </p:blipFill>
              <p:spPr>
                <a:xfrm>
                  <a:off x="4875240" y="5321040"/>
                  <a:ext cx="1501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36" name="Ink 135">
                  <a:extLst>
                    <a:ext uri="{FF2B5EF4-FFF2-40B4-BE49-F238E27FC236}">
                      <a16:creationId xmlns:a16="http://schemas.microsoft.com/office/drawing/2014/main" id="{1417E035-26FF-39FE-7847-53DE6E3F0767}"/>
                    </a:ext>
                  </a:extLst>
                </p14:cNvPr>
                <p14:cNvContentPartPr/>
                <p14:nvPr/>
              </p14:nvContentPartPr>
              <p14:xfrm>
                <a:off x="4855080" y="5334000"/>
                <a:ext cx="171720" cy="103320"/>
              </p14:xfrm>
            </p:contentPart>
          </mc:Choice>
          <mc:Fallback xmlns="">
            <p:pic>
              <p:nvPicPr>
                <p:cNvPr id="136" name="Ink 135">
                  <a:extLst>
                    <a:ext uri="{FF2B5EF4-FFF2-40B4-BE49-F238E27FC236}">
                      <a16:creationId xmlns:a16="http://schemas.microsoft.com/office/drawing/2014/main" id="{1417E035-26FF-39FE-7847-53DE6E3F0767}"/>
                    </a:ext>
                  </a:extLst>
                </p:cNvPr>
                <p:cNvPicPr/>
                <p:nvPr/>
              </p:nvPicPr>
              <p:blipFill>
                <a:blip r:embed="rId247"/>
                <a:stretch>
                  <a:fillRect/>
                </a:stretch>
              </p:blipFill>
              <p:spPr>
                <a:xfrm>
                  <a:off x="4850760" y="5329680"/>
                  <a:ext cx="180360" cy="111960"/>
                </a:xfrm>
                <a:prstGeom prst="rect">
                  <a:avLst/>
                </a:prstGeom>
              </p:spPr>
            </p:pic>
          </mc:Fallback>
        </mc:AlternateContent>
      </p:grpSp>
      <p:grpSp>
        <p:nvGrpSpPr>
          <p:cNvPr id="155" name="Group 154">
            <a:extLst>
              <a:ext uri="{FF2B5EF4-FFF2-40B4-BE49-F238E27FC236}">
                <a16:creationId xmlns:a16="http://schemas.microsoft.com/office/drawing/2014/main" id="{5BDF530A-C122-1E02-A728-7532AD05407E}"/>
              </a:ext>
            </a:extLst>
          </p:cNvPr>
          <p:cNvGrpSpPr/>
          <p:nvPr/>
        </p:nvGrpSpPr>
        <p:grpSpPr>
          <a:xfrm>
            <a:off x="4891800" y="5766000"/>
            <a:ext cx="158400" cy="138600"/>
            <a:chOff x="4891800" y="5766000"/>
            <a:chExt cx="158400" cy="138600"/>
          </a:xfrm>
        </p:grpSpPr>
        <mc:AlternateContent xmlns:mc="http://schemas.openxmlformats.org/markup-compatibility/2006" xmlns:p14="http://schemas.microsoft.com/office/powerpoint/2010/main">
          <mc:Choice Requires="p14">
            <p:contentPart p14:bwMode="auto" r:id="rId248">
              <p14:nvContentPartPr>
                <p14:cNvPr id="153" name="Ink 152">
                  <a:extLst>
                    <a:ext uri="{FF2B5EF4-FFF2-40B4-BE49-F238E27FC236}">
                      <a16:creationId xmlns:a16="http://schemas.microsoft.com/office/drawing/2014/main" id="{B79EDDEF-8E31-31BE-8218-0CA554B8F464}"/>
                    </a:ext>
                  </a:extLst>
                </p14:cNvPr>
                <p14:cNvContentPartPr/>
                <p14:nvPr/>
              </p14:nvContentPartPr>
              <p14:xfrm>
                <a:off x="4918800" y="5766000"/>
                <a:ext cx="131400" cy="34920"/>
              </p14:xfrm>
            </p:contentPart>
          </mc:Choice>
          <mc:Fallback xmlns="">
            <p:pic>
              <p:nvPicPr>
                <p:cNvPr id="153" name="Ink 152">
                  <a:extLst>
                    <a:ext uri="{FF2B5EF4-FFF2-40B4-BE49-F238E27FC236}">
                      <a16:creationId xmlns:a16="http://schemas.microsoft.com/office/drawing/2014/main" id="{B79EDDEF-8E31-31BE-8218-0CA554B8F464}"/>
                    </a:ext>
                  </a:extLst>
                </p:cNvPr>
                <p:cNvPicPr/>
                <p:nvPr/>
              </p:nvPicPr>
              <p:blipFill>
                <a:blip r:embed="rId249"/>
                <a:stretch>
                  <a:fillRect/>
                </a:stretch>
              </p:blipFill>
              <p:spPr>
                <a:xfrm>
                  <a:off x="4914480" y="5761680"/>
                  <a:ext cx="140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4" name="Ink 153">
                  <a:extLst>
                    <a:ext uri="{FF2B5EF4-FFF2-40B4-BE49-F238E27FC236}">
                      <a16:creationId xmlns:a16="http://schemas.microsoft.com/office/drawing/2014/main" id="{8086B0AA-0FD6-9DD4-EB6C-AA713457931B}"/>
                    </a:ext>
                  </a:extLst>
                </p14:cNvPr>
                <p14:cNvContentPartPr/>
                <p14:nvPr/>
              </p14:nvContentPartPr>
              <p14:xfrm>
                <a:off x="4891800" y="5800920"/>
                <a:ext cx="150120" cy="103680"/>
              </p14:xfrm>
            </p:contentPart>
          </mc:Choice>
          <mc:Fallback xmlns="">
            <p:pic>
              <p:nvPicPr>
                <p:cNvPr id="154" name="Ink 153">
                  <a:extLst>
                    <a:ext uri="{FF2B5EF4-FFF2-40B4-BE49-F238E27FC236}">
                      <a16:creationId xmlns:a16="http://schemas.microsoft.com/office/drawing/2014/main" id="{8086B0AA-0FD6-9DD4-EB6C-AA713457931B}"/>
                    </a:ext>
                  </a:extLst>
                </p:cNvPr>
                <p:cNvPicPr/>
                <p:nvPr/>
              </p:nvPicPr>
              <p:blipFill>
                <a:blip r:embed="rId251"/>
                <a:stretch>
                  <a:fillRect/>
                </a:stretch>
              </p:blipFill>
              <p:spPr>
                <a:xfrm>
                  <a:off x="4887480" y="5796600"/>
                  <a:ext cx="158760" cy="11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2">
            <p14:nvContentPartPr>
              <p14:cNvPr id="166" name="Ink 165">
                <a:extLst>
                  <a:ext uri="{FF2B5EF4-FFF2-40B4-BE49-F238E27FC236}">
                    <a16:creationId xmlns:a16="http://schemas.microsoft.com/office/drawing/2014/main" id="{55CDE5EA-EEDF-1226-73AD-6837842B7A76}"/>
                  </a:ext>
                </a:extLst>
              </p14:cNvPr>
              <p14:cNvContentPartPr/>
              <p14:nvPr/>
            </p14:nvContentPartPr>
            <p14:xfrm>
              <a:off x="4878480" y="6113400"/>
              <a:ext cx="183240" cy="31680"/>
            </p14:xfrm>
          </p:contentPart>
        </mc:Choice>
        <mc:Fallback xmlns="">
          <p:pic>
            <p:nvPicPr>
              <p:cNvPr id="166" name="Ink 165">
                <a:extLst>
                  <a:ext uri="{FF2B5EF4-FFF2-40B4-BE49-F238E27FC236}">
                    <a16:creationId xmlns:a16="http://schemas.microsoft.com/office/drawing/2014/main" id="{55CDE5EA-EEDF-1226-73AD-6837842B7A76}"/>
                  </a:ext>
                </a:extLst>
              </p:cNvPr>
              <p:cNvPicPr/>
              <p:nvPr/>
            </p:nvPicPr>
            <p:blipFill>
              <a:blip r:embed="rId253"/>
              <a:stretch>
                <a:fillRect/>
              </a:stretch>
            </p:blipFill>
            <p:spPr>
              <a:xfrm>
                <a:off x="4874160" y="6109080"/>
                <a:ext cx="191880" cy="40320"/>
              </a:xfrm>
              <a:prstGeom prst="rect">
                <a:avLst/>
              </a:prstGeom>
            </p:spPr>
          </p:pic>
        </mc:Fallback>
      </mc:AlternateContent>
      <p:grpSp>
        <p:nvGrpSpPr>
          <p:cNvPr id="177" name="Group 176">
            <a:extLst>
              <a:ext uri="{FF2B5EF4-FFF2-40B4-BE49-F238E27FC236}">
                <a16:creationId xmlns:a16="http://schemas.microsoft.com/office/drawing/2014/main" id="{E462FEAE-D705-3D25-3CCF-131172695740}"/>
              </a:ext>
            </a:extLst>
          </p:cNvPr>
          <p:cNvGrpSpPr/>
          <p:nvPr/>
        </p:nvGrpSpPr>
        <p:grpSpPr>
          <a:xfrm>
            <a:off x="5338200" y="4822080"/>
            <a:ext cx="2963520" cy="1314360"/>
            <a:chOff x="5338200" y="4822080"/>
            <a:chExt cx="2963520" cy="1314360"/>
          </a:xfrm>
        </p:grpSpPr>
        <mc:AlternateContent xmlns:mc="http://schemas.openxmlformats.org/markup-compatibility/2006" xmlns:p14="http://schemas.microsoft.com/office/powerpoint/2010/main">
          <mc:Choice Requires="p14">
            <p:contentPart p14:bwMode="auto" r:id="rId254">
              <p14:nvContentPartPr>
                <p14:cNvPr id="137" name="Ink 136">
                  <a:extLst>
                    <a:ext uri="{FF2B5EF4-FFF2-40B4-BE49-F238E27FC236}">
                      <a16:creationId xmlns:a16="http://schemas.microsoft.com/office/drawing/2014/main" id="{F0FB922A-0B98-3948-144F-5689B0AFE729}"/>
                    </a:ext>
                  </a:extLst>
                </p14:cNvPr>
                <p14:cNvContentPartPr/>
                <p14:nvPr/>
              </p14:nvContentPartPr>
              <p14:xfrm>
                <a:off x="5338200" y="5083800"/>
                <a:ext cx="237240" cy="414720"/>
              </p14:xfrm>
            </p:contentPart>
          </mc:Choice>
          <mc:Fallback xmlns="">
            <p:pic>
              <p:nvPicPr>
                <p:cNvPr id="137" name="Ink 136">
                  <a:extLst>
                    <a:ext uri="{FF2B5EF4-FFF2-40B4-BE49-F238E27FC236}">
                      <a16:creationId xmlns:a16="http://schemas.microsoft.com/office/drawing/2014/main" id="{F0FB922A-0B98-3948-144F-5689B0AFE729}"/>
                    </a:ext>
                  </a:extLst>
                </p:cNvPr>
                <p:cNvPicPr/>
                <p:nvPr/>
              </p:nvPicPr>
              <p:blipFill>
                <a:blip r:embed="rId255"/>
                <a:stretch>
                  <a:fillRect/>
                </a:stretch>
              </p:blipFill>
              <p:spPr>
                <a:xfrm>
                  <a:off x="5333880" y="5079480"/>
                  <a:ext cx="24588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38" name="Ink 137">
                  <a:extLst>
                    <a:ext uri="{FF2B5EF4-FFF2-40B4-BE49-F238E27FC236}">
                      <a16:creationId xmlns:a16="http://schemas.microsoft.com/office/drawing/2014/main" id="{3D0D2E8A-14E6-6982-C85B-0B8744BE4606}"/>
                    </a:ext>
                  </a:extLst>
                </p14:cNvPr>
                <p14:cNvContentPartPr/>
                <p14:nvPr/>
              </p14:nvContentPartPr>
              <p14:xfrm>
                <a:off x="5571120" y="5222760"/>
                <a:ext cx="267840" cy="120600"/>
              </p14:xfrm>
            </p:contentPart>
          </mc:Choice>
          <mc:Fallback xmlns="">
            <p:pic>
              <p:nvPicPr>
                <p:cNvPr id="138" name="Ink 137">
                  <a:extLst>
                    <a:ext uri="{FF2B5EF4-FFF2-40B4-BE49-F238E27FC236}">
                      <a16:creationId xmlns:a16="http://schemas.microsoft.com/office/drawing/2014/main" id="{3D0D2E8A-14E6-6982-C85B-0B8744BE4606}"/>
                    </a:ext>
                  </a:extLst>
                </p:cNvPr>
                <p:cNvPicPr/>
                <p:nvPr/>
              </p:nvPicPr>
              <p:blipFill>
                <a:blip r:embed="rId257"/>
                <a:stretch>
                  <a:fillRect/>
                </a:stretch>
              </p:blipFill>
              <p:spPr>
                <a:xfrm>
                  <a:off x="5566800" y="5218440"/>
                  <a:ext cx="2764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39" name="Ink 138">
                  <a:extLst>
                    <a:ext uri="{FF2B5EF4-FFF2-40B4-BE49-F238E27FC236}">
                      <a16:creationId xmlns:a16="http://schemas.microsoft.com/office/drawing/2014/main" id="{24C7A2E3-76E5-4297-A3B2-40D95CFCC307}"/>
                    </a:ext>
                  </a:extLst>
                </p14:cNvPr>
                <p14:cNvContentPartPr/>
                <p14:nvPr/>
              </p14:nvContentPartPr>
              <p14:xfrm>
                <a:off x="6010320" y="5273880"/>
                <a:ext cx="129240" cy="4680"/>
              </p14:xfrm>
            </p:contentPart>
          </mc:Choice>
          <mc:Fallback xmlns="">
            <p:pic>
              <p:nvPicPr>
                <p:cNvPr id="139" name="Ink 138">
                  <a:extLst>
                    <a:ext uri="{FF2B5EF4-FFF2-40B4-BE49-F238E27FC236}">
                      <a16:creationId xmlns:a16="http://schemas.microsoft.com/office/drawing/2014/main" id="{24C7A2E3-76E5-4297-A3B2-40D95CFCC307}"/>
                    </a:ext>
                  </a:extLst>
                </p:cNvPr>
                <p:cNvPicPr/>
                <p:nvPr/>
              </p:nvPicPr>
              <p:blipFill>
                <a:blip r:embed="rId259"/>
                <a:stretch>
                  <a:fillRect/>
                </a:stretch>
              </p:blipFill>
              <p:spPr>
                <a:xfrm>
                  <a:off x="6006000" y="5269560"/>
                  <a:ext cx="13788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0" name="Ink 139">
                  <a:extLst>
                    <a:ext uri="{FF2B5EF4-FFF2-40B4-BE49-F238E27FC236}">
                      <a16:creationId xmlns:a16="http://schemas.microsoft.com/office/drawing/2014/main" id="{D8BBBA0A-733A-0EBF-91F8-DE17C85E522D}"/>
                    </a:ext>
                  </a:extLst>
                </p14:cNvPr>
                <p14:cNvContentPartPr/>
                <p14:nvPr/>
              </p14:nvContentPartPr>
              <p14:xfrm>
                <a:off x="6368160" y="5117280"/>
                <a:ext cx="4320" cy="159840"/>
              </p14:xfrm>
            </p:contentPart>
          </mc:Choice>
          <mc:Fallback xmlns="">
            <p:pic>
              <p:nvPicPr>
                <p:cNvPr id="140" name="Ink 139">
                  <a:extLst>
                    <a:ext uri="{FF2B5EF4-FFF2-40B4-BE49-F238E27FC236}">
                      <a16:creationId xmlns:a16="http://schemas.microsoft.com/office/drawing/2014/main" id="{D8BBBA0A-733A-0EBF-91F8-DE17C85E522D}"/>
                    </a:ext>
                  </a:extLst>
                </p:cNvPr>
                <p:cNvPicPr/>
                <p:nvPr/>
              </p:nvPicPr>
              <p:blipFill>
                <a:blip r:embed="rId261"/>
                <a:stretch>
                  <a:fillRect/>
                </a:stretch>
              </p:blipFill>
              <p:spPr>
                <a:xfrm>
                  <a:off x="6363840" y="5112960"/>
                  <a:ext cx="129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41" name="Ink 140">
                  <a:extLst>
                    <a:ext uri="{FF2B5EF4-FFF2-40B4-BE49-F238E27FC236}">
                      <a16:creationId xmlns:a16="http://schemas.microsoft.com/office/drawing/2014/main" id="{E6E8680D-B9D1-E53B-1B63-0D09FD1568BA}"/>
                    </a:ext>
                  </a:extLst>
                </p14:cNvPr>
                <p14:cNvContentPartPr/>
                <p14:nvPr/>
              </p14:nvContentPartPr>
              <p14:xfrm>
                <a:off x="6574800" y="4992720"/>
                <a:ext cx="153720" cy="434160"/>
              </p14:xfrm>
            </p:contentPart>
          </mc:Choice>
          <mc:Fallback xmlns="">
            <p:pic>
              <p:nvPicPr>
                <p:cNvPr id="141" name="Ink 140">
                  <a:extLst>
                    <a:ext uri="{FF2B5EF4-FFF2-40B4-BE49-F238E27FC236}">
                      <a16:creationId xmlns:a16="http://schemas.microsoft.com/office/drawing/2014/main" id="{E6E8680D-B9D1-E53B-1B63-0D09FD1568BA}"/>
                    </a:ext>
                  </a:extLst>
                </p:cNvPr>
                <p:cNvPicPr/>
                <p:nvPr/>
              </p:nvPicPr>
              <p:blipFill>
                <a:blip r:embed="rId263"/>
                <a:stretch>
                  <a:fillRect/>
                </a:stretch>
              </p:blipFill>
              <p:spPr>
                <a:xfrm>
                  <a:off x="6570480" y="4988400"/>
                  <a:ext cx="16236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42" name="Ink 141">
                  <a:extLst>
                    <a:ext uri="{FF2B5EF4-FFF2-40B4-BE49-F238E27FC236}">
                      <a16:creationId xmlns:a16="http://schemas.microsoft.com/office/drawing/2014/main" id="{310F3E34-46AF-F394-DACC-C1FA17F8541A}"/>
                    </a:ext>
                  </a:extLst>
                </p14:cNvPr>
                <p14:cNvContentPartPr/>
                <p14:nvPr/>
              </p14:nvContentPartPr>
              <p14:xfrm>
                <a:off x="6822120" y="4980120"/>
                <a:ext cx="216360" cy="311760"/>
              </p14:xfrm>
            </p:contentPart>
          </mc:Choice>
          <mc:Fallback xmlns="">
            <p:pic>
              <p:nvPicPr>
                <p:cNvPr id="142" name="Ink 141">
                  <a:extLst>
                    <a:ext uri="{FF2B5EF4-FFF2-40B4-BE49-F238E27FC236}">
                      <a16:creationId xmlns:a16="http://schemas.microsoft.com/office/drawing/2014/main" id="{310F3E34-46AF-F394-DACC-C1FA17F8541A}"/>
                    </a:ext>
                  </a:extLst>
                </p:cNvPr>
                <p:cNvPicPr/>
                <p:nvPr/>
              </p:nvPicPr>
              <p:blipFill>
                <a:blip r:embed="rId265"/>
                <a:stretch>
                  <a:fillRect/>
                </a:stretch>
              </p:blipFill>
              <p:spPr>
                <a:xfrm>
                  <a:off x="6817800" y="4975800"/>
                  <a:ext cx="2250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43" name="Ink 142">
                  <a:extLst>
                    <a:ext uri="{FF2B5EF4-FFF2-40B4-BE49-F238E27FC236}">
                      <a16:creationId xmlns:a16="http://schemas.microsoft.com/office/drawing/2014/main" id="{A3A11EC0-CA3A-BB26-79B6-83D00292BC98}"/>
                    </a:ext>
                  </a:extLst>
                </p14:cNvPr>
                <p14:cNvContentPartPr/>
                <p14:nvPr/>
              </p14:nvContentPartPr>
              <p14:xfrm>
                <a:off x="7068720" y="5109720"/>
                <a:ext cx="146520" cy="87840"/>
              </p14:xfrm>
            </p:contentPart>
          </mc:Choice>
          <mc:Fallback xmlns="">
            <p:pic>
              <p:nvPicPr>
                <p:cNvPr id="143" name="Ink 142">
                  <a:extLst>
                    <a:ext uri="{FF2B5EF4-FFF2-40B4-BE49-F238E27FC236}">
                      <a16:creationId xmlns:a16="http://schemas.microsoft.com/office/drawing/2014/main" id="{A3A11EC0-CA3A-BB26-79B6-83D00292BC98}"/>
                    </a:ext>
                  </a:extLst>
                </p:cNvPr>
                <p:cNvPicPr/>
                <p:nvPr/>
              </p:nvPicPr>
              <p:blipFill>
                <a:blip r:embed="rId267"/>
                <a:stretch>
                  <a:fillRect/>
                </a:stretch>
              </p:blipFill>
              <p:spPr>
                <a:xfrm>
                  <a:off x="7064400" y="5105400"/>
                  <a:ext cx="1551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44" name="Ink 143">
                  <a:extLst>
                    <a:ext uri="{FF2B5EF4-FFF2-40B4-BE49-F238E27FC236}">
                      <a16:creationId xmlns:a16="http://schemas.microsoft.com/office/drawing/2014/main" id="{818DE17A-D72D-5ECD-B5D0-92940FD3D60E}"/>
                    </a:ext>
                  </a:extLst>
                </p14:cNvPr>
                <p14:cNvContentPartPr/>
                <p14:nvPr/>
              </p14:nvContentPartPr>
              <p14:xfrm>
                <a:off x="7469400" y="5092080"/>
                <a:ext cx="187200" cy="13680"/>
              </p14:xfrm>
            </p:contentPart>
          </mc:Choice>
          <mc:Fallback xmlns="">
            <p:pic>
              <p:nvPicPr>
                <p:cNvPr id="144" name="Ink 143">
                  <a:extLst>
                    <a:ext uri="{FF2B5EF4-FFF2-40B4-BE49-F238E27FC236}">
                      <a16:creationId xmlns:a16="http://schemas.microsoft.com/office/drawing/2014/main" id="{818DE17A-D72D-5ECD-B5D0-92940FD3D60E}"/>
                    </a:ext>
                  </a:extLst>
                </p:cNvPr>
                <p:cNvPicPr/>
                <p:nvPr/>
              </p:nvPicPr>
              <p:blipFill>
                <a:blip r:embed="rId269"/>
                <a:stretch>
                  <a:fillRect/>
                </a:stretch>
              </p:blipFill>
              <p:spPr>
                <a:xfrm>
                  <a:off x="7465080" y="5087760"/>
                  <a:ext cx="1958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45" name="Ink 144">
                  <a:extLst>
                    <a:ext uri="{FF2B5EF4-FFF2-40B4-BE49-F238E27FC236}">
                      <a16:creationId xmlns:a16="http://schemas.microsoft.com/office/drawing/2014/main" id="{1F19A4DD-A548-4197-B42E-8ED684D3C74B}"/>
                    </a:ext>
                  </a:extLst>
                </p14:cNvPr>
                <p14:cNvContentPartPr/>
                <p14:nvPr/>
              </p14:nvContentPartPr>
              <p14:xfrm>
                <a:off x="7853880" y="4976160"/>
                <a:ext cx="12240" cy="138960"/>
              </p14:xfrm>
            </p:contentPart>
          </mc:Choice>
          <mc:Fallback xmlns="">
            <p:pic>
              <p:nvPicPr>
                <p:cNvPr id="145" name="Ink 144">
                  <a:extLst>
                    <a:ext uri="{FF2B5EF4-FFF2-40B4-BE49-F238E27FC236}">
                      <a16:creationId xmlns:a16="http://schemas.microsoft.com/office/drawing/2014/main" id="{1F19A4DD-A548-4197-B42E-8ED684D3C74B}"/>
                    </a:ext>
                  </a:extLst>
                </p:cNvPr>
                <p:cNvPicPr/>
                <p:nvPr/>
              </p:nvPicPr>
              <p:blipFill>
                <a:blip r:embed="rId271"/>
                <a:stretch>
                  <a:fillRect/>
                </a:stretch>
              </p:blipFill>
              <p:spPr>
                <a:xfrm>
                  <a:off x="7849560" y="4971840"/>
                  <a:ext cx="208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46" name="Ink 145">
                  <a:extLst>
                    <a:ext uri="{FF2B5EF4-FFF2-40B4-BE49-F238E27FC236}">
                      <a16:creationId xmlns:a16="http://schemas.microsoft.com/office/drawing/2014/main" id="{1AB64195-DE06-C65A-6DF6-A8749CCDE060}"/>
                    </a:ext>
                  </a:extLst>
                </p14:cNvPr>
                <p14:cNvContentPartPr/>
                <p14:nvPr/>
              </p14:nvContentPartPr>
              <p14:xfrm>
                <a:off x="8054400" y="4822080"/>
                <a:ext cx="247320" cy="461160"/>
              </p14:xfrm>
            </p:contentPart>
          </mc:Choice>
          <mc:Fallback xmlns="">
            <p:pic>
              <p:nvPicPr>
                <p:cNvPr id="146" name="Ink 145">
                  <a:extLst>
                    <a:ext uri="{FF2B5EF4-FFF2-40B4-BE49-F238E27FC236}">
                      <a16:creationId xmlns:a16="http://schemas.microsoft.com/office/drawing/2014/main" id="{1AB64195-DE06-C65A-6DF6-A8749CCDE060}"/>
                    </a:ext>
                  </a:extLst>
                </p:cNvPr>
                <p:cNvPicPr/>
                <p:nvPr/>
              </p:nvPicPr>
              <p:blipFill>
                <a:blip r:embed="rId273"/>
                <a:stretch>
                  <a:fillRect/>
                </a:stretch>
              </p:blipFill>
              <p:spPr>
                <a:xfrm>
                  <a:off x="8050080" y="4817760"/>
                  <a:ext cx="25596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56" name="Ink 155">
                  <a:extLst>
                    <a:ext uri="{FF2B5EF4-FFF2-40B4-BE49-F238E27FC236}">
                      <a16:creationId xmlns:a16="http://schemas.microsoft.com/office/drawing/2014/main" id="{6C179427-62A0-6EC0-289F-4BAFD231DC2F}"/>
                    </a:ext>
                  </a:extLst>
                </p14:cNvPr>
                <p14:cNvContentPartPr/>
                <p14:nvPr/>
              </p14:nvContentPartPr>
              <p14:xfrm>
                <a:off x="5357640" y="5722080"/>
                <a:ext cx="197280" cy="145080"/>
              </p14:xfrm>
            </p:contentPart>
          </mc:Choice>
          <mc:Fallback xmlns="">
            <p:pic>
              <p:nvPicPr>
                <p:cNvPr id="156" name="Ink 155">
                  <a:extLst>
                    <a:ext uri="{FF2B5EF4-FFF2-40B4-BE49-F238E27FC236}">
                      <a16:creationId xmlns:a16="http://schemas.microsoft.com/office/drawing/2014/main" id="{6C179427-62A0-6EC0-289F-4BAFD231DC2F}"/>
                    </a:ext>
                  </a:extLst>
                </p:cNvPr>
                <p:cNvPicPr/>
                <p:nvPr/>
              </p:nvPicPr>
              <p:blipFill>
                <a:blip r:embed="rId275"/>
                <a:stretch>
                  <a:fillRect/>
                </a:stretch>
              </p:blipFill>
              <p:spPr>
                <a:xfrm>
                  <a:off x="5353320" y="5717760"/>
                  <a:ext cx="2059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57" name="Ink 156">
                  <a:extLst>
                    <a:ext uri="{FF2B5EF4-FFF2-40B4-BE49-F238E27FC236}">
                      <a16:creationId xmlns:a16="http://schemas.microsoft.com/office/drawing/2014/main" id="{FD27D94D-315E-07EB-57AD-BBCF9DC3DB6E}"/>
                    </a:ext>
                  </a:extLst>
                </p14:cNvPr>
                <p14:cNvContentPartPr/>
                <p14:nvPr/>
              </p14:nvContentPartPr>
              <p14:xfrm>
                <a:off x="5646360" y="5588520"/>
                <a:ext cx="111960" cy="104760"/>
              </p14:xfrm>
            </p:contentPart>
          </mc:Choice>
          <mc:Fallback xmlns="">
            <p:pic>
              <p:nvPicPr>
                <p:cNvPr id="157" name="Ink 156">
                  <a:extLst>
                    <a:ext uri="{FF2B5EF4-FFF2-40B4-BE49-F238E27FC236}">
                      <a16:creationId xmlns:a16="http://schemas.microsoft.com/office/drawing/2014/main" id="{FD27D94D-315E-07EB-57AD-BBCF9DC3DB6E}"/>
                    </a:ext>
                  </a:extLst>
                </p:cNvPr>
                <p:cNvPicPr/>
                <p:nvPr/>
              </p:nvPicPr>
              <p:blipFill>
                <a:blip r:embed="rId277"/>
                <a:stretch>
                  <a:fillRect/>
                </a:stretch>
              </p:blipFill>
              <p:spPr>
                <a:xfrm>
                  <a:off x="5642040" y="5584200"/>
                  <a:ext cx="1206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59" name="Ink 158">
                  <a:extLst>
                    <a:ext uri="{FF2B5EF4-FFF2-40B4-BE49-F238E27FC236}">
                      <a16:creationId xmlns:a16="http://schemas.microsoft.com/office/drawing/2014/main" id="{07C3FF59-BFFC-665E-C6BC-5CFC80DB8167}"/>
                    </a:ext>
                  </a:extLst>
                </p14:cNvPr>
                <p14:cNvContentPartPr/>
                <p14:nvPr/>
              </p14:nvContentPartPr>
              <p14:xfrm>
                <a:off x="5825280" y="5804160"/>
                <a:ext cx="246600" cy="53280"/>
              </p14:xfrm>
            </p:contentPart>
          </mc:Choice>
          <mc:Fallback xmlns="">
            <p:pic>
              <p:nvPicPr>
                <p:cNvPr id="159" name="Ink 158">
                  <a:extLst>
                    <a:ext uri="{FF2B5EF4-FFF2-40B4-BE49-F238E27FC236}">
                      <a16:creationId xmlns:a16="http://schemas.microsoft.com/office/drawing/2014/main" id="{07C3FF59-BFFC-665E-C6BC-5CFC80DB8167}"/>
                    </a:ext>
                  </a:extLst>
                </p:cNvPr>
                <p:cNvPicPr/>
                <p:nvPr/>
              </p:nvPicPr>
              <p:blipFill>
                <a:blip r:embed="rId279"/>
                <a:stretch>
                  <a:fillRect/>
                </a:stretch>
              </p:blipFill>
              <p:spPr>
                <a:xfrm>
                  <a:off x="5820960" y="5799840"/>
                  <a:ext cx="2552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0" name="Ink 159">
                  <a:extLst>
                    <a:ext uri="{FF2B5EF4-FFF2-40B4-BE49-F238E27FC236}">
                      <a16:creationId xmlns:a16="http://schemas.microsoft.com/office/drawing/2014/main" id="{669CC858-FFE3-6556-C86E-F72DF9DC1826}"/>
                    </a:ext>
                  </a:extLst>
                </p14:cNvPr>
                <p14:cNvContentPartPr/>
                <p14:nvPr/>
              </p14:nvContentPartPr>
              <p14:xfrm>
                <a:off x="6210480" y="5677080"/>
                <a:ext cx="237960" cy="119880"/>
              </p14:xfrm>
            </p:contentPart>
          </mc:Choice>
          <mc:Fallback xmlns="">
            <p:pic>
              <p:nvPicPr>
                <p:cNvPr id="160" name="Ink 159">
                  <a:extLst>
                    <a:ext uri="{FF2B5EF4-FFF2-40B4-BE49-F238E27FC236}">
                      <a16:creationId xmlns:a16="http://schemas.microsoft.com/office/drawing/2014/main" id="{669CC858-FFE3-6556-C86E-F72DF9DC1826}"/>
                    </a:ext>
                  </a:extLst>
                </p:cNvPr>
                <p:cNvPicPr/>
                <p:nvPr/>
              </p:nvPicPr>
              <p:blipFill>
                <a:blip r:embed="rId281"/>
                <a:stretch>
                  <a:fillRect/>
                </a:stretch>
              </p:blipFill>
              <p:spPr>
                <a:xfrm>
                  <a:off x="6206160" y="5672760"/>
                  <a:ext cx="2466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1" name="Ink 160">
                  <a:extLst>
                    <a:ext uri="{FF2B5EF4-FFF2-40B4-BE49-F238E27FC236}">
                      <a16:creationId xmlns:a16="http://schemas.microsoft.com/office/drawing/2014/main" id="{5D8BE2AD-5E58-E5A5-B4F8-309F7481FC99}"/>
                    </a:ext>
                  </a:extLst>
                </p14:cNvPr>
                <p14:cNvContentPartPr/>
                <p14:nvPr/>
              </p14:nvContentPartPr>
              <p14:xfrm>
                <a:off x="6743640" y="5684640"/>
                <a:ext cx="158040" cy="2880"/>
              </p14:xfrm>
            </p:contentPart>
          </mc:Choice>
          <mc:Fallback xmlns="">
            <p:pic>
              <p:nvPicPr>
                <p:cNvPr id="161" name="Ink 160">
                  <a:extLst>
                    <a:ext uri="{FF2B5EF4-FFF2-40B4-BE49-F238E27FC236}">
                      <a16:creationId xmlns:a16="http://schemas.microsoft.com/office/drawing/2014/main" id="{5D8BE2AD-5E58-E5A5-B4F8-309F7481FC99}"/>
                    </a:ext>
                  </a:extLst>
                </p:cNvPr>
                <p:cNvPicPr/>
                <p:nvPr/>
              </p:nvPicPr>
              <p:blipFill>
                <a:blip r:embed="rId283"/>
                <a:stretch>
                  <a:fillRect/>
                </a:stretch>
              </p:blipFill>
              <p:spPr>
                <a:xfrm>
                  <a:off x="6739320" y="5680320"/>
                  <a:ext cx="16668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2" name="Ink 161">
                  <a:extLst>
                    <a:ext uri="{FF2B5EF4-FFF2-40B4-BE49-F238E27FC236}">
                      <a16:creationId xmlns:a16="http://schemas.microsoft.com/office/drawing/2014/main" id="{36A8D883-4B5C-C795-2DE3-265D373E6717}"/>
                    </a:ext>
                  </a:extLst>
                </p14:cNvPr>
                <p14:cNvContentPartPr/>
                <p14:nvPr/>
              </p14:nvContentPartPr>
              <p14:xfrm>
                <a:off x="7105440" y="5602560"/>
                <a:ext cx="219960" cy="113760"/>
              </p14:xfrm>
            </p:contentPart>
          </mc:Choice>
          <mc:Fallback xmlns="">
            <p:pic>
              <p:nvPicPr>
                <p:cNvPr id="162" name="Ink 161">
                  <a:extLst>
                    <a:ext uri="{FF2B5EF4-FFF2-40B4-BE49-F238E27FC236}">
                      <a16:creationId xmlns:a16="http://schemas.microsoft.com/office/drawing/2014/main" id="{36A8D883-4B5C-C795-2DE3-265D373E6717}"/>
                    </a:ext>
                  </a:extLst>
                </p:cNvPr>
                <p:cNvPicPr/>
                <p:nvPr/>
              </p:nvPicPr>
              <p:blipFill>
                <a:blip r:embed="rId285"/>
                <a:stretch>
                  <a:fillRect/>
                </a:stretch>
              </p:blipFill>
              <p:spPr>
                <a:xfrm>
                  <a:off x="7101120" y="5598240"/>
                  <a:ext cx="2286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3" name="Ink 162">
                  <a:extLst>
                    <a:ext uri="{FF2B5EF4-FFF2-40B4-BE49-F238E27FC236}">
                      <a16:creationId xmlns:a16="http://schemas.microsoft.com/office/drawing/2014/main" id="{2893D965-00F3-BDF4-A5E3-075B3C05E2C8}"/>
                    </a:ext>
                  </a:extLst>
                </p14:cNvPr>
                <p14:cNvContentPartPr/>
                <p14:nvPr/>
              </p14:nvContentPartPr>
              <p14:xfrm>
                <a:off x="7681080" y="5494920"/>
                <a:ext cx="13680" cy="161640"/>
              </p14:xfrm>
            </p:contentPart>
          </mc:Choice>
          <mc:Fallback xmlns="">
            <p:pic>
              <p:nvPicPr>
                <p:cNvPr id="163" name="Ink 162">
                  <a:extLst>
                    <a:ext uri="{FF2B5EF4-FFF2-40B4-BE49-F238E27FC236}">
                      <a16:creationId xmlns:a16="http://schemas.microsoft.com/office/drawing/2014/main" id="{2893D965-00F3-BDF4-A5E3-075B3C05E2C8}"/>
                    </a:ext>
                  </a:extLst>
                </p:cNvPr>
                <p:cNvPicPr/>
                <p:nvPr/>
              </p:nvPicPr>
              <p:blipFill>
                <a:blip r:embed="rId287"/>
                <a:stretch>
                  <a:fillRect/>
                </a:stretch>
              </p:blipFill>
              <p:spPr>
                <a:xfrm>
                  <a:off x="7676760" y="5490600"/>
                  <a:ext cx="223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4" name="Ink 163">
                  <a:extLst>
                    <a:ext uri="{FF2B5EF4-FFF2-40B4-BE49-F238E27FC236}">
                      <a16:creationId xmlns:a16="http://schemas.microsoft.com/office/drawing/2014/main" id="{243625F0-F7CF-1FDD-60DF-C65ADEE5D9EF}"/>
                    </a:ext>
                  </a:extLst>
                </p14:cNvPr>
                <p14:cNvContentPartPr/>
                <p14:nvPr/>
              </p14:nvContentPartPr>
              <p14:xfrm>
                <a:off x="7638600" y="5579160"/>
                <a:ext cx="138960" cy="14040"/>
              </p14:xfrm>
            </p:contentPart>
          </mc:Choice>
          <mc:Fallback xmlns="">
            <p:pic>
              <p:nvPicPr>
                <p:cNvPr id="164" name="Ink 163">
                  <a:extLst>
                    <a:ext uri="{FF2B5EF4-FFF2-40B4-BE49-F238E27FC236}">
                      <a16:creationId xmlns:a16="http://schemas.microsoft.com/office/drawing/2014/main" id="{243625F0-F7CF-1FDD-60DF-C65ADEE5D9EF}"/>
                    </a:ext>
                  </a:extLst>
                </p:cNvPr>
                <p:cNvPicPr/>
                <p:nvPr/>
              </p:nvPicPr>
              <p:blipFill>
                <a:blip r:embed="rId289"/>
                <a:stretch>
                  <a:fillRect/>
                </a:stretch>
              </p:blipFill>
              <p:spPr>
                <a:xfrm>
                  <a:off x="7634280" y="5574840"/>
                  <a:ext cx="1476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5" name="Ink 164">
                  <a:extLst>
                    <a:ext uri="{FF2B5EF4-FFF2-40B4-BE49-F238E27FC236}">
                      <a16:creationId xmlns:a16="http://schemas.microsoft.com/office/drawing/2014/main" id="{19AD92AF-486B-0CCD-8A3E-957844116F21}"/>
                    </a:ext>
                  </a:extLst>
                </p14:cNvPr>
                <p14:cNvContentPartPr/>
                <p14:nvPr/>
              </p14:nvContentPartPr>
              <p14:xfrm>
                <a:off x="8073840" y="5432640"/>
                <a:ext cx="21600" cy="195120"/>
              </p14:xfrm>
            </p:contentPart>
          </mc:Choice>
          <mc:Fallback xmlns="">
            <p:pic>
              <p:nvPicPr>
                <p:cNvPr id="165" name="Ink 164">
                  <a:extLst>
                    <a:ext uri="{FF2B5EF4-FFF2-40B4-BE49-F238E27FC236}">
                      <a16:creationId xmlns:a16="http://schemas.microsoft.com/office/drawing/2014/main" id="{19AD92AF-486B-0CCD-8A3E-957844116F21}"/>
                    </a:ext>
                  </a:extLst>
                </p:cNvPr>
                <p:cNvPicPr/>
                <p:nvPr/>
              </p:nvPicPr>
              <p:blipFill>
                <a:blip r:embed="rId291"/>
                <a:stretch>
                  <a:fillRect/>
                </a:stretch>
              </p:blipFill>
              <p:spPr>
                <a:xfrm>
                  <a:off x="8069520" y="5428320"/>
                  <a:ext cx="302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67" name="Ink 166">
                  <a:extLst>
                    <a:ext uri="{FF2B5EF4-FFF2-40B4-BE49-F238E27FC236}">
                      <a16:creationId xmlns:a16="http://schemas.microsoft.com/office/drawing/2014/main" id="{111A8327-5AD6-408B-8E81-F163434C8C23}"/>
                    </a:ext>
                  </a:extLst>
                </p14:cNvPr>
                <p14:cNvContentPartPr/>
                <p14:nvPr/>
              </p14:nvContentPartPr>
              <p14:xfrm>
                <a:off x="5530800" y="6021960"/>
                <a:ext cx="144720" cy="114480"/>
              </p14:xfrm>
            </p:contentPart>
          </mc:Choice>
          <mc:Fallback xmlns="">
            <p:pic>
              <p:nvPicPr>
                <p:cNvPr id="167" name="Ink 166">
                  <a:extLst>
                    <a:ext uri="{FF2B5EF4-FFF2-40B4-BE49-F238E27FC236}">
                      <a16:creationId xmlns:a16="http://schemas.microsoft.com/office/drawing/2014/main" id="{111A8327-5AD6-408B-8E81-F163434C8C23}"/>
                    </a:ext>
                  </a:extLst>
                </p:cNvPr>
                <p:cNvPicPr/>
                <p:nvPr/>
              </p:nvPicPr>
              <p:blipFill>
                <a:blip r:embed="rId293"/>
                <a:stretch>
                  <a:fillRect/>
                </a:stretch>
              </p:blipFill>
              <p:spPr>
                <a:xfrm>
                  <a:off x="5526480" y="6017640"/>
                  <a:ext cx="1533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68" name="Ink 167">
                  <a:extLst>
                    <a:ext uri="{FF2B5EF4-FFF2-40B4-BE49-F238E27FC236}">
                      <a16:creationId xmlns:a16="http://schemas.microsoft.com/office/drawing/2014/main" id="{A21D3961-FC9D-A6B4-0E3D-85DE84C70DA1}"/>
                    </a:ext>
                  </a:extLst>
                </p14:cNvPr>
                <p14:cNvContentPartPr/>
                <p14:nvPr/>
              </p14:nvContentPartPr>
              <p14:xfrm>
                <a:off x="5811240" y="5945280"/>
                <a:ext cx="108720" cy="105840"/>
              </p14:xfrm>
            </p:contentPart>
          </mc:Choice>
          <mc:Fallback xmlns="">
            <p:pic>
              <p:nvPicPr>
                <p:cNvPr id="168" name="Ink 167">
                  <a:extLst>
                    <a:ext uri="{FF2B5EF4-FFF2-40B4-BE49-F238E27FC236}">
                      <a16:creationId xmlns:a16="http://schemas.microsoft.com/office/drawing/2014/main" id="{A21D3961-FC9D-A6B4-0E3D-85DE84C70DA1}"/>
                    </a:ext>
                  </a:extLst>
                </p:cNvPr>
                <p:cNvPicPr/>
                <p:nvPr/>
              </p:nvPicPr>
              <p:blipFill>
                <a:blip r:embed="rId295"/>
                <a:stretch>
                  <a:fillRect/>
                </a:stretch>
              </p:blipFill>
              <p:spPr>
                <a:xfrm>
                  <a:off x="5806920" y="5940960"/>
                  <a:ext cx="1173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69" name="Ink 168">
                  <a:extLst>
                    <a:ext uri="{FF2B5EF4-FFF2-40B4-BE49-F238E27FC236}">
                      <a16:creationId xmlns:a16="http://schemas.microsoft.com/office/drawing/2014/main" id="{493B7715-EA31-7E41-CE9E-4B7100C32E2B}"/>
                    </a:ext>
                  </a:extLst>
                </p14:cNvPr>
                <p14:cNvContentPartPr/>
                <p14:nvPr/>
              </p14:nvContentPartPr>
              <p14:xfrm>
                <a:off x="6154680" y="6119520"/>
                <a:ext cx="154440" cy="3960"/>
              </p14:xfrm>
            </p:contentPart>
          </mc:Choice>
          <mc:Fallback xmlns="">
            <p:pic>
              <p:nvPicPr>
                <p:cNvPr id="169" name="Ink 168">
                  <a:extLst>
                    <a:ext uri="{FF2B5EF4-FFF2-40B4-BE49-F238E27FC236}">
                      <a16:creationId xmlns:a16="http://schemas.microsoft.com/office/drawing/2014/main" id="{493B7715-EA31-7E41-CE9E-4B7100C32E2B}"/>
                    </a:ext>
                  </a:extLst>
                </p:cNvPr>
                <p:cNvPicPr/>
                <p:nvPr/>
              </p:nvPicPr>
              <p:blipFill>
                <a:blip r:embed="rId297"/>
                <a:stretch>
                  <a:fillRect/>
                </a:stretch>
              </p:blipFill>
              <p:spPr>
                <a:xfrm>
                  <a:off x="6150360" y="6115200"/>
                  <a:ext cx="1630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0" name="Ink 169">
                  <a:extLst>
                    <a:ext uri="{FF2B5EF4-FFF2-40B4-BE49-F238E27FC236}">
                      <a16:creationId xmlns:a16="http://schemas.microsoft.com/office/drawing/2014/main" id="{3562AD95-6C6A-AD18-25DB-42B6B21395B7}"/>
                    </a:ext>
                  </a:extLst>
                </p14:cNvPr>
                <p14:cNvContentPartPr/>
                <p14:nvPr/>
              </p14:nvContentPartPr>
              <p14:xfrm>
                <a:off x="6485520" y="5995680"/>
                <a:ext cx="237240" cy="136440"/>
              </p14:xfrm>
            </p:contentPart>
          </mc:Choice>
          <mc:Fallback xmlns="">
            <p:pic>
              <p:nvPicPr>
                <p:cNvPr id="170" name="Ink 169">
                  <a:extLst>
                    <a:ext uri="{FF2B5EF4-FFF2-40B4-BE49-F238E27FC236}">
                      <a16:creationId xmlns:a16="http://schemas.microsoft.com/office/drawing/2014/main" id="{3562AD95-6C6A-AD18-25DB-42B6B21395B7}"/>
                    </a:ext>
                  </a:extLst>
                </p:cNvPr>
                <p:cNvPicPr/>
                <p:nvPr/>
              </p:nvPicPr>
              <p:blipFill>
                <a:blip r:embed="rId299"/>
                <a:stretch>
                  <a:fillRect/>
                </a:stretch>
              </p:blipFill>
              <p:spPr>
                <a:xfrm>
                  <a:off x="6481200" y="5991360"/>
                  <a:ext cx="2458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1" name="Ink 170">
                  <a:extLst>
                    <a:ext uri="{FF2B5EF4-FFF2-40B4-BE49-F238E27FC236}">
                      <a16:creationId xmlns:a16="http://schemas.microsoft.com/office/drawing/2014/main" id="{E42CBC5B-0EEC-0A20-C2A1-148E0EC50334}"/>
                    </a:ext>
                  </a:extLst>
                </p14:cNvPr>
                <p14:cNvContentPartPr/>
                <p14:nvPr/>
              </p14:nvContentPartPr>
              <p14:xfrm>
                <a:off x="6797640" y="5985600"/>
                <a:ext cx="216360" cy="97920"/>
              </p14:xfrm>
            </p:contentPart>
          </mc:Choice>
          <mc:Fallback xmlns="">
            <p:pic>
              <p:nvPicPr>
                <p:cNvPr id="171" name="Ink 170">
                  <a:extLst>
                    <a:ext uri="{FF2B5EF4-FFF2-40B4-BE49-F238E27FC236}">
                      <a16:creationId xmlns:a16="http://schemas.microsoft.com/office/drawing/2014/main" id="{E42CBC5B-0EEC-0A20-C2A1-148E0EC50334}"/>
                    </a:ext>
                  </a:extLst>
                </p:cNvPr>
                <p:cNvPicPr/>
                <p:nvPr/>
              </p:nvPicPr>
              <p:blipFill>
                <a:blip r:embed="rId301"/>
                <a:stretch>
                  <a:fillRect/>
                </a:stretch>
              </p:blipFill>
              <p:spPr>
                <a:xfrm>
                  <a:off x="6793320" y="5981280"/>
                  <a:ext cx="2250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2" name="Ink 171">
                  <a:extLst>
                    <a:ext uri="{FF2B5EF4-FFF2-40B4-BE49-F238E27FC236}">
                      <a16:creationId xmlns:a16="http://schemas.microsoft.com/office/drawing/2014/main" id="{CE31C098-5621-4674-B41F-E8A439A25197}"/>
                    </a:ext>
                  </a:extLst>
                </p14:cNvPr>
                <p14:cNvContentPartPr/>
                <p14:nvPr/>
              </p14:nvContentPartPr>
              <p14:xfrm>
                <a:off x="7478760" y="5910720"/>
                <a:ext cx="21600" cy="138960"/>
              </p14:xfrm>
            </p:contentPart>
          </mc:Choice>
          <mc:Fallback xmlns="">
            <p:pic>
              <p:nvPicPr>
                <p:cNvPr id="172" name="Ink 171">
                  <a:extLst>
                    <a:ext uri="{FF2B5EF4-FFF2-40B4-BE49-F238E27FC236}">
                      <a16:creationId xmlns:a16="http://schemas.microsoft.com/office/drawing/2014/main" id="{CE31C098-5621-4674-B41F-E8A439A25197}"/>
                    </a:ext>
                  </a:extLst>
                </p:cNvPr>
                <p:cNvPicPr/>
                <p:nvPr/>
              </p:nvPicPr>
              <p:blipFill>
                <a:blip r:embed="rId303"/>
                <a:stretch>
                  <a:fillRect/>
                </a:stretch>
              </p:blipFill>
              <p:spPr>
                <a:xfrm>
                  <a:off x="7474440" y="5906400"/>
                  <a:ext cx="302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73" name="Ink 172">
                  <a:extLst>
                    <a:ext uri="{FF2B5EF4-FFF2-40B4-BE49-F238E27FC236}">
                      <a16:creationId xmlns:a16="http://schemas.microsoft.com/office/drawing/2014/main" id="{E1F96B9F-00C9-8BD5-2213-6382CE952BE9}"/>
                    </a:ext>
                  </a:extLst>
                </p14:cNvPr>
                <p14:cNvContentPartPr/>
                <p14:nvPr/>
              </p14:nvContentPartPr>
              <p14:xfrm>
                <a:off x="7363560" y="5961120"/>
                <a:ext cx="252360" cy="41040"/>
              </p14:xfrm>
            </p:contentPart>
          </mc:Choice>
          <mc:Fallback xmlns="">
            <p:pic>
              <p:nvPicPr>
                <p:cNvPr id="173" name="Ink 172">
                  <a:extLst>
                    <a:ext uri="{FF2B5EF4-FFF2-40B4-BE49-F238E27FC236}">
                      <a16:creationId xmlns:a16="http://schemas.microsoft.com/office/drawing/2014/main" id="{E1F96B9F-00C9-8BD5-2213-6382CE952BE9}"/>
                    </a:ext>
                  </a:extLst>
                </p:cNvPr>
                <p:cNvPicPr/>
                <p:nvPr/>
              </p:nvPicPr>
              <p:blipFill>
                <a:blip r:embed="rId305"/>
                <a:stretch>
                  <a:fillRect/>
                </a:stretch>
              </p:blipFill>
              <p:spPr>
                <a:xfrm>
                  <a:off x="7359240" y="5956800"/>
                  <a:ext cx="2610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74" name="Ink 173">
                  <a:extLst>
                    <a:ext uri="{FF2B5EF4-FFF2-40B4-BE49-F238E27FC236}">
                      <a16:creationId xmlns:a16="http://schemas.microsoft.com/office/drawing/2014/main" id="{93FB9A49-1B39-8C6D-348B-2D6FC2595447}"/>
                    </a:ext>
                  </a:extLst>
                </p14:cNvPr>
                <p14:cNvContentPartPr/>
                <p14:nvPr/>
              </p14:nvContentPartPr>
              <p14:xfrm>
                <a:off x="7827240" y="5808480"/>
                <a:ext cx="96480" cy="266400"/>
              </p14:xfrm>
            </p:contentPart>
          </mc:Choice>
          <mc:Fallback xmlns="">
            <p:pic>
              <p:nvPicPr>
                <p:cNvPr id="174" name="Ink 173">
                  <a:extLst>
                    <a:ext uri="{FF2B5EF4-FFF2-40B4-BE49-F238E27FC236}">
                      <a16:creationId xmlns:a16="http://schemas.microsoft.com/office/drawing/2014/main" id="{93FB9A49-1B39-8C6D-348B-2D6FC2595447}"/>
                    </a:ext>
                  </a:extLst>
                </p:cNvPr>
                <p:cNvPicPr/>
                <p:nvPr/>
              </p:nvPicPr>
              <p:blipFill>
                <a:blip r:embed="rId307"/>
                <a:stretch>
                  <a:fillRect/>
                </a:stretch>
              </p:blipFill>
              <p:spPr>
                <a:xfrm>
                  <a:off x="7822920" y="5804160"/>
                  <a:ext cx="105120" cy="275040"/>
                </a:xfrm>
                <a:prstGeom prst="rect">
                  <a:avLst/>
                </a:prstGeom>
              </p:spPr>
            </p:pic>
          </mc:Fallback>
        </mc:AlternateContent>
      </p:grpSp>
      <p:grpSp>
        <p:nvGrpSpPr>
          <p:cNvPr id="183" name="Group 182">
            <a:extLst>
              <a:ext uri="{FF2B5EF4-FFF2-40B4-BE49-F238E27FC236}">
                <a16:creationId xmlns:a16="http://schemas.microsoft.com/office/drawing/2014/main" id="{3D75361C-F262-990E-ECE8-D8074376FE3D}"/>
              </a:ext>
            </a:extLst>
          </p:cNvPr>
          <p:cNvGrpSpPr/>
          <p:nvPr/>
        </p:nvGrpSpPr>
        <p:grpSpPr>
          <a:xfrm>
            <a:off x="5567520" y="1314600"/>
            <a:ext cx="508320" cy="498240"/>
            <a:chOff x="5567520" y="1314600"/>
            <a:chExt cx="508320" cy="498240"/>
          </a:xfrm>
        </p:grpSpPr>
        <mc:AlternateContent xmlns:mc="http://schemas.openxmlformats.org/markup-compatibility/2006" xmlns:p14="http://schemas.microsoft.com/office/powerpoint/2010/main">
          <mc:Choice Requires="p14">
            <p:contentPart p14:bwMode="auto" r:id="rId308">
              <p14:nvContentPartPr>
                <p14:cNvPr id="178" name="Ink 177">
                  <a:extLst>
                    <a:ext uri="{FF2B5EF4-FFF2-40B4-BE49-F238E27FC236}">
                      <a16:creationId xmlns:a16="http://schemas.microsoft.com/office/drawing/2014/main" id="{D6C4136E-2897-81F9-DE6B-2FDA04A5E4D0}"/>
                    </a:ext>
                  </a:extLst>
                </p14:cNvPr>
                <p14:cNvContentPartPr/>
                <p14:nvPr/>
              </p14:nvContentPartPr>
              <p14:xfrm>
                <a:off x="5567520" y="1525200"/>
                <a:ext cx="146520" cy="11520"/>
              </p14:xfrm>
            </p:contentPart>
          </mc:Choice>
          <mc:Fallback xmlns="">
            <p:pic>
              <p:nvPicPr>
                <p:cNvPr id="178" name="Ink 177">
                  <a:extLst>
                    <a:ext uri="{FF2B5EF4-FFF2-40B4-BE49-F238E27FC236}">
                      <a16:creationId xmlns:a16="http://schemas.microsoft.com/office/drawing/2014/main" id="{D6C4136E-2897-81F9-DE6B-2FDA04A5E4D0}"/>
                    </a:ext>
                  </a:extLst>
                </p:cNvPr>
                <p:cNvPicPr/>
                <p:nvPr/>
              </p:nvPicPr>
              <p:blipFill>
                <a:blip r:embed="rId309"/>
                <a:stretch>
                  <a:fillRect/>
                </a:stretch>
              </p:blipFill>
              <p:spPr>
                <a:xfrm>
                  <a:off x="5563200" y="1520880"/>
                  <a:ext cx="1551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79" name="Ink 178">
                  <a:extLst>
                    <a:ext uri="{FF2B5EF4-FFF2-40B4-BE49-F238E27FC236}">
                      <a16:creationId xmlns:a16="http://schemas.microsoft.com/office/drawing/2014/main" id="{A7415EDE-9859-0CF2-0499-F8475A061AB3}"/>
                    </a:ext>
                  </a:extLst>
                </p14:cNvPr>
                <p14:cNvContentPartPr/>
                <p14:nvPr/>
              </p14:nvContentPartPr>
              <p14:xfrm>
                <a:off x="5602080" y="1509720"/>
                <a:ext cx="281520" cy="303120"/>
              </p14:xfrm>
            </p:contentPart>
          </mc:Choice>
          <mc:Fallback xmlns="">
            <p:pic>
              <p:nvPicPr>
                <p:cNvPr id="179" name="Ink 178">
                  <a:extLst>
                    <a:ext uri="{FF2B5EF4-FFF2-40B4-BE49-F238E27FC236}">
                      <a16:creationId xmlns:a16="http://schemas.microsoft.com/office/drawing/2014/main" id="{A7415EDE-9859-0CF2-0499-F8475A061AB3}"/>
                    </a:ext>
                  </a:extLst>
                </p:cNvPr>
                <p:cNvPicPr/>
                <p:nvPr/>
              </p:nvPicPr>
              <p:blipFill>
                <a:blip r:embed="rId311"/>
                <a:stretch>
                  <a:fillRect/>
                </a:stretch>
              </p:blipFill>
              <p:spPr>
                <a:xfrm>
                  <a:off x="5597760" y="1505400"/>
                  <a:ext cx="2901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80" name="Ink 179">
                  <a:extLst>
                    <a:ext uri="{FF2B5EF4-FFF2-40B4-BE49-F238E27FC236}">
                      <a16:creationId xmlns:a16="http://schemas.microsoft.com/office/drawing/2014/main" id="{97095DEC-7CC2-4CEF-F033-BFD59B6657A2}"/>
                    </a:ext>
                  </a:extLst>
                </p14:cNvPr>
                <p14:cNvContentPartPr/>
                <p14:nvPr/>
              </p14:nvContentPartPr>
              <p14:xfrm>
                <a:off x="5827440" y="1314600"/>
                <a:ext cx="69480" cy="86040"/>
              </p14:xfrm>
            </p:contentPart>
          </mc:Choice>
          <mc:Fallback xmlns="">
            <p:pic>
              <p:nvPicPr>
                <p:cNvPr id="180" name="Ink 179">
                  <a:extLst>
                    <a:ext uri="{FF2B5EF4-FFF2-40B4-BE49-F238E27FC236}">
                      <a16:creationId xmlns:a16="http://schemas.microsoft.com/office/drawing/2014/main" id="{97095DEC-7CC2-4CEF-F033-BFD59B6657A2}"/>
                    </a:ext>
                  </a:extLst>
                </p:cNvPr>
                <p:cNvPicPr/>
                <p:nvPr/>
              </p:nvPicPr>
              <p:blipFill>
                <a:blip r:embed="rId313"/>
                <a:stretch>
                  <a:fillRect/>
                </a:stretch>
              </p:blipFill>
              <p:spPr>
                <a:xfrm>
                  <a:off x="5823120" y="1310280"/>
                  <a:ext cx="781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81" name="Ink 180">
                  <a:extLst>
                    <a:ext uri="{FF2B5EF4-FFF2-40B4-BE49-F238E27FC236}">
                      <a16:creationId xmlns:a16="http://schemas.microsoft.com/office/drawing/2014/main" id="{04AF8A74-08DB-0850-1715-3B1232DD5F6E}"/>
                    </a:ext>
                  </a:extLst>
                </p14:cNvPr>
                <p14:cNvContentPartPr/>
                <p14:nvPr/>
              </p14:nvContentPartPr>
              <p14:xfrm>
                <a:off x="6013920" y="1405680"/>
                <a:ext cx="61920" cy="49320"/>
              </p14:xfrm>
            </p:contentPart>
          </mc:Choice>
          <mc:Fallback xmlns="">
            <p:pic>
              <p:nvPicPr>
                <p:cNvPr id="181" name="Ink 180">
                  <a:extLst>
                    <a:ext uri="{FF2B5EF4-FFF2-40B4-BE49-F238E27FC236}">
                      <a16:creationId xmlns:a16="http://schemas.microsoft.com/office/drawing/2014/main" id="{04AF8A74-08DB-0850-1715-3B1232DD5F6E}"/>
                    </a:ext>
                  </a:extLst>
                </p:cNvPr>
                <p:cNvPicPr/>
                <p:nvPr/>
              </p:nvPicPr>
              <p:blipFill>
                <a:blip r:embed="rId315"/>
                <a:stretch>
                  <a:fillRect/>
                </a:stretch>
              </p:blipFill>
              <p:spPr>
                <a:xfrm>
                  <a:off x="6009600" y="1401360"/>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2" name="Ink 181">
                  <a:extLst>
                    <a:ext uri="{FF2B5EF4-FFF2-40B4-BE49-F238E27FC236}">
                      <a16:creationId xmlns:a16="http://schemas.microsoft.com/office/drawing/2014/main" id="{1381170E-6179-DE73-8A26-2A513C1F5CEA}"/>
                    </a:ext>
                  </a:extLst>
                </p14:cNvPr>
                <p14:cNvContentPartPr/>
                <p14:nvPr/>
              </p14:nvContentPartPr>
              <p14:xfrm>
                <a:off x="5986920" y="1583160"/>
                <a:ext cx="72000" cy="196200"/>
              </p14:xfrm>
            </p:contentPart>
          </mc:Choice>
          <mc:Fallback xmlns="">
            <p:pic>
              <p:nvPicPr>
                <p:cNvPr id="182" name="Ink 181">
                  <a:extLst>
                    <a:ext uri="{FF2B5EF4-FFF2-40B4-BE49-F238E27FC236}">
                      <a16:creationId xmlns:a16="http://schemas.microsoft.com/office/drawing/2014/main" id="{1381170E-6179-DE73-8A26-2A513C1F5CEA}"/>
                    </a:ext>
                  </a:extLst>
                </p:cNvPr>
                <p:cNvPicPr/>
                <p:nvPr/>
              </p:nvPicPr>
              <p:blipFill>
                <a:blip r:embed="rId317"/>
                <a:stretch>
                  <a:fillRect/>
                </a:stretch>
              </p:blipFill>
              <p:spPr>
                <a:xfrm>
                  <a:off x="5982600" y="1578840"/>
                  <a:ext cx="80640" cy="204840"/>
                </a:xfrm>
                <a:prstGeom prst="rect">
                  <a:avLst/>
                </a:prstGeom>
              </p:spPr>
            </p:pic>
          </mc:Fallback>
        </mc:AlternateContent>
      </p:grpSp>
    </p:spTree>
    <p:extLst>
      <p:ext uri="{BB962C8B-B14F-4D97-AF65-F5344CB8AC3E}">
        <p14:creationId xmlns:p14="http://schemas.microsoft.com/office/powerpoint/2010/main" val="3439655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14118B-42E1-75F4-81BD-559C8280BC01}"/>
              </a:ext>
            </a:extLst>
          </p:cNvPr>
          <p:cNvSpPr>
            <a:spLocks noGrp="1"/>
          </p:cNvSpPr>
          <p:nvPr>
            <p:ph type="sldNum" sz="quarter" idx="12"/>
          </p:nvPr>
        </p:nvSpPr>
        <p:spPr/>
        <p:txBody>
          <a:bodyPr/>
          <a:lstStyle/>
          <a:p>
            <a:fld id="{AD2B2EE5-B8BC-4D24-A25E-F2DF61737E68}" type="slidenum">
              <a:rPr lang="en-US" smtClean="0"/>
              <a:pPr/>
              <a:t>38</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1649E04-B167-84EC-DBCF-CF69ECACEFF8}"/>
                  </a:ext>
                </a:extLst>
              </p14:cNvPr>
              <p14:cNvContentPartPr/>
              <p14:nvPr/>
            </p14:nvContentPartPr>
            <p14:xfrm>
              <a:off x="3128880" y="2589360"/>
              <a:ext cx="281520" cy="518400"/>
            </p14:xfrm>
          </p:contentPart>
        </mc:Choice>
        <mc:Fallback xmlns="">
          <p:pic>
            <p:nvPicPr>
              <p:cNvPr id="3" name="Ink 2">
                <a:extLst>
                  <a:ext uri="{FF2B5EF4-FFF2-40B4-BE49-F238E27FC236}">
                    <a16:creationId xmlns:a16="http://schemas.microsoft.com/office/drawing/2014/main" id="{81649E04-B167-84EC-DBCF-CF69ECACEFF8}"/>
                  </a:ext>
                </a:extLst>
              </p:cNvPr>
              <p:cNvPicPr/>
              <p:nvPr/>
            </p:nvPicPr>
            <p:blipFill>
              <a:blip r:embed="rId3"/>
              <a:stretch>
                <a:fillRect/>
              </a:stretch>
            </p:blipFill>
            <p:spPr>
              <a:xfrm>
                <a:off x="3124560" y="2585040"/>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FE7871ED-F566-3583-6AD1-1BD78FED35AC}"/>
                  </a:ext>
                </a:extLst>
              </p14:cNvPr>
              <p14:cNvContentPartPr/>
              <p14:nvPr/>
            </p14:nvContentPartPr>
            <p14:xfrm>
              <a:off x="3471960" y="2588640"/>
              <a:ext cx="259560" cy="294480"/>
            </p14:xfrm>
          </p:contentPart>
        </mc:Choice>
        <mc:Fallback xmlns="">
          <p:pic>
            <p:nvPicPr>
              <p:cNvPr id="4" name="Ink 3">
                <a:extLst>
                  <a:ext uri="{FF2B5EF4-FFF2-40B4-BE49-F238E27FC236}">
                    <a16:creationId xmlns:a16="http://schemas.microsoft.com/office/drawing/2014/main" id="{FE7871ED-F566-3583-6AD1-1BD78FED35AC}"/>
                  </a:ext>
                </a:extLst>
              </p:cNvPr>
              <p:cNvPicPr/>
              <p:nvPr/>
            </p:nvPicPr>
            <p:blipFill>
              <a:blip r:embed="rId5"/>
              <a:stretch>
                <a:fillRect/>
              </a:stretch>
            </p:blipFill>
            <p:spPr>
              <a:xfrm>
                <a:off x="3467640" y="2584320"/>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D38B8103-AE04-4E7A-51C8-EE6A620987E7}"/>
                  </a:ext>
                </a:extLst>
              </p14:cNvPr>
              <p14:cNvContentPartPr/>
              <p14:nvPr/>
            </p14:nvContentPartPr>
            <p14:xfrm>
              <a:off x="3733320" y="2767920"/>
              <a:ext cx="152280" cy="93240"/>
            </p14:xfrm>
          </p:contentPart>
        </mc:Choice>
        <mc:Fallback xmlns="">
          <p:pic>
            <p:nvPicPr>
              <p:cNvPr id="5" name="Ink 4">
                <a:extLst>
                  <a:ext uri="{FF2B5EF4-FFF2-40B4-BE49-F238E27FC236}">
                    <a16:creationId xmlns:a16="http://schemas.microsoft.com/office/drawing/2014/main" id="{D38B8103-AE04-4E7A-51C8-EE6A620987E7}"/>
                  </a:ext>
                </a:extLst>
              </p:cNvPr>
              <p:cNvPicPr/>
              <p:nvPr/>
            </p:nvPicPr>
            <p:blipFill>
              <a:blip r:embed="rId7"/>
              <a:stretch>
                <a:fillRect/>
              </a:stretch>
            </p:blipFill>
            <p:spPr>
              <a:xfrm>
                <a:off x="3729000" y="2763600"/>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BA03C6A1-05A8-1026-AE4E-2697E349B721}"/>
                  </a:ext>
                </a:extLst>
              </p14:cNvPr>
              <p14:cNvContentPartPr/>
              <p14:nvPr/>
            </p14:nvContentPartPr>
            <p14:xfrm>
              <a:off x="3973800" y="2558040"/>
              <a:ext cx="104400" cy="272520"/>
            </p14:xfrm>
          </p:contentPart>
        </mc:Choice>
        <mc:Fallback xmlns="">
          <p:pic>
            <p:nvPicPr>
              <p:cNvPr id="6" name="Ink 5">
                <a:extLst>
                  <a:ext uri="{FF2B5EF4-FFF2-40B4-BE49-F238E27FC236}">
                    <a16:creationId xmlns:a16="http://schemas.microsoft.com/office/drawing/2014/main" id="{BA03C6A1-05A8-1026-AE4E-2697E349B721}"/>
                  </a:ext>
                </a:extLst>
              </p:cNvPr>
              <p:cNvPicPr/>
              <p:nvPr/>
            </p:nvPicPr>
            <p:blipFill>
              <a:blip r:embed="rId9"/>
              <a:stretch>
                <a:fillRect/>
              </a:stretch>
            </p:blipFill>
            <p:spPr>
              <a:xfrm>
                <a:off x="3969480" y="2553720"/>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F4D29A1-0B97-1303-E7A6-6C49074C3975}"/>
                  </a:ext>
                </a:extLst>
              </p14:cNvPr>
              <p14:cNvContentPartPr/>
              <p14:nvPr/>
            </p14:nvContentPartPr>
            <p14:xfrm>
              <a:off x="3912240" y="2716440"/>
              <a:ext cx="343080" cy="142560"/>
            </p14:xfrm>
          </p:contentPart>
        </mc:Choice>
        <mc:Fallback xmlns="">
          <p:pic>
            <p:nvPicPr>
              <p:cNvPr id="7" name="Ink 6">
                <a:extLst>
                  <a:ext uri="{FF2B5EF4-FFF2-40B4-BE49-F238E27FC236}">
                    <a16:creationId xmlns:a16="http://schemas.microsoft.com/office/drawing/2014/main" id="{8F4D29A1-0B97-1303-E7A6-6C49074C3975}"/>
                  </a:ext>
                </a:extLst>
              </p:cNvPr>
              <p:cNvPicPr/>
              <p:nvPr/>
            </p:nvPicPr>
            <p:blipFill>
              <a:blip r:embed="rId11"/>
              <a:stretch>
                <a:fillRect/>
              </a:stretch>
            </p:blipFill>
            <p:spPr>
              <a:xfrm>
                <a:off x="3907920" y="2712120"/>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0B97E0EE-3F3C-5AA8-3E5D-273ACF0070BE}"/>
                  </a:ext>
                </a:extLst>
              </p14:cNvPr>
              <p14:cNvContentPartPr/>
              <p14:nvPr/>
            </p14:nvContentPartPr>
            <p14:xfrm>
              <a:off x="4401120" y="2556240"/>
              <a:ext cx="244800" cy="399240"/>
            </p14:xfrm>
          </p:contentPart>
        </mc:Choice>
        <mc:Fallback xmlns="">
          <p:pic>
            <p:nvPicPr>
              <p:cNvPr id="8" name="Ink 7">
                <a:extLst>
                  <a:ext uri="{FF2B5EF4-FFF2-40B4-BE49-F238E27FC236}">
                    <a16:creationId xmlns:a16="http://schemas.microsoft.com/office/drawing/2014/main" id="{0B97E0EE-3F3C-5AA8-3E5D-273ACF0070BE}"/>
                  </a:ext>
                </a:extLst>
              </p:cNvPr>
              <p:cNvPicPr/>
              <p:nvPr/>
            </p:nvPicPr>
            <p:blipFill>
              <a:blip r:embed="rId13"/>
              <a:stretch>
                <a:fillRect/>
              </a:stretch>
            </p:blipFill>
            <p:spPr>
              <a:xfrm>
                <a:off x="4396800" y="2551920"/>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1643347D-6E3C-2570-8604-F6D4F7A5E57D}"/>
                  </a:ext>
                </a:extLst>
              </p14:cNvPr>
              <p14:cNvContentPartPr/>
              <p14:nvPr/>
            </p14:nvContentPartPr>
            <p14:xfrm>
              <a:off x="4647720" y="2763600"/>
              <a:ext cx="169920" cy="93960"/>
            </p14:xfrm>
          </p:contentPart>
        </mc:Choice>
        <mc:Fallback xmlns="">
          <p:pic>
            <p:nvPicPr>
              <p:cNvPr id="9" name="Ink 8">
                <a:extLst>
                  <a:ext uri="{FF2B5EF4-FFF2-40B4-BE49-F238E27FC236}">
                    <a16:creationId xmlns:a16="http://schemas.microsoft.com/office/drawing/2014/main" id="{1643347D-6E3C-2570-8604-F6D4F7A5E57D}"/>
                  </a:ext>
                </a:extLst>
              </p:cNvPr>
              <p:cNvPicPr/>
              <p:nvPr/>
            </p:nvPicPr>
            <p:blipFill>
              <a:blip r:embed="rId15"/>
              <a:stretch>
                <a:fillRect/>
              </a:stretch>
            </p:blipFill>
            <p:spPr>
              <a:xfrm>
                <a:off x="4643400" y="2759280"/>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66964CA4-D7DF-AB37-6712-900932ACAACD}"/>
                  </a:ext>
                </a:extLst>
              </p14:cNvPr>
              <p14:cNvContentPartPr/>
              <p14:nvPr/>
            </p14:nvContentPartPr>
            <p14:xfrm>
              <a:off x="4803600" y="2612760"/>
              <a:ext cx="7920" cy="34920"/>
            </p14:xfrm>
          </p:contentPart>
        </mc:Choice>
        <mc:Fallback xmlns="">
          <p:pic>
            <p:nvPicPr>
              <p:cNvPr id="10" name="Ink 9">
                <a:extLst>
                  <a:ext uri="{FF2B5EF4-FFF2-40B4-BE49-F238E27FC236}">
                    <a16:creationId xmlns:a16="http://schemas.microsoft.com/office/drawing/2014/main" id="{66964CA4-D7DF-AB37-6712-900932ACAACD}"/>
                  </a:ext>
                </a:extLst>
              </p:cNvPr>
              <p:cNvPicPr/>
              <p:nvPr/>
            </p:nvPicPr>
            <p:blipFill>
              <a:blip r:embed="rId17"/>
              <a:stretch>
                <a:fillRect/>
              </a:stretch>
            </p:blipFill>
            <p:spPr>
              <a:xfrm>
                <a:off x="4799280" y="2608440"/>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23F25D2-6162-7864-7D8B-F4F10FB7903C}"/>
                  </a:ext>
                </a:extLst>
              </p14:cNvPr>
              <p14:cNvContentPartPr/>
              <p14:nvPr/>
            </p14:nvContentPartPr>
            <p14:xfrm>
              <a:off x="4834200" y="2521320"/>
              <a:ext cx="216720" cy="330120"/>
            </p14:xfrm>
          </p:contentPart>
        </mc:Choice>
        <mc:Fallback xmlns="">
          <p:pic>
            <p:nvPicPr>
              <p:cNvPr id="11" name="Ink 10">
                <a:extLst>
                  <a:ext uri="{FF2B5EF4-FFF2-40B4-BE49-F238E27FC236}">
                    <a16:creationId xmlns:a16="http://schemas.microsoft.com/office/drawing/2014/main" id="{F23F25D2-6162-7864-7D8B-F4F10FB7903C}"/>
                  </a:ext>
                </a:extLst>
              </p:cNvPr>
              <p:cNvPicPr/>
              <p:nvPr/>
            </p:nvPicPr>
            <p:blipFill>
              <a:blip r:embed="rId19"/>
              <a:stretch>
                <a:fillRect/>
              </a:stretch>
            </p:blipFill>
            <p:spPr>
              <a:xfrm>
                <a:off x="4829880" y="2517000"/>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637F3868-94F2-549E-5846-63DFFE5DDA83}"/>
                  </a:ext>
                </a:extLst>
              </p14:cNvPr>
              <p14:cNvContentPartPr/>
              <p14:nvPr/>
            </p14:nvContentPartPr>
            <p14:xfrm>
              <a:off x="5234880" y="2584680"/>
              <a:ext cx="289440" cy="154800"/>
            </p14:xfrm>
          </p:contentPart>
        </mc:Choice>
        <mc:Fallback xmlns="">
          <p:pic>
            <p:nvPicPr>
              <p:cNvPr id="12" name="Ink 11">
                <a:extLst>
                  <a:ext uri="{FF2B5EF4-FFF2-40B4-BE49-F238E27FC236}">
                    <a16:creationId xmlns:a16="http://schemas.microsoft.com/office/drawing/2014/main" id="{637F3868-94F2-549E-5846-63DFFE5DDA83}"/>
                  </a:ext>
                </a:extLst>
              </p:cNvPr>
              <p:cNvPicPr/>
              <p:nvPr/>
            </p:nvPicPr>
            <p:blipFill>
              <a:blip r:embed="rId21"/>
              <a:stretch>
                <a:fillRect/>
              </a:stretch>
            </p:blipFill>
            <p:spPr>
              <a:xfrm>
                <a:off x="5230560" y="2580360"/>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C7D6D5EB-CD89-17FC-28D7-BA5CE98F281B}"/>
                  </a:ext>
                </a:extLst>
              </p14:cNvPr>
              <p14:cNvContentPartPr/>
              <p14:nvPr/>
            </p14:nvContentPartPr>
            <p14:xfrm>
              <a:off x="5613240" y="2384880"/>
              <a:ext cx="345600" cy="388440"/>
            </p14:xfrm>
          </p:contentPart>
        </mc:Choice>
        <mc:Fallback xmlns="">
          <p:pic>
            <p:nvPicPr>
              <p:cNvPr id="13" name="Ink 12">
                <a:extLst>
                  <a:ext uri="{FF2B5EF4-FFF2-40B4-BE49-F238E27FC236}">
                    <a16:creationId xmlns:a16="http://schemas.microsoft.com/office/drawing/2014/main" id="{C7D6D5EB-CD89-17FC-28D7-BA5CE98F281B}"/>
                  </a:ext>
                </a:extLst>
              </p:cNvPr>
              <p:cNvPicPr/>
              <p:nvPr/>
            </p:nvPicPr>
            <p:blipFill>
              <a:blip r:embed="rId23"/>
              <a:stretch>
                <a:fillRect/>
              </a:stretch>
            </p:blipFill>
            <p:spPr>
              <a:xfrm>
                <a:off x="5608920" y="2380560"/>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FD4D27FB-394C-906E-1160-02FEBE8E2865}"/>
                  </a:ext>
                </a:extLst>
              </p14:cNvPr>
              <p14:cNvContentPartPr/>
              <p14:nvPr/>
            </p14:nvContentPartPr>
            <p14:xfrm>
              <a:off x="5914200" y="2667480"/>
              <a:ext cx="152280" cy="120600"/>
            </p14:xfrm>
          </p:contentPart>
        </mc:Choice>
        <mc:Fallback xmlns="">
          <p:pic>
            <p:nvPicPr>
              <p:cNvPr id="14" name="Ink 13">
                <a:extLst>
                  <a:ext uri="{FF2B5EF4-FFF2-40B4-BE49-F238E27FC236}">
                    <a16:creationId xmlns:a16="http://schemas.microsoft.com/office/drawing/2014/main" id="{FD4D27FB-394C-906E-1160-02FEBE8E2865}"/>
                  </a:ext>
                </a:extLst>
              </p:cNvPr>
              <p:cNvPicPr/>
              <p:nvPr/>
            </p:nvPicPr>
            <p:blipFill>
              <a:blip r:embed="rId25"/>
              <a:stretch>
                <a:fillRect/>
              </a:stretch>
            </p:blipFill>
            <p:spPr>
              <a:xfrm>
                <a:off x="5909880" y="2663160"/>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E3D3DA1D-6759-98BD-FC21-244EACFA1841}"/>
                  </a:ext>
                </a:extLst>
              </p14:cNvPr>
              <p14:cNvContentPartPr/>
              <p14:nvPr/>
            </p14:nvContentPartPr>
            <p14:xfrm>
              <a:off x="6102840" y="2406480"/>
              <a:ext cx="110160" cy="358200"/>
            </p14:xfrm>
          </p:contentPart>
        </mc:Choice>
        <mc:Fallback xmlns="">
          <p:pic>
            <p:nvPicPr>
              <p:cNvPr id="15" name="Ink 14">
                <a:extLst>
                  <a:ext uri="{FF2B5EF4-FFF2-40B4-BE49-F238E27FC236}">
                    <a16:creationId xmlns:a16="http://schemas.microsoft.com/office/drawing/2014/main" id="{E3D3DA1D-6759-98BD-FC21-244EACFA1841}"/>
                  </a:ext>
                </a:extLst>
              </p:cNvPr>
              <p:cNvPicPr/>
              <p:nvPr/>
            </p:nvPicPr>
            <p:blipFill>
              <a:blip r:embed="rId27"/>
              <a:stretch>
                <a:fillRect/>
              </a:stretch>
            </p:blipFill>
            <p:spPr>
              <a:xfrm>
                <a:off x="6098520" y="2402160"/>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529BC5A3-C861-31C1-549A-39E2531F3B4B}"/>
                  </a:ext>
                </a:extLst>
              </p14:cNvPr>
              <p14:cNvContentPartPr/>
              <p14:nvPr/>
            </p14:nvContentPartPr>
            <p14:xfrm>
              <a:off x="6066480" y="2605920"/>
              <a:ext cx="331560" cy="152640"/>
            </p14:xfrm>
          </p:contentPart>
        </mc:Choice>
        <mc:Fallback xmlns="">
          <p:pic>
            <p:nvPicPr>
              <p:cNvPr id="16" name="Ink 15">
                <a:extLst>
                  <a:ext uri="{FF2B5EF4-FFF2-40B4-BE49-F238E27FC236}">
                    <a16:creationId xmlns:a16="http://schemas.microsoft.com/office/drawing/2014/main" id="{529BC5A3-C861-31C1-549A-39E2531F3B4B}"/>
                  </a:ext>
                </a:extLst>
              </p:cNvPr>
              <p:cNvPicPr/>
              <p:nvPr/>
            </p:nvPicPr>
            <p:blipFill>
              <a:blip r:embed="rId29"/>
              <a:stretch>
                <a:fillRect/>
              </a:stretch>
            </p:blipFill>
            <p:spPr>
              <a:xfrm>
                <a:off x="6062160" y="2601600"/>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E79F5501-DDE3-4D08-514B-74BE7AF8EDF8}"/>
                  </a:ext>
                </a:extLst>
              </p14:cNvPr>
              <p14:cNvContentPartPr/>
              <p14:nvPr/>
            </p14:nvContentPartPr>
            <p14:xfrm>
              <a:off x="6449520" y="2508000"/>
              <a:ext cx="234720" cy="431640"/>
            </p14:xfrm>
          </p:contentPart>
        </mc:Choice>
        <mc:Fallback xmlns="">
          <p:pic>
            <p:nvPicPr>
              <p:cNvPr id="17" name="Ink 16">
                <a:extLst>
                  <a:ext uri="{FF2B5EF4-FFF2-40B4-BE49-F238E27FC236}">
                    <a16:creationId xmlns:a16="http://schemas.microsoft.com/office/drawing/2014/main" id="{E79F5501-DDE3-4D08-514B-74BE7AF8EDF8}"/>
                  </a:ext>
                </a:extLst>
              </p:cNvPr>
              <p:cNvPicPr/>
              <p:nvPr/>
            </p:nvPicPr>
            <p:blipFill>
              <a:blip r:embed="rId31"/>
              <a:stretch>
                <a:fillRect/>
              </a:stretch>
            </p:blipFill>
            <p:spPr>
              <a:xfrm>
                <a:off x="6445200" y="2503680"/>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4C0CB33B-5F99-5939-5AA7-49C0CF2A1DF7}"/>
                  </a:ext>
                </a:extLst>
              </p14:cNvPr>
              <p14:cNvContentPartPr/>
              <p14:nvPr/>
            </p14:nvContentPartPr>
            <p14:xfrm>
              <a:off x="6663000" y="2738400"/>
              <a:ext cx="133200" cy="72000"/>
            </p14:xfrm>
          </p:contentPart>
        </mc:Choice>
        <mc:Fallback xmlns="">
          <p:pic>
            <p:nvPicPr>
              <p:cNvPr id="18" name="Ink 17">
                <a:extLst>
                  <a:ext uri="{FF2B5EF4-FFF2-40B4-BE49-F238E27FC236}">
                    <a16:creationId xmlns:a16="http://schemas.microsoft.com/office/drawing/2014/main" id="{4C0CB33B-5F99-5939-5AA7-49C0CF2A1DF7}"/>
                  </a:ext>
                </a:extLst>
              </p:cNvPr>
              <p:cNvPicPr/>
              <p:nvPr/>
            </p:nvPicPr>
            <p:blipFill>
              <a:blip r:embed="rId33"/>
              <a:stretch>
                <a:fillRect/>
              </a:stretch>
            </p:blipFill>
            <p:spPr>
              <a:xfrm>
                <a:off x="6658680" y="2734080"/>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EBCB4769-93D1-97DC-DD55-20FF7E362328}"/>
                  </a:ext>
                </a:extLst>
              </p14:cNvPr>
              <p14:cNvContentPartPr/>
              <p14:nvPr/>
            </p14:nvContentPartPr>
            <p14:xfrm>
              <a:off x="6701520" y="2660280"/>
              <a:ext cx="37080" cy="15840"/>
            </p14:xfrm>
          </p:contentPart>
        </mc:Choice>
        <mc:Fallback xmlns="">
          <p:pic>
            <p:nvPicPr>
              <p:cNvPr id="19" name="Ink 18">
                <a:extLst>
                  <a:ext uri="{FF2B5EF4-FFF2-40B4-BE49-F238E27FC236}">
                    <a16:creationId xmlns:a16="http://schemas.microsoft.com/office/drawing/2014/main" id="{EBCB4769-93D1-97DC-DD55-20FF7E362328}"/>
                  </a:ext>
                </a:extLst>
              </p:cNvPr>
              <p:cNvPicPr/>
              <p:nvPr/>
            </p:nvPicPr>
            <p:blipFill>
              <a:blip r:embed="rId35"/>
              <a:stretch>
                <a:fillRect/>
              </a:stretch>
            </p:blipFill>
            <p:spPr>
              <a:xfrm>
                <a:off x="6697200" y="2655960"/>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E68EF05C-CB6D-3147-49AC-DDA67ED3BA8D}"/>
                  </a:ext>
                </a:extLst>
              </p14:cNvPr>
              <p14:cNvContentPartPr/>
              <p14:nvPr/>
            </p14:nvContentPartPr>
            <p14:xfrm>
              <a:off x="6799800" y="2679360"/>
              <a:ext cx="113760" cy="116640"/>
            </p14:xfrm>
          </p:contentPart>
        </mc:Choice>
        <mc:Fallback xmlns="">
          <p:pic>
            <p:nvPicPr>
              <p:cNvPr id="20" name="Ink 19">
                <a:extLst>
                  <a:ext uri="{FF2B5EF4-FFF2-40B4-BE49-F238E27FC236}">
                    <a16:creationId xmlns:a16="http://schemas.microsoft.com/office/drawing/2014/main" id="{E68EF05C-CB6D-3147-49AC-DDA67ED3BA8D}"/>
                  </a:ext>
                </a:extLst>
              </p:cNvPr>
              <p:cNvPicPr/>
              <p:nvPr/>
            </p:nvPicPr>
            <p:blipFill>
              <a:blip r:embed="rId37"/>
              <a:stretch>
                <a:fillRect/>
              </a:stretch>
            </p:blipFill>
            <p:spPr>
              <a:xfrm>
                <a:off x="6795480" y="2675040"/>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137696EC-8CAC-F884-4214-5C79F20D47FA}"/>
                  </a:ext>
                </a:extLst>
              </p14:cNvPr>
              <p14:cNvContentPartPr/>
              <p14:nvPr/>
            </p14:nvContentPartPr>
            <p14:xfrm>
              <a:off x="7023000" y="2592960"/>
              <a:ext cx="360" cy="116280"/>
            </p14:xfrm>
          </p:contentPart>
        </mc:Choice>
        <mc:Fallback xmlns="">
          <p:pic>
            <p:nvPicPr>
              <p:cNvPr id="21" name="Ink 20">
                <a:extLst>
                  <a:ext uri="{FF2B5EF4-FFF2-40B4-BE49-F238E27FC236}">
                    <a16:creationId xmlns:a16="http://schemas.microsoft.com/office/drawing/2014/main" id="{137696EC-8CAC-F884-4214-5C79F20D47FA}"/>
                  </a:ext>
                </a:extLst>
              </p:cNvPr>
              <p:cNvPicPr/>
              <p:nvPr/>
            </p:nvPicPr>
            <p:blipFill>
              <a:blip r:embed="rId39"/>
              <a:stretch>
                <a:fillRect/>
              </a:stretch>
            </p:blipFill>
            <p:spPr>
              <a:xfrm>
                <a:off x="7018680" y="2588640"/>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0482C4B3-261C-E68A-AE0D-DBACA1D90A69}"/>
                  </a:ext>
                </a:extLst>
              </p14:cNvPr>
              <p14:cNvContentPartPr/>
              <p14:nvPr/>
            </p14:nvContentPartPr>
            <p14:xfrm>
              <a:off x="7023000" y="2406480"/>
              <a:ext cx="239040" cy="379800"/>
            </p14:xfrm>
          </p:contentPart>
        </mc:Choice>
        <mc:Fallback xmlns="">
          <p:pic>
            <p:nvPicPr>
              <p:cNvPr id="22" name="Ink 21">
                <a:extLst>
                  <a:ext uri="{FF2B5EF4-FFF2-40B4-BE49-F238E27FC236}">
                    <a16:creationId xmlns:a16="http://schemas.microsoft.com/office/drawing/2014/main" id="{0482C4B3-261C-E68A-AE0D-DBACA1D90A69}"/>
                  </a:ext>
                </a:extLst>
              </p:cNvPr>
              <p:cNvPicPr/>
              <p:nvPr/>
            </p:nvPicPr>
            <p:blipFill>
              <a:blip r:embed="rId41"/>
              <a:stretch>
                <a:fillRect/>
              </a:stretch>
            </p:blipFill>
            <p:spPr>
              <a:xfrm>
                <a:off x="7018680" y="2402160"/>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BE623523-A9A0-9BAC-3E98-A9231086436E}"/>
                  </a:ext>
                </a:extLst>
              </p14:cNvPr>
              <p14:cNvContentPartPr/>
              <p14:nvPr/>
            </p14:nvContentPartPr>
            <p14:xfrm>
              <a:off x="7300200" y="2269680"/>
              <a:ext cx="219960" cy="716760"/>
            </p14:xfrm>
          </p:contentPart>
        </mc:Choice>
        <mc:Fallback xmlns="">
          <p:pic>
            <p:nvPicPr>
              <p:cNvPr id="23" name="Ink 22">
                <a:extLst>
                  <a:ext uri="{FF2B5EF4-FFF2-40B4-BE49-F238E27FC236}">
                    <a16:creationId xmlns:a16="http://schemas.microsoft.com/office/drawing/2014/main" id="{BE623523-A9A0-9BAC-3E98-A9231086436E}"/>
                  </a:ext>
                </a:extLst>
              </p:cNvPr>
              <p:cNvPicPr/>
              <p:nvPr/>
            </p:nvPicPr>
            <p:blipFill>
              <a:blip r:embed="rId43"/>
              <a:stretch>
                <a:fillRect/>
              </a:stretch>
            </p:blipFill>
            <p:spPr>
              <a:xfrm>
                <a:off x="7295880" y="2265360"/>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3EB0B253-92A9-77DA-5374-ECC1A610DA31}"/>
                  </a:ext>
                </a:extLst>
              </p14:cNvPr>
              <p14:cNvContentPartPr/>
              <p14:nvPr/>
            </p14:nvContentPartPr>
            <p14:xfrm>
              <a:off x="3257760" y="3424560"/>
              <a:ext cx="166320" cy="195120"/>
            </p14:xfrm>
          </p:contentPart>
        </mc:Choice>
        <mc:Fallback xmlns="">
          <p:pic>
            <p:nvPicPr>
              <p:cNvPr id="24" name="Ink 23">
                <a:extLst>
                  <a:ext uri="{FF2B5EF4-FFF2-40B4-BE49-F238E27FC236}">
                    <a16:creationId xmlns:a16="http://schemas.microsoft.com/office/drawing/2014/main" id="{3EB0B253-92A9-77DA-5374-ECC1A610DA31}"/>
                  </a:ext>
                </a:extLst>
              </p:cNvPr>
              <p:cNvPicPr/>
              <p:nvPr/>
            </p:nvPicPr>
            <p:blipFill>
              <a:blip r:embed="rId45"/>
              <a:stretch>
                <a:fillRect/>
              </a:stretch>
            </p:blipFill>
            <p:spPr>
              <a:xfrm>
                <a:off x="3253440" y="3420240"/>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8E2915CE-A688-E089-3769-13E5C801D8D5}"/>
                  </a:ext>
                </a:extLst>
              </p14:cNvPr>
              <p14:cNvContentPartPr/>
              <p14:nvPr/>
            </p14:nvContentPartPr>
            <p14:xfrm>
              <a:off x="3491760" y="3410880"/>
              <a:ext cx="315000" cy="168120"/>
            </p14:xfrm>
          </p:contentPart>
        </mc:Choice>
        <mc:Fallback xmlns="">
          <p:pic>
            <p:nvPicPr>
              <p:cNvPr id="25" name="Ink 24">
                <a:extLst>
                  <a:ext uri="{FF2B5EF4-FFF2-40B4-BE49-F238E27FC236}">
                    <a16:creationId xmlns:a16="http://schemas.microsoft.com/office/drawing/2014/main" id="{8E2915CE-A688-E089-3769-13E5C801D8D5}"/>
                  </a:ext>
                </a:extLst>
              </p:cNvPr>
              <p:cNvPicPr/>
              <p:nvPr/>
            </p:nvPicPr>
            <p:blipFill>
              <a:blip r:embed="rId47"/>
              <a:stretch>
                <a:fillRect/>
              </a:stretch>
            </p:blipFill>
            <p:spPr>
              <a:xfrm>
                <a:off x="3487440" y="3406560"/>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D3CCB6D6-58AE-93EE-0687-D0D9BC05F08C}"/>
                  </a:ext>
                </a:extLst>
              </p14:cNvPr>
              <p14:cNvContentPartPr/>
              <p14:nvPr/>
            </p14:nvContentPartPr>
            <p14:xfrm>
              <a:off x="3919800" y="3413040"/>
              <a:ext cx="123840" cy="104400"/>
            </p14:xfrm>
          </p:contentPart>
        </mc:Choice>
        <mc:Fallback xmlns="">
          <p:pic>
            <p:nvPicPr>
              <p:cNvPr id="26" name="Ink 25">
                <a:extLst>
                  <a:ext uri="{FF2B5EF4-FFF2-40B4-BE49-F238E27FC236}">
                    <a16:creationId xmlns:a16="http://schemas.microsoft.com/office/drawing/2014/main" id="{D3CCB6D6-58AE-93EE-0687-D0D9BC05F08C}"/>
                  </a:ext>
                </a:extLst>
              </p:cNvPr>
              <p:cNvPicPr/>
              <p:nvPr/>
            </p:nvPicPr>
            <p:blipFill>
              <a:blip r:embed="rId49"/>
              <a:stretch>
                <a:fillRect/>
              </a:stretch>
            </p:blipFill>
            <p:spPr>
              <a:xfrm>
                <a:off x="3915480" y="3408720"/>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F2B07621-7E26-453D-6C20-32147296E59F}"/>
                  </a:ext>
                </a:extLst>
              </p14:cNvPr>
              <p14:cNvContentPartPr/>
              <p14:nvPr/>
            </p14:nvContentPartPr>
            <p14:xfrm>
              <a:off x="4131840" y="3505920"/>
              <a:ext cx="43200" cy="293400"/>
            </p14:xfrm>
          </p:contentPart>
        </mc:Choice>
        <mc:Fallback xmlns="">
          <p:pic>
            <p:nvPicPr>
              <p:cNvPr id="27" name="Ink 26">
                <a:extLst>
                  <a:ext uri="{FF2B5EF4-FFF2-40B4-BE49-F238E27FC236}">
                    <a16:creationId xmlns:a16="http://schemas.microsoft.com/office/drawing/2014/main" id="{F2B07621-7E26-453D-6C20-32147296E59F}"/>
                  </a:ext>
                </a:extLst>
              </p:cNvPr>
              <p:cNvPicPr/>
              <p:nvPr/>
            </p:nvPicPr>
            <p:blipFill>
              <a:blip r:embed="rId51"/>
              <a:stretch>
                <a:fillRect/>
              </a:stretch>
            </p:blipFill>
            <p:spPr>
              <a:xfrm>
                <a:off x="4127520" y="3501600"/>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1297D31A-F9BC-0FA0-EE51-8AF5F6940A93}"/>
                  </a:ext>
                </a:extLst>
              </p14:cNvPr>
              <p14:cNvContentPartPr/>
              <p14:nvPr/>
            </p14:nvContentPartPr>
            <p14:xfrm>
              <a:off x="4173960" y="3475680"/>
              <a:ext cx="140040" cy="76320"/>
            </p14:xfrm>
          </p:contentPart>
        </mc:Choice>
        <mc:Fallback xmlns="">
          <p:pic>
            <p:nvPicPr>
              <p:cNvPr id="28" name="Ink 27">
                <a:extLst>
                  <a:ext uri="{FF2B5EF4-FFF2-40B4-BE49-F238E27FC236}">
                    <a16:creationId xmlns:a16="http://schemas.microsoft.com/office/drawing/2014/main" id="{1297D31A-F9BC-0FA0-EE51-8AF5F6940A93}"/>
                  </a:ext>
                </a:extLst>
              </p:cNvPr>
              <p:cNvPicPr/>
              <p:nvPr/>
            </p:nvPicPr>
            <p:blipFill>
              <a:blip r:embed="rId53"/>
              <a:stretch>
                <a:fillRect/>
              </a:stretch>
            </p:blipFill>
            <p:spPr>
              <a:xfrm>
                <a:off x="4169640" y="3471360"/>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636CBF8C-8D32-C2D4-48B6-0242B9BA3837}"/>
                  </a:ext>
                </a:extLst>
              </p14:cNvPr>
              <p14:cNvContentPartPr/>
              <p14:nvPr/>
            </p14:nvContentPartPr>
            <p14:xfrm>
              <a:off x="4486080" y="3172200"/>
              <a:ext cx="229320" cy="466200"/>
            </p14:xfrm>
          </p:contentPart>
        </mc:Choice>
        <mc:Fallback xmlns="">
          <p:pic>
            <p:nvPicPr>
              <p:cNvPr id="29" name="Ink 28">
                <a:extLst>
                  <a:ext uri="{FF2B5EF4-FFF2-40B4-BE49-F238E27FC236}">
                    <a16:creationId xmlns:a16="http://schemas.microsoft.com/office/drawing/2014/main" id="{636CBF8C-8D32-C2D4-48B6-0242B9BA3837}"/>
                  </a:ext>
                </a:extLst>
              </p:cNvPr>
              <p:cNvPicPr/>
              <p:nvPr/>
            </p:nvPicPr>
            <p:blipFill>
              <a:blip r:embed="rId55"/>
              <a:stretch>
                <a:fillRect/>
              </a:stretch>
            </p:blipFill>
            <p:spPr>
              <a:xfrm>
                <a:off x="4481760" y="3167880"/>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593B414C-F1BB-B84A-F5CC-A93853845E26}"/>
                  </a:ext>
                </a:extLst>
              </p14:cNvPr>
              <p14:cNvContentPartPr/>
              <p14:nvPr/>
            </p14:nvContentPartPr>
            <p14:xfrm>
              <a:off x="4722600" y="3188040"/>
              <a:ext cx="206280" cy="343440"/>
            </p14:xfrm>
          </p:contentPart>
        </mc:Choice>
        <mc:Fallback xmlns="">
          <p:pic>
            <p:nvPicPr>
              <p:cNvPr id="30" name="Ink 29">
                <a:extLst>
                  <a:ext uri="{FF2B5EF4-FFF2-40B4-BE49-F238E27FC236}">
                    <a16:creationId xmlns:a16="http://schemas.microsoft.com/office/drawing/2014/main" id="{593B414C-F1BB-B84A-F5CC-A93853845E26}"/>
                  </a:ext>
                </a:extLst>
              </p:cNvPr>
              <p:cNvPicPr/>
              <p:nvPr/>
            </p:nvPicPr>
            <p:blipFill>
              <a:blip r:embed="rId57"/>
              <a:stretch>
                <a:fillRect/>
              </a:stretch>
            </p:blipFill>
            <p:spPr>
              <a:xfrm>
                <a:off x="4718280" y="3183720"/>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A1167471-ED2C-B7FF-ECD2-91FBC253223B}"/>
                  </a:ext>
                </a:extLst>
              </p14:cNvPr>
              <p14:cNvContentPartPr/>
              <p14:nvPr/>
            </p14:nvContentPartPr>
            <p14:xfrm>
              <a:off x="5013120" y="3409800"/>
              <a:ext cx="179640" cy="87120"/>
            </p14:xfrm>
          </p:contentPart>
        </mc:Choice>
        <mc:Fallback xmlns="">
          <p:pic>
            <p:nvPicPr>
              <p:cNvPr id="31" name="Ink 30">
                <a:extLst>
                  <a:ext uri="{FF2B5EF4-FFF2-40B4-BE49-F238E27FC236}">
                    <a16:creationId xmlns:a16="http://schemas.microsoft.com/office/drawing/2014/main" id="{A1167471-ED2C-B7FF-ECD2-91FBC253223B}"/>
                  </a:ext>
                </a:extLst>
              </p:cNvPr>
              <p:cNvPicPr/>
              <p:nvPr/>
            </p:nvPicPr>
            <p:blipFill>
              <a:blip r:embed="rId59"/>
              <a:stretch>
                <a:fillRect/>
              </a:stretch>
            </p:blipFill>
            <p:spPr>
              <a:xfrm>
                <a:off x="5008800" y="3405480"/>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0CA0191C-AF37-EC87-4B9C-FBEC7B7DDACA}"/>
                  </a:ext>
                </a:extLst>
              </p14:cNvPr>
              <p14:cNvContentPartPr/>
              <p14:nvPr/>
            </p14:nvContentPartPr>
            <p14:xfrm>
              <a:off x="5209680" y="3189480"/>
              <a:ext cx="66240" cy="362880"/>
            </p14:xfrm>
          </p:contentPart>
        </mc:Choice>
        <mc:Fallback xmlns="">
          <p:pic>
            <p:nvPicPr>
              <p:cNvPr id="32" name="Ink 31">
                <a:extLst>
                  <a:ext uri="{FF2B5EF4-FFF2-40B4-BE49-F238E27FC236}">
                    <a16:creationId xmlns:a16="http://schemas.microsoft.com/office/drawing/2014/main" id="{0CA0191C-AF37-EC87-4B9C-FBEC7B7DDACA}"/>
                  </a:ext>
                </a:extLst>
              </p:cNvPr>
              <p:cNvPicPr/>
              <p:nvPr/>
            </p:nvPicPr>
            <p:blipFill>
              <a:blip r:embed="rId61"/>
              <a:stretch>
                <a:fillRect/>
              </a:stretch>
            </p:blipFill>
            <p:spPr>
              <a:xfrm>
                <a:off x="5205360" y="3185160"/>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0DF618FE-1686-89CB-94CC-0CEBE61B7014}"/>
                  </a:ext>
                </a:extLst>
              </p14:cNvPr>
              <p14:cNvContentPartPr/>
              <p14:nvPr/>
            </p14:nvContentPartPr>
            <p14:xfrm>
              <a:off x="5205720" y="3392520"/>
              <a:ext cx="208080" cy="98280"/>
            </p14:xfrm>
          </p:contentPart>
        </mc:Choice>
        <mc:Fallback xmlns="">
          <p:pic>
            <p:nvPicPr>
              <p:cNvPr id="33" name="Ink 32">
                <a:extLst>
                  <a:ext uri="{FF2B5EF4-FFF2-40B4-BE49-F238E27FC236}">
                    <a16:creationId xmlns:a16="http://schemas.microsoft.com/office/drawing/2014/main" id="{0DF618FE-1686-89CB-94CC-0CEBE61B7014}"/>
                  </a:ext>
                </a:extLst>
              </p:cNvPr>
              <p:cNvPicPr/>
              <p:nvPr/>
            </p:nvPicPr>
            <p:blipFill>
              <a:blip r:embed="rId63"/>
              <a:stretch>
                <a:fillRect/>
              </a:stretch>
            </p:blipFill>
            <p:spPr>
              <a:xfrm>
                <a:off x="5201400" y="3388200"/>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3A4EB435-60FD-7716-2312-14B4DE0C6642}"/>
                  </a:ext>
                </a:extLst>
              </p14:cNvPr>
              <p14:cNvContentPartPr/>
              <p14:nvPr/>
            </p14:nvContentPartPr>
            <p14:xfrm>
              <a:off x="5557800" y="3186240"/>
              <a:ext cx="214200" cy="320040"/>
            </p14:xfrm>
          </p:contentPart>
        </mc:Choice>
        <mc:Fallback xmlns="">
          <p:pic>
            <p:nvPicPr>
              <p:cNvPr id="34" name="Ink 33">
                <a:extLst>
                  <a:ext uri="{FF2B5EF4-FFF2-40B4-BE49-F238E27FC236}">
                    <a16:creationId xmlns:a16="http://schemas.microsoft.com/office/drawing/2014/main" id="{3A4EB435-60FD-7716-2312-14B4DE0C6642}"/>
                  </a:ext>
                </a:extLst>
              </p:cNvPr>
              <p:cNvPicPr/>
              <p:nvPr/>
            </p:nvPicPr>
            <p:blipFill>
              <a:blip r:embed="rId65"/>
              <a:stretch>
                <a:fillRect/>
              </a:stretch>
            </p:blipFill>
            <p:spPr>
              <a:xfrm>
                <a:off x="5553480" y="3181920"/>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5" name="Ink 34">
                <a:extLst>
                  <a:ext uri="{FF2B5EF4-FFF2-40B4-BE49-F238E27FC236}">
                    <a16:creationId xmlns:a16="http://schemas.microsoft.com/office/drawing/2014/main" id="{B6F69746-B5EF-0580-DEAB-86F658254C97}"/>
                  </a:ext>
                </a:extLst>
              </p14:cNvPr>
              <p14:cNvContentPartPr/>
              <p14:nvPr/>
            </p14:nvContentPartPr>
            <p14:xfrm>
              <a:off x="5737080" y="3420960"/>
              <a:ext cx="79200" cy="79200"/>
            </p14:xfrm>
          </p:contentPart>
        </mc:Choice>
        <mc:Fallback xmlns="">
          <p:pic>
            <p:nvPicPr>
              <p:cNvPr id="35" name="Ink 34">
                <a:extLst>
                  <a:ext uri="{FF2B5EF4-FFF2-40B4-BE49-F238E27FC236}">
                    <a16:creationId xmlns:a16="http://schemas.microsoft.com/office/drawing/2014/main" id="{B6F69746-B5EF-0580-DEAB-86F658254C97}"/>
                  </a:ext>
                </a:extLst>
              </p:cNvPr>
              <p:cNvPicPr/>
              <p:nvPr/>
            </p:nvPicPr>
            <p:blipFill>
              <a:blip r:embed="rId67"/>
              <a:stretch>
                <a:fillRect/>
              </a:stretch>
            </p:blipFill>
            <p:spPr>
              <a:xfrm>
                <a:off x="5732760" y="3416640"/>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6" name="Ink 35">
                <a:extLst>
                  <a:ext uri="{FF2B5EF4-FFF2-40B4-BE49-F238E27FC236}">
                    <a16:creationId xmlns:a16="http://schemas.microsoft.com/office/drawing/2014/main" id="{8A1057E0-F566-330F-940E-84A0625A251D}"/>
                  </a:ext>
                </a:extLst>
              </p14:cNvPr>
              <p14:cNvContentPartPr/>
              <p14:nvPr/>
            </p14:nvContentPartPr>
            <p14:xfrm>
              <a:off x="5841120" y="3326640"/>
              <a:ext cx="360" cy="8280"/>
            </p14:xfrm>
          </p:contentPart>
        </mc:Choice>
        <mc:Fallback xmlns="">
          <p:pic>
            <p:nvPicPr>
              <p:cNvPr id="36" name="Ink 35">
                <a:extLst>
                  <a:ext uri="{FF2B5EF4-FFF2-40B4-BE49-F238E27FC236}">
                    <a16:creationId xmlns:a16="http://schemas.microsoft.com/office/drawing/2014/main" id="{8A1057E0-F566-330F-940E-84A0625A251D}"/>
                  </a:ext>
                </a:extLst>
              </p:cNvPr>
              <p:cNvPicPr/>
              <p:nvPr/>
            </p:nvPicPr>
            <p:blipFill>
              <a:blip r:embed="rId69"/>
              <a:stretch>
                <a:fillRect/>
              </a:stretch>
            </p:blipFill>
            <p:spPr>
              <a:xfrm>
                <a:off x="5836800" y="3322320"/>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7" name="Ink 36">
                <a:extLst>
                  <a:ext uri="{FF2B5EF4-FFF2-40B4-BE49-F238E27FC236}">
                    <a16:creationId xmlns:a16="http://schemas.microsoft.com/office/drawing/2014/main" id="{FC6001A0-FD80-686A-3839-3B83F4C301F2}"/>
                  </a:ext>
                </a:extLst>
              </p14:cNvPr>
              <p14:cNvContentPartPr/>
              <p14:nvPr/>
            </p14:nvContentPartPr>
            <p14:xfrm>
              <a:off x="5841120" y="3212880"/>
              <a:ext cx="220320" cy="329400"/>
            </p14:xfrm>
          </p:contentPart>
        </mc:Choice>
        <mc:Fallback xmlns="">
          <p:pic>
            <p:nvPicPr>
              <p:cNvPr id="37" name="Ink 36">
                <a:extLst>
                  <a:ext uri="{FF2B5EF4-FFF2-40B4-BE49-F238E27FC236}">
                    <a16:creationId xmlns:a16="http://schemas.microsoft.com/office/drawing/2014/main" id="{FC6001A0-FD80-686A-3839-3B83F4C301F2}"/>
                  </a:ext>
                </a:extLst>
              </p:cNvPr>
              <p:cNvPicPr/>
              <p:nvPr/>
            </p:nvPicPr>
            <p:blipFill>
              <a:blip r:embed="rId71"/>
              <a:stretch>
                <a:fillRect/>
              </a:stretch>
            </p:blipFill>
            <p:spPr>
              <a:xfrm>
                <a:off x="5836800" y="3208560"/>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8" name="Ink 37">
                <a:extLst>
                  <a:ext uri="{FF2B5EF4-FFF2-40B4-BE49-F238E27FC236}">
                    <a16:creationId xmlns:a16="http://schemas.microsoft.com/office/drawing/2014/main" id="{9559B5CF-3569-AC66-EAC8-C98999B757F5}"/>
                  </a:ext>
                </a:extLst>
              </p14:cNvPr>
              <p14:cNvContentPartPr/>
              <p14:nvPr/>
            </p14:nvContentPartPr>
            <p14:xfrm>
              <a:off x="6097080" y="3555240"/>
              <a:ext cx="152280" cy="121680"/>
            </p14:xfrm>
          </p:contentPart>
        </mc:Choice>
        <mc:Fallback xmlns="">
          <p:pic>
            <p:nvPicPr>
              <p:cNvPr id="38" name="Ink 37">
                <a:extLst>
                  <a:ext uri="{FF2B5EF4-FFF2-40B4-BE49-F238E27FC236}">
                    <a16:creationId xmlns:a16="http://schemas.microsoft.com/office/drawing/2014/main" id="{9559B5CF-3569-AC66-EAC8-C98999B757F5}"/>
                  </a:ext>
                </a:extLst>
              </p:cNvPr>
              <p:cNvPicPr/>
              <p:nvPr/>
            </p:nvPicPr>
            <p:blipFill>
              <a:blip r:embed="rId73"/>
              <a:stretch>
                <a:fillRect/>
              </a:stretch>
            </p:blipFill>
            <p:spPr>
              <a:xfrm>
                <a:off x="6092760" y="3550920"/>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9" name="Ink 38">
                <a:extLst>
                  <a:ext uri="{FF2B5EF4-FFF2-40B4-BE49-F238E27FC236}">
                    <a16:creationId xmlns:a16="http://schemas.microsoft.com/office/drawing/2014/main" id="{71C9ACBB-84BF-DA45-D8AC-14B4A217E7C4}"/>
                  </a:ext>
                </a:extLst>
              </p14:cNvPr>
              <p14:cNvContentPartPr/>
              <p14:nvPr/>
            </p14:nvContentPartPr>
            <p14:xfrm>
              <a:off x="6285000" y="3099480"/>
              <a:ext cx="245520" cy="412200"/>
            </p14:xfrm>
          </p:contentPart>
        </mc:Choice>
        <mc:Fallback xmlns="">
          <p:pic>
            <p:nvPicPr>
              <p:cNvPr id="39" name="Ink 38">
                <a:extLst>
                  <a:ext uri="{FF2B5EF4-FFF2-40B4-BE49-F238E27FC236}">
                    <a16:creationId xmlns:a16="http://schemas.microsoft.com/office/drawing/2014/main" id="{71C9ACBB-84BF-DA45-D8AC-14B4A217E7C4}"/>
                  </a:ext>
                </a:extLst>
              </p:cNvPr>
              <p:cNvPicPr/>
              <p:nvPr/>
            </p:nvPicPr>
            <p:blipFill>
              <a:blip r:embed="rId75"/>
              <a:stretch>
                <a:fillRect/>
              </a:stretch>
            </p:blipFill>
            <p:spPr>
              <a:xfrm>
                <a:off x="6280680" y="3095160"/>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0" name="Ink 39">
                <a:extLst>
                  <a:ext uri="{FF2B5EF4-FFF2-40B4-BE49-F238E27FC236}">
                    <a16:creationId xmlns:a16="http://schemas.microsoft.com/office/drawing/2014/main" id="{9E53FA11-3D75-53A0-5A0B-DACEA44F5671}"/>
                  </a:ext>
                </a:extLst>
              </p14:cNvPr>
              <p14:cNvContentPartPr/>
              <p14:nvPr/>
            </p14:nvContentPartPr>
            <p14:xfrm>
              <a:off x="6541680" y="3403680"/>
              <a:ext cx="75600" cy="140760"/>
            </p14:xfrm>
          </p:contentPart>
        </mc:Choice>
        <mc:Fallback xmlns="">
          <p:pic>
            <p:nvPicPr>
              <p:cNvPr id="40" name="Ink 39">
                <a:extLst>
                  <a:ext uri="{FF2B5EF4-FFF2-40B4-BE49-F238E27FC236}">
                    <a16:creationId xmlns:a16="http://schemas.microsoft.com/office/drawing/2014/main" id="{9E53FA11-3D75-53A0-5A0B-DACEA44F5671}"/>
                  </a:ext>
                </a:extLst>
              </p:cNvPr>
              <p:cNvPicPr/>
              <p:nvPr/>
            </p:nvPicPr>
            <p:blipFill>
              <a:blip r:embed="rId77"/>
              <a:stretch>
                <a:fillRect/>
              </a:stretch>
            </p:blipFill>
            <p:spPr>
              <a:xfrm>
                <a:off x="6537360" y="3399360"/>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1" name="Ink 40">
                <a:extLst>
                  <a:ext uri="{FF2B5EF4-FFF2-40B4-BE49-F238E27FC236}">
                    <a16:creationId xmlns:a16="http://schemas.microsoft.com/office/drawing/2014/main" id="{915E2C4A-DBCC-93A2-4CF8-4A6583B95EBD}"/>
                  </a:ext>
                </a:extLst>
              </p14:cNvPr>
              <p14:cNvContentPartPr/>
              <p14:nvPr/>
            </p14:nvContentPartPr>
            <p14:xfrm>
              <a:off x="6705480" y="3145560"/>
              <a:ext cx="77400" cy="335520"/>
            </p14:xfrm>
          </p:contentPart>
        </mc:Choice>
        <mc:Fallback xmlns="">
          <p:pic>
            <p:nvPicPr>
              <p:cNvPr id="41" name="Ink 40">
                <a:extLst>
                  <a:ext uri="{FF2B5EF4-FFF2-40B4-BE49-F238E27FC236}">
                    <a16:creationId xmlns:a16="http://schemas.microsoft.com/office/drawing/2014/main" id="{915E2C4A-DBCC-93A2-4CF8-4A6583B95EBD}"/>
                  </a:ext>
                </a:extLst>
              </p:cNvPr>
              <p:cNvPicPr/>
              <p:nvPr/>
            </p:nvPicPr>
            <p:blipFill>
              <a:blip r:embed="rId79"/>
              <a:stretch>
                <a:fillRect/>
              </a:stretch>
            </p:blipFill>
            <p:spPr>
              <a:xfrm>
                <a:off x="6701160" y="3141240"/>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2" name="Ink 41">
                <a:extLst>
                  <a:ext uri="{FF2B5EF4-FFF2-40B4-BE49-F238E27FC236}">
                    <a16:creationId xmlns:a16="http://schemas.microsoft.com/office/drawing/2014/main" id="{811B6881-5EC9-6D0B-5C7E-D72CFAF040C0}"/>
                  </a:ext>
                </a:extLst>
              </p14:cNvPr>
              <p14:cNvContentPartPr/>
              <p14:nvPr/>
            </p14:nvContentPartPr>
            <p14:xfrm>
              <a:off x="6676680" y="3374880"/>
              <a:ext cx="251280" cy="175320"/>
            </p14:xfrm>
          </p:contentPart>
        </mc:Choice>
        <mc:Fallback xmlns="">
          <p:pic>
            <p:nvPicPr>
              <p:cNvPr id="42" name="Ink 41">
                <a:extLst>
                  <a:ext uri="{FF2B5EF4-FFF2-40B4-BE49-F238E27FC236}">
                    <a16:creationId xmlns:a16="http://schemas.microsoft.com/office/drawing/2014/main" id="{811B6881-5EC9-6D0B-5C7E-D72CFAF040C0}"/>
                  </a:ext>
                </a:extLst>
              </p:cNvPr>
              <p:cNvPicPr/>
              <p:nvPr/>
            </p:nvPicPr>
            <p:blipFill>
              <a:blip r:embed="rId81"/>
              <a:stretch>
                <a:fillRect/>
              </a:stretch>
            </p:blipFill>
            <p:spPr>
              <a:xfrm>
                <a:off x="6672360" y="3370560"/>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3" name="Ink 42">
                <a:extLst>
                  <a:ext uri="{FF2B5EF4-FFF2-40B4-BE49-F238E27FC236}">
                    <a16:creationId xmlns:a16="http://schemas.microsoft.com/office/drawing/2014/main" id="{373DF73E-9742-85B4-436F-36DB700CBCF9}"/>
                  </a:ext>
                </a:extLst>
              </p14:cNvPr>
              <p14:cNvContentPartPr/>
              <p14:nvPr/>
            </p14:nvContentPartPr>
            <p14:xfrm>
              <a:off x="6980160" y="3267600"/>
              <a:ext cx="156960" cy="296280"/>
            </p14:xfrm>
          </p:contentPart>
        </mc:Choice>
        <mc:Fallback xmlns="">
          <p:pic>
            <p:nvPicPr>
              <p:cNvPr id="43" name="Ink 42">
                <a:extLst>
                  <a:ext uri="{FF2B5EF4-FFF2-40B4-BE49-F238E27FC236}">
                    <a16:creationId xmlns:a16="http://schemas.microsoft.com/office/drawing/2014/main" id="{373DF73E-9742-85B4-436F-36DB700CBCF9}"/>
                  </a:ext>
                </a:extLst>
              </p:cNvPr>
              <p:cNvPicPr/>
              <p:nvPr/>
            </p:nvPicPr>
            <p:blipFill>
              <a:blip r:embed="rId83"/>
              <a:stretch>
                <a:fillRect/>
              </a:stretch>
            </p:blipFill>
            <p:spPr>
              <a:xfrm>
                <a:off x="6975840" y="3263280"/>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4" name="Ink 43">
                <a:extLst>
                  <a:ext uri="{FF2B5EF4-FFF2-40B4-BE49-F238E27FC236}">
                    <a16:creationId xmlns:a16="http://schemas.microsoft.com/office/drawing/2014/main" id="{DC3E7F57-0B7B-D574-DBAA-75C746DF87C5}"/>
                  </a:ext>
                </a:extLst>
              </p14:cNvPr>
              <p14:cNvContentPartPr/>
              <p14:nvPr/>
            </p14:nvContentPartPr>
            <p14:xfrm>
              <a:off x="7154040" y="3466680"/>
              <a:ext cx="50400" cy="83520"/>
            </p14:xfrm>
          </p:contentPart>
        </mc:Choice>
        <mc:Fallback xmlns="">
          <p:pic>
            <p:nvPicPr>
              <p:cNvPr id="44" name="Ink 43">
                <a:extLst>
                  <a:ext uri="{FF2B5EF4-FFF2-40B4-BE49-F238E27FC236}">
                    <a16:creationId xmlns:a16="http://schemas.microsoft.com/office/drawing/2014/main" id="{DC3E7F57-0B7B-D574-DBAA-75C746DF87C5}"/>
                  </a:ext>
                </a:extLst>
              </p:cNvPr>
              <p:cNvPicPr/>
              <p:nvPr/>
            </p:nvPicPr>
            <p:blipFill>
              <a:blip r:embed="rId85"/>
              <a:stretch>
                <a:fillRect/>
              </a:stretch>
            </p:blipFill>
            <p:spPr>
              <a:xfrm>
                <a:off x="7149720" y="3462360"/>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5" name="Ink 44">
                <a:extLst>
                  <a:ext uri="{FF2B5EF4-FFF2-40B4-BE49-F238E27FC236}">
                    <a16:creationId xmlns:a16="http://schemas.microsoft.com/office/drawing/2014/main" id="{1B80FC53-8234-FCB5-4B8E-A3BB606D99D3}"/>
                  </a:ext>
                </a:extLst>
              </p14:cNvPr>
              <p14:cNvContentPartPr/>
              <p14:nvPr/>
            </p14:nvContentPartPr>
            <p14:xfrm>
              <a:off x="7205880" y="3336000"/>
              <a:ext cx="7920" cy="50760"/>
            </p14:xfrm>
          </p:contentPart>
        </mc:Choice>
        <mc:Fallback xmlns="">
          <p:pic>
            <p:nvPicPr>
              <p:cNvPr id="45" name="Ink 44">
                <a:extLst>
                  <a:ext uri="{FF2B5EF4-FFF2-40B4-BE49-F238E27FC236}">
                    <a16:creationId xmlns:a16="http://schemas.microsoft.com/office/drawing/2014/main" id="{1B80FC53-8234-FCB5-4B8E-A3BB606D99D3}"/>
                  </a:ext>
                </a:extLst>
              </p:cNvPr>
              <p:cNvPicPr/>
              <p:nvPr/>
            </p:nvPicPr>
            <p:blipFill>
              <a:blip r:embed="rId87"/>
              <a:stretch>
                <a:fillRect/>
              </a:stretch>
            </p:blipFill>
            <p:spPr>
              <a:xfrm>
                <a:off x="7201560" y="3331680"/>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6" name="Ink 45">
                <a:extLst>
                  <a:ext uri="{FF2B5EF4-FFF2-40B4-BE49-F238E27FC236}">
                    <a16:creationId xmlns:a16="http://schemas.microsoft.com/office/drawing/2014/main" id="{4083A6A1-B561-4CEF-028E-765F9EDEF482}"/>
                  </a:ext>
                </a:extLst>
              </p14:cNvPr>
              <p14:cNvContentPartPr/>
              <p14:nvPr/>
            </p14:nvContentPartPr>
            <p14:xfrm>
              <a:off x="7207680" y="3336000"/>
              <a:ext cx="169920" cy="150120"/>
            </p14:xfrm>
          </p:contentPart>
        </mc:Choice>
        <mc:Fallback xmlns="">
          <p:pic>
            <p:nvPicPr>
              <p:cNvPr id="46" name="Ink 45">
                <a:extLst>
                  <a:ext uri="{FF2B5EF4-FFF2-40B4-BE49-F238E27FC236}">
                    <a16:creationId xmlns:a16="http://schemas.microsoft.com/office/drawing/2014/main" id="{4083A6A1-B561-4CEF-028E-765F9EDEF482}"/>
                  </a:ext>
                </a:extLst>
              </p:cNvPr>
              <p:cNvPicPr/>
              <p:nvPr/>
            </p:nvPicPr>
            <p:blipFill>
              <a:blip r:embed="rId89"/>
              <a:stretch>
                <a:fillRect/>
              </a:stretch>
            </p:blipFill>
            <p:spPr>
              <a:xfrm>
                <a:off x="7203360" y="3331680"/>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7" name="Ink 46">
                <a:extLst>
                  <a:ext uri="{FF2B5EF4-FFF2-40B4-BE49-F238E27FC236}">
                    <a16:creationId xmlns:a16="http://schemas.microsoft.com/office/drawing/2014/main" id="{9B4C928D-1087-B19E-ABC7-1FE9D873FE05}"/>
                  </a:ext>
                </a:extLst>
              </p14:cNvPr>
              <p14:cNvContentPartPr/>
              <p14:nvPr/>
            </p14:nvContentPartPr>
            <p14:xfrm>
              <a:off x="7463640" y="3367320"/>
              <a:ext cx="360" cy="74880"/>
            </p14:xfrm>
          </p:contentPart>
        </mc:Choice>
        <mc:Fallback xmlns="">
          <p:pic>
            <p:nvPicPr>
              <p:cNvPr id="47" name="Ink 46">
                <a:extLst>
                  <a:ext uri="{FF2B5EF4-FFF2-40B4-BE49-F238E27FC236}">
                    <a16:creationId xmlns:a16="http://schemas.microsoft.com/office/drawing/2014/main" id="{9B4C928D-1087-B19E-ABC7-1FE9D873FE05}"/>
                  </a:ext>
                </a:extLst>
              </p:cNvPr>
              <p:cNvPicPr/>
              <p:nvPr/>
            </p:nvPicPr>
            <p:blipFill>
              <a:blip r:embed="rId91"/>
              <a:stretch>
                <a:fillRect/>
              </a:stretch>
            </p:blipFill>
            <p:spPr>
              <a:xfrm>
                <a:off x="7459320" y="3363000"/>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8" name="Ink 47">
                <a:extLst>
                  <a:ext uri="{FF2B5EF4-FFF2-40B4-BE49-F238E27FC236}">
                    <a16:creationId xmlns:a16="http://schemas.microsoft.com/office/drawing/2014/main" id="{26BD5FDB-E196-4327-09BC-CFDD48476DB3}"/>
                  </a:ext>
                </a:extLst>
              </p14:cNvPr>
              <p14:cNvContentPartPr/>
              <p14:nvPr/>
            </p14:nvContentPartPr>
            <p14:xfrm>
              <a:off x="7425480" y="3193800"/>
              <a:ext cx="147240" cy="358200"/>
            </p14:xfrm>
          </p:contentPart>
        </mc:Choice>
        <mc:Fallback xmlns="">
          <p:pic>
            <p:nvPicPr>
              <p:cNvPr id="48" name="Ink 47">
                <a:extLst>
                  <a:ext uri="{FF2B5EF4-FFF2-40B4-BE49-F238E27FC236}">
                    <a16:creationId xmlns:a16="http://schemas.microsoft.com/office/drawing/2014/main" id="{26BD5FDB-E196-4327-09BC-CFDD48476DB3}"/>
                  </a:ext>
                </a:extLst>
              </p:cNvPr>
              <p:cNvPicPr/>
              <p:nvPr/>
            </p:nvPicPr>
            <p:blipFill>
              <a:blip r:embed="rId93"/>
              <a:stretch>
                <a:fillRect/>
              </a:stretch>
            </p:blipFill>
            <p:spPr>
              <a:xfrm>
                <a:off x="7421160" y="3189480"/>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9" name="Ink 48">
                <a:extLst>
                  <a:ext uri="{FF2B5EF4-FFF2-40B4-BE49-F238E27FC236}">
                    <a16:creationId xmlns:a16="http://schemas.microsoft.com/office/drawing/2014/main" id="{A0DAB92F-23C5-C5C9-A0B2-6D6A563B0556}"/>
                  </a:ext>
                </a:extLst>
              </p14:cNvPr>
              <p14:cNvContentPartPr/>
              <p14:nvPr/>
            </p14:nvContentPartPr>
            <p14:xfrm>
              <a:off x="2661240" y="2943960"/>
              <a:ext cx="31320" cy="80640"/>
            </p14:xfrm>
          </p:contentPart>
        </mc:Choice>
        <mc:Fallback xmlns="">
          <p:pic>
            <p:nvPicPr>
              <p:cNvPr id="49" name="Ink 48">
                <a:extLst>
                  <a:ext uri="{FF2B5EF4-FFF2-40B4-BE49-F238E27FC236}">
                    <a16:creationId xmlns:a16="http://schemas.microsoft.com/office/drawing/2014/main" id="{A0DAB92F-23C5-C5C9-A0B2-6D6A563B0556}"/>
                  </a:ext>
                </a:extLst>
              </p:cNvPr>
              <p:cNvPicPr/>
              <p:nvPr/>
            </p:nvPicPr>
            <p:blipFill>
              <a:blip r:embed="rId95"/>
              <a:stretch>
                <a:fillRect/>
              </a:stretch>
            </p:blipFill>
            <p:spPr>
              <a:xfrm>
                <a:off x="2656920" y="2939640"/>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0" name="Ink 49">
                <a:extLst>
                  <a:ext uri="{FF2B5EF4-FFF2-40B4-BE49-F238E27FC236}">
                    <a16:creationId xmlns:a16="http://schemas.microsoft.com/office/drawing/2014/main" id="{A4B3667D-527C-12A7-E2F0-053182F66C27}"/>
                  </a:ext>
                </a:extLst>
              </p14:cNvPr>
              <p14:cNvContentPartPr/>
              <p14:nvPr/>
            </p14:nvContentPartPr>
            <p14:xfrm>
              <a:off x="2688240" y="2630040"/>
              <a:ext cx="13680" cy="13320"/>
            </p14:xfrm>
          </p:contentPart>
        </mc:Choice>
        <mc:Fallback xmlns="">
          <p:pic>
            <p:nvPicPr>
              <p:cNvPr id="50" name="Ink 49">
                <a:extLst>
                  <a:ext uri="{FF2B5EF4-FFF2-40B4-BE49-F238E27FC236}">
                    <a16:creationId xmlns:a16="http://schemas.microsoft.com/office/drawing/2014/main" id="{A4B3667D-527C-12A7-E2F0-053182F66C27}"/>
                  </a:ext>
                </a:extLst>
              </p:cNvPr>
              <p:cNvPicPr/>
              <p:nvPr/>
            </p:nvPicPr>
            <p:blipFill>
              <a:blip r:embed="rId97"/>
              <a:stretch>
                <a:fillRect/>
              </a:stretch>
            </p:blipFill>
            <p:spPr>
              <a:xfrm>
                <a:off x="2683920" y="2625720"/>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Ink 50">
                <a:extLst>
                  <a:ext uri="{FF2B5EF4-FFF2-40B4-BE49-F238E27FC236}">
                    <a16:creationId xmlns:a16="http://schemas.microsoft.com/office/drawing/2014/main" id="{C7272698-992C-4540-1B05-6940845AF06A}"/>
                  </a:ext>
                </a:extLst>
              </p14:cNvPr>
              <p14:cNvContentPartPr/>
              <p14:nvPr/>
            </p14:nvContentPartPr>
            <p14:xfrm>
              <a:off x="2727840" y="2717880"/>
              <a:ext cx="172080" cy="433440"/>
            </p14:xfrm>
          </p:contentPart>
        </mc:Choice>
        <mc:Fallback xmlns="">
          <p:pic>
            <p:nvPicPr>
              <p:cNvPr id="51" name="Ink 50">
                <a:extLst>
                  <a:ext uri="{FF2B5EF4-FFF2-40B4-BE49-F238E27FC236}">
                    <a16:creationId xmlns:a16="http://schemas.microsoft.com/office/drawing/2014/main" id="{C7272698-992C-4540-1B05-6940845AF06A}"/>
                  </a:ext>
                </a:extLst>
              </p:cNvPr>
              <p:cNvPicPr/>
              <p:nvPr/>
            </p:nvPicPr>
            <p:blipFill>
              <a:blip r:embed="rId99"/>
              <a:stretch>
                <a:fillRect/>
              </a:stretch>
            </p:blipFill>
            <p:spPr>
              <a:xfrm>
                <a:off x="2723520" y="2713560"/>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Ink 51">
                <a:extLst>
                  <a:ext uri="{FF2B5EF4-FFF2-40B4-BE49-F238E27FC236}">
                    <a16:creationId xmlns:a16="http://schemas.microsoft.com/office/drawing/2014/main" id="{0AC8ABDF-D389-A103-BA53-35A7BD832115}"/>
                  </a:ext>
                </a:extLst>
              </p14:cNvPr>
              <p14:cNvContentPartPr/>
              <p14:nvPr/>
            </p14:nvContentPartPr>
            <p14:xfrm>
              <a:off x="2717040" y="2973840"/>
              <a:ext cx="125640" cy="10080"/>
            </p14:xfrm>
          </p:contentPart>
        </mc:Choice>
        <mc:Fallback xmlns="">
          <p:pic>
            <p:nvPicPr>
              <p:cNvPr id="52" name="Ink 51">
                <a:extLst>
                  <a:ext uri="{FF2B5EF4-FFF2-40B4-BE49-F238E27FC236}">
                    <a16:creationId xmlns:a16="http://schemas.microsoft.com/office/drawing/2014/main" id="{0AC8ABDF-D389-A103-BA53-35A7BD832115}"/>
                  </a:ext>
                </a:extLst>
              </p:cNvPr>
              <p:cNvPicPr/>
              <p:nvPr/>
            </p:nvPicPr>
            <p:blipFill>
              <a:blip r:embed="rId101"/>
              <a:stretch>
                <a:fillRect/>
              </a:stretch>
            </p:blipFill>
            <p:spPr>
              <a:xfrm>
                <a:off x="2712720" y="2969520"/>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Ink 52">
                <a:extLst>
                  <a:ext uri="{FF2B5EF4-FFF2-40B4-BE49-F238E27FC236}">
                    <a16:creationId xmlns:a16="http://schemas.microsoft.com/office/drawing/2014/main" id="{C84CB622-A3C0-B601-6335-3D5472C12AF1}"/>
                  </a:ext>
                </a:extLst>
              </p14:cNvPr>
              <p14:cNvContentPartPr/>
              <p14:nvPr/>
            </p14:nvContentPartPr>
            <p14:xfrm>
              <a:off x="1764120" y="2116320"/>
              <a:ext cx="216000" cy="615240"/>
            </p14:xfrm>
          </p:contentPart>
        </mc:Choice>
        <mc:Fallback xmlns="">
          <p:pic>
            <p:nvPicPr>
              <p:cNvPr id="53" name="Ink 52">
                <a:extLst>
                  <a:ext uri="{FF2B5EF4-FFF2-40B4-BE49-F238E27FC236}">
                    <a16:creationId xmlns:a16="http://schemas.microsoft.com/office/drawing/2014/main" id="{C84CB622-A3C0-B601-6335-3D5472C12AF1}"/>
                  </a:ext>
                </a:extLst>
              </p:cNvPr>
              <p:cNvPicPr/>
              <p:nvPr/>
            </p:nvPicPr>
            <p:blipFill>
              <a:blip r:embed="rId103"/>
              <a:stretch>
                <a:fillRect/>
              </a:stretch>
            </p:blipFill>
            <p:spPr>
              <a:xfrm>
                <a:off x="1759800" y="2112000"/>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Ink 53">
                <a:extLst>
                  <a:ext uri="{FF2B5EF4-FFF2-40B4-BE49-F238E27FC236}">
                    <a16:creationId xmlns:a16="http://schemas.microsoft.com/office/drawing/2014/main" id="{FC290166-6D0B-9853-562A-2B848788FDA6}"/>
                  </a:ext>
                </a:extLst>
              </p14:cNvPr>
              <p14:cNvContentPartPr/>
              <p14:nvPr/>
            </p14:nvContentPartPr>
            <p14:xfrm>
              <a:off x="1679520" y="2448960"/>
              <a:ext cx="360360" cy="101880"/>
            </p14:xfrm>
          </p:contentPart>
        </mc:Choice>
        <mc:Fallback xmlns="">
          <p:pic>
            <p:nvPicPr>
              <p:cNvPr id="54" name="Ink 53">
                <a:extLst>
                  <a:ext uri="{FF2B5EF4-FFF2-40B4-BE49-F238E27FC236}">
                    <a16:creationId xmlns:a16="http://schemas.microsoft.com/office/drawing/2014/main" id="{FC290166-6D0B-9853-562A-2B848788FDA6}"/>
                  </a:ext>
                </a:extLst>
              </p:cNvPr>
              <p:cNvPicPr/>
              <p:nvPr/>
            </p:nvPicPr>
            <p:blipFill>
              <a:blip r:embed="rId105"/>
              <a:stretch>
                <a:fillRect/>
              </a:stretch>
            </p:blipFill>
            <p:spPr>
              <a:xfrm>
                <a:off x="1675200" y="2444640"/>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Ink 54">
                <a:extLst>
                  <a:ext uri="{FF2B5EF4-FFF2-40B4-BE49-F238E27FC236}">
                    <a16:creationId xmlns:a16="http://schemas.microsoft.com/office/drawing/2014/main" id="{6917C9EE-FD44-FDB4-AC79-DF2F2303EC18}"/>
                  </a:ext>
                </a:extLst>
              </p14:cNvPr>
              <p14:cNvContentPartPr/>
              <p14:nvPr/>
            </p14:nvContentPartPr>
            <p14:xfrm>
              <a:off x="2007840" y="2339160"/>
              <a:ext cx="286200" cy="153720"/>
            </p14:xfrm>
          </p:contentPart>
        </mc:Choice>
        <mc:Fallback xmlns="">
          <p:pic>
            <p:nvPicPr>
              <p:cNvPr id="55" name="Ink 54">
                <a:extLst>
                  <a:ext uri="{FF2B5EF4-FFF2-40B4-BE49-F238E27FC236}">
                    <a16:creationId xmlns:a16="http://schemas.microsoft.com/office/drawing/2014/main" id="{6917C9EE-FD44-FDB4-AC79-DF2F2303EC18}"/>
                  </a:ext>
                </a:extLst>
              </p:cNvPr>
              <p:cNvPicPr/>
              <p:nvPr/>
            </p:nvPicPr>
            <p:blipFill>
              <a:blip r:embed="rId107"/>
              <a:stretch>
                <a:fillRect/>
              </a:stretch>
            </p:blipFill>
            <p:spPr>
              <a:xfrm>
                <a:off x="2003520" y="2334840"/>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Ink 55">
                <a:extLst>
                  <a:ext uri="{FF2B5EF4-FFF2-40B4-BE49-F238E27FC236}">
                    <a16:creationId xmlns:a16="http://schemas.microsoft.com/office/drawing/2014/main" id="{8F105CBB-E9D3-220A-C466-ED6AD173B976}"/>
                  </a:ext>
                </a:extLst>
              </p14:cNvPr>
              <p14:cNvContentPartPr/>
              <p14:nvPr/>
            </p14:nvContentPartPr>
            <p14:xfrm>
              <a:off x="2381160" y="2069160"/>
              <a:ext cx="324360" cy="459000"/>
            </p14:xfrm>
          </p:contentPart>
        </mc:Choice>
        <mc:Fallback xmlns="">
          <p:pic>
            <p:nvPicPr>
              <p:cNvPr id="56" name="Ink 55">
                <a:extLst>
                  <a:ext uri="{FF2B5EF4-FFF2-40B4-BE49-F238E27FC236}">
                    <a16:creationId xmlns:a16="http://schemas.microsoft.com/office/drawing/2014/main" id="{8F105CBB-E9D3-220A-C466-ED6AD173B976}"/>
                  </a:ext>
                </a:extLst>
              </p:cNvPr>
              <p:cNvPicPr/>
              <p:nvPr/>
            </p:nvPicPr>
            <p:blipFill>
              <a:blip r:embed="rId109"/>
              <a:stretch>
                <a:fillRect/>
              </a:stretch>
            </p:blipFill>
            <p:spPr>
              <a:xfrm>
                <a:off x="2376840" y="2064840"/>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Ink 56">
                <a:extLst>
                  <a:ext uri="{FF2B5EF4-FFF2-40B4-BE49-F238E27FC236}">
                    <a16:creationId xmlns:a16="http://schemas.microsoft.com/office/drawing/2014/main" id="{A28DED13-F6A2-269B-1D8E-99E96CD186FD}"/>
                  </a:ext>
                </a:extLst>
              </p14:cNvPr>
              <p14:cNvContentPartPr/>
              <p14:nvPr/>
            </p14:nvContentPartPr>
            <p14:xfrm>
              <a:off x="2659080" y="2313960"/>
              <a:ext cx="152640" cy="68400"/>
            </p14:xfrm>
          </p:contentPart>
        </mc:Choice>
        <mc:Fallback xmlns="">
          <p:pic>
            <p:nvPicPr>
              <p:cNvPr id="57" name="Ink 56">
                <a:extLst>
                  <a:ext uri="{FF2B5EF4-FFF2-40B4-BE49-F238E27FC236}">
                    <a16:creationId xmlns:a16="http://schemas.microsoft.com/office/drawing/2014/main" id="{A28DED13-F6A2-269B-1D8E-99E96CD186FD}"/>
                  </a:ext>
                </a:extLst>
              </p:cNvPr>
              <p:cNvPicPr/>
              <p:nvPr/>
            </p:nvPicPr>
            <p:blipFill>
              <a:blip r:embed="rId111"/>
              <a:stretch>
                <a:fillRect/>
              </a:stretch>
            </p:blipFill>
            <p:spPr>
              <a:xfrm>
                <a:off x="2654760" y="2309640"/>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Ink 57">
                <a:extLst>
                  <a:ext uri="{FF2B5EF4-FFF2-40B4-BE49-F238E27FC236}">
                    <a16:creationId xmlns:a16="http://schemas.microsoft.com/office/drawing/2014/main" id="{8CAE710E-B5C4-94DD-7487-ABE6FC342407}"/>
                  </a:ext>
                </a:extLst>
              </p14:cNvPr>
              <p14:cNvContentPartPr/>
              <p14:nvPr/>
            </p14:nvContentPartPr>
            <p14:xfrm>
              <a:off x="2824680" y="2132880"/>
              <a:ext cx="44640" cy="34920"/>
            </p14:xfrm>
          </p:contentPart>
        </mc:Choice>
        <mc:Fallback xmlns="">
          <p:pic>
            <p:nvPicPr>
              <p:cNvPr id="58" name="Ink 57">
                <a:extLst>
                  <a:ext uri="{FF2B5EF4-FFF2-40B4-BE49-F238E27FC236}">
                    <a16:creationId xmlns:a16="http://schemas.microsoft.com/office/drawing/2014/main" id="{8CAE710E-B5C4-94DD-7487-ABE6FC342407}"/>
                  </a:ext>
                </a:extLst>
              </p:cNvPr>
              <p:cNvPicPr/>
              <p:nvPr/>
            </p:nvPicPr>
            <p:blipFill>
              <a:blip r:embed="rId113"/>
              <a:stretch>
                <a:fillRect/>
              </a:stretch>
            </p:blipFill>
            <p:spPr>
              <a:xfrm>
                <a:off x="2820360" y="2128560"/>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Ink 58">
                <a:extLst>
                  <a:ext uri="{FF2B5EF4-FFF2-40B4-BE49-F238E27FC236}">
                    <a16:creationId xmlns:a16="http://schemas.microsoft.com/office/drawing/2014/main" id="{D79303BD-5E16-5E12-87D8-792004EDFB49}"/>
                  </a:ext>
                </a:extLst>
              </p14:cNvPr>
              <p14:cNvContentPartPr/>
              <p14:nvPr/>
            </p14:nvContentPartPr>
            <p14:xfrm>
              <a:off x="2982720" y="2216040"/>
              <a:ext cx="128880" cy="27360"/>
            </p14:xfrm>
          </p:contentPart>
        </mc:Choice>
        <mc:Fallback xmlns="">
          <p:pic>
            <p:nvPicPr>
              <p:cNvPr id="59" name="Ink 58">
                <a:extLst>
                  <a:ext uri="{FF2B5EF4-FFF2-40B4-BE49-F238E27FC236}">
                    <a16:creationId xmlns:a16="http://schemas.microsoft.com/office/drawing/2014/main" id="{D79303BD-5E16-5E12-87D8-792004EDFB49}"/>
                  </a:ext>
                </a:extLst>
              </p:cNvPr>
              <p:cNvPicPr/>
              <p:nvPr/>
            </p:nvPicPr>
            <p:blipFill>
              <a:blip r:embed="rId115"/>
              <a:stretch>
                <a:fillRect/>
              </a:stretch>
            </p:blipFill>
            <p:spPr>
              <a:xfrm>
                <a:off x="2978400" y="2211720"/>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Ink 59">
                <a:extLst>
                  <a:ext uri="{FF2B5EF4-FFF2-40B4-BE49-F238E27FC236}">
                    <a16:creationId xmlns:a16="http://schemas.microsoft.com/office/drawing/2014/main" id="{041FE049-3546-1114-4093-7F2059001D9C}"/>
                  </a:ext>
                </a:extLst>
              </p14:cNvPr>
              <p14:cNvContentPartPr/>
              <p14:nvPr/>
            </p14:nvContentPartPr>
            <p14:xfrm>
              <a:off x="2982720" y="2243040"/>
              <a:ext cx="148680" cy="73080"/>
            </p14:xfrm>
          </p:contentPart>
        </mc:Choice>
        <mc:Fallback xmlns="">
          <p:pic>
            <p:nvPicPr>
              <p:cNvPr id="60" name="Ink 59">
                <a:extLst>
                  <a:ext uri="{FF2B5EF4-FFF2-40B4-BE49-F238E27FC236}">
                    <a16:creationId xmlns:a16="http://schemas.microsoft.com/office/drawing/2014/main" id="{041FE049-3546-1114-4093-7F2059001D9C}"/>
                  </a:ext>
                </a:extLst>
              </p:cNvPr>
              <p:cNvPicPr/>
              <p:nvPr/>
            </p:nvPicPr>
            <p:blipFill>
              <a:blip r:embed="rId117"/>
              <a:stretch>
                <a:fillRect/>
              </a:stretch>
            </p:blipFill>
            <p:spPr>
              <a:xfrm>
                <a:off x="2978400" y="2238720"/>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Ink 60">
                <a:extLst>
                  <a:ext uri="{FF2B5EF4-FFF2-40B4-BE49-F238E27FC236}">
                    <a16:creationId xmlns:a16="http://schemas.microsoft.com/office/drawing/2014/main" id="{610FB18D-2AF6-080B-8FF9-1EABF66C778D}"/>
                  </a:ext>
                </a:extLst>
              </p14:cNvPr>
              <p14:cNvContentPartPr/>
              <p14:nvPr/>
            </p14:nvContentPartPr>
            <p14:xfrm>
              <a:off x="3345960" y="2096520"/>
              <a:ext cx="83520" cy="180360"/>
            </p14:xfrm>
          </p:contentPart>
        </mc:Choice>
        <mc:Fallback xmlns="">
          <p:pic>
            <p:nvPicPr>
              <p:cNvPr id="61" name="Ink 60">
                <a:extLst>
                  <a:ext uri="{FF2B5EF4-FFF2-40B4-BE49-F238E27FC236}">
                    <a16:creationId xmlns:a16="http://schemas.microsoft.com/office/drawing/2014/main" id="{610FB18D-2AF6-080B-8FF9-1EABF66C778D}"/>
                  </a:ext>
                </a:extLst>
              </p:cNvPr>
              <p:cNvPicPr/>
              <p:nvPr/>
            </p:nvPicPr>
            <p:blipFill>
              <a:blip r:embed="rId119"/>
              <a:stretch>
                <a:fillRect/>
              </a:stretch>
            </p:blipFill>
            <p:spPr>
              <a:xfrm>
                <a:off x="3341640" y="2092200"/>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Ink 61">
                <a:extLst>
                  <a:ext uri="{FF2B5EF4-FFF2-40B4-BE49-F238E27FC236}">
                    <a16:creationId xmlns:a16="http://schemas.microsoft.com/office/drawing/2014/main" id="{01F3806F-40F5-D4F5-4300-591F2F101DCF}"/>
                  </a:ext>
                </a:extLst>
              </p14:cNvPr>
              <p14:cNvContentPartPr/>
              <p14:nvPr/>
            </p14:nvContentPartPr>
            <p14:xfrm>
              <a:off x="3548640" y="2252400"/>
              <a:ext cx="111960" cy="256680"/>
            </p14:xfrm>
          </p:contentPart>
        </mc:Choice>
        <mc:Fallback xmlns="">
          <p:pic>
            <p:nvPicPr>
              <p:cNvPr id="62" name="Ink 61">
                <a:extLst>
                  <a:ext uri="{FF2B5EF4-FFF2-40B4-BE49-F238E27FC236}">
                    <a16:creationId xmlns:a16="http://schemas.microsoft.com/office/drawing/2014/main" id="{01F3806F-40F5-D4F5-4300-591F2F101DCF}"/>
                  </a:ext>
                </a:extLst>
              </p:cNvPr>
              <p:cNvPicPr/>
              <p:nvPr/>
            </p:nvPicPr>
            <p:blipFill>
              <a:blip r:embed="rId121"/>
              <a:stretch>
                <a:fillRect/>
              </a:stretch>
            </p:blipFill>
            <p:spPr>
              <a:xfrm>
                <a:off x="3544320" y="2248080"/>
                <a:ext cx="1206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Ink 62">
                <a:extLst>
                  <a:ext uri="{FF2B5EF4-FFF2-40B4-BE49-F238E27FC236}">
                    <a16:creationId xmlns:a16="http://schemas.microsoft.com/office/drawing/2014/main" id="{61C23818-36AB-AA8D-699C-52DE423E0AAF}"/>
                  </a:ext>
                </a:extLst>
              </p14:cNvPr>
              <p14:cNvContentPartPr/>
              <p14:nvPr/>
            </p14:nvContentPartPr>
            <p14:xfrm>
              <a:off x="3966240" y="2127480"/>
              <a:ext cx="162000" cy="108360"/>
            </p14:xfrm>
          </p:contentPart>
        </mc:Choice>
        <mc:Fallback xmlns="">
          <p:pic>
            <p:nvPicPr>
              <p:cNvPr id="63" name="Ink 62">
                <a:extLst>
                  <a:ext uri="{FF2B5EF4-FFF2-40B4-BE49-F238E27FC236}">
                    <a16:creationId xmlns:a16="http://schemas.microsoft.com/office/drawing/2014/main" id="{61C23818-36AB-AA8D-699C-52DE423E0AAF}"/>
                  </a:ext>
                </a:extLst>
              </p:cNvPr>
              <p:cNvPicPr/>
              <p:nvPr/>
            </p:nvPicPr>
            <p:blipFill>
              <a:blip r:embed="rId123"/>
              <a:stretch>
                <a:fillRect/>
              </a:stretch>
            </p:blipFill>
            <p:spPr>
              <a:xfrm>
                <a:off x="3961920" y="2123160"/>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4" name="Ink 63">
                <a:extLst>
                  <a:ext uri="{FF2B5EF4-FFF2-40B4-BE49-F238E27FC236}">
                    <a16:creationId xmlns:a16="http://schemas.microsoft.com/office/drawing/2014/main" id="{F1580588-72DA-3795-4F1F-0148C88FEC60}"/>
                  </a:ext>
                </a:extLst>
              </p14:cNvPr>
              <p14:cNvContentPartPr/>
              <p14:nvPr/>
            </p14:nvContentPartPr>
            <p14:xfrm>
              <a:off x="4135440" y="2015880"/>
              <a:ext cx="11880" cy="23040"/>
            </p14:xfrm>
          </p:contentPart>
        </mc:Choice>
        <mc:Fallback xmlns="">
          <p:pic>
            <p:nvPicPr>
              <p:cNvPr id="64" name="Ink 63">
                <a:extLst>
                  <a:ext uri="{FF2B5EF4-FFF2-40B4-BE49-F238E27FC236}">
                    <a16:creationId xmlns:a16="http://schemas.microsoft.com/office/drawing/2014/main" id="{F1580588-72DA-3795-4F1F-0148C88FEC60}"/>
                  </a:ext>
                </a:extLst>
              </p:cNvPr>
              <p:cNvPicPr/>
              <p:nvPr/>
            </p:nvPicPr>
            <p:blipFill>
              <a:blip r:embed="rId125"/>
              <a:stretch>
                <a:fillRect/>
              </a:stretch>
            </p:blipFill>
            <p:spPr>
              <a:xfrm>
                <a:off x="4131120" y="2011560"/>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5" name="Ink 64">
                <a:extLst>
                  <a:ext uri="{FF2B5EF4-FFF2-40B4-BE49-F238E27FC236}">
                    <a16:creationId xmlns:a16="http://schemas.microsoft.com/office/drawing/2014/main" id="{4768C044-70DF-D930-D21C-F6FDD0850C0E}"/>
                  </a:ext>
                </a:extLst>
              </p14:cNvPr>
              <p14:cNvContentPartPr/>
              <p14:nvPr/>
            </p14:nvContentPartPr>
            <p14:xfrm>
              <a:off x="4303200" y="2100120"/>
              <a:ext cx="275760" cy="158760"/>
            </p14:xfrm>
          </p:contentPart>
        </mc:Choice>
        <mc:Fallback xmlns="">
          <p:pic>
            <p:nvPicPr>
              <p:cNvPr id="65" name="Ink 64">
                <a:extLst>
                  <a:ext uri="{FF2B5EF4-FFF2-40B4-BE49-F238E27FC236}">
                    <a16:creationId xmlns:a16="http://schemas.microsoft.com/office/drawing/2014/main" id="{4768C044-70DF-D930-D21C-F6FDD0850C0E}"/>
                  </a:ext>
                </a:extLst>
              </p:cNvPr>
              <p:cNvPicPr/>
              <p:nvPr/>
            </p:nvPicPr>
            <p:blipFill>
              <a:blip r:embed="rId127"/>
              <a:stretch>
                <a:fillRect/>
              </a:stretch>
            </p:blipFill>
            <p:spPr>
              <a:xfrm>
                <a:off x="4298880" y="2095800"/>
                <a:ext cx="28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6" name="Ink 65">
                <a:extLst>
                  <a:ext uri="{FF2B5EF4-FFF2-40B4-BE49-F238E27FC236}">
                    <a16:creationId xmlns:a16="http://schemas.microsoft.com/office/drawing/2014/main" id="{83414819-0662-C81B-75A4-118D780E1094}"/>
                  </a:ext>
                </a:extLst>
              </p14:cNvPr>
              <p14:cNvContentPartPr/>
              <p14:nvPr/>
            </p14:nvContentPartPr>
            <p14:xfrm>
              <a:off x="4789920" y="2019480"/>
              <a:ext cx="216360" cy="165600"/>
            </p14:xfrm>
          </p:contentPart>
        </mc:Choice>
        <mc:Fallback xmlns="">
          <p:pic>
            <p:nvPicPr>
              <p:cNvPr id="66" name="Ink 65">
                <a:extLst>
                  <a:ext uri="{FF2B5EF4-FFF2-40B4-BE49-F238E27FC236}">
                    <a16:creationId xmlns:a16="http://schemas.microsoft.com/office/drawing/2014/main" id="{83414819-0662-C81B-75A4-118D780E1094}"/>
                  </a:ext>
                </a:extLst>
              </p:cNvPr>
              <p:cNvPicPr/>
              <p:nvPr/>
            </p:nvPicPr>
            <p:blipFill>
              <a:blip r:embed="rId129"/>
              <a:stretch>
                <a:fillRect/>
              </a:stretch>
            </p:blipFill>
            <p:spPr>
              <a:xfrm>
                <a:off x="4785600" y="2015160"/>
                <a:ext cx="22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7" name="Ink 66">
                <a:extLst>
                  <a:ext uri="{FF2B5EF4-FFF2-40B4-BE49-F238E27FC236}">
                    <a16:creationId xmlns:a16="http://schemas.microsoft.com/office/drawing/2014/main" id="{B1FE0C8F-0A24-61EC-DC2F-F92DE0801DE6}"/>
                  </a:ext>
                </a:extLst>
              </p14:cNvPr>
              <p14:cNvContentPartPr/>
              <p14:nvPr/>
            </p14:nvContentPartPr>
            <p14:xfrm>
              <a:off x="5215440" y="2017320"/>
              <a:ext cx="208080" cy="46800"/>
            </p14:xfrm>
          </p:contentPart>
        </mc:Choice>
        <mc:Fallback xmlns="">
          <p:pic>
            <p:nvPicPr>
              <p:cNvPr id="67" name="Ink 66">
                <a:extLst>
                  <a:ext uri="{FF2B5EF4-FFF2-40B4-BE49-F238E27FC236}">
                    <a16:creationId xmlns:a16="http://schemas.microsoft.com/office/drawing/2014/main" id="{B1FE0C8F-0A24-61EC-DC2F-F92DE0801DE6}"/>
                  </a:ext>
                </a:extLst>
              </p:cNvPr>
              <p:cNvPicPr/>
              <p:nvPr/>
            </p:nvPicPr>
            <p:blipFill>
              <a:blip r:embed="rId131"/>
              <a:stretch>
                <a:fillRect/>
              </a:stretch>
            </p:blipFill>
            <p:spPr>
              <a:xfrm>
                <a:off x="5211120" y="2013000"/>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8" name="Ink 67">
                <a:extLst>
                  <a:ext uri="{FF2B5EF4-FFF2-40B4-BE49-F238E27FC236}">
                    <a16:creationId xmlns:a16="http://schemas.microsoft.com/office/drawing/2014/main" id="{F0A89328-31FA-19A5-4473-9458A22F8279}"/>
                  </a:ext>
                </a:extLst>
              </p14:cNvPr>
              <p14:cNvContentPartPr/>
              <p14:nvPr/>
            </p14:nvContentPartPr>
            <p14:xfrm>
              <a:off x="5577240" y="1912200"/>
              <a:ext cx="19800" cy="183240"/>
            </p14:xfrm>
          </p:contentPart>
        </mc:Choice>
        <mc:Fallback xmlns="">
          <p:pic>
            <p:nvPicPr>
              <p:cNvPr id="68" name="Ink 67">
                <a:extLst>
                  <a:ext uri="{FF2B5EF4-FFF2-40B4-BE49-F238E27FC236}">
                    <a16:creationId xmlns:a16="http://schemas.microsoft.com/office/drawing/2014/main" id="{F0A89328-31FA-19A5-4473-9458A22F8279}"/>
                  </a:ext>
                </a:extLst>
              </p:cNvPr>
              <p:cNvPicPr/>
              <p:nvPr/>
            </p:nvPicPr>
            <p:blipFill>
              <a:blip r:embed="rId133"/>
              <a:stretch>
                <a:fillRect/>
              </a:stretch>
            </p:blipFill>
            <p:spPr>
              <a:xfrm>
                <a:off x="5572920" y="1907880"/>
                <a:ext cx="284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9" name="Ink 68">
                <a:extLst>
                  <a:ext uri="{FF2B5EF4-FFF2-40B4-BE49-F238E27FC236}">
                    <a16:creationId xmlns:a16="http://schemas.microsoft.com/office/drawing/2014/main" id="{47978F17-1A90-D605-D747-D7CFE36D42EE}"/>
                  </a:ext>
                </a:extLst>
              </p14:cNvPr>
              <p14:cNvContentPartPr/>
              <p14:nvPr/>
            </p14:nvContentPartPr>
            <p14:xfrm>
              <a:off x="6116520" y="1977000"/>
              <a:ext cx="148680" cy="96480"/>
            </p14:xfrm>
          </p:contentPart>
        </mc:Choice>
        <mc:Fallback xmlns="">
          <p:pic>
            <p:nvPicPr>
              <p:cNvPr id="69" name="Ink 68">
                <a:extLst>
                  <a:ext uri="{FF2B5EF4-FFF2-40B4-BE49-F238E27FC236}">
                    <a16:creationId xmlns:a16="http://schemas.microsoft.com/office/drawing/2014/main" id="{47978F17-1A90-D605-D747-D7CFE36D42EE}"/>
                  </a:ext>
                </a:extLst>
              </p:cNvPr>
              <p:cNvPicPr/>
              <p:nvPr/>
            </p:nvPicPr>
            <p:blipFill>
              <a:blip r:embed="rId135"/>
              <a:stretch>
                <a:fillRect/>
              </a:stretch>
            </p:blipFill>
            <p:spPr>
              <a:xfrm>
                <a:off x="6112200" y="1972680"/>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0" name="Ink 69">
                <a:extLst>
                  <a:ext uri="{FF2B5EF4-FFF2-40B4-BE49-F238E27FC236}">
                    <a16:creationId xmlns:a16="http://schemas.microsoft.com/office/drawing/2014/main" id="{A5FAE428-A242-F16E-FFD6-CD4D0976CD48}"/>
                  </a:ext>
                </a:extLst>
              </p14:cNvPr>
              <p14:cNvContentPartPr/>
              <p14:nvPr/>
            </p14:nvContentPartPr>
            <p14:xfrm>
              <a:off x="6297240" y="1852440"/>
              <a:ext cx="25560" cy="21240"/>
            </p14:xfrm>
          </p:contentPart>
        </mc:Choice>
        <mc:Fallback xmlns="">
          <p:pic>
            <p:nvPicPr>
              <p:cNvPr id="70" name="Ink 69">
                <a:extLst>
                  <a:ext uri="{FF2B5EF4-FFF2-40B4-BE49-F238E27FC236}">
                    <a16:creationId xmlns:a16="http://schemas.microsoft.com/office/drawing/2014/main" id="{A5FAE428-A242-F16E-FFD6-CD4D0976CD48}"/>
                  </a:ext>
                </a:extLst>
              </p:cNvPr>
              <p:cNvPicPr/>
              <p:nvPr/>
            </p:nvPicPr>
            <p:blipFill>
              <a:blip r:embed="rId137"/>
              <a:stretch>
                <a:fillRect/>
              </a:stretch>
            </p:blipFill>
            <p:spPr>
              <a:xfrm>
                <a:off x="6292920" y="1847760"/>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1" name="Ink 70">
                <a:extLst>
                  <a:ext uri="{FF2B5EF4-FFF2-40B4-BE49-F238E27FC236}">
                    <a16:creationId xmlns:a16="http://schemas.microsoft.com/office/drawing/2014/main" id="{22F498FA-71AD-156D-EB72-D14F2AB39EC5}"/>
                  </a:ext>
                </a:extLst>
              </p14:cNvPr>
              <p14:cNvContentPartPr/>
              <p14:nvPr/>
            </p14:nvContentPartPr>
            <p14:xfrm>
              <a:off x="6458880" y="1906080"/>
              <a:ext cx="52200" cy="121680"/>
            </p14:xfrm>
          </p:contentPart>
        </mc:Choice>
        <mc:Fallback xmlns="">
          <p:pic>
            <p:nvPicPr>
              <p:cNvPr id="71" name="Ink 70">
                <a:extLst>
                  <a:ext uri="{FF2B5EF4-FFF2-40B4-BE49-F238E27FC236}">
                    <a16:creationId xmlns:a16="http://schemas.microsoft.com/office/drawing/2014/main" id="{22F498FA-71AD-156D-EB72-D14F2AB39EC5}"/>
                  </a:ext>
                </a:extLst>
              </p:cNvPr>
              <p:cNvPicPr/>
              <p:nvPr/>
            </p:nvPicPr>
            <p:blipFill>
              <a:blip r:embed="rId139"/>
              <a:stretch>
                <a:fillRect/>
              </a:stretch>
            </p:blipFill>
            <p:spPr>
              <a:xfrm>
                <a:off x="6454560" y="1901760"/>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2" name="Ink 71">
                <a:extLst>
                  <a:ext uri="{FF2B5EF4-FFF2-40B4-BE49-F238E27FC236}">
                    <a16:creationId xmlns:a16="http://schemas.microsoft.com/office/drawing/2014/main" id="{9343D07F-54D5-BBFA-446E-DC12F768965B}"/>
                  </a:ext>
                </a:extLst>
              </p14:cNvPr>
              <p14:cNvContentPartPr/>
              <p14:nvPr/>
            </p14:nvContentPartPr>
            <p14:xfrm>
              <a:off x="6391560" y="1906080"/>
              <a:ext cx="314280" cy="177120"/>
            </p14:xfrm>
          </p:contentPart>
        </mc:Choice>
        <mc:Fallback xmlns="">
          <p:pic>
            <p:nvPicPr>
              <p:cNvPr id="72" name="Ink 71">
                <a:extLst>
                  <a:ext uri="{FF2B5EF4-FFF2-40B4-BE49-F238E27FC236}">
                    <a16:creationId xmlns:a16="http://schemas.microsoft.com/office/drawing/2014/main" id="{9343D07F-54D5-BBFA-446E-DC12F768965B}"/>
                  </a:ext>
                </a:extLst>
              </p:cNvPr>
              <p:cNvPicPr/>
              <p:nvPr/>
            </p:nvPicPr>
            <p:blipFill>
              <a:blip r:embed="rId141"/>
              <a:stretch>
                <a:fillRect/>
              </a:stretch>
            </p:blipFill>
            <p:spPr>
              <a:xfrm>
                <a:off x="6387240" y="1901760"/>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3" name="Ink 72">
                <a:extLst>
                  <a:ext uri="{FF2B5EF4-FFF2-40B4-BE49-F238E27FC236}">
                    <a16:creationId xmlns:a16="http://schemas.microsoft.com/office/drawing/2014/main" id="{20595D2A-7FDC-C96E-3798-05B13D48B3B2}"/>
                  </a:ext>
                </a:extLst>
              </p14:cNvPr>
              <p14:cNvContentPartPr/>
              <p14:nvPr/>
            </p14:nvContentPartPr>
            <p14:xfrm>
              <a:off x="6609000" y="1977000"/>
              <a:ext cx="225720" cy="39240"/>
            </p14:xfrm>
          </p:contentPart>
        </mc:Choice>
        <mc:Fallback xmlns="">
          <p:pic>
            <p:nvPicPr>
              <p:cNvPr id="73" name="Ink 72">
                <a:extLst>
                  <a:ext uri="{FF2B5EF4-FFF2-40B4-BE49-F238E27FC236}">
                    <a16:creationId xmlns:a16="http://schemas.microsoft.com/office/drawing/2014/main" id="{20595D2A-7FDC-C96E-3798-05B13D48B3B2}"/>
                  </a:ext>
                </a:extLst>
              </p:cNvPr>
              <p:cNvPicPr/>
              <p:nvPr/>
            </p:nvPicPr>
            <p:blipFill>
              <a:blip r:embed="rId143"/>
              <a:stretch>
                <a:fillRect/>
              </a:stretch>
            </p:blipFill>
            <p:spPr>
              <a:xfrm>
                <a:off x="6604680" y="1972680"/>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4" name="Ink 73">
                <a:extLst>
                  <a:ext uri="{FF2B5EF4-FFF2-40B4-BE49-F238E27FC236}">
                    <a16:creationId xmlns:a16="http://schemas.microsoft.com/office/drawing/2014/main" id="{1B866310-1179-7ECA-E908-D5D27D459FA0}"/>
                  </a:ext>
                </a:extLst>
              </p14:cNvPr>
              <p14:cNvContentPartPr/>
              <p14:nvPr/>
            </p14:nvContentPartPr>
            <p14:xfrm>
              <a:off x="6845880" y="1787280"/>
              <a:ext cx="234360" cy="360000"/>
            </p14:xfrm>
          </p:contentPart>
        </mc:Choice>
        <mc:Fallback xmlns="">
          <p:pic>
            <p:nvPicPr>
              <p:cNvPr id="74" name="Ink 73">
                <a:extLst>
                  <a:ext uri="{FF2B5EF4-FFF2-40B4-BE49-F238E27FC236}">
                    <a16:creationId xmlns:a16="http://schemas.microsoft.com/office/drawing/2014/main" id="{1B866310-1179-7ECA-E908-D5D27D459FA0}"/>
                  </a:ext>
                </a:extLst>
              </p:cNvPr>
              <p:cNvPicPr/>
              <p:nvPr/>
            </p:nvPicPr>
            <p:blipFill>
              <a:blip r:embed="rId145"/>
              <a:stretch>
                <a:fillRect/>
              </a:stretch>
            </p:blipFill>
            <p:spPr>
              <a:xfrm>
                <a:off x="6841560" y="1782960"/>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5" name="Ink 74">
                <a:extLst>
                  <a:ext uri="{FF2B5EF4-FFF2-40B4-BE49-F238E27FC236}">
                    <a16:creationId xmlns:a16="http://schemas.microsoft.com/office/drawing/2014/main" id="{B21069DD-4062-FD78-A398-6AC7E9B6F133}"/>
                  </a:ext>
                </a:extLst>
              </p14:cNvPr>
              <p14:cNvContentPartPr/>
              <p14:nvPr/>
            </p14:nvContentPartPr>
            <p14:xfrm>
              <a:off x="1895160" y="4097400"/>
              <a:ext cx="248760" cy="474120"/>
            </p14:xfrm>
          </p:contentPart>
        </mc:Choice>
        <mc:Fallback xmlns="">
          <p:pic>
            <p:nvPicPr>
              <p:cNvPr id="75" name="Ink 74">
                <a:extLst>
                  <a:ext uri="{FF2B5EF4-FFF2-40B4-BE49-F238E27FC236}">
                    <a16:creationId xmlns:a16="http://schemas.microsoft.com/office/drawing/2014/main" id="{B21069DD-4062-FD78-A398-6AC7E9B6F133}"/>
                  </a:ext>
                </a:extLst>
              </p:cNvPr>
              <p:cNvPicPr/>
              <p:nvPr/>
            </p:nvPicPr>
            <p:blipFill>
              <a:blip r:embed="rId147"/>
              <a:stretch>
                <a:fillRect/>
              </a:stretch>
            </p:blipFill>
            <p:spPr>
              <a:xfrm>
                <a:off x="1890840" y="4093080"/>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6" name="Ink 75">
                <a:extLst>
                  <a:ext uri="{FF2B5EF4-FFF2-40B4-BE49-F238E27FC236}">
                    <a16:creationId xmlns:a16="http://schemas.microsoft.com/office/drawing/2014/main" id="{7547AF32-3B0D-51B1-E914-C1FAA65F0FAB}"/>
                  </a:ext>
                </a:extLst>
              </p14:cNvPr>
              <p14:cNvContentPartPr/>
              <p14:nvPr/>
            </p14:nvContentPartPr>
            <p14:xfrm>
              <a:off x="526080" y="1098240"/>
              <a:ext cx="241200" cy="662040"/>
            </p14:xfrm>
          </p:contentPart>
        </mc:Choice>
        <mc:Fallback xmlns="">
          <p:pic>
            <p:nvPicPr>
              <p:cNvPr id="76" name="Ink 75">
                <a:extLst>
                  <a:ext uri="{FF2B5EF4-FFF2-40B4-BE49-F238E27FC236}">
                    <a16:creationId xmlns:a16="http://schemas.microsoft.com/office/drawing/2014/main" id="{7547AF32-3B0D-51B1-E914-C1FAA65F0FAB}"/>
                  </a:ext>
                </a:extLst>
              </p:cNvPr>
              <p:cNvPicPr/>
              <p:nvPr/>
            </p:nvPicPr>
            <p:blipFill>
              <a:blip r:embed="rId149"/>
              <a:stretch>
                <a:fillRect/>
              </a:stretch>
            </p:blipFill>
            <p:spPr>
              <a:xfrm>
                <a:off x="521760" y="1093920"/>
                <a:ext cx="24984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7" name="Ink 76">
                <a:extLst>
                  <a:ext uri="{FF2B5EF4-FFF2-40B4-BE49-F238E27FC236}">
                    <a16:creationId xmlns:a16="http://schemas.microsoft.com/office/drawing/2014/main" id="{987D0A99-08C4-9E2C-1583-8BABD68DE551}"/>
                  </a:ext>
                </a:extLst>
              </p14:cNvPr>
              <p14:cNvContentPartPr/>
              <p14:nvPr/>
            </p14:nvContentPartPr>
            <p14:xfrm>
              <a:off x="379920" y="1463640"/>
              <a:ext cx="323640" cy="88560"/>
            </p14:xfrm>
          </p:contentPart>
        </mc:Choice>
        <mc:Fallback xmlns="">
          <p:pic>
            <p:nvPicPr>
              <p:cNvPr id="77" name="Ink 76">
                <a:extLst>
                  <a:ext uri="{FF2B5EF4-FFF2-40B4-BE49-F238E27FC236}">
                    <a16:creationId xmlns:a16="http://schemas.microsoft.com/office/drawing/2014/main" id="{987D0A99-08C4-9E2C-1583-8BABD68DE551}"/>
                  </a:ext>
                </a:extLst>
              </p:cNvPr>
              <p:cNvPicPr/>
              <p:nvPr/>
            </p:nvPicPr>
            <p:blipFill>
              <a:blip r:embed="rId151"/>
              <a:stretch>
                <a:fillRect/>
              </a:stretch>
            </p:blipFill>
            <p:spPr>
              <a:xfrm>
                <a:off x="375600" y="1459320"/>
                <a:ext cx="332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8" name="Ink 77">
                <a:extLst>
                  <a:ext uri="{FF2B5EF4-FFF2-40B4-BE49-F238E27FC236}">
                    <a16:creationId xmlns:a16="http://schemas.microsoft.com/office/drawing/2014/main" id="{87D4E4BB-A32F-2A06-5892-55EAFD0B9BF3}"/>
                  </a:ext>
                </a:extLst>
              </p14:cNvPr>
              <p14:cNvContentPartPr/>
              <p14:nvPr/>
            </p14:nvContentPartPr>
            <p14:xfrm>
              <a:off x="681240" y="1405680"/>
              <a:ext cx="106200" cy="136440"/>
            </p14:xfrm>
          </p:contentPart>
        </mc:Choice>
        <mc:Fallback xmlns="">
          <p:pic>
            <p:nvPicPr>
              <p:cNvPr id="78" name="Ink 77">
                <a:extLst>
                  <a:ext uri="{FF2B5EF4-FFF2-40B4-BE49-F238E27FC236}">
                    <a16:creationId xmlns:a16="http://schemas.microsoft.com/office/drawing/2014/main" id="{87D4E4BB-A32F-2A06-5892-55EAFD0B9BF3}"/>
                  </a:ext>
                </a:extLst>
              </p:cNvPr>
              <p:cNvPicPr/>
              <p:nvPr/>
            </p:nvPicPr>
            <p:blipFill>
              <a:blip r:embed="rId153"/>
              <a:stretch>
                <a:fillRect/>
              </a:stretch>
            </p:blipFill>
            <p:spPr>
              <a:xfrm>
                <a:off x="676920" y="1401360"/>
                <a:ext cx="1148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9" name="Ink 78">
                <a:extLst>
                  <a:ext uri="{FF2B5EF4-FFF2-40B4-BE49-F238E27FC236}">
                    <a16:creationId xmlns:a16="http://schemas.microsoft.com/office/drawing/2014/main" id="{579F6D74-EEAC-0F59-08F8-E4360498A34F}"/>
                  </a:ext>
                </a:extLst>
              </p14:cNvPr>
              <p14:cNvContentPartPr/>
              <p14:nvPr/>
            </p14:nvContentPartPr>
            <p14:xfrm>
              <a:off x="868800" y="1357440"/>
              <a:ext cx="106200" cy="136800"/>
            </p14:xfrm>
          </p:contentPart>
        </mc:Choice>
        <mc:Fallback xmlns="">
          <p:pic>
            <p:nvPicPr>
              <p:cNvPr id="79" name="Ink 78">
                <a:extLst>
                  <a:ext uri="{FF2B5EF4-FFF2-40B4-BE49-F238E27FC236}">
                    <a16:creationId xmlns:a16="http://schemas.microsoft.com/office/drawing/2014/main" id="{579F6D74-EEAC-0F59-08F8-E4360498A34F}"/>
                  </a:ext>
                </a:extLst>
              </p:cNvPr>
              <p:cNvPicPr/>
              <p:nvPr/>
            </p:nvPicPr>
            <p:blipFill>
              <a:blip r:embed="rId155"/>
              <a:stretch>
                <a:fillRect/>
              </a:stretch>
            </p:blipFill>
            <p:spPr>
              <a:xfrm>
                <a:off x="864480" y="1353120"/>
                <a:ext cx="1148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0" name="Ink 79">
                <a:extLst>
                  <a:ext uri="{FF2B5EF4-FFF2-40B4-BE49-F238E27FC236}">
                    <a16:creationId xmlns:a16="http://schemas.microsoft.com/office/drawing/2014/main" id="{CC5F5C93-6F26-49B6-DE63-F9E717A6D06A}"/>
                  </a:ext>
                </a:extLst>
              </p14:cNvPr>
              <p14:cNvContentPartPr/>
              <p14:nvPr/>
            </p14:nvContentPartPr>
            <p14:xfrm>
              <a:off x="566936" y="5435448"/>
              <a:ext cx="229320" cy="531720"/>
            </p14:xfrm>
          </p:contentPart>
        </mc:Choice>
        <mc:Fallback xmlns="">
          <p:pic>
            <p:nvPicPr>
              <p:cNvPr id="80" name="Ink 79">
                <a:extLst>
                  <a:ext uri="{FF2B5EF4-FFF2-40B4-BE49-F238E27FC236}">
                    <a16:creationId xmlns:a16="http://schemas.microsoft.com/office/drawing/2014/main" id="{CC5F5C93-6F26-49B6-DE63-F9E717A6D06A}"/>
                  </a:ext>
                </a:extLst>
              </p:cNvPr>
              <p:cNvPicPr/>
              <p:nvPr/>
            </p:nvPicPr>
            <p:blipFill>
              <a:blip r:embed="rId157"/>
              <a:stretch>
                <a:fillRect/>
              </a:stretch>
            </p:blipFill>
            <p:spPr>
              <a:xfrm>
                <a:off x="562616" y="5431128"/>
                <a:ext cx="23796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1" name="Ink 80">
                <a:extLst>
                  <a:ext uri="{FF2B5EF4-FFF2-40B4-BE49-F238E27FC236}">
                    <a16:creationId xmlns:a16="http://schemas.microsoft.com/office/drawing/2014/main" id="{22115910-0538-2F26-2199-5B5FAF483503}"/>
                  </a:ext>
                </a:extLst>
              </p14:cNvPr>
              <p14:cNvContentPartPr/>
              <p14:nvPr/>
            </p14:nvContentPartPr>
            <p14:xfrm>
              <a:off x="7461120" y="751920"/>
              <a:ext cx="239400" cy="416160"/>
            </p14:xfrm>
          </p:contentPart>
        </mc:Choice>
        <mc:Fallback xmlns="">
          <p:pic>
            <p:nvPicPr>
              <p:cNvPr id="81" name="Ink 80">
                <a:extLst>
                  <a:ext uri="{FF2B5EF4-FFF2-40B4-BE49-F238E27FC236}">
                    <a16:creationId xmlns:a16="http://schemas.microsoft.com/office/drawing/2014/main" id="{22115910-0538-2F26-2199-5B5FAF483503}"/>
                  </a:ext>
                </a:extLst>
              </p:cNvPr>
              <p:cNvPicPr/>
              <p:nvPr/>
            </p:nvPicPr>
            <p:blipFill>
              <a:blip r:embed="rId159"/>
              <a:stretch>
                <a:fillRect/>
              </a:stretch>
            </p:blipFill>
            <p:spPr>
              <a:xfrm>
                <a:off x="7456800" y="747600"/>
                <a:ext cx="24804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2" name="Ink 81">
                <a:extLst>
                  <a:ext uri="{FF2B5EF4-FFF2-40B4-BE49-F238E27FC236}">
                    <a16:creationId xmlns:a16="http://schemas.microsoft.com/office/drawing/2014/main" id="{BDA692DD-7DCC-E039-56E1-485148FB3307}"/>
                  </a:ext>
                </a:extLst>
              </p14:cNvPr>
              <p14:cNvContentPartPr/>
              <p14:nvPr/>
            </p14:nvContentPartPr>
            <p14:xfrm>
              <a:off x="7429976" y="1879008"/>
              <a:ext cx="276480" cy="294120"/>
            </p14:xfrm>
          </p:contentPart>
        </mc:Choice>
        <mc:Fallback xmlns="">
          <p:pic>
            <p:nvPicPr>
              <p:cNvPr id="82" name="Ink 81">
                <a:extLst>
                  <a:ext uri="{FF2B5EF4-FFF2-40B4-BE49-F238E27FC236}">
                    <a16:creationId xmlns:a16="http://schemas.microsoft.com/office/drawing/2014/main" id="{BDA692DD-7DCC-E039-56E1-485148FB3307}"/>
                  </a:ext>
                </a:extLst>
              </p:cNvPr>
              <p:cNvPicPr/>
              <p:nvPr/>
            </p:nvPicPr>
            <p:blipFill>
              <a:blip r:embed="rId161"/>
              <a:stretch>
                <a:fillRect/>
              </a:stretch>
            </p:blipFill>
            <p:spPr>
              <a:xfrm>
                <a:off x="7425656" y="1874688"/>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3" name="Ink 82">
                <a:extLst>
                  <a:ext uri="{FF2B5EF4-FFF2-40B4-BE49-F238E27FC236}">
                    <a16:creationId xmlns:a16="http://schemas.microsoft.com/office/drawing/2014/main" id="{C6058C04-D5F1-9F2D-956B-FF19C6D7F67D}"/>
                  </a:ext>
                </a:extLst>
              </p14:cNvPr>
              <p14:cNvContentPartPr/>
              <p14:nvPr/>
            </p14:nvContentPartPr>
            <p14:xfrm>
              <a:off x="7734536" y="2438808"/>
              <a:ext cx="174240" cy="417960"/>
            </p14:xfrm>
          </p:contentPart>
        </mc:Choice>
        <mc:Fallback xmlns="">
          <p:pic>
            <p:nvPicPr>
              <p:cNvPr id="83" name="Ink 82">
                <a:extLst>
                  <a:ext uri="{FF2B5EF4-FFF2-40B4-BE49-F238E27FC236}">
                    <a16:creationId xmlns:a16="http://schemas.microsoft.com/office/drawing/2014/main" id="{C6058C04-D5F1-9F2D-956B-FF19C6D7F67D}"/>
                  </a:ext>
                </a:extLst>
              </p:cNvPr>
              <p:cNvPicPr/>
              <p:nvPr/>
            </p:nvPicPr>
            <p:blipFill>
              <a:blip r:embed="rId163"/>
              <a:stretch>
                <a:fillRect/>
              </a:stretch>
            </p:blipFill>
            <p:spPr>
              <a:xfrm>
                <a:off x="7730216" y="2434488"/>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4" name="Ink 83">
                <a:extLst>
                  <a:ext uri="{FF2B5EF4-FFF2-40B4-BE49-F238E27FC236}">
                    <a16:creationId xmlns:a16="http://schemas.microsoft.com/office/drawing/2014/main" id="{495E87FD-474E-59E1-01BD-26EF3430C7CE}"/>
                  </a:ext>
                </a:extLst>
              </p14:cNvPr>
              <p14:cNvContentPartPr/>
              <p14:nvPr/>
            </p14:nvContentPartPr>
            <p14:xfrm>
              <a:off x="2680496" y="3681888"/>
              <a:ext cx="216000" cy="368640"/>
            </p14:xfrm>
          </p:contentPart>
        </mc:Choice>
        <mc:Fallback xmlns="">
          <p:pic>
            <p:nvPicPr>
              <p:cNvPr id="84" name="Ink 83">
                <a:extLst>
                  <a:ext uri="{FF2B5EF4-FFF2-40B4-BE49-F238E27FC236}">
                    <a16:creationId xmlns:a16="http://schemas.microsoft.com/office/drawing/2014/main" id="{495E87FD-474E-59E1-01BD-26EF3430C7CE}"/>
                  </a:ext>
                </a:extLst>
              </p:cNvPr>
              <p:cNvPicPr/>
              <p:nvPr/>
            </p:nvPicPr>
            <p:blipFill>
              <a:blip r:embed="rId165"/>
              <a:stretch>
                <a:fillRect/>
              </a:stretch>
            </p:blipFill>
            <p:spPr>
              <a:xfrm>
                <a:off x="2676176" y="3677568"/>
                <a:ext cx="224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5" name="Ink 84">
                <a:extLst>
                  <a:ext uri="{FF2B5EF4-FFF2-40B4-BE49-F238E27FC236}">
                    <a16:creationId xmlns:a16="http://schemas.microsoft.com/office/drawing/2014/main" id="{A2111319-996B-8B98-CD6B-9BA349256019}"/>
                  </a:ext>
                </a:extLst>
              </p14:cNvPr>
              <p14:cNvContentPartPr/>
              <p14:nvPr/>
            </p14:nvContentPartPr>
            <p14:xfrm>
              <a:off x="1175160" y="1005720"/>
              <a:ext cx="152280" cy="523440"/>
            </p14:xfrm>
          </p:contentPart>
        </mc:Choice>
        <mc:Fallback xmlns="">
          <p:pic>
            <p:nvPicPr>
              <p:cNvPr id="85" name="Ink 84">
                <a:extLst>
                  <a:ext uri="{FF2B5EF4-FFF2-40B4-BE49-F238E27FC236}">
                    <a16:creationId xmlns:a16="http://schemas.microsoft.com/office/drawing/2014/main" id="{A2111319-996B-8B98-CD6B-9BA349256019}"/>
                  </a:ext>
                </a:extLst>
              </p:cNvPr>
              <p:cNvPicPr/>
              <p:nvPr/>
            </p:nvPicPr>
            <p:blipFill>
              <a:blip r:embed="rId167"/>
              <a:stretch>
                <a:fillRect/>
              </a:stretch>
            </p:blipFill>
            <p:spPr>
              <a:xfrm>
                <a:off x="1170840" y="1001400"/>
                <a:ext cx="1609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6" name="Ink 85">
                <a:extLst>
                  <a:ext uri="{FF2B5EF4-FFF2-40B4-BE49-F238E27FC236}">
                    <a16:creationId xmlns:a16="http://schemas.microsoft.com/office/drawing/2014/main" id="{AD548BC1-1181-7A88-F990-36F76A1DF52B}"/>
                  </a:ext>
                </a:extLst>
              </p14:cNvPr>
              <p14:cNvContentPartPr/>
              <p14:nvPr/>
            </p14:nvContentPartPr>
            <p14:xfrm>
              <a:off x="1476840" y="1260600"/>
              <a:ext cx="31320" cy="105480"/>
            </p14:xfrm>
          </p:contentPart>
        </mc:Choice>
        <mc:Fallback xmlns="">
          <p:pic>
            <p:nvPicPr>
              <p:cNvPr id="86" name="Ink 85">
                <a:extLst>
                  <a:ext uri="{FF2B5EF4-FFF2-40B4-BE49-F238E27FC236}">
                    <a16:creationId xmlns:a16="http://schemas.microsoft.com/office/drawing/2014/main" id="{AD548BC1-1181-7A88-F990-36F76A1DF52B}"/>
                  </a:ext>
                </a:extLst>
              </p:cNvPr>
              <p:cNvPicPr/>
              <p:nvPr/>
            </p:nvPicPr>
            <p:blipFill>
              <a:blip r:embed="rId169"/>
              <a:stretch>
                <a:fillRect/>
              </a:stretch>
            </p:blipFill>
            <p:spPr>
              <a:xfrm>
                <a:off x="1472520" y="1256280"/>
                <a:ext cx="39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7" name="Ink 86">
                <a:extLst>
                  <a:ext uri="{FF2B5EF4-FFF2-40B4-BE49-F238E27FC236}">
                    <a16:creationId xmlns:a16="http://schemas.microsoft.com/office/drawing/2014/main" id="{844EED32-8F6F-AAF1-B774-5D67CD069478}"/>
                  </a:ext>
                </a:extLst>
              </p14:cNvPr>
              <p14:cNvContentPartPr/>
              <p14:nvPr/>
            </p14:nvContentPartPr>
            <p14:xfrm>
              <a:off x="1542360" y="980520"/>
              <a:ext cx="19440" cy="85320"/>
            </p14:xfrm>
          </p:contentPart>
        </mc:Choice>
        <mc:Fallback xmlns="">
          <p:pic>
            <p:nvPicPr>
              <p:cNvPr id="87" name="Ink 86">
                <a:extLst>
                  <a:ext uri="{FF2B5EF4-FFF2-40B4-BE49-F238E27FC236}">
                    <a16:creationId xmlns:a16="http://schemas.microsoft.com/office/drawing/2014/main" id="{844EED32-8F6F-AAF1-B774-5D67CD069478}"/>
                  </a:ext>
                </a:extLst>
              </p:cNvPr>
              <p:cNvPicPr/>
              <p:nvPr/>
            </p:nvPicPr>
            <p:blipFill>
              <a:blip r:embed="rId171"/>
              <a:stretch>
                <a:fillRect/>
              </a:stretch>
            </p:blipFill>
            <p:spPr>
              <a:xfrm>
                <a:off x="1538040" y="976200"/>
                <a:ext cx="2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8" name="Ink 87">
                <a:extLst>
                  <a:ext uri="{FF2B5EF4-FFF2-40B4-BE49-F238E27FC236}">
                    <a16:creationId xmlns:a16="http://schemas.microsoft.com/office/drawing/2014/main" id="{01B9010F-5296-9E26-661C-FF297F2654C9}"/>
                  </a:ext>
                </a:extLst>
              </p14:cNvPr>
              <p14:cNvContentPartPr/>
              <p14:nvPr/>
            </p14:nvContentPartPr>
            <p14:xfrm>
              <a:off x="1592400" y="1199040"/>
              <a:ext cx="156240" cy="93600"/>
            </p14:xfrm>
          </p:contentPart>
        </mc:Choice>
        <mc:Fallback xmlns="">
          <p:pic>
            <p:nvPicPr>
              <p:cNvPr id="88" name="Ink 87">
                <a:extLst>
                  <a:ext uri="{FF2B5EF4-FFF2-40B4-BE49-F238E27FC236}">
                    <a16:creationId xmlns:a16="http://schemas.microsoft.com/office/drawing/2014/main" id="{01B9010F-5296-9E26-661C-FF297F2654C9}"/>
                  </a:ext>
                </a:extLst>
              </p:cNvPr>
              <p:cNvPicPr/>
              <p:nvPr/>
            </p:nvPicPr>
            <p:blipFill>
              <a:blip r:embed="rId173"/>
              <a:stretch>
                <a:fillRect/>
              </a:stretch>
            </p:blipFill>
            <p:spPr>
              <a:xfrm>
                <a:off x="1588080" y="1194720"/>
                <a:ext cx="164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9" name="Ink 88">
                <a:extLst>
                  <a:ext uri="{FF2B5EF4-FFF2-40B4-BE49-F238E27FC236}">
                    <a16:creationId xmlns:a16="http://schemas.microsoft.com/office/drawing/2014/main" id="{1927DCC6-3589-A4D8-C406-CD17861673CF}"/>
                  </a:ext>
                </a:extLst>
              </p14:cNvPr>
              <p14:cNvContentPartPr/>
              <p14:nvPr/>
            </p14:nvContentPartPr>
            <p14:xfrm>
              <a:off x="1904160" y="999600"/>
              <a:ext cx="56520" cy="273960"/>
            </p14:xfrm>
          </p:contentPart>
        </mc:Choice>
        <mc:Fallback xmlns="">
          <p:pic>
            <p:nvPicPr>
              <p:cNvPr id="89" name="Ink 88">
                <a:extLst>
                  <a:ext uri="{FF2B5EF4-FFF2-40B4-BE49-F238E27FC236}">
                    <a16:creationId xmlns:a16="http://schemas.microsoft.com/office/drawing/2014/main" id="{1927DCC6-3589-A4D8-C406-CD17861673CF}"/>
                  </a:ext>
                </a:extLst>
              </p:cNvPr>
              <p:cNvPicPr/>
              <p:nvPr/>
            </p:nvPicPr>
            <p:blipFill>
              <a:blip r:embed="rId175"/>
              <a:stretch>
                <a:fillRect/>
              </a:stretch>
            </p:blipFill>
            <p:spPr>
              <a:xfrm>
                <a:off x="1899840" y="995280"/>
                <a:ext cx="65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0" name="Ink 89">
                <a:extLst>
                  <a:ext uri="{FF2B5EF4-FFF2-40B4-BE49-F238E27FC236}">
                    <a16:creationId xmlns:a16="http://schemas.microsoft.com/office/drawing/2014/main" id="{E4C71AAF-EC8F-B019-96CB-B7B2691F8205}"/>
                  </a:ext>
                </a:extLst>
              </p14:cNvPr>
              <p14:cNvContentPartPr/>
              <p14:nvPr/>
            </p14:nvContentPartPr>
            <p14:xfrm>
              <a:off x="1862040" y="1144320"/>
              <a:ext cx="144720" cy="15840"/>
            </p14:xfrm>
          </p:contentPart>
        </mc:Choice>
        <mc:Fallback xmlns="">
          <p:pic>
            <p:nvPicPr>
              <p:cNvPr id="90" name="Ink 89">
                <a:extLst>
                  <a:ext uri="{FF2B5EF4-FFF2-40B4-BE49-F238E27FC236}">
                    <a16:creationId xmlns:a16="http://schemas.microsoft.com/office/drawing/2014/main" id="{E4C71AAF-EC8F-B019-96CB-B7B2691F8205}"/>
                  </a:ext>
                </a:extLst>
              </p:cNvPr>
              <p:cNvPicPr/>
              <p:nvPr/>
            </p:nvPicPr>
            <p:blipFill>
              <a:blip r:embed="rId177"/>
              <a:stretch>
                <a:fillRect/>
              </a:stretch>
            </p:blipFill>
            <p:spPr>
              <a:xfrm>
                <a:off x="1857720" y="1140000"/>
                <a:ext cx="1533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1" name="Ink 90">
                <a:extLst>
                  <a:ext uri="{FF2B5EF4-FFF2-40B4-BE49-F238E27FC236}">
                    <a16:creationId xmlns:a16="http://schemas.microsoft.com/office/drawing/2014/main" id="{CB0CCF7F-A96A-395F-94C6-09DE57404A88}"/>
                  </a:ext>
                </a:extLst>
              </p14:cNvPr>
              <p14:cNvContentPartPr/>
              <p14:nvPr/>
            </p14:nvContentPartPr>
            <p14:xfrm>
              <a:off x="2185320" y="1240440"/>
              <a:ext cx="133920" cy="240480"/>
            </p14:xfrm>
          </p:contentPart>
        </mc:Choice>
        <mc:Fallback xmlns="">
          <p:pic>
            <p:nvPicPr>
              <p:cNvPr id="91" name="Ink 90">
                <a:extLst>
                  <a:ext uri="{FF2B5EF4-FFF2-40B4-BE49-F238E27FC236}">
                    <a16:creationId xmlns:a16="http://schemas.microsoft.com/office/drawing/2014/main" id="{CB0CCF7F-A96A-395F-94C6-09DE57404A88}"/>
                  </a:ext>
                </a:extLst>
              </p:cNvPr>
              <p:cNvPicPr/>
              <p:nvPr/>
            </p:nvPicPr>
            <p:blipFill>
              <a:blip r:embed="rId179"/>
              <a:stretch>
                <a:fillRect/>
              </a:stretch>
            </p:blipFill>
            <p:spPr>
              <a:xfrm>
                <a:off x="2181000" y="1236120"/>
                <a:ext cx="142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2" name="Ink 91">
                <a:extLst>
                  <a:ext uri="{FF2B5EF4-FFF2-40B4-BE49-F238E27FC236}">
                    <a16:creationId xmlns:a16="http://schemas.microsoft.com/office/drawing/2014/main" id="{88AAF5F9-D4D4-0DDB-8EAF-12348703BC31}"/>
                  </a:ext>
                </a:extLst>
              </p14:cNvPr>
              <p14:cNvContentPartPr/>
              <p14:nvPr/>
            </p14:nvContentPartPr>
            <p14:xfrm>
              <a:off x="2402760" y="1011840"/>
              <a:ext cx="10080" cy="88560"/>
            </p14:xfrm>
          </p:contentPart>
        </mc:Choice>
        <mc:Fallback xmlns="">
          <p:pic>
            <p:nvPicPr>
              <p:cNvPr id="92" name="Ink 91">
                <a:extLst>
                  <a:ext uri="{FF2B5EF4-FFF2-40B4-BE49-F238E27FC236}">
                    <a16:creationId xmlns:a16="http://schemas.microsoft.com/office/drawing/2014/main" id="{88AAF5F9-D4D4-0DDB-8EAF-12348703BC31}"/>
                  </a:ext>
                </a:extLst>
              </p:cNvPr>
              <p:cNvPicPr/>
              <p:nvPr/>
            </p:nvPicPr>
            <p:blipFill>
              <a:blip r:embed="rId181"/>
              <a:stretch>
                <a:fillRect/>
              </a:stretch>
            </p:blipFill>
            <p:spPr>
              <a:xfrm>
                <a:off x="2398440" y="1007520"/>
                <a:ext cx="18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3" name="Ink 92">
                <a:extLst>
                  <a:ext uri="{FF2B5EF4-FFF2-40B4-BE49-F238E27FC236}">
                    <a16:creationId xmlns:a16="http://schemas.microsoft.com/office/drawing/2014/main" id="{57E6123F-DA74-46E8-2D64-EE65F1BA39BB}"/>
                  </a:ext>
                </a:extLst>
              </p14:cNvPr>
              <p14:cNvContentPartPr/>
              <p14:nvPr/>
            </p14:nvContentPartPr>
            <p14:xfrm>
              <a:off x="2599680" y="1144320"/>
              <a:ext cx="164520" cy="58320"/>
            </p14:xfrm>
          </p:contentPart>
        </mc:Choice>
        <mc:Fallback xmlns="">
          <p:pic>
            <p:nvPicPr>
              <p:cNvPr id="93" name="Ink 92">
                <a:extLst>
                  <a:ext uri="{FF2B5EF4-FFF2-40B4-BE49-F238E27FC236}">
                    <a16:creationId xmlns:a16="http://schemas.microsoft.com/office/drawing/2014/main" id="{57E6123F-DA74-46E8-2D64-EE65F1BA39BB}"/>
                  </a:ext>
                </a:extLst>
              </p:cNvPr>
              <p:cNvPicPr/>
              <p:nvPr/>
            </p:nvPicPr>
            <p:blipFill>
              <a:blip r:embed="rId183"/>
              <a:stretch>
                <a:fillRect/>
              </a:stretch>
            </p:blipFill>
            <p:spPr>
              <a:xfrm>
                <a:off x="2595360" y="1140000"/>
                <a:ext cx="173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4" name="Ink 93">
                <a:extLst>
                  <a:ext uri="{FF2B5EF4-FFF2-40B4-BE49-F238E27FC236}">
                    <a16:creationId xmlns:a16="http://schemas.microsoft.com/office/drawing/2014/main" id="{75F855A7-B952-E8B3-1A57-2711120FD5BE}"/>
                  </a:ext>
                </a:extLst>
              </p14:cNvPr>
              <p14:cNvContentPartPr/>
              <p14:nvPr/>
            </p14:nvContentPartPr>
            <p14:xfrm>
              <a:off x="2599320" y="1202280"/>
              <a:ext cx="160200" cy="73080"/>
            </p14:xfrm>
          </p:contentPart>
        </mc:Choice>
        <mc:Fallback xmlns="">
          <p:pic>
            <p:nvPicPr>
              <p:cNvPr id="94" name="Ink 93">
                <a:extLst>
                  <a:ext uri="{FF2B5EF4-FFF2-40B4-BE49-F238E27FC236}">
                    <a16:creationId xmlns:a16="http://schemas.microsoft.com/office/drawing/2014/main" id="{75F855A7-B952-E8B3-1A57-2711120FD5BE}"/>
                  </a:ext>
                </a:extLst>
              </p:cNvPr>
              <p:cNvPicPr/>
              <p:nvPr/>
            </p:nvPicPr>
            <p:blipFill>
              <a:blip r:embed="rId185"/>
              <a:stretch>
                <a:fillRect/>
              </a:stretch>
            </p:blipFill>
            <p:spPr>
              <a:xfrm>
                <a:off x="2595000" y="1197960"/>
                <a:ext cx="168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5" name="Ink 94">
                <a:extLst>
                  <a:ext uri="{FF2B5EF4-FFF2-40B4-BE49-F238E27FC236}">
                    <a16:creationId xmlns:a16="http://schemas.microsoft.com/office/drawing/2014/main" id="{B9D23D5E-7A04-1707-520F-586448AFFE82}"/>
                  </a:ext>
                </a:extLst>
              </p14:cNvPr>
              <p14:cNvContentPartPr/>
              <p14:nvPr/>
            </p14:nvContentPartPr>
            <p14:xfrm>
              <a:off x="2930880" y="994200"/>
              <a:ext cx="153720" cy="260280"/>
            </p14:xfrm>
          </p:contentPart>
        </mc:Choice>
        <mc:Fallback xmlns="">
          <p:pic>
            <p:nvPicPr>
              <p:cNvPr id="95" name="Ink 94">
                <a:extLst>
                  <a:ext uri="{FF2B5EF4-FFF2-40B4-BE49-F238E27FC236}">
                    <a16:creationId xmlns:a16="http://schemas.microsoft.com/office/drawing/2014/main" id="{B9D23D5E-7A04-1707-520F-586448AFFE82}"/>
                  </a:ext>
                </a:extLst>
              </p:cNvPr>
              <p:cNvPicPr/>
              <p:nvPr/>
            </p:nvPicPr>
            <p:blipFill>
              <a:blip r:embed="rId187"/>
              <a:stretch>
                <a:fillRect/>
              </a:stretch>
            </p:blipFill>
            <p:spPr>
              <a:xfrm>
                <a:off x="2926560" y="989880"/>
                <a:ext cx="1623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6" name="Ink 95">
                <a:extLst>
                  <a:ext uri="{FF2B5EF4-FFF2-40B4-BE49-F238E27FC236}">
                    <a16:creationId xmlns:a16="http://schemas.microsoft.com/office/drawing/2014/main" id="{B8755A7A-9907-6B9F-FC0D-51BA601FBA20}"/>
                  </a:ext>
                </a:extLst>
              </p14:cNvPr>
              <p14:cNvContentPartPr/>
              <p14:nvPr/>
            </p14:nvContentPartPr>
            <p14:xfrm>
              <a:off x="3248040" y="1161600"/>
              <a:ext cx="21600" cy="46440"/>
            </p14:xfrm>
          </p:contentPart>
        </mc:Choice>
        <mc:Fallback xmlns="">
          <p:pic>
            <p:nvPicPr>
              <p:cNvPr id="96" name="Ink 95">
                <a:extLst>
                  <a:ext uri="{FF2B5EF4-FFF2-40B4-BE49-F238E27FC236}">
                    <a16:creationId xmlns:a16="http://schemas.microsoft.com/office/drawing/2014/main" id="{B8755A7A-9907-6B9F-FC0D-51BA601FBA20}"/>
                  </a:ext>
                </a:extLst>
              </p:cNvPr>
              <p:cNvPicPr/>
              <p:nvPr/>
            </p:nvPicPr>
            <p:blipFill>
              <a:blip r:embed="rId189"/>
              <a:stretch>
                <a:fillRect/>
              </a:stretch>
            </p:blipFill>
            <p:spPr>
              <a:xfrm>
                <a:off x="3243720" y="1157280"/>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97" name="Ink 96">
                <a:extLst>
                  <a:ext uri="{FF2B5EF4-FFF2-40B4-BE49-F238E27FC236}">
                    <a16:creationId xmlns:a16="http://schemas.microsoft.com/office/drawing/2014/main" id="{88DF6CD6-38B9-C3F9-3300-51C4FF96165C}"/>
                  </a:ext>
                </a:extLst>
              </p14:cNvPr>
              <p14:cNvContentPartPr/>
              <p14:nvPr/>
            </p14:nvContentPartPr>
            <p14:xfrm>
              <a:off x="3103680" y="1164840"/>
              <a:ext cx="181440" cy="293040"/>
            </p14:xfrm>
          </p:contentPart>
        </mc:Choice>
        <mc:Fallback xmlns="">
          <p:pic>
            <p:nvPicPr>
              <p:cNvPr id="97" name="Ink 96">
                <a:extLst>
                  <a:ext uri="{FF2B5EF4-FFF2-40B4-BE49-F238E27FC236}">
                    <a16:creationId xmlns:a16="http://schemas.microsoft.com/office/drawing/2014/main" id="{88DF6CD6-38B9-C3F9-3300-51C4FF96165C}"/>
                  </a:ext>
                </a:extLst>
              </p:cNvPr>
              <p:cNvPicPr/>
              <p:nvPr/>
            </p:nvPicPr>
            <p:blipFill>
              <a:blip r:embed="rId191"/>
              <a:stretch>
                <a:fillRect/>
              </a:stretch>
            </p:blipFill>
            <p:spPr>
              <a:xfrm>
                <a:off x="3099360" y="1160520"/>
                <a:ext cx="1900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98" name="Ink 97">
                <a:extLst>
                  <a:ext uri="{FF2B5EF4-FFF2-40B4-BE49-F238E27FC236}">
                    <a16:creationId xmlns:a16="http://schemas.microsoft.com/office/drawing/2014/main" id="{29870ACE-281F-6421-3091-1F6577529D5D}"/>
                  </a:ext>
                </a:extLst>
              </p14:cNvPr>
              <p14:cNvContentPartPr/>
              <p14:nvPr/>
            </p14:nvContentPartPr>
            <p14:xfrm>
              <a:off x="3527040" y="1101480"/>
              <a:ext cx="118080" cy="293760"/>
            </p14:xfrm>
          </p:contentPart>
        </mc:Choice>
        <mc:Fallback xmlns="">
          <p:pic>
            <p:nvPicPr>
              <p:cNvPr id="98" name="Ink 97">
                <a:extLst>
                  <a:ext uri="{FF2B5EF4-FFF2-40B4-BE49-F238E27FC236}">
                    <a16:creationId xmlns:a16="http://schemas.microsoft.com/office/drawing/2014/main" id="{29870ACE-281F-6421-3091-1F6577529D5D}"/>
                  </a:ext>
                </a:extLst>
              </p:cNvPr>
              <p:cNvPicPr/>
              <p:nvPr/>
            </p:nvPicPr>
            <p:blipFill>
              <a:blip r:embed="rId193"/>
              <a:stretch>
                <a:fillRect/>
              </a:stretch>
            </p:blipFill>
            <p:spPr>
              <a:xfrm>
                <a:off x="3522720" y="1097160"/>
                <a:ext cx="1267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99" name="Ink 98">
                <a:extLst>
                  <a:ext uri="{FF2B5EF4-FFF2-40B4-BE49-F238E27FC236}">
                    <a16:creationId xmlns:a16="http://schemas.microsoft.com/office/drawing/2014/main" id="{D05CA67C-568B-AFD8-DA5B-B7621AE56F14}"/>
                  </a:ext>
                </a:extLst>
              </p14:cNvPr>
              <p14:cNvContentPartPr/>
              <p14:nvPr/>
            </p14:nvContentPartPr>
            <p14:xfrm>
              <a:off x="3621360" y="967560"/>
              <a:ext cx="27360" cy="30600"/>
            </p14:xfrm>
          </p:contentPart>
        </mc:Choice>
        <mc:Fallback xmlns="">
          <p:pic>
            <p:nvPicPr>
              <p:cNvPr id="99" name="Ink 98">
                <a:extLst>
                  <a:ext uri="{FF2B5EF4-FFF2-40B4-BE49-F238E27FC236}">
                    <a16:creationId xmlns:a16="http://schemas.microsoft.com/office/drawing/2014/main" id="{D05CA67C-568B-AFD8-DA5B-B7621AE56F14}"/>
                  </a:ext>
                </a:extLst>
              </p:cNvPr>
              <p:cNvPicPr/>
              <p:nvPr/>
            </p:nvPicPr>
            <p:blipFill>
              <a:blip r:embed="rId195"/>
              <a:stretch>
                <a:fillRect/>
              </a:stretch>
            </p:blipFill>
            <p:spPr>
              <a:xfrm>
                <a:off x="3617040" y="963240"/>
                <a:ext cx="360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0" name="Ink 99">
                <a:extLst>
                  <a:ext uri="{FF2B5EF4-FFF2-40B4-BE49-F238E27FC236}">
                    <a16:creationId xmlns:a16="http://schemas.microsoft.com/office/drawing/2014/main" id="{90F272D5-D5B9-A6AF-C745-1C7D77D27931}"/>
                  </a:ext>
                </a:extLst>
              </p14:cNvPr>
              <p14:cNvContentPartPr/>
              <p14:nvPr/>
            </p14:nvContentPartPr>
            <p14:xfrm>
              <a:off x="3815400" y="950280"/>
              <a:ext cx="275760" cy="230760"/>
            </p14:xfrm>
          </p:contentPart>
        </mc:Choice>
        <mc:Fallback xmlns="">
          <p:pic>
            <p:nvPicPr>
              <p:cNvPr id="100" name="Ink 99">
                <a:extLst>
                  <a:ext uri="{FF2B5EF4-FFF2-40B4-BE49-F238E27FC236}">
                    <a16:creationId xmlns:a16="http://schemas.microsoft.com/office/drawing/2014/main" id="{90F272D5-D5B9-A6AF-C745-1C7D77D27931}"/>
                  </a:ext>
                </a:extLst>
              </p:cNvPr>
              <p:cNvPicPr/>
              <p:nvPr/>
            </p:nvPicPr>
            <p:blipFill>
              <a:blip r:embed="rId197"/>
              <a:stretch>
                <a:fillRect/>
              </a:stretch>
            </p:blipFill>
            <p:spPr>
              <a:xfrm>
                <a:off x="3811080" y="945960"/>
                <a:ext cx="2844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1" name="Ink 100">
                <a:extLst>
                  <a:ext uri="{FF2B5EF4-FFF2-40B4-BE49-F238E27FC236}">
                    <a16:creationId xmlns:a16="http://schemas.microsoft.com/office/drawing/2014/main" id="{9BBBE29B-8A2C-3E2C-F705-D0E6524CB07A}"/>
                  </a:ext>
                </a:extLst>
              </p14:cNvPr>
              <p14:cNvContentPartPr/>
              <p14:nvPr/>
            </p14:nvContentPartPr>
            <p14:xfrm>
              <a:off x="4239120" y="961440"/>
              <a:ext cx="243000" cy="145080"/>
            </p14:xfrm>
          </p:contentPart>
        </mc:Choice>
        <mc:Fallback xmlns="">
          <p:pic>
            <p:nvPicPr>
              <p:cNvPr id="101" name="Ink 100">
                <a:extLst>
                  <a:ext uri="{FF2B5EF4-FFF2-40B4-BE49-F238E27FC236}">
                    <a16:creationId xmlns:a16="http://schemas.microsoft.com/office/drawing/2014/main" id="{9BBBE29B-8A2C-3E2C-F705-D0E6524CB07A}"/>
                  </a:ext>
                </a:extLst>
              </p:cNvPr>
              <p:cNvPicPr/>
              <p:nvPr/>
            </p:nvPicPr>
            <p:blipFill>
              <a:blip r:embed="rId199"/>
              <a:stretch>
                <a:fillRect/>
              </a:stretch>
            </p:blipFill>
            <p:spPr>
              <a:xfrm>
                <a:off x="4234800" y="957120"/>
                <a:ext cx="2516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2" name="Ink 101">
                <a:extLst>
                  <a:ext uri="{FF2B5EF4-FFF2-40B4-BE49-F238E27FC236}">
                    <a16:creationId xmlns:a16="http://schemas.microsoft.com/office/drawing/2014/main" id="{734FF184-DF50-2894-C6DD-24DD04465B04}"/>
                  </a:ext>
                </a:extLst>
              </p14:cNvPr>
              <p14:cNvContentPartPr/>
              <p14:nvPr/>
            </p14:nvContentPartPr>
            <p14:xfrm>
              <a:off x="4707120" y="1030560"/>
              <a:ext cx="100440" cy="9720"/>
            </p14:xfrm>
          </p:contentPart>
        </mc:Choice>
        <mc:Fallback xmlns="">
          <p:pic>
            <p:nvPicPr>
              <p:cNvPr id="102" name="Ink 101">
                <a:extLst>
                  <a:ext uri="{FF2B5EF4-FFF2-40B4-BE49-F238E27FC236}">
                    <a16:creationId xmlns:a16="http://schemas.microsoft.com/office/drawing/2014/main" id="{734FF184-DF50-2894-C6DD-24DD04465B04}"/>
                  </a:ext>
                </a:extLst>
              </p:cNvPr>
              <p:cNvPicPr/>
              <p:nvPr/>
            </p:nvPicPr>
            <p:blipFill>
              <a:blip r:embed="rId201"/>
              <a:stretch>
                <a:fillRect/>
              </a:stretch>
            </p:blipFill>
            <p:spPr>
              <a:xfrm>
                <a:off x="4702800" y="1026240"/>
                <a:ext cx="10908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03" name="Ink 102">
                <a:extLst>
                  <a:ext uri="{FF2B5EF4-FFF2-40B4-BE49-F238E27FC236}">
                    <a16:creationId xmlns:a16="http://schemas.microsoft.com/office/drawing/2014/main" id="{6F8343A4-F122-03CE-805C-A0112FE48FE2}"/>
                  </a:ext>
                </a:extLst>
              </p14:cNvPr>
              <p14:cNvContentPartPr/>
              <p14:nvPr/>
            </p14:nvContentPartPr>
            <p14:xfrm>
              <a:off x="5003400" y="946680"/>
              <a:ext cx="13680" cy="190080"/>
            </p14:xfrm>
          </p:contentPart>
        </mc:Choice>
        <mc:Fallback xmlns="">
          <p:pic>
            <p:nvPicPr>
              <p:cNvPr id="103" name="Ink 102">
                <a:extLst>
                  <a:ext uri="{FF2B5EF4-FFF2-40B4-BE49-F238E27FC236}">
                    <a16:creationId xmlns:a16="http://schemas.microsoft.com/office/drawing/2014/main" id="{6F8343A4-F122-03CE-805C-A0112FE48FE2}"/>
                  </a:ext>
                </a:extLst>
              </p:cNvPr>
              <p:cNvPicPr/>
              <p:nvPr/>
            </p:nvPicPr>
            <p:blipFill>
              <a:blip r:embed="rId203"/>
              <a:stretch>
                <a:fillRect/>
              </a:stretch>
            </p:blipFill>
            <p:spPr>
              <a:xfrm>
                <a:off x="4999080" y="942360"/>
                <a:ext cx="22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04" name="Ink 103">
                <a:extLst>
                  <a:ext uri="{FF2B5EF4-FFF2-40B4-BE49-F238E27FC236}">
                    <a16:creationId xmlns:a16="http://schemas.microsoft.com/office/drawing/2014/main" id="{52BC33F1-CDEC-6A37-2022-9B842A6A27BC}"/>
                  </a:ext>
                </a:extLst>
              </p14:cNvPr>
              <p14:cNvContentPartPr/>
              <p14:nvPr/>
            </p14:nvContentPartPr>
            <p14:xfrm>
              <a:off x="5163240" y="959640"/>
              <a:ext cx="17640" cy="36720"/>
            </p14:xfrm>
          </p:contentPart>
        </mc:Choice>
        <mc:Fallback xmlns="">
          <p:pic>
            <p:nvPicPr>
              <p:cNvPr id="104" name="Ink 103">
                <a:extLst>
                  <a:ext uri="{FF2B5EF4-FFF2-40B4-BE49-F238E27FC236}">
                    <a16:creationId xmlns:a16="http://schemas.microsoft.com/office/drawing/2014/main" id="{52BC33F1-CDEC-6A37-2022-9B842A6A27BC}"/>
                  </a:ext>
                </a:extLst>
              </p:cNvPr>
              <p:cNvPicPr/>
              <p:nvPr/>
            </p:nvPicPr>
            <p:blipFill>
              <a:blip r:embed="rId205"/>
              <a:stretch>
                <a:fillRect/>
              </a:stretch>
            </p:blipFill>
            <p:spPr>
              <a:xfrm>
                <a:off x="5158920" y="955320"/>
                <a:ext cx="262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05" name="Ink 104">
                <a:extLst>
                  <a:ext uri="{FF2B5EF4-FFF2-40B4-BE49-F238E27FC236}">
                    <a16:creationId xmlns:a16="http://schemas.microsoft.com/office/drawing/2014/main" id="{07379D3D-7D3C-6BC3-A9D3-1313C5F94FE5}"/>
                  </a:ext>
                </a:extLst>
              </p14:cNvPr>
              <p14:cNvContentPartPr/>
              <p14:nvPr/>
            </p14:nvContentPartPr>
            <p14:xfrm>
              <a:off x="5072880" y="1120920"/>
              <a:ext cx="135000" cy="185760"/>
            </p14:xfrm>
          </p:contentPart>
        </mc:Choice>
        <mc:Fallback xmlns="">
          <p:pic>
            <p:nvPicPr>
              <p:cNvPr id="105" name="Ink 104">
                <a:extLst>
                  <a:ext uri="{FF2B5EF4-FFF2-40B4-BE49-F238E27FC236}">
                    <a16:creationId xmlns:a16="http://schemas.microsoft.com/office/drawing/2014/main" id="{07379D3D-7D3C-6BC3-A9D3-1313C5F94FE5}"/>
                  </a:ext>
                </a:extLst>
              </p:cNvPr>
              <p:cNvPicPr/>
              <p:nvPr/>
            </p:nvPicPr>
            <p:blipFill>
              <a:blip r:embed="rId207"/>
              <a:stretch>
                <a:fillRect/>
              </a:stretch>
            </p:blipFill>
            <p:spPr>
              <a:xfrm>
                <a:off x="5068560" y="1116600"/>
                <a:ext cx="14364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06" name="Ink 105">
                <a:extLst>
                  <a:ext uri="{FF2B5EF4-FFF2-40B4-BE49-F238E27FC236}">
                    <a16:creationId xmlns:a16="http://schemas.microsoft.com/office/drawing/2014/main" id="{701971AF-A68C-C70B-5820-51DDA1DCB74F}"/>
                  </a:ext>
                </a:extLst>
              </p14:cNvPr>
              <p14:cNvContentPartPr/>
              <p14:nvPr/>
            </p14:nvContentPartPr>
            <p14:xfrm>
              <a:off x="5526840" y="900240"/>
              <a:ext cx="156240" cy="225360"/>
            </p14:xfrm>
          </p:contentPart>
        </mc:Choice>
        <mc:Fallback xmlns="">
          <p:pic>
            <p:nvPicPr>
              <p:cNvPr id="106" name="Ink 105">
                <a:extLst>
                  <a:ext uri="{FF2B5EF4-FFF2-40B4-BE49-F238E27FC236}">
                    <a16:creationId xmlns:a16="http://schemas.microsoft.com/office/drawing/2014/main" id="{701971AF-A68C-C70B-5820-51DDA1DCB74F}"/>
                  </a:ext>
                </a:extLst>
              </p:cNvPr>
              <p:cNvPicPr/>
              <p:nvPr/>
            </p:nvPicPr>
            <p:blipFill>
              <a:blip r:embed="rId209"/>
              <a:stretch>
                <a:fillRect/>
              </a:stretch>
            </p:blipFill>
            <p:spPr>
              <a:xfrm>
                <a:off x="5522520" y="895920"/>
                <a:ext cx="1648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07" name="Ink 106">
                <a:extLst>
                  <a:ext uri="{FF2B5EF4-FFF2-40B4-BE49-F238E27FC236}">
                    <a16:creationId xmlns:a16="http://schemas.microsoft.com/office/drawing/2014/main" id="{6E109BEF-7105-161A-4845-62374DDC402C}"/>
                  </a:ext>
                </a:extLst>
              </p14:cNvPr>
              <p14:cNvContentPartPr/>
              <p14:nvPr/>
            </p14:nvContentPartPr>
            <p14:xfrm>
              <a:off x="5530800" y="782160"/>
              <a:ext cx="33120" cy="56520"/>
            </p14:xfrm>
          </p:contentPart>
        </mc:Choice>
        <mc:Fallback xmlns="">
          <p:pic>
            <p:nvPicPr>
              <p:cNvPr id="107" name="Ink 106">
                <a:extLst>
                  <a:ext uri="{FF2B5EF4-FFF2-40B4-BE49-F238E27FC236}">
                    <a16:creationId xmlns:a16="http://schemas.microsoft.com/office/drawing/2014/main" id="{6E109BEF-7105-161A-4845-62374DDC402C}"/>
                  </a:ext>
                </a:extLst>
              </p:cNvPr>
              <p:cNvPicPr/>
              <p:nvPr/>
            </p:nvPicPr>
            <p:blipFill>
              <a:blip r:embed="rId211"/>
              <a:stretch>
                <a:fillRect/>
              </a:stretch>
            </p:blipFill>
            <p:spPr>
              <a:xfrm>
                <a:off x="5526480" y="777840"/>
                <a:ext cx="41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08" name="Ink 107">
                <a:extLst>
                  <a:ext uri="{FF2B5EF4-FFF2-40B4-BE49-F238E27FC236}">
                    <a16:creationId xmlns:a16="http://schemas.microsoft.com/office/drawing/2014/main" id="{2DB46D27-A726-5A51-A1C7-844930B29032}"/>
                  </a:ext>
                </a:extLst>
              </p14:cNvPr>
              <p14:cNvContentPartPr/>
              <p14:nvPr/>
            </p14:nvContentPartPr>
            <p14:xfrm>
              <a:off x="5873520" y="871080"/>
              <a:ext cx="18000" cy="200520"/>
            </p14:xfrm>
          </p:contentPart>
        </mc:Choice>
        <mc:Fallback xmlns="">
          <p:pic>
            <p:nvPicPr>
              <p:cNvPr id="108" name="Ink 107">
                <a:extLst>
                  <a:ext uri="{FF2B5EF4-FFF2-40B4-BE49-F238E27FC236}">
                    <a16:creationId xmlns:a16="http://schemas.microsoft.com/office/drawing/2014/main" id="{2DB46D27-A726-5A51-A1C7-844930B29032}"/>
                  </a:ext>
                </a:extLst>
              </p:cNvPr>
              <p:cNvPicPr/>
              <p:nvPr/>
            </p:nvPicPr>
            <p:blipFill>
              <a:blip r:embed="rId213"/>
              <a:stretch>
                <a:fillRect/>
              </a:stretch>
            </p:blipFill>
            <p:spPr>
              <a:xfrm>
                <a:off x="5869200" y="866760"/>
                <a:ext cx="26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09" name="Ink 108">
                <a:extLst>
                  <a:ext uri="{FF2B5EF4-FFF2-40B4-BE49-F238E27FC236}">
                    <a16:creationId xmlns:a16="http://schemas.microsoft.com/office/drawing/2014/main" id="{B6EA6AE2-BA4A-8A6D-B3ED-649B234B4053}"/>
                  </a:ext>
                </a:extLst>
              </p14:cNvPr>
              <p14:cNvContentPartPr/>
              <p14:nvPr/>
            </p14:nvContentPartPr>
            <p14:xfrm>
              <a:off x="5821680" y="959640"/>
              <a:ext cx="106200" cy="30600"/>
            </p14:xfrm>
          </p:contentPart>
        </mc:Choice>
        <mc:Fallback xmlns="">
          <p:pic>
            <p:nvPicPr>
              <p:cNvPr id="109" name="Ink 108">
                <a:extLst>
                  <a:ext uri="{FF2B5EF4-FFF2-40B4-BE49-F238E27FC236}">
                    <a16:creationId xmlns:a16="http://schemas.microsoft.com/office/drawing/2014/main" id="{B6EA6AE2-BA4A-8A6D-B3ED-649B234B4053}"/>
                  </a:ext>
                </a:extLst>
              </p:cNvPr>
              <p:cNvPicPr/>
              <p:nvPr/>
            </p:nvPicPr>
            <p:blipFill>
              <a:blip r:embed="rId215"/>
              <a:stretch>
                <a:fillRect/>
              </a:stretch>
            </p:blipFill>
            <p:spPr>
              <a:xfrm>
                <a:off x="5817360" y="955320"/>
                <a:ext cx="114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0" name="Ink 109">
                <a:extLst>
                  <a:ext uri="{FF2B5EF4-FFF2-40B4-BE49-F238E27FC236}">
                    <a16:creationId xmlns:a16="http://schemas.microsoft.com/office/drawing/2014/main" id="{675080FF-9980-7CB8-DDAD-2EC43E3CC211}"/>
                  </a:ext>
                </a:extLst>
              </p14:cNvPr>
              <p14:cNvContentPartPr/>
              <p14:nvPr/>
            </p14:nvContentPartPr>
            <p14:xfrm>
              <a:off x="6089160" y="857400"/>
              <a:ext cx="21600" cy="148320"/>
            </p14:xfrm>
          </p:contentPart>
        </mc:Choice>
        <mc:Fallback xmlns="">
          <p:pic>
            <p:nvPicPr>
              <p:cNvPr id="110" name="Ink 109">
                <a:extLst>
                  <a:ext uri="{FF2B5EF4-FFF2-40B4-BE49-F238E27FC236}">
                    <a16:creationId xmlns:a16="http://schemas.microsoft.com/office/drawing/2014/main" id="{675080FF-9980-7CB8-DDAD-2EC43E3CC211}"/>
                  </a:ext>
                </a:extLst>
              </p:cNvPr>
              <p:cNvPicPr/>
              <p:nvPr/>
            </p:nvPicPr>
            <p:blipFill>
              <a:blip r:embed="rId217"/>
              <a:stretch>
                <a:fillRect/>
              </a:stretch>
            </p:blipFill>
            <p:spPr>
              <a:xfrm>
                <a:off x="6084840" y="853080"/>
                <a:ext cx="30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1" name="Ink 110">
                <a:extLst>
                  <a:ext uri="{FF2B5EF4-FFF2-40B4-BE49-F238E27FC236}">
                    <a16:creationId xmlns:a16="http://schemas.microsoft.com/office/drawing/2014/main" id="{214C0A7F-B8BB-C71D-1C89-3E714DAECC44}"/>
                  </a:ext>
                </a:extLst>
              </p14:cNvPr>
              <p14:cNvContentPartPr/>
              <p14:nvPr/>
            </p14:nvContentPartPr>
            <p14:xfrm>
              <a:off x="6031200" y="950280"/>
              <a:ext cx="181440" cy="15120"/>
            </p14:xfrm>
          </p:contentPart>
        </mc:Choice>
        <mc:Fallback xmlns="">
          <p:pic>
            <p:nvPicPr>
              <p:cNvPr id="111" name="Ink 110">
                <a:extLst>
                  <a:ext uri="{FF2B5EF4-FFF2-40B4-BE49-F238E27FC236}">
                    <a16:creationId xmlns:a16="http://schemas.microsoft.com/office/drawing/2014/main" id="{214C0A7F-B8BB-C71D-1C89-3E714DAECC44}"/>
                  </a:ext>
                </a:extLst>
              </p:cNvPr>
              <p:cNvPicPr/>
              <p:nvPr/>
            </p:nvPicPr>
            <p:blipFill>
              <a:blip r:embed="rId219"/>
              <a:stretch>
                <a:fillRect/>
              </a:stretch>
            </p:blipFill>
            <p:spPr>
              <a:xfrm>
                <a:off x="6026880" y="945960"/>
                <a:ext cx="19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2" name="Ink 111">
                <a:extLst>
                  <a:ext uri="{FF2B5EF4-FFF2-40B4-BE49-F238E27FC236}">
                    <a16:creationId xmlns:a16="http://schemas.microsoft.com/office/drawing/2014/main" id="{3B77B1D4-7420-C8BD-6897-DB22FBBCBCD7}"/>
                  </a:ext>
                </a:extLst>
              </p14:cNvPr>
              <p14:cNvContentPartPr/>
              <p14:nvPr/>
            </p14:nvContentPartPr>
            <p14:xfrm>
              <a:off x="6295080" y="755160"/>
              <a:ext cx="246240" cy="546840"/>
            </p14:xfrm>
          </p:contentPart>
        </mc:Choice>
        <mc:Fallback xmlns="">
          <p:pic>
            <p:nvPicPr>
              <p:cNvPr id="112" name="Ink 111">
                <a:extLst>
                  <a:ext uri="{FF2B5EF4-FFF2-40B4-BE49-F238E27FC236}">
                    <a16:creationId xmlns:a16="http://schemas.microsoft.com/office/drawing/2014/main" id="{3B77B1D4-7420-C8BD-6897-DB22FBBCBCD7}"/>
                  </a:ext>
                </a:extLst>
              </p:cNvPr>
              <p:cNvPicPr/>
              <p:nvPr/>
            </p:nvPicPr>
            <p:blipFill>
              <a:blip r:embed="rId221"/>
              <a:stretch>
                <a:fillRect/>
              </a:stretch>
            </p:blipFill>
            <p:spPr>
              <a:xfrm>
                <a:off x="6290760" y="750840"/>
                <a:ext cx="25488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3" name="Ink 112">
                <a:extLst>
                  <a:ext uri="{FF2B5EF4-FFF2-40B4-BE49-F238E27FC236}">
                    <a16:creationId xmlns:a16="http://schemas.microsoft.com/office/drawing/2014/main" id="{1087B417-0059-F802-1C4E-D969866C3510}"/>
                  </a:ext>
                </a:extLst>
              </p14:cNvPr>
              <p14:cNvContentPartPr/>
              <p14:nvPr/>
            </p14:nvContentPartPr>
            <p14:xfrm>
              <a:off x="5631416" y="2034168"/>
              <a:ext cx="146520" cy="11520"/>
            </p14:xfrm>
          </p:contentPart>
        </mc:Choice>
        <mc:Fallback xmlns="">
          <p:pic>
            <p:nvPicPr>
              <p:cNvPr id="113" name="Ink 112">
                <a:extLst>
                  <a:ext uri="{FF2B5EF4-FFF2-40B4-BE49-F238E27FC236}">
                    <a16:creationId xmlns:a16="http://schemas.microsoft.com/office/drawing/2014/main" id="{1087B417-0059-F802-1C4E-D969866C3510}"/>
                  </a:ext>
                </a:extLst>
              </p:cNvPr>
              <p:cNvPicPr/>
              <p:nvPr/>
            </p:nvPicPr>
            <p:blipFill>
              <a:blip r:embed="rId223"/>
              <a:stretch>
                <a:fillRect/>
              </a:stretch>
            </p:blipFill>
            <p:spPr>
              <a:xfrm>
                <a:off x="5627096" y="2029848"/>
                <a:ext cx="1551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14" name="Ink 113">
                <a:extLst>
                  <a:ext uri="{FF2B5EF4-FFF2-40B4-BE49-F238E27FC236}">
                    <a16:creationId xmlns:a16="http://schemas.microsoft.com/office/drawing/2014/main" id="{CD33966D-E3FE-C721-E712-D10C9E67877C}"/>
                  </a:ext>
                </a:extLst>
              </p14:cNvPr>
              <p14:cNvContentPartPr/>
              <p14:nvPr/>
            </p14:nvContentPartPr>
            <p14:xfrm>
              <a:off x="5665976" y="2018688"/>
              <a:ext cx="281520" cy="303120"/>
            </p14:xfrm>
          </p:contentPart>
        </mc:Choice>
        <mc:Fallback xmlns="">
          <p:pic>
            <p:nvPicPr>
              <p:cNvPr id="114" name="Ink 113">
                <a:extLst>
                  <a:ext uri="{FF2B5EF4-FFF2-40B4-BE49-F238E27FC236}">
                    <a16:creationId xmlns:a16="http://schemas.microsoft.com/office/drawing/2014/main" id="{CD33966D-E3FE-C721-E712-D10C9E67877C}"/>
                  </a:ext>
                </a:extLst>
              </p:cNvPr>
              <p:cNvPicPr/>
              <p:nvPr/>
            </p:nvPicPr>
            <p:blipFill>
              <a:blip r:embed="rId225"/>
              <a:stretch>
                <a:fillRect/>
              </a:stretch>
            </p:blipFill>
            <p:spPr>
              <a:xfrm>
                <a:off x="5661656" y="2014368"/>
                <a:ext cx="2901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5" name="Ink 114">
                <a:extLst>
                  <a:ext uri="{FF2B5EF4-FFF2-40B4-BE49-F238E27FC236}">
                    <a16:creationId xmlns:a16="http://schemas.microsoft.com/office/drawing/2014/main" id="{117B1487-6B50-2BE9-7EE3-457BC3F158DE}"/>
                  </a:ext>
                </a:extLst>
              </p14:cNvPr>
              <p14:cNvContentPartPr/>
              <p14:nvPr/>
            </p14:nvContentPartPr>
            <p14:xfrm>
              <a:off x="5891336" y="1823568"/>
              <a:ext cx="69480" cy="86040"/>
            </p14:xfrm>
          </p:contentPart>
        </mc:Choice>
        <mc:Fallback xmlns="">
          <p:pic>
            <p:nvPicPr>
              <p:cNvPr id="115" name="Ink 114">
                <a:extLst>
                  <a:ext uri="{FF2B5EF4-FFF2-40B4-BE49-F238E27FC236}">
                    <a16:creationId xmlns:a16="http://schemas.microsoft.com/office/drawing/2014/main" id="{117B1487-6B50-2BE9-7EE3-457BC3F158DE}"/>
                  </a:ext>
                </a:extLst>
              </p:cNvPr>
              <p:cNvPicPr/>
              <p:nvPr/>
            </p:nvPicPr>
            <p:blipFill>
              <a:blip r:embed="rId227"/>
              <a:stretch>
                <a:fillRect/>
              </a:stretch>
            </p:blipFill>
            <p:spPr>
              <a:xfrm>
                <a:off x="5887016" y="1819248"/>
                <a:ext cx="781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16" name="Ink 115">
                <a:extLst>
                  <a:ext uri="{FF2B5EF4-FFF2-40B4-BE49-F238E27FC236}">
                    <a16:creationId xmlns:a16="http://schemas.microsoft.com/office/drawing/2014/main" id="{D7E246F0-C97C-F640-6A15-9039EA38B0D5}"/>
                  </a:ext>
                </a:extLst>
              </p14:cNvPr>
              <p14:cNvContentPartPr/>
              <p14:nvPr/>
            </p14:nvContentPartPr>
            <p14:xfrm>
              <a:off x="6077816" y="1914648"/>
              <a:ext cx="61920" cy="49320"/>
            </p14:xfrm>
          </p:contentPart>
        </mc:Choice>
        <mc:Fallback xmlns="">
          <p:pic>
            <p:nvPicPr>
              <p:cNvPr id="116" name="Ink 115">
                <a:extLst>
                  <a:ext uri="{FF2B5EF4-FFF2-40B4-BE49-F238E27FC236}">
                    <a16:creationId xmlns:a16="http://schemas.microsoft.com/office/drawing/2014/main" id="{D7E246F0-C97C-F640-6A15-9039EA38B0D5}"/>
                  </a:ext>
                </a:extLst>
              </p:cNvPr>
              <p:cNvPicPr/>
              <p:nvPr/>
            </p:nvPicPr>
            <p:blipFill>
              <a:blip r:embed="rId229"/>
              <a:stretch>
                <a:fillRect/>
              </a:stretch>
            </p:blipFill>
            <p:spPr>
              <a:xfrm>
                <a:off x="6073496" y="1910328"/>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17" name="Ink 116">
                <a:extLst>
                  <a:ext uri="{FF2B5EF4-FFF2-40B4-BE49-F238E27FC236}">
                    <a16:creationId xmlns:a16="http://schemas.microsoft.com/office/drawing/2014/main" id="{E764D6B6-3AD4-78A0-B335-C83550BB7DF6}"/>
                  </a:ext>
                </a:extLst>
              </p14:cNvPr>
              <p14:cNvContentPartPr/>
              <p14:nvPr/>
            </p14:nvContentPartPr>
            <p14:xfrm>
              <a:off x="6050816" y="2092128"/>
              <a:ext cx="72000" cy="196200"/>
            </p14:xfrm>
          </p:contentPart>
        </mc:Choice>
        <mc:Fallback xmlns="">
          <p:pic>
            <p:nvPicPr>
              <p:cNvPr id="117" name="Ink 116">
                <a:extLst>
                  <a:ext uri="{FF2B5EF4-FFF2-40B4-BE49-F238E27FC236}">
                    <a16:creationId xmlns:a16="http://schemas.microsoft.com/office/drawing/2014/main" id="{E764D6B6-3AD4-78A0-B335-C83550BB7DF6}"/>
                  </a:ext>
                </a:extLst>
              </p:cNvPr>
              <p:cNvPicPr/>
              <p:nvPr/>
            </p:nvPicPr>
            <p:blipFill>
              <a:blip r:embed="rId231"/>
              <a:stretch>
                <a:fillRect/>
              </a:stretch>
            </p:blipFill>
            <p:spPr>
              <a:xfrm>
                <a:off x="6046496" y="2087808"/>
                <a:ext cx="80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18" name="Ink 117">
                <a:extLst>
                  <a:ext uri="{FF2B5EF4-FFF2-40B4-BE49-F238E27FC236}">
                    <a16:creationId xmlns:a16="http://schemas.microsoft.com/office/drawing/2014/main" id="{03F203AF-2A88-CFBF-2EB6-E4BF6C9DBEDA}"/>
                  </a:ext>
                </a:extLst>
              </p14:cNvPr>
              <p14:cNvContentPartPr/>
              <p14:nvPr/>
            </p14:nvContentPartPr>
            <p14:xfrm>
              <a:off x="4287896" y="5541288"/>
              <a:ext cx="19440" cy="360"/>
            </p14:xfrm>
          </p:contentPart>
        </mc:Choice>
        <mc:Fallback xmlns="">
          <p:pic>
            <p:nvPicPr>
              <p:cNvPr id="118" name="Ink 117">
                <a:extLst>
                  <a:ext uri="{FF2B5EF4-FFF2-40B4-BE49-F238E27FC236}">
                    <a16:creationId xmlns:a16="http://schemas.microsoft.com/office/drawing/2014/main" id="{03F203AF-2A88-CFBF-2EB6-E4BF6C9DBEDA}"/>
                  </a:ext>
                </a:extLst>
              </p:cNvPr>
              <p:cNvPicPr/>
              <p:nvPr/>
            </p:nvPicPr>
            <p:blipFill>
              <a:blip r:embed="rId233"/>
              <a:stretch>
                <a:fillRect/>
              </a:stretch>
            </p:blipFill>
            <p:spPr>
              <a:xfrm>
                <a:off x="4283576" y="5536968"/>
                <a:ext cx="28080" cy="9000"/>
              </a:xfrm>
              <a:prstGeom prst="rect">
                <a:avLst/>
              </a:prstGeom>
            </p:spPr>
          </p:pic>
        </mc:Fallback>
      </mc:AlternateContent>
      <p:grpSp>
        <p:nvGrpSpPr>
          <p:cNvPr id="148" name="Group 147">
            <a:extLst>
              <a:ext uri="{FF2B5EF4-FFF2-40B4-BE49-F238E27FC236}">
                <a16:creationId xmlns:a16="http://schemas.microsoft.com/office/drawing/2014/main" id="{BCA82480-20AB-FFAA-BBD9-3E7CBBC4FE98}"/>
              </a:ext>
            </a:extLst>
          </p:cNvPr>
          <p:cNvGrpSpPr/>
          <p:nvPr/>
        </p:nvGrpSpPr>
        <p:grpSpPr>
          <a:xfrm>
            <a:off x="1638480" y="1542480"/>
            <a:ext cx="1359720" cy="447480"/>
            <a:chOff x="1638480" y="1542480"/>
            <a:chExt cx="1359720" cy="447480"/>
          </a:xfrm>
        </p:grpSpPr>
        <mc:AlternateContent xmlns:mc="http://schemas.openxmlformats.org/markup-compatibility/2006" xmlns:p14="http://schemas.microsoft.com/office/powerpoint/2010/main">
          <mc:Choice Requires="p14">
            <p:contentPart p14:bwMode="auto" r:id="rId234">
              <p14:nvContentPartPr>
                <p14:cNvPr id="119" name="Ink 118">
                  <a:extLst>
                    <a:ext uri="{FF2B5EF4-FFF2-40B4-BE49-F238E27FC236}">
                      <a16:creationId xmlns:a16="http://schemas.microsoft.com/office/drawing/2014/main" id="{852B7CA7-BC11-CA9D-C0F9-2C0C94C32DBB}"/>
                    </a:ext>
                  </a:extLst>
                </p14:cNvPr>
                <p14:cNvContentPartPr/>
                <p14:nvPr/>
              </p14:nvContentPartPr>
              <p14:xfrm>
                <a:off x="1638480" y="1542480"/>
                <a:ext cx="151200" cy="447480"/>
              </p14:xfrm>
            </p:contentPart>
          </mc:Choice>
          <mc:Fallback xmlns="">
            <p:pic>
              <p:nvPicPr>
                <p:cNvPr id="119" name="Ink 118">
                  <a:extLst>
                    <a:ext uri="{FF2B5EF4-FFF2-40B4-BE49-F238E27FC236}">
                      <a16:creationId xmlns:a16="http://schemas.microsoft.com/office/drawing/2014/main" id="{852B7CA7-BC11-CA9D-C0F9-2C0C94C32DBB}"/>
                    </a:ext>
                  </a:extLst>
                </p:cNvPr>
                <p:cNvPicPr/>
                <p:nvPr/>
              </p:nvPicPr>
              <p:blipFill>
                <a:blip r:embed="rId235"/>
                <a:stretch>
                  <a:fillRect/>
                </a:stretch>
              </p:blipFill>
              <p:spPr>
                <a:xfrm>
                  <a:off x="1634160" y="1538160"/>
                  <a:ext cx="15984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20" name="Ink 119">
                  <a:extLst>
                    <a:ext uri="{FF2B5EF4-FFF2-40B4-BE49-F238E27FC236}">
                      <a16:creationId xmlns:a16="http://schemas.microsoft.com/office/drawing/2014/main" id="{691FB909-3311-6EDD-F9D2-5DBCA3447317}"/>
                    </a:ext>
                  </a:extLst>
                </p14:cNvPr>
                <p14:cNvContentPartPr/>
                <p14:nvPr/>
              </p14:nvContentPartPr>
              <p14:xfrm>
                <a:off x="1946280" y="1811760"/>
                <a:ext cx="114480" cy="129600"/>
              </p14:xfrm>
            </p:contentPart>
          </mc:Choice>
          <mc:Fallback xmlns="">
            <p:pic>
              <p:nvPicPr>
                <p:cNvPr id="120" name="Ink 119">
                  <a:extLst>
                    <a:ext uri="{FF2B5EF4-FFF2-40B4-BE49-F238E27FC236}">
                      <a16:creationId xmlns:a16="http://schemas.microsoft.com/office/drawing/2014/main" id="{691FB909-3311-6EDD-F9D2-5DBCA3447317}"/>
                    </a:ext>
                  </a:extLst>
                </p:cNvPr>
                <p:cNvPicPr/>
                <p:nvPr/>
              </p:nvPicPr>
              <p:blipFill>
                <a:blip r:embed="rId237"/>
                <a:stretch>
                  <a:fillRect/>
                </a:stretch>
              </p:blipFill>
              <p:spPr>
                <a:xfrm>
                  <a:off x="1941960" y="1807440"/>
                  <a:ext cx="1231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21" name="Ink 120">
                  <a:extLst>
                    <a:ext uri="{FF2B5EF4-FFF2-40B4-BE49-F238E27FC236}">
                      <a16:creationId xmlns:a16="http://schemas.microsoft.com/office/drawing/2014/main" id="{BEAC2C7E-45C8-1618-C8BB-C6721FCD67B2}"/>
                    </a:ext>
                  </a:extLst>
                </p14:cNvPr>
                <p14:cNvContentPartPr/>
                <p14:nvPr/>
              </p14:nvContentPartPr>
              <p14:xfrm>
                <a:off x="2148600" y="1811760"/>
                <a:ext cx="114120" cy="116640"/>
              </p14:xfrm>
            </p:contentPart>
          </mc:Choice>
          <mc:Fallback xmlns="">
            <p:pic>
              <p:nvPicPr>
                <p:cNvPr id="121" name="Ink 120">
                  <a:extLst>
                    <a:ext uri="{FF2B5EF4-FFF2-40B4-BE49-F238E27FC236}">
                      <a16:creationId xmlns:a16="http://schemas.microsoft.com/office/drawing/2014/main" id="{BEAC2C7E-45C8-1618-C8BB-C6721FCD67B2}"/>
                    </a:ext>
                  </a:extLst>
                </p:cNvPr>
                <p:cNvPicPr/>
                <p:nvPr/>
              </p:nvPicPr>
              <p:blipFill>
                <a:blip r:embed="rId239"/>
                <a:stretch>
                  <a:fillRect/>
                </a:stretch>
              </p:blipFill>
              <p:spPr>
                <a:xfrm>
                  <a:off x="2144280" y="1807440"/>
                  <a:ext cx="1227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22" name="Ink 121">
                  <a:extLst>
                    <a:ext uri="{FF2B5EF4-FFF2-40B4-BE49-F238E27FC236}">
                      <a16:creationId xmlns:a16="http://schemas.microsoft.com/office/drawing/2014/main" id="{D0B37C57-4B8D-FCB8-115F-C3B2D6590343}"/>
                    </a:ext>
                  </a:extLst>
                </p14:cNvPr>
                <p14:cNvContentPartPr/>
                <p14:nvPr/>
              </p14:nvContentPartPr>
              <p14:xfrm>
                <a:off x="2331480" y="1605840"/>
                <a:ext cx="98640" cy="318240"/>
              </p14:xfrm>
            </p:contentPart>
          </mc:Choice>
          <mc:Fallback xmlns="">
            <p:pic>
              <p:nvPicPr>
                <p:cNvPr id="122" name="Ink 121">
                  <a:extLst>
                    <a:ext uri="{FF2B5EF4-FFF2-40B4-BE49-F238E27FC236}">
                      <a16:creationId xmlns:a16="http://schemas.microsoft.com/office/drawing/2014/main" id="{D0B37C57-4B8D-FCB8-115F-C3B2D6590343}"/>
                    </a:ext>
                  </a:extLst>
                </p:cNvPr>
                <p:cNvPicPr/>
                <p:nvPr/>
              </p:nvPicPr>
              <p:blipFill>
                <a:blip r:embed="rId241"/>
                <a:stretch>
                  <a:fillRect/>
                </a:stretch>
              </p:blipFill>
              <p:spPr>
                <a:xfrm>
                  <a:off x="2327160" y="1601520"/>
                  <a:ext cx="10728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23" name="Ink 122">
                  <a:extLst>
                    <a:ext uri="{FF2B5EF4-FFF2-40B4-BE49-F238E27FC236}">
                      <a16:creationId xmlns:a16="http://schemas.microsoft.com/office/drawing/2014/main" id="{787B5413-CE08-FD5A-27A0-DA4B8AFF9E12}"/>
                    </a:ext>
                  </a:extLst>
                </p14:cNvPr>
                <p14:cNvContentPartPr/>
                <p14:nvPr/>
              </p14:nvContentPartPr>
              <p14:xfrm>
                <a:off x="2437320" y="1792320"/>
                <a:ext cx="143280" cy="123840"/>
              </p14:xfrm>
            </p:contentPart>
          </mc:Choice>
          <mc:Fallback xmlns="">
            <p:pic>
              <p:nvPicPr>
                <p:cNvPr id="123" name="Ink 122">
                  <a:extLst>
                    <a:ext uri="{FF2B5EF4-FFF2-40B4-BE49-F238E27FC236}">
                      <a16:creationId xmlns:a16="http://schemas.microsoft.com/office/drawing/2014/main" id="{787B5413-CE08-FD5A-27A0-DA4B8AFF9E12}"/>
                    </a:ext>
                  </a:extLst>
                </p:cNvPr>
                <p:cNvPicPr/>
                <p:nvPr/>
              </p:nvPicPr>
              <p:blipFill>
                <a:blip r:embed="rId243"/>
                <a:stretch>
                  <a:fillRect/>
                </a:stretch>
              </p:blipFill>
              <p:spPr>
                <a:xfrm>
                  <a:off x="2433000" y="1788000"/>
                  <a:ext cx="1519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24" name="Ink 123">
                  <a:extLst>
                    <a:ext uri="{FF2B5EF4-FFF2-40B4-BE49-F238E27FC236}">
                      <a16:creationId xmlns:a16="http://schemas.microsoft.com/office/drawing/2014/main" id="{B01D0956-6FD2-495B-BC04-B9B666DF8F1F}"/>
                    </a:ext>
                  </a:extLst>
                </p14:cNvPr>
                <p14:cNvContentPartPr/>
                <p14:nvPr/>
              </p14:nvContentPartPr>
              <p14:xfrm>
                <a:off x="2631360" y="1750200"/>
                <a:ext cx="147240" cy="150840"/>
              </p14:xfrm>
            </p:contentPart>
          </mc:Choice>
          <mc:Fallback xmlns="">
            <p:pic>
              <p:nvPicPr>
                <p:cNvPr id="124" name="Ink 123">
                  <a:extLst>
                    <a:ext uri="{FF2B5EF4-FFF2-40B4-BE49-F238E27FC236}">
                      <a16:creationId xmlns:a16="http://schemas.microsoft.com/office/drawing/2014/main" id="{B01D0956-6FD2-495B-BC04-B9B666DF8F1F}"/>
                    </a:ext>
                  </a:extLst>
                </p:cNvPr>
                <p:cNvPicPr/>
                <p:nvPr/>
              </p:nvPicPr>
              <p:blipFill>
                <a:blip r:embed="rId245"/>
                <a:stretch>
                  <a:fillRect/>
                </a:stretch>
              </p:blipFill>
              <p:spPr>
                <a:xfrm>
                  <a:off x="2627040" y="1745880"/>
                  <a:ext cx="1558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25" name="Ink 124">
                  <a:extLst>
                    <a:ext uri="{FF2B5EF4-FFF2-40B4-BE49-F238E27FC236}">
                      <a16:creationId xmlns:a16="http://schemas.microsoft.com/office/drawing/2014/main" id="{44605EF7-3F27-D4D6-AD5D-D598E490EF3D}"/>
                    </a:ext>
                  </a:extLst>
                </p14:cNvPr>
                <p14:cNvContentPartPr/>
                <p14:nvPr/>
              </p14:nvContentPartPr>
              <p14:xfrm>
                <a:off x="2882280" y="1808520"/>
                <a:ext cx="115920" cy="75960"/>
              </p14:xfrm>
            </p:contentPart>
          </mc:Choice>
          <mc:Fallback xmlns="">
            <p:pic>
              <p:nvPicPr>
                <p:cNvPr id="125" name="Ink 124">
                  <a:extLst>
                    <a:ext uri="{FF2B5EF4-FFF2-40B4-BE49-F238E27FC236}">
                      <a16:creationId xmlns:a16="http://schemas.microsoft.com/office/drawing/2014/main" id="{44605EF7-3F27-D4D6-AD5D-D598E490EF3D}"/>
                    </a:ext>
                  </a:extLst>
                </p:cNvPr>
                <p:cNvPicPr/>
                <p:nvPr/>
              </p:nvPicPr>
              <p:blipFill>
                <a:blip r:embed="rId247"/>
                <a:stretch>
                  <a:fillRect/>
                </a:stretch>
              </p:blipFill>
              <p:spPr>
                <a:xfrm>
                  <a:off x="2877960" y="1804200"/>
                  <a:ext cx="124560" cy="84600"/>
                </a:xfrm>
                <a:prstGeom prst="rect">
                  <a:avLst/>
                </a:prstGeom>
              </p:spPr>
            </p:pic>
          </mc:Fallback>
        </mc:AlternateContent>
      </p:grpSp>
      <p:grpSp>
        <p:nvGrpSpPr>
          <p:cNvPr id="147" name="Group 146">
            <a:extLst>
              <a:ext uri="{FF2B5EF4-FFF2-40B4-BE49-F238E27FC236}">
                <a16:creationId xmlns:a16="http://schemas.microsoft.com/office/drawing/2014/main" id="{AF6C9E02-2DB1-B97D-4B05-06C47520B932}"/>
              </a:ext>
            </a:extLst>
          </p:cNvPr>
          <p:cNvGrpSpPr/>
          <p:nvPr/>
        </p:nvGrpSpPr>
        <p:grpSpPr>
          <a:xfrm>
            <a:off x="3369000" y="1681080"/>
            <a:ext cx="424080" cy="173160"/>
            <a:chOff x="3369000" y="1681080"/>
            <a:chExt cx="424080" cy="173160"/>
          </a:xfrm>
        </p:grpSpPr>
        <mc:AlternateContent xmlns:mc="http://schemas.openxmlformats.org/markup-compatibility/2006" xmlns:p14="http://schemas.microsoft.com/office/powerpoint/2010/main">
          <mc:Choice Requires="p14">
            <p:contentPart p14:bwMode="auto" r:id="rId248">
              <p14:nvContentPartPr>
                <p14:cNvPr id="126" name="Ink 125">
                  <a:extLst>
                    <a:ext uri="{FF2B5EF4-FFF2-40B4-BE49-F238E27FC236}">
                      <a16:creationId xmlns:a16="http://schemas.microsoft.com/office/drawing/2014/main" id="{0C1CB1CB-DCE5-11FE-EBCE-64826C8B3F18}"/>
                    </a:ext>
                  </a:extLst>
                </p14:cNvPr>
                <p14:cNvContentPartPr/>
                <p14:nvPr/>
              </p14:nvContentPartPr>
              <p14:xfrm>
                <a:off x="3369000" y="1681080"/>
                <a:ext cx="133200" cy="173160"/>
              </p14:xfrm>
            </p:contentPart>
          </mc:Choice>
          <mc:Fallback xmlns="">
            <p:pic>
              <p:nvPicPr>
                <p:cNvPr id="126" name="Ink 125">
                  <a:extLst>
                    <a:ext uri="{FF2B5EF4-FFF2-40B4-BE49-F238E27FC236}">
                      <a16:creationId xmlns:a16="http://schemas.microsoft.com/office/drawing/2014/main" id="{0C1CB1CB-DCE5-11FE-EBCE-64826C8B3F18}"/>
                    </a:ext>
                  </a:extLst>
                </p:cNvPr>
                <p:cNvPicPr/>
                <p:nvPr/>
              </p:nvPicPr>
              <p:blipFill>
                <a:blip r:embed="rId249"/>
                <a:stretch>
                  <a:fillRect/>
                </a:stretch>
              </p:blipFill>
              <p:spPr>
                <a:xfrm>
                  <a:off x="3364680" y="1676760"/>
                  <a:ext cx="14184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27" name="Ink 126">
                  <a:extLst>
                    <a:ext uri="{FF2B5EF4-FFF2-40B4-BE49-F238E27FC236}">
                      <a16:creationId xmlns:a16="http://schemas.microsoft.com/office/drawing/2014/main" id="{B9DDADFD-60AC-4B9C-693E-84E85E3B5663}"/>
                    </a:ext>
                  </a:extLst>
                </p14:cNvPr>
                <p14:cNvContentPartPr/>
                <p14:nvPr/>
              </p14:nvContentPartPr>
              <p14:xfrm>
                <a:off x="3644400" y="1708080"/>
                <a:ext cx="148680" cy="114120"/>
              </p14:xfrm>
            </p:contentPart>
          </mc:Choice>
          <mc:Fallback xmlns="">
            <p:pic>
              <p:nvPicPr>
                <p:cNvPr id="127" name="Ink 126">
                  <a:extLst>
                    <a:ext uri="{FF2B5EF4-FFF2-40B4-BE49-F238E27FC236}">
                      <a16:creationId xmlns:a16="http://schemas.microsoft.com/office/drawing/2014/main" id="{B9DDADFD-60AC-4B9C-693E-84E85E3B5663}"/>
                    </a:ext>
                  </a:extLst>
                </p:cNvPr>
                <p:cNvPicPr/>
                <p:nvPr/>
              </p:nvPicPr>
              <p:blipFill>
                <a:blip r:embed="rId251"/>
                <a:stretch>
                  <a:fillRect/>
                </a:stretch>
              </p:blipFill>
              <p:spPr>
                <a:xfrm>
                  <a:off x="3640080" y="1703760"/>
                  <a:ext cx="157320" cy="122760"/>
                </a:xfrm>
                <a:prstGeom prst="rect">
                  <a:avLst/>
                </a:prstGeom>
              </p:spPr>
            </p:pic>
          </mc:Fallback>
        </mc:AlternateContent>
      </p:grpSp>
      <p:grpSp>
        <p:nvGrpSpPr>
          <p:cNvPr id="146" name="Group 145">
            <a:extLst>
              <a:ext uri="{FF2B5EF4-FFF2-40B4-BE49-F238E27FC236}">
                <a16:creationId xmlns:a16="http://schemas.microsoft.com/office/drawing/2014/main" id="{B8475A62-3075-8BBE-8CD1-3608422841F8}"/>
              </a:ext>
            </a:extLst>
          </p:cNvPr>
          <p:cNvGrpSpPr/>
          <p:nvPr/>
        </p:nvGrpSpPr>
        <p:grpSpPr>
          <a:xfrm>
            <a:off x="3954360" y="1454280"/>
            <a:ext cx="1047240" cy="518400"/>
            <a:chOff x="3954360" y="1454280"/>
            <a:chExt cx="1047240" cy="518400"/>
          </a:xfrm>
        </p:grpSpPr>
        <mc:AlternateContent xmlns:mc="http://schemas.openxmlformats.org/markup-compatibility/2006" xmlns:p14="http://schemas.microsoft.com/office/powerpoint/2010/main">
          <mc:Choice Requires="p14">
            <p:contentPart p14:bwMode="auto" r:id="rId252">
              <p14:nvContentPartPr>
                <p14:cNvPr id="128" name="Ink 127">
                  <a:extLst>
                    <a:ext uri="{FF2B5EF4-FFF2-40B4-BE49-F238E27FC236}">
                      <a16:creationId xmlns:a16="http://schemas.microsoft.com/office/drawing/2014/main" id="{D71199CC-D4C9-3D7F-DCD5-BBE253F7E30E}"/>
                    </a:ext>
                  </a:extLst>
                </p14:cNvPr>
                <p14:cNvContentPartPr/>
                <p14:nvPr/>
              </p14:nvContentPartPr>
              <p14:xfrm>
                <a:off x="3954360" y="1633560"/>
                <a:ext cx="113760" cy="127440"/>
              </p14:xfrm>
            </p:contentPart>
          </mc:Choice>
          <mc:Fallback xmlns="">
            <p:pic>
              <p:nvPicPr>
                <p:cNvPr id="128" name="Ink 127">
                  <a:extLst>
                    <a:ext uri="{FF2B5EF4-FFF2-40B4-BE49-F238E27FC236}">
                      <a16:creationId xmlns:a16="http://schemas.microsoft.com/office/drawing/2014/main" id="{D71199CC-D4C9-3D7F-DCD5-BBE253F7E30E}"/>
                    </a:ext>
                  </a:extLst>
                </p:cNvPr>
                <p:cNvPicPr/>
                <p:nvPr/>
              </p:nvPicPr>
              <p:blipFill>
                <a:blip r:embed="rId253"/>
                <a:stretch>
                  <a:fillRect/>
                </a:stretch>
              </p:blipFill>
              <p:spPr>
                <a:xfrm>
                  <a:off x="3950040" y="1629240"/>
                  <a:ext cx="1224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29" name="Ink 128">
                  <a:extLst>
                    <a:ext uri="{FF2B5EF4-FFF2-40B4-BE49-F238E27FC236}">
                      <a16:creationId xmlns:a16="http://schemas.microsoft.com/office/drawing/2014/main" id="{1DBB1241-1920-1C56-DCB1-591D30CD42CD}"/>
                    </a:ext>
                  </a:extLst>
                </p14:cNvPr>
                <p14:cNvContentPartPr/>
                <p14:nvPr/>
              </p14:nvContentPartPr>
              <p14:xfrm>
                <a:off x="4067760" y="1633560"/>
                <a:ext cx="137160" cy="339120"/>
              </p14:xfrm>
            </p:contentPart>
          </mc:Choice>
          <mc:Fallback xmlns="">
            <p:pic>
              <p:nvPicPr>
                <p:cNvPr id="129" name="Ink 128">
                  <a:extLst>
                    <a:ext uri="{FF2B5EF4-FFF2-40B4-BE49-F238E27FC236}">
                      <a16:creationId xmlns:a16="http://schemas.microsoft.com/office/drawing/2014/main" id="{1DBB1241-1920-1C56-DCB1-591D30CD42CD}"/>
                    </a:ext>
                  </a:extLst>
                </p:cNvPr>
                <p:cNvPicPr/>
                <p:nvPr/>
              </p:nvPicPr>
              <p:blipFill>
                <a:blip r:embed="rId255"/>
                <a:stretch>
                  <a:fillRect/>
                </a:stretch>
              </p:blipFill>
              <p:spPr>
                <a:xfrm>
                  <a:off x="4063440" y="1629240"/>
                  <a:ext cx="14580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30" name="Ink 129">
                  <a:extLst>
                    <a:ext uri="{FF2B5EF4-FFF2-40B4-BE49-F238E27FC236}">
                      <a16:creationId xmlns:a16="http://schemas.microsoft.com/office/drawing/2014/main" id="{2B00663E-E3A1-E995-25B6-55CA3B474057}"/>
                    </a:ext>
                  </a:extLst>
                </p14:cNvPr>
                <p14:cNvContentPartPr/>
                <p14:nvPr/>
              </p14:nvContentPartPr>
              <p14:xfrm>
                <a:off x="4206360" y="1678560"/>
                <a:ext cx="82080" cy="99360"/>
              </p14:xfrm>
            </p:contentPart>
          </mc:Choice>
          <mc:Fallback xmlns="">
            <p:pic>
              <p:nvPicPr>
                <p:cNvPr id="130" name="Ink 129">
                  <a:extLst>
                    <a:ext uri="{FF2B5EF4-FFF2-40B4-BE49-F238E27FC236}">
                      <a16:creationId xmlns:a16="http://schemas.microsoft.com/office/drawing/2014/main" id="{2B00663E-E3A1-E995-25B6-55CA3B474057}"/>
                    </a:ext>
                  </a:extLst>
                </p:cNvPr>
                <p:cNvPicPr/>
                <p:nvPr/>
              </p:nvPicPr>
              <p:blipFill>
                <a:blip r:embed="rId257"/>
                <a:stretch>
                  <a:fillRect/>
                </a:stretch>
              </p:blipFill>
              <p:spPr>
                <a:xfrm>
                  <a:off x="4202040" y="1674240"/>
                  <a:ext cx="907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31" name="Ink 130">
                  <a:extLst>
                    <a:ext uri="{FF2B5EF4-FFF2-40B4-BE49-F238E27FC236}">
                      <a16:creationId xmlns:a16="http://schemas.microsoft.com/office/drawing/2014/main" id="{B60D946F-7842-2B59-CFB9-22F6C94E1540}"/>
                    </a:ext>
                  </a:extLst>
                </p14:cNvPr>
                <p14:cNvContentPartPr/>
                <p14:nvPr/>
              </p14:nvContentPartPr>
              <p14:xfrm>
                <a:off x="4398960" y="1696560"/>
                <a:ext cx="15840" cy="254160"/>
              </p14:xfrm>
            </p:contentPart>
          </mc:Choice>
          <mc:Fallback xmlns="">
            <p:pic>
              <p:nvPicPr>
                <p:cNvPr id="131" name="Ink 130">
                  <a:extLst>
                    <a:ext uri="{FF2B5EF4-FFF2-40B4-BE49-F238E27FC236}">
                      <a16:creationId xmlns:a16="http://schemas.microsoft.com/office/drawing/2014/main" id="{B60D946F-7842-2B59-CFB9-22F6C94E1540}"/>
                    </a:ext>
                  </a:extLst>
                </p:cNvPr>
                <p:cNvPicPr/>
                <p:nvPr/>
              </p:nvPicPr>
              <p:blipFill>
                <a:blip r:embed="rId259"/>
                <a:stretch>
                  <a:fillRect/>
                </a:stretch>
              </p:blipFill>
              <p:spPr>
                <a:xfrm>
                  <a:off x="4394640" y="1692240"/>
                  <a:ext cx="2448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32" name="Ink 131">
                  <a:extLst>
                    <a:ext uri="{FF2B5EF4-FFF2-40B4-BE49-F238E27FC236}">
                      <a16:creationId xmlns:a16="http://schemas.microsoft.com/office/drawing/2014/main" id="{687DD889-BF27-92B9-C807-45145EF524BD}"/>
                    </a:ext>
                  </a:extLst>
                </p14:cNvPr>
                <p14:cNvContentPartPr/>
                <p14:nvPr/>
              </p14:nvContentPartPr>
              <p14:xfrm>
                <a:off x="4435680" y="1627800"/>
                <a:ext cx="80280" cy="106200"/>
              </p14:xfrm>
            </p:contentPart>
          </mc:Choice>
          <mc:Fallback xmlns="">
            <p:pic>
              <p:nvPicPr>
                <p:cNvPr id="132" name="Ink 131">
                  <a:extLst>
                    <a:ext uri="{FF2B5EF4-FFF2-40B4-BE49-F238E27FC236}">
                      <a16:creationId xmlns:a16="http://schemas.microsoft.com/office/drawing/2014/main" id="{687DD889-BF27-92B9-C807-45145EF524BD}"/>
                    </a:ext>
                  </a:extLst>
                </p:cNvPr>
                <p:cNvPicPr/>
                <p:nvPr/>
              </p:nvPicPr>
              <p:blipFill>
                <a:blip r:embed="rId261"/>
                <a:stretch>
                  <a:fillRect/>
                </a:stretch>
              </p:blipFill>
              <p:spPr>
                <a:xfrm>
                  <a:off x="4431360" y="1623480"/>
                  <a:ext cx="889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33" name="Ink 132">
                  <a:extLst>
                    <a:ext uri="{FF2B5EF4-FFF2-40B4-BE49-F238E27FC236}">
                      <a16:creationId xmlns:a16="http://schemas.microsoft.com/office/drawing/2014/main" id="{CFEC276C-A3BA-4BF1-DC4B-1820DFCA79F4}"/>
                    </a:ext>
                  </a:extLst>
                </p14:cNvPr>
                <p14:cNvContentPartPr/>
                <p14:nvPr/>
              </p14:nvContentPartPr>
              <p14:xfrm>
                <a:off x="4641960" y="1600080"/>
                <a:ext cx="117360" cy="120240"/>
              </p14:xfrm>
            </p:contentPart>
          </mc:Choice>
          <mc:Fallback xmlns="">
            <p:pic>
              <p:nvPicPr>
                <p:cNvPr id="133" name="Ink 132">
                  <a:extLst>
                    <a:ext uri="{FF2B5EF4-FFF2-40B4-BE49-F238E27FC236}">
                      <a16:creationId xmlns:a16="http://schemas.microsoft.com/office/drawing/2014/main" id="{CFEC276C-A3BA-4BF1-DC4B-1820DFCA79F4}"/>
                    </a:ext>
                  </a:extLst>
                </p:cNvPr>
                <p:cNvPicPr/>
                <p:nvPr/>
              </p:nvPicPr>
              <p:blipFill>
                <a:blip r:embed="rId263"/>
                <a:stretch>
                  <a:fillRect/>
                </a:stretch>
              </p:blipFill>
              <p:spPr>
                <a:xfrm>
                  <a:off x="4637640" y="1595760"/>
                  <a:ext cx="1260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34" name="Ink 133">
                  <a:extLst>
                    <a:ext uri="{FF2B5EF4-FFF2-40B4-BE49-F238E27FC236}">
                      <a16:creationId xmlns:a16="http://schemas.microsoft.com/office/drawing/2014/main" id="{191C726B-B43F-23B7-4AA1-77C4D8908F49}"/>
                    </a:ext>
                  </a:extLst>
                </p14:cNvPr>
                <p14:cNvContentPartPr/>
                <p14:nvPr/>
              </p14:nvContentPartPr>
              <p14:xfrm>
                <a:off x="4814400" y="1454280"/>
                <a:ext cx="187200" cy="333000"/>
              </p14:xfrm>
            </p:contentPart>
          </mc:Choice>
          <mc:Fallback xmlns="">
            <p:pic>
              <p:nvPicPr>
                <p:cNvPr id="134" name="Ink 133">
                  <a:extLst>
                    <a:ext uri="{FF2B5EF4-FFF2-40B4-BE49-F238E27FC236}">
                      <a16:creationId xmlns:a16="http://schemas.microsoft.com/office/drawing/2014/main" id="{191C726B-B43F-23B7-4AA1-77C4D8908F49}"/>
                    </a:ext>
                  </a:extLst>
                </p:cNvPr>
                <p:cNvPicPr/>
                <p:nvPr/>
              </p:nvPicPr>
              <p:blipFill>
                <a:blip r:embed="rId265"/>
                <a:stretch>
                  <a:fillRect/>
                </a:stretch>
              </p:blipFill>
              <p:spPr>
                <a:xfrm>
                  <a:off x="4810080" y="1449960"/>
                  <a:ext cx="195840" cy="341640"/>
                </a:xfrm>
                <a:prstGeom prst="rect">
                  <a:avLst/>
                </a:prstGeom>
              </p:spPr>
            </p:pic>
          </mc:Fallback>
        </mc:AlternateContent>
      </p:grpSp>
      <p:grpSp>
        <p:nvGrpSpPr>
          <p:cNvPr id="145" name="Group 144">
            <a:extLst>
              <a:ext uri="{FF2B5EF4-FFF2-40B4-BE49-F238E27FC236}">
                <a16:creationId xmlns:a16="http://schemas.microsoft.com/office/drawing/2014/main" id="{E01F981B-D1CD-9383-CF85-0003B342F44E}"/>
              </a:ext>
            </a:extLst>
          </p:cNvPr>
          <p:cNvGrpSpPr/>
          <p:nvPr/>
        </p:nvGrpSpPr>
        <p:grpSpPr>
          <a:xfrm>
            <a:off x="5226600" y="1657680"/>
            <a:ext cx="185040" cy="100800"/>
            <a:chOff x="5226600" y="1657680"/>
            <a:chExt cx="185040" cy="100800"/>
          </a:xfrm>
        </p:grpSpPr>
        <mc:AlternateContent xmlns:mc="http://schemas.openxmlformats.org/markup-compatibility/2006" xmlns:p14="http://schemas.microsoft.com/office/powerpoint/2010/main">
          <mc:Choice Requires="p14">
            <p:contentPart p14:bwMode="auto" r:id="rId266">
              <p14:nvContentPartPr>
                <p14:cNvPr id="135" name="Ink 134">
                  <a:extLst>
                    <a:ext uri="{FF2B5EF4-FFF2-40B4-BE49-F238E27FC236}">
                      <a16:creationId xmlns:a16="http://schemas.microsoft.com/office/drawing/2014/main" id="{BD966EB3-D86C-44B0-46B2-ABA7A6182A24}"/>
                    </a:ext>
                  </a:extLst>
                </p14:cNvPr>
                <p14:cNvContentPartPr/>
                <p14:nvPr/>
              </p14:nvContentPartPr>
              <p14:xfrm>
                <a:off x="5226600" y="1657680"/>
                <a:ext cx="140760" cy="360"/>
              </p14:xfrm>
            </p:contentPart>
          </mc:Choice>
          <mc:Fallback xmlns="">
            <p:pic>
              <p:nvPicPr>
                <p:cNvPr id="135" name="Ink 134">
                  <a:extLst>
                    <a:ext uri="{FF2B5EF4-FFF2-40B4-BE49-F238E27FC236}">
                      <a16:creationId xmlns:a16="http://schemas.microsoft.com/office/drawing/2014/main" id="{BD966EB3-D86C-44B0-46B2-ABA7A6182A24}"/>
                    </a:ext>
                  </a:extLst>
                </p:cNvPr>
                <p:cNvPicPr/>
                <p:nvPr/>
              </p:nvPicPr>
              <p:blipFill>
                <a:blip r:embed="rId267"/>
                <a:stretch>
                  <a:fillRect/>
                </a:stretch>
              </p:blipFill>
              <p:spPr>
                <a:xfrm>
                  <a:off x="5222280" y="1653360"/>
                  <a:ext cx="1494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36" name="Ink 135">
                  <a:extLst>
                    <a:ext uri="{FF2B5EF4-FFF2-40B4-BE49-F238E27FC236}">
                      <a16:creationId xmlns:a16="http://schemas.microsoft.com/office/drawing/2014/main" id="{B1BFD5E9-31F5-1141-C131-B1369FEA4F44}"/>
                    </a:ext>
                  </a:extLst>
                </p14:cNvPr>
                <p14:cNvContentPartPr/>
                <p14:nvPr/>
              </p14:nvContentPartPr>
              <p14:xfrm>
                <a:off x="5226600" y="1657680"/>
                <a:ext cx="185040" cy="100800"/>
              </p14:xfrm>
            </p:contentPart>
          </mc:Choice>
          <mc:Fallback xmlns="">
            <p:pic>
              <p:nvPicPr>
                <p:cNvPr id="136" name="Ink 135">
                  <a:extLst>
                    <a:ext uri="{FF2B5EF4-FFF2-40B4-BE49-F238E27FC236}">
                      <a16:creationId xmlns:a16="http://schemas.microsoft.com/office/drawing/2014/main" id="{B1BFD5E9-31F5-1141-C131-B1369FEA4F44}"/>
                    </a:ext>
                  </a:extLst>
                </p:cNvPr>
                <p:cNvPicPr/>
                <p:nvPr/>
              </p:nvPicPr>
              <p:blipFill>
                <a:blip r:embed="rId269"/>
                <a:stretch>
                  <a:fillRect/>
                </a:stretch>
              </p:blipFill>
              <p:spPr>
                <a:xfrm>
                  <a:off x="5222280" y="1653360"/>
                  <a:ext cx="193680" cy="109440"/>
                </a:xfrm>
                <a:prstGeom prst="rect">
                  <a:avLst/>
                </a:prstGeom>
              </p:spPr>
            </p:pic>
          </mc:Fallback>
        </mc:AlternateContent>
      </p:grpSp>
      <p:grpSp>
        <p:nvGrpSpPr>
          <p:cNvPr id="144" name="Group 143">
            <a:extLst>
              <a:ext uri="{FF2B5EF4-FFF2-40B4-BE49-F238E27FC236}">
                <a16:creationId xmlns:a16="http://schemas.microsoft.com/office/drawing/2014/main" id="{9EE138B9-AFB4-975A-B618-3313440DA0EF}"/>
              </a:ext>
            </a:extLst>
          </p:cNvPr>
          <p:cNvGrpSpPr/>
          <p:nvPr/>
        </p:nvGrpSpPr>
        <p:grpSpPr>
          <a:xfrm>
            <a:off x="5636640" y="1331160"/>
            <a:ext cx="1067040" cy="500040"/>
            <a:chOff x="5636640" y="1331160"/>
            <a:chExt cx="1067040" cy="500040"/>
          </a:xfrm>
        </p:grpSpPr>
        <mc:AlternateContent xmlns:mc="http://schemas.openxmlformats.org/markup-compatibility/2006" xmlns:p14="http://schemas.microsoft.com/office/powerpoint/2010/main">
          <mc:Choice Requires="p14">
            <p:contentPart p14:bwMode="auto" r:id="rId270">
              <p14:nvContentPartPr>
                <p14:cNvPr id="137" name="Ink 136">
                  <a:extLst>
                    <a:ext uri="{FF2B5EF4-FFF2-40B4-BE49-F238E27FC236}">
                      <a16:creationId xmlns:a16="http://schemas.microsoft.com/office/drawing/2014/main" id="{96E376FE-D8B3-68EB-AB93-E7529497514B}"/>
                    </a:ext>
                  </a:extLst>
                </p14:cNvPr>
                <p14:cNvContentPartPr/>
                <p14:nvPr/>
              </p14:nvContentPartPr>
              <p14:xfrm>
                <a:off x="5694600" y="1354920"/>
                <a:ext cx="200520" cy="438120"/>
              </p14:xfrm>
            </p:contentPart>
          </mc:Choice>
          <mc:Fallback xmlns="">
            <p:pic>
              <p:nvPicPr>
                <p:cNvPr id="137" name="Ink 136">
                  <a:extLst>
                    <a:ext uri="{FF2B5EF4-FFF2-40B4-BE49-F238E27FC236}">
                      <a16:creationId xmlns:a16="http://schemas.microsoft.com/office/drawing/2014/main" id="{96E376FE-D8B3-68EB-AB93-E7529497514B}"/>
                    </a:ext>
                  </a:extLst>
                </p:cNvPr>
                <p:cNvPicPr/>
                <p:nvPr/>
              </p:nvPicPr>
              <p:blipFill>
                <a:blip r:embed="rId271"/>
                <a:stretch>
                  <a:fillRect/>
                </a:stretch>
              </p:blipFill>
              <p:spPr>
                <a:xfrm>
                  <a:off x="5690280" y="1350600"/>
                  <a:ext cx="20916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38" name="Ink 137">
                  <a:extLst>
                    <a:ext uri="{FF2B5EF4-FFF2-40B4-BE49-F238E27FC236}">
                      <a16:creationId xmlns:a16="http://schemas.microsoft.com/office/drawing/2014/main" id="{7D0F8EFF-F0BB-3572-A421-F1D4AB74CD48}"/>
                    </a:ext>
                  </a:extLst>
                </p14:cNvPr>
                <p14:cNvContentPartPr/>
                <p14:nvPr/>
              </p14:nvContentPartPr>
              <p14:xfrm>
                <a:off x="5636640" y="1581360"/>
                <a:ext cx="383400" cy="118080"/>
              </p14:xfrm>
            </p:contentPart>
          </mc:Choice>
          <mc:Fallback xmlns="">
            <p:pic>
              <p:nvPicPr>
                <p:cNvPr id="138" name="Ink 137">
                  <a:extLst>
                    <a:ext uri="{FF2B5EF4-FFF2-40B4-BE49-F238E27FC236}">
                      <a16:creationId xmlns:a16="http://schemas.microsoft.com/office/drawing/2014/main" id="{7D0F8EFF-F0BB-3572-A421-F1D4AB74CD48}"/>
                    </a:ext>
                  </a:extLst>
                </p:cNvPr>
                <p:cNvPicPr/>
                <p:nvPr/>
              </p:nvPicPr>
              <p:blipFill>
                <a:blip r:embed="rId273"/>
                <a:stretch>
                  <a:fillRect/>
                </a:stretch>
              </p:blipFill>
              <p:spPr>
                <a:xfrm>
                  <a:off x="5632320" y="1577040"/>
                  <a:ext cx="3920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39" name="Ink 138">
                  <a:extLst>
                    <a:ext uri="{FF2B5EF4-FFF2-40B4-BE49-F238E27FC236}">
                      <a16:creationId xmlns:a16="http://schemas.microsoft.com/office/drawing/2014/main" id="{FFC6FD85-3014-912F-138A-7D706F74A3A2}"/>
                    </a:ext>
                  </a:extLst>
                </p14:cNvPr>
                <p14:cNvContentPartPr/>
                <p14:nvPr/>
              </p14:nvContentPartPr>
              <p14:xfrm>
                <a:off x="6177000" y="1331160"/>
                <a:ext cx="48960" cy="285480"/>
              </p14:xfrm>
            </p:contentPart>
          </mc:Choice>
          <mc:Fallback xmlns="">
            <p:pic>
              <p:nvPicPr>
                <p:cNvPr id="139" name="Ink 138">
                  <a:extLst>
                    <a:ext uri="{FF2B5EF4-FFF2-40B4-BE49-F238E27FC236}">
                      <a16:creationId xmlns:a16="http://schemas.microsoft.com/office/drawing/2014/main" id="{FFC6FD85-3014-912F-138A-7D706F74A3A2}"/>
                    </a:ext>
                  </a:extLst>
                </p:cNvPr>
                <p:cNvPicPr/>
                <p:nvPr/>
              </p:nvPicPr>
              <p:blipFill>
                <a:blip r:embed="rId275"/>
                <a:stretch>
                  <a:fillRect/>
                </a:stretch>
              </p:blipFill>
              <p:spPr>
                <a:xfrm>
                  <a:off x="6172680" y="1326840"/>
                  <a:ext cx="576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40" name="Ink 139">
                  <a:extLst>
                    <a:ext uri="{FF2B5EF4-FFF2-40B4-BE49-F238E27FC236}">
                      <a16:creationId xmlns:a16="http://schemas.microsoft.com/office/drawing/2014/main" id="{A6060200-E5D0-22C8-FCA0-4B5499F3ABD0}"/>
                    </a:ext>
                  </a:extLst>
                </p14:cNvPr>
                <p14:cNvContentPartPr/>
                <p14:nvPr/>
              </p14:nvContentPartPr>
              <p14:xfrm>
                <a:off x="6291120" y="1506120"/>
                <a:ext cx="96120" cy="163800"/>
              </p14:xfrm>
            </p:contentPart>
          </mc:Choice>
          <mc:Fallback xmlns="">
            <p:pic>
              <p:nvPicPr>
                <p:cNvPr id="140" name="Ink 139">
                  <a:extLst>
                    <a:ext uri="{FF2B5EF4-FFF2-40B4-BE49-F238E27FC236}">
                      <a16:creationId xmlns:a16="http://schemas.microsoft.com/office/drawing/2014/main" id="{A6060200-E5D0-22C8-FCA0-4B5499F3ABD0}"/>
                    </a:ext>
                  </a:extLst>
                </p:cNvPr>
                <p:cNvPicPr/>
                <p:nvPr/>
              </p:nvPicPr>
              <p:blipFill>
                <a:blip r:embed="rId277"/>
                <a:stretch>
                  <a:fillRect/>
                </a:stretch>
              </p:blipFill>
              <p:spPr>
                <a:xfrm>
                  <a:off x="6286800" y="1501800"/>
                  <a:ext cx="1047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41" name="Ink 140">
                  <a:extLst>
                    <a:ext uri="{FF2B5EF4-FFF2-40B4-BE49-F238E27FC236}">
                      <a16:creationId xmlns:a16="http://schemas.microsoft.com/office/drawing/2014/main" id="{8F642E4F-5484-927B-764B-4C7B8DCCF537}"/>
                    </a:ext>
                  </a:extLst>
                </p14:cNvPr>
                <p14:cNvContentPartPr/>
                <p14:nvPr/>
              </p14:nvContentPartPr>
              <p14:xfrm>
                <a:off x="6441240" y="1521600"/>
                <a:ext cx="102240" cy="134640"/>
              </p14:xfrm>
            </p:contentPart>
          </mc:Choice>
          <mc:Fallback xmlns="">
            <p:pic>
              <p:nvPicPr>
                <p:cNvPr id="141" name="Ink 140">
                  <a:extLst>
                    <a:ext uri="{FF2B5EF4-FFF2-40B4-BE49-F238E27FC236}">
                      <a16:creationId xmlns:a16="http://schemas.microsoft.com/office/drawing/2014/main" id="{8F642E4F-5484-927B-764B-4C7B8DCCF537}"/>
                    </a:ext>
                  </a:extLst>
                </p:cNvPr>
                <p:cNvPicPr/>
                <p:nvPr/>
              </p:nvPicPr>
              <p:blipFill>
                <a:blip r:embed="rId279"/>
                <a:stretch>
                  <a:fillRect/>
                </a:stretch>
              </p:blipFill>
              <p:spPr>
                <a:xfrm>
                  <a:off x="6436920" y="1517280"/>
                  <a:ext cx="110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42" name="Ink 141">
                  <a:extLst>
                    <a:ext uri="{FF2B5EF4-FFF2-40B4-BE49-F238E27FC236}">
                      <a16:creationId xmlns:a16="http://schemas.microsoft.com/office/drawing/2014/main" id="{4310EFC4-7148-21E6-5265-AA81A83A7179}"/>
                    </a:ext>
                  </a:extLst>
                </p14:cNvPr>
                <p14:cNvContentPartPr/>
                <p14:nvPr/>
              </p14:nvContentPartPr>
              <p14:xfrm>
                <a:off x="6691440" y="1504320"/>
                <a:ext cx="11880" cy="27360"/>
              </p14:xfrm>
            </p:contentPart>
          </mc:Choice>
          <mc:Fallback xmlns="">
            <p:pic>
              <p:nvPicPr>
                <p:cNvPr id="142" name="Ink 141">
                  <a:extLst>
                    <a:ext uri="{FF2B5EF4-FFF2-40B4-BE49-F238E27FC236}">
                      <a16:creationId xmlns:a16="http://schemas.microsoft.com/office/drawing/2014/main" id="{4310EFC4-7148-21E6-5265-AA81A83A7179}"/>
                    </a:ext>
                  </a:extLst>
                </p:cNvPr>
                <p:cNvPicPr/>
                <p:nvPr/>
              </p:nvPicPr>
              <p:blipFill>
                <a:blip r:embed="rId281"/>
                <a:stretch>
                  <a:fillRect/>
                </a:stretch>
              </p:blipFill>
              <p:spPr>
                <a:xfrm>
                  <a:off x="6687120" y="1500000"/>
                  <a:ext cx="20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43" name="Ink 142">
                  <a:extLst>
                    <a:ext uri="{FF2B5EF4-FFF2-40B4-BE49-F238E27FC236}">
                      <a16:creationId xmlns:a16="http://schemas.microsoft.com/office/drawing/2014/main" id="{9012C2AC-6574-4997-0C03-5C7BFA246C62}"/>
                    </a:ext>
                  </a:extLst>
                </p14:cNvPr>
                <p14:cNvContentPartPr/>
                <p14:nvPr/>
              </p14:nvContentPartPr>
              <p14:xfrm>
                <a:off x="6593520" y="1668120"/>
                <a:ext cx="110160" cy="163080"/>
              </p14:xfrm>
            </p:contentPart>
          </mc:Choice>
          <mc:Fallback xmlns="">
            <p:pic>
              <p:nvPicPr>
                <p:cNvPr id="143" name="Ink 142">
                  <a:extLst>
                    <a:ext uri="{FF2B5EF4-FFF2-40B4-BE49-F238E27FC236}">
                      <a16:creationId xmlns:a16="http://schemas.microsoft.com/office/drawing/2014/main" id="{9012C2AC-6574-4997-0C03-5C7BFA246C62}"/>
                    </a:ext>
                  </a:extLst>
                </p:cNvPr>
                <p:cNvPicPr/>
                <p:nvPr/>
              </p:nvPicPr>
              <p:blipFill>
                <a:blip r:embed="rId283"/>
                <a:stretch>
                  <a:fillRect/>
                </a:stretch>
              </p:blipFill>
              <p:spPr>
                <a:xfrm>
                  <a:off x="6589200" y="1663800"/>
                  <a:ext cx="118800" cy="171720"/>
                </a:xfrm>
                <a:prstGeom prst="rect">
                  <a:avLst/>
                </a:prstGeom>
              </p:spPr>
            </p:pic>
          </mc:Fallback>
        </mc:AlternateContent>
      </p:grpSp>
      <p:grpSp>
        <p:nvGrpSpPr>
          <p:cNvPr id="167" name="Group 166">
            <a:extLst>
              <a:ext uri="{FF2B5EF4-FFF2-40B4-BE49-F238E27FC236}">
                <a16:creationId xmlns:a16="http://schemas.microsoft.com/office/drawing/2014/main" id="{4DBC37F3-04C9-E6DF-BD62-CB92BE037130}"/>
              </a:ext>
            </a:extLst>
          </p:cNvPr>
          <p:cNvGrpSpPr/>
          <p:nvPr/>
        </p:nvGrpSpPr>
        <p:grpSpPr>
          <a:xfrm>
            <a:off x="3114480" y="3178680"/>
            <a:ext cx="430560" cy="189000"/>
            <a:chOff x="3114480" y="3178680"/>
            <a:chExt cx="430560" cy="189000"/>
          </a:xfrm>
        </p:grpSpPr>
        <mc:AlternateContent xmlns:mc="http://schemas.openxmlformats.org/markup-compatibility/2006" xmlns:p14="http://schemas.microsoft.com/office/powerpoint/2010/main">
          <mc:Choice Requires="p14">
            <p:contentPart p14:bwMode="auto" r:id="rId284">
              <p14:nvContentPartPr>
                <p14:cNvPr id="149" name="Ink 148">
                  <a:extLst>
                    <a:ext uri="{FF2B5EF4-FFF2-40B4-BE49-F238E27FC236}">
                      <a16:creationId xmlns:a16="http://schemas.microsoft.com/office/drawing/2014/main" id="{86B52804-5002-5B15-BA2F-7D135E8909C7}"/>
                    </a:ext>
                  </a:extLst>
                </p14:cNvPr>
                <p14:cNvContentPartPr/>
                <p14:nvPr/>
              </p14:nvContentPartPr>
              <p14:xfrm>
                <a:off x="3114480" y="3222240"/>
                <a:ext cx="119520" cy="145440"/>
              </p14:xfrm>
            </p:contentPart>
          </mc:Choice>
          <mc:Fallback xmlns="">
            <p:pic>
              <p:nvPicPr>
                <p:cNvPr id="149" name="Ink 148">
                  <a:extLst>
                    <a:ext uri="{FF2B5EF4-FFF2-40B4-BE49-F238E27FC236}">
                      <a16:creationId xmlns:a16="http://schemas.microsoft.com/office/drawing/2014/main" id="{86B52804-5002-5B15-BA2F-7D135E8909C7}"/>
                    </a:ext>
                  </a:extLst>
                </p:cNvPr>
                <p:cNvPicPr/>
                <p:nvPr/>
              </p:nvPicPr>
              <p:blipFill>
                <a:blip r:embed="rId285"/>
                <a:stretch>
                  <a:fillRect/>
                </a:stretch>
              </p:blipFill>
              <p:spPr>
                <a:xfrm>
                  <a:off x="3110160" y="3217920"/>
                  <a:ext cx="1281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50" name="Ink 149">
                  <a:extLst>
                    <a:ext uri="{FF2B5EF4-FFF2-40B4-BE49-F238E27FC236}">
                      <a16:creationId xmlns:a16="http://schemas.microsoft.com/office/drawing/2014/main" id="{092BF86E-A9C9-3DEE-18AB-3896D2F17DEA}"/>
                    </a:ext>
                  </a:extLst>
                </p14:cNvPr>
                <p14:cNvContentPartPr/>
                <p14:nvPr/>
              </p14:nvContentPartPr>
              <p14:xfrm>
                <a:off x="3344880" y="3178680"/>
                <a:ext cx="200160" cy="106200"/>
              </p14:xfrm>
            </p:contentPart>
          </mc:Choice>
          <mc:Fallback xmlns="">
            <p:pic>
              <p:nvPicPr>
                <p:cNvPr id="150" name="Ink 149">
                  <a:extLst>
                    <a:ext uri="{FF2B5EF4-FFF2-40B4-BE49-F238E27FC236}">
                      <a16:creationId xmlns:a16="http://schemas.microsoft.com/office/drawing/2014/main" id="{092BF86E-A9C9-3DEE-18AB-3896D2F17DEA}"/>
                    </a:ext>
                  </a:extLst>
                </p:cNvPr>
                <p:cNvPicPr/>
                <p:nvPr/>
              </p:nvPicPr>
              <p:blipFill>
                <a:blip r:embed="rId287"/>
                <a:stretch>
                  <a:fillRect/>
                </a:stretch>
              </p:blipFill>
              <p:spPr>
                <a:xfrm>
                  <a:off x="3340560" y="3174360"/>
                  <a:ext cx="208800" cy="114840"/>
                </a:xfrm>
                <a:prstGeom prst="rect">
                  <a:avLst/>
                </a:prstGeom>
              </p:spPr>
            </p:pic>
          </mc:Fallback>
        </mc:AlternateContent>
      </p:grpSp>
      <p:grpSp>
        <p:nvGrpSpPr>
          <p:cNvPr id="166" name="Group 165">
            <a:extLst>
              <a:ext uri="{FF2B5EF4-FFF2-40B4-BE49-F238E27FC236}">
                <a16:creationId xmlns:a16="http://schemas.microsoft.com/office/drawing/2014/main" id="{576199EC-8AC2-A7B3-83F8-642ECD08F129}"/>
              </a:ext>
            </a:extLst>
          </p:cNvPr>
          <p:cNvGrpSpPr/>
          <p:nvPr/>
        </p:nvGrpSpPr>
        <p:grpSpPr>
          <a:xfrm>
            <a:off x="3709920" y="2923080"/>
            <a:ext cx="1161000" cy="438480"/>
            <a:chOff x="3709920" y="2923080"/>
            <a:chExt cx="1161000" cy="438480"/>
          </a:xfrm>
        </p:grpSpPr>
        <mc:AlternateContent xmlns:mc="http://schemas.openxmlformats.org/markup-compatibility/2006" xmlns:p14="http://schemas.microsoft.com/office/powerpoint/2010/main">
          <mc:Choice Requires="p14">
            <p:contentPart p14:bwMode="auto" r:id="rId288">
              <p14:nvContentPartPr>
                <p14:cNvPr id="151" name="Ink 150">
                  <a:extLst>
                    <a:ext uri="{FF2B5EF4-FFF2-40B4-BE49-F238E27FC236}">
                      <a16:creationId xmlns:a16="http://schemas.microsoft.com/office/drawing/2014/main" id="{BC65EA23-A6DB-F58C-C9FC-5A6F12C3F29A}"/>
                    </a:ext>
                  </a:extLst>
                </p14:cNvPr>
                <p14:cNvContentPartPr/>
                <p14:nvPr/>
              </p14:nvContentPartPr>
              <p14:xfrm>
                <a:off x="3709920" y="3188400"/>
                <a:ext cx="146520" cy="87480"/>
              </p14:xfrm>
            </p:contentPart>
          </mc:Choice>
          <mc:Fallback xmlns="">
            <p:pic>
              <p:nvPicPr>
                <p:cNvPr id="151" name="Ink 150">
                  <a:extLst>
                    <a:ext uri="{FF2B5EF4-FFF2-40B4-BE49-F238E27FC236}">
                      <a16:creationId xmlns:a16="http://schemas.microsoft.com/office/drawing/2014/main" id="{BC65EA23-A6DB-F58C-C9FC-5A6F12C3F29A}"/>
                    </a:ext>
                  </a:extLst>
                </p:cNvPr>
                <p:cNvPicPr/>
                <p:nvPr/>
              </p:nvPicPr>
              <p:blipFill>
                <a:blip r:embed="rId289"/>
                <a:stretch>
                  <a:fillRect/>
                </a:stretch>
              </p:blipFill>
              <p:spPr>
                <a:xfrm>
                  <a:off x="3705600" y="3184080"/>
                  <a:ext cx="1551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52" name="Ink 151">
                  <a:extLst>
                    <a:ext uri="{FF2B5EF4-FFF2-40B4-BE49-F238E27FC236}">
                      <a16:creationId xmlns:a16="http://schemas.microsoft.com/office/drawing/2014/main" id="{4294868B-9A9F-D87D-FEDB-2AEF45FBE60C}"/>
                    </a:ext>
                  </a:extLst>
                </p14:cNvPr>
                <p14:cNvContentPartPr/>
                <p14:nvPr/>
              </p14:nvContentPartPr>
              <p14:xfrm>
                <a:off x="3850320" y="3189840"/>
                <a:ext cx="138960" cy="171720"/>
              </p14:xfrm>
            </p:contentPart>
          </mc:Choice>
          <mc:Fallback xmlns="">
            <p:pic>
              <p:nvPicPr>
                <p:cNvPr id="152" name="Ink 151">
                  <a:extLst>
                    <a:ext uri="{FF2B5EF4-FFF2-40B4-BE49-F238E27FC236}">
                      <a16:creationId xmlns:a16="http://schemas.microsoft.com/office/drawing/2014/main" id="{4294868B-9A9F-D87D-FEDB-2AEF45FBE60C}"/>
                    </a:ext>
                  </a:extLst>
                </p:cNvPr>
                <p:cNvPicPr/>
                <p:nvPr/>
              </p:nvPicPr>
              <p:blipFill>
                <a:blip r:embed="rId291"/>
                <a:stretch>
                  <a:fillRect/>
                </a:stretch>
              </p:blipFill>
              <p:spPr>
                <a:xfrm>
                  <a:off x="3846000" y="3185520"/>
                  <a:ext cx="1476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53" name="Ink 152">
                  <a:extLst>
                    <a:ext uri="{FF2B5EF4-FFF2-40B4-BE49-F238E27FC236}">
                      <a16:creationId xmlns:a16="http://schemas.microsoft.com/office/drawing/2014/main" id="{9691525B-FAA8-66CB-08BB-85A3577BDE73}"/>
                    </a:ext>
                  </a:extLst>
                </p14:cNvPr>
                <p14:cNvContentPartPr/>
                <p14:nvPr/>
              </p14:nvContentPartPr>
              <p14:xfrm>
                <a:off x="4017720" y="3111000"/>
                <a:ext cx="90000" cy="96480"/>
              </p14:xfrm>
            </p:contentPart>
          </mc:Choice>
          <mc:Fallback xmlns="">
            <p:pic>
              <p:nvPicPr>
                <p:cNvPr id="153" name="Ink 152">
                  <a:extLst>
                    <a:ext uri="{FF2B5EF4-FFF2-40B4-BE49-F238E27FC236}">
                      <a16:creationId xmlns:a16="http://schemas.microsoft.com/office/drawing/2014/main" id="{9691525B-FAA8-66CB-08BB-85A3577BDE73}"/>
                    </a:ext>
                  </a:extLst>
                </p:cNvPr>
                <p:cNvPicPr/>
                <p:nvPr/>
              </p:nvPicPr>
              <p:blipFill>
                <a:blip r:embed="rId293"/>
                <a:stretch>
                  <a:fillRect/>
                </a:stretch>
              </p:blipFill>
              <p:spPr>
                <a:xfrm>
                  <a:off x="4013400" y="3106680"/>
                  <a:ext cx="986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54" name="Ink 153">
                  <a:extLst>
                    <a:ext uri="{FF2B5EF4-FFF2-40B4-BE49-F238E27FC236}">
                      <a16:creationId xmlns:a16="http://schemas.microsoft.com/office/drawing/2014/main" id="{809C16B3-1D7A-F651-97D6-6B09083F3314}"/>
                    </a:ext>
                  </a:extLst>
                </p14:cNvPr>
                <p14:cNvContentPartPr/>
                <p14:nvPr/>
              </p14:nvContentPartPr>
              <p14:xfrm>
                <a:off x="4208520" y="3112440"/>
                <a:ext cx="137520" cy="207000"/>
              </p14:xfrm>
            </p:contentPart>
          </mc:Choice>
          <mc:Fallback xmlns="">
            <p:pic>
              <p:nvPicPr>
                <p:cNvPr id="154" name="Ink 153">
                  <a:extLst>
                    <a:ext uri="{FF2B5EF4-FFF2-40B4-BE49-F238E27FC236}">
                      <a16:creationId xmlns:a16="http://schemas.microsoft.com/office/drawing/2014/main" id="{809C16B3-1D7A-F651-97D6-6B09083F3314}"/>
                    </a:ext>
                  </a:extLst>
                </p:cNvPr>
                <p:cNvPicPr/>
                <p:nvPr/>
              </p:nvPicPr>
              <p:blipFill>
                <a:blip r:embed="rId295"/>
                <a:stretch>
                  <a:fillRect/>
                </a:stretch>
              </p:blipFill>
              <p:spPr>
                <a:xfrm>
                  <a:off x="4204200" y="3108120"/>
                  <a:ext cx="1461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55" name="Ink 154">
                  <a:extLst>
                    <a:ext uri="{FF2B5EF4-FFF2-40B4-BE49-F238E27FC236}">
                      <a16:creationId xmlns:a16="http://schemas.microsoft.com/office/drawing/2014/main" id="{E192655A-A71A-DC63-E9AE-36F8A51C5213}"/>
                    </a:ext>
                  </a:extLst>
                </p14:cNvPr>
                <p14:cNvContentPartPr/>
                <p14:nvPr/>
              </p14:nvContentPartPr>
              <p14:xfrm>
                <a:off x="4402920" y="3117120"/>
                <a:ext cx="65880" cy="52200"/>
              </p14:xfrm>
            </p:contentPart>
          </mc:Choice>
          <mc:Fallback xmlns="">
            <p:pic>
              <p:nvPicPr>
                <p:cNvPr id="155" name="Ink 154">
                  <a:extLst>
                    <a:ext uri="{FF2B5EF4-FFF2-40B4-BE49-F238E27FC236}">
                      <a16:creationId xmlns:a16="http://schemas.microsoft.com/office/drawing/2014/main" id="{E192655A-A71A-DC63-E9AE-36F8A51C5213}"/>
                    </a:ext>
                  </a:extLst>
                </p:cNvPr>
                <p:cNvPicPr/>
                <p:nvPr/>
              </p:nvPicPr>
              <p:blipFill>
                <a:blip r:embed="rId297"/>
                <a:stretch>
                  <a:fillRect/>
                </a:stretch>
              </p:blipFill>
              <p:spPr>
                <a:xfrm>
                  <a:off x="4398600" y="3112800"/>
                  <a:ext cx="745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56" name="Ink 155">
                  <a:extLst>
                    <a:ext uri="{FF2B5EF4-FFF2-40B4-BE49-F238E27FC236}">
                      <a16:creationId xmlns:a16="http://schemas.microsoft.com/office/drawing/2014/main" id="{6769F0DE-841A-0D07-0A32-9EC75F996776}"/>
                    </a:ext>
                  </a:extLst>
                </p14:cNvPr>
                <p14:cNvContentPartPr/>
                <p14:nvPr/>
              </p14:nvContentPartPr>
              <p14:xfrm>
                <a:off x="4551960" y="2923080"/>
                <a:ext cx="318960" cy="230400"/>
              </p14:xfrm>
            </p:contentPart>
          </mc:Choice>
          <mc:Fallback xmlns="">
            <p:pic>
              <p:nvPicPr>
                <p:cNvPr id="156" name="Ink 155">
                  <a:extLst>
                    <a:ext uri="{FF2B5EF4-FFF2-40B4-BE49-F238E27FC236}">
                      <a16:creationId xmlns:a16="http://schemas.microsoft.com/office/drawing/2014/main" id="{6769F0DE-841A-0D07-0A32-9EC75F996776}"/>
                    </a:ext>
                  </a:extLst>
                </p:cNvPr>
                <p:cNvPicPr/>
                <p:nvPr/>
              </p:nvPicPr>
              <p:blipFill>
                <a:blip r:embed="rId299"/>
                <a:stretch>
                  <a:fillRect/>
                </a:stretch>
              </p:blipFill>
              <p:spPr>
                <a:xfrm>
                  <a:off x="4547640" y="2918760"/>
                  <a:ext cx="327600" cy="239040"/>
                </a:xfrm>
                <a:prstGeom prst="rect">
                  <a:avLst/>
                </a:prstGeom>
              </p:spPr>
            </p:pic>
          </mc:Fallback>
        </mc:AlternateContent>
      </p:grpSp>
      <p:grpSp>
        <p:nvGrpSpPr>
          <p:cNvPr id="165" name="Group 164">
            <a:extLst>
              <a:ext uri="{FF2B5EF4-FFF2-40B4-BE49-F238E27FC236}">
                <a16:creationId xmlns:a16="http://schemas.microsoft.com/office/drawing/2014/main" id="{C76202C7-D451-10E9-AC20-7EC9BB046A11}"/>
              </a:ext>
            </a:extLst>
          </p:cNvPr>
          <p:cNvGrpSpPr/>
          <p:nvPr/>
        </p:nvGrpSpPr>
        <p:grpSpPr>
          <a:xfrm>
            <a:off x="5049480" y="2895360"/>
            <a:ext cx="1195920" cy="370080"/>
            <a:chOff x="5049480" y="2895360"/>
            <a:chExt cx="1195920" cy="370080"/>
          </a:xfrm>
        </p:grpSpPr>
        <mc:AlternateContent xmlns:mc="http://schemas.openxmlformats.org/markup-compatibility/2006" xmlns:p14="http://schemas.microsoft.com/office/powerpoint/2010/main">
          <mc:Choice Requires="p14">
            <p:contentPart p14:bwMode="auto" r:id="rId300">
              <p14:nvContentPartPr>
                <p14:cNvPr id="157" name="Ink 156">
                  <a:extLst>
                    <a:ext uri="{FF2B5EF4-FFF2-40B4-BE49-F238E27FC236}">
                      <a16:creationId xmlns:a16="http://schemas.microsoft.com/office/drawing/2014/main" id="{953B9894-F36C-27AE-5E29-F9A67ED548A2}"/>
                    </a:ext>
                  </a:extLst>
                </p14:cNvPr>
                <p14:cNvContentPartPr/>
                <p14:nvPr/>
              </p14:nvContentPartPr>
              <p14:xfrm>
                <a:off x="5061000" y="3003720"/>
                <a:ext cx="139320" cy="28800"/>
              </p14:xfrm>
            </p:contentPart>
          </mc:Choice>
          <mc:Fallback xmlns="">
            <p:pic>
              <p:nvPicPr>
                <p:cNvPr id="157" name="Ink 156">
                  <a:extLst>
                    <a:ext uri="{FF2B5EF4-FFF2-40B4-BE49-F238E27FC236}">
                      <a16:creationId xmlns:a16="http://schemas.microsoft.com/office/drawing/2014/main" id="{953B9894-F36C-27AE-5E29-F9A67ED548A2}"/>
                    </a:ext>
                  </a:extLst>
                </p:cNvPr>
                <p:cNvPicPr/>
                <p:nvPr/>
              </p:nvPicPr>
              <p:blipFill>
                <a:blip r:embed="rId301"/>
                <a:stretch>
                  <a:fillRect/>
                </a:stretch>
              </p:blipFill>
              <p:spPr>
                <a:xfrm>
                  <a:off x="5056680" y="2999400"/>
                  <a:ext cx="1479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58" name="Ink 157">
                  <a:extLst>
                    <a:ext uri="{FF2B5EF4-FFF2-40B4-BE49-F238E27FC236}">
                      <a16:creationId xmlns:a16="http://schemas.microsoft.com/office/drawing/2014/main" id="{DCEA402B-0F2A-4845-4AB4-D4D33EC8E78A}"/>
                    </a:ext>
                  </a:extLst>
                </p14:cNvPr>
                <p14:cNvContentPartPr/>
                <p14:nvPr/>
              </p14:nvContentPartPr>
              <p14:xfrm>
                <a:off x="5049480" y="3003720"/>
                <a:ext cx="156240" cy="111960"/>
              </p14:xfrm>
            </p:contentPart>
          </mc:Choice>
          <mc:Fallback xmlns="">
            <p:pic>
              <p:nvPicPr>
                <p:cNvPr id="158" name="Ink 157">
                  <a:extLst>
                    <a:ext uri="{FF2B5EF4-FFF2-40B4-BE49-F238E27FC236}">
                      <a16:creationId xmlns:a16="http://schemas.microsoft.com/office/drawing/2014/main" id="{DCEA402B-0F2A-4845-4AB4-D4D33EC8E78A}"/>
                    </a:ext>
                  </a:extLst>
                </p:cNvPr>
                <p:cNvPicPr/>
                <p:nvPr/>
              </p:nvPicPr>
              <p:blipFill>
                <a:blip r:embed="rId303"/>
                <a:stretch>
                  <a:fillRect/>
                </a:stretch>
              </p:blipFill>
              <p:spPr>
                <a:xfrm>
                  <a:off x="5045160" y="2999400"/>
                  <a:ext cx="1648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59" name="Ink 158">
                  <a:extLst>
                    <a:ext uri="{FF2B5EF4-FFF2-40B4-BE49-F238E27FC236}">
                      <a16:creationId xmlns:a16="http://schemas.microsoft.com/office/drawing/2014/main" id="{44178F83-65D2-E6CC-D54D-B7F88964A21A}"/>
                    </a:ext>
                  </a:extLst>
                </p14:cNvPr>
                <p14:cNvContentPartPr/>
                <p14:nvPr/>
              </p14:nvContentPartPr>
              <p14:xfrm>
                <a:off x="5324880" y="2895360"/>
                <a:ext cx="113760" cy="281880"/>
              </p14:xfrm>
            </p:contentPart>
          </mc:Choice>
          <mc:Fallback xmlns="">
            <p:pic>
              <p:nvPicPr>
                <p:cNvPr id="159" name="Ink 158">
                  <a:extLst>
                    <a:ext uri="{FF2B5EF4-FFF2-40B4-BE49-F238E27FC236}">
                      <a16:creationId xmlns:a16="http://schemas.microsoft.com/office/drawing/2014/main" id="{44178F83-65D2-E6CC-D54D-B7F88964A21A}"/>
                    </a:ext>
                  </a:extLst>
                </p:cNvPr>
                <p:cNvPicPr/>
                <p:nvPr/>
              </p:nvPicPr>
              <p:blipFill>
                <a:blip r:embed="rId305"/>
                <a:stretch>
                  <a:fillRect/>
                </a:stretch>
              </p:blipFill>
              <p:spPr>
                <a:xfrm>
                  <a:off x="5320560" y="2891040"/>
                  <a:ext cx="1224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60" name="Ink 159">
                  <a:extLst>
                    <a:ext uri="{FF2B5EF4-FFF2-40B4-BE49-F238E27FC236}">
                      <a16:creationId xmlns:a16="http://schemas.microsoft.com/office/drawing/2014/main" id="{EC7C0FD0-12F0-3858-B2F2-61C53A9DEEED}"/>
                    </a:ext>
                  </a:extLst>
                </p14:cNvPr>
                <p14:cNvContentPartPr/>
                <p14:nvPr/>
              </p14:nvContentPartPr>
              <p14:xfrm>
                <a:off x="5386440" y="3011640"/>
                <a:ext cx="208080" cy="64440"/>
              </p14:xfrm>
            </p:contentPart>
          </mc:Choice>
          <mc:Fallback xmlns="">
            <p:pic>
              <p:nvPicPr>
                <p:cNvPr id="160" name="Ink 159">
                  <a:extLst>
                    <a:ext uri="{FF2B5EF4-FFF2-40B4-BE49-F238E27FC236}">
                      <a16:creationId xmlns:a16="http://schemas.microsoft.com/office/drawing/2014/main" id="{EC7C0FD0-12F0-3858-B2F2-61C53A9DEEED}"/>
                    </a:ext>
                  </a:extLst>
                </p:cNvPr>
                <p:cNvPicPr/>
                <p:nvPr/>
              </p:nvPicPr>
              <p:blipFill>
                <a:blip r:embed="rId307"/>
                <a:stretch>
                  <a:fillRect/>
                </a:stretch>
              </p:blipFill>
              <p:spPr>
                <a:xfrm>
                  <a:off x="5382120" y="3007320"/>
                  <a:ext cx="2167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61" name="Ink 160">
                  <a:extLst>
                    <a:ext uri="{FF2B5EF4-FFF2-40B4-BE49-F238E27FC236}">
                      <a16:creationId xmlns:a16="http://schemas.microsoft.com/office/drawing/2014/main" id="{4CE3D0EB-1580-D60F-9AC0-CAA6E2BE969F}"/>
                    </a:ext>
                  </a:extLst>
                </p14:cNvPr>
                <p14:cNvContentPartPr/>
                <p14:nvPr/>
              </p14:nvContentPartPr>
              <p14:xfrm>
                <a:off x="5683080" y="3026400"/>
                <a:ext cx="171720" cy="49320"/>
              </p14:xfrm>
            </p:contentPart>
          </mc:Choice>
          <mc:Fallback xmlns="">
            <p:pic>
              <p:nvPicPr>
                <p:cNvPr id="161" name="Ink 160">
                  <a:extLst>
                    <a:ext uri="{FF2B5EF4-FFF2-40B4-BE49-F238E27FC236}">
                      <a16:creationId xmlns:a16="http://schemas.microsoft.com/office/drawing/2014/main" id="{4CE3D0EB-1580-D60F-9AC0-CAA6E2BE969F}"/>
                    </a:ext>
                  </a:extLst>
                </p:cNvPr>
                <p:cNvPicPr/>
                <p:nvPr/>
              </p:nvPicPr>
              <p:blipFill>
                <a:blip r:embed="rId309"/>
                <a:stretch>
                  <a:fillRect/>
                </a:stretch>
              </p:blipFill>
              <p:spPr>
                <a:xfrm>
                  <a:off x="5678760" y="3022080"/>
                  <a:ext cx="1803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62" name="Ink 161">
                  <a:extLst>
                    <a:ext uri="{FF2B5EF4-FFF2-40B4-BE49-F238E27FC236}">
                      <a16:creationId xmlns:a16="http://schemas.microsoft.com/office/drawing/2014/main" id="{D7E6A775-C7CB-9DD9-9DBB-45E826DD942E}"/>
                    </a:ext>
                  </a:extLst>
                </p14:cNvPr>
                <p14:cNvContentPartPr/>
                <p14:nvPr/>
              </p14:nvContentPartPr>
              <p14:xfrm>
                <a:off x="5894400" y="2994000"/>
                <a:ext cx="100440" cy="104760"/>
              </p14:xfrm>
            </p:contentPart>
          </mc:Choice>
          <mc:Fallback xmlns="">
            <p:pic>
              <p:nvPicPr>
                <p:cNvPr id="162" name="Ink 161">
                  <a:extLst>
                    <a:ext uri="{FF2B5EF4-FFF2-40B4-BE49-F238E27FC236}">
                      <a16:creationId xmlns:a16="http://schemas.microsoft.com/office/drawing/2014/main" id="{D7E6A775-C7CB-9DD9-9DBB-45E826DD942E}"/>
                    </a:ext>
                  </a:extLst>
                </p:cNvPr>
                <p:cNvPicPr/>
                <p:nvPr/>
              </p:nvPicPr>
              <p:blipFill>
                <a:blip r:embed="rId311"/>
                <a:stretch>
                  <a:fillRect/>
                </a:stretch>
              </p:blipFill>
              <p:spPr>
                <a:xfrm>
                  <a:off x="5890080" y="2989680"/>
                  <a:ext cx="1090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63" name="Ink 162">
                  <a:extLst>
                    <a:ext uri="{FF2B5EF4-FFF2-40B4-BE49-F238E27FC236}">
                      <a16:creationId xmlns:a16="http://schemas.microsoft.com/office/drawing/2014/main" id="{8CADB9D1-90FE-DF59-6B33-5EACBC8AEE27}"/>
                    </a:ext>
                  </a:extLst>
                </p14:cNvPr>
                <p14:cNvContentPartPr/>
                <p14:nvPr/>
              </p14:nvContentPartPr>
              <p14:xfrm>
                <a:off x="6202560" y="3001920"/>
                <a:ext cx="2160" cy="19440"/>
              </p14:xfrm>
            </p:contentPart>
          </mc:Choice>
          <mc:Fallback xmlns="">
            <p:pic>
              <p:nvPicPr>
                <p:cNvPr id="163" name="Ink 162">
                  <a:extLst>
                    <a:ext uri="{FF2B5EF4-FFF2-40B4-BE49-F238E27FC236}">
                      <a16:creationId xmlns:a16="http://schemas.microsoft.com/office/drawing/2014/main" id="{8CADB9D1-90FE-DF59-6B33-5EACBC8AEE27}"/>
                    </a:ext>
                  </a:extLst>
                </p:cNvPr>
                <p:cNvPicPr/>
                <p:nvPr/>
              </p:nvPicPr>
              <p:blipFill>
                <a:blip r:embed="rId313"/>
                <a:stretch>
                  <a:fillRect/>
                </a:stretch>
              </p:blipFill>
              <p:spPr>
                <a:xfrm>
                  <a:off x="6198240" y="2997600"/>
                  <a:ext cx="108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64" name="Ink 163">
                  <a:extLst>
                    <a:ext uri="{FF2B5EF4-FFF2-40B4-BE49-F238E27FC236}">
                      <a16:creationId xmlns:a16="http://schemas.microsoft.com/office/drawing/2014/main" id="{72555EAF-31F9-78C8-A16C-62632EFD1107}"/>
                    </a:ext>
                  </a:extLst>
                </p14:cNvPr>
                <p14:cNvContentPartPr/>
                <p14:nvPr/>
              </p14:nvContentPartPr>
              <p14:xfrm>
                <a:off x="6054600" y="3001920"/>
                <a:ext cx="190800" cy="263520"/>
              </p14:xfrm>
            </p:contentPart>
          </mc:Choice>
          <mc:Fallback xmlns="">
            <p:pic>
              <p:nvPicPr>
                <p:cNvPr id="164" name="Ink 163">
                  <a:extLst>
                    <a:ext uri="{FF2B5EF4-FFF2-40B4-BE49-F238E27FC236}">
                      <a16:creationId xmlns:a16="http://schemas.microsoft.com/office/drawing/2014/main" id="{72555EAF-31F9-78C8-A16C-62632EFD1107}"/>
                    </a:ext>
                  </a:extLst>
                </p:cNvPr>
                <p:cNvPicPr/>
                <p:nvPr/>
              </p:nvPicPr>
              <p:blipFill>
                <a:blip r:embed="rId315"/>
                <a:stretch>
                  <a:fillRect/>
                </a:stretch>
              </p:blipFill>
              <p:spPr>
                <a:xfrm>
                  <a:off x="6050280" y="2997600"/>
                  <a:ext cx="199440" cy="272160"/>
                </a:xfrm>
                <a:prstGeom prst="rect">
                  <a:avLst/>
                </a:prstGeom>
              </p:spPr>
            </p:pic>
          </mc:Fallback>
        </mc:AlternateContent>
      </p:grpSp>
      <p:grpSp>
        <p:nvGrpSpPr>
          <p:cNvPr id="172" name="Group 171">
            <a:extLst>
              <a:ext uri="{FF2B5EF4-FFF2-40B4-BE49-F238E27FC236}">
                <a16:creationId xmlns:a16="http://schemas.microsoft.com/office/drawing/2014/main" id="{25680033-7282-7A13-FD12-867C672A9B0E}"/>
              </a:ext>
            </a:extLst>
          </p:cNvPr>
          <p:cNvGrpSpPr/>
          <p:nvPr/>
        </p:nvGrpSpPr>
        <p:grpSpPr>
          <a:xfrm>
            <a:off x="1706160" y="4723800"/>
            <a:ext cx="316080" cy="392040"/>
            <a:chOff x="1706160" y="4723800"/>
            <a:chExt cx="316080" cy="392040"/>
          </a:xfrm>
        </p:grpSpPr>
        <mc:AlternateContent xmlns:mc="http://schemas.openxmlformats.org/markup-compatibility/2006" xmlns:p14="http://schemas.microsoft.com/office/powerpoint/2010/main">
          <mc:Choice Requires="p14">
            <p:contentPart p14:bwMode="auto" r:id="rId316">
              <p14:nvContentPartPr>
                <p14:cNvPr id="168" name="Ink 167">
                  <a:extLst>
                    <a:ext uri="{FF2B5EF4-FFF2-40B4-BE49-F238E27FC236}">
                      <a16:creationId xmlns:a16="http://schemas.microsoft.com/office/drawing/2014/main" id="{76D1CC28-6960-B9BF-44CA-BFAA5EE17803}"/>
                    </a:ext>
                  </a:extLst>
                </p14:cNvPr>
                <p14:cNvContentPartPr/>
                <p14:nvPr/>
              </p14:nvContentPartPr>
              <p14:xfrm>
                <a:off x="1706160" y="4932240"/>
                <a:ext cx="29160" cy="88920"/>
              </p14:xfrm>
            </p:contentPart>
          </mc:Choice>
          <mc:Fallback xmlns="">
            <p:pic>
              <p:nvPicPr>
                <p:cNvPr id="168" name="Ink 167">
                  <a:extLst>
                    <a:ext uri="{FF2B5EF4-FFF2-40B4-BE49-F238E27FC236}">
                      <a16:creationId xmlns:a16="http://schemas.microsoft.com/office/drawing/2014/main" id="{76D1CC28-6960-B9BF-44CA-BFAA5EE17803}"/>
                    </a:ext>
                  </a:extLst>
                </p:cNvPr>
                <p:cNvPicPr/>
                <p:nvPr/>
              </p:nvPicPr>
              <p:blipFill>
                <a:blip r:embed="rId317"/>
                <a:stretch>
                  <a:fillRect/>
                </a:stretch>
              </p:blipFill>
              <p:spPr>
                <a:xfrm>
                  <a:off x="1701840" y="4927920"/>
                  <a:ext cx="3780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69" name="Ink 168">
                  <a:extLst>
                    <a:ext uri="{FF2B5EF4-FFF2-40B4-BE49-F238E27FC236}">
                      <a16:creationId xmlns:a16="http://schemas.microsoft.com/office/drawing/2014/main" id="{3E09CB21-3E38-A571-AC5C-46CF82C14AD8}"/>
                    </a:ext>
                  </a:extLst>
                </p14:cNvPr>
                <p14:cNvContentPartPr/>
                <p14:nvPr/>
              </p14:nvContentPartPr>
              <p14:xfrm>
                <a:off x="1750440" y="4731720"/>
                <a:ext cx="27360" cy="69480"/>
              </p14:xfrm>
            </p:contentPart>
          </mc:Choice>
          <mc:Fallback xmlns="">
            <p:pic>
              <p:nvPicPr>
                <p:cNvPr id="169" name="Ink 168">
                  <a:extLst>
                    <a:ext uri="{FF2B5EF4-FFF2-40B4-BE49-F238E27FC236}">
                      <a16:creationId xmlns:a16="http://schemas.microsoft.com/office/drawing/2014/main" id="{3E09CB21-3E38-A571-AC5C-46CF82C14AD8}"/>
                    </a:ext>
                  </a:extLst>
                </p:cNvPr>
                <p:cNvPicPr/>
                <p:nvPr/>
              </p:nvPicPr>
              <p:blipFill>
                <a:blip r:embed="rId319"/>
                <a:stretch>
                  <a:fillRect/>
                </a:stretch>
              </p:blipFill>
              <p:spPr>
                <a:xfrm>
                  <a:off x="1746120" y="4727400"/>
                  <a:ext cx="360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70" name="Ink 169">
                  <a:extLst>
                    <a:ext uri="{FF2B5EF4-FFF2-40B4-BE49-F238E27FC236}">
                      <a16:creationId xmlns:a16="http://schemas.microsoft.com/office/drawing/2014/main" id="{4A8D61C4-52B5-1857-8B8E-34278CADD2D6}"/>
                    </a:ext>
                  </a:extLst>
                </p14:cNvPr>
                <p14:cNvContentPartPr/>
                <p14:nvPr/>
              </p14:nvContentPartPr>
              <p14:xfrm>
                <a:off x="1861320" y="4723800"/>
                <a:ext cx="160920" cy="392040"/>
              </p14:xfrm>
            </p:contentPart>
          </mc:Choice>
          <mc:Fallback xmlns="">
            <p:pic>
              <p:nvPicPr>
                <p:cNvPr id="170" name="Ink 169">
                  <a:extLst>
                    <a:ext uri="{FF2B5EF4-FFF2-40B4-BE49-F238E27FC236}">
                      <a16:creationId xmlns:a16="http://schemas.microsoft.com/office/drawing/2014/main" id="{4A8D61C4-52B5-1857-8B8E-34278CADD2D6}"/>
                    </a:ext>
                  </a:extLst>
                </p:cNvPr>
                <p:cNvPicPr/>
                <p:nvPr/>
              </p:nvPicPr>
              <p:blipFill>
                <a:blip r:embed="rId321"/>
                <a:stretch>
                  <a:fillRect/>
                </a:stretch>
              </p:blipFill>
              <p:spPr>
                <a:xfrm>
                  <a:off x="1857000" y="4719480"/>
                  <a:ext cx="16956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71" name="Ink 170">
                  <a:extLst>
                    <a:ext uri="{FF2B5EF4-FFF2-40B4-BE49-F238E27FC236}">
                      <a16:creationId xmlns:a16="http://schemas.microsoft.com/office/drawing/2014/main" id="{851FB6F7-CF1A-6318-CDD7-FE4D7C9A3532}"/>
                    </a:ext>
                  </a:extLst>
                </p14:cNvPr>
                <p14:cNvContentPartPr/>
                <p14:nvPr/>
              </p14:nvContentPartPr>
              <p14:xfrm>
                <a:off x="1815600" y="4951680"/>
                <a:ext cx="179280" cy="11520"/>
              </p14:xfrm>
            </p:contentPart>
          </mc:Choice>
          <mc:Fallback xmlns="">
            <p:pic>
              <p:nvPicPr>
                <p:cNvPr id="171" name="Ink 170">
                  <a:extLst>
                    <a:ext uri="{FF2B5EF4-FFF2-40B4-BE49-F238E27FC236}">
                      <a16:creationId xmlns:a16="http://schemas.microsoft.com/office/drawing/2014/main" id="{851FB6F7-CF1A-6318-CDD7-FE4D7C9A3532}"/>
                    </a:ext>
                  </a:extLst>
                </p:cNvPr>
                <p:cNvPicPr/>
                <p:nvPr/>
              </p:nvPicPr>
              <p:blipFill>
                <a:blip r:embed="rId323"/>
                <a:stretch>
                  <a:fillRect/>
                </a:stretch>
              </p:blipFill>
              <p:spPr>
                <a:xfrm>
                  <a:off x="1811280" y="4947360"/>
                  <a:ext cx="187920" cy="20160"/>
                </a:xfrm>
                <a:prstGeom prst="rect">
                  <a:avLst/>
                </a:prstGeom>
              </p:spPr>
            </p:pic>
          </mc:Fallback>
        </mc:AlternateContent>
      </p:grpSp>
      <p:grpSp>
        <p:nvGrpSpPr>
          <p:cNvPr id="188" name="Group 187">
            <a:extLst>
              <a:ext uri="{FF2B5EF4-FFF2-40B4-BE49-F238E27FC236}">
                <a16:creationId xmlns:a16="http://schemas.microsoft.com/office/drawing/2014/main" id="{9B932E6C-022F-D80B-C78C-2731AEDBF563}"/>
              </a:ext>
            </a:extLst>
          </p:cNvPr>
          <p:cNvGrpSpPr/>
          <p:nvPr/>
        </p:nvGrpSpPr>
        <p:grpSpPr>
          <a:xfrm>
            <a:off x="2288640" y="4638120"/>
            <a:ext cx="364680" cy="386640"/>
            <a:chOff x="2288640" y="4638120"/>
            <a:chExt cx="364680" cy="386640"/>
          </a:xfrm>
        </p:grpSpPr>
        <mc:AlternateContent xmlns:mc="http://schemas.openxmlformats.org/markup-compatibility/2006" xmlns:p14="http://schemas.microsoft.com/office/powerpoint/2010/main">
          <mc:Choice Requires="p14">
            <p:contentPart p14:bwMode="auto" r:id="rId324">
              <p14:nvContentPartPr>
                <p14:cNvPr id="173" name="Ink 172">
                  <a:extLst>
                    <a:ext uri="{FF2B5EF4-FFF2-40B4-BE49-F238E27FC236}">
                      <a16:creationId xmlns:a16="http://schemas.microsoft.com/office/drawing/2014/main" id="{7587ED75-A7EA-AB42-2C3B-BF7E250D2634}"/>
                    </a:ext>
                  </a:extLst>
                </p14:cNvPr>
                <p14:cNvContentPartPr/>
                <p14:nvPr/>
              </p14:nvContentPartPr>
              <p14:xfrm>
                <a:off x="2288640" y="4679520"/>
                <a:ext cx="185040" cy="345240"/>
              </p14:xfrm>
            </p:contentPart>
          </mc:Choice>
          <mc:Fallback xmlns="">
            <p:pic>
              <p:nvPicPr>
                <p:cNvPr id="173" name="Ink 172">
                  <a:extLst>
                    <a:ext uri="{FF2B5EF4-FFF2-40B4-BE49-F238E27FC236}">
                      <a16:creationId xmlns:a16="http://schemas.microsoft.com/office/drawing/2014/main" id="{7587ED75-A7EA-AB42-2C3B-BF7E250D2634}"/>
                    </a:ext>
                  </a:extLst>
                </p:cNvPr>
                <p:cNvPicPr/>
                <p:nvPr/>
              </p:nvPicPr>
              <p:blipFill>
                <a:blip r:embed="rId325"/>
                <a:stretch>
                  <a:fillRect/>
                </a:stretch>
              </p:blipFill>
              <p:spPr>
                <a:xfrm>
                  <a:off x="2284320" y="4675200"/>
                  <a:ext cx="19368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74" name="Ink 173">
                  <a:extLst>
                    <a:ext uri="{FF2B5EF4-FFF2-40B4-BE49-F238E27FC236}">
                      <a16:creationId xmlns:a16="http://schemas.microsoft.com/office/drawing/2014/main" id="{218EEF82-85B0-B338-3FA8-732920D9C67E}"/>
                    </a:ext>
                  </a:extLst>
                </p14:cNvPr>
                <p14:cNvContentPartPr/>
                <p14:nvPr/>
              </p14:nvContentPartPr>
              <p14:xfrm>
                <a:off x="2631720" y="4638120"/>
                <a:ext cx="21600" cy="213840"/>
              </p14:xfrm>
            </p:contentPart>
          </mc:Choice>
          <mc:Fallback xmlns="">
            <p:pic>
              <p:nvPicPr>
                <p:cNvPr id="174" name="Ink 173">
                  <a:extLst>
                    <a:ext uri="{FF2B5EF4-FFF2-40B4-BE49-F238E27FC236}">
                      <a16:creationId xmlns:a16="http://schemas.microsoft.com/office/drawing/2014/main" id="{218EEF82-85B0-B338-3FA8-732920D9C67E}"/>
                    </a:ext>
                  </a:extLst>
                </p:cNvPr>
                <p:cNvPicPr/>
                <p:nvPr/>
              </p:nvPicPr>
              <p:blipFill>
                <a:blip r:embed="rId327"/>
                <a:stretch>
                  <a:fillRect/>
                </a:stretch>
              </p:blipFill>
              <p:spPr>
                <a:xfrm>
                  <a:off x="2627400" y="4633800"/>
                  <a:ext cx="302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75" name="Ink 174">
                  <a:extLst>
                    <a:ext uri="{FF2B5EF4-FFF2-40B4-BE49-F238E27FC236}">
                      <a16:creationId xmlns:a16="http://schemas.microsoft.com/office/drawing/2014/main" id="{72A034EB-E634-8FF8-F2A1-A33483F2570E}"/>
                    </a:ext>
                  </a:extLst>
                </p14:cNvPr>
                <p14:cNvContentPartPr/>
                <p14:nvPr/>
              </p14:nvContentPartPr>
              <p14:xfrm>
                <a:off x="2603280" y="4946640"/>
                <a:ext cx="34200" cy="30600"/>
              </p14:xfrm>
            </p:contentPart>
          </mc:Choice>
          <mc:Fallback xmlns="">
            <p:pic>
              <p:nvPicPr>
                <p:cNvPr id="175" name="Ink 174">
                  <a:extLst>
                    <a:ext uri="{FF2B5EF4-FFF2-40B4-BE49-F238E27FC236}">
                      <a16:creationId xmlns:a16="http://schemas.microsoft.com/office/drawing/2014/main" id="{72A034EB-E634-8FF8-F2A1-A33483F2570E}"/>
                    </a:ext>
                  </a:extLst>
                </p:cNvPr>
                <p:cNvPicPr/>
                <p:nvPr/>
              </p:nvPicPr>
              <p:blipFill>
                <a:blip r:embed="rId329"/>
                <a:stretch>
                  <a:fillRect/>
                </a:stretch>
              </p:blipFill>
              <p:spPr>
                <a:xfrm>
                  <a:off x="2598960" y="4942320"/>
                  <a:ext cx="42840" cy="3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0">
            <p14:nvContentPartPr>
              <p14:cNvPr id="186" name="Ink 185">
                <a:extLst>
                  <a:ext uri="{FF2B5EF4-FFF2-40B4-BE49-F238E27FC236}">
                    <a16:creationId xmlns:a16="http://schemas.microsoft.com/office/drawing/2014/main" id="{03DFD5B8-1042-886D-0AB5-C2AB78B099BF}"/>
                  </a:ext>
                </a:extLst>
              </p14:cNvPr>
              <p14:cNvContentPartPr/>
              <p14:nvPr/>
            </p14:nvContentPartPr>
            <p14:xfrm>
              <a:off x="4671480" y="4474680"/>
              <a:ext cx="241920" cy="485280"/>
            </p14:xfrm>
          </p:contentPart>
        </mc:Choice>
        <mc:Fallback xmlns="">
          <p:pic>
            <p:nvPicPr>
              <p:cNvPr id="186" name="Ink 185">
                <a:extLst>
                  <a:ext uri="{FF2B5EF4-FFF2-40B4-BE49-F238E27FC236}">
                    <a16:creationId xmlns:a16="http://schemas.microsoft.com/office/drawing/2014/main" id="{03DFD5B8-1042-886D-0AB5-C2AB78B099BF}"/>
                  </a:ext>
                </a:extLst>
              </p:cNvPr>
              <p:cNvPicPr/>
              <p:nvPr/>
            </p:nvPicPr>
            <p:blipFill>
              <a:blip r:embed="rId331"/>
              <a:stretch>
                <a:fillRect/>
              </a:stretch>
            </p:blipFill>
            <p:spPr>
              <a:xfrm>
                <a:off x="4667160" y="4470360"/>
                <a:ext cx="250560" cy="493920"/>
              </a:xfrm>
              <a:prstGeom prst="rect">
                <a:avLst/>
              </a:prstGeom>
            </p:spPr>
          </p:pic>
        </mc:Fallback>
      </mc:AlternateContent>
      <p:grpSp>
        <p:nvGrpSpPr>
          <p:cNvPr id="197" name="Group 196">
            <a:extLst>
              <a:ext uri="{FF2B5EF4-FFF2-40B4-BE49-F238E27FC236}">
                <a16:creationId xmlns:a16="http://schemas.microsoft.com/office/drawing/2014/main" id="{177B0A99-C7DF-CAB1-0883-E63C96FB9608}"/>
              </a:ext>
            </a:extLst>
          </p:cNvPr>
          <p:cNvGrpSpPr/>
          <p:nvPr/>
        </p:nvGrpSpPr>
        <p:grpSpPr>
          <a:xfrm>
            <a:off x="2843040" y="4514640"/>
            <a:ext cx="1619640" cy="970200"/>
            <a:chOff x="2843040" y="4514640"/>
            <a:chExt cx="1619640" cy="970200"/>
          </a:xfrm>
        </p:grpSpPr>
        <mc:AlternateContent xmlns:mc="http://schemas.openxmlformats.org/markup-compatibility/2006" xmlns:p14="http://schemas.microsoft.com/office/powerpoint/2010/main">
          <mc:Choice Requires="p14">
            <p:contentPart p14:bwMode="auto" r:id="rId332">
              <p14:nvContentPartPr>
                <p14:cNvPr id="176" name="Ink 175">
                  <a:extLst>
                    <a:ext uri="{FF2B5EF4-FFF2-40B4-BE49-F238E27FC236}">
                      <a16:creationId xmlns:a16="http://schemas.microsoft.com/office/drawing/2014/main" id="{49FDE947-1CF3-CC0D-9104-F13BCC56BA6D}"/>
                    </a:ext>
                  </a:extLst>
                </p14:cNvPr>
                <p14:cNvContentPartPr/>
                <p14:nvPr/>
              </p14:nvContentPartPr>
              <p14:xfrm>
                <a:off x="2843040" y="4753320"/>
                <a:ext cx="162720" cy="167400"/>
              </p14:xfrm>
            </p:contentPart>
          </mc:Choice>
          <mc:Fallback xmlns="">
            <p:pic>
              <p:nvPicPr>
                <p:cNvPr id="176" name="Ink 175">
                  <a:extLst>
                    <a:ext uri="{FF2B5EF4-FFF2-40B4-BE49-F238E27FC236}">
                      <a16:creationId xmlns:a16="http://schemas.microsoft.com/office/drawing/2014/main" id="{49FDE947-1CF3-CC0D-9104-F13BCC56BA6D}"/>
                    </a:ext>
                  </a:extLst>
                </p:cNvPr>
                <p:cNvPicPr/>
                <p:nvPr/>
              </p:nvPicPr>
              <p:blipFill>
                <a:blip r:embed="rId333"/>
                <a:stretch>
                  <a:fillRect/>
                </a:stretch>
              </p:blipFill>
              <p:spPr>
                <a:xfrm>
                  <a:off x="2838720" y="4749000"/>
                  <a:ext cx="1713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77" name="Ink 176">
                  <a:extLst>
                    <a:ext uri="{FF2B5EF4-FFF2-40B4-BE49-F238E27FC236}">
                      <a16:creationId xmlns:a16="http://schemas.microsoft.com/office/drawing/2014/main" id="{492BE0C2-D8AD-0D37-D7FB-9A4371824912}"/>
                    </a:ext>
                  </a:extLst>
                </p14:cNvPr>
                <p14:cNvContentPartPr/>
                <p14:nvPr/>
              </p14:nvContentPartPr>
              <p14:xfrm>
                <a:off x="3005400" y="4753320"/>
                <a:ext cx="360" cy="360"/>
              </p14:xfrm>
            </p:contentPart>
          </mc:Choice>
          <mc:Fallback xmlns="">
            <p:pic>
              <p:nvPicPr>
                <p:cNvPr id="177" name="Ink 176">
                  <a:extLst>
                    <a:ext uri="{FF2B5EF4-FFF2-40B4-BE49-F238E27FC236}">
                      <a16:creationId xmlns:a16="http://schemas.microsoft.com/office/drawing/2014/main" id="{492BE0C2-D8AD-0D37-D7FB-9A4371824912}"/>
                    </a:ext>
                  </a:extLst>
                </p:cNvPr>
                <p:cNvPicPr/>
                <p:nvPr/>
              </p:nvPicPr>
              <p:blipFill>
                <a:blip r:embed="rId335"/>
                <a:stretch>
                  <a:fillRect/>
                </a:stretch>
              </p:blipFill>
              <p:spPr>
                <a:xfrm>
                  <a:off x="3001080" y="47490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78" name="Ink 177">
                  <a:extLst>
                    <a:ext uri="{FF2B5EF4-FFF2-40B4-BE49-F238E27FC236}">
                      <a16:creationId xmlns:a16="http://schemas.microsoft.com/office/drawing/2014/main" id="{F8243CB1-86DD-4608-760A-4B395EBDCC2C}"/>
                    </a:ext>
                  </a:extLst>
                </p14:cNvPr>
                <p14:cNvContentPartPr/>
                <p14:nvPr/>
              </p14:nvContentPartPr>
              <p14:xfrm>
                <a:off x="3005400" y="4738200"/>
                <a:ext cx="237960" cy="138960"/>
              </p14:xfrm>
            </p:contentPart>
          </mc:Choice>
          <mc:Fallback xmlns="">
            <p:pic>
              <p:nvPicPr>
                <p:cNvPr id="178" name="Ink 177">
                  <a:extLst>
                    <a:ext uri="{FF2B5EF4-FFF2-40B4-BE49-F238E27FC236}">
                      <a16:creationId xmlns:a16="http://schemas.microsoft.com/office/drawing/2014/main" id="{F8243CB1-86DD-4608-760A-4B395EBDCC2C}"/>
                    </a:ext>
                  </a:extLst>
                </p:cNvPr>
                <p:cNvPicPr/>
                <p:nvPr/>
              </p:nvPicPr>
              <p:blipFill>
                <a:blip r:embed="rId337"/>
                <a:stretch>
                  <a:fillRect/>
                </a:stretch>
              </p:blipFill>
              <p:spPr>
                <a:xfrm>
                  <a:off x="3001080" y="4733880"/>
                  <a:ext cx="2466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79" name="Ink 178">
                  <a:extLst>
                    <a:ext uri="{FF2B5EF4-FFF2-40B4-BE49-F238E27FC236}">
                      <a16:creationId xmlns:a16="http://schemas.microsoft.com/office/drawing/2014/main" id="{1362E0B9-9307-C119-02B0-A849839045F1}"/>
                    </a:ext>
                  </a:extLst>
                </p14:cNvPr>
                <p14:cNvContentPartPr/>
                <p14:nvPr/>
              </p14:nvContentPartPr>
              <p14:xfrm>
                <a:off x="3326880" y="4731720"/>
                <a:ext cx="158040" cy="165960"/>
              </p14:xfrm>
            </p:contentPart>
          </mc:Choice>
          <mc:Fallback xmlns="">
            <p:pic>
              <p:nvPicPr>
                <p:cNvPr id="179" name="Ink 178">
                  <a:extLst>
                    <a:ext uri="{FF2B5EF4-FFF2-40B4-BE49-F238E27FC236}">
                      <a16:creationId xmlns:a16="http://schemas.microsoft.com/office/drawing/2014/main" id="{1362E0B9-9307-C119-02B0-A849839045F1}"/>
                    </a:ext>
                  </a:extLst>
                </p:cNvPr>
                <p:cNvPicPr/>
                <p:nvPr/>
              </p:nvPicPr>
              <p:blipFill>
                <a:blip r:embed="rId339"/>
                <a:stretch>
                  <a:fillRect/>
                </a:stretch>
              </p:blipFill>
              <p:spPr>
                <a:xfrm>
                  <a:off x="3322560" y="4727400"/>
                  <a:ext cx="1666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80" name="Ink 179">
                  <a:extLst>
                    <a:ext uri="{FF2B5EF4-FFF2-40B4-BE49-F238E27FC236}">
                      <a16:creationId xmlns:a16="http://schemas.microsoft.com/office/drawing/2014/main" id="{72EF10C9-5FDC-6DD4-5415-F095555BD8B4}"/>
                    </a:ext>
                  </a:extLst>
                </p14:cNvPr>
                <p14:cNvContentPartPr/>
                <p14:nvPr/>
              </p14:nvContentPartPr>
              <p14:xfrm>
                <a:off x="3498240" y="4801200"/>
                <a:ext cx="90720" cy="345240"/>
              </p14:xfrm>
            </p:contentPart>
          </mc:Choice>
          <mc:Fallback xmlns="">
            <p:pic>
              <p:nvPicPr>
                <p:cNvPr id="180" name="Ink 179">
                  <a:extLst>
                    <a:ext uri="{FF2B5EF4-FFF2-40B4-BE49-F238E27FC236}">
                      <a16:creationId xmlns:a16="http://schemas.microsoft.com/office/drawing/2014/main" id="{72EF10C9-5FDC-6DD4-5415-F095555BD8B4}"/>
                    </a:ext>
                  </a:extLst>
                </p:cNvPr>
                <p:cNvPicPr/>
                <p:nvPr/>
              </p:nvPicPr>
              <p:blipFill>
                <a:blip r:embed="rId341"/>
                <a:stretch>
                  <a:fillRect/>
                </a:stretch>
              </p:blipFill>
              <p:spPr>
                <a:xfrm>
                  <a:off x="3493920" y="4796880"/>
                  <a:ext cx="9936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81" name="Ink 180">
                  <a:extLst>
                    <a:ext uri="{FF2B5EF4-FFF2-40B4-BE49-F238E27FC236}">
                      <a16:creationId xmlns:a16="http://schemas.microsoft.com/office/drawing/2014/main" id="{F2133336-05E6-BCF9-1C59-256BDAF5EEA3}"/>
                    </a:ext>
                  </a:extLst>
                </p14:cNvPr>
                <p14:cNvContentPartPr/>
                <p14:nvPr/>
              </p14:nvContentPartPr>
              <p14:xfrm>
                <a:off x="3567360" y="4747920"/>
                <a:ext cx="108000" cy="122760"/>
              </p14:xfrm>
            </p:contentPart>
          </mc:Choice>
          <mc:Fallback xmlns="">
            <p:pic>
              <p:nvPicPr>
                <p:cNvPr id="181" name="Ink 180">
                  <a:extLst>
                    <a:ext uri="{FF2B5EF4-FFF2-40B4-BE49-F238E27FC236}">
                      <a16:creationId xmlns:a16="http://schemas.microsoft.com/office/drawing/2014/main" id="{F2133336-05E6-BCF9-1C59-256BDAF5EEA3}"/>
                    </a:ext>
                  </a:extLst>
                </p:cNvPr>
                <p:cNvPicPr/>
                <p:nvPr/>
              </p:nvPicPr>
              <p:blipFill>
                <a:blip r:embed="rId343"/>
                <a:stretch>
                  <a:fillRect/>
                </a:stretch>
              </p:blipFill>
              <p:spPr>
                <a:xfrm>
                  <a:off x="3563040" y="4743600"/>
                  <a:ext cx="1166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82" name="Ink 181">
                  <a:extLst>
                    <a:ext uri="{FF2B5EF4-FFF2-40B4-BE49-F238E27FC236}">
                      <a16:creationId xmlns:a16="http://schemas.microsoft.com/office/drawing/2014/main" id="{DE1026B0-A15B-F640-85B7-E6AF6AFA87E0}"/>
                    </a:ext>
                  </a:extLst>
                </p14:cNvPr>
                <p14:cNvContentPartPr/>
                <p14:nvPr/>
              </p14:nvContentPartPr>
              <p14:xfrm>
                <a:off x="3742680" y="4788960"/>
                <a:ext cx="69480" cy="339120"/>
              </p14:xfrm>
            </p:contentPart>
          </mc:Choice>
          <mc:Fallback xmlns="">
            <p:pic>
              <p:nvPicPr>
                <p:cNvPr id="182" name="Ink 181">
                  <a:extLst>
                    <a:ext uri="{FF2B5EF4-FFF2-40B4-BE49-F238E27FC236}">
                      <a16:creationId xmlns:a16="http://schemas.microsoft.com/office/drawing/2014/main" id="{DE1026B0-A15B-F640-85B7-E6AF6AFA87E0}"/>
                    </a:ext>
                  </a:extLst>
                </p:cNvPr>
                <p:cNvPicPr/>
                <p:nvPr/>
              </p:nvPicPr>
              <p:blipFill>
                <a:blip r:embed="rId345"/>
                <a:stretch>
                  <a:fillRect/>
                </a:stretch>
              </p:blipFill>
              <p:spPr>
                <a:xfrm>
                  <a:off x="3738360" y="4784640"/>
                  <a:ext cx="781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83" name="Ink 182">
                  <a:extLst>
                    <a:ext uri="{FF2B5EF4-FFF2-40B4-BE49-F238E27FC236}">
                      <a16:creationId xmlns:a16="http://schemas.microsoft.com/office/drawing/2014/main" id="{BFED13D9-1BC9-36C7-B619-CDB22BE53983}"/>
                    </a:ext>
                  </a:extLst>
                </p14:cNvPr>
                <p14:cNvContentPartPr/>
                <p14:nvPr/>
              </p14:nvContentPartPr>
              <p14:xfrm>
                <a:off x="3810000" y="4701120"/>
                <a:ext cx="97200" cy="158400"/>
              </p14:xfrm>
            </p:contentPart>
          </mc:Choice>
          <mc:Fallback xmlns="">
            <p:pic>
              <p:nvPicPr>
                <p:cNvPr id="183" name="Ink 182">
                  <a:extLst>
                    <a:ext uri="{FF2B5EF4-FFF2-40B4-BE49-F238E27FC236}">
                      <a16:creationId xmlns:a16="http://schemas.microsoft.com/office/drawing/2014/main" id="{BFED13D9-1BC9-36C7-B619-CDB22BE53983}"/>
                    </a:ext>
                  </a:extLst>
                </p:cNvPr>
                <p:cNvPicPr/>
                <p:nvPr/>
              </p:nvPicPr>
              <p:blipFill>
                <a:blip r:embed="rId347"/>
                <a:stretch>
                  <a:fillRect/>
                </a:stretch>
              </p:blipFill>
              <p:spPr>
                <a:xfrm>
                  <a:off x="3805680" y="4696800"/>
                  <a:ext cx="1058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84" name="Ink 183">
                  <a:extLst>
                    <a:ext uri="{FF2B5EF4-FFF2-40B4-BE49-F238E27FC236}">
                      <a16:creationId xmlns:a16="http://schemas.microsoft.com/office/drawing/2014/main" id="{81D6DD06-6C25-38B6-2787-9D2C2D157E2B}"/>
                    </a:ext>
                  </a:extLst>
                </p14:cNvPr>
                <p14:cNvContentPartPr/>
                <p14:nvPr/>
              </p14:nvContentPartPr>
              <p14:xfrm>
                <a:off x="3977400" y="4731720"/>
                <a:ext cx="110160" cy="146880"/>
              </p14:xfrm>
            </p:contentPart>
          </mc:Choice>
          <mc:Fallback xmlns="">
            <p:pic>
              <p:nvPicPr>
                <p:cNvPr id="184" name="Ink 183">
                  <a:extLst>
                    <a:ext uri="{FF2B5EF4-FFF2-40B4-BE49-F238E27FC236}">
                      <a16:creationId xmlns:a16="http://schemas.microsoft.com/office/drawing/2014/main" id="{81D6DD06-6C25-38B6-2787-9D2C2D157E2B}"/>
                    </a:ext>
                  </a:extLst>
                </p:cNvPr>
                <p:cNvPicPr/>
                <p:nvPr/>
              </p:nvPicPr>
              <p:blipFill>
                <a:blip r:embed="rId349"/>
                <a:stretch>
                  <a:fillRect/>
                </a:stretch>
              </p:blipFill>
              <p:spPr>
                <a:xfrm>
                  <a:off x="3973080" y="4727400"/>
                  <a:ext cx="1188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185" name="Ink 184">
                  <a:extLst>
                    <a:ext uri="{FF2B5EF4-FFF2-40B4-BE49-F238E27FC236}">
                      <a16:creationId xmlns:a16="http://schemas.microsoft.com/office/drawing/2014/main" id="{A2806B94-D08A-DB80-45D3-8FA675030D87}"/>
                    </a:ext>
                  </a:extLst>
                </p14:cNvPr>
                <p14:cNvContentPartPr/>
                <p14:nvPr/>
              </p14:nvContentPartPr>
              <p14:xfrm>
                <a:off x="4190160" y="4514640"/>
                <a:ext cx="272520" cy="341640"/>
              </p14:xfrm>
            </p:contentPart>
          </mc:Choice>
          <mc:Fallback xmlns="">
            <p:pic>
              <p:nvPicPr>
                <p:cNvPr id="185" name="Ink 184">
                  <a:extLst>
                    <a:ext uri="{FF2B5EF4-FFF2-40B4-BE49-F238E27FC236}">
                      <a16:creationId xmlns:a16="http://schemas.microsoft.com/office/drawing/2014/main" id="{A2806B94-D08A-DB80-45D3-8FA675030D87}"/>
                    </a:ext>
                  </a:extLst>
                </p:cNvPr>
                <p:cNvPicPr/>
                <p:nvPr/>
              </p:nvPicPr>
              <p:blipFill>
                <a:blip r:embed="rId351"/>
                <a:stretch>
                  <a:fillRect/>
                </a:stretch>
              </p:blipFill>
              <p:spPr>
                <a:xfrm>
                  <a:off x="4185840" y="4510320"/>
                  <a:ext cx="28116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189" name="Ink 188">
                  <a:extLst>
                    <a:ext uri="{FF2B5EF4-FFF2-40B4-BE49-F238E27FC236}">
                      <a16:creationId xmlns:a16="http://schemas.microsoft.com/office/drawing/2014/main" id="{94C1115C-3821-3013-4E5D-4011CD01DB29}"/>
                    </a:ext>
                  </a:extLst>
                </p14:cNvPr>
                <p14:cNvContentPartPr/>
                <p14:nvPr/>
              </p14:nvContentPartPr>
              <p14:xfrm>
                <a:off x="2868600" y="5212680"/>
                <a:ext cx="154440" cy="166320"/>
              </p14:xfrm>
            </p:contentPart>
          </mc:Choice>
          <mc:Fallback xmlns="">
            <p:pic>
              <p:nvPicPr>
                <p:cNvPr id="189" name="Ink 188">
                  <a:extLst>
                    <a:ext uri="{FF2B5EF4-FFF2-40B4-BE49-F238E27FC236}">
                      <a16:creationId xmlns:a16="http://schemas.microsoft.com/office/drawing/2014/main" id="{94C1115C-3821-3013-4E5D-4011CD01DB29}"/>
                    </a:ext>
                  </a:extLst>
                </p:cNvPr>
                <p:cNvPicPr/>
                <p:nvPr/>
              </p:nvPicPr>
              <p:blipFill>
                <a:blip r:embed="rId353"/>
                <a:stretch>
                  <a:fillRect/>
                </a:stretch>
              </p:blipFill>
              <p:spPr>
                <a:xfrm>
                  <a:off x="2864280" y="5208360"/>
                  <a:ext cx="1630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190" name="Ink 189">
                  <a:extLst>
                    <a:ext uri="{FF2B5EF4-FFF2-40B4-BE49-F238E27FC236}">
                      <a16:creationId xmlns:a16="http://schemas.microsoft.com/office/drawing/2014/main" id="{D4C94A1E-2F6B-E22A-1860-614EF416221F}"/>
                    </a:ext>
                  </a:extLst>
                </p14:cNvPr>
                <p14:cNvContentPartPr/>
                <p14:nvPr/>
              </p14:nvContentPartPr>
              <p14:xfrm>
                <a:off x="3130320" y="5119800"/>
                <a:ext cx="29160" cy="217080"/>
              </p14:xfrm>
            </p:contentPart>
          </mc:Choice>
          <mc:Fallback xmlns="">
            <p:pic>
              <p:nvPicPr>
                <p:cNvPr id="190" name="Ink 189">
                  <a:extLst>
                    <a:ext uri="{FF2B5EF4-FFF2-40B4-BE49-F238E27FC236}">
                      <a16:creationId xmlns:a16="http://schemas.microsoft.com/office/drawing/2014/main" id="{D4C94A1E-2F6B-E22A-1860-614EF416221F}"/>
                    </a:ext>
                  </a:extLst>
                </p:cNvPr>
                <p:cNvPicPr/>
                <p:nvPr/>
              </p:nvPicPr>
              <p:blipFill>
                <a:blip r:embed="rId355"/>
                <a:stretch>
                  <a:fillRect/>
                </a:stretch>
              </p:blipFill>
              <p:spPr>
                <a:xfrm>
                  <a:off x="3126000" y="5115480"/>
                  <a:ext cx="378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191" name="Ink 190">
                  <a:extLst>
                    <a:ext uri="{FF2B5EF4-FFF2-40B4-BE49-F238E27FC236}">
                      <a16:creationId xmlns:a16="http://schemas.microsoft.com/office/drawing/2014/main" id="{4F76E6E2-5AE7-0D5D-28BC-8ECEC9A0F7C6}"/>
                    </a:ext>
                  </a:extLst>
                </p14:cNvPr>
                <p14:cNvContentPartPr/>
                <p14:nvPr/>
              </p14:nvContentPartPr>
              <p14:xfrm>
                <a:off x="3142200" y="5170920"/>
                <a:ext cx="278280" cy="129960"/>
              </p14:xfrm>
            </p:contentPart>
          </mc:Choice>
          <mc:Fallback xmlns="">
            <p:pic>
              <p:nvPicPr>
                <p:cNvPr id="191" name="Ink 190">
                  <a:extLst>
                    <a:ext uri="{FF2B5EF4-FFF2-40B4-BE49-F238E27FC236}">
                      <a16:creationId xmlns:a16="http://schemas.microsoft.com/office/drawing/2014/main" id="{4F76E6E2-5AE7-0D5D-28BC-8ECEC9A0F7C6}"/>
                    </a:ext>
                  </a:extLst>
                </p:cNvPr>
                <p:cNvPicPr/>
                <p:nvPr/>
              </p:nvPicPr>
              <p:blipFill>
                <a:blip r:embed="rId357"/>
                <a:stretch>
                  <a:fillRect/>
                </a:stretch>
              </p:blipFill>
              <p:spPr>
                <a:xfrm>
                  <a:off x="3137880" y="5166600"/>
                  <a:ext cx="2869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192" name="Ink 191">
                  <a:extLst>
                    <a:ext uri="{FF2B5EF4-FFF2-40B4-BE49-F238E27FC236}">
                      <a16:creationId xmlns:a16="http://schemas.microsoft.com/office/drawing/2014/main" id="{35B5F099-9672-24F2-AFB4-A2726AEB1DEE}"/>
                    </a:ext>
                  </a:extLst>
                </p14:cNvPr>
                <p14:cNvContentPartPr/>
                <p14:nvPr/>
              </p14:nvContentPartPr>
              <p14:xfrm>
                <a:off x="3475200" y="5213400"/>
                <a:ext cx="75600" cy="235080"/>
              </p14:xfrm>
            </p:contentPart>
          </mc:Choice>
          <mc:Fallback xmlns="">
            <p:pic>
              <p:nvPicPr>
                <p:cNvPr id="192" name="Ink 191">
                  <a:extLst>
                    <a:ext uri="{FF2B5EF4-FFF2-40B4-BE49-F238E27FC236}">
                      <a16:creationId xmlns:a16="http://schemas.microsoft.com/office/drawing/2014/main" id="{35B5F099-9672-24F2-AFB4-A2726AEB1DEE}"/>
                    </a:ext>
                  </a:extLst>
                </p:cNvPr>
                <p:cNvPicPr/>
                <p:nvPr/>
              </p:nvPicPr>
              <p:blipFill>
                <a:blip r:embed="rId359"/>
                <a:stretch>
                  <a:fillRect/>
                </a:stretch>
              </p:blipFill>
              <p:spPr>
                <a:xfrm>
                  <a:off x="3470880" y="5209080"/>
                  <a:ext cx="8424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193" name="Ink 192">
                  <a:extLst>
                    <a:ext uri="{FF2B5EF4-FFF2-40B4-BE49-F238E27FC236}">
                      <a16:creationId xmlns:a16="http://schemas.microsoft.com/office/drawing/2014/main" id="{2DF55820-97F7-CF61-354A-F05C0FDB7ECE}"/>
                    </a:ext>
                  </a:extLst>
                </p14:cNvPr>
                <p14:cNvContentPartPr/>
                <p14:nvPr/>
              </p14:nvContentPartPr>
              <p14:xfrm>
                <a:off x="3538560" y="5152200"/>
                <a:ext cx="122040" cy="118080"/>
              </p14:xfrm>
            </p:contentPart>
          </mc:Choice>
          <mc:Fallback xmlns="">
            <p:pic>
              <p:nvPicPr>
                <p:cNvPr id="193" name="Ink 192">
                  <a:extLst>
                    <a:ext uri="{FF2B5EF4-FFF2-40B4-BE49-F238E27FC236}">
                      <a16:creationId xmlns:a16="http://schemas.microsoft.com/office/drawing/2014/main" id="{2DF55820-97F7-CF61-354A-F05C0FDB7ECE}"/>
                    </a:ext>
                  </a:extLst>
                </p:cNvPr>
                <p:cNvPicPr/>
                <p:nvPr/>
              </p:nvPicPr>
              <p:blipFill>
                <a:blip r:embed="rId361"/>
                <a:stretch>
                  <a:fillRect/>
                </a:stretch>
              </p:blipFill>
              <p:spPr>
                <a:xfrm>
                  <a:off x="3534240" y="5147880"/>
                  <a:ext cx="13068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194" name="Ink 193">
                  <a:extLst>
                    <a:ext uri="{FF2B5EF4-FFF2-40B4-BE49-F238E27FC236}">
                      <a16:creationId xmlns:a16="http://schemas.microsoft.com/office/drawing/2014/main" id="{0DF1CBE2-D192-F44D-D30E-6EDBE05FDE2E}"/>
                    </a:ext>
                  </a:extLst>
                </p14:cNvPr>
                <p14:cNvContentPartPr/>
                <p14:nvPr/>
              </p14:nvContentPartPr>
              <p14:xfrm>
                <a:off x="3867600" y="5187840"/>
                <a:ext cx="2160" cy="27720"/>
              </p14:xfrm>
            </p:contentPart>
          </mc:Choice>
          <mc:Fallback xmlns="">
            <p:pic>
              <p:nvPicPr>
                <p:cNvPr id="194" name="Ink 193">
                  <a:extLst>
                    <a:ext uri="{FF2B5EF4-FFF2-40B4-BE49-F238E27FC236}">
                      <a16:creationId xmlns:a16="http://schemas.microsoft.com/office/drawing/2014/main" id="{0DF1CBE2-D192-F44D-D30E-6EDBE05FDE2E}"/>
                    </a:ext>
                  </a:extLst>
                </p:cNvPr>
                <p:cNvPicPr/>
                <p:nvPr/>
              </p:nvPicPr>
              <p:blipFill>
                <a:blip r:embed="rId363"/>
                <a:stretch>
                  <a:fillRect/>
                </a:stretch>
              </p:blipFill>
              <p:spPr>
                <a:xfrm>
                  <a:off x="3863280" y="5183520"/>
                  <a:ext cx="108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195" name="Ink 194">
                  <a:extLst>
                    <a:ext uri="{FF2B5EF4-FFF2-40B4-BE49-F238E27FC236}">
                      <a16:creationId xmlns:a16="http://schemas.microsoft.com/office/drawing/2014/main" id="{C14CB7B0-ADC8-015C-3EE3-AD02A83B52A2}"/>
                    </a:ext>
                  </a:extLst>
                </p14:cNvPr>
                <p14:cNvContentPartPr/>
                <p14:nvPr/>
              </p14:nvContentPartPr>
              <p14:xfrm>
                <a:off x="3686880" y="5188200"/>
                <a:ext cx="183240" cy="296640"/>
              </p14:xfrm>
            </p:contentPart>
          </mc:Choice>
          <mc:Fallback xmlns="">
            <p:pic>
              <p:nvPicPr>
                <p:cNvPr id="195" name="Ink 194">
                  <a:extLst>
                    <a:ext uri="{FF2B5EF4-FFF2-40B4-BE49-F238E27FC236}">
                      <a16:creationId xmlns:a16="http://schemas.microsoft.com/office/drawing/2014/main" id="{C14CB7B0-ADC8-015C-3EE3-AD02A83B52A2}"/>
                    </a:ext>
                  </a:extLst>
                </p:cNvPr>
                <p:cNvPicPr/>
                <p:nvPr/>
              </p:nvPicPr>
              <p:blipFill>
                <a:blip r:embed="rId365"/>
                <a:stretch>
                  <a:fillRect/>
                </a:stretch>
              </p:blipFill>
              <p:spPr>
                <a:xfrm>
                  <a:off x="3682560" y="5183880"/>
                  <a:ext cx="19188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196" name="Ink 195">
                  <a:extLst>
                    <a:ext uri="{FF2B5EF4-FFF2-40B4-BE49-F238E27FC236}">
                      <a16:creationId xmlns:a16="http://schemas.microsoft.com/office/drawing/2014/main" id="{F4533CFC-52D8-E008-CB57-AF6A33E79D4A}"/>
                    </a:ext>
                  </a:extLst>
                </p14:cNvPr>
                <p14:cNvContentPartPr/>
                <p14:nvPr/>
              </p14:nvContentPartPr>
              <p14:xfrm>
                <a:off x="3870120" y="5052120"/>
                <a:ext cx="40320" cy="49680"/>
              </p14:xfrm>
            </p:contentPart>
          </mc:Choice>
          <mc:Fallback xmlns="">
            <p:pic>
              <p:nvPicPr>
                <p:cNvPr id="196" name="Ink 195">
                  <a:extLst>
                    <a:ext uri="{FF2B5EF4-FFF2-40B4-BE49-F238E27FC236}">
                      <a16:creationId xmlns:a16="http://schemas.microsoft.com/office/drawing/2014/main" id="{F4533CFC-52D8-E008-CB57-AF6A33E79D4A}"/>
                    </a:ext>
                  </a:extLst>
                </p:cNvPr>
                <p:cNvPicPr/>
                <p:nvPr/>
              </p:nvPicPr>
              <p:blipFill>
                <a:blip r:embed="rId367"/>
                <a:stretch>
                  <a:fillRect/>
                </a:stretch>
              </p:blipFill>
              <p:spPr>
                <a:xfrm>
                  <a:off x="3865800" y="5047800"/>
                  <a:ext cx="48960" cy="58320"/>
                </a:xfrm>
                <a:prstGeom prst="rect">
                  <a:avLst/>
                </a:prstGeom>
              </p:spPr>
            </p:pic>
          </mc:Fallback>
        </mc:AlternateContent>
      </p:grpSp>
    </p:spTree>
    <p:extLst>
      <p:ext uri="{BB962C8B-B14F-4D97-AF65-F5344CB8AC3E}">
        <p14:creationId xmlns:p14="http://schemas.microsoft.com/office/powerpoint/2010/main" val="570692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C142D6-6952-E7E5-36A7-EA4A160FC569}"/>
              </a:ext>
            </a:extLst>
          </p:cNvPr>
          <p:cNvSpPr>
            <a:spLocks noGrp="1"/>
          </p:cNvSpPr>
          <p:nvPr>
            <p:ph type="sldNum" sz="quarter" idx="12"/>
          </p:nvPr>
        </p:nvSpPr>
        <p:spPr/>
        <p:txBody>
          <a:bodyPr/>
          <a:lstStyle/>
          <a:p>
            <a:fld id="{AD2B2EE5-B8BC-4D24-A25E-F2DF61737E68}" type="slidenum">
              <a:rPr lang="en-US" smtClean="0"/>
              <a:pPr/>
              <a:t>39</a:t>
            </a:fld>
            <a:endParaRPr lang="en-US"/>
          </a:p>
        </p:txBody>
      </p:sp>
      <p:grpSp>
        <p:nvGrpSpPr>
          <p:cNvPr id="17" name="Group 16">
            <a:extLst>
              <a:ext uri="{FF2B5EF4-FFF2-40B4-BE49-F238E27FC236}">
                <a16:creationId xmlns:a16="http://schemas.microsoft.com/office/drawing/2014/main" id="{E46CCCC6-AB61-21C7-6C37-3F78B42EB198}"/>
              </a:ext>
            </a:extLst>
          </p:cNvPr>
          <p:cNvGrpSpPr/>
          <p:nvPr/>
        </p:nvGrpSpPr>
        <p:grpSpPr>
          <a:xfrm>
            <a:off x="611040" y="953520"/>
            <a:ext cx="849240" cy="506520"/>
            <a:chOff x="611040" y="953520"/>
            <a:chExt cx="849240" cy="50652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6EE81A5-DCAE-8CF5-8610-F8BA44F4504E}"/>
                    </a:ext>
                  </a:extLst>
                </p14:cNvPr>
                <p14:cNvContentPartPr/>
                <p14:nvPr/>
              </p14:nvContentPartPr>
              <p14:xfrm>
                <a:off x="611040" y="953520"/>
                <a:ext cx="406080" cy="506520"/>
              </p14:xfrm>
            </p:contentPart>
          </mc:Choice>
          <mc:Fallback xmlns="">
            <p:pic>
              <p:nvPicPr>
                <p:cNvPr id="3" name="Ink 2">
                  <a:extLst>
                    <a:ext uri="{FF2B5EF4-FFF2-40B4-BE49-F238E27FC236}">
                      <a16:creationId xmlns:a16="http://schemas.microsoft.com/office/drawing/2014/main" id="{46EE81A5-DCAE-8CF5-8610-F8BA44F4504E}"/>
                    </a:ext>
                  </a:extLst>
                </p:cNvPr>
                <p:cNvPicPr/>
                <p:nvPr/>
              </p:nvPicPr>
              <p:blipFill>
                <a:blip r:embed="rId3"/>
                <a:stretch>
                  <a:fillRect/>
                </a:stretch>
              </p:blipFill>
              <p:spPr>
                <a:xfrm>
                  <a:off x="606720" y="949200"/>
                  <a:ext cx="4147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4C371EA-CC95-5478-41FC-BB9FA6C94A36}"/>
                    </a:ext>
                  </a:extLst>
                </p14:cNvPr>
                <p14:cNvContentPartPr/>
                <p14:nvPr/>
              </p14:nvContentPartPr>
              <p14:xfrm>
                <a:off x="1061400" y="1219560"/>
                <a:ext cx="6120" cy="65160"/>
              </p14:xfrm>
            </p:contentPart>
          </mc:Choice>
          <mc:Fallback xmlns="">
            <p:pic>
              <p:nvPicPr>
                <p:cNvPr id="4" name="Ink 3">
                  <a:extLst>
                    <a:ext uri="{FF2B5EF4-FFF2-40B4-BE49-F238E27FC236}">
                      <a16:creationId xmlns:a16="http://schemas.microsoft.com/office/drawing/2014/main" id="{84C371EA-CC95-5478-41FC-BB9FA6C94A36}"/>
                    </a:ext>
                  </a:extLst>
                </p:cNvPr>
                <p:cNvPicPr/>
                <p:nvPr/>
              </p:nvPicPr>
              <p:blipFill>
                <a:blip r:embed="rId5"/>
                <a:stretch>
                  <a:fillRect/>
                </a:stretch>
              </p:blipFill>
              <p:spPr>
                <a:xfrm>
                  <a:off x="1057080" y="1215240"/>
                  <a:ext cx="147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B452EB3A-345E-FAD2-6802-D377705392C4}"/>
                    </a:ext>
                  </a:extLst>
                </p14:cNvPr>
                <p14:cNvContentPartPr/>
                <p14:nvPr/>
              </p14:nvContentPartPr>
              <p14:xfrm>
                <a:off x="1151760" y="1015080"/>
                <a:ext cx="7920" cy="98280"/>
              </p14:xfrm>
            </p:contentPart>
          </mc:Choice>
          <mc:Fallback xmlns="">
            <p:pic>
              <p:nvPicPr>
                <p:cNvPr id="5" name="Ink 4">
                  <a:extLst>
                    <a:ext uri="{FF2B5EF4-FFF2-40B4-BE49-F238E27FC236}">
                      <a16:creationId xmlns:a16="http://schemas.microsoft.com/office/drawing/2014/main" id="{B452EB3A-345E-FAD2-6802-D377705392C4}"/>
                    </a:ext>
                  </a:extLst>
                </p:cNvPr>
                <p:cNvPicPr/>
                <p:nvPr/>
              </p:nvPicPr>
              <p:blipFill>
                <a:blip r:embed="rId7"/>
                <a:stretch>
                  <a:fillRect/>
                </a:stretch>
              </p:blipFill>
              <p:spPr>
                <a:xfrm>
                  <a:off x="1147440" y="1010760"/>
                  <a:ext cx="165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F65EC05-CAA3-9E3D-CF08-A058BC7210A6}"/>
                    </a:ext>
                  </a:extLst>
                </p14:cNvPr>
                <p14:cNvContentPartPr/>
                <p14:nvPr/>
              </p14:nvContentPartPr>
              <p14:xfrm>
                <a:off x="1151400" y="1188240"/>
                <a:ext cx="164520" cy="223560"/>
              </p14:xfrm>
            </p:contentPart>
          </mc:Choice>
          <mc:Fallback xmlns="">
            <p:pic>
              <p:nvPicPr>
                <p:cNvPr id="6" name="Ink 5">
                  <a:extLst>
                    <a:ext uri="{FF2B5EF4-FFF2-40B4-BE49-F238E27FC236}">
                      <a16:creationId xmlns:a16="http://schemas.microsoft.com/office/drawing/2014/main" id="{5F65EC05-CAA3-9E3D-CF08-A058BC7210A6}"/>
                    </a:ext>
                  </a:extLst>
                </p:cNvPr>
                <p:cNvPicPr/>
                <p:nvPr/>
              </p:nvPicPr>
              <p:blipFill>
                <a:blip r:embed="rId9"/>
                <a:stretch>
                  <a:fillRect/>
                </a:stretch>
              </p:blipFill>
              <p:spPr>
                <a:xfrm>
                  <a:off x="1147080" y="1183920"/>
                  <a:ext cx="1731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7E4B3CB-2CA3-FA37-B045-F85592651B42}"/>
                    </a:ext>
                  </a:extLst>
                </p14:cNvPr>
                <p14:cNvContentPartPr/>
                <p14:nvPr/>
              </p14:nvContentPartPr>
              <p14:xfrm>
                <a:off x="1367400" y="1186440"/>
                <a:ext cx="92880" cy="137520"/>
              </p14:xfrm>
            </p:contentPart>
          </mc:Choice>
          <mc:Fallback xmlns="">
            <p:pic>
              <p:nvPicPr>
                <p:cNvPr id="7" name="Ink 6">
                  <a:extLst>
                    <a:ext uri="{FF2B5EF4-FFF2-40B4-BE49-F238E27FC236}">
                      <a16:creationId xmlns:a16="http://schemas.microsoft.com/office/drawing/2014/main" id="{37E4B3CB-2CA3-FA37-B045-F85592651B42}"/>
                    </a:ext>
                  </a:extLst>
                </p:cNvPr>
                <p:cNvPicPr/>
                <p:nvPr/>
              </p:nvPicPr>
              <p:blipFill>
                <a:blip r:embed="rId11"/>
                <a:stretch>
                  <a:fillRect/>
                </a:stretch>
              </p:blipFill>
              <p:spPr>
                <a:xfrm>
                  <a:off x="1363080" y="1182120"/>
                  <a:ext cx="101520" cy="146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283722A2-8EF3-B71E-CC08-1F1BACD2C3D9}"/>
                  </a:ext>
                </a:extLst>
              </p14:cNvPr>
              <p14:cNvContentPartPr/>
              <p14:nvPr/>
            </p14:nvContentPartPr>
            <p14:xfrm>
              <a:off x="1640640" y="1182480"/>
              <a:ext cx="165960" cy="170280"/>
            </p14:xfrm>
          </p:contentPart>
        </mc:Choice>
        <mc:Fallback xmlns="">
          <p:pic>
            <p:nvPicPr>
              <p:cNvPr id="8" name="Ink 7">
                <a:extLst>
                  <a:ext uri="{FF2B5EF4-FFF2-40B4-BE49-F238E27FC236}">
                    <a16:creationId xmlns:a16="http://schemas.microsoft.com/office/drawing/2014/main" id="{283722A2-8EF3-B71E-CC08-1F1BACD2C3D9}"/>
                  </a:ext>
                </a:extLst>
              </p:cNvPr>
              <p:cNvPicPr/>
              <p:nvPr/>
            </p:nvPicPr>
            <p:blipFill>
              <a:blip r:embed="rId13"/>
              <a:stretch>
                <a:fillRect/>
              </a:stretch>
            </p:blipFill>
            <p:spPr>
              <a:xfrm>
                <a:off x="1636320" y="1178160"/>
                <a:ext cx="1746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4817C109-7ABB-185B-475E-CE37B0EB25EE}"/>
                  </a:ext>
                </a:extLst>
              </p14:cNvPr>
              <p14:cNvContentPartPr/>
              <p14:nvPr/>
            </p14:nvContentPartPr>
            <p14:xfrm>
              <a:off x="2543880" y="1178880"/>
              <a:ext cx="182880" cy="121680"/>
            </p14:xfrm>
          </p:contentPart>
        </mc:Choice>
        <mc:Fallback xmlns="">
          <p:pic>
            <p:nvPicPr>
              <p:cNvPr id="9" name="Ink 8">
                <a:extLst>
                  <a:ext uri="{FF2B5EF4-FFF2-40B4-BE49-F238E27FC236}">
                    <a16:creationId xmlns:a16="http://schemas.microsoft.com/office/drawing/2014/main" id="{4817C109-7ABB-185B-475E-CE37B0EB25EE}"/>
                  </a:ext>
                </a:extLst>
              </p:cNvPr>
              <p:cNvPicPr/>
              <p:nvPr/>
            </p:nvPicPr>
            <p:blipFill>
              <a:blip r:embed="rId15"/>
              <a:stretch>
                <a:fillRect/>
              </a:stretch>
            </p:blipFill>
            <p:spPr>
              <a:xfrm>
                <a:off x="2539560" y="1174560"/>
                <a:ext cx="1915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9759F4F8-D9D7-A6CC-5B67-C740DCBE3F33}"/>
                  </a:ext>
                </a:extLst>
              </p14:cNvPr>
              <p14:cNvContentPartPr/>
              <p14:nvPr/>
            </p14:nvContentPartPr>
            <p14:xfrm>
              <a:off x="2986680" y="1180680"/>
              <a:ext cx="191520" cy="28440"/>
            </p14:xfrm>
          </p:contentPart>
        </mc:Choice>
        <mc:Fallback xmlns="">
          <p:pic>
            <p:nvPicPr>
              <p:cNvPr id="10" name="Ink 9">
                <a:extLst>
                  <a:ext uri="{FF2B5EF4-FFF2-40B4-BE49-F238E27FC236}">
                    <a16:creationId xmlns:a16="http://schemas.microsoft.com/office/drawing/2014/main" id="{9759F4F8-D9D7-A6CC-5B67-C740DCBE3F33}"/>
                  </a:ext>
                </a:extLst>
              </p:cNvPr>
              <p:cNvPicPr/>
              <p:nvPr/>
            </p:nvPicPr>
            <p:blipFill>
              <a:blip r:embed="rId17"/>
              <a:stretch>
                <a:fillRect/>
              </a:stretch>
            </p:blipFill>
            <p:spPr>
              <a:xfrm>
                <a:off x="2982360" y="1176360"/>
                <a:ext cx="2001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26690B2-9129-AAF9-31A3-4CA4C8941355}"/>
                  </a:ext>
                </a:extLst>
              </p14:cNvPr>
              <p14:cNvContentPartPr/>
              <p14:nvPr/>
            </p14:nvContentPartPr>
            <p14:xfrm>
              <a:off x="2976600" y="1350240"/>
              <a:ext cx="237240" cy="11520"/>
            </p14:xfrm>
          </p:contentPart>
        </mc:Choice>
        <mc:Fallback xmlns="">
          <p:pic>
            <p:nvPicPr>
              <p:cNvPr id="11" name="Ink 10">
                <a:extLst>
                  <a:ext uri="{FF2B5EF4-FFF2-40B4-BE49-F238E27FC236}">
                    <a16:creationId xmlns:a16="http://schemas.microsoft.com/office/drawing/2014/main" id="{C26690B2-9129-AAF9-31A3-4CA4C8941355}"/>
                  </a:ext>
                </a:extLst>
              </p:cNvPr>
              <p:cNvPicPr/>
              <p:nvPr/>
            </p:nvPicPr>
            <p:blipFill>
              <a:blip r:embed="rId19"/>
              <a:stretch>
                <a:fillRect/>
              </a:stretch>
            </p:blipFill>
            <p:spPr>
              <a:xfrm>
                <a:off x="2972280" y="1345920"/>
                <a:ext cx="245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358D4DCC-CBC8-2BE3-7A12-44AFB4CCB102}"/>
                  </a:ext>
                </a:extLst>
              </p14:cNvPr>
              <p14:cNvContentPartPr/>
              <p14:nvPr/>
            </p14:nvContentPartPr>
            <p14:xfrm>
              <a:off x="3519480" y="1061160"/>
              <a:ext cx="46440" cy="283680"/>
            </p14:xfrm>
          </p:contentPart>
        </mc:Choice>
        <mc:Fallback xmlns="">
          <p:pic>
            <p:nvPicPr>
              <p:cNvPr id="12" name="Ink 11">
                <a:extLst>
                  <a:ext uri="{FF2B5EF4-FFF2-40B4-BE49-F238E27FC236}">
                    <a16:creationId xmlns:a16="http://schemas.microsoft.com/office/drawing/2014/main" id="{358D4DCC-CBC8-2BE3-7A12-44AFB4CCB102}"/>
                  </a:ext>
                </a:extLst>
              </p:cNvPr>
              <p:cNvPicPr/>
              <p:nvPr/>
            </p:nvPicPr>
            <p:blipFill>
              <a:blip r:embed="rId21"/>
              <a:stretch>
                <a:fillRect/>
              </a:stretch>
            </p:blipFill>
            <p:spPr>
              <a:xfrm>
                <a:off x="3515160" y="1056840"/>
                <a:ext cx="55080" cy="292320"/>
              </a:xfrm>
              <a:prstGeom prst="rect">
                <a:avLst/>
              </a:prstGeom>
            </p:spPr>
          </p:pic>
        </mc:Fallback>
      </mc:AlternateContent>
      <p:grpSp>
        <p:nvGrpSpPr>
          <p:cNvPr id="16" name="Group 15">
            <a:extLst>
              <a:ext uri="{FF2B5EF4-FFF2-40B4-BE49-F238E27FC236}">
                <a16:creationId xmlns:a16="http://schemas.microsoft.com/office/drawing/2014/main" id="{38F6EAF3-B5D8-59D2-56E6-1D9A8A9B01A6}"/>
              </a:ext>
            </a:extLst>
          </p:cNvPr>
          <p:cNvGrpSpPr/>
          <p:nvPr/>
        </p:nvGrpSpPr>
        <p:grpSpPr>
          <a:xfrm>
            <a:off x="3779040" y="1016520"/>
            <a:ext cx="428760" cy="218520"/>
            <a:chOff x="3779040" y="1016520"/>
            <a:chExt cx="428760" cy="218520"/>
          </a:xfrm>
        </p:grpSpPr>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D4C5FA7D-B22B-6B09-A2FC-D1D6EED47AE2}"/>
                    </a:ext>
                  </a:extLst>
                </p14:cNvPr>
                <p14:cNvContentPartPr/>
                <p14:nvPr/>
              </p14:nvContentPartPr>
              <p14:xfrm>
                <a:off x="3779040" y="1042080"/>
                <a:ext cx="117000" cy="192960"/>
              </p14:xfrm>
            </p:contentPart>
          </mc:Choice>
          <mc:Fallback xmlns="">
            <p:pic>
              <p:nvPicPr>
                <p:cNvPr id="13" name="Ink 12">
                  <a:extLst>
                    <a:ext uri="{FF2B5EF4-FFF2-40B4-BE49-F238E27FC236}">
                      <a16:creationId xmlns:a16="http://schemas.microsoft.com/office/drawing/2014/main" id="{D4C5FA7D-B22B-6B09-A2FC-D1D6EED47AE2}"/>
                    </a:ext>
                  </a:extLst>
                </p:cNvPr>
                <p:cNvPicPr/>
                <p:nvPr/>
              </p:nvPicPr>
              <p:blipFill>
                <a:blip r:embed="rId23"/>
                <a:stretch>
                  <a:fillRect/>
                </a:stretch>
              </p:blipFill>
              <p:spPr>
                <a:xfrm>
                  <a:off x="3774720" y="1037760"/>
                  <a:ext cx="12564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245D5E3-7BF9-1E9A-915F-C46C1BBDA44D}"/>
                    </a:ext>
                  </a:extLst>
                </p14:cNvPr>
                <p14:cNvContentPartPr/>
                <p14:nvPr/>
              </p14:nvContentPartPr>
              <p14:xfrm>
                <a:off x="4062000" y="1016520"/>
                <a:ext cx="145800" cy="205200"/>
              </p14:xfrm>
            </p:contentPart>
          </mc:Choice>
          <mc:Fallback xmlns="">
            <p:pic>
              <p:nvPicPr>
                <p:cNvPr id="14" name="Ink 13">
                  <a:extLst>
                    <a:ext uri="{FF2B5EF4-FFF2-40B4-BE49-F238E27FC236}">
                      <a16:creationId xmlns:a16="http://schemas.microsoft.com/office/drawing/2014/main" id="{6245D5E3-7BF9-1E9A-915F-C46C1BBDA44D}"/>
                    </a:ext>
                  </a:extLst>
                </p:cNvPr>
                <p:cNvPicPr/>
                <p:nvPr/>
              </p:nvPicPr>
              <p:blipFill>
                <a:blip r:embed="rId25"/>
                <a:stretch>
                  <a:fillRect/>
                </a:stretch>
              </p:blipFill>
              <p:spPr>
                <a:xfrm>
                  <a:off x="4057680" y="1012200"/>
                  <a:ext cx="154440" cy="21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260791B3-ED9C-8EF8-6557-0E24B87F03A8}"/>
                  </a:ext>
                </a:extLst>
              </p14:cNvPr>
              <p14:cNvContentPartPr/>
              <p14:nvPr/>
            </p14:nvContentPartPr>
            <p14:xfrm>
              <a:off x="4414440" y="959640"/>
              <a:ext cx="129960" cy="244080"/>
            </p14:xfrm>
          </p:contentPart>
        </mc:Choice>
        <mc:Fallback xmlns="">
          <p:pic>
            <p:nvPicPr>
              <p:cNvPr id="15" name="Ink 14">
                <a:extLst>
                  <a:ext uri="{FF2B5EF4-FFF2-40B4-BE49-F238E27FC236}">
                    <a16:creationId xmlns:a16="http://schemas.microsoft.com/office/drawing/2014/main" id="{260791B3-ED9C-8EF8-6557-0E24B87F03A8}"/>
                  </a:ext>
                </a:extLst>
              </p:cNvPr>
              <p:cNvPicPr/>
              <p:nvPr/>
            </p:nvPicPr>
            <p:blipFill>
              <a:blip r:embed="rId27"/>
              <a:stretch>
                <a:fillRect/>
              </a:stretch>
            </p:blipFill>
            <p:spPr>
              <a:xfrm>
                <a:off x="4410120" y="955320"/>
                <a:ext cx="138600" cy="252720"/>
              </a:xfrm>
              <a:prstGeom prst="rect">
                <a:avLst/>
              </a:prstGeom>
            </p:spPr>
          </p:pic>
        </mc:Fallback>
      </mc:AlternateContent>
      <p:grpSp>
        <p:nvGrpSpPr>
          <p:cNvPr id="32" name="Group 31">
            <a:extLst>
              <a:ext uri="{FF2B5EF4-FFF2-40B4-BE49-F238E27FC236}">
                <a16:creationId xmlns:a16="http://schemas.microsoft.com/office/drawing/2014/main" id="{BA2B3A8C-2AE3-F792-D03C-C64557E8314E}"/>
              </a:ext>
            </a:extLst>
          </p:cNvPr>
          <p:cNvGrpSpPr/>
          <p:nvPr/>
        </p:nvGrpSpPr>
        <p:grpSpPr>
          <a:xfrm>
            <a:off x="1009200" y="2014440"/>
            <a:ext cx="1224720" cy="685800"/>
            <a:chOff x="1009200" y="2014440"/>
            <a:chExt cx="1224720" cy="685800"/>
          </a:xfrm>
        </p:grpSpPr>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8905CBA2-2F21-575F-B6FF-A904B5159FB3}"/>
                    </a:ext>
                  </a:extLst>
                </p14:cNvPr>
                <p14:cNvContentPartPr/>
                <p14:nvPr/>
              </p14:nvContentPartPr>
              <p14:xfrm>
                <a:off x="1284600" y="2060520"/>
                <a:ext cx="42840" cy="404640"/>
              </p14:xfrm>
            </p:contentPart>
          </mc:Choice>
          <mc:Fallback xmlns="">
            <p:pic>
              <p:nvPicPr>
                <p:cNvPr id="18" name="Ink 17">
                  <a:extLst>
                    <a:ext uri="{FF2B5EF4-FFF2-40B4-BE49-F238E27FC236}">
                      <a16:creationId xmlns:a16="http://schemas.microsoft.com/office/drawing/2014/main" id="{8905CBA2-2F21-575F-B6FF-A904B5159FB3}"/>
                    </a:ext>
                  </a:extLst>
                </p:cNvPr>
                <p:cNvPicPr/>
                <p:nvPr/>
              </p:nvPicPr>
              <p:blipFill>
                <a:blip r:embed="rId29"/>
                <a:stretch>
                  <a:fillRect/>
                </a:stretch>
              </p:blipFill>
              <p:spPr>
                <a:xfrm>
                  <a:off x="1280280" y="2056200"/>
                  <a:ext cx="514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576F84B-BD35-22F0-0C1F-B1125865566D}"/>
                    </a:ext>
                  </a:extLst>
                </p14:cNvPr>
                <p14:cNvContentPartPr/>
                <p14:nvPr/>
              </p14:nvContentPartPr>
              <p14:xfrm>
                <a:off x="1009200" y="2029560"/>
                <a:ext cx="52200" cy="360"/>
              </p14:xfrm>
            </p:contentPart>
          </mc:Choice>
          <mc:Fallback xmlns="">
            <p:pic>
              <p:nvPicPr>
                <p:cNvPr id="19" name="Ink 18">
                  <a:extLst>
                    <a:ext uri="{FF2B5EF4-FFF2-40B4-BE49-F238E27FC236}">
                      <a16:creationId xmlns:a16="http://schemas.microsoft.com/office/drawing/2014/main" id="{A576F84B-BD35-22F0-0C1F-B1125865566D}"/>
                    </a:ext>
                  </a:extLst>
                </p:cNvPr>
                <p:cNvPicPr/>
                <p:nvPr/>
              </p:nvPicPr>
              <p:blipFill>
                <a:blip r:embed="rId31"/>
                <a:stretch>
                  <a:fillRect/>
                </a:stretch>
              </p:blipFill>
              <p:spPr>
                <a:xfrm>
                  <a:off x="1004880" y="2025240"/>
                  <a:ext cx="608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F8E301D9-8E17-A1DF-DDA8-EA4DCE38E80A}"/>
                    </a:ext>
                  </a:extLst>
                </p14:cNvPr>
                <p14:cNvContentPartPr/>
                <p14:nvPr/>
              </p14:nvContentPartPr>
              <p14:xfrm>
                <a:off x="1032240" y="2014440"/>
                <a:ext cx="768960" cy="685800"/>
              </p14:xfrm>
            </p:contentPart>
          </mc:Choice>
          <mc:Fallback xmlns="">
            <p:pic>
              <p:nvPicPr>
                <p:cNvPr id="20" name="Ink 19">
                  <a:extLst>
                    <a:ext uri="{FF2B5EF4-FFF2-40B4-BE49-F238E27FC236}">
                      <a16:creationId xmlns:a16="http://schemas.microsoft.com/office/drawing/2014/main" id="{F8E301D9-8E17-A1DF-DDA8-EA4DCE38E80A}"/>
                    </a:ext>
                  </a:extLst>
                </p:cNvPr>
                <p:cNvPicPr/>
                <p:nvPr/>
              </p:nvPicPr>
              <p:blipFill>
                <a:blip r:embed="rId33"/>
                <a:stretch>
                  <a:fillRect/>
                </a:stretch>
              </p:blipFill>
              <p:spPr>
                <a:xfrm>
                  <a:off x="1027920" y="2010120"/>
                  <a:ext cx="777600" cy="694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378703D0-37D2-D89A-474B-34E1A4B1BFA9}"/>
                    </a:ext>
                  </a:extLst>
                </p14:cNvPr>
                <p14:cNvContentPartPr/>
                <p14:nvPr/>
              </p14:nvContentPartPr>
              <p14:xfrm>
                <a:off x="1554600" y="2191560"/>
                <a:ext cx="196920" cy="266040"/>
              </p14:xfrm>
            </p:contentPart>
          </mc:Choice>
          <mc:Fallback xmlns="">
            <p:pic>
              <p:nvPicPr>
                <p:cNvPr id="21" name="Ink 20">
                  <a:extLst>
                    <a:ext uri="{FF2B5EF4-FFF2-40B4-BE49-F238E27FC236}">
                      <a16:creationId xmlns:a16="http://schemas.microsoft.com/office/drawing/2014/main" id="{378703D0-37D2-D89A-474B-34E1A4B1BFA9}"/>
                    </a:ext>
                  </a:extLst>
                </p:cNvPr>
                <p:cNvPicPr/>
                <p:nvPr/>
              </p:nvPicPr>
              <p:blipFill>
                <a:blip r:embed="rId35"/>
                <a:stretch>
                  <a:fillRect/>
                </a:stretch>
              </p:blipFill>
              <p:spPr>
                <a:xfrm>
                  <a:off x="1550280" y="2187240"/>
                  <a:ext cx="20556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A1E5DFC0-D01D-2EAD-AC78-593CD88688C1}"/>
                    </a:ext>
                  </a:extLst>
                </p14:cNvPr>
                <p14:cNvContentPartPr/>
                <p14:nvPr/>
              </p14:nvContentPartPr>
              <p14:xfrm>
                <a:off x="1742520" y="2270400"/>
                <a:ext cx="212040" cy="100800"/>
              </p14:xfrm>
            </p:contentPart>
          </mc:Choice>
          <mc:Fallback xmlns="">
            <p:pic>
              <p:nvPicPr>
                <p:cNvPr id="22" name="Ink 21">
                  <a:extLst>
                    <a:ext uri="{FF2B5EF4-FFF2-40B4-BE49-F238E27FC236}">
                      <a16:creationId xmlns:a16="http://schemas.microsoft.com/office/drawing/2014/main" id="{A1E5DFC0-D01D-2EAD-AC78-593CD88688C1}"/>
                    </a:ext>
                  </a:extLst>
                </p:cNvPr>
                <p:cNvPicPr/>
                <p:nvPr/>
              </p:nvPicPr>
              <p:blipFill>
                <a:blip r:embed="rId37"/>
                <a:stretch>
                  <a:fillRect/>
                </a:stretch>
              </p:blipFill>
              <p:spPr>
                <a:xfrm>
                  <a:off x="1738200" y="2266080"/>
                  <a:ext cx="2206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AFAC631A-3562-9438-8F57-7FA6B58D9F6B}"/>
                    </a:ext>
                  </a:extLst>
                </p14:cNvPr>
                <p14:cNvContentPartPr/>
                <p14:nvPr/>
              </p14:nvContentPartPr>
              <p14:xfrm>
                <a:off x="2031240" y="2175720"/>
                <a:ext cx="202680" cy="277560"/>
              </p14:xfrm>
            </p:contentPart>
          </mc:Choice>
          <mc:Fallback xmlns="">
            <p:pic>
              <p:nvPicPr>
                <p:cNvPr id="23" name="Ink 22">
                  <a:extLst>
                    <a:ext uri="{FF2B5EF4-FFF2-40B4-BE49-F238E27FC236}">
                      <a16:creationId xmlns:a16="http://schemas.microsoft.com/office/drawing/2014/main" id="{AFAC631A-3562-9438-8F57-7FA6B58D9F6B}"/>
                    </a:ext>
                  </a:extLst>
                </p:cNvPr>
                <p:cNvPicPr/>
                <p:nvPr/>
              </p:nvPicPr>
              <p:blipFill>
                <a:blip r:embed="rId39"/>
                <a:stretch>
                  <a:fillRect/>
                </a:stretch>
              </p:blipFill>
              <p:spPr>
                <a:xfrm>
                  <a:off x="2026920" y="2171400"/>
                  <a:ext cx="211320" cy="28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685EDC7D-C122-C26A-E814-2560DE2BD439}"/>
                  </a:ext>
                </a:extLst>
              </p14:cNvPr>
              <p14:cNvContentPartPr/>
              <p14:nvPr/>
            </p14:nvContentPartPr>
            <p14:xfrm>
              <a:off x="2872560" y="2185440"/>
              <a:ext cx="160920" cy="25920"/>
            </p14:xfrm>
          </p:contentPart>
        </mc:Choice>
        <mc:Fallback xmlns="">
          <p:pic>
            <p:nvPicPr>
              <p:cNvPr id="24" name="Ink 23">
                <a:extLst>
                  <a:ext uri="{FF2B5EF4-FFF2-40B4-BE49-F238E27FC236}">
                    <a16:creationId xmlns:a16="http://schemas.microsoft.com/office/drawing/2014/main" id="{685EDC7D-C122-C26A-E814-2560DE2BD439}"/>
                  </a:ext>
                </a:extLst>
              </p:cNvPr>
              <p:cNvPicPr/>
              <p:nvPr/>
            </p:nvPicPr>
            <p:blipFill>
              <a:blip r:embed="rId41"/>
              <a:stretch>
                <a:fillRect/>
              </a:stretch>
            </p:blipFill>
            <p:spPr>
              <a:xfrm>
                <a:off x="2868240" y="2181120"/>
                <a:ext cx="169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188DC060-889F-F6BD-D229-2AE3B446F61B}"/>
                  </a:ext>
                </a:extLst>
              </p14:cNvPr>
              <p14:cNvContentPartPr/>
              <p14:nvPr/>
            </p14:nvContentPartPr>
            <p14:xfrm>
              <a:off x="2853120" y="2343120"/>
              <a:ext cx="160200" cy="2880"/>
            </p14:xfrm>
          </p:contentPart>
        </mc:Choice>
        <mc:Fallback xmlns="">
          <p:pic>
            <p:nvPicPr>
              <p:cNvPr id="25" name="Ink 24">
                <a:extLst>
                  <a:ext uri="{FF2B5EF4-FFF2-40B4-BE49-F238E27FC236}">
                    <a16:creationId xmlns:a16="http://schemas.microsoft.com/office/drawing/2014/main" id="{188DC060-889F-F6BD-D229-2AE3B446F61B}"/>
                  </a:ext>
                </a:extLst>
              </p:cNvPr>
              <p:cNvPicPr/>
              <p:nvPr/>
            </p:nvPicPr>
            <p:blipFill>
              <a:blip r:embed="rId43"/>
              <a:stretch>
                <a:fillRect/>
              </a:stretch>
            </p:blipFill>
            <p:spPr>
              <a:xfrm>
                <a:off x="2848800" y="2338800"/>
                <a:ext cx="168840" cy="11520"/>
              </a:xfrm>
              <a:prstGeom prst="rect">
                <a:avLst/>
              </a:prstGeom>
            </p:spPr>
          </p:pic>
        </mc:Fallback>
      </mc:AlternateContent>
      <p:grpSp>
        <p:nvGrpSpPr>
          <p:cNvPr id="31" name="Group 30">
            <a:extLst>
              <a:ext uri="{FF2B5EF4-FFF2-40B4-BE49-F238E27FC236}">
                <a16:creationId xmlns:a16="http://schemas.microsoft.com/office/drawing/2014/main" id="{A703EBD1-0ED9-790D-7A2B-3151BE3FF9F8}"/>
              </a:ext>
            </a:extLst>
          </p:cNvPr>
          <p:cNvGrpSpPr/>
          <p:nvPr/>
        </p:nvGrpSpPr>
        <p:grpSpPr>
          <a:xfrm>
            <a:off x="3507240" y="1917600"/>
            <a:ext cx="1138680" cy="475920"/>
            <a:chOff x="3507240" y="1917600"/>
            <a:chExt cx="1138680" cy="475920"/>
          </a:xfrm>
        </p:grpSpPr>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929C9C0E-1175-9C0C-E8E3-2A51F3B2393F}"/>
                    </a:ext>
                  </a:extLst>
                </p14:cNvPr>
                <p14:cNvContentPartPr/>
                <p14:nvPr/>
              </p14:nvContentPartPr>
              <p14:xfrm>
                <a:off x="3507240" y="1985640"/>
                <a:ext cx="275400" cy="382680"/>
              </p14:xfrm>
            </p:contentPart>
          </mc:Choice>
          <mc:Fallback xmlns="">
            <p:pic>
              <p:nvPicPr>
                <p:cNvPr id="26" name="Ink 25">
                  <a:extLst>
                    <a:ext uri="{FF2B5EF4-FFF2-40B4-BE49-F238E27FC236}">
                      <a16:creationId xmlns:a16="http://schemas.microsoft.com/office/drawing/2014/main" id="{929C9C0E-1175-9C0C-E8E3-2A51F3B2393F}"/>
                    </a:ext>
                  </a:extLst>
                </p:cNvPr>
                <p:cNvPicPr/>
                <p:nvPr/>
              </p:nvPicPr>
              <p:blipFill>
                <a:blip r:embed="rId45"/>
                <a:stretch>
                  <a:fillRect/>
                </a:stretch>
              </p:blipFill>
              <p:spPr>
                <a:xfrm>
                  <a:off x="3502920" y="1981320"/>
                  <a:ext cx="28404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410124DA-5F64-1121-59D1-0A67C96F0743}"/>
                    </a:ext>
                  </a:extLst>
                </p14:cNvPr>
                <p14:cNvContentPartPr/>
                <p14:nvPr/>
              </p14:nvContentPartPr>
              <p14:xfrm>
                <a:off x="3907560" y="1917600"/>
                <a:ext cx="295560" cy="450720"/>
              </p14:xfrm>
            </p:contentPart>
          </mc:Choice>
          <mc:Fallback xmlns="">
            <p:pic>
              <p:nvPicPr>
                <p:cNvPr id="27" name="Ink 26">
                  <a:extLst>
                    <a:ext uri="{FF2B5EF4-FFF2-40B4-BE49-F238E27FC236}">
                      <a16:creationId xmlns:a16="http://schemas.microsoft.com/office/drawing/2014/main" id="{410124DA-5F64-1121-59D1-0A67C96F0743}"/>
                    </a:ext>
                  </a:extLst>
                </p:cNvPr>
                <p:cNvPicPr/>
                <p:nvPr/>
              </p:nvPicPr>
              <p:blipFill>
                <a:blip r:embed="rId47"/>
                <a:stretch>
                  <a:fillRect/>
                </a:stretch>
              </p:blipFill>
              <p:spPr>
                <a:xfrm>
                  <a:off x="3903240" y="1913280"/>
                  <a:ext cx="30420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F2FD7184-6702-E490-2BB0-54EFAE5DEE24}"/>
                    </a:ext>
                  </a:extLst>
                </p14:cNvPr>
                <p14:cNvContentPartPr/>
                <p14:nvPr/>
              </p14:nvContentPartPr>
              <p14:xfrm>
                <a:off x="4183320" y="2131440"/>
                <a:ext cx="154440" cy="121680"/>
              </p14:xfrm>
            </p:contentPart>
          </mc:Choice>
          <mc:Fallback xmlns="">
            <p:pic>
              <p:nvPicPr>
                <p:cNvPr id="28" name="Ink 27">
                  <a:extLst>
                    <a:ext uri="{FF2B5EF4-FFF2-40B4-BE49-F238E27FC236}">
                      <a16:creationId xmlns:a16="http://schemas.microsoft.com/office/drawing/2014/main" id="{F2FD7184-6702-E490-2BB0-54EFAE5DEE24}"/>
                    </a:ext>
                  </a:extLst>
                </p:cNvPr>
                <p:cNvPicPr/>
                <p:nvPr/>
              </p:nvPicPr>
              <p:blipFill>
                <a:blip r:embed="rId49"/>
                <a:stretch>
                  <a:fillRect/>
                </a:stretch>
              </p:blipFill>
              <p:spPr>
                <a:xfrm>
                  <a:off x="4179000" y="2127120"/>
                  <a:ext cx="1630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5801139E-B34A-5429-1F37-E363E73C4322}"/>
                    </a:ext>
                  </a:extLst>
                </p14:cNvPr>
                <p14:cNvContentPartPr/>
                <p14:nvPr/>
              </p14:nvContentPartPr>
              <p14:xfrm>
                <a:off x="4327680" y="1961880"/>
                <a:ext cx="104400" cy="133920"/>
              </p14:xfrm>
            </p:contentPart>
          </mc:Choice>
          <mc:Fallback xmlns="">
            <p:pic>
              <p:nvPicPr>
                <p:cNvPr id="29" name="Ink 28">
                  <a:extLst>
                    <a:ext uri="{FF2B5EF4-FFF2-40B4-BE49-F238E27FC236}">
                      <a16:creationId xmlns:a16="http://schemas.microsoft.com/office/drawing/2014/main" id="{5801139E-B34A-5429-1F37-E363E73C4322}"/>
                    </a:ext>
                  </a:extLst>
                </p:cNvPr>
                <p:cNvPicPr/>
                <p:nvPr/>
              </p:nvPicPr>
              <p:blipFill>
                <a:blip r:embed="rId51"/>
                <a:stretch>
                  <a:fillRect/>
                </a:stretch>
              </p:blipFill>
              <p:spPr>
                <a:xfrm>
                  <a:off x="4323360" y="1957560"/>
                  <a:ext cx="1130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7493DA03-0A47-9181-0304-967CC16E78F6}"/>
                    </a:ext>
                  </a:extLst>
                </p14:cNvPr>
                <p14:cNvContentPartPr/>
                <p14:nvPr/>
              </p14:nvContentPartPr>
              <p14:xfrm>
                <a:off x="4481760" y="1927320"/>
                <a:ext cx="164160" cy="466200"/>
              </p14:xfrm>
            </p:contentPart>
          </mc:Choice>
          <mc:Fallback xmlns="">
            <p:pic>
              <p:nvPicPr>
                <p:cNvPr id="30" name="Ink 29">
                  <a:extLst>
                    <a:ext uri="{FF2B5EF4-FFF2-40B4-BE49-F238E27FC236}">
                      <a16:creationId xmlns:a16="http://schemas.microsoft.com/office/drawing/2014/main" id="{7493DA03-0A47-9181-0304-967CC16E78F6}"/>
                    </a:ext>
                  </a:extLst>
                </p:cNvPr>
                <p:cNvPicPr/>
                <p:nvPr/>
              </p:nvPicPr>
              <p:blipFill>
                <a:blip r:embed="rId53"/>
                <a:stretch>
                  <a:fillRect/>
                </a:stretch>
              </p:blipFill>
              <p:spPr>
                <a:xfrm>
                  <a:off x="4477440" y="1923000"/>
                  <a:ext cx="172800" cy="474840"/>
                </a:xfrm>
                <a:prstGeom prst="rect">
                  <a:avLst/>
                </a:prstGeom>
              </p:spPr>
            </p:pic>
          </mc:Fallback>
        </mc:AlternateContent>
      </p:grpSp>
      <p:grpSp>
        <p:nvGrpSpPr>
          <p:cNvPr id="35" name="Group 34">
            <a:extLst>
              <a:ext uri="{FF2B5EF4-FFF2-40B4-BE49-F238E27FC236}">
                <a16:creationId xmlns:a16="http://schemas.microsoft.com/office/drawing/2014/main" id="{2857CAEA-ADE3-8DDF-6232-855BBB33B76B}"/>
              </a:ext>
            </a:extLst>
          </p:cNvPr>
          <p:cNvGrpSpPr/>
          <p:nvPr/>
        </p:nvGrpSpPr>
        <p:grpSpPr>
          <a:xfrm>
            <a:off x="5082240" y="2070240"/>
            <a:ext cx="481320" cy="225720"/>
            <a:chOff x="5082240" y="2070240"/>
            <a:chExt cx="481320" cy="225720"/>
          </a:xfrm>
        </p:grpSpPr>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EC25EE60-938D-A9E9-D9D9-C0039B949670}"/>
                    </a:ext>
                  </a:extLst>
                </p14:cNvPr>
                <p14:cNvContentPartPr/>
                <p14:nvPr/>
              </p14:nvContentPartPr>
              <p14:xfrm>
                <a:off x="5082240" y="2070240"/>
                <a:ext cx="447120" cy="78840"/>
              </p14:xfrm>
            </p:contentPart>
          </mc:Choice>
          <mc:Fallback xmlns="">
            <p:pic>
              <p:nvPicPr>
                <p:cNvPr id="33" name="Ink 32">
                  <a:extLst>
                    <a:ext uri="{FF2B5EF4-FFF2-40B4-BE49-F238E27FC236}">
                      <a16:creationId xmlns:a16="http://schemas.microsoft.com/office/drawing/2014/main" id="{EC25EE60-938D-A9E9-D9D9-C0039B949670}"/>
                    </a:ext>
                  </a:extLst>
                </p:cNvPr>
                <p:cNvPicPr/>
                <p:nvPr/>
              </p:nvPicPr>
              <p:blipFill>
                <a:blip r:embed="rId55"/>
                <a:stretch>
                  <a:fillRect/>
                </a:stretch>
              </p:blipFill>
              <p:spPr>
                <a:xfrm>
                  <a:off x="5077920" y="2065920"/>
                  <a:ext cx="4557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01EC204C-5A57-8F58-FD94-129A9698E44B}"/>
                    </a:ext>
                  </a:extLst>
                </p14:cNvPr>
                <p14:cNvContentPartPr/>
                <p14:nvPr/>
              </p14:nvContentPartPr>
              <p14:xfrm>
                <a:off x="5157480" y="2204880"/>
                <a:ext cx="406080" cy="91080"/>
              </p14:xfrm>
            </p:contentPart>
          </mc:Choice>
          <mc:Fallback xmlns="">
            <p:pic>
              <p:nvPicPr>
                <p:cNvPr id="34" name="Ink 33">
                  <a:extLst>
                    <a:ext uri="{FF2B5EF4-FFF2-40B4-BE49-F238E27FC236}">
                      <a16:creationId xmlns:a16="http://schemas.microsoft.com/office/drawing/2014/main" id="{01EC204C-5A57-8F58-FD94-129A9698E44B}"/>
                    </a:ext>
                  </a:extLst>
                </p:cNvPr>
                <p:cNvPicPr/>
                <p:nvPr/>
              </p:nvPicPr>
              <p:blipFill>
                <a:blip r:embed="rId57"/>
                <a:stretch>
                  <a:fillRect/>
                </a:stretch>
              </p:blipFill>
              <p:spPr>
                <a:xfrm>
                  <a:off x="5153160" y="2200560"/>
                  <a:ext cx="414720" cy="99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4954F280-F4FD-40A1-04EC-4B7276A2BA5E}"/>
                  </a:ext>
                </a:extLst>
              </p14:cNvPr>
              <p14:cNvContentPartPr/>
              <p14:nvPr/>
            </p14:nvContentPartPr>
            <p14:xfrm>
              <a:off x="6169800" y="1803480"/>
              <a:ext cx="87480" cy="325080"/>
            </p14:xfrm>
          </p:contentPart>
        </mc:Choice>
        <mc:Fallback xmlns="">
          <p:pic>
            <p:nvPicPr>
              <p:cNvPr id="36" name="Ink 35">
                <a:extLst>
                  <a:ext uri="{FF2B5EF4-FFF2-40B4-BE49-F238E27FC236}">
                    <a16:creationId xmlns:a16="http://schemas.microsoft.com/office/drawing/2014/main" id="{4954F280-F4FD-40A1-04EC-4B7276A2BA5E}"/>
                  </a:ext>
                </a:extLst>
              </p:cNvPr>
              <p:cNvPicPr/>
              <p:nvPr/>
            </p:nvPicPr>
            <p:blipFill>
              <a:blip r:embed="rId59"/>
              <a:stretch>
                <a:fillRect/>
              </a:stretch>
            </p:blipFill>
            <p:spPr>
              <a:xfrm>
                <a:off x="6165480" y="1799160"/>
                <a:ext cx="96120" cy="333720"/>
              </a:xfrm>
              <a:prstGeom prst="rect">
                <a:avLst/>
              </a:prstGeom>
            </p:spPr>
          </p:pic>
        </mc:Fallback>
      </mc:AlternateContent>
      <p:grpSp>
        <p:nvGrpSpPr>
          <p:cNvPr id="44" name="Group 43">
            <a:extLst>
              <a:ext uri="{FF2B5EF4-FFF2-40B4-BE49-F238E27FC236}">
                <a16:creationId xmlns:a16="http://schemas.microsoft.com/office/drawing/2014/main" id="{1AF8400C-F9E6-6BD0-A3D8-B82BD2B2813A}"/>
              </a:ext>
            </a:extLst>
          </p:cNvPr>
          <p:cNvGrpSpPr/>
          <p:nvPr/>
        </p:nvGrpSpPr>
        <p:grpSpPr>
          <a:xfrm>
            <a:off x="6555000" y="1844520"/>
            <a:ext cx="687960" cy="219240"/>
            <a:chOff x="6555000" y="1844520"/>
            <a:chExt cx="687960" cy="219240"/>
          </a:xfrm>
        </p:grpSpPr>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ED4A2AE5-91D5-3B55-E17C-F9D0B961CDAB}"/>
                    </a:ext>
                  </a:extLst>
                </p14:cNvPr>
                <p14:cNvContentPartPr/>
                <p14:nvPr/>
              </p14:nvContentPartPr>
              <p14:xfrm>
                <a:off x="6555000" y="1898520"/>
                <a:ext cx="192960" cy="150480"/>
              </p14:xfrm>
            </p:contentPart>
          </mc:Choice>
          <mc:Fallback xmlns="">
            <p:pic>
              <p:nvPicPr>
                <p:cNvPr id="37" name="Ink 36">
                  <a:extLst>
                    <a:ext uri="{FF2B5EF4-FFF2-40B4-BE49-F238E27FC236}">
                      <a16:creationId xmlns:a16="http://schemas.microsoft.com/office/drawing/2014/main" id="{ED4A2AE5-91D5-3B55-E17C-F9D0B961CDAB}"/>
                    </a:ext>
                  </a:extLst>
                </p:cNvPr>
                <p:cNvPicPr/>
                <p:nvPr/>
              </p:nvPicPr>
              <p:blipFill>
                <a:blip r:embed="rId61"/>
                <a:stretch>
                  <a:fillRect/>
                </a:stretch>
              </p:blipFill>
              <p:spPr>
                <a:xfrm>
                  <a:off x="6550680" y="1894200"/>
                  <a:ext cx="2016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11FA7895-3E2F-04C6-CAE9-599F1F059F55}"/>
                    </a:ext>
                  </a:extLst>
                </p14:cNvPr>
                <p14:cNvContentPartPr/>
                <p14:nvPr/>
              </p14:nvContentPartPr>
              <p14:xfrm>
                <a:off x="6851280" y="1872600"/>
                <a:ext cx="152280" cy="191160"/>
              </p14:xfrm>
            </p:contentPart>
          </mc:Choice>
          <mc:Fallback xmlns="">
            <p:pic>
              <p:nvPicPr>
                <p:cNvPr id="38" name="Ink 37">
                  <a:extLst>
                    <a:ext uri="{FF2B5EF4-FFF2-40B4-BE49-F238E27FC236}">
                      <a16:creationId xmlns:a16="http://schemas.microsoft.com/office/drawing/2014/main" id="{11FA7895-3E2F-04C6-CAE9-599F1F059F55}"/>
                    </a:ext>
                  </a:extLst>
                </p:cNvPr>
                <p:cNvPicPr/>
                <p:nvPr/>
              </p:nvPicPr>
              <p:blipFill>
                <a:blip r:embed="rId63"/>
                <a:stretch>
                  <a:fillRect/>
                </a:stretch>
              </p:blipFill>
              <p:spPr>
                <a:xfrm>
                  <a:off x="6846960" y="1868280"/>
                  <a:ext cx="1609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381DEFDC-A38A-AC49-C9BF-9538BACCC705}"/>
                    </a:ext>
                  </a:extLst>
                </p14:cNvPr>
                <p14:cNvContentPartPr/>
                <p14:nvPr/>
              </p14:nvContentPartPr>
              <p14:xfrm>
                <a:off x="7086000" y="1844520"/>
                <a:ext cx="156960" cy="183960"/>
              </p14:xfrm>
            </p:contentPart>
          </mc:Choice>
          <mc:Fallback xmlns="">
            <p:pic>
              <p:nvPicPr>
                <p:cNvPr id="39" name="Ink 38">
                  <a:extLst>
                    <a:ext uri="{FF2B5EF4-FFF2-40B4-BE49-F238E27FC236}">
                      <a16:creationId xmlns:a16="http://schemas.microsoft.com/office/drawing/2014/main" id="{381DEFDC-A38A-AC49-C9BF-9538BACCC705}"/>
                    </a:ext>
                  </a:extLst>
                </p:cNvPr>
                <p:cNvPicPr/>
                <p:nvPr/>
              </p:nvPicPr>
              <p:blipFill>
                <a:blip r:embed="rId65"/>
                <a:stretch>
                  <a:fillRect/>
                </a:stretch>
              </p:blipFill>
              <p:spPr>
                <a:xfrm>
                  <a:off x="7081680" y="1840200"/>
                  <a:ext cx="165600" cy="192600"/>
                </a:xfrm>
                <a:prstGeom prst="rect">
                  <a:avLst/>
                </a:prstGeom>
              </p:spPr>
            </p:pic>
          </mc:Fallback>
        </mc:AlternateContent>
      </p:grpSp>
      <p:grpSp>
        <p:nvGrpSpPr>
          <p:cNvPr id="43" name="Group 42">
            <a:extLst>
              <a:ext uri="{FF2B5EF4-FFF2-40B4-BE49-F238E27FC236}">
                <a16:creationId xmlns:a16="http://schemas.microsoft.com/office/drawing/2014/main" id="{C4988AAA-0D19-5F68-1D3A-FFBB6621000E}"/>
              </a:ext>
            </a:extLst>
          </p:cNvPr>
          <p:cNvGrpSpPr/>
          <p:nvPr/>
        </p:nvGrpSpPr>
        <p:grpSpPr>
          <a:xfrm>
            <a:off x="7584600" y="1769280"/>
            <a:ext cx="798120" cy="249480"/>
            <a:chOff x="7584600" y="1769280"/>
            <a:chExt cx="798120" cy="249480"/>
          </a:xfrm>
        </p:grpSpPr>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9677D9C6-E5A6-212A-A3F8-86CEC1A2A6DF}"/>
                    </a:ext>
                  </a:extLst>
                </p14:cNvPr>
                <p14:cNvContentPartPr/>
                <p14:nvPr/>
              </p14:nvContentPartPr>
              <p14:xfrm>
                <a:off x="7584600" y="1839840"/>
                <a:ext cx="150840" cy="169200"/>
              </p14:xfrm>
            </p:contentPart>
          </mc:Choice>
          <mc:Fallback xmlns="">
            <p:pic>
              <p:nvPicPr>
                <p:cNvPr id="40" name="Ink 39">
                  <a:extLst>
                    <a:ext uri="{FF2B5EF4-FFF2-40B4-BE49-F238E27FC236}">
                      <a16:creationId xmlns:a16="http://schemas.microsoft.com/office/drawing/2014/main" id="{9677D9C6-E5A6-212A-A3F8-86CEC1A2A6DF}"/>
                    </a:ext>
                  </a:extLst>
                </p:cNvPr>
                <p:cNvPicPr/>
                <p:nvPr/>
              </p:nvPicPr>
              <p:blipFill>
                <a:blip r:embed="rId67"/>
                <a:stretch>
                  <a:fillRect/>
                </a:stretch>
              </p:blipFill>
              <p:spPr>
                <a:xfrm>
                  <a:off x="7580280" y="1835520"/>
                  <a:ext cx="1594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947AE57B-5C54-C5C1-2B31-8520AF6401AF}"/>
                    </a:ext>
                  </a:extLst>
                </p14:cNvPr>
                <p14:cNvContentPartPr/>
                <p14:nvPr/>
              </p14:nvContentPartPr>
              <p14:xfrm>
                <a:off x="7795920" y="1817520"/>
                <a:ext cx="232920" cy="193680"/>
              </p14:xfrm>
            </p:contentPart>
          </mc:Choice>
          <mc:Fallback xmlns="">
            <p:pic>
              <p:nvPicPr>
                <p:cNvPr id="41" name="Ink 40">
                  <a:extLst>
                    <a:ext uri="{FF2B5EF4-FFF2-40B4-BE49-F238E27FC236}">
                      <a16:creationId xmlns:a16="http://schemas.microsoft.com/office/drawing/2014/main" id="{947AE57B-5C54-C5C1-2B31-8520AF6401AF}"/>
                    </a:ext>
                  </a:extLst>
                </p:cNvPr>
                <p:cNvPicPr/>
                <p:nvPr/>
              </p:nvPicPr>
              <p:blipFill>
                <a:blip r:embed="rId69"/>
                <a:stretch>
                  <a:fillRect/>
                </a:stretch>
              </p:blipFill>
              <p:spPr>
                <a:xfrm>
                  <a:off x="7791600" y="1813200"/>
                  <a:ext cx="2415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2602920B-8588-DD1D-4EEC-09ED5BF3729D}"/>
                    </a:ext>
                  </a:extLst>
                </p14:cNvPr>
                <p14:cNvContentPartPr/>
                <p14:nvPr/>
              </p14:nvContentPartPr>
              <p14:xfrm>
                <a:off x="8150520" y="1769280"/>
                <a:ext cx="232200" cy="249480"/>
              </p14:xfrm>
            </p:contentPart>
          </mc:Choice>
          <mc:Fallback xmlns="">
            <p:pic>
              <p:nvPicPr>
                <p:cNvPr id="42" name="Ink 41">
                  <a:extLst>
                    <a:ext uri="{FF2B5EF4-FFF2-40B4-BE49-F238E27FC236}">
                      <a16:creationId xmlns:a16="http://schemas.microsoft.com/office/drawing/2014/main" id="{2602920B-8588-DD1D-4EEC-09ED5BF3729D}"/>
                    </a:ext>
                  </a:extLst>
                </p:cNvPr>
                <p:cNvPicPr/>
                <p:nvPr/>
              </p:nvPicPr>
              <p:blipFill>
                <a:blip r:embed="rId71"/>
                <a:stretch>
                  <a:fillRect/>
                </a:stretch>
              </p:blipFill>
              <p:spPr>
                <a:xfrm>
                  <a:off x="8146200" y="1764960"/>
                  <a:ext cx="240840" cy="258120"/>
                </a:xfrm>
                <a:prstGeom prst="rect">
                  <a:avLst/>
                </a:prstGeom>
              </p:spPr>
            </p:pic>
          </mc:Fallback>
        </mc:AlternateContent>
      </p:grpSp>
      <p:grpSp>
        <p:nvGrpSpPr>
          <p:cNvPr id="58" name="Group 57">
            <a:extLst>
              <a:ext uri="{FF2B5EF4-FFF2-40B4-BE49-F238E27FC236}">
                <a16:creationId xmlns:a16="http://schemas.microsoft.com/office/drawing/2014/main" id="{33CE1DC5-0608-E59B-2F70-E0CAEC1BD883}"/>
              </a:ext>
            </a:extLst>
          </p:cNvPr>
          <p:cNvGrpSpPr/>
          <p:nvPr/>
        </p:nvGrpSpPr>
        <p:grpSpPr>
          <a:xfrm>
            <a:off x="701400" y="3344280"/>
            <a:ext cx="543240" cy="529200"/>
            <a:chOff x="701400" y="3344280"/>
            <a:chExt cx="543240" cy="529200"/>
          </a:xfrm>
        </p:grpSpPr>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937695C4-3FE9-7B72-F896-58D12A988D32}"/>
                    </a:ext>
                  </a:extLst>
                </p14:cNvPr>
                <p14:cNvContentPartPr/>
                <p14:nvPr/>
              </p14:nvContentPartPr>
              <p14:xfrm>
                <a:off x="701400" y="3393600"/>
                <a:ext cx="71640" cy="479880"/>
              </p14:xfrm>
            </p:contentPart>
          </mc:Choice>
          <mc:Fallback xmlns="">
            <p:pic>
              <p:nvPicPr>
                <p:cNvPr id="45" name="Ink 44">
                  <a:extLst>
                    <a:ext uri="{FF2B5EF4-FFF2-40B4-BE49-F238E27FC236}">
                      <a16:creationId xmlns:a16="http://schemas.microsoft.com/office/drawing/2014/main" id="{937695C4-3FE9-7B72-F896-58D12A988D32}"/>
                    </a:ext>
                  </a:extLst>
                </p:cNvPr>
                <p:cNvPicPr/>
                <p:nvPr/>
              </p:nvPicPr>
              <p:blipFill>
                <a:blip r:embed="rId73"/>
                <a:stretch>
                  <a:fillRect/>
                </a:stretch>
              </p:blipFill>
              <p:spPr>
                <a:xfrm>
                  <a:off x="697080" y="3389280"/>
                  <a:ext cx="80280"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F1D44FCB-BB38-C59E-39E0-85DA570FF688}"/>
                    </a:ext>
                  </a:extLst>
                </p14:cNvPr>
                <p14:cNvContentPartPr/>
                <p14:nvPr/>
              </p14:nvContentPartPr>
              <p14:xfrm>
                <a:off x="822360" y="3344280"/>
                <a:ext cx="254520" cy="63720"/>
              </p14:xfrm>
            </p:contentPart>
          </mc:Choice>
          <mc:Fallback xmlns="">
            <p:pic>
              <p:nvPicPr>
                <p:cNvPr id="46" name="Ink 45">
                  <a:extLst>
                    <a:ext uri="{FF2B5EF4-FFF2-40B4-BE49-F238E27FC236}">
                      <a16:creationId xmlns:a16="http://schemas.microsoft.com/office/drawing/2014/main" id="{F1D44FCB-BB38-C59E-39E0-85DA570FF688}"/>
                    </a:ext>
                  </a:extLst>
                </p:cNvPr>
                <p:cNvPicPr/>
                <p:nvPr/>
              </p:nvPicPr>
              <p:blipFill>
                <a:blip r:embed="rId75"/>
                <a:stretch>
                  <a:fillRect/>
                </a:stretch>
              </p:blipFill>
              <p:spPr>
                <a:xfrm>
                  <a:off x="818040" y="3339960"/>
                  <a:ext cx="2631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3FFE8624-14A1-0F3A-6CD2-AEB9A5DB5369}"/>
                    </a:ext>
                  </a:extLst>
                </p14:cNvPr>
                <p14:cNvContentPartPr/>
                <p14:nvPr/>
              </p14:nvContentPartPr>
              <p14:xfrm>
                <a:off x="718680" y="3590880"/>
                <a:ext cx="212040" cy="55800"/>
              </p14:xfrm>
            </p:contentPart>
          </mc:Choice>
          <mc:Fallback xmlns="">
            <p:pic>
              <p:nvPicPr>
                <p:cNvPr id="47" name="Ink 46">
                  <a:extLst>
                    <a:ext uri="{FF2B5EF4-FFF2-40B4-BE49-F238E27FC236}">
                      <a16:creationId xmlns:a16="http://schemas.microsoft.com/office/drawing/2014/main" id="{3FFE8624-14A1-0F3A-6CD2-AEB9A5DB5369}"/>
                    </a:ext>
                  </a:extLst>
                </p:cNvPr>
                <p:cNvPicPr/>
                <p:nvPr/>
              </p:nvPicPr>
              <p:blipFill>
                <a:blip r:embed="rId77"/>
                <a:stretch>
                  <a:fillRect/>
                </a:stretch>
              </p:blipFill>
              <p:spPr>
                <a:xfrm>
                  <a:off x="714360" y="3586560"/>
                  <a:ext cx="2206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6AFB1FA5-B1D2-B203-D999-D745D57B991B}"/>
                    </a:ext>
                  </a:extLst>
                </p14:cNvPr>
                <p14:cNvContentPartPr/>
                <p14:nvPr/>
              </p14:nvContentPartPr>
              <p14:xfrm>
                <a:off x="955560" y="3603840"/>
                <a:ext cx="145080" cy="153720"/>
              </p14:xfrm>
            </p:contentPart>
          </mc:Choice>
          <mc:Fallback xmlns="">
            <p:pic>
              <p:nvPicPr>
                <p:cNvPr id="48" name="Ink 47">
                  <a:extLst>
                    <a:ext uri="{FF2B5EF4-FFF2-40B4-BE49-F238E27FC236}">
                      <a16:creationId xmlns:a16="http://schemas.microsoft.com/office/drawing/2014/main" id="{6AFB1FA5-B1D2-B203-D999-D745D57B991B}"/>
                    </a:ext>
                  </a:extLst>
                </p:cNvPr>
                <p:cNvPicPr/>
                <p:nvPr/>
              </p:nvPicPr>
              <p:blipFill>
                <a:blip r:embed="rId79"/>
                <a:stretch>
                  <a:fillRect/>
                </a:stretch>
              </p:blipFill>
              <p:spPr>
                <a:xfrm>
                  <a:off x="951240" y="3599520"/>
                  <a:ext cx="1537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210F4345-81FC-E668-D7EA-81D394AF61EC}"/>
                    </a:ext>
                  </a:extLst>
                </p14:cNvPr>
                <p14:cNvContentPartPr/>
                <p14:nvPr/>
              </p14:nvContentPartPr>
              <p14:xfrm>
                <a:off x="1140240" y="3536520"/>
                <a:ext cx="104400" cy="127440"/>
              </p14:xfrm>
            </p:contentPart>
          </mc:Choice>
          <mc:Fallback xmlns="">
            <p:pic>
              <p:nvPicPr>
                <p:cNvPr id="49" name="Ink 48">
                  <a:extLst>
                    <a:ext uri="{FF2B5EF4-FFF2-40B4-BE49-F238E27FC236}">
                      <a16:creationId xmlns:a16="http://schemas.microsoft.com/office/drawing/2014/main" id="{210F4345-81FC-E668-D7EA-81D394AF61EC}"/>
                    </a:ext>
                  </a:extLst>
                </p:cNvPr>
                <p:cNvPicPr/>
                <p:nvPr/>
              </p:nvPicPr>
              <p:blipFill>
                <a:blip r:embed="rId81"/>
                <a:stretch>
                  <a:fillRect/>
                </a:stretch>
              </p:blipFill>
              <p:spPr>
                <a:xfrm>
                  <a:off x="1135920" y="3532200"/>
                  <a:ext cx="113040" cy="136080"/>
                </a:xfrm>
                <a:prstGeom prst="rect">
                  <a:avLst/>
                </a:prstGeom>
              </p:spPr>
            </p:pic>
          </mc:Fallback>
        </mc:AlternateContent>
      </p:grpSp>
      <p:grpSp>
        <p:nvGrpSpPr>
          <p:cNvPr id="57" name="Group 56">
            <a:extLst>
              <a:ext uri="{FF2B5EF4-FFF2-40B4-BE49-F238E27FC236}">
                <a16:creationId xmlns:a16="http://schemas.microsoft.com/office/drawing/2014/main" id="{7EC7342C-EECD-C206-396F-7B201DF1FEE8}"/>
              </a:ext>
            </a:extLst>
          </p:cNvPr>
          <p:cNvGrpSpPr/>
          <p:nvPr/>
        </p:nvGrpSpPr>
        <p:grpSpPr>
          <a:xfrm>
            <a:off x="1919640" y="3150240"/>
            <a:ext cx="1145520" cy="515880"/>
            <a:chOff x="1919640" y="3150240"/>
            <a:chExt cx="1145520" cy="515880"/>
          </a:xfrm>
        </p:grpSpPr>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ACA27C4C-AD2B-E63C-42BF-B5F230580A4B}"/>
                    </a:ext>
                  </a:extLst>
                </p14:cNvPr>
                <p14:cNvContentPartPr/>
                <p14:nvPr/>
              </p14:nvContentPartPr>
              <p14:xfrm>
                <a:off x="1919640" y="3430680"/>
                <a:ext cx="40680" cy="164160"/>
              </p14:xfrm>
            </p:contentPart>
          </mc:Choice>
          <mc:Fallback xmlns="">
            <p:pic>
              <p:nvPicPr>
                <p:cNvPr id="50" name="Ink 49">
                  <a:extLst>
                    <a:ext uri="{FF2B5EF4-FFF2-40B4-BE49-F238E27FC236}">
                      <a16:creationId xmlns:a16="http://schemas.microsoft.com/office/drawing/2014/main" id="{ACA27C4C-AD2B-E63C-42BF-B5F230580A4B}"/>
                    </a:ext>
                  </a:extLst>
                </p:cNvPr>
                <p:cNvPicPr/>
                <p:nvPr/>
              </p:nvPicPr>
              <p:blipFill>
                <a:blip r:embed="rId83"/>
                <a:stretch>
                  <a:fillRect/>
                </a:stretch>
              </p:blipFill>
              <p:spPr>
                <a:xfrm>
                  <a:off x="1915320" y="3426360"/>
                  <a:ext cx="493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00328954-EE71-1558-4248-24D77ED5074D}"/>
                    </a:ext>
                  </a:extLst>
                </p14:cNvPr>
                <p14:cNvContentPartPr/>
                <p14:nvPr/>
              </p14:nvContentPartPr>
              <p14:xfrm>
                <a:off x="1919640" y="3296400"/>
                <a:ext cx="156600" cy="369720"/>
              </p14:xfrm>
            </p:contentPart>
          </mc:Choice>
          <mc:Fallback xmlns="">
            <p:pic>
              <p:nvPicPr>
                <p:cNvPr id="51" name="Ink 50">
                  <a:extLst>
                    <a:ext uri="{FF2B5EF4-FFF2-40B4-BE49-F238E27FC236}">
                      <a16:creationId xmlns:a16="http://schemas.microsoft.com/office/drawing/2014/main" id="{00328954-EE71-1558-4248-24D77ED5074D}"/>
                    </a:ext>
                  </a:extLst>
                </p:cNvPr>
                <p:cNvPicPr/>
                <p:nvPr/>
              </p:nvPicPr>
              <p:blipFill>
                <a:blip r:embed="rId85"/>
                <a:stretch>
                  <a:fillRect/>
                </a:stretch>
              </p:blipFill>
              <p:spPr>
                <a:xfrm>
                  <a:off x="1915320" y="3292080"/>
                  <a:ext cx="16524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102F0AF6-7CE9-16A8-994E-A2C25D29A6EF}"/>
                    </a:ext>
                  </a:extLst>
                </p14:cNvPr>
                <p14:cNvContentPartPr/>
                <p14:nvPr/>
              </p14:nvContentPartPr>
              <p14:xfrm>
                <a:off x="2163360" y="3548400"/>
                <a:ext cx="116640" cy="55800"/>
              </p14:xfrm>
            </p:contentPart>
          </mc:Choice>
          <mc:Fallback xmlns="">
            <p:pic>
              <p:nvPicPr>
                <p:cNvPr id="52" name="Ink 51">
                  <a:extLst>
                    <a:ext uri="{FF2B5EF4-FFF2-40B4-BE49-F238E27FC236}">
                      <a16:creationId xmlns:a16="http://schemas.microsoft.com/office/drawing/2014/main" id="{102F0AF6-7CE9-16A8-994E-A2C25D29A6EF}"/>
                    </a:ext>
                  </a:extLst>
                </p:cNvPr>
                <p:cNvPicPr/>
                <p:nvPr/>
              </p:nvPicPr>
              <p:blipFill>
                <a:blip r:embed="rId87"/>
                <a:stretch>
                  <a:fillRect/>
                </a:stretch>
              </p:blipFill>
              <p:spPr>
                <a:xfrm>
                  <a:off x="2159040" y="3544080"/>
                  <a:ext cx="1252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44CB46F6-FF85-0FAF-1AFE-2B7260B8254F}"/>
                    </a:ext>
                  </a:extLst>
                </p14:cNvPr>
                <p14:cNvContentPartPr/>
                <p14:nvPr/>
              </p14:nvContentPartPr>
              <p14:xfrm>
                <a:off x="2369280" y="3265440"/>
                <a:ext cx="144360" cy="295920"/>
              </p14:xfrm>
            </p:contentPart>
          </mc:Choice>
          <mc:Fallback xmlns="">
            <p:pic>
              <p:nvPicPr>
                <p:cNvPr id="53" name="Ink 52">
                  <a:extLst>
                    <a:ext uri="{FF2B5EF4-FFF2-40B4-BE49-F238E27FC236}">
                      <a16:creationId xmlns:a16="http://schemas.microsoft.com/office/drawing/2014/main" id="{44CB46F6-FF85-0FAF-1AFE-2B7260B8254F}"/>
                    </a:ext>
                  </a:extLst>
                </p:cNvPr>
                <p:cNvPicPr/>
                <p:nvPr/>
              </p:nvPicPr>
              <p:blipFill>
                <a:blip r:embed="rId89"/>
                <a:stretch>
                  <a:fillRect/>
                </a:stretch>
              </p:blipFill>
              <p:spPr>
                <a:xfrm>
                  <a:off x="2364960" y="3261120"/>
                  <a:ext cx="15300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1A0BEEA4-30BB-6FBF-28A1-365131099DE6}"/>
                    </a:ext>
                  </a:extLst>
                </p14:cNvPr>
                <p14:cNvContentPartPr/>
                <p14:nvPr/>
              </p14:nvContentPartPr>
              <p14:xfrm>
                <a:off x="2636400" y="3197760"/>
                <a:ext cx="123840" cy="292320"/>
              </p14:xfrm>
            </p:contentPart>
          </mc:Choice>
          <mc:Fallback xmlns="">
            <p:pic>
              <p:nvPicPr>
                <p:cNvPr id="54" name="Ink 53">
                  <a:extLst>
                    <a:ext uri="{FF2B5EF4-FFF2-40B4-BE49-F238E27FC236}">
                      <a16:creationId xmlns:a16="http://schemas.microsoft.com/office/drawing/2014/main" id="{1A0BEEA4-30BB-6FBF-28A1-365131099DE6}"/>
                    </a:ext>
                  </a:extLst>
                </p:cNvPr>
                <p:cNvPicPr/>
                <p:nvPr/>
              </p:nvPicPr>
              <p:blipFill>
                <a:blip r:embed="rId91"/>
                <a:stretch>
                  <a:fillRect/>
                </a:stretch>
              </p:blipFill>
              <p:spPr>
                <a:xfrm>
                  <a:off x="2632080" y="3193440"/>
                  <a:ext cx="1324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4EE8DE10-69CB-8DF8-8ECE-1A09EE6F4329}"/>
                    </a:ext>
                  </a:extLst>
                </p14:cNvPr>
                <p14:cNvContentPartPr/>
                <p14:nvPr/>
              </p14:nvContentPartPr>
              <p14:xfrm>
                <a:off x="2865000" y="3150240"/>
                <a:ext cx="44640" cy="292320"/>
              </p14:xfrm>
            </p:contentPart>
          </mc:Choice>
          <mc:Fallback xmlns="">
            <p:pic>
              <p:nvPicPr>
                <p:cNvPr id="55" name="Ink 54">
                  <a:extLst>
                    <a:ext uri="{FF2B5EF4-FFF2-40B4-BE49-F238E27FC236}">
                      <a16:creationId xmlns:a16="http://schemas.microsoft.com/office/drawing/2014/main" id="{4EE8DE10-69CB-8DF8-8ECE-1A09EE6F4329}"/>
                    </a:ext>
                  </a:extLst>
                </p:cNvPr>
                <p:cNvPicPr/>
                <p:nvPr/>
              </p:nvPicPr>
              <p:blipFill>
                <a:blip r:embed="rId93"/>
                <a:stretch>
                  <a:fillRect/>
                </a:stretch>
              </p:blipFill>
              <p:spPr>
                <a:xfrm>
                  <a:off x="2860680" y="3145920"/>
                  <a:ext cx="532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1FC6FA19-3C40-746C-A638-5E497ED5FFBE}"/>
                    </a:ext>
                  </a:extLst>
                </p14:cNvPr>
                <p14:cNvContentPartPr/>
                <p14:nvPr/>
              </p14:nvContentPartPr>
              <p14:xfrm>
                <a:off x="2930160" y="3361200"/>
                <a:ext cx="135000" cy="71640"/>
              </p14:xfrm>
            </p:contentPart>
          </mc:Choice>
          <mc:Fallback xmlns="">
            <p:pic>
              <p:nvPicPr>
                <p:cNvPr id="56" name="Ink 55">
                  <a:extLst>
                    <a:ext uri="{FF2B5EF4-FFF2-40B4-BE49-F238E27FC236}">
                      <a16:creationId xmlns:a16="http://schemas.microsoft.com/office/drawing/2014/main" id="{1FC6FA19-3C40-746C-A638-5E497ED5FFBE}"/>
                    </a:ext>
                  </a:extLst>
                </p:cNvPr>
                <p:cNvPicPr/>
                <p:nvPr/>
              </p:nvPicPr>
              <p:blipFill>
                <a:blip r:embed="rId95"/>
                <a:stretch>
                  <a:fillRect/>
                </a:stretch>
              </p:blipFill>
              <p:spPr>
                <a:xfrm>
                  <a:off x="2925840" y="3356880"/>
                  <a:ext cx="143640" cy="80280"/>
                </a:xfrm>
                <a:prstGeom prst="rect">
                  <a:avLst/>
                </a:prstGeom>
              </p:spPr>
            </p:pic>
          </mc:Fallback>
        </mc:AlternateContent>
      </p:grpSp>
      <p:grpSp>
        <p:nvGrpSpPr>
          <p:cNvPr id="81" name="Group 80">
            <a:extLst>
              <a:ext uri="{FF2B5EF4-FFF2-40B4-BE49-F238E27FC236}">
                <a16:creationId xmlns:a16="http://schemas.microsoft.com/office/drawing/2014/main" id="{73277FE9-6A44-02E6-9ADE-F8CB22808396}"/>
              </a:ext>
            </a:extLst>
          </p:cNvPr>
          <p:cNvGrpSpPr/>
          <p:nvPr/>
        </p:nvGrpSpPr>
        <p:grpSpPr>
          <a:xfrm>
            <a:off x="3503280" y="3093720"/>
            <a:ext cx="782640" cy="351360"/>
            <a:chOff x="3503280" y="3093720"/>
            <a:chExt cx="782640" cy="351360"/>
          </a:xfrm>
        </p:grpSpPr>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0EC078A5-847E-0D3D-ECD1-39DE8BD15AF7}"/>
                    </a:ext>
                  </a:extLst>
                </p14:cNvPr>
                <p14:cNvContentPartPr/>
                <p14:nvPr/>
              </p14:nvContentPartPr>
              <p14:xfrm>
                <a:off x="3503280" y="3093720"/>
                <a:ext cx="203040" cy="299520"/>
              </p14:xfrm>
            </p:contentPart>
          </mc:Choice>
          <mc:Fallback xmlns="">
            <p:pic>
              <p:nvPicPr>
                <p:cNvPr id="59" name="Ink 58">
                  <a:extLst>
                    <a:ext uri="{FF2B5EF4-FFF2-40B4-BE49-F238E27FC236}">
                      <a16:creationId xmlns:a16="http://schemas.microsoft.com/office/drawing/2014/main" id="{0EC078A5-847E-0D3D-ECD1-39DE8BD15AF7}"/>
                    </a:ext>
                  </a:extLst>
                </p:cNvPr>
                <p:cNvPicPr/>
                <p:nvPr/>
              </p:nvPicPr>
              <p:blipFill>
                <a:blip r:embed="rId97"/>
                <a:stretch>
                  <a:fillRect/>
                </a:stretch>
              </p:blipFill>
              <p:spPr>
                <a:xfrm>
                  <a:off x="3498960" y="3089400"/>
                  <a:ext cx="2116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5EBDD66E-2939-6FA9-EE6B-380EA2B508E3}"/>
                    </a:ext>
                  </a:extLst>
                </p14:cNvPr>
                <p14:cNvContentPartPr/>
                <p14:nvPr/>
              </p14:nvContentPartPr>
              <p14:xfrm>
                <a:off x="3692280" y="3273720"/>
                <a:ext cx="270000" cy="171360"/>
              </p14:xfrm>
            </p:contentPart>
          </mc:Choice>
          <mc:Fallback xmlns="">
            <p:pic>
              <p:nvPicPr>
                <p:cNvPr id="60" name="Ink 59">
                  <a:extLst>
                    <a:ext uri="{FF2B5EF4-FFF2-40B4-BE49-F238E27FC236}">
                      <a16:creationId xmlns:a16="http://schemas.microsoft.com/office/drawing/2014/main" id="{5EBDD66E-2939-6FA9-EE6B-380EA2B508E3}"/>
                    </a:ext>
                  </a:extLst>
                </p:cNvPr>
                <p:cNvPicPr/>
                <p:nvPr/>
              </p:nvPicPr>
              <p:blipFill>
                <a:blip r:embed="rId99"/>
                <a:stretch>
                  <a:fillRect/>
                </a:stretch>
              </p:blipFill>
              <p:spPr>
                <a:xfrm>
                  <a:off x="3687960" y="3269400"/>
                  <a:ext cx="2786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9880D7D9-70D3-E427-0D13-FA61F15F31BD}"/>
                    </a:ext>
                  </a:extLst>
                </p14:cNvPr>
                <p14:cNvContentPartPr/>
                <p14:nvPr/>
              </p14:nvContentPartPr>
              <p14:xfrm>
                <a:off x="4150560" y="3105960"/>
                <a:ext cx="56160" cy="287640"/>
              </p14:xfrm>
            </p:contentPart>
          </mc:Choice>
          <mc:Fallback xmlns="">
            <p:pic>
              <p:nvPicPr>
                <p:cNvPr id="61" name="Ink 60">
                  <a:extLst>
                    <a:ext uri="{FF2B5EF4-FFF2-40B4-BE49-F238E27FC236}">
                      <a16:creationId xmlns:a16="http://schemas.microsoft.com/office/drawing/2014/main" id="{9880D7D9-70D3-E427-0D13-FA61F15F31BD}"/>
                    </a:ext>
                  </a:extLst>
                </p:cNvPr>
                <p:cNvPicPr/>
                <p:nvPr/>
              </p:nvPicPr>
              <p:blipFill>
                <a:blip r:embed="rId101"/>
                <a:stretch>
                  <a:fillRect/>
                </a:stretch>
              </p:blipFill>
              <p:spPr>
                <a:xfrm>
                  <a:off x="4146240" y="3101640"/>
                  <a:ext cx="6480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C36EC197-9E64-61E2-230A-60BE79787273}"/>
                    </a:ext>
                  </a:extLst>
                </p14:cNvPr>
                <p14:cNvContentPartPr/>
                <p14:nvPr/>
              </p14:nvContentPartPr>
              <p14:xfrm>
                <a:off x="4137240" y="3230520"/>
                <a:ext cx="148680" cy="2160"/>
              </p14:xfrm>
            </p:contentPart>
          </mc:Choice>
          <mc:Fallback xmlns="">
            <p:pic>
              <p:nvPicPr>
                <p:cNvPr id="62" name="Ink 61">
                  <a:extLst>
                    <a:ext uri="{FF2B5EF4-FFF2-40B4-BE49-F238E27FC236}">
                      <a16:creationId xmlns:a16="http://schemas.microsoft.com/office/drawing/2014/main" id="{C36EC197-9E64-61E2-230A-60BE79787273}"/>
                    </a:ext>
                  </a:extLst>
                </p:cNvPr>
                <p:cNvPicPr/>
                <p:nvPr/>
              </p:nvPicPr>
              <p:blipFill>
                <a:blip r:embed="rId103"/>
                <a:stretch>
                  <a:fillRect/>
                </a:stretch>
              </p:blipFill>
              <p:spPr>
                <a:xfrm>
                  <a:off x="4132920" y="3226200"/>
                  <a:ext cx="157320" cy="10800"/>
                </a:xfrm>
                <a:prstGeom prst="rect">
                  <a:avLst/>
                </a:prstGeom>
              </p:spPr>
            </p:pic>
          </mc:Fallback>
        </mc:AlternateContent>
      </p:grpSp>
      <p:grpSp>
        <p:nvGrpSpPr>
          <p:cNvPr id="80" name="Group 79">
            <a:extLst>
              <a:ext uri="{FF2B5EF4-FFF2-40B4-BE49-F238E27FC236}">
                <a16:creationId xmlns:a16="http://schemas.microsoft.com/office/drawing/2014/main" id="{2FEAE3CB-5296-C095-9DB3-2DD372690196}"/>
              </a:ext>
            </a:extLst>
          </p:cNvPr>
          <p:cNvGrpSpPr/>
          <p:nvPr/>
        </p:nvGrpSpPr>
        <p:grpSpPr>
          <a:xfrm>
            <a:off x="4823400" y="3144120"/>
            <a:ext cx="998640" cy="471600"/>
            <a:chOff x="4823400" y="3144120"/>
            <a:chExt cx="998640" cy="471600"/>
          </a:xfrm>
        </p:grpSpPr>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1289A961-A103-79A8-0F41-AD529E063FDC}"/>
                    </a:ext>
                  </a:extLst>
                </p14:cNvPr>
                <p14:cNvContentPartPr/>
                <p14:nvPr/>
              </p14:nvContentPartPr>
              <p14:xfrm>
                <a:off x="4823400" y="3157800"/>
                <a:ext cx="103680" cy="180360"/>
              </p14:xfrm>
            </p:contentPart>
          </mc:Choice>
          <mc:Fallback xmlns="">
            <p:pic>
              <p:nvPicPr>
                <p:cNvPr id="63" name="Ink 62">
                  <a:extLst>
                    <a:ext uri="{FF2B5EF4-FFF2-40B4-BE49-F238E27FC236}">
                      <a16:creationId xmlns:a16="http://schemas.microsoft.com/office/drawing/2014/main" id="{1289A961-A103-79A8-0F41-AD529E063FDC}"/>
                    </a:ext>
                  </a:extLst>
                </p:cNvPr>
                <p:cNvPicPr/>
                <p:nvPr/>
              </p:nvPicPr>
              <p:blipFill>
                <a:blip r:embed="rId105"/>
                <a:stretch>
                  <a:fillRect/>
                </a:stretch>
              </p:blipFill>
              <p:spPr>
                <a:xfrm>
                  <a:off x="4819080" y="3153480"/>
                  <a:ext cx="1123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BEEA69F5-1651-4059-0AF4-FEA8987303CB}"/>
                    </a:ext>
                  </a:extLst>
                </p14:cNvPr>
                <p14:cNvContentPartPr/>
                <p14:nvPr/>
              </p14:nvContentPartPr>
              <p14:xfrm>
                <a:off x="4959120" y="3176880"/>
                <a:ext cx="231840" cy="438840"/>
              </p14:xfrm>
            </p:contentPart>
          </mc:Choice>
          <mc:Fallback xmlns="">
            <p:pic>
              <p:nvPicPr>
                <p:cNvPr id="64" name="Ink 63">
                  <a:extLst>
                    <a:ext uri="{FF2B5EF4-FFF2-40B4-BE49-F238E27FC236}">
                      <a16:creationId xmlns:a16="http://schemas.microsoft.com/office/drawing/2014/main" id="{BEEA69F5-1651-4059-0AF4-FEA8987303CB}"/>
                    </a:ext>
                  </a:extLst>
                </p:cNvPr>
                <p:cNvPicPr/>
                <p:nvPr/>
              </p:nvPicPr>
              <p:blipFill>
                <a:blip r:embed="rId107"/>
                <a:stretch>
                  <a:fillRect/>
                </a:stretch>
              </p:blipFill>
              <p:spPr>
                <a:xfrm>
                  <a:off x="4954800" y="3172560"/>
                  <a:ext cx="24048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9DDBF7D8-676A-66BF-16E6-A6A402DDE5DB}"/>
                    </a:ext>
                  </a:extLst>
                </p14:cNvPr>
                <p14:cNvContentPartPr/>
                <p14:nvPr/>
              </p14:nvContentPartPr>
              <p14:xfrm>
                <a:off x="5269080" y="3202080"/>
                <a:ext cx="187200" cy="105120"/>
              </p14:xfrm>
            </p:contentPart>
          </mc:Choice>
          <mc:Fallback xmlns="">
            <p:pic>
              <p:nvPicPr>
                <p:cNvPr id="65" name="Ink 64">
                  <a:extLst>
                    <a:ext uri="{FF2B5EF4-FFF2-40B4-BE49-F238E27FC236}">
                      <a16:creationId xmlns:a16="http://schemas.microsoft.com/office/drawing/2014/main" id="{9DDBF7D8-676A-66BF-16E6-A6A402DDE5DB}"/>
                    </a:ext>
                  </a:extLst>
                </p:cNvPr>
                <p:cNvPicPr/>
                <p:nvPr/>
              </p:nvPicPr>
              <p:blipFill>
                <a:blip r:embed="rId109"/>
                <a:stretch>
                  <a:fillRect/>
                </a:stretch>
              </p:blipFill>
              <p:spPr>
                <a:xfrm>
                  <a:off x="5264760" y="3197760"/>
                  <a:ext cx="1958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6CF01ABA-4D87-F8A4-A72A-0ACD3F9B4508}"/>
                    </a:ext>
                  </a:extLst>
                </p14:cNvPr>
                <p14:cNvContentPartPr/>
                <p14:nvPr/>
              </p14:nvContentPartPr>
              <p14:xfrm>
                <a:off x="5530800" y="3147360"/>
                <a:ext cx="77400" cy="110520"/>
              </p14:xfrm>
            </p:contentPart>
          </mc:Choice>
          <mc:Fallback xmlns="">
            <p:pic>
              <p:nvPicPr>
                <p:cNvPr id="66" name="Ink 65">
                  <a:extLst>
                    <a:ext uri="{FF2B5EF4-FFF2-40B4-BE49-F238E27FC236}">
                      <a16:creationId xmlns:a16="http://schemas.microsoft.com/office/drawing/2014/main" id="{6CF01ABA-4D87-F8A4-A72A-0ACD3F9B4508}"/>
                    </a:ext>
                  </a:extLst>
                </p:cNvPr>
                <p:cNvPicPr/>
                <p:nvPr/>
              </p:nvPicPr>
              <p:blipFill>
                <a:blip r:embed="rId111"/>
                <a:stretch>
                  <a:fillRect/>
                </a:stretch>
              </p:blipFill>
              <p:spPr>
                <a:xfrm>
                  <a:off x="5526480" y="3143040"/>
                  <a:ext cx="8604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ABF1EF04-371E-CF19-029A-393A65C09C6D}"/>
                    </a:ext>
                  </a:extLst>
                </p14:cNvPr>
                <p14:cNvContentPartPr/>
                <p14:nvPr/>
              </p14:nvContentPartPr>
              <p14:xfrm>
                <a:off x="5607840" y="3144120"/>
                <a:ext cx="214200" cy="98280"/>
              </p14:xfrm>
            </p:contentPart>
          </mc:Choice>
          <mc:Fallback xmlns="">
            <p:pic>
              <p:nvPicPr>
                <p:cNvPr id="67" name="Ink 66">
                  <a:extLst>
                    <a:ext uri="{FF2B5EF4-FFF2-40B4-BE49-F238E27FC236}">
                      <a16:creationId xmlns:a16="http://schemas.microsoft.com/office/drawing/2014/main" id="{ABF1EF04-371E-CF19-029A-393A65C09C6D}"/>
                    </a:ext>
                  </a:extLst>
                </p:cNvPr>
                <p:cNvPicPr/>
                <p:nvPr/>
              </p:nvPicPr>
              <p:blipFill>
                <a:blip r:embed="rId113"/>
                <a:stretch>
                  <a:fillRect/>
                </a:stretch>
              </p:blipFill>
              <p:spPr>
                <a:xfrm>
                  <a:off x="5603520" y="3139800"/>
                  <a:ext cx="222840" cy="106920"/>
                </a:xfrm>
                <a:prstGeom prst="rect">
                  <a:avLst/>
                </a:prstGeom>
              </p:spPr>
            </p:pic>
          </mc:Fallback>
        </mc:AlternateContent>
      </p:grpSp>
      <p:grpSp>
        <p:nvGrpSpPr>
          <p:cNvPr id="79" name="Group 78">
            <a:extLst>
              <a:ext uri="{FF2B5EF4-FFF2-40B4-BE49-F238E27FC236}">
                <a16:creationId xmlns:a16="http://schemas.microsoft.com/office/drawing/2014/main" id="{67248EF3-866C-D420-C65A-35DAF34CF688}"/>
              </a:ext>
            </a:extLst>
          </p:cNvPr>
          <p:cNvGrpSpPr/>
          <p:nvPr/>
        </p:nvGrpSpPr>
        <p:grpSpPr>
          <a:xfrm>
            <a:off x="6163320" y="2811480"/>
            <a:ext cx="2205360" cy="838800"/>
            <a:chOff x="6163320" y="2811480"/>
            <a:chExt cx="2205360" cy="838800"/>
          </a:xfrm>
        </p:grpSpPr>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46FC04FF-E82B-6063-35C9-A1D81761706C}"/>
                    </a:ext>
                  </a:extLst>
                </p14:cNvPr>
                <p14:cNvContentPartPr/>
                <p14:nvPr/>
              </p14:nvContentPartPr>
              <p14:xfrm>
                <a:off x="6163320" y="3043320"/>
                <a:ext cx="235800" cy="212040"/>
              </p14:xfrm>
            </p:contentPart>
          </mc:Choice>
          <mc:Fallback xmlns="">
            <p:pic>
              <p:nvPicPr>
                <p:cNvPr id="68" name="Ink 67">
                  <a:extLst>
                    <a:ext uri="{FF2B5EF4-FFF2-40B4-BE49-F238E27FC236}">
                      <a16:creationId xmlns:a16="http://schemas.microsoft.com/office/drawing/2014/main" id="{46FC04FF-E82B-6063-35C9-A1D81761706C}"/>
                    </a:ext>
                  </a:extLst>
                </p:cNvPr>
                <p:cNvPicPr/>
                <p:nvPr/>
              </p:nvPicPr>
              <p:blipFill>
                <a:blip r:embed="rId115"/>
                <a:stretch>
                  <a:fillRect/>
                </a:stretch>
              </p:blipFill>
              <p:spPr>
                <a:xfrm>
                  <a:off x="6159000" y="3039000"/>
                  <a:ext cx="2444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66388D49-65E7-FB11-2469-AC384C62BF6E}"/>
                    </a:ext>
                  </a:extLst>
                </p14:cNvPr>
                <p14:cNvContentPartPr/>
                <p14:nvPr/>
              </p14:nvContentPartPr>
              <p14:xfrm>
                <a:off x="6349080" y="3049800"/>
                <a:ext cx="163800" cy="203040"/>
              </p14:xfrm>
            </p:contentPart>
          </mc:Choice>
          <mc:Fallback xmlns="">
            <p:pic>
              <p:nvPicPr>
                <p:cNvPr id="69" name="Ink 68">
                  <a:extLst>
                    <a:ext uri="{FF2B5EF4-FFF2-40B4-BE49-F238E27FC236}">
                      <a16:creationId xmlns:a16="http://schemas.microsoft.com/office/drawing/2014/main" id="{66388D49-65E7-FB11-2469-AC384C62BF6E}"/>
                    </a:ext>
                  </a:extLst>
                </p:cNvPr>
                <p:cNvPicPr/>
                <p:nvPr/>
              </p:nvPicPr>
              <p:blipFill>
                <a:blip r:embed="rId117"/>
                <a:stretch>
                  <a:fillRect/>
                </a:stretch>
              </p:blipFill>
              <p:spPr>
                <a:xfrm>
                  <a:off x="6344760" y="3045480"/>
                  <a:ext cx="1724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2AD2B975-D4D3-7848-50C5-BC12FE0EAC22}"/>
                    </a:ext>
                  </a:extLst>
                </p14:cNvPr>
                <p14:cNvContentPartPr/>
                <p14:nvPr/>
              </p14:nvContentPartPr>
              <p14:xfrm>
                <a:off x="6470760" y="3099840"/>
                <a:ext cx="367200" cy="151560"/>
              </p14:xfrm>
            </p:contentPart>
          </mc:Choice>
          <mc:Fallback xmlns="">
            <p:pic>
              <p:nvPicPr>
                <p:cNvPr id="70" name="Ink 69">
                  <a:extLst>
                    <a:ext uri="{FF2B5EF4-FFF2-40B4-BE49-F238E27FC236}">
                      <a16:creationId xmlns:a16="http://schemas.microsoft.com/office/drawing/2014/main" id="{2AD2B975-D4D3-7848-50C5-BC12FE0EAC22}"/>
                    </a:ext>
                  </a:extLst>
                </p:cNvPr>
                <p:cNvPicPr/>
                <p:nvPr/>
              </p:nvPicPr>
              <p:blipFill>
                <a:blip r:embed="rId119"/>
                <a:stretch>
                  <a:fillRect/>
                </a:stretch>
              </p:blipFill>
              <p:spPr>
                <a:xfrm>
                  <a:off x="6466440" y="3095520"/>
                  <a:ext cx="3758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1" name="Ink 70">
                  <a:extLst>
                    <a:ext uri="{FF2B5EF4-FFF2-40B4-BE49-F238E27FC236}">
                      <a16:creationId xmlns:a16="http://schemas.microsoft.com/office/drawing/2014/main" id="{3BC1374B-9DF4-95B5-5988-D4E72B12F4D9}"/>
                    </a:ext>
                  </a:extLst>
                </p14:cNvPr>
                <p14:cNvContentPartPr/>
                <p14:nvPr/>
              </p14:nvContentPartPr>
              <p14:xfrm>
                <a:off x="6949200" y="3059160"/>
                <a:ext cx="222120" cy="400680"/>
              </p14:xfrm>
            </p:contentPart>
          </mc:Choice>
          <mc:Fallback xmlns="">
            <p:pic>
              <p:nvPicPr>
                <p:cNvPr id="71" name="Ink 70">
                  <a:extLst>
                    <a:ext uri="{FF2B5EF4-FFF2-40B4-BE49-F238E27FC236}">
                      <a16:creationId xmlns:a16="http://schemas.microsoft.com/office/drawing/2014/main" id="{3BC1374B-9DF4-95B5-5988-D4E72B12F4D9}"/>
                    </a:ext>
                  </a:extLst>
                </p:cNvPr>
                <p:cNvPicPr/>
                <p:nvPr/>
              </p:nvPicPr>
              <p:blipFill>
                <a:blip r:embed="rId121"/>
                <a:stretch>
                  <a:fillRect/>
                </a:stretch>
              </p:blipFill>
              <p:spPr>
                <a:xfrm>
                  <a:off x="6944880" y="3054840"/>
                  <a:ext cx="23076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2" name="Ink 71">
                  <a:extLst>
                    <a:ext uri="{FF2B5EF4-FFF2-40B4-BE49-F238E27FC236}">
                      <a16:creationId xmlns:a16="http://schemas.microsoft.com/office/drawing/2014/main" id="{7984A24F-57DB-6BCD-DAF2-F09D0685EB3B}"/>
                    </a:ext>
                  </a:extLst>
                </p14:cNvPr>
                <p14:cNvContentPartPr/>
                <p14:nvPr/>
              </p14:nvContentPartPr>
              <p14:xfrm>
                <a:off x="7215240" y="2811480"/>
                <a:ext cx="167760" cy="340920"/>
              </p14:xfrm>
            </p:contentPart>
          </mc:Choice>
          <mc:Fallback xmlns="">
            <p:pic>
              <p:nvPicPr>
                <p:cNvPr id="72" name="Ink 71">
                  <a:extLst>
                    <a:ext uri="{FF2B5EF4-FFF2-40B4-BE49-F238E27FC236}">
                      <a16:creationId xmlns:a16="http://schemas.microsoft.com/office/drawing/2014/main" id="{7984A24F-57DB-6BCD-DAF2-F09D0685EB3B}"/>
                    </a:ext>
                  </a:extLst>
                </p:cNvPr>
                <p:cNvPicPr/>
                <p:nvPr/>
              </p:nvPicPr>
              <p:blipFill>
                <a:blip r:embed="rId123"/>
                <a:stretch>
                  <a:fillRect/>
                </a:stretch>
              </p:blipFill>
              <p:spPr>
                <a:xfrm>
                  <a:off x="7210920" y="2807160"/>
                  <a:ext cx="17640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F2D54FBB-05C5-4899-320B-4FB437EB4304}"/>
                    </a:ext>
                  </a:extLst>
                </p14:cNvPr>
                <p14:cNvContentPartPr/>
                <p14:nvPr/>
              </p14:nvContentPartPr>
              <p14:xfrm>
                <a:off x="7253760" y="3087600"/>
                <a:ext cx="203040" cy="154440"/>
              </p14:xfrm>
            </p:contentPart>
          </mc:Choice>
          <mc:Fallback xmlns="">
            <p:pic>
              <p:nvPicPr>
                <p:cNvPr id="73" name="Ink 72">
                  <a:extLst>
                    <a:ext uri="{FF2B5EF4-FFF2-40B4-BE49-F238E27FC236}">
                      <a16:creationId xmlns:a16="http://schemas.microsoft.com/office/drawing/2014/main" id="{F2D54FBB-05C5-4899-320B-4FB437EB4304}"/>
                    </a:ext>
                  </a:extLst>
                </p:cNvPr>
                <p:cNvPicPr/>
                <p:nvPr/>
              </p:nvPicPr>
              <p:blipFill>
                <a:blip r:embed="rId125"/>
                <a:stretch>
                  <a:fillRect/>
                </a:stretch>
              </p:blipFill>
              <p:spPr>
                <a:xfrm>
                  <a:off x="7249440" y="3083280"/>
                  <a:ext cx="2116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52F8D1C6-C7D3-D245-968B-8670A354EBB7}"/>
                    </a:ext>
                  </a:extLst>
                </p14:cNvPr>
                <p14:cNvContentPartPr/>
                <p14:nvPr/>
              </p14:nvContentPartPr>
              <p14:xfrm>
                <a:off x="7490280" y="3063480"/>
                <a:ext cx="187200" cy="146880"/>
              </p14:xfrm>
            </p:contentPart>
          </mc:Choice>
          <mc:Fallback xmlns="">
            <p:pic>
              <p:nvPicPr>
                <p:cNvPr id="74" name="Ink 73">
                  <a:extLst>
                    <a:ext uri="{FF2B5EF4-FFF2-40B4-BE49-F238E27FC236}">
                      <a16:creationId xmlns:a16="http://schemas.microsoft.com/office/drawing/2014/main" id="{52F8D1C6-C7D3-D245-968B-8670A354EBB7}"/>
                    </a:ext>
                  </a:extLst>
                </p:cNvPr>
                <p:cNvPicPr/>
                <p:nvPr/>
              </p:nvPicPr>
              <p:blipFill>
                <a:blip r:embed="rId127"/>
                <a:stretch>
                  <a:fillRect/>
                </a:stretch>
              </p:blipFill>
              <p:spPr>
                <a:xfrm>
                  <a:off x="7485960" y="3059160"/>
                  <a:ext cx="1958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5" name="Ink 74">
                  <a:extLst>
                    <a:ext uri="{FF2B5EF4-FFF2-40B4-BE49-F238E27FC236}">
                      <a16:creationId xmlns:a16="http://schemas.microsoft.com/office/drawing/2014/main" id="{7058C3B4-83B4-6603-F48B-44972A8B3B6F}"/>
                    </a:ext>
                  </a:extLst>
                </p14:cNvPr>
                <p14:cNvContentPartPr/>
                <p14:nvPr/>
              </p14:nvContentPartPr>
              <p14:xfrm>
                <a:off x="7786920" y="2920560"/>
                <a:ext cx="177480" cy="291240"/>
              </p14:xfrm>
            </p:contentPart>
          </mc:Choice>
          <mc:Fallback xmlns="">
            <p:pic>
              <p:nvPicPr>
                <p:cNvPr id="75" name="Ink 74">
                  <a:extLst>
                    <a:ext uri="{FF2B5EF4-FFF2-40B4-BE49-F238E27FC236}">
                      <a16:creationId xmlns:a16="http://schemas.microsoft.com/office/drawing/2014/main" id="{7058C3B4-83B4-6603-F48B-44972A8B3B6F}"/>
                    </a:ext>
                  </a:extLst>
                </p:cNvPr>
                <p:cNvPicPr/>
                <p:nvPr/>
              </p:nvPicPr>
              <p:blipFill>
                <a:blip r:embed="rId129"/>
                <a:stretch>
                  <a:fillRect/>
                </a:stretch>
              </p:blipFill>
              <p:spPr>
                <a:xfrm>
                  <a:off x="7782600" y="2916240"/>
                  <a:ext cx="18612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6" name="Ink 75">
                  <a:extLst>
                    <a:ext uri="{FF2B5EF4-FFF2-40B4-BE49-F238E27FC236}">
                      <a16:creationId xmlns:a16="http://schemas.microsoft.com/office/drawing/2014/main" id="{0C8888E0-C795-CB88-3260-A64D681CB1B3}"/>
                    </a:ext>
                  </a:extLst>
                </p14:cNvPr>
                <p14:cNvContentPartPr/>
                <p14:nvPr/>
              </p14:nvContentPartPr>
              <p14:xfrm>
                <a:off x="7998600" y="2947560"/>
                <a:ext cx="113760" cy="299160"/>
              </p14:xfrm>
            </p:contentPart>
          </mc:Choice>
          <mc:Fallback xmlns="">
            <p:pic>
              <p:nvPicPr>
                <p:cNvPr id="76" name="Ink 75">
                  <a:extLst>
                    <a:ext uri="{FF2B5EF4-FFF2-40B4-BE49-F238E27FC236}">
                      <a16:creationId xmlns:a16="http://schemas.microsoft.com/office/drawing/2014/main" id="{0C8888E0-C795-CB88-3260-A64D681CB1B3}"/>
                    </a:ext>
                  </a:extLst>
                </p:cNvPr>
                <p:cNvPicPr/>
                <p:nvPr/>
              </p:nvPicPr>
              <p:blipFill>
                <a:blip r:embed="rId131"/>
                <a:stretch>
                  <a:fillRect/>
                </a:stretch>
              </p:blipFill>
              <p:spPr>
                <a:xfrm>
                  <a:off x="7994280" y="2943240"/>
                  <a:ext cx="1224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7" name="Ink 76">
                  <a:extLst>
                    <a:ext uri="{FF2B5EF4-FFF2-40B4-BE49-F238E27FC236}">
                      <a16:creationId xmlns:a16="http://schemas.microsoft.com/office/drawing/2014/main" id="{359E879F-3058-C044-3E36-861CFCB59AD9}"/>
                    </a:ext>
                  </a:extLst>
                </p14:cNvPr>
                <p14:cNvContentPartPr/>
                <p14:nvPr/>
              </p14:nvContentPartPr>
              <p14:xfrm>
                <a:off x="7898520" y="3117120"/>
                <a:ext cx="360360" cy="104400"/>
              </p14:xfrm>
            </p:contentPart>
          </mc:Choice>
          <mc:Fallback xmlns="">
            <p:pic>
              <p:nvPicPr>
                <p:cNvPr id="77" name="Ink 76">
                  <a:extLst>
                    <a:ext uri="{FF2B5EF4-FFF2-40B4-BE49-F238E27FC236}">
                      <a16:creationId xmlns:a16="http://schemas.microsoft.com/office/drawing/2014/main" id="{359E879F-3058-C044-3E36-861CFCB59AD9}"/>
                    </a:ext>
                  </a:extLst>
                </p:cNvPr>
                <p:cNvPicPr/>
                <p:nvPr/>
              </p:nvPicPr>
              <p:blipFill>
                <a:blip r:embed="rId133"/>
                <a:stretch>
                  <a:fillRect/>
                </a:stretch>
              </p:blipFill>
              <p:spPr>
                <a:xfrm>
                  <a:off x="7894200" y="3112800"/>
                  <a:ext cx="3690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8" name="Ink 77">
                  <a:extLst>
                    <a:ext uri="{FF2B5EF4-FFF2-40B4-BE49-F238E27FC236}">
                      <a16:creationId xmlns:a16="http://schemas.microsoft.com/office/drawing/2014/main" id="{E9EA9D65-FA27-D156-4329-414E9B0143F5}"/>
                    </a:ext>
                  </a:extLst>
                </p14:cNvPr>
                <p14:cNvContentPartPr/>
                <p14:nvPr/>
              </p14:nvContentPartPr>
              <p14:xfrm>
                <a:off x="7786920" y="3130080"/>
                <a:ext cx="581760" cy="520200"/>
              </p14:xfrm>
            </p:contentPart>
          </mc:Choice>
          <mc:Fallback xmlns="">
            <p:pic>
              <p:nvPicPr>
                <p:cNvPr id="78" name="Ink 77">
                  <a:extLst>
                    <a:ext uri="{FF2B5EF4-FFF2-40B4-BE49-F238E27FC236}">
                      <a16:creationId xmlns:a16="http://schemas.microsoft.com/office/drawing/2014/main" id="{E9EA9D65-FA27-D156-4329-414E9B0143F5}"/>
                    </a:ext>
                  </a:extLst>
                </p:cNvPr>
                <p:cNvPicPr/>
                <p:nvPr/>
              </p:nvPicPr>
              <p:blipFill>
                <a:blip r:embed="rId135"/>
                <a:stretch>
                  <a:fillRect/>
                </a:stretch>
              </p:blipFill>
              <p:spPr>
                <a:xfrm>
                  <a:off x="7782600" y="3125760"/>
                  <a:ext cx="590400" cy="528840"/>
                </a:xfrm>
                <a:prstGeom prst="rect">
                  <a:avLst/>
                </a:prstGeom>
              </p:spPr>
            </p:pic>
          </mc:Fallback>
        </mc:AlternateContent>
      </p:grpSp>
      <p:grpSp>
        <p:nvGrpSpPr>
          <p:cNvPr id="88" name="Group 87">
            <a:extLst>
              <a:ext uri="{FF2B5EF4-FFF2-40B4-BE49-F238E27FC236}">
                <a16:creationId xmlns:a16="http://schemas.microsoft.com/office/drawing/2014/main" id="{1134F03D-6927-89F0-2F24-5E05821C782C}"/>
              </a:ext>
            </a:extLst>
          </p:cNvPr>
          <p:cNvGrpSpPr/>
          <p:nvPr/>
        </p:nvGrpSpPr>
        <p:grpSpPr>
          <a:xfrm>
            <a:off x="1524000" y="4071840"/>
            <a:ext cx="980640" cy="383040"/>
            <a:chOff x="1524000" y="4071840"/>
            <a:chExt cx="980640" cy="383040"/>
          </a:xfrm>
        </p:grpSpPr>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DC6BAF8A-49B5-50F9-9957-E52F247A6BA6}"/>
                    </a:ext>
                  </a:extLst>
                </p14:cNvPr>
                <p14:cNvContentPartPr/>
                <p14:nvPr/>
              </p14:nvContentPartPr>
              <p14:xfrm>
                <a:off x="1524000" y="4161840"/>
                <a:ext cx="245880" cy="281160"/>
              </p14:xfrm>
            </p:contentPart>
          </mc:Choice>
          <mc:Fallback xmlns="">
            <p:pic>
              <p:nvPicPr>
                <p:cNvPr id="82" name="Ink 81">
                  <a:extLst>
                    <a:ext uri="{FF2B5EF4-FFF2-40B4-BE49-F238E27FC236}">
                      <a16:creationId xmlns:a16="http://schemas.microsoft.com/office/drawing/2014/main" id="{DC6BAF8A-49B5-50F9-9957-E52F247A6BA6}"/>
                    </a:ext>
                  </a:extLst>
                </p:cNvPr>
                <p:cNvPicPr/>
                <p:nvPr/>
              </p:nvPicPr>
              <p:blipFill>
                <a:blip r:embed="rId137"/>
                <a:stretch>
                  <a:fillRect/>
                </a:stretch>
              </p:blipFill>
              <p:spPr>
                <a:xfrm>
                  <a:off x="1519680" y="4157520"/>
                  <a:ext cx="25452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F589FDDD-6103-8467-733C-1B7604BE279C}"/>
                    </a:ext>
                  </a:extLst>
                </p14:cNvPr>
                <p14:cNvContentPartPr/>
                <p14:nvPr/>
              </p14:nvContentPartPr>
              <p14:xfrm>
                <a:off x="1886880" y="4158240"/>
                <a:ext cx="217800" cy="282960"/>
              </p14:xfrm>
            </p:contentPart>
          </mc:Choice>
          <mc:Fallback xmlns="">
            <p:pic>
              <p:nvPicPr>
                <p:cNvPr id="83" name="Ink 82">
                  <a:extLst>
                    <a:ext uri="{FF2B5EF4-FFF2-40B4-BE49-F238E27FC236}">
                      <a16:creationId xmlns:a16="http://schemas.microsoft.com/office/drawing/2014/main" id="{F589FDDD-6103-8467-733C-1B7604BE279C}"/>
                    </a:ext>
                  </a:extLst>
                </p:cNvPr>
                <p:cNvPicPr/>
                <p:nvPr/>
              </p:nvPicPr>
              <p:blipFill>
                <a:blip r:embed="rId139"/>
                <a:stretch>
                  <a:fillRect/>
                </a:stretch>
              </p:blipFill>
              <p:spPr>
                <a:xfrm>
                  <a:off x="1882560" y="4153920"/>
                  <a:ext cx="22644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4" name="Ink 83">
                  <a:extLst>
                    <a:ext uri="{FF2B5EF4-FFF2-40B4-BE49-F238E27FC236}">
                      <a16:creationId xmlns:a16="http://schemas.microsoft.com/office/drawing/2014/main" id="{8DC319ED-4560-D51C-4E03-AD23B62FB132}"/>
                    </a:ext>
                  </a:extLst>
                </p14:cNvPr>
                <p14:cNvContentPartPr/>
                <p14:nvPr/>
              </p14:nvContentPartPr>
              <p14:xfrm>
                <a:off x="2121960" y="4246800"/>
                <a:ext cx="167760" cy="154440"/>
              </p14:xfrm>
            </p:contentPart>
          </mc:Choice>
          <mc:Fallback xmlns="">
            <p:pic>
              <p:nvPicPr>
                <p:cNvPr id="84" name="Ink 83">
                  <a:extLst>
                    <a:ext uri="{FF2B5EF4-FFF2-40B4-BE49-F238E27FC236}">
                      <a16:creationId xmlns:a16="http://schemas.microsoft.com/office/drawing/2014/main" id="{8DC319ED-4560-D51C-4E03-AD23B62FB132}"/>
                    </a:ext>
                  </a:extLst>
                </p:cNvPr>
                <p:cNvPicPr/>
                <p:nvPr/>
              </p:nvPicPr>
              <p:blipFill>
                <a:blip r:embed="rId141"/>
                <a:stretch>
                  <a:fillRect/>
                </a:stretch>
              </p:blipFill>
              <p:spPr>
                <a:xfrm>
                  <a:off x="2117640" y="4242480"/>
                  <a:ext cx="1764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0175C7DD-214A-6951-4F58-3150089AAE91}"/>
                    </a:ext>
                  </a:extLst>
                </p14:cNvPr>
                <p14:cNvContentPartPr/>
                <p14:nvPr/>
              </p14:nvContentPartPr>
              <p14:xfrm>
                <a:off x="2395920" y="4071840"/>
                <a:ext cx="108720" cy="383040"/>
              </p14:xfrm>
            </p:contentPart>
          </mc:Choice>
          <mc:Fallback xmlns="">
            <p:pic>
              <p:nvPicPr>
                <p:cNvPr id="85" name="Ink 84">
                  <a:extLst>
                    <a:ext uri="{FF2B5EF4-FFF2-40B4-BE49-F238E27FC236}">
                      <a16:creationId xmlns:a16="http://schemas.microsoft.com/office/drawing/2014/main" id="{0175C7DD-214A-6951-4F58-3150089AAE91}"/>
                    </a:ext>
                  </a:extLst>
                </p:cNvPr>
                <p:cNvPicPr/>
                <p:nvPr/>
              </p:nvPicPr>
              <p:blipFill>
                <a:blip r:embed="rId143"/>
                <a:stretch>
                  <a:fillRect/>
                </a:stretch>
              </p:blipFill>
              <p:spPr>
                <a:xfrm>
                  <a:off x="2391600" y="4067520"/>
                  <a:ext cx="117360" cy="39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611CDDBC-159D-363D-BFD0-B4F297B79E3C}"/>
                  </a:ext>
                </a:extLst>
              </p14:cNvPr>
              <p14:cNvContentPartPr/>
              <p14:nvPr/>
            </p14:nvContentPartPr>
            <p14:xfrm>
              <a:off x="2932320" y="4214400"/>
              <a:ext cx="169920" cy="21240"/>
            </p14:xfrm>
          </p:contentPart>
        </mc:Choice>
        <mc:Fallback xmlns="">
          <p:pic>
            <p:nvPicPr>
              <p:cNvPr id="86" name="Ink 85">
                <a:extLst>
                  <a:ext uri="{FF2B5EF4-FFF2-40B4-BE49-F238E27FC236}">
                    <a16:creationId xmlns:a16="http://schemas.microsoft.com/office/drawing/2014/main" id="{611CDDBC-159D-363D-BFD0-B4F297B79E3C}"/>
                  </a:ext>
                </a:extLst>
              </p:cNvPr>
              <p:cNvPicPr/>
              <p:nvPr/>
            </p:nvPicPr>
            <p:blipFill>
              <a:blip r:embed="rId145"/>
              <a:stretch>
                <a:fillRect/>
              </a:stretch>
            </p:blipFill>
            <p:spPr>
              <a:xfrm>
                <a:off x="2928000" y="4210080"/>
                <a:ext cx="1785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573AC214-9143-086D-A61A-D849B6FF1BF2}"/>
                  </a:ext>
                </a:extLst>
              </p14:cNvPr>
              <p14:cNvContentPartPr/>
              <p14:nvPr/>
            </p14:nvContentPartPr>
            <p14:xfrm>
              <a:off x="2989920" y="4353360"/>
              <a:ext cx="169920" cy="28800"/>
            </p14:xfrm>
          </p:contentPart>
        </mc:Choice>
        <mc:Fallback xmlns="">
          <p:pic>
            <p:nvPicPr>
              <p:cNvPr id="87" name="Ink 86">
                <a:extLst>
                  <a:ext uri="{FF2B5EF4-FFF2-40B4-BE49-F238E27FC236}">
                    <a16:creationId xmlns:a16="http://schemas.microsoft.com/office/drawing/2014/main" id="{573AC214-9143-086D-A61A-D849B6FF1BF2}"/>
                  </a:ext>
                </a:extLst>
              </p:cNvPr>
              <p:cNvPicPr/>
              <p:nvPr/>
            </p:nvPicPr>
            <p:blipFill>
              <a:blip r:embed="rId147"/>
              <a:stretch>
                <a:fillRect/>
              </a:stretch>
            </p:blipFill>
            <p:spPr>
              <a:xfrm>
                <a:off x="2985600" y="4349040"/>
                <a:ext cx="178560" cy="37440"/>
              </a:xfrm>
              <a:prstGeom prst="rect">
                <a:avLst/>
              </a:prstGeom>
            </p:spPr>
          </p:pic>
        </mc:Fallback>
      </mc:AlternateContent>
      <p:grpSp>
        <p:nvGrpSpPr>
          <p:cNvPr id="91" name="Group 90">
            <a:extLst>
              <a:ext uri="{FF2B5EF4-FFF2-40B4-BE49-F238E27FC236}">
                <a16:creationId xmlns:a16="http://schemas.microsoft.com/office/drawing/2014/main" id="{D88DD558-28A5-9D52-3D5A-1CA236772AED}"/>
              </a:ext>
            </a:extLst>
          </p:cNvPr>
          <p:cNvGrpSpPr/>
          <p:nvPr/>
        </p:nvGrpSpPr>
        <p:grpSpPr>
          <a:xfrm>
            <a:off x="3613440" y="4025760"/>
            <a:ext cx="333360" cy="410040"/>
            <a:chOff x="3613440" y="4025760"/>
            <a:chExt cx="333360" cy="410040"/>
          </a:xfrm>
        </p:grpSpPr>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08651C31-6FBA-468D-0017-28C3BD01EF43}"/>
                    </a:ext>
                  </a:extLst>
                </p14:cNvPr>
                <p14:cNvContentPartPr/>
                <p14:nvPr/>
              </p14:nvContentPartPr>
              <p14:xfrm>
                <a:off x="3613440" y="4025760"/>
                <a:ext cx="333360" cy="299160"/>
              </p14:xfrm>
            </p:contentPart>
          </mc:Choice>
          <mc:Fallback xmlns="">
            <p:pic>
              <p:nvPicPr>
                <p:cNvPr id="89" name="Ink 88">
                  <a:extLst>
                    <a:ext uri="{FF2B5EF4-FFF2-40B4-BE49-F238E27FC236}">
                      <a16:creationId xmlns:a16="http://schemas.microsoft.com/office/drawing/2014/main" id="{08651C31-6FBA-468D-0017-28C3BD01EF43}"/>
                    </a:ext>
                  </a:extLst>
                </p:cNvPr>
                <p:cNvPicPr/>
                <p:nvPr/>
              </p:nvPicPr>
              <p:blipFill>
                <a:blip r:embed="rId149"/>
                <a:stretch>
                  <a:fillRect/>
                </a:stretch>
              </p:blipFill>
              <p:spPr>
                <a:xfrm>
                  <a:off x="3609120" y="4021440"/>
                  <a:ext cx="3420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E7E23026-CDF9-165C-5BE2-093BC861BD31}"/>
                    </a:ext>
                  </a:extLst>
                </p14:cNvPr>
                <p14:cNvContentPartPr/>
                <p14:nvPr/>
              </p14:nvContentPartPr>
              <p14:xfrm>
                <a:off x="3773280" y="4183440"/>
                <a:ext cx="24840" cy="252360"/>
              </p14:xfrm>
            </p:contentPart>
          </mc:Choice>
          <mc:Fallback xmlns="">
            <p:pic>
              <p:nvPicPr>
                <p:cNvPr id="90" name="Ink 89">
                  <a:extLst>
                    <a:ext uri="{FF2B5EF4-FFF2-40B4-BE49-F238E27FC236}">
                      <a16:creationId xmlns:a16="http://schemas.microsoft.com/office/drawing/2014/main" id="{E7E23026-CDF9-165C-5BE2-093BC861BD31}"/>
                    </a:ext>
                  </a:extLst>
                </p:cNvPr>
                <p:cNvPicPr/>
                <p:nvPr/>
              </p:nvPicPr>
              <p:blipFill>
                <a:blip r:embed="rId151"/>
                <a:stretch>
                  <a:fillRect/>
                </a:stretch>
              </p:blipFill>
              <p:spPr>
                <a:xfrm>
                  <a:off x="3768960" y="4179120"/>
                  <a:ext cx="33480" cy="261000"/>
                </a:xfrm>
                <a:prstGeom prst="rect">
                  <a:avLst/>
                </a:prstGeom>
              </p:spPr>
            </p:pic>
          </mc:Fallback>
        </mc:AlternateContent>
      </p:grpSp>
      <p:grpSp>
        <p:nvGrpSpPr>
          <p:cNvPr id="97" name="Group 96">
            <a:extLst>
              <a:ext uri="{FF2B5EF4-FFF2-40B4-BE49-F238E27FC236}">
                <a16:creationId xmlns:a16="http://schemas.microsoft.com/office/drawing/2014/main" id="{9CEE1E67-2784-575C-F99A-0BE7E77EE6BF}"/>
              </a:ext>
            </a:extLst>
          </p:cNvPr>
          <p:cNvGrpSpPr/>
          <p:nvPr/>
        </p:nvGrpSpPr>
        <p:grpSpPr>
          <a:xfrm>
            <a:off x="6117600" y="3899760"/>
            <a:ext cx="792000" cy="438120"/>
            <a:chOff x="6117600" y="3899760"/>
            <a:chExt cx="792000" cy="438120"/>
          </a:xfrm>
        </p:grpSpPr>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28F85A9C-3DB6-0629-9B26-E178C5B85C5B}"/>
                    </a:ext>
                  </a:extLst>
                </p14:cNvPr>
                <p14:cNvContentPartPr/>
                <p14:nvPr/>
              </p14:nvContentPartPr>
              <p14:xfrm>
                <a:off x="6117600" y="3967440"/>
                <a:ext cx="329760" cy="370440"/>
              </p14:xfrm>
            </p:contentPart>
          </mc:Choice>
          <mc:Fallback xmlns="">
            <p:pic>
              <p:nvPicPr>
                <p:cNvPr id="92" name="Ink 91">
                  <a:extLst>
                    <a:ext uri="{FF2B5EF4-FFF2-40B4-BE49-F238E27FC236}">
                      <a16:creationId xmlns:a16="http://schemas.microsoft.com/office/drawing/2014/main" id="{28F85A9C-3DB6-0629-9B26-E178C5B85C5B}"/>
                    </a:ext>
                  </a:extLst>
                </p:cNvPr>
                <p:cNvPicPr/>
                <p:nvPr/>
              </p:nvPicPr>
              <p:blipFill>
                <a:blip r:embed="rId153"/>
                <a:stretch>
                  <a:fillRect/>
                </a:stretch>
              </p:blipFill>
              <p:spPr>
                <a:xfrm>
                  <a:off x="6113280" y="3963120"/>
                  <a:ext cx="33840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6F3DE97F-F836-BD15-3BA2-C4A798EC9EF5}"/>
                    </a:ext>
                  </a:extLst>
                </p14:cNvPr>
                <p14:cNvContentPartPr/>
                <p14:nvPr/>
              </p14:nvContentPartPr>
              <p14:xfrm>
                <a:off x="6575160" y="3899760"/>
                <a:ext cx="334440" cy="426600"/>
              </p14:xfrm>
            </p:contentPart>
          </mc:Choice>
          <mc:Fallback xmlns="">
            <p:pic>
              <p:nvPicPr>
                <p:cNvPr id="93" name="Ink 92">
                  <a:extLst>
                    <a:ext uri="{FF2B5EF4-FFF2-40B4-BE49-F238E27FC236}">
                      <a16:creationId xmlns:a16="http://schemas.microsoft.com/office/drawing/2014/main" id="{6F3DE97F-F836-BD15-3BA2-C4A798EC9EF5}"/>
                    </a:ext>
                  </a:extLst>
                </p:cNvPr>
                <p:cNvPicPr/>
                <p:nvPr/>
              </p:nvPicPr>
              <p:blipFill>
                <a:blip r:embed="rId155"/>
                <a:stretch>
                  <a:fillRect/>
                </a:stretch>
              </p:blipFill>
              <p:spPr>
                <a:xfrm>
                  <a:off x="6570840" y="3895440"/>
                  <a:ext cx="343080" cy="435240"/>
                </a:xfrm>
                <a:prstGeom prst="rect">
                  <a:avLst/>
                </a:prstGeom>
              </p:spPr>
            </p:pic>
          </mc:Fallback>
        </mc:AlternateContent>
      </p:grpSp>
      <p:grpSp>
        <p:nvGrpSpPr>
          <p:cNvPr id="96" name="Group 95">
            <a:extLst>
              <a:ext uri="{FF2B5EF4-FFF2-40B4-BE49-F238E27FC236}">
                <a16:creationId xmlns:a16="http://schemas.microsoft.com/office/drawing/2014/main" id="{5236B6A8-8F57-E22E-BF34-9A36B3924C5B}"/>
              </a:ext>
            </a:extLst>
          </p:cNvPr>
          <p:cNvGrpSpPr/>
          <p:nvPr/>
        </p:nvGrpSpPr>
        <p:grpSpPr>
          <a:xfrm>
            <a:off x="7122720" y="3842880"/>
            <a:ext cx="369000" cy="512280"/>
            <a:chOff x="7122720" y="3842880"/>
            <a:chExt cx="369000" cy="512280"/>
          </a:xfrm>
        </p:grpSpPr>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EA840382-3E79-6AF2-97CD-A0B08F56ED60}"/>
                    </a:ext>
                  </a:extLst>
                </p14:cNvPr>
                <p14:cNvContentPartPr/>
                <p14:nvPr/>
              </p14:nvContentPartPr>
              <p14:xfrm>
                <a:off x="7122720" y="3921720"/>
                <a:ext cx="17640" cy="376920"/>
              </p14:xfrm>
            </p:contentPart>
          </mc:Choice>
          <mc:Fallback xmlns="">
            <p:pic>
              <p:nvPicPr>
                <p:cNvPr id="94" name="Ink 93">
                  <a:extLst>
                    <a:ext uri="{FF2B5EF4-FFF2-40B4-BE49-F238E27FC236}">
                      <a16:creationId xmlns:a16="http://schemas.microsoft.com/office/drawing/2014/main" id="{EA840382-3E79-6AF2-97CD-A0B08F56ED60}"/>
                    </a:ext>
                  </a:extLst>
                </p:cNvPr>
                <p:cNvPicPr/>
                <p:nvPr/>
              </p:nvPicPr>
              <p:blipFill>
                <a:blip r:embed="rId157"/>
                <a:stretch>
                  <a:fillRect/>
                </a:stretch>
              </p:blipFill>
              <p:spPr>
                <a:xfrm>
                  <a:off x="7118400" y="3917400"/>
                  <a:ext cx="2628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5" name="Ink 94">
                  <a:extLst>
                    <a:ext uri="{FF2B5EF4-FFF2-40B4-BE49-F238E27FC236}">
                      <a16:creationId xmlns:a16="http://schemas.microsoft.com/office/drawing/2014/main" id="{E3F3F9F3-578D-593E-EFC8-13EA6A05F489}"/>
                    </a:ext>
                  </a:extLst>
                </p14:cNvPr>
                <p14:cNvContentPartPr/>
                <p14:nvPr/>
              </p14:nvContentPartPr>
              <p14:xfrm>
                <a:off x="7278240" y="3842880"/>
                <a:ext cx="213480" cy="512280"/>
              </p14:xfrm>
            </p:contentPart>
          </mc:Choice>
          <mc:Fallback xmlns="">
            <p:pic>
              <p:nvPicPr>
                <p:cNvPr id="95" name="Ink 94">
                  <a:extLst>
                    <a:ext uri="{FF2B5EF4-FFF2-40B4-BE49-F238E27FC236}">
                      <a16:creationId xmlns:a16="http://schemas.microsoft.com/office/drawing/2014/main" id="{E3F3F9F3-578D-593E-EFC8-13EA6A05F489}"/>
                    </a:ext>
                  </a:extLst>
                </p:cNvPr>
                <p:cNvPicPr/>
                <p:nvPr/>
              </p:nvPicPr>
              <p:blipFill>
                <a:blip r:embed="rId159"/>
                <a:stretch>
                  <a:fillRect/>
                </a:stretch>
              </p:blipFill>
              <p:spPr>
                <a:xfrm>
                  <a:off x="7273920" y="3838560"/>
                  <a:ext cx="222120" cy="520920"/>
                </a:xfrm>
                <a:prstGeom prst="rect">
                  <a:avLst/>
                </a:prstGeom>
              </p:spPr>
            </p:pic>
          </mc:Fallback>
        </mc:AlternateContent>
      </p:grpSp>
    </p:spTree>
    <p:extLst>
      <p:ext uri="{BB962C8B-B14F-4D97-AF65-F5344CB8AC3E}">
        <p14:creationId xmlns:p14="http://schemas.microsoft.com/office/powerpoint/2010/main" val="2493625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BEBA79-13EC-B957-3F9F-A2455EA11919}"/>
              </a:ext>
            </a:extLst>
          </p:cNvPr>
          <p:cNvSpPr>
            <a:spLocks noGrp="1"/>
          </p:cNvSpPr>
          <p:nvPr>
            <p:ph type="sldNum" sz="quarter" idx="12"/>
          </p:nvPr>
        </p:nvSpPr>
        <p:spPr/>
        <p:txBody>
          <a:bodyPr/>
          <a:lstStyle/>
          <a:p>
            <a:fld id="{AD2B2EE5-B8BC-4D24-A25E-F2DF61737E68}" type="slidenum">
              <a:rPr lang="en-US" smtClean="0"/>
              <a:pPr/>
              <a:t>40</a:t>
            </a:fld>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C958640-5C60-37F4-44F0-9C5CBBFAF406}"/>
                  </a:ext>
                </a:extLst>
              </p14:cNvPr>
              <p14:cNvContentPartPr/>
              <p14:nvPr/>
            </p14:nvContentPartPr>
            <p14:xfrm>
              <a:off x="3064984" y="2080392"/>
              <a:ext cx="281520" cy="518400"/>
            </p14:xfrm>
          </p:contentPart>
        </mc:Choice>
        <mc:Fallback xmlns="">
          <p:pic>
            <p:nvPicPr>
              <p:cNvPr id="3" name="Ink 2">
                <a:extLst>
                  <a:ext uri="{FF2B5EF4-FFF2-40B4-BE49-F238E27FC236}">
                    <a16:creationId xmlns:a16="http://schemas.microsoft.com/office/drawing/2014/main" id="{BC958640-5C60-37F4-44F0-9C5CBBFAF406}"/>
                  </a:ext>
                </a:extLst>
              </p:cNvPr>
              <p:cNvPicPr/>
              <p:nvPr/>
            </p:nvPicPr>
            <p:blipFill>
              <a:blip r:embed="rId4"/>
              <a:stretch>
                <a:fillRect/>
              </a:stretch>
            </p:blipFill>
            <p:spPr>
              <a:xfrm>
                <a:off x="3060664" y="2076072"/>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739DEC5-557A-3C53-1FBB-60CF876826BC}"/>
                  </a:ext>
                </a:extLst>
              </p14:cNvPr>
              <p14:cNvContentPartPr/>
              <p14:nvPr/>
            </p14:nvContentPartPr>
            <p14:xfrm>
              <a:off x="3408064" y="2079672"/>
              <a:ext cx="259560" cy="294480"/>
            </p14:xfrm>
          </p:contentPart>
        </mc:Choice>
        <mc:Fallback xmlns="">
          <p:pic>
            <p:nvPicPr>
              <p:cNvPr id="4" name="Ink 3">
                <a:extLst>
                  <a:ext uri="{FF2B5EF4-FFF2-40B4-BE49-F238E27FC236}">
                    <a16:creationId xmlns:a16="http://schemas.microsoft.com/office/drawing/2014/main" id="{7739DEC5-557A-3C53-1FBB-60CF876826BC}"/>
                  </a:ext>
                </a:extLst>
              </p:cNvPr>
              <p:cNvPicPr/>
              <p:nvPr/>
            </p:nvPicPr>
            <p:blipFill>
              <a:blip r:embed="rId6"/>
              <a:stretch>
                <a:fillRect/>
              </a:stretch>
            </p:blipFill>
            <p:spPr>
              <a:xfrm>
                <a:off x="3403744" y="2075352"/>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F35CA34D-E630-7207-AE0C-8910CAF6CDED}"/>
                  </a:ext>
                </a:extLst>
              </p14:cNvPr>
              <p14:cNvContentPartPr/>
              <p14:nvPr/>
            </p14:nvContentPartPr>
            <p14:xfrm>
              <a:off x="3669424" y="2258952"/>
              <a:ext cx="152280" cy="93240"/>
            </p14:xfrm>
          </p:contentPart>
        </mc:Choice>
        <mc:Fallback xmlns="">
          <p:pic>
            <p:nvPicPr>
              <p:cNvPr id="5" name="Ink 4">
                <a:extLst>
                  <a:ext uri="{FF2B5EF4-FFF2-40B4-BE49-F238E27FC236}">
                    <a16:creationId xmlns:a16="http://schemas.microsoft.com/office/drawing/2014/main" id="{F35CA34D-E630-7207-AE0C-8910CAF6CDED}"/>
                  </a:ext>
                </a:extLst>
              </p:cNvPr>
              <p:cNvPicPr/>
              <p:nvPr/>
            </p:nvPicPr>
            <p:blipFill>
              <a:blip r:embed="rId8"/>
              <a:stretch>
                <a:fillRect/>
              </a:stretch>
            </p:blipFill>
            <p:spPr>
              <a:xfrm>
                <a:off x="3665104" y="2254632"/>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330F1EB4-3DBB-E51D-9D04-C4E6E3A51929}"/>
                  </a:ext>
                </a:extLst>
              </p14:cNvPr>
              <p14:cNvContentPartPr/>
              <p14:nvPr/>
            </p14:nvContentPartPr>
            <p14:xfrm>
              <a:off x="3909904" y="2049072"/>
              <a:ext cx="104400" cy="272520"/>
            </p14:xfrm>
          </p:contentPart>
        </mc:Choice>
        <mc:Fallback xmlns="">
          <p:pic>
            <p:nvPicPr>
              <p:cNvPr id="6" name="Ink 5">
                <a:extLst>
                  <a:ext uri="{FF2B5EF4-FFF2-40B4-BE49-F238E27FC236}">
                    <a16:creationId xmlns:a16="http://schemas.microsoft.com/office/drawing/2014/main" id="{330F1EB4-3DBB-E51D-9D04-C4E6E3A51929}"/>
                  </a:ext>
                </a:extLst>
              </p:cNvPr>
              <p:cNvPicPr/>
              <p:nvPr/>
            </p:nvPicPr>
            <p:blipFill>
              <a:blip r:embed="rId10"/>
              <a:stretch>
                <a:fillRect/>
              </a:stretch>
            </p:blipFill>
            <p:spPr>
              <a:xfrm>
                <a:off x="3905584" y="2044752"/>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0450A1E2-76CD-F0EF-60C4-904AA7261766}"/>
                  </a:ext>
                </a:extLst>
              </p14:cNvPr>
              <p14:cNvContentPartPr/>
              <p14:nvPr/>
            </p14:nvContentPartPr>
            <p14:xfrm>
              <a:off x="3848344" y="2207472"/>
              <a:ext cx="343080" cy="142560"/>
            </p14:xfrm>
          </p:contentPart>
        </mc:Choice>
        <mc:Fallback xmlns="">
          <p:pic>
            <p:nvPicPr>
              <p:cNvPr id="7" name="Ink 6">
                <a:extLst>
                  <a:ext uri="{FF2B5EF4-FFF2-40B4-BE49-F238E27FC236}">
                    <a16:creationId xmlns:a16="http://schemas.microsoft.com/office/drawing/2014/main" id="{0450A1E2-76CD-F0EF-60C4-904AA7261766}"/>
                  </a:ext>
                </a:extLst>
              </p:cNvPr>
              <p:cNvPicPr/>
              <p:nvPr/>
            </p:nvPicPr>
            <p:blipFill>
              <a:blip r:embed="rId12"/>
              <a:stretch>
                <a:fillRect/>
              </a:stretch>
            </p:blipFill>
            <p:spPr>
              <a:xfrm>
                <a:off x="3844024" y="2203152"/>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F748B270-D4A3-3FD9-E31D-7989678F5981}"/>
                  </a:ext>
                </a:extLst>
              </p14:cNvPr>
              <p14:cNvContentPartPr/>
              <p14:nvPr/>
            </p14:nvContentPartPr>
            <p14:xfrm>
              <a:off x="4337224" y="2047272"/>
              <a:ext cx="244800" cy="399240"/>
            </p14:xfrm>
          </p:contentPart>
        </mc:Choice>
        <mc:Fallback xmlns="">
          <p:pic>
            <p:nvPicPr>
              <p:cNvPr id="8" name="Ink 7">
                <a:extLst>
                  <a:ext uri="{FF2B5EF4-FFF2-40B4-BE49-F238E27FC236}">
                    <a16:creationId xmlns:a16="http://schemas.microsoft.com/office/drawing/2014/main" id="{F748B270-D4A3-3FD9-E31D-7989678F5981}"/>
                  </a:ext>
                </a:extLst>
              </p:cNvPr>
              <p:cNvPicPr/>
              <p:nvPr/>
            </p:nvPicPr>
            <p:blipFill>
              <a:blip r:embed="rId14"/>
              <a:stretch>
                <a:fillRect/>
              </a:stretch>
            </p:blipFill>
            <p:spPr>
              <a:xfrm>
                <a:off x="4332904" y="2042952"/>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04121AD9-01F5-B9A1-CFA1-FEC41157279A}"/>
                  </a:ext>
                </a:extLst>
              </p14:cNvPr>
              <p14:cNvContentPartPr/>
              <p14:nvPr/>
            </p14:nvContentPartPr>
            <p14:xfrm>
              <a:off x="4583824" y="2254632"/>
              <a:ext cx="169920" cy="93960"/>
            </p14:xfrm>
          </p:contentPart>
        </mc:Choice>
        <mc:Fallback xmlns="">
          <p:pic>
            <p:nvPicPr>
              <p:cNvPr id="9" name="Ink 8">
                <a:extLst>
                  <a:ext uri="{FF2B5EF4-FFF2-40B4-BE49-F238E27FC236}">
                    <a16:creationId xmlns:a16="http://schemas.microsoft.com/office/drawing/2014/main" id="{04121AD9-01F5-B9A1-CFA1-FEC41157279A}"/>
                  </a:ext>
                </a:extLst>
              </p:cNvPr>
              <p:cNvPicPr/>
              <p:nvPr/>
            </p:nvPicPr>
            <p:blipFill>
              <a:blip r:embed="rId16"/>
              <a:stretch>
                <a:fillRect/>
              </a:stretch>
            </p:blipFill>
            <p:spPr>
              <a:xfrm>
                <a:off x="4579504" y="2250312"/>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442D2EB3-0193-2216-41A1-61D492D0059D}"/>
                  </a:ext>
                </a:extLst>
              </p14:cNvPr>
              <p14:cNvContentPartPr/>
              <p14:nvPr/>
            </p14:nvContentPartPr>
            <p14:xfrm>
              <a:off x="4739704" y="2103792"/>
              <a:ext cx="7920" cy="34920"/>
            </p14:xfrm>
          </p:contentPart>
        </mc:Choice>
        <mc:Fallback xmlns="">
          <p:pic>
            <p:nvPicPr>
              <p:cNvPr id="10" name="Ink 9">
                <a:extLst>
                  <a:ext uri="{FF2B5EF4-FFF2-40B4-BE49-F238E27FC236}">
                    <a16:creationId xmlns:a16="http://schemas.microsoft.com/office/drawing/2014/main" id="{442D2EB3-0193-2216-41A1-61D492D0059D}"/>
                  </a:ext>
                </a:extLst>
              </p:cNvPr>
              <p:cNvPicPr/>
              <p:nvPr/>
            </p:nvPicPr>
            <p:blipFill>
              <a:blip r:embed="rId18"/>
              <a:stretch>
                <a:fillRect/>
              </a:stretch>
            </p:blipFill>
            <p:spPr>
              <a:xfrm>
                <a:off x="4735384" y="2099472"/>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0E90FC3C-71CB-7505-7F58-D586775F9E3B}"/>
                  </a:ext>
                </a:extLst>
              </p14:cNvPr>
              <p14:cNvContentPartPr/>
              <p14:nvPr/>
            </p14:nvContentPartPr>
            <p14:xfrm>
              <a:off x="4770304" y="2012352"/>
              <a:ext cx="216720" cy="330120"/>
            </p14:xfrm>
          </p:contentPart>
        </mc:Choice>
        <mc:Fallback xmlns="">
          <p:pic>
            <p:nvPicPr>
              <p:cNvPr id="11" name="Ink 10">
                <a:extLst>
                  <a:ext uri="{FF2B5EF4-FFF2-40B4-BE49-F238E27FC236}">
                    <a16:creationId xmlns:a16="http://schemas.microsoft.com/office/drawing/2014/main" id="{0E90FC3C-71CB-7505-7F58-D586775F9E3B}"/>
                  </a:ext>
                </a:extLst>
              </p:cNvPr>
              <p:cNvPicPr/>
              <p:nvPr/>
            </p:nvPicPr>
            <p:blipFill>
              <a:blip r:embed="rId20"/>
              <a:stretch>
                <a:fillRect/>
              </a:stretch>
            </p:blipFill>
            <p:spPr>
              <a:xfrm>
                <a:off x="4765984" y="2008032"/>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Ink 11">
                <a:extLst>
                  <a:ext uri="{FF2B5EF4-FFF2-40B4-BE49-F238E27FC236}">
                    <a16:creationId xmlns:a16="http://schemas.microsoft.com/office/drawing/2014/main" id="{5114F640-0C01-ADF0-5512-206D2EEAAB20}"/>
                  </a:ext>
                </a:extLst>
              </p14:cNvPr>
              <p14:cNvContentPartPr/>
              <p14:nvPr/>
            </p14:nvContentPartPr>
            <p14:xfrm>
              <a:off x="5170984" y="2075712"/>
              <a:ext cx="289440" cy="154800"/>
            </p14:xfrm>
          </p:contentPart>
        </mc:Choice>
        <mc:Fallback xmlns="">
          <p:pic>
            <p:nvPicPr>
              <p:cNvPr id="12" name="Ink 11">
                <a:extLst>
                  <a:ext uri="{FF2B5EF4-FFF2-40B4-BE49-F238E27FC236}">
                    <a16:creationId xmlns:a16="http://schemas.microsoft.com/office/drawing/2014/main" id="{5114F640-0C01-ADF0-5512-206D2EEAAB20}"/>
                  </a:ext>
                </a:extLst>
              </p:cNvPr>
              <p:cNvPicPr/>
              <p:nvPr/>
            </p:nvPicPr>
            <p:blipFill>
              <a:blip r:embed="rId22"/>
              <a:stretch>
                <a:fillRect/>
              </a:stretch>
            </p:blipFill>
            <p:spPr>
              <a:xfrm>
                <a:off x="5166664" y="2071392"/>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Ink 12">
                <a:extLst>
                  <a:ext uri="{FF2B5EF4-FFF2-40B4-BE49-F238E27FC236}">
                    <a16:creationId xmlns:a16="http://schemas.microsoft.com/office/drawing/2014/main" id="{BCEC43CD-0F36-D073-EAD3-BCF1C906C34A}"/>
                  </a:ext>
                </a:extLst>
              </p14:cNvPr>
              <p14:cNvContentPartPr/>
              <p14:nvPr/>
            </p14:nvContentPartPr>
            <p14:xfrm>
              <a:off x="5549344" y="1875912"/>
              <a:ext cx="345600" cy="388440"/>
            </p14:xfrm>
          </p:contentPart>
        </mc:Choice>
        <mc:Fallback xmlns="">
          <p:pic>
            <p:nvPicPr>
              <p:cNvPr id="13" name="Ink 12">
                <a:extLst>
                  <a:ext uri="{FF2B5EF4-FFF2-40B4-BE49-F238E27FC236}">
                    <a16:creationId xmlns:a16="http://schemas.microsoft.com/office/drawing/2014/main" id="{BCEC43CD-0F36-D073-EAD3-BCF1C906C34A}"/>
                  </a:ext>
                </a:extLst>
              </p:cNvPr>
              <p:cNvPicPr/>
              <p:nvPr/>
            </p:nvPicPr>
            <p:blipFill>
              <a:blip r:embed="rId24"/>
              <a:stretch>
                <a:fillRect/>
              </a:stretch>
            </p:blipFill>
            <p:spPr>
              <a:xfrm>
                <a:off x="5545024" y="1871592"/>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 name="Ink 13">
                <a:extLst>
                  <a:ext uri="{FF2B5EF4-FFF2-40B4-BE49-F238E27FC236}">
                    <a16:creationId xmlns:a16="http://schemas.microsoft.com/office/drawing/2014/main" id="{BF71F73D-F090-47FB-1D39-AE2EE89B2B98}"/>
                  </a:ext>
                </a:extLst>
              </p14:cNvPr>
              <p14:cNvContentPartPr/>
              <p14:nvPr/>
            </p14:nvContentPartPr>
            <p14:xfrm>
              <a:off x="5850304" y="2158512"/>
              <a:ext cx="152280" cy="120600"/>
            </p14:xfrm>
          </p:contentPart>
        </mc:Choice>
        <mc:Fallback xmlns="">
          <p:pic>
            <p:nvPicPr>
              <p:cNvPr id="14" name="Ink 13">
                <a:extLst>
                  <a:ext uri="{FF2B5EF4-FFF2-40B4-BE49-F238E27FC236}">
                    <a16:creationId xmlns:a16="http://schemas.microsoft.com/office/drawing/2014/main" id="{BF71F73D-F090-47FB-1D39-AE2EE89B2B98}"/>
                  </a:ext>
                </a:extLst>
              </p:cNvPr>
              <p:cNvPicPr/>
              <p:nvPr/>
            </p:nvPicPr>
            <p:blipFill>
              <a:blip r:embed="rId26"/>
              <a:stretch>
                <a:fillRect/>
              </a:stretch>
            </p:blipFill>
            <p:spPr>
              <a:xfrm>
                <a:off x="5845984" y="2154192"/>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 name="Ink 14">
                <a:extLst>
                  <a:ext uri="{FF2B5EF4-FFF2-40B4-BE49-F238E27FC236}">
                    <a16:creationId xmlns:a16="http://schemas.microsoft.com/office/drawing/2014/main" id="{C4AAA8E5-B7A1-ECFF-C51C-C770B8FA80DC}"/>
                  </a:ext>
                </a:extLst>
              </p14:cNvPr>
              <p14:cNvContentPartPr/>
              <p14:nvPr/>
            </p14:nvContentPartPr>
            <p14:xfrm>
              <a:off x="6038944" y="1897512"/>
              <a:ext cx="110160" cy="358200"/>
            </p14:xfrm>
          </p:contentPart>
        </mc:Choice>
        <mc:Fallback xmlns="">
          <p:pic>
            <p:nvPicPr>
              <p:cNvPr id="15" name="Ink 14">
                <a:extLst>
                  <a:ext uri="{FF2B5EF4-FFF2-40B4-BE49-F238E27FC236}">
                    <a16:creationId xmlns:a16="http://schemas.microsoft.com/office/drawing/2014/main" id="{C4AAA8E5-B7A1-ECFF-C51C-C770B8FA80DC}"/>
                  </a:ext>
                </a:extLst>
              </p:cNvPr>
              <p:cNvPicPr/>
              <p:nvPr/>
            </p:nvPicPr>
            <p:blipFill>
              <a:blip r:embed="rId28"/>
              <a:stretch>
                <a:fillRect/>
              </a:stretch>
            </p:blipFill>
            <p:spPr>
              <a:xfrm>
                <a:off x="6034624" y="1893192"/>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6" name="Ink 15">
                <a:extLst>
                  <a:ext uri="{FF2B5EF4-FFF2-40B4-BE49-F238E27FC236}">
                    <a16:creationId xmlns:a16="http://schemas.microsoft.com/office/drawing/2014/main" id="{94A500AA-0C06-4D20-241B-D178B89F3D37}"/>
                  </a:ext>
                </a:extLst>
              </p14:cNvPr>
              <p14:cNvContentPartPr/>
              <p14:nvPr/>
            </p14:nvContentPartPr>
            <p14:xfrm>
              <a:off x="6002584" y="2096952"/>
              <a:ext cx="331560" cy="152640"/>
            </p14:xfrm>
          </p:contentPart>
        </mc:Choice>
        <mc:Fallback xmlns="">
          <p:pic>
            <p:nvPicPr>
              <p:cNvPr id="16" name="Ink 15">
                <a:extLst>
                  <a:ext uri="{FF2B5EF4-FFF2-40B4-BE49-F238E27FC236}">
                    <a16:creationId xmlns:a16="http://schemas.microsoft.com/office/drawing/2014/main" id="{94A500AA-0C06-4D20-241B-D178B89F3D37}"/>
                  </a:ext>
                </a:extLst>
              </p:cNvPr>
              <p:cNvPicPr/>
              <p:nvPr/>
            </p:nvPicPr>
            <p:blipFill>
              <a:blip r:embed="rId30"/>
              <a:stretch>
                <a:fillRect/>
              </a:stretch>
            </p:blipFill>
            <p:spPr>
              <a:xfrm>
                <a:off x="5998264" y="2092632"/>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7" name="Ink 16">
                <a:extLst>
                  <a:ext uri="{FF2B5EF4-FFF2-40B4-BE49-F238E27FC236}">
                    <a16:creationId xmlns:a16="http://schemas.microsoft.com/office/drawing/2014/main" id="{F0E6CB0F-0132-290A-A840-BA359282BD9F}"/>
                  </a:ext>
                </a:extLst>
              </p14:cNvPr>
              <p14:cNvContentPartPr/>
              <p14:nvPr/>
            </p14:nvContentPartPr>
            <p14:xfrm>
              <a:off x="6385624" y="1999032"/>
              <a:ext cx="234720" cy="431640"/>
            </p14:xfrm>
          </p:contentPart>
        </mc:Choice>
        <mc:Fallback xmlns="">
          <p:pic>
            <p:nvPicPr>
              <p:cNvPr id="17" name="Ink 16">
                <a:extLst>
                  <a:ext uri="{FF2B5EF4-FFF2-40B4-BE49-F238E27FC236}">
                    <a16:creationId xmlns:a16="http://schemas.microsoft.com/office/drawing/2014/main" id="{F0E6CB0F-0132-290A-A840-BA359282BD9F}"/>
                  </a:ext>
                </a:extLst>
              </p:cNvPr>
              <p:cNvPicPr/>
              <p:nvPr/>
            </p:nvPicPr>
            <p:blipFill>
              <a:blip r:embed="rId32"/>
              <a:stretch>
                <a:fillRect/>
              </a:stretch>
            </p:blipFill>
            <p:spPr>
              <a:xfrm>
                <a:off x="6381304" y="1994712"/>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 name="Ink 17">
                <a:extLst>
                  <a:ext uri="{FF2B5EF4-FFF2-40B4-BE49-F238E27FC236}">
                    <a16:creationId xmlns:a16="http://schemas.microsoft.com/office/drawing/2014/main" id="{9472A26B-4869-6E3E-7713-EF32CAAE9DF4}"/>
                  </a:ext>
                </a:extLst>
              </p14:cNvPr>
              <p14:cNvContentPartPr/>
              <p14:nvPr/>
            </p14:nvContentPartPr>
            <p14:xfrm>
              <a:off x="6599104" y="2229432"/>
              <a:ext cx="133200" cy="72000"/>
            </p14:xfrm>
          </p:contentPart>
        </mc:Choice>
        <mc:Fallback xmlns="">
          <p:pic>
            <p:nvPicPr>
              <p:cNvPr id="18" name="Ink 17">
                <a:extLst>
                  <a:ext uri="{FF2B5EF4-FFF2-40B4-BE49-F238E27FC236}">
                    <a16:creationId xmlns:a16="http://schemas.microsoft.com/office/drawing/2014/main" id="{9472A26B-4869-6E3E-7713-EF32CAAE9DF4}"/>
                  </a:ext>
                </a:extLst>
              </p:cNvPr>
              <p:cNvPicPr/>
              <p:nvPr/>
            </p:nvPicPr>
            <p:blipFill>
              <a:blip r:embed="rId34"/>
              <a:stretch>
                <a:fillRect/>
              </a:stretch>
            </p:blipFill>
            <p:spPr>
              <a:xfrm>
                <a:off x="6594784" y="2225112"/>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9" name="Ink 18">
                <a:extLst>
                  <a:ext uri="{FF2B5EF4-FFF2-40B4-BE49-F238E27FC236}">
                    <a16:creationId xmlns:a16="http://schemas.microsoft.com/office/drawing/2014/main" id="{8FDBC609-BAA1-5A67-821D-8A52C674B868}"/>
                  </a:ext>
                </a:extLst>
              </p14:cNvPr>
              <p14:cNvContentPartPr/>
              <p14:nvPr/>
            </p14:nvContentPartPr>
            <p14:xfrm>
              <a:off x="6637624" y="2151312"/>
              <a:ext cx="37080" cy="15840"/>
            </p14:xfrm>
          </p:contentPart>
        </mc:Choice>
        <mc:Fallback xmlns="">
          <p:pic>
            <p:nvPicPr>
              <p:cNvPr id="19" name="Ink 18">
                <a:extLst>
                  <a:ext uri="{FF2B5EF4-FFF2-40B4-BE49-F238E27FC236}">
                    <a16:creationId xmlns:a16="http://schemas.microsoft.com/office/drawing/2014/main" id="{8FDBC609-BAA1-5A67-821D-8A52C674B868}"/>
                  </a:ext>
                </a:extLst>
              </p:cNvPr>
              <p:cNvPicPr/>
              <p:nvPr/>
            </p:nvPicPr>
            <p:blipFill>
              <a:blip r:embed="rId36"/>
              <a:stretch>
                <a:fillRect/>
              </a:stretch>
            </p:blipFill>
            <p:spPr>
              <a:xfrm>
                <a:off x="6633304" y="2146992"/>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Ink 19">
                <a:extLst>
                  <a:ext uri="{FF2B5EF4-FFF2-40B4-BE49-F238E27FC236}">
                    <a16:creationId xmlns:a16="http://schemas.microsoft.com/office/drawing/2014/main" id="{953B39E8-2094-3CB4-73AE-ED27755F109F}"/>
                  </a:ext>
                </a:extLst>
              </p14:cNvPr>
              <p14:cNvContentPartPr/>
              <p14:nvPr/>
            </p14:nvContentPartPr>
            <p14:xfrm>
              <a:off x="6735904" y="2170392"/>
              <a:ext cx="113760" cy="116640"/>
            </p14:xfrm>
          </p:contentPart>
        </mc:Choice>
        <mc:Fallback xmlns="">
          <p:pic>
            <p:nvPicPr>
              <p:cNvPr id="20" name="Ink 19">
                <a:extLst>
                  <a:ext uri="{FF2B5EF4-FFF2-40B4-BE49-F238E27FC236}">
                    <a16:creationId xmlns:a16="http://schemas.microsoft.com/office/drawing/2014/main" id="{953B39E8-2094-3CB4-73AE-ED27755F109F}"/>
                  </a:ext>
                </a:extLst>
              </p:cNvPr>
              <p:cNvPicPr/>
              <p:nvPr/>
            </p:nvPicPr>
            <p:blipFill>
              <a:blip r:embed="rId38"/>
              <a:stretch>
                <a:fillRect/>
              </a:stretch>
            </p:blipFill>
            <p:spPr>
              <a:xfrm>
                <a:off x="6731584" y="2166072"/>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1" name="Ink 20">
                <a:extLst>
                  <a:ext uri="{FF2B5EF4-FFF2-40B4-BE49-F238E27FC236}">
                    <a16:creationId xmlns:a16="http://schemas.microsoft.com/office/drawing/2014/main" id="{8403C472-6315-397C-716C-D589A2629B14}"/>
                  </a:ext>
                </a:extLst>
              </p14:cNvPr>
              <p14:cNvContentPartPr/>
              <p14:nvPr/>
            </p14:nvContentPartPr>
            <p14:xfrm>
              <a:off x="6959104" y="2083992"/>
              <a:ext cx="360" cy="116280"/>
            </p14:xfrm>
          </p:contentPart>
        </mc:Choice>
        <mc:Fallback xmlns="">
          <p:pic>
            <p:nvPicPr>
              <p:cNvPr id="21" name="Ink 20">
                <a:extLst>
                  <a:ext uri="{FF2B5EF4-FFF2-40B4-BE49-F238E27FC236}">
                    <a16:creationId xmlns:a16="http://schemas.microsoft.com/office/drawing/2014/main" id="{8403C472-6315-397C-716C-D589A2629B14}"/>
                  </a:ext>
                </a:extLst>
              </p:cNvPr>
              <p:cNvPicPr/>
              <p:nvPr/>
            </p:nvPicPr>
            <p:blipFill>
              <a:blip r:embed="rId40"/>
              <a:stretch>
                <a:fillRect/>
              </a:stretch>
            </p:blipFill>
            <p:spPr>
              <a:xfrm>
                <a:off x="6954784" y="2079672"/>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Ink 21">
                <a:extLst>
                  <a:ext uri="{FF2B5EF4-FFF2-40B4-BE49-F238E27FC236}">
                    <a16:creationId xmlns:a16="http://schemas.microsoft.com/office/drawing/2014/main" id="{05ED7803-34CE-F5F4-D885-B221FB33901B}"/>
                  </a:ext>
                </a:extLst>
              </p14:cNvPr>
              <p14:cNvContentPartPr/>
              <p14:nvPr/>
            </p14:nvContentPartPr>
            <p14:xfrm>
              <a:off x="6959104" y="1897512"/>
              <a:ext cx="239040" cy="379800"/>
            </p14:xfrm>
          </p:contentPart>
        </mc:Choice>
        <mc:Fallback xmlns="">
          <p:pic>
            <p:nvPicPr>
              <p:cNvPr id="22" name="Ink 21">
                <a:extLst>
                  <a:ext uri="{FF2B5EF4-FFF2-40B4-BE49-F238E27FC236}">
                    <a16:creationId xmlns:a16="http://schemas.microsoft.com/office/drawing/2014/main" id="{05ED7803-34CE-F5F4-D885-B221FB33901B}"/>
                  </a:ext>
                </a:extLst>
              </p:cNvPr>
              <p:cNvPicPr/>
              <p:nvPr/>
            </p:nvPicPr>
            <p:blipFill>
              <a:blip r:embed="rId42"/>
              <a:stretch>
                <a:fillRect/>
              </a:stretch>
            </p:blipFill>
            <p:spPr>
              <a:xfrm>
                <a:off x="6954784" y="1893192"/>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 name="Ink 22">
                <a:extLst>
                  <a:ext uri="{FF2B5EF4-FFF2-40B4-BE49-F238E27FC236}">
                    <a16:creationId xmlns:a16="http://schemas.microsoft.com/office/drawing/2014/main" id="{18EA954C-55BC-A4D0-9CA1-5B0925DB3C4B}"/>
                  </a:ext>
                </a:extLst>
              </p14:cNvPr>
              <p14:cNvContentPartPr/>
              <p14:nvPr/>
            </p14:nvContentPartPr>
            <p14:xfrm>
              <a:off x="7236304" y="1760712"/>
              <a:ext cx="219960" cy="716760"/>
            </p14:xfrm>
          </p:contentPart>
        </mc:Choice>
        <mc:Fallback xmlns="">
          <p:pic>
            <p:nvPicPr>
              <p:cNvPr id="23" name="Ink 22">
                <a:extLst>
                  <a:ext uri="{FF2B5EF4-FFF2-40B4-BE49-F238E27FC236}">
                    <a16:creationId xmlns:a16="http://schemas.microsoft.com/office/drawing/2014/main" id="{18EA954C-55BC-A4D0-9CA1-5B0925DB3C4B}"/>
                  </a:ext>
                </a:extLst>
              </p:cNvPr>
              <p:cNvPicPr/>
              <p:nvPr/>
            </p:nvPicPr>
            <p:blipFill>
              <a:blip r:embed="rId44"/>
              <a:stretch>
                <a:fillRect/>
              </a:stretch>
            </p:blipFill>
            <p:spPr>
              <a:xfrm>
                <a:off x="7231984" y="1756392"/>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4" name="Ink 23">
                <a:extLst>
                  <a:ext uri="{FF2B5EF4-FFF2-40B4-BE49-F238E27FC236}">
                    <a16:creationId xmlns:a16="http://schemas.microsoft.com/office/drawing/2014/main" id="{FC1D15DF-BB5F-2F5C-EDB4-5D0840EDB021}"/>
                  </a:ext>
                </a:extLst>
              </p14:cNvPr>
              <p14:cNvContentPartPr/>
              <p14:nvPr/>
            </p14:nvContentPartPr>
            <p14:xfrm>
              <a:off x="3193864" y="2915592"/>
              <a:ext cx="166320" cy="195120"/>
            </p14:xfrm>
          </p:contentPart>
        </mc:Choice>
        <mc:Fallback xmlns="">
          <p:pic>
            <p:nvPicPr>
              <p:cNvPr id="24" name="Ink 23">
                <a:extLst>
                  <a:ext uri="{FF2B5EF4-FFF2-40B4-BE49-F238E27FC236}">
                    <a16:creationId xmlns:a16="http://schemas.microsoft.com/office/drawing/2014/main" id="{FC1D15DF-BB5F-2F5C-EDB4-5D0840EDB021}"/>
                  </a:ext>
                </a:extLst>
              </p:cNvPr>
              <p:cNvPicPr/>
              <p:nvPr/>
            </p:nvPicPr>
            <p:blipFill>
              <a:blip r:embed="rId46"/>
              <a:stretch>
                <a:fillRect/>
              </a:stretch>
            </p:blipFill>
            <p:spPr>
              <a:xfrm>
                <a:off x="3189544" y="2911272"/>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5" name="Ink 24">
                <a:extLst>
                  <a:ext uri="{FF2B5EF4-FFF2-40B4-BE49-F238E27FC236}">
                    <a16:creationId xmlns:a16="http://schemas.microsoft.com/office/drawing/2014/main" id="{03B49DD7-F3F0-AC28-70D2-8E8F767518BB}"/>
                  </a:ext>
                </a:extLst>
              </p14:cNvPr>
              <p14:cNvContentPartPr/>
              <p14:nvPr/>
            </p14:nvContentPartPr>
            <p14:xfrm>
              <a:off x="3427864" y="2901912"/>
              <a:ext cx="315000" cy="168120"/>
            </p14:xfrm>
          </p:contentPart>
        </mc:Choice>
        <mc:Fallback xmlns="">
          <p:pic>
            <p:nvPicPr>
              <p:cNvPr id="25" name="Ink 24">
                <a:extLst>
                  <a:ext uri="{FF2B5EF4-FFF2-40B4-BE49-F238E27FC236}">
                    <a16:creationId xmlns:a16="http://schemas.microsoft.com/office/drawing/2014/main" id="{03B49DD7-F3F0-AC28-70D2-8E8F767518BB}"/>
                  </a:ext>
                </a:extLst>
              </p:cNvPr>
              <p:cNvPicPr/>
              <p:nvPr/>
            </p:nvPicPr>
            <p:blipFill>
              <a:blip r:embed="rId48"/>
              <a:stretch>
                <a:fillRect/>
              </a:stretch>
            </p:blipFill>
            <p:spPr>
              <a:xfrm>
                <a:off x="3423544" y="2897592"/>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6" name="Ink 25">
                <a:extLst>
                  <a:ext uri="{FF2B5EF4-FFF2-40B4-BE49-F238E27FC236}">
                    <a16:creationId xmlns:a16="http://schemas.microsoft.com/office/drawing/2014/main" id="{FCF39BEC-9367-6E8F-C183-F396CC1FB811}"/>
                  </a:ext>
                </a:extLst>
              </p14:cNvPr>
              <p14:cNvContentPartPr/>
              <p14:nvPr/>
            </p14:nvContentPartPr>
            <p14:xfrm>
              <a:off x="3855904" y="2904072"/>
              <a:ext cx="123840" cy="104400"/>
            </p14:xfrm>
          </p:contentPart>
        </mc:Choice>
        <mc:Fallback xmlns="">
          <p:pic>
            <p:nvPicPr>
              <p:cNvPr id="26" name="Ink 25">
                <a:extLst>
                  <a:ext uri="{FF2B5EF4-FFF2-40B4-BE49-F238E27FC236}">
                    <a16:creationId xmlns:a16="http://schemas.microsoft.com/office/drawing/2014/main" id="{FCF39BEC-9367-6E8F-C183-F396CC1FB811}"/>
                  </a:ext>
                </a:extLst>
              </p:cNvPr>
              <p:cNvPicPr/>
              <p:nvPr/>
            </p:nvPicPr>
            <p:blipFill>
              <a:blip r:embed="rId50"/>
              <a:stretch>
                <a:fillRect/>
              </a:stretch>
            </p:blipFill>
            <p:spPr>
              <a:xfrm>
                <a:off x="3851584" y="2899752"/>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7" name="Ink 26">
                <a:extLst>
                  <a:ext uri="{FF2B5EF4-FFF2-40B4-BE49-F238E27FC236}">
                    <a16:creationId xmlns:a16="http://schemas.microsoft.com/office/drawing/2014/main" id="{D5635698-7503-BCC7-D57E-A55F697F11CB}"/>
                  </a:ext>
                </a:extLst>
              </p14:cNvPr>
              <p14:cNvContentPartPr/>
              <p14:nvPr/>
            </p14:nvContentPartPr>
            <p14:xfrm>
              <a:off x="4067944" y="2996952"/>
              <a:ext cx="43200" cy="293400"/>
            </p14:xfrm>
          </p:contentPart>
        </mc:Choice>
        <mc:Fallback xmlns="">
          <p:pic>
            <p:nvPicPr>
              <p:cNvPr id="27" name="Ink 26">
                <a:extLst>
                  <a:ext uri="{FF2B5EF4-FFF2-40B4-BE49-F238E27FC236}">
                    <a16:creationId xmlns:a16="http://schemas.microsoft.com/office/drawing/2014/main" id="{D5635698-7503-BCC7-D57E-A55F697F11CB}"/>
                  </a:ext>
                </a:extLst>
              </p:cNvPr>
              <p:cNvPicPr/>
              <p:nvPr/>
            </p:nvPicPr>
            <p:blipFill>
              <a:blip r:embed="rId52"/>
              <a:stretch>
                <a:fillRect/>
              </a:stretch>
            </p:blipFill>
            <p:spPr>
              <a:xfrm>
                <a:off x="4063624" y="2992632"/>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8" name="Ink 27">
                <a:extLst>
                  <a:ext uri="{FF2B5EF4-FFF2-40B4-BE49-F238E27FC236}">
                    <a16:creationId xmlns:a16="http://schemas.microsoft.com/office/drawing/2014/main" id="{E5FC81F1-5B01-512E-A70F-CD654C7D73E5}"/>
                  </a:ext>
                </a:extLst>
              </p14:cNvPr>
              <p14:cNvContentPartPr/>
              <p14:nvPr/>
            </p14:nvContentPartPr>
            <p14:xfrm>
              <a:off x="4110064" y="2966712"/>
              <a:ext cx="140040" cy="76320"/>
            </p14:xfrm>
          </p:contentPart>
        </mc:Choice>
        <mc:Fallback xmlns="">
          <p:pic>
            <p:nvPicPr>
              <p:cNvPr id="28" name="Ink 27">
                <a:extLst>
                  <a:ext uri="{FF2B5EF4-FFF2-40B4-BE49-F238E27FC236}">
                    <a16:creationId xmlns:a16="http://schemas.microsoft.com/office/drawing/2014/main" id="{E5FC81F1-5B01-512E-A70F-CD654C7D73E5}"/>
                  </a:ext>
                </a:extLst>
              </p:cNvPr>
              <p:cNvPicPr/>
              <p:nvPr/>
            </p:nvPicPr>
            <p:blipFill>
              <a:blip r:embed="rId54"/>
              <a:stretch>
                <a:fillRect/>
              </a:stretch>
            </p:blipFill>
            <p:spPr>
              <a:xfrm>
                <a:off x="4105744" y="2962392"/>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9" name="Ink 28">
                <a:extLst>
                  <a:ext uri="{FF2B5EF4-FFF2-40B4-BE49-F238E27FC236}">
                    <a16:creationId xmlns:a16="http://schemas.microsoft.com/office/drawing/2014/main" id="{FB4E13EF-EFDD-CAF1-5076-476D8818F108}"/>
                  </a:ext>
                </a:extLst>
              </p14:cNvPr>
              <p14:cNvContentPartPr/>
              <p14:nvPr/>
            </p14:nvContentPartPr>
            <p14:xfrm>
              <a:off x="4422184" y="2663232"/>
              <a:ext cx="229320" cy="466200"/>
            </p14:xfrm>
          </p:contentPart>
        </mc:Choice>
        <mc:Fallback xmlns="">
          <p:pic>
            <p:nvPicPr>
              <p:cNvPr id="29" name="Ink 28">
                <a:extLst>
                  <a:ext uri="{FF2B5EF4-FFF2-40B4-BE49-F238E27FC236}">
                    <a16:creationId xmlns:a16="http://schemas.microsoft.com/office/drawing/2014/main" id="{FB4E13EF-EFDD-CAF1-5076-476D8818F108}"/>
                  </a:ext>
                </a:extLst>
              </p:cNvPr>
              <p:cNvPicPr/>
              <p:nvPr/>
            </p:nvPicPr>
            <p:blipFill>
              <a:blip r:embed="rId56"/>
              <a:stretch>
                <a:fillRect/>
              </a:stretch>
            </p:blipFill>
            <p:spPr>
              <a:xfrm>
                <a:off x="4417864" y="2658912"/>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0" name="Ink 29">
                <a:extLst>
                  <a:ext uri="{FF2B5EF4-FFF2-40B4-BE49-F238E27FC236}">
                    <a16:creationId xmlns:a16="http://schemas.microsoft.com/office/drawing/2014/main" id="{B6B0307A-2DBE-AA40-4729-DC6A80DEE9E0}"/>
                  </a:ext>
                </a:extLst>
              </p14:cNvPr>
              <p14:cNvContentPartPr/>
              <p14:nvPr/>
            </p14:nvContentPartPr>
            <p14:xfrm>
              <a:off x="4658704" y="2679072"/>
              <a:ext cx="206280" cy="343440"/>
            </p14:xfrm>
          </p:contentPart>
        </mc:Choice>
        <mc:Fallback xmlns="">
          <p:pic>
            <p:nvPicPr>
              <p:cNvPr id="30" name="Ink 29">
                <a:extLst>
                  <a:ext uri="{FF2B5EF4-FFF2-40B4-BE49-F238E27FC236}">
                    <a16:creationId xmlns:a16="http://schemas.microsoft.com/office/drawing/2014/main" id="{B6B0307A-2DBE-AA40-4729-DC6A80DEE9E0}"/>
                  </a:ext>
                </a:extLst>
              </p:cNvPr>
              <p:cNvPicPr/>
              <p:nvPr/>
            </p:nvPicPr>
            <p:blipFill>
              <a:blip r:embed="rId58"/>
              <a:stretch>
                <a:fillRect/>
              </a:stretch>
            </p:blipFill>
            <p:spPr>
              <a:xfrm>
                <a:off x="4654384" y="2674752"/>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1" name="Ink 30">
                <a:extLst>
                  <a:ext uri="{FF2B5EF4-FFF2-40B4-BE49-F238E27FC236}">
                    <a16:creationId xmlns:a16="http://schemas.microsoft.com/office/drawing/2014/main" id="{06791CB4-94FE-5F56-1BE7-124300945C4A}"/>
                  </a:ext>
                </a:extLst>
              </p14:cNvPr>
              <p14:cNvContentPartPr/>
              <p14:nvPr/>
            </p14:nvContentPartPr>
            <p14:xfrm>
              <a:off x="4949224" y="2900832"/>
              <a:ext cx="179640" cy="87120"/>
            </p14:xfrm>
          </p:contentPart>
        </mc:Choice>
        <mc:Fallback xmlns="">
          <p:pic>
            <p:nvPicPr>
              <p:cNvPr id="31" name="Ink 30">
                <a:extLst>
                  <a:ext uri="{FF2B5EF4-FFF2-40B4-BE49-F238E27FC236}">
                    <a16:creationId xmlns:a16="http://schemas.microsoft.com/office/drawing/2014/main" id="{06791CB4-94FE-5F56-1BE7-124300945C4A}"/>
                  </a:ext>
                </a:extLst>
              </p:cNvPr>
              <p:cNvPicPr/>
              <p:nvPr/>
            </p:nvPicPr>
            <p:blipFill>
              <a:blip r:embed="rId60"/>
              <a:stretch>
                <a:fillRect/>
              </a:stretch>
            </p:blipFill>
            <p:spPr>
              <a:xfrm>
                <a:off x="4944904" y="2896512"/>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2" name="Ink 31">
                <a:extLst>
                  <a:ext uri="{FF2B5EF4-FFF2-40B4-BE49-F238E27FC236}">
                    <a16:creationId xmlns:a16="http://schemas.microsoft.com/office/drawing/2014/main" id="{8DC8C283-8D81-1EFB-3EDB-1B153F690A34}"/>
                  </a:ext>
                </a:extLst>
              </p14:cNvPr>
              <p14:cNvContentPartPr/>
              <p14:nvPr/>
            </p14:nvContentPartPr>
            <p14:xfrm>
              <a:off x="5145784" y="2680512"/>
              <a:ext cx="66240" cy="362880"/>
            </p14:xfrm>
          </p:contentPart>
        </mc:Choice>
        <mc:Fallback xmlns="">
          <p:pic>
            <p:nvPicPr>
              <p:cNvPr id="32" name="Ink 31">
                <a:extLst>
                  <a:ext uri="{FF2B5EF4-FFF2-40B4-BE49-F238E27FC236}">
                    <a16:creationId xmlns:a16="http://schemas.microsoft.com/office/drawing/2014/main" id="{8DC8C283-8D81-1EFB-3EDB-1B153F690A34}"/>
                  </a:ext>
                </a:extLst>
              </p:cNvPr>
              <p:cNvPicPr/>
              <p:nvPr/>
            </p:nvPicPr>
            <p:blipFill>
              <a:blip r:embed="rId62"/>
              <a:stretch>
                <a:fillRect/>
              </a:stretch>
            </p:blipFill>
            <p:spPr>
              <a:xfrm>
                <a:off x="5141464" y="2676192"/>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3" name="Ink 32">
                <a:extLst>
                  <a:ext uri="{FF2B5EF4-FFF2-40B4-BE49-F238E27FC236}">
                    <a16:creationId xmlns:a16="http://schemas.microsoft.com/office/drawing/2014/main" id="{0BBAF95E-8C1D-8C84-A250-36CD4973878D}"/>
                  </a:ext>
                </a:extLst>
              </p14:cNvPr>
              <p14:cNvContentPartPr/>
              <p14:nvPr/>
            </p14:nvContentPartPr>
            <p14:xfrm>
              <a:off x="5141824" y="2883552"/>
              <a:ext cx="208080" cy="98280"/>
            </p14:xfrm>
          </p:contentPart>
        </mc:Choice>
        <mc:Fallback xmlns="">
          <p:pic>
            <p:nvPicPr>
              <p:cNvPr id="33" name="Ink 32">
                <a:extLst>
                  <a:ext uri="{FF2B5EF4-FFF2-40B4-BE49-F238E27FC236}">
                    <a16:creationId xmlns:a16="http://schemas.microsoft.com/office/drawing/2014/main" id="{0BBAF95E-8C1D-8C84-A250-36CD4973878D}"/>
                  </a:ext>
                </a:extLst>
              </p:cNvPr>
              <p:cNvPicPr/>
              <p:nvPr/>
            </p:nvPicPr>
            <p:blipFill>
              <a:blip r:embed="rId64"/>
              <a:stretch>
                <a:fillRect/>
              </a:stretch>
            </p:blipFill>
            <p:spPr>
              <a:xfrm>
                <a:off x="5137504" y="2879232"/>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4" name="Ink 33">
                <a:extLst>
                  <a:ext uri="{FF2B5EF4-FFF2-40B4-BE49-F238E27FC236}">
                    <a16:creationId xmlns:a16="http://schemas.microsoft.com/office/drawing/2014/main" id="{878135FD-9D4E-7ECB-988F-6D2C50FB1611}"/>
                  </a:ext>
                </a:extLst>
              </p14:cNvPr>
              <p14:cNvContentPartPr/>
              <p14:nvPr/>
            </p14:nvContentPartPr>
            <p14:xfrm>
              <a:off x="5493904" y="2677272"/>
              <a:ext cx="214200" cy="320040"/>
            </p14:xfrm>
          </p:contentPart>
        </mc:Choice>
        <mc:Fallback xmlns="">
          <p:pic>
            <p:nvPicPr>
              <p:cNvPr id="34" name="Ink 33">
                <a:extLst>
                  <a:ext uri="{FF2B5EF4-FFF2-40B4-BE49-F238E27FC236}">
                    <a16:creationId xmlns:a16="http://schemas.microsoft.com/office/drawing/2014/main" id="{878135FD-9D4E-7ECB-988F-6D2C50FB1611}"/>
                  </a:ext>
                </a:extLst>
              </p:cNvPr>
              <p:cNvPicPr/>
              <p:nvPr/>
            </p:nvPicPr>
            <p:blipFill>
              <a:blip r:embed="rId66"/>
              <a:stretch>
                <a:fillRect/>
              </a:stretch>
            </p:blipFill>
            <p:spPr>
              <a:xfrm>
                <a:off x="5489584" y="2672952"/>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5" name="Ink 34">
                <a:extLst>
                  <a:ext uri="{FF2B5EF4-FFF2-40B4-BE49-F238E27FC236}">
                    <a16:creationId xmlns:a16="http://schemas.microsoft.com/office/drawing/2014/main" id="{5BDB7D15-E170-7841-8379-B178E7E36411}"/>
                  </a:ext>
                </a:extLst>
              </p14:cNvPr>
              <p14:cNvContentPartPr/>
              <p14:nvPr/>
            </p14:nvContentPartPr>
            <p14:xfrm>
              <a:off x="5673184" y="2911992"/>
              <a:ext cx="79200" cy="79200"/>
            </p14:xfrm>
          </p:contentPart>
        </mc:Choice>
        <mc:Fallback xmlns="">
          <p:pic>
            <p:nvPicPr>
              <p:cNvPr id="35" name="Ink 34">
                <a:extLst>
                  <a:ext uri="{FF2B5EF4-FFF2-40B4-BE49-F238E27FC236}">
                    <a16:creationId xmlns:a16="http://schemas.microsoft.com/office/drawing/2014/main" id="{5BDB7D15-E170-7841-8379-B178E7E36411}"/>
                  </a:ext>
                </a:extLst>
              </p:cNvPr>
              <p:cNvPicPr/>
              <p:nvPr/>
            </p:nvPicPr>
            <p:blipFill>
              <a:blip r:embed="rId68"/>
              <a:stretch>
                <a:fillRect/>
              </a:stretch>
            </p:blipFill>
            <p:spPr>
              <a:xfrm>
                <a:off x="5668864" y="2907672"/>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6" name="Ink 35">
                <a:extLst>
                  <a:ext uri="{FF2B5EF4-FFF2-40B4-BE49-F238E27FC236}">
                    <a16:creationId xmlns:a16="http://schemas.microsoft.com/office/drawing/2014/main" id="{9B99ADE0-074D-76AA-B4AF-3A3142F787C6}"/>
                  </a:ext>
                </a:extLst>
              </p14:cNvPr>
              <p14:cNvContentPartPr/>
              <p14:nvPr/>
            </p14:nvContentPartPr>
            <p14:xfrm>
              <a:off x="5777224" y="2817672"/>
              <a:ext cx="360" cy="8280"/>
            </p14:xfrm>
          </p:contentPart>
        </mc:Choice>
        <mc:Fallback xmlns="">
          <p:pic>
            <p:nvPicPr>
              <p:cNvPr id="36" name="Ink 35">
                <a:extLst>
                  <a:ext uri="{FF2B5EF4-FFF2-40B4-BE49-F238E27FC236}">
                    <a16:creationId xmlns:a16="http://schemas.microsoft.com/office/drawing/2014/main" id="{9B99ADE0-074D-76AA-B4AF-3A3142F787C6}"/>
                  </a:ext>
                </a:extLst>
              </p:cNvPr>
              <p:cNvPicPr/>
              <p:nvPr/>
            </p:nvPicPr>
            <p:blipFill>
              <a:blip r:embed="rId70"/>
              <a:stretch>
                <a:fillRect/>
              </a:stretch>
            </p:blipFill>
            <p:spPr>
              <a:xfrm>
                <a:off x="5772904" y="2813352"/>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7" name="Ink 36">
                <a:extLst>
                  <a:ext uri="{FF2B5EF4-FFF2-40B4-BE49-F238E27FC236}">
                    <a16:creationId xmlns:a16="http://schemas.microsoft.com/office/drawing/2014/main" id="{B38E9D30-5B45-99AB-0B26-0050130771B9}"/>
                  </a:ext>
                </a:extLst>
              </p14:cNvPr>
              <p14:cNvContentPartPr/>
              <p14:nvPr/>
            </p14:nvContentPartPr>
            <p14:xfrm>
              <a:off x="5777224" y="2703912"/>
              <a:ext cx="220320" cy="329400"/>
            </p14:xfrm>
          </p:contentPart>
        </mc:Choice>
        <mc:Fallback xmlns="">
          <p:pic>
            <p:nvPicPr>
              <p:cNvPr id="37" name="Ink 36">
                <a:extLst>
                  <a:ext uri="{FF2B5EF4-FFF2-40B4-BE49-F238E27FC236}">
                    <a16:creationId xmlns:a16="http://schemas.microsoft.com/office/drawing/2014/main" id="{B38E9D30-5B45-99AB-0B26-0050130771B9}"/>
                  </a:ext>
                </a:extLst>
              </p:cNvPr>
              <p:cNvPicPr/>
              <p:nvPr/>
            </p:nvPicPr>
            <p:blipFill>
              <a:blip r:embed="rId72"/>
              <a:stretch>
                <a:fillRect/>
              </a:stretch>
            </p:blipFill>
            <p:spPr>
              <a:xfrm>
                <a:off x="5772904" y="2699592"/>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8" name="Ink 37">
                <a:extLst>
                  <a:ext uri="{FF2B5EF4-FFF2-40B4-BE49-F238E27FC236}">
                    <a16:creationId xmlns:a16="http://schemas.microsoft.com/office/drawing/2014/main" id="{33A2829A-5CC6-766B-878C-FAE3FBD019B1}"/>
                  </a:ext>
                </a:extLst>
              </p14:cNvPr>
              <p14:cNvContentPartPr/>
              <p14:nvPr/>
            </p14:nvContentPartPr>
            <p14:xfrm>
              <a:off x="6033184" y="3046272"/>
              <a:ext cx="152280" cy="121680"/>
            </p14:xfrm>
          </p:contentPart>
        </mc:Choice>
        <mc:Fallback xmlns="">
          <p:pic>
            <p:nvPicPr>
              <p:cNvPr id="38" name="Ink 37">
                <a:extLst>
                  <a:ext uri="{FF2B5EF4-FFF2-40B4-BE49-F238E27FC236}">
                    <a16:creationId xmlns:a16="http://schemas.microsoft.com/office/drawing/2014/main" id="{33A2829A-5CC6-766B-878C-FAE3FBD019B1}"/>
                  </a:ext>
                </a:extLst>
              </p:cNvPr>
              <p:cNvPicPr/>
              <p:nvPr/>
            </p:nvPicPr>
            <p:blipFill>
              <a:blip r:embed="rId74"/>
              <a:stretch>
                <a:fillRect/>
              </a:stretch>
            </p:blipFill>
            <p:spPr>
              <a:xfrm>
                <a:off x="6028864" y="3041952"/>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9" name="Ink 38">
                <a:extLst>
                  <a:ext uri="{FF2B5EF4-FFF2-40B4-BE49-F238E27FC236}">
                    <a16:creationId xmlns:a16="http://schemas.microsoft.com/office/drawing/2014/main" id="{4F533613-EC46-DF93-A6E5-80AD6A191482}"/>
                  </a:ext>
                </a:extLst>
              </p14:cNvPr>
              <p14:cNvContentPartPr/>
              <p14:nvPr/>
            </p14:nvContentPartPr>
            <p14:xfrm>
              <a:off x="6221104" y="2590512"/>
              <a:ext cx="245520" cy="412200"/>
            </p14:xfrm>
          </p:contentPart>
        </mc:Choice>
        <mc:Fallback xmlns="">
          <p:pic>
            <p:nvPicPr>
              <p:cNvPr id="39" name="Ink 38">
                <a:extLst>
                  <a:ext uri="{FF2B5EF4-FFF2-40B4-BE49-F238E27FC236}">
                    <a16:creationId xmlns:a16="http://schemas.microsoft.com/office/drawing/2014/main" id="{4F533613-EC46-DF93-A6E5-80AD6A191482}"/>
                  </a:ext>
                </a:extLst>
              </p:cNvPr>
              <p:cNvPicPr/>
              <p:nvPr/>
            </p:nvPicPr>
            <p:blipFill>
              <a:blip r:embed="rId76"/>
              <a:stretch>
                <a:fillRect/>
              </a:stretch>
            </p:blipFill>
            <p:spPr>
              <a:xfrm>
                <a:off x="6216784" y="2586192"/>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0" name="Ink 39">
                <a:extLst>
                  <a:ext uri="{FF2B5EF4-FFF2-40B4-BE49-F238E27FC236}">
                    <a16:creationId xmlns:a16="http://schemas.microsoft.com/office/drawing/2014/main" id="{F131E978-3DD0-C2A0-1734-8A13B27FBD6E}"/>
                  </a:ext>
                </a:extLst>
              </p14:cNvPr>
              <p14:cNvContentPartPr/>
              <p14:nvPr/>
            </p14:nvContentPartPr>
            <p14:xfrm>
              <a:off x="6477784" y="2894712"/>
              <a:ext cx="75600" cy="140760"/>
            </p14:xfrm>
          </p:contentPart>
        </mc:Choice>
        <mc:Fallback xmlns="">
          <p:pic>
            <p:nvPicPr>
              <p:cNvPr id="40" name="Ink 39">
                <a:extLst>
                  <a:ext uri="{FF2B5EF4-FFF2-40B4-BE49-F238E27FC236}">
                    <a16:creationId xmlns:a16="http://schemas.microsoft.com/office/drawing/2014/main" id="{F131E978-3DD0-C2A0-1734-8A13B27FBD6E}"/>
                  </a:ext>
                </a:extLst>
              </p:cNvPr>
              <p:cNvPicPr/>
              <p:nvPr/>
            </p:nvPicPr>
            <p:blipFill>
              <a:blip r:embed="rId78"/>
              <a:stretch>
                <a:fillRect/>
              </a:stretch>
            </p:blipFill>
            <p:spPr>
              <a:xfrm>
                <a:off x="6473464" y="2890392"/>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1" name="Ink 40">
                <a:extLst>
                  <a:ext uri="{FF2B5EF4-FFF2-40B4-BE49-F238E27FC236}">
                    <a16:creationId xmlns:a16="http://schemas.microsoft.com/office/drawing/2014/main" id="{4D5CAA92-2CBF-CC96-77B6-F5A33E6DC7A3}"/>
                  </a:ext>
                </a:extLst>
              </p14:cNvPr>
              <p14:cNvContentPartPr/>
              <p14:nvPr/>
            </p14:nvContentPartPr>
            <p14:xfrm>
              <a:off x="6641584" y="2636592"/>
              <a:ext cx="77400" cy="335520"/>
            </p14:xfrm>
          </p:contentPart>
        </mc:Choice>
        <mc:Fallback xmlns="">
          <p:pic>
            <p:nvPicPr>
              <p:cNvPr id="41" name="Ink 40">
                <a:extLst>
                  <a:ext uri="{FF2B5EF4-FFF2-40B4-BE49-F238E27FC236}">
                    <a16:creationId xmlns:a16="http://schemas.microsoft.com/office/drawing/2014/main" id="{4D5CAA92-2CBF-CC96-77B6-F5A33E6DC7A3}"/>
                  </a:ext>
                </a:extLst>
              </p:cNvPr>
              <p:cNvPicPr/>
              <p:nvPr/>
            </p:nvPicPr>
            <p:blipFill>
              <a:blip r:embed="rId80"/>
              <a:stretch>
                <a:fillRect/>
              </a:stretch>
            </p:blipFill>
            <p:spPr>
              <a:xfrm>
                <a:off x="6637264" y="2632272"/>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2" name="Ink 41">
                <a:extLst>
                  <a:ext uri="{FF2B5EF4-FFF2-40B4-BE49-F238E27FC236}">
                    <a16:creationId xmlns:a16="http://schemas.microsoft.com/office/drawing/2014/main" id="{80260BDB-0FB1-A0E9-6B52-4151A852A1B3}"/>
                  </a:ext>
                </a:extLst>
              </p14:cNvPr>
              <p14:cNvContentPartPr/>
              <p14:nvPr/>
            </p14:nvContentPartPr>
            <p14:xfrm>
              <a:off x="6612784" y="2865912"/>
              <a:ext cx="251280" cy="175320"/>
            </p14:xfrm>
          </p:contentPart>
        </mc:Choice>
        <mc:Fallback xmlns="">
          <p:pic>
            <p:nvPicPr>
              <p:cNvPr id="42" name="Ink 41">
                <a:extLst>
                  <a:ext uri="{FF2B5EF4-FFF2-40B4-BE49-F238E27FC236}">
                    <a16:creationId xmlns:a16="http://schemas.microsoft.com/office/drawing/2014/main" id="{80260BDB-0FB1-A0E9-6B52-4151A852A1B3}"/>
                  </a:ext>
                </a:extLst>
              </p:cNvPr>
              <p:cNvPicPr/>
              <p:nvPr/>
            </p:nvPicPr>
            <p:blipFill>
              <a:blip r:embed="rId82"/>
              <a:stretch>
                <a:fillRect/>
              </a:stretch>
            </p:blipFill>
            <p:spPr>
              <a:xfrm>
                <a:off x="6608464" y="2861592"/>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3" name="Ink 42">
                <a:extLst>
                  <a:ext uri="{FF2B5EF4-FFF2-40B4-BE49-F238E27FC236}">
                    <a16:creationId xmlns:a16="http://schemas.microsoft.com/office/drawing/2014/main" id="{413C524E-C07A-5681-D598-77BF13EE6F4C}"/>
                  </a:ext>
                </a:extLst>
              </p14:cNvPr>
              <p14:cNvContentPartPr/>
              <p14:nvPr/>
            </p14:nvContentPartPr>
            <p14:xfrm>
              <a:off x="6916264" y="2758632"/>
              <a:ext cx="156960" cy="296280"/>
            </p14:xfrm>
          </p:contentPart>
        </mc:Choice>
        <mc:Fallback xmlns="">
          <p:pic>
            <p:nvPicPr>
              <p:cNvPr id="43" name="Ink 42">
                <a:extLst>
                  <a:ext uri="{FF2B5EF4-FFF2-40B4-BE49-F238E27FC236}">
                    <a16:creationId xmlns:a16="http://schemas.microsoft.com/office/drawing/2014/main" id="{413C524E-C07A-5681-D598-77BF13EE6F4C}"/>
                  </a:ext>
                </a:extLst>
              </p:cNvPr>
              <p:cNvPicPr/>
              <p:nvPr/>
            </p:nvPicPr>
            <p:blipFill>
              <a:blip r:embed="rId84"/>
              <a:stretch>
                <a:fillRect/>
              </a:stretch>
            </p:blipFill>
            <p:spPr>
              <a:xfrm>
                <a:off x="6911944" y="2754312"/>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4" name="Ink 43">
                <a:extLst>
                  <a:ext uri="{FF2B5EF4-FFF2-40B4-BE49-F238E27FC236}">
                    <a16:creationId xmlns:a16="http://schemas.microsoft.com/office/drawing/2014/main" id="{3D74E90D-7A7F-1B79-A072-ECB68A89E9D7}"/>
                  </a:ext>
                </a:extLst>
              </p14:cNvPr>
              <p14:cNvContentPartPr/>
              <p14:nvPr/>
            </p14:nvContentPartPr>
            <p14:xfrm>
              <a:off x="7090144" y="2957712"/>
              <a:ext cx="50400" cy="83520"/>
            </p14:xfrm>
          </p:contentPart>
        </mc:Choice>
        <mc:Fallback xmlns="">
          <p:pic>
            <p:nvPicPr>
              <p:cNvPr id="44" name="Ink 43">
                <a:extLst>
                  <a:ext uri="{FF2B5EF4-FFF2-40B4-BE49-F238E27FC236}">
                    <a16:creationId xmlns:a16="http://schemas.microsoft.com/office/drawing/2014/main" id="{3D74E90D-7A7F-1B79-A072-ECB68A89E9D7}"/>
                  </a:ext>
                </a:extLst>
              </p:cNvPr>
              <p:cNvPicPr/>
              <p:nvPr/>
            </p:nvPicPr>
            <p:blipFill>
              <a:blip r:embed="rId86"/>
              <a:stretch>
                <a:fillRect/>
              </a:stretch>
            </p:blipFill>
            <p:spPr>
              <a:xfrm>
                <a:off x="7085824" y="2953392"/>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5" name="Ink 44">
                <a:extLst>
                  <a:ext uri="{FF2B5EF4-FFF2-40B4-BE49-F238E27FC236}">
                    <a16:creationId xmlns:a16="http://schemas.microsoft.com/office/drawing/2014/main" id="{6DFF9B06-A8EB-9B14-6612-2987D46F3AA4}"/>
                  </a:ext>
                </a:extLst>
              </p14:cNvPr>
              <p14:cNvContentPartPr/>
              <p14:nvPr/>
            </p14:nvContentPartPr>
            <p14:xfrm>
              <a:off x="7141984" y="2827032"/>
              <a:ext cx="7920" cy="50760"/>
            </p14:xfrm>
          </p:contentPart>
        </mc:Choice>
        <mc:Fallback xmlns="">
          <p:pic>
            <p:nvPicPr>
              <p:cNvPr id="45" name="Ink 44">
                <a:extLst>
                  <a:ext uri="{FF2B5EF4-FFF2-40B4-BE49-F238E27FC236}">
                    <a16:creationId xmlns:a16="http://schemas.microsoft.com/office/drawing/2014/main" id="{6DFF9B06-A8EB-9B14-6612-2987D46F3AA4}"/>
                  </a:ext>
                </a:extLst>
              </p:cNvPr>
              <p:cNvPicPr/>
              <p:nvPr/>
            </p:nvPicPr>
            <p:blipFill>
              <a:blip r:embed="rId88"/>
              <a:stretch>
                <a:fillRect/>
              </a:stretch>
            </p:blipFill>
            <p:spPr>
              <a:xfrm>
                <a:off x="7137664" y="2822712"/>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6" name="Ink 45">
                <a:extLst>
                  <a:ext uri="{FF2B5EF4-FFF2-40B4-BE49-F238E27FC236}">
                    <a16:creationId xmlns:a16="http://schemas.microsoft.com/office/drawing/2014/main" id="{835709EA-FD70-DD37-06B5-56698FFBAB2F}"/>
                  </a:ext>
                </a:extLst>
              </p14:cNvPr>
              <p14:cNvContentPartPr/>
              <p14:nvPr/>
            </p14:nvContentPartPr>
            <p14:xfrm>
              <a:off x="7143784" y="2827032"/>
              <a:ext cx="169920" cy="150120"/>
            </p14:xfrm>
          </p:contentPart>
        </mc:Choice>
        <mc:Fallback xmlns="">
          <p:pic>
            <p:nvPicPr>
              <p:cNvPr id="46" name="Ink 45">
                <a:extLst>
                  <a:ext uri="{FF2B5EF4-FFF2-40B4-BE49-F238E27FC236}">
                    <a16:creationId xmlns:a16="http://schemas.microsoft.com/office/drawing/2014/main" id="{835709EA-FD70-DD37-06B5-56698FFBAB2F}"/>
                  </a:ext>
                </a:extLst>
              </p:cNvPr>
              <p:cNvPicPr/>
              <p:nvPr/>
            </p:nvPicPr>
            <p:blipFill>
              <a:blip r:embed="rId90"/>
              <a:stretch>
                <a:fillRect/>
              </a:stretch>
            </p:blipFill>
            <p:spPr>
              <a:xfrm>
                <a:off x="7139464" y="2822712"/>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7" name="Ink 46">
                <a:extLst>
                  <a:ext uri="{FF2B5EF4-FFF2-40B4-BE49-F238E27FC236}">
                    <a16:creationId xmlns:a16="http://schemas.microsoft.com/office/drawing/2014/main" id="{E19F1C94-9181-D624-F76E-1160F363C99B}"/>
                  </a:ext>
                </a:extLst>
              </p14:cNvPr>
              <p14:cNvContentPartPr/>
              <p14:nvPr/>
            </p14:nvContentPartPr>
            <p14:xfrm>
              <a:off x="7399744" y="2858352"/>
              <a:ext cx="360" cy="74880"/>
            </p14:xfrm>
          </p:contentPart>
        </mc:Choice>
        <mc:Fallback xmlns="">
          <p:pic>
            <p:nvPicPr>
              <p:cNvPr id="47" name="Ink 46">
                <a:extLst>
                  <a:ext uri="{FF2B5EF4-FFF2-40B4-BE49-F238E27FC236}">
                    <a16:creationId xmlns:a16="http://schemas.microsoft.com/office/drawing/2014/main" id="{E19F1C94-9181-D624-F76E-1160F363C99B}"/>
                  </a:ext>
                </a:extLst>
              </p:cNvPr>
              <p:cNvPicPr/>
              <p:nvPr/>
            </p:nvPicPr>
            <p:blipFill>
              <a:blip r:embed="rId92"/>
              <a:stretch>
                <a:fillRect/>
              </a:stretch>
            </p:blipFill>
            <p:spPr>
              <a:xfrm>
                <a:off x="7395424" y="2854032"/>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8" name="Ink 47">
                <a:extLst>
                  <a:ext uri="{FF2B5EF4-FFF2-40B4-BE49-F238E27FC236}">
                    <a16:creationId xmlns:a16="http://schemas.microsoft.com/office/drawing/2014/main" id="{9620AEF6-3B6D-1A99-F743-9F73958B1863}"/>
                  </a:ext>
                </a:extLst>
              </p14:cNvPr>
              <p14:cNvContentPartPr/>
              <p14:nvPr/>
            </p14:nvContentPartPr>
            <p14:xfrm>
              <a:off x="7361584" y="2684832"/>
              <a:ext cx="147240" cy="358200"/>
            </p14:xfrm>
          </p:contentPart>
        </mc:Choice>
        <mc:Fallback xmlns="">
          <p:pic>
            <p:nvPicPr>
              <p:cNvPr id="48" name="Ink 47">
                <a:extLst>
                  <a:ext uri="{FF2B5EF4-FFF2-40B4-BE49-F238E27FC236}">
                    <a16:creationId xmlns:a16="http://schemas.microsoft.com/office/drawing/2014/main" id="{9620AEF6-3B6D-1A99-F743-9F73958B1863}"/>
                  </a:ext>
                </a:extLst>
              </p:cNvPr>
              <p:cNvPicPr/>
              <p:nvPr/>
            </p:nvPicPr>
            <p:blipFill>
              <a:blip r:embed="rId94"/>
              <a:stretch>
                <a:fillRect/>
              </a:stretch>
            </p:blipFill>
            <p:spPr>
              <a:xfrm>
                <a:off x="7357264" y="2680512"/>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9" name="Ink 48">
                <a:extLst>
                  <a:ext uri="{FF2B5EF4-FFF2-40B4-BE49-F238E27FC236}">
                    <a16:creationId xmlns:a16="http://schemas.microsoft.com/office/drawing/2014/main" id="{26DC8A8B-F59D-B60F-3D6C-62759617C891}"/>
                  </a:ext>
                </a:extLst>
              </p14:cNvPr>
              <p14:cNvContentPartPr/>
              <p14:nvPr/>
            </p14:nvContentPartPr>
            <p14:xfrm>
              <a:off x="2597344" y="2434992"/>
              <a:ext cx="31320" cy="80640"/>
            </p14:xfrm>
          </p:contentPart>
        </mc:Choice>
        <mc:Fallback xmlns="">
          <p:pic>
            <p:nvPicPr>
              <p:cNvPr id="49" name="Ink 48">
                <a:extLst>
                  <a:ext uri="{FF2B5EF4-FFF2-40B4-BE49-F238E27FC236}">
                    <a16:creationId xmlns:a16="http://schemas.microsoft.com/office/drawing/2014/main" id="{26DC8A8B-F59D-B60F-3D6C-62759617C891}"/>
                  </a:ext>
                </a:extLst>
              </p:cNvPr>
              <p:cNvPicPr/>
              <p:nvPr/>
            </p:nvPicPr>
            <p:blipFill>
              <a:blip r:embed="rId96"/>
              <a:stretch>
                <a:fillRect/>
              </a:stretch>
            </p:blipFill>
            <p:spPr>
              <a:xfrm>
                <a:off x="2593024" y="2430672"/>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0" name="Ink 49">
                <a:extLst>
                  <a:ext uri="{FF2B5EF4-FFF2-40B4-BE49-F238E27FC236}">
                    <a16:creationId xmlns:a16="http://schemas.microsoft.com/office/drawing/2014/main" id="{DDCC944D-A1AE-DC14-F3A9-7BFB78FB8A40}"/>
                  </a:ext>
                </a:extLst>
              </p14:cNvPr>
              <p14:cNvContentPartPr/>
              <p14:nvPr/>
            </p14:nvContentPartPr>
            <p14:xfrm>
              <a:off x="2624344" y="2121072"/>
              <a:ext cx="13680" cy="13320"/>
            </p14:xfrm>
          </p:contentPart>
        </mc:Choice>
        <mc:Fallback xmlns="">
          <p:pic>
            <p:nvPicPr>
              <p:cNvPr id="50" name="Ink 49">
                <a:extLst>
                  <a:ext uri="{FF2B5EF4-FFF2-40B4-BE49-F238E27FC236}">
                    <a16:creationId xmlns:a16="http://schemas.microsoft.com/office/drawing/2014/main" id="{DDCC944D-A1AE-DC14-F3A9-7BFB78FB8A40}"/>
                  </a:ext>
                </a:extLst>
              </p:cNvPr>
              <p:cNvPicPr/>
              <p:nvPr/>
            </p:nvPicPr>
            <p:blipFill>
              <a:blip r:embed="rId98"/>
              <a:stretch>
                <a:fillRect/>
              </a:stretch>
            </p:blipFill>
            <p:spPr>
              <a:xfrm>
                <a:off x="2620024" y="2116752"/>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1" name="Ink 50">
                <a:extLst>
                  <a:ext uri="{FF2B5EF4-FFF2-40B4-BE49-F238E27FC236}">
                    <a16:creationId xmlns:a16="http://schemas.microsoft.com/office/drawing/2014/main" id="{9936D818-17B4-F4E6-D969-05F1F9C540F9}"/>
                  </a:ext>
                </a:extLst>
              </p14:cNvPr>
              <p14:cNvContentPartPr/>
              <p14:nvPr/>
            </p14:nvContentPartPr>
            <p14:xfrm>
              <a:off x="2663944" y="2208912"/>
              <a:ext cx="172080" cy="433440"/>
            </p14:xfrm>
          </p:contentPart>
        </mc:Choice>
        <mc:Fallback xmlns="">
          <p:pic>
            <p:nvPicPr>
              <p:cNvPr id="51" name="Ink 50">
                <a:extLst>
                  <a:ext uri="{FF2B5EF4-FFF2-40B4-BE49-F238E27FC236}">
                    <a16:creationId xmlns:a16="http://schemas.microsoft.com/office/drawing/2014/main" id="{9936D818-17B4-F4E6-D969-05F1F9C540F9}"/>
                  </a:ext>
                </a:extLst>
              </p:cNvPr>
              <p:cNvPicPr/>
              <p:nvPr/>
            </p:nvPicPr>
            <p:blipFill>
              <a:blip r:embed="rId100"/>
              <a:stretch>
                <a:fillRect/>
              </a:stretch>
            </p:blipFill>
            <p:spPr>
              <a:xfrm>
                <a:off x="2659624" y="2204592"/>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2" name="Ink 51">
                <a:extLst>
                  <a:ext uri="{FF2B5EF4-FFF2-40B4-BE49-F238E27FC236}">
                    <a16:creationId xmlns:a16="http://schemas.microsoft.com/office/drawing/2014/main" id="{E58F58E8-ECC5-7F41-6D4C-8EA429BCB0B5}"/>
                  </a:ext>
                </a:extLst>
              </p14:cNvPr>
              <p14:cNvContentPartPr/>
              <p14:nvPr/>
            </p14:nvContentPartPr>
            <p14:xfrm>
              <a:off x="2653144" y="2464872"/>
              <a:ext cx="125640" cy="10080"/>
            </p14:xfrm>
          </p:contentPart>
        </mc:Choice>
        <mc:Fallback xmlns="">
          <p:pic>
            <p:nvPicPr>
              <p:cNvPr id="52" name="Ink 51">
                <a:extLst>
                  <a:ext uri="{FF2B5EF4-FFF2-40B4-BE49-F238E27FC236}">
                    <a16:creationId xmlns:a16="http://schemas.microsoft.com/office/drawing/2014/main" id="{E58F58E8-ECC5-7F41-6D4C-8EA429BCB0B5}"/>
                  </a:ext>
                </a:extLst>
              </p:cNvPr>
              <p:cNvPicPr/>
              <p:nvPr/>
            </p:nvPicPr>
            <p:blipFill>
              <a:blip r:embed="rId102"/>
              <a:stretch>
                <a:fillRect/>
              </a:stretch>
            </p:blipFill>
            <p:spPr>
              <a:xfrm>
                <a:off x="2648824" y="2460552"/>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3" name="Ink 52">
                <a:extLst>
                  <a:ext uri="{FF2B5EF4-FFF2-40B4-BE49-F238E27FC236}">
                    <a16:creationId xmlns:a16="http://schemas.microsoft.com/office/drawing/2014/main" id="{D491F3A0-D765-62AD-272C-4C20DFF8033C}"/>
                  </a:ext>
                </a:extLst>
              </p14:cNvPr>
              <p14:cNvContentPartPr/>
              <p14:nvPr/>
            </p14:nvContentPartPr>
            <p14:xfrm>
              <a:off x="1700224" y="1607352"/>
              <a:ext cx="216000" cy="615240"/>
            </p14:xfrm>
          </p:contentPart>
        </mc:Choice>
        <mc:Fallback xmlns="">
          <p:pic>
            <p:nvPicPr>
              <p:cNvPr id="53" name="Ink 52">
                <a:extLst>
                  <a:ext uri="{FF2B5EF4-FFF2-40B4-BE49-F238E27FC236}">
                    <a16:creationId xmlns:a16="http://schemas.microsoft.com/office/drawing/2014/main" id="{D491F3A0-D765-62AD-272C-4C20DFF8033C}"/>
                  </a:ext>
                </a:extLst>
              </p:cNvPr>
              <p:cNvPicPr/>
              <p:nvPr/>
            </p:nvPicPr>
            <p:blipFill>
              <a:blip r:embed="rId104"/>
              <a:stretch>
                <a:fillRect/>
              </a:stretch>
            </p:blipFill>
            <p:spPr>
              <a:xfrm>
                <a:off x="1695904" y="1603032"/>
                <a:ext cx="22464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4" name="Ink 53">
                <a:extLst>
                  <a:ext uri="{FF2B5EF4-FFF2-40B4-BE49-F238E27FC236}">
                    <a16:creationId xmlns:a16="http://schemas.microsoft.com/office/drawing/2014/main" id="{D7C54CE1-BB63-4886-9EC3-C2648084BE08}"/>
                  </a:ext>
                </a:extLst>
              </p14:cNvPr>
              <p14:cNvContentPartPr/>
              <p14:nvPr/>
            </p14:nvContentPartPr>
            <p14:xfrm>
              <a:off x="1615624" y="1939992"/>
              <a:ext cx="360360" cy="101880"/>
            </p14:xfrm>
          </p:contentPart>
        </mc:Choice>
        <mc:Fallback xmlns="">
          <p:pic>
            <p:nvPicPr>
              <p:cNvPr id="54" name="Ink 53">
                <a:extLst>
                  <a:ext uri="{FF2B5EF4-FFF2-40B4-BE49-F238E27FC236}">
                    <a16:creationId xmlns:a16="http://schemas.microsoft.com/office/drawing/2014/main" id="{D7C54CE1-BB63-4886-9EC3-C2648084BE08}"/>
                  </a:ext>
                </a:extLst>
              </p:cNvPr>
              <p:cNvPicPr/>
              <p:nvPr/>
            </p:nvPicPr>
            <p:blipFill>
              <a:blip r:embed="rId106"/>
              <a:stretch>
                <a:fillRect/>
              </a:stretch>
            </p:blipFill>
            <p:spPr>
              <a:xfrm>
                <a:off x="1611304" y="1935672"/>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5" name="Ink 54">
                <a:extLst>
                  <a:ext uri="{FF2B5EF4-FFF2-40B4-BE49-F238E27FC236}">
                    <a16:creationId xmlns:a16="http://schemas.microsoft.com/office/drawing/2014/main" id="{4F033F39-5128-7C40-D51B-D9672BAF26DE}"/>
                  </a:ext>
                </a:extLst>
              </p14:cNvPr>
              <p14:cNvContentPartPr/>
              <p14:nvPr/>
            </p14:nvContentPartPr>
            <p14:xfrm>
              <a:off x="1943944" y="1830192"/>
              <a:ext cx="286200" cy="153720"/>
            </p14:xfrm>
          </p:contentPart>
        </mc:Choice>
        <mc:Fallback xmlns="">
          <p:pic>
            <p:nvPicPr>
              <p:cNvPr id="55" name="Ink 54">
                <a:extLst>
                  <a:ext uri="{FF2B5EF4-FFF2-40B4-BE49-F238E27FC236}">
                    <a16:creationId xmlns:a16="http://schemas.microsoft.com/office/drawing/2014/main" id="{4F033F39-5128-7C40-D51B-D9672BAF26DE}"/>
                  </a:ext>
                </a:extLst>
              </p:cNvPr>
              <p:cNvPicPr/>
              <p:nvPr/>
            </p:nvPicPr>
            <p:blipFill>
              <a:blip r:embed="rId108"/>
              <a:stretch>
                <a:fillRect/>
              </a:stretch>
            </p:blipFill>
            <p:spPr>
              <a:xfrm>
                <a:off x="1939624" y="1825872"/>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6" name="Ink 55">
                <a:extLst>
                  <a:ext uri="{FF2B5EF4-FFF2-40B4-BE49-F238E27FC236}">
                    <a16:creationId xmlns:a16="http://schemas.microsoft.com/office/drawing/2014/main" id="{4C31992D-31DE-7FC1-0239-AD21288A4A76}"/>
                  </a:ext>
                </a:extLst>
              </p14:cNvPr>
              <p14:cNvContentPartPr/>
              <p14:nvPr/>
            </p14:nvContentPartPr>
            <p14:xfrm>
              <a:off x="2317264" y="1560192"/>
              <a:ext cx="324360" cy="459000"/>
            </p14:xfrm>
          </p:contentPart>
        </mc:Choice>
        <mc:Fallback xmlns="">
          <p:pic>
            <p:nvPicPr>
              <p:cNvPr id="56" name="Ink 55">
                <a:extLst>
                  <a:ext uri="{FF2B5EF4-FFF2-40B4-BE49-F238E27FC236}">
                    <a16:creationId xmlns:a16="http://schemas.microsoft.com/office/drawing/2014/main" id="{4C31992D-31DE-7FC1-0239-AD21288A4A76}"/>
                  </a:ext>
                </a:extLst>
              </p:cNvPr>
              <p:cNvPicPr/>
              <p:nvPr/>
            </p:nvPicPr>
            <p:blipFill>
              <a:blip r:embed="rId110"/>
              <a:stretch>
                <a:fillRect/>
              </a:stretch>
            </p:blipFill>
            <p:spPr>
              <a:xfrm>
                <a:off x="2312944" y="1555872"/>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7" name="Ink 56">
                <a:extLst>
                  <a:ext uri="{FF2B5EF4-FFF2-40B4-BE49-F238E27FC236}">
                    <a16:creationId xmlns:a16="http://schemas.microsoft.com/office/drawing/2014/main" id="{3017877D-1C52-72F2-3C9F-6B2A8611A02B}"/>
                  </a:ext>
                </a:extLst>
              </p14:cNvPr>
              <p14:cNvContentPartPr/>
              <p14:nvPr/>
            </p14:nvContentPartPr>
            <p14:xfrm>
              <a:off x="2595184" y="1804992"/>
              <a:ext cx="152640" cy="68400"/>
            </p14:xfrm>
          </p:contentPart>
        </mc:Choice>
        <mc:Fallback xmlns="">
          <p:pic>
            <p:nvPicPr>
              <p:cNvPr id="57" name="Ink 56">
                <a:extLst>
                  <a:ext uri="{FF2B5EF4-FFF2-40B4-BE49-F238E27FC236}">
                    <a16:creationId xmlns:a16="http://schemas.microsoft.com/office/drawing/2014/main" id="{3017877D-1C52-72F2-3C9F-6B2A8611A02B}"/>
                  </a:ext>
                </a:extLst>
              </p:cNvPr>
              <p:cNvPicPr/>
              <p:nvPr/>
            </p:nvPicPr>
            <p:blipFill>
              <a:blip r:embed="rId112"/>
              <a:stretch>
                <a:fillRect/>
              </a:stretch>
            </p:blipFill>
            <p:spPr>
              <a:xfrm>
                <a:off x="2590864" y="1800672"/>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8" name="Ink 57">
                <a:extLst>
                  <a:ext uri="{FF2B5EF4-FFF2-40B4-BE49-F238E27FC236}">
                    <a16:creationId xmlns:a16="http://schemas.microsoft.com/office/drawing/2014/main" id="{A8778DBC-8D54-679E-CC43-FA5E4873B09C}"/>
                  </a:ext>
                </a:extLst>
              </p14:cNvPr>
              <p14:cNvContentPartPr/>
              <p14:nvPr/>
            </p14:nvContentPartPr>
            <p14:xfrm>
              <a:off x="2760784" y="1623912"/>
              <a:ext cx="44640" cy="34920"/>
            </p14:xfrm>
          </p:contentPart>
        </mc:Choice>
        <mc:Fallback xmlns="">
          <p:pic>
            <p:nvPicPr>
              <p:cNvPr id="58" name="Ink 57">
                <a:extLst>
                  <a:ext uri="{FF2B5EF4-FFF2-40B4-BE49-F238E27FC236}">
                    <a16:creationId xmlns:a16="http://schemas.microsoft.com/office/drawing/2014/main" id="{A8778DBC-8D54-679E-CC43-FA5E4873B09C}"/>
                  </a:ext>
                </a:extLst>
              </p:cNvPr>
              <p:cNvPicPr/>
              <p:nvPr/>
            </p:nvPicPr>
            <p:blipFill>
              <a:blip r:embed="rId114"/>
              <a:stretch>
                <a:fillRect/>
              </a:stretch>
            </p:blipFill>
            <p:spPr>
              <a:xfrm>
                <a:off x="2756464" y="1619592"/>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59" name="Ink 58">
                <a:extLst>
                  <a:ext uri="{FF2B5EF4-FFF2-40B4-BE49-F238E27FC236}">
                    <a16:creationId xmlns:a16="http://schemas.microsoft.com/office/drawing/2014/main" id="{02D28B17-3E89-92B2-FC5F-82A68FA6EFE4}"/>
                  </a:ext>
                </a:extLst>
              </p14:cNvPr>
              <p14:cNvContentPartPr/>
              <p14:nvPr/>
            </p14:nvContentPartPr>
            <p14:xfrm>
              <a:off x="2918824" y="1707072"/>
              <a:ext cx="128880" cy="27360"/>
            </p14:xfrm>
          </p:contentPart>
        </mc:Choice>
        <mc:Fallback xmlns="">
          <p:pic>
            <p:nvPicPr>
              <p:cNvPr id="59" name="Ink 58">
                <a:extLst>
                  <a:ext uri="{FF2B5EF4-FFF2-40B4-BE49-F238E27FC236}">
                    <a16:creationId xmlns:a16="http://schemas.microsoft.com/office/drawing/2014/main" id="{02D28B17-3E89-92B2-FC5F-82A68FA6EFE4}"/>
                  </a:ext>
                </a:extLst>
              </p:cNvPr>
              <p:cNvPicPr/>
              <p:nvPr/>
            </p:nvPicPr>
            <p:blipFill>
              <a:blip r:embed="rId116"/>
              <a:stretch>
                <a:fillRect/>
              </a:stretch>
            </p:blipFill>
            <p:spPr>
              <a:xfrm>
                <a:off x="2914504" y="1702752"/>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0" name="Ink 59">
                <a:extLst>
                  <a:ext uri="{FF2B5EF4-FFF2-40B4-BE49-F238E27FC236}">
                    <a16:creationId xmlns:a16="http://schemas.microsoft.com/office/drawing/2014/main" id="{EDB5F86C-EC0D-DADF-0DBD-937FDAA40763}"/>
                  </a:ext>
                </a:extLst>
              </p14:cNvPr>
              <p14:cNvContentPartPr/>
              <p14:nvPr/>
            </p14:nvContentPartPr>
            <p14:xfrm>
              <a:off x="2918824" y="1734072"/>
              <a:ext cx="148680" cy="73080"/>
            </p14:xfrm>
          </p:contentPart>
        </mc:Choice>
        <mc:Fallback xmlns="">
          <p:pic>
            <p:nvPicPr>
              <p:cNvPr id="60" name="Ink 59">
                <a:extLst>
                  <a:ext uri="{FF2B5EF4-FFF2-40B4-BE49-F238E27FC236}">
                    <a16:creationId xmlns:a16="http://schemas.microsoft.com/office/drawing/2014/main" id="{EDB5F86C-EC0D-DADF-0DBD-937FDAA40763}"/>
                  </a:ext>
                </a:extLst>
              </p:cNvPr>
              <p:cNvPicPr/>
              <p:nvPr/>
            </p:nvPicPr>
            <p:blipFill>
              <a:blip r:embed="rId118"/>
              <a:stretch>
                <a:fillRect/>
              </a:stretch>
            </p:blipFill>
            <p:spPr>
              <a:xfrm>
                <a:off x="2914504" y="1729752"/>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1" name="Ink 60">
                <a:extLst>
                  <a:ext uri="{FF2B5EF4-FFF2-40B4-BE49-F238E27FC236}">
                    <a16:creationId xmlns:a16="http://schemas.microsoft.com/office/drawing/2014/main" id="{5DCA033D-B73C-B70F-EB8A-16F8BC17DF9C}"/>
                  </a:ext>
                </a:extLst>
              </p14:cNvPr>
              <p14:cNvContentPartPr/>
              <p14:nvPr/>
            </p14:nvContentPartPr>
            <p14:xfrm>
              <a:off x="3282064" y="1587552"/>
              <a:ext cx="83520" cy="180360"/>
            </p14:xfrm>
          </p:contentPart>
        </mc:Choice>
        <mc:Fallback xmlns="">
          <p:pic>
            <p:nvPicPr>
              <p:cNvPr id="61" name="Ink 60">
                <a:extLst>
                  <a:ext uri="{FF2B5EF4-FFF2-40B4-BE49-F238E27FC236}">
                    <a16:creationId xmlns:a16="http://schemas.microsoft.com/office/drawing/2014/main" id="{5DCA033D-B73C-B70F-EB8A-16F8BC17DF9C}"/>
                  </a:ext>
                </a:extLst>
              </p:cNvPr>
              <p:cNvPicPr/>
              <p:nvPr/>
            </p:nvPicPr>
            <p:blipFill>
              <a:blip r:embed="rId120"/>
              <a:stretch>
                <a:fillRect/>
              </a:stretch>
            </p:blipFill>
            <p:spPr>
              <a:xfrm>
                <a:off x="3277744" y="1583232"/>
                <a:ext cx="921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2" name="Ink 61">
                <a:extLst>
                  <a:ext uri="{FF2B5EF4-FFF2-40B4-BE49-F238E27FC236}">
                    <a16:creationId xmlns:a16="http://schemas.microsoft.com/office/drawing/2014/main" id="{379DD40D-9F54-0720-F6C4-B7AE53427D1C}"/>
                  </a:ext>
                </a:extLst>
              </p14:cNvPr>
              <p14:cNvContentPartPr/>
              <p14:nvPr/>
            </p14:nvContentPartPr>
            <p14:xfrm>
              <a:off x="3484744" y="1743432"/>
              <a:ext cx="111960" cy="256680"/>
            </p14:xfrm>
          </p:contentPart>
        </mc:Choice>
        <mc:Fallback xmlns="">
          <p:pic>
            <p:nvPicPr>
              <p:cNvPr id="62" name="Ink 61">
                <a:extLst>
                  <a:ext uri="{FF2B5EF4-FFF2-40B4-BE49-F238E27FC236}">
                    <a16:creationId xmlns:a16="http://schemas.microsoft.com/office/drawing/2014/main" id="{379DD40D-9F54-0720-F6C4-B7AE53427D1C}"/>
                  </a:ext>
                </a:extLst>
              </p:cNvPr>
              <p:cNvPicPr/>
              <p:nvPr/>
            </p:nvPicPr>
            <p:blipFill>
              <a:blip r:embed="rId122"/>
              <a:stretch>
                <a:fillRect/>
              </a:stretch>
            </p:blipFill>
            <p:spPr>
              <a:xfrm>
                <a:off x="3480424" y="1739112"/>
                <a:ext cx="1206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3" name="Ink 62">
                <a:extLst>
                  <a:ext uri="{FF2B5EF4-FFF2-40B4-BE49-F238E27FC236}">
                    <a16:creationId xmlns:a16="http://schemas.microsoft.com/office/drawing/2014/main" id="{B9801810-F367-C36F-5B86-7C5509A87273}"/>
                  </a:ext>
                </a:extLst>
              </p14:cNvPr>
              <p14:cNvContentPartPr/>
              <p14:nvPr/>
            </p14:nvContentPartPr>
            <p14:xfrm>
              <a:off x="3902344" y="1618512"/>
              <a:ext cx="162000" cy="108360"/>
            </p14:xfrm>
          </p:contentPart>
        </mc:Choice>
        <mc:Fallback xmlns="">
          <p:pic>
            <p:nvPicPr>
              <p:cNvPr id="63" name="Ink 62">
                <a:extLst>
                  <a:ext uri="{FF2B5EF4-FFF2-40B4-BE49-F238E27FC236}">
                    <a16:creationId xmlns:a16="http://schemas.microsoft.com/office/drawing/2014/main" id="{B9801810-F367-C36F-5B86-7C5509A87273}"/>
                  </a:ext>
                </a:extLst>
              </p:cNvPr>
              <p:cNvPicPr/>
              <p:nvPr/>
            </p:nvPicPr>
            <p:blipFill>
              <a:blip r:embed="rId124"/>
              <a:stretch>
                <a:fillRect/>
              </a:stretch>
            </p:blipFill>
            <p:spPr>
              <a:xfrm>
                <a:off x="3898024" y="1614192"/>
                <a:ext cx="1706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4" name="Ink 63">
                <a:extLst>
                  <a:ext uri="{FF2B5EF4-FFF2-40B4-BE49-F238E27FC236}">
                    <a16:creationId xmlns:a16="http://schemas.microsoft.com/office/drawing/2014/main" id="{772F7BE9-8E70-8E54-51E3-CC4A613FA1AE}"/>
                  </a:ext>
                </a:extLst>
              </p14:cNvPr>
              <p14:cNvContentPartPr/>
              <p14:nvPr/>
            </p14:nvContentPartPr>
            <p14:xfrm>
              <a:off x="4071544" y="1506912"/>
              <a:ext cx="11880" cy="23040"/>
            </p14:xfrm>
          </p:contentPart>
        </mc:Choice>
        <mc:Fallback xmlns="">
          <p:pic>
            <p:nvPicPr>
              <p:cNvPr id="64" name="Ink 63">
                <a:extLst>
                  <a:ext uri="{FF2B5EF4-FFF2-40B4-BE49-F238E27FC236}">
                    <a16:creationId xmlns:a16="http://schemas.microsoft.com/office/drawing/2014/main" id="{772F7BE9-8E70-8E54-51E3-CC4A613FA1AE}"/>
                  </a:ext>
                </a:extLst>
              </p:cNvPr>
              <p:cNvPicPr/>
              <p:nvPr/>
            </p:nvPicPr>
            <p:blipFill>
              <a:blip r:embed="rId126"/>
              <a:stretch>
                <a:fillRect/>
              </a:stretch>
            </p:blipFill>
            <p:spPr>
              <a:xfrm>
                <a:off x="4067224" y="1502592"/>
                <a:ext cx="20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5" name="Ink 64">
                <a:extLst>
                  <a:ext uri="{FF2B5EF4-FFF2-40B4-BE49-F238E27FC236}">
                    <a16:creationId xmlns:a16="http://schemas.microsoft.com/office/drawing/2014/main" id="{318D2824-EF3C-9615-57F5-098662675049}"/>
                  </a:ext>
                </a:extLst>
              </p14:cNvPr>
              <p14:cNvContentPartPr/>
              <p14:nvPr/>
            </p14:nvContentPartPr>
            <p14:xfrm>
              <a:off x="4239304" y="1591152"/>
              <a:ext cx="275760" cy="158760"/>
            </p14:xfrm>
          </p:contentPart>
        </mc:Choice>
        <mc:Fallback xmlns="">
          <p:pic>
            <p:nvPicPr>
              <p:cNvPr id="65" name="Ink 64">
                <a:extLst>
                  <a:ext uri="{FF2B5EF4-FFF2-40B4-BE49-F238E27FC236}">
                    <a16:creationId xmlns:a16="http://schemas.microsoft.com/office/drawing/2014/main" id="{318D2824-EF3C-9615-57F5-098662675049}"/>
                  </a:ext>
                </a:extLst>
              </p:cNvPr>
              <p:cNvPicPr/>
              <p:nvPr/>
            </p:nvPicPr>
            <p:blipFill>
              <a:blip r:embed="rId128"/>
              <a:stretch>
                <a:fillRect/>
              </a:stretch>
            </p:blipFill>
            <p:spPr>
              <a:xfrm>
                <a:off x="4234984" y="1586832"/>
                <a:ext cx="2844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6" name="Ink 65">
                <a:extLst>
                  <a:ext uri="{FF2B5EF4-FFF2-40B4-BE49-F238E27FC236}">
                    <a16:creationId xmlns:a16="http://schemas.microsoft.com/office/drawing/2014/main" id="{F072CA7A-633B-B772-E923-70C9340692CA}"/>
                  </a:ext>
                </a:extLst>
              </p14:cNvPr>
              <p14:cNvContentPartPr/>
              <p14:nvPr/>
            </p14:nvContentPartPr>
            <p14:xfrm>
              <a:off x="4726024" y="1510512"/>
              <a:ext cx="216360" cy="165600"/>
            </p14:xfrm>
          </p:contentPart>
        </mc:Choice>
        <mc:Fallback xmlns="">
          <p:pic>
            <p:nvPicPr>
              <p:cNvPr id="66" name="Ink 65">
                <a:extLst>
                  <a:ext uri="{FF2B5EF4-FFF2-40B4-BE49-F238E27FC236}">
                    <a16:creationId xmlns:a16="http://schemas.microsoft.com/office/drawing/2014/main" id="{F072CA7A-633B-B772-E923-70C9340692CA}"/>
                  </a:ext>
                </a:extLst>
              </p:cNvPr>
              <p:cNvPicPr/>
              <p:nvPr/>
            </p:nvPicPr>
            <p:blipFill>
              <a:blip r:embed="rId130"/>
              <a:stretch>
                <a:fillRect/>
              </a:stretch>
            </p:blipFill>
            <p:spPr>
              <a:xfrm>
                <a:off x="4721704" y="1506192"/>
                <a:ext cx="22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67" name="Ink 66">
                <a:extLst>
                  <a:ext uri="{FF2B5EF4-FFF2-40B4-BE49-F238E27FC236}">
                    <a16:creationId xmlns:a16="http://schemas.microsoft.com/office/drawing/2014/main" id="{2D8F3E45-CF60-FA4C-6901-C15405F8FE43}"/>
                  </a:ext>
                </a:extLst>
              </p14:cNvPr>
              <p14:cNvContentPartPr/>
              <p14:nvPr/>
            </p14:nvContentPartPr>
            <p14:xfrm>
              <a:off x="5151544" y="1508352"/>
              <a:ext cx="208080" cy="46800"/>
            </p14:xfrm>
          </p:contentPart>
        </mc:Choice>
        <mc:Fallback xmlns="">
          <p:pic>
            <p:nvPicPr>
              <p:cNvPr id="67" name="Ink 66">
                <a:extLst>
                  <a:ext uri="{FF2B5EF4-FFF2-40B4-BE49-F238E27FC236}">
                    <a16:creationId xmlns:a16="http://schemas.microsoft.com/office/drawing/2014/main" id="{2D8F3E45-CF60-FA4C-6901-C15405F8FE43}"/>
                  </a:ext>
                </a:extLst>
              </p:cNvPr>
              <p:cNvPicPr/>
              <p:nvPr/>
            </p:nvPicPr>
            <p:blipFill>
              <a:blip r:embed="rId132"/>
              <a:stretch>
                <a:fillRect/>
              </a:stretch>
            </p:blipFill>
            <p:spPr>
              <a:xfrm>
                <a:off x="5147224" y="1504032"/>
                <a:ext cx="216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68" name="Ink 67">
                <a:extLst>
                  <a:ext uri="{FF2B5EF4-FFF2-40B4-BE49-F238E27FC236}">
                    <a16:creationId xmlns:a16="http://schemas.microsoft.com/office/drawing/2014/main" id="{01303708-6C59-3793-9553-FCC0C52AA620}"/>
                  </a:ext>
                </a:extLst>
              </p14:cNvPr>
              <p14:cNvContentPartPr/>
              <p14:nvPr/>
            </p14:nvContentPartPr>
            <p14:xfrm>
              <a:off x="5513344" y="1403232"/>
              <a:ext cx="19800" cy="183240"/>
            </p14:xfrm>
          </p:contentPart>
        </mc:Choice>
        <mc:Fallback xmlns="">
          <p:pic>
            <p:nvPicPr>
              <p:cNvPr id="68" name="Ink 67">
                <a:extLst>
                  <a:ext uri="{FF2B5EF4-FFF2-40B4-BE49-F238E27FC236}">
                    <a16:creationId xmlns:a16="http://schemas.microsoft.com/office/drawing/2014/main" id="{01303708-6C59-3793-9553-FCC0C52AA620}"/>
                  </a:ext>
                </a:extLst>
              </p:cNvPr>
              <p:cNvPicPr/>
              <p:nvPr/>
            </p:nvPicPr>
            <p:blipFill>
              <a:blip r:embed="rId134"/>
              <a:stretch>
                <a:fillRect/>
              </a:stretch>
            </p:blipFill>
            <p:spPr>
              <a:xfrm>
                <a:off x="5509024" y="1398912"/>
                <a:ext cx="284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69" name="Ink 68">
                <a:extLst>
                  <a:ext uri="{FF2B5EF4-FFF2-40B4-BE49-F238E27FC236}">
                    <a16:creationId xmlns:a16="http://schemas.microsoft.com/office/drawing/2014/main" id="{87688481-1F36-9757-AEFA-FB92247F60F4}"/>
                  </a:ext>
                </a:extLst>
              </p14:cNvPr>
              <p14:cNvContentPartPr/>
              <p14:nvPr/>
            </p14:nvContentPartPr>
            <p14:xfrm>
              <a:off x="6052624" y="1468032"/>
              <a:ext cx="148680" cy="96480"/>
            </p14:xfrm>
          </p:contentPart>
        </mc:Choice>
        <mc:Fallback xmlns="">
          <p:pic>
            <p:nvPicPr>
              <p:cNvPr id="69" name="Ink 68">
                <a:extLst>
                  <a:ext uri="{FF2B5EF4-FFF2-40B4-BE49-F238E27FC236}">
                    <a16:creationId xmlns:a16="http://schemas.microsoft.com/office/drawing/2014/main" id="{87688481-1F36-9757-AEFA-FB92247F60F4}"/>
                  </a:ext>
                </a:extLst>
              </p:cNvPr>
              <p:cNvPicPr/>
              <p:nvPr/>
            </p:nvPicPr>
            <p:blipFill>
              <a:blip r:embed="rId136"/>
              <a:stretch>
                <a:fillRect/>
              </a:stretch>
            </p:blipFill>
            <p:spPr>
              <a:xfrm>
                <a:off x="6048304" y="1463712"/>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0" name="Ink 69">
                <a:extLst>
                  <a:ext uri="{FF2B5EF4-FFF2-40B4-BE49-F238E27FC236}">
                    <a16:creationId xmlns:a16="http://schemas.microsoft.com/office/drawing/2014/main" id="{324B8150-4485-00C4-4911-E2D1DD7B5065}"/>
                  </a:ext>
                </a:extLst>
              </p14:cNvPr>
              <p14:cNvContentPartPr/>
              <p14:nvPr/>
            </p14:nvContentPartPr>
            <p14:xfrm>
              <a:off x="6233344" y="1343472"/>
              <a:ext cx="25560" cy="21240"/>
            </p14:xfrm>
          </p:contentPart>
        </mc:Choice>
        <mc:Fallback xmlns="">
          <p:pic>
            <p:nvPicPr>
              <p:cNvPr id="70" name="Ink 69">
                <a:extLst>
                  <a:ext uri="{FF2B5EF4-FFF2-40B4-BE49-F238E27FC236}">
                    <a16:creationId xmlns:a16="http://schemas.microsoft.com/office/drawing/2014/main" id="{324B8150-4485-00C4-4911-E2D1DD7B5065}"/>
                  </a:ext>
                </a:extLst>
              </p:cNvPr>
              <p:cNvPicPr/>
              <p:nvPr/>
            </p:nvPicPr>
            <p:blipFill>
              <a:blip r:embed="rId138"/>
              <a:stretch>
                <a:fillRect/>
              </a:stretch>
            </p:blipFill>
            <p:spPr>
              <a:xfrm>
                <a:off x="6229024" y="1338792"/>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1" name="Ink 70">
                <a:extLst>
                  <a:ext uri="{FF2B5EF4-FFF2-40B4-BE49-F238E27FC236}">
                    <a16:creationId xmlns:a16="http://schemas.microsoft.com/office/drawing/2014/main" id="{76BC932B-A139-78F1-7D33-C081932FFA91}"/>
                  </a:ext>
                </a:extLst>
              </p14:cNvPr>
              <p14:cNvContentPartPr/>
              <p14:nvPr/>
            </p14:nvContentPartPr>
            <p14:xfrm>
              <a:off x="6394984" y="1397112"/>
              <a:ext cx="52200" cy="121680"/>
            </p14:xfrm>
          </p:contentPart>
        </mc:Choice>
        <mc:Fallback xmlns="">
          <p:pic>
            <p:nvPicPr>
              <p:cNvPr id="71" name="Ink 70">
                <a:extLst>
                  <a:ext uri="{FF2B5EF4-FFF2-40B4-BE49-F238E27FC236}">
                    <a16:creationId xmlns:a16="http://schemas.microsoft.com/office/drawing/2014/main" id="{76BC932B-A139-78F1-7D33-C081932FFA91}"/>
                  </a:ext>
                </a:extLst>
              </p:cNvPr>
              <p:cNvPicPr/>
              <p:nvPr/>
            </p:nvPicPr>
            <p:blipFill>
              <a:blip r:embed="rId140"/>
              <a:stretch>
                <a:fillRect/>
              </a:stretch>
            </p:blipFill>
            <p:spPr>
              <a:xfrm>
                <a:off x="6390664" y="1392792"/>
                <a:ext cx="60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2" name="Ink 71">
                <a:extLst>
                  <a:ext uri="{FF2B5EF4-FFF2-40B4-BE49-F238E27FC236}">
                    <a16:creationId xmlns:a16="http://schemas.microsoft.com/office/drawing/2014/main" id="{E0DDBD18-6CBD-E4D2-50F5-3E9DB57A3CCE}"/>
                  </a:ext>
                </a:extLst>
              </p14:cNvPr>
              <p14:cNvContentPartPr/>
              <p14:nvPr/>
            </p14:nvContentPartPr>
            <p14:xfrm>
              <a:off x="6327664" y="1397112"/>
              <a:ext cx="314280" cy="177120"/>
            </p14:xfrm>
          </p:contentPart>
        </mc:Choice>
        <mc:Fallback xmlns="">
          <p:pic>
            <p:nvPicPr>
              <p:cNvPr id="72" name="Ink 71">
                <a:extLst>
                  <a:ext uri="{FF2B5EF4-FFF2-40B4-BE49-F238E27FC236}">
                    <a16:creationId xmlns:a16="http://schemas.microsoft.com/office/drawing/2014/main" id="{E0DDBD18-6CBD-E4D2-50F5-3E9DB57A3CCE}"/>
                  </a:ext>
                </a:extLst>
              </p:cNvPr>
              <p:cNvPicPr/>
              <p:nvPr/>
            </p:nvPicPr>
            <p:blipFill>
              <a:blip r:embed="rId142"/>
              <a:stretch>
                <a:fillRect/>
              </a:stretch>
            </p:blipFill>
            <p:spPr>
              <a:xfrm>
                <a:off x="6323344" y="1392792"/>
                <a:ext cx="322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3" name="Ink 72">
                <a:extLst>
                  <a:ext uri="{FF2B5EF4-FFF2-40B4-BE49-F238E27FC236}">
                    <a16:creationId xmlns:a16="http://schemas.microsoft.com/office/drawing/2014/main" id="{10B322E5-0D1E-8958-CECC-D8D032A9F831}"/>
                  </a:ext>
                </a:extLst>
              </p14:cNvPr>
              <p14:cNvContentPartPr/>
              <p14:nvPr/>
            </p14:nvContentPartPr>
            <p14:xfrm>
              <a:off x="6545104" y="1468032"/>
              <a:ext cx="225720" cy="39240"/>
            </p14:xfrm>
          </p:contentPart>
        </mc:Choice>
        <mc:Fallback xmlns="">
          <p:pic>
            <p:nvPicPr>
              <p:cNvPr id="73" name="Ink 72">
                <a:extLst>
                  <a:ext uri="{FF2B5EF4-FFF2-40B4-BE49-F238E27FC236}">
                    <a16:creationId xmlns:a16="http://schemas.microsoft.com/office/drawing/2014/main" id="{10B322E5-0D1E-8958-CECC-D8D032A9F831}"/>
                  </a:ext>
                </a:extLst>
              </p:cNvPr>
              <p:cNvPicPr/>
              <p:nvPr/>
            </p:nvPicPr>
            <p:blipFill>
              <a:blip r:embed="rId144"/>
              <a:stretch>
                <a:fillRect/>
              </a:stretch>
            </p:blipFill>
            <p:spPr>
              <a:xfrm>
                <a:off x="6540784" y="1463712"/>
                <a:ext cx="234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4" name="Ink 73">
                <a:extLst>
                  <a:ext uri="{FF2B5EF4-FFF2-40B4-BE49-F238E27FC236}">
                    <a16:creationId xmlns:a16="http://schemas.microsoft.com/office/drawing/2014/main" id="{468DAD75-CB03-B773-61D1-A91E59F57CDF}"/>
                  </a:ext>
                </a:extLst>
              </p14:cNvPr>
              <p14:cNvContentPartPr/>
              <p14:nvPr/>
            </p14:nvContentPartPr>
            <p14:xfrm>
              <a:off x="6781984" y="1278312"/>
              <a:ext cx="234360" cy="360000"/>
            </p14:xfrm>
          </p:contentPart>
        </mc:Choice>
        <mc:Fallback xmlns="">
          <p:pic>
            <p:nvPicPr>
              <p:cNvPr id="74" name="Ink 73">
                <a:extLst>
                  <a:ext uri="{FF2B5EF4-FFF2-40B4-BE49-F238E27FC236}">
                    <a16:creationId xmlns:a16="http://schemas.microsoft.com/office/drawing/2014/main" id="{468DAD75-CB03-B773-61D1-A91E59F57CDF}"/>
                  </a:ext>
                </a:extLst>
              </p:cNvPr>
              <p:cNvPicPr/>
              <p:nvPr/>
            </p:nvPicPr>
            <p:blipFill>
              <a:blip r:embed="rId146"/>
              <a:stretch>
                <a:fillRect/>
              </a:stretch>
            </p:blipFill>
            <p:spPr>
              <a:xfrm>
                <a:off x="6777664" y="1273992"/>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5" name="Ink 74">
                <a:extLst>
                  <a:ext uri="{FF2B5EF4-FFF2-40B4-BE49-F238E27FC236}">
                    <a16:creationId xmlns:a16="http://schemas.microsoft.com/office/drawing/2014/main" id="{8B2AFEE3-5147-F514-6783-D44FC67CEA37}"/>
                  </a:ext>
                </a:extLst>
              </p14:cNvPr>
              <p14:cNvContentPartPr/>
              <p14:nvPr/>
            </p14:nvContentPartPr>
            <p14:xfrm>
              <a:off x="1831264" y="3588432"/>
              <a:ext cx="248760" cy="474120"/>
            </p14:xfrm>
          </p:contentPart>
        </mc:Choice>
        <mc:Fallback xmlns="">
          <p:pic>
            <p:nvPicPr>
              <p:cNvPr id="75" name="Ink 74">
                <a:extLst>
                  <a:ext uri="{FF2B5EF4-FFF2-40B4-BE49-F238E27FC236}">
                    <a16:creationId xmlns:a16="http://schemas.microsoft.com/office/drawing/2014/main" id="{8B2AFEE3-5147-F514-6783-D44FC67CEA37}"/>
                  </a:ext>
                </a:extLst>
              </p:cNvPr>
              <p:cNvPicPr/>
              <p:nvPr/>
            </p:nvPicPr>
            <p:blipFill>
              <a:blip r:embed="rId148"/>
              <a:stretch>
                <a:fillRect/>
              </a:stretch>
            </p:blipFill>
            <p:spPr>
              <a:xfrm>
                <a:off x="1826944" y="3584112"/>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6" name="Ink 75">
                <a:extLst>
                  <a:ext uri="{FF2B5EF4-FFF2-40B4-BE49-F238E27FC236}">
                    <a16:creationId xmlns:a16="http://schemas.microsoft.com/office/drawing/2014/main" id="{8FE30CC3-BCF3-104E-E04E-68F60E2EED45}"/>
                  </a:ext>
                </a:extLst>
              </p14:cNvPr>
              <p14:cNvContentPartPr/>
              <p14:nvPr/>
            </p14:nvContentPartPr>
            <p14:xfrm>
              <a:off x="526080" y="1098240"/>
              <a:ext cx="241200" cy="662040"/>
            </p14:xfrm>
          </p:contentPart>
        </mc:Choice>
        <mc:Fallback xmlns="">
          <p:pic>
            <p:nvPicPr>
              <p:cNvPr id="76" name="Ink 75">
                <a:extLst>
                  <a:ext uri="{FF2B5EF4-FFF2-40B4-BE49-F238E27FC236}">
                    <a16:creationId xmlns:a16="http://schemas.microsoft.com/office/drawing/2014/main" id="{8FE30CC3-BCF3-104E-E04E-68F60E2EED45}"/>
                  </a:ext>
                </a:extLst>
              </p:cNvPr>
              <p:cNvPicPr/>
              <p:nvPr/>
            </p:nvPicPr>
            <p:blipFill>
              <a:blip r:embed="rId150"/>
              <a:stretch>
                <a:fillRect/>
              </a:stretch>
            </p:blipFill>
            <p:spPr>
              <a:xfrm>
                <a:off x="521760" y="1093920"/>
                <a:ext cx="24984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7" name="Ink 76">
                <a:extLst>
                  <a:ext uri="{FF2B5EF4-FFF2-40B4-BE49-F238E27FC236}">
                    <a16:creationId xmlns:a16="http://schemas.microsoft.com/office/drawing/2014/main" id="{9C2B5D81-B22F-B893-18D1-73D04EE4BF82}"/>
                  </a:ext>
                </a:extLst>
              </p14:cNvPr>
              <p14:cNvContentPartPr/>
              <p14:nvPr/>
            </p14:nvContentPartPr>
            <p14:xfrm>
              <a:off x="379920" y="1463640"/>
              <a:ext cx="323640" cy="88560"/>
            </p14:xfrm>
          </p:contentPart>
        </mc:Choice>
        <mc:Fallback xmlns="">
          <p:pic>
            <p:nvPicPr>
              <p:cNvPr id="77" name="Ink 76">
                <a:extLst>
                  <a:ext uri="{FF2B5EF4-FFF2-40B4-BE49-F238E27FC236}">
                    <a16:creationId xmlns:a16="http://schemas.microsoft.com/office/drawing/2014/main" id="{9C2B5D81-B22F-B893-18D1-73D04EE4BF82}"/>
                  </a:ext>
                </a:extLst>
              </p:cNvPr>
              <p:cNvPicPr/>
              <p:nvPr/>
            </p:nvPicPr>
            <p:blipFill>
              <a:blip r:embed="rId152"/>
              <a:stretch>
                <a:fillRect/>
              </a:stretch>
            </p:blipFill>
            <p:spPr>
              <a:xfrm>
                <a:off x="375600" y="1459320"/>
                <a:ext cx="332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8" name="Ink 77">
                <a:extLst>
                  <a:ext uri="{FF2B5EF4-FFF2-40B4-BE49-F238E27FC236}">
                    <a16:creationId xmlns:a16="http://schemas.microsoft.com/office/drawing/2014/main" id="{34B46A8C-2C16-E515-FA32-E331F1A0EDC5}"/>
                  </a:ext>
                </a:extLst>
              </p14:cNvPr>
              <p14:cNvContentPartPr/>
              <p14:nvPr/>
            </p14:nvContentPartPr>
            <p14:xfrm>
              <a:off x="681240" y="1405680"/>
              <a:ext cx="106200" cy="136440"/>
            </p14:xfrm>
          </p:contentPart>
        </mc:Choice>
        <mc:Fallback xmlns="">
          <p:pic>
            <p:nvPicPr>
              <p:cNvPr id="78" name="Ink 77">
                <a:extLst>
                  <a:ext uri="{FF2B5EF4-FFF2-40B4-BE49-F238E27FC236}">
                    <a16:creationId xmlns:a16="http://schemas.microsoft.com/office/drawing/2014/main" id="{34B46A8C-2C16-E515-FA32-E331F1A0EDC5}"/>
                  </a:ext>
                </a:extLst>
              </p:cNvPr>
              <p:cNvPicPr/>
              <p:nvPr/>
            </p:nvPicPr>
            <p:blipFill>
              <a:blip r:embed="rId154"/>
              <a:stretch>
                <a:fillRect/>
              </a:stretch>
            </p:blipFill>
            <p:spPr>
              <a:xfrm>
                <a:off x="676920" y="1401360"/>
                <a:ext cx="1148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79" name="Ink 78">
                <a:extLst>
                  <a:ext uri="{FF2B5EF4-FFF2-40B4-BE49-F238E27FC236}">
                    <a16:creationId xmlns:a16="http://schemas.microsoft.com/office/drawing/2014/main" id="{AF5D8466-DB2D-8A84-3554-62D7DD3907A1}"/>
                  </a:ext>
                </a:extLst>
              </p14:cNvPr>
              <p14:cNvContentPartPr/>
              <p14:nvPr/>
            </p14:nvContentPartPr>
            <p14:xfrm>
              <a:off x="868800" y="1357440"/>
              <a:ext cx="106200" cy="136800"/>
            </p14:xfrm>
          </p:contentPart>
        </mc:Choice>
        <mc:Fallback xmlns="">
          <p:pic>
            <p:nvPicPr>
              <p:cNvPr id="79" name="Ink 78">
                <a:extLst>
                  <a:ext uri="{FF2B5EF4-FFF2-40B4-BE49-F238E27FC236}">
                    <a16:creationId xmlns:a16="http://schemas.microsoft.com/office/drawing/2014/main" id="{AF5D8466-DB2D-8A84-3554-62D7DD3907A1}"/>
                  </a:ext>
                </a:extLst>
              </p:cNvPr>
              <p:cNvPicPr/>
              <p:nvPr/>
            </p:nvPicPr>
            <p:blipFill>
              <a:blip r:embed="rId156"/>
              <a:stretch>
                <a:fillRect/>
              </a:stretch>
            </p:blipFill>
            <p:spPr>
              <a:xfrm>
                <a:off x="864480" y="1353120"/>
                <a:ext cx="1148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1" name="Ink 80">
                <a:extLst>
                  <a:ext uri="{FF2B5EF4-FFF2-40B4-BE49-F238E27FC236}">
                    <a16:creationId xmlns:a16="http://schemas.microsoft.com/office/drawing/2014/main" id="{08935001-4059-6A90-946E-468DA8331F8C}"/>
                  </a:ext>
                </a:extLst>
              </p14:cNvPr>
              <p14:cNvContentPartPr/>
              <p14:nvPr/>
            </p14:nvContentPartPr>
            <p14:xfrm>
              <a:off x="7461120" y="751920"/>
              <a:ext cx="239400" cy="416160"/>
            </p14:xfrm>
          </p:contentPart>
        </mc:Choice>
        <mc:Fallback xmlns="">
          <p:pic>
            <p:nvPicPr>
              <p:cNvPr id="81" name="Ink 80">
                <a:extLst>
                  <a:ext uri="{FF2B5EF4-FFF2-40B4-BE49-F238E27FC236}">
                    <a16:creationId xmlns:a16="http://schemas.microsoft.com/office/drawing/2014/main" id="{08935001-4059-6A90-946E-468DA8331F8C}"/>
                  </a:ext>
                </a:extLst>
              </p:cNvPr>
              <p:cNvPicPr/>
              <p:nvPr/>
            </p:nvPicPr>
            <p:blipFill>
              <a:blip r:embed="rId158"/>
              <a:stretch>
                <a:fillRect/>
              </a:stretch>
            </p:blipFill>
            <p:spPr>
              <a:xfrm>
                <a:off x="7456800" y="747600"/>
                <a:ext cx="248040" cy="4248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2" name="Ink 81">
                <a:extLst>
                  <a:ext uri="{FF2B5EF4-FFF2-40B4-BE49-F238E27FC236}">
                    <a16:creationId xmlns:a16="http://schemas.microsoft.com/office/drawing/2014/main" id="{5C9F9E07-6C2A-FB0A-2B36-4010A578AAC6}"/>
                  </a:ext>
                </a:extLst>
              </p14:cNvPr>
              <p14:cNvContentPartPr/>
              <p14:nvPr/>
            </p14:nvContentPartPr>
            <p14:xfrm>
              <a:off x="7366080" y="1370040"/>
              <a:ext cx="276480" cy="294120"/>
            </p14:xfrm>
          </p:contentPart>
        </mc:Choice>
        <mc:Fallback xmlns="">
          <p:pic>
            <p:nvPicPr>
              <p:cNvPr id="82" name="Ink 81">
                <a:extLst>
                  <a:ext uri="{FF2B5EF4-FFF2-40B4-BE49-F238E27FC236}">
                    <a16:creationId xmlns:a16="http://schemas.microsoft.com/office/drawing/2014/main" id="{5C9F9E07-6C2A-FB0A-2B36-4010A578AAC6}"/>
                  </a:ext>
                </a:extLst>
              </p:cNvPr>
              <p:cNvPicPr/>
              <p:nvPr/>
            </p:nvPicPr>
            <p:blipFill>
              <a:blip r:embed="rId160"/>
              <a:stretch>
                <a:fillRect/>
              </a:stretch>
            </p:blipFill>
            <p:spPr>
              <a:xfrm>
                <a:off x="7361760" y="1365720"/>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83" name="Ink 82">
                <a:extLst>
                  <a:ext uri="{FF2B5EF4-FFF2-40B4-BE49-F238E27FC236}">
                    <a16:creationId xmlns:a16="http://schemas.microsoft.com/office/drawing/2014/main" id="{6E235B7C-8F29-A771-D6CA-06956B1DE188}"/>
                  </a:ext>
                </a:extLst>
              </p14:cNvPr>
              <p14:cNvContentPartPr/>
              <p14:nvPr/>
            </p14:nvContentPartPr>
            <p14:xfrm>
              <a:off x="7670640" y="1929840"/>
              <a:ext cx="174240" cy="417960"/>
            </p14:xfrm>
          </p:contentPart>
        </mc:Choice>
        <mc:Fallback xmlns="">
          <p:pic>
            <p:nvPicPr>
              <p:cNvPr id="83" name="Ink 82">
                <a:extLst>
                  <a:ext uri="{FF2B5EF4-FFF2-40B4-BE49-F238E27FC236}">
                    <a16:creationId xmlns:a16="http://schemas.microsoft.com/office/drawing/2014/main" id="{6E235B7C-8F29-A771-D6CA-06956B1DE188}"/>
                  </a:ext>
                </a:extLst>
              </p:cNvPr>
              <p:cNvPicPr/>
              <p:nvPr/>
            </p:nvPicPr>
            <p:blipFill>
              <a:blip r:embed="rId162"/>
              <a:stretch>
                <a:fillRect/>
              </a:stretch>
            </p:blipFill>
            <p:spPr>
              <a:xfrm>
                <a:off x="7666320" y="1925520"/>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84" name="Ink 83">
                <a:extLst>
                  <a:ext uri="{FF2B5EF4-FFF2-40B4-BE49-F238E27FC236}">
                    <a16:creationId xmlns:a16="http://schemas.microsoft.com/office/drawing/2014/main" id="{B5E5747F-A129-200D-752D-1EB711239D0A}"/>
                  </a:ext>
                </a:extLst>
              </p14:cNvPr>
              <p14:cNvContentPartPr/>
              <p14:nvPr/>
            </p14:nvContentPartPr>
            <p14:xfrm>
              <a:off x="2616600" y="3172920"/>
              <a:ext cx="216000" cy="368640"/>
            </p14:xfrm>
          </p:contentPart>
        </mc:Choice>
        <mc:Fallback xmlns="">
          <p:pic>
            <p:nvPicPr>
              <p:cNvPr id="84" name="Ink 83">
                <a:extLst>
                  <a:ext uri="{FF2B5EF4-FFF2-40B4-BE49-F238E27FC236}">
                    <a16:creationId xmlns:a16="http://schemas.microsoft.com/office/drawing/2014/main" id="{B5E5747F-A129-200D-752D-1EB711239D0A}"/>
                  </a:ext>
                </a:extLst>
              </p:cNvPr>
              <p:cNvPicPr/>
              <p:nvPr/>
            </p:nvPicPr>
            <p:blipFill>
              <a:blip r:embed="rId164"/>
              <a:stretch>
                <a:fillRect/>
              </a:stretch>
            </p:blipFill>
            <p:spPr>
              <a:xfrm>
                <a:off x="2612280" y="3168600"/>
                <a:ext cx="224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85" name="Ink 84">
                <a:extLst>
                  <a:ext uri="{FF2B5EF4-FFF2-40B4-BE49-F238E27FC236}">
                    <a16:creationId xmlns:a16="http://schemas.microsoft.com/office/drawing/2014/main" id="{2308A5A6-9078-7364-6D53-37CE336DC1D4}"/>
                  </a:ext>
                </a:extLst>
              </p14:cNvPr>
              <p14:cNvContentPartPr/>
              <p14:nvPr/>
            </p14:nvContentPartPr>
            <p14:xfrm>
              <a:off x="1175160" y="1005720"/>
              <a:ext cx="152280" cy="523440"/>
            </p14:xfrm>
          </p:contentPart>
        </mc:Choice>
        <mc:Fallback xmlns="">
          <p:pic>
            <p:nvPicPr>
              <p:cNvPr id="85" name="Ink 84">
                <a:extLst>
                  <a:ext uri="{FF2B5EF4-FFF2-40B4-BE49-F238E27FC236}">
                    <a16:creationId xmlns:a16="http://schemas.microsoft.com/office/drawing/2014/main" id="{2308A5A6-9078-7364-6D53-37CE336DC1D4}"/>
                  </a:ext>
                </a:extLst>
              </p:cNvPr>
              <p:cNvPicPr/>
              <p:nvPr/>
            </p:nvPicPr>
            <p:blipFill>
              <a:blip r:embed="rId166"/>
              <a:stretch>
                <a:fillRect/>
              </a:stretch>
            </p:blipFill>
            <p:spPr>
              <a:xfrm>
                <a:off x="1170840" y="1001400"/>
                <a:ext cx="16092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86" name="Ink 85">
                <a:extLst>
                  <a:ext uri="{FF2B5EF4-FFF2-40B4-BE49-F238E27FC236}">
                    <a16:creationId xmlns:a16="http://schemas.microsoft.com/office/drawing/2014/main" id="{0682FA8A-4A9A-4C65-FBE5-D42B9B7B2514}"/>
                  </a:ext>
                </a:extLst>
              </p14:cNvPr>
              <p14:cNvContentPartPr/>
              <p14:nvPr/>
            </p14:nvContentPartPr>
            <p14:xfrm>
              <a:off x="1476840" y="1260600"/>
              <a:ext cx="31320" cy="105480"/>
            </p14:xfrm>
          </p:contentPart>
        </mc:Choice>
        <mc:Fallback xmlns="">
          <p:pic>
            <p:nvPicPr>
              <p:cNvPr id="86" name="Ink 85">
                <a:extLst>
                  <a:ext uri="{FF2B5EF4-FFF2-40B4-BE49-F238E27FC236}">
                    <a16:creationId xmlns:a16="http://schemas.microsoft.com/office/drawing/2014/main" id="{0682FA8A-4A9A-4C65-FBE5-D42B9B7B2514}"/>
                  </a:ext>
                </a:extLst>
              </p:cNvPr>
              <p:cNvPicPr/>
              <p:nvPr/>
            </p:nvPicPr>
            <p:blipFill>
              <a:blip r:embed="rId168"/>
              <a:stretch>
                <a:fillRect/>
              </a:stretch>
            </p:blipFill>
            <p:spPr>
              <a:xfrm>
                <a:off x="1472520" y="1256280"/>
                <a:ext cx="39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87" name="Ink 86">
                <a:extLst>
                  <a:ext uri="{FF2B5EF4-FFF2-40B4-BE49-F238E27FC236}">
                    <a16:creationId xmlns:a16="http://schemas.microsoft.com/office/drawing/2014/main" id="{B223F6D3-310A-D6BB-A8C1-6E67E1285D56}"/>
                  </a:ext>
                </a:extLst>
              </p14:cNvPr>
              <p14:cNvContentPartPr/>
              <p14:nvPr/>
            </p14:nvContentPartPr>
            <p14:xfrm>
              <a:off x="1542360" y="980520"/>
              <a:ext cx="19440" cy="85320"/>
            </p14:xfrm>
          </p:contentPart>
        </mc:Choice>
        <mc:Fallback xmlns="">
          <p:pic>
            <p:nvPicPr>
              <p:cNvPr id="87" name="Ink 86">
                <a:extLst>
                  <a:ext uri="{FF2B5EF4-FFF2-40B4-BE49-F238E27FC236}">
                    <a16:creationId xmlns:a16="http://schemas.microsoft.com/office/drawing/2014/main" id="{B223F6D3-310A-D6BB-A8C1-6E67E1285D56}"/>
                  </a:ext>
                </a:extLst>
              </p:cNvPr>
              <p:cNvPicPr/>
              <p:nvPr/>
            </p:nvPicPr>
            <p:blipFill>
              <a:blip r:embed="rId170"/>
              <a:stretch>
                <a:fillRect/>
              </a:stretch>
            </p:blipFill>
            <p:spPr>
              <a:xfrm>
                <a:off x="1538040" y="976200"/>
                <a:ext cx="2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88" name="Ink 87">
                <a:extLst>
                  <a:ext uri="{FF2B5EF4-FFF2-40B4-BE49-F238E27FC236}">
                    <a16:creationId xmlns:a16="http://schemas.microsoft.com/office/drawing/2014/main" id="{DA12C26F-628A-7C30-0474-1C315E1A854D}"/>
                  </a:ext>
                </a:extLst>
              </p14:cNvPr>
              <p14:cNvContentPartPr/>
              <p14:nvPr/>
            </p14:nvContentPartPr>
            <p14:xfrm>
              <a:off x="1592400" y="1199040"/>
              <a:ext cx="156240" cy="93600"/>
            </p14:xfrm>
          </p:contentPart>
        </mc:Choice>
        <mc:Fallback xmlns="">
          <p:pic>
            <p:nvPicPr>
              <p:cNvPr id="88" name="Ink 87">
                <a:extLst>
                  <a:ext uri="{FF2B5EF4-FFF2-40B4-BE49-F238E27FC236}">
                    <a16:creationId xmlns:a16="http://schemas.microsoft.com/office/drawing/2014/main" id="{DA12C26F-628A-7C30-0474-1C315E1A854D}"/>
                  </a:ext>
                </a:extLst>
              </p:cNvPr>
              <p:cNvPicPr/>
              <p:nvPr/>
            </p:nvPicPr>
            <p:blipFill>
              <a:blip r:embed="rId172"/>
              <a:stretch>
                <a:fillRect/>
              </a:stretch>
            </p:blipFill>
            <p:spPr>
              <a:xfrm>
                <a:off x="1588080" y="1194720"/>
                <a:ext cx="164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89" name="Ink 88">
                <a:extLst>
                  <a:ext uri="{FF2B5EF4-FFF2-40B4-BE49-F238E27FC236}">
                    <a16:creationId xmlns:a16="http://schemas.microsoft.com/office/drawing/2014/main" id="{AC7B7FBE-3714-CC30-2011-290DA36829B2}"/>
                  </a:ext>
                </a:extLst>
              </p14:cNvPr>
              <p14:cNvContentPartPr/>
              <p14:nvPr/>
            </p14:nvContentPartPr>
            <p14:xfrm>
              <a:off x="1904160" y="999600"/>
              <a:ext cx="56520" cy="273960"/>
            </p14:xfrm>
          </p:contentPart>
        </mc:Choice>
        <mc:Fallback xmlns="">
          <p:pic>
            <p:nvPicPr>
              <p:cNvPr id="89" name="Ink 88">
                <a:extLst>
                  <a:ext uri="{FF2B5EF4-FFF2-40B4-BE49-F238E27FC236}">
                    <a16:creationId xmlns:a16="http://schemas.microsoft.com/office/drawing/2014/main" id="{AC7B7FBE-3714-CC30-2011-290DA36829B2}"/>
                  </a:ext>
                </a:extLst>
              </p:cNvPr>
              <p:cNvPicPr/>
              <p:nvPr/>
            </p:nvPicPr>
            <p:blipFill>
              <a:blip r:embed="rId174"/>
              <a:stretch>
                <a:fillRect/>
              </a:stretch>
            </p:blipFill>
            <p:spPr>
              <a:xfrm>
                <a:off x="1899840" y="995280"/>
                <a:ext cx="65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0" name="Ink 89">
                <a:extLst>
                  <a:ext uri="{FF2B5EF4-FFF2-40B4-BE49-F238E27FC236}">
                    <a16:creationId xmlns:a16="http://schemas.microsoft.com/office/drawing/2014/main" id="{F2FC0289-C430-D511-518E-656D1621805B}"/>
                  </a:ext>
                </a:extLst>
              </p14:cNvPr>
              <p14:cNvContentPartPr/>
              <p14:nvPr/>
            </p14:nvContentPartPr>
            <p14:xfrm>
              <a:off x="1862040" y="1144320"/>
              <a:ext cx="144720" cy="15840"/>
            </p14:xfrm>
          </p:contentPart>
        </mc:Choice>
        <mc:Fallback xmlns="">
          <p:pic>
            <p:nvPicPr>
              <p:cNvPr id="90" name="Ink 89">
                <a:extLst>
                  <a:ext uri="{FF2B5EF4-FFF2-40B4-BE49-F238E27FC236}">
                    <a16:creationId xmlns:a16="http://schemas.microsoft.com/office/drawing/2014/main" id="{F2FC0289-C430-D511-518E-656D1621805B}"/>
                  </a:ext>
                </a:extLst>
              </p:cNvPr>
              <p:cNvPicPr/>
              <p:nvPr/>
            </p:nvPicPr>
            <p:blipFill>
              <a:blip r:embed="rId176"/>
              <a:stretch>
                <a:fillRect/>
              </a:stretch>
            </p:blipFill>
            <p:spPr>
              <a:xfrm>
                <a:off x="1857720" y="1140000"/>
                <a:ext cx="1533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1" name="Ink 90">
                <a:extLst>
                  <a:ext uri="{FF2B5EF4-FFF2-40B4-BE49-F238E27FC236}">
                    <a16:creationId xmlns:a16="http://schemas.microsoft.com/office/drawing/2014/main" id="{6971AF33-7AFE-AA29-9145-6FD3B1CBB471}"/>
                  </a:ext>
                </a:extLst>
              </p14:cNvPr>
              <p14:cNvContentPartPr/>
              <p14:nvPr/>
            </p14:nvContentPartPr>
            <p14:xfrm>
              <a:off x="2185320" y="1240440"/>
              <a:ext cx="133920" cy="240480"/>
            </p14:xfrm>
          </p:contentPart>
        </mc:Choice>
        <mc:Fallback xmlns="">
          <p:pic>
            <p:nvPicPr>
              <p:cNvPr id="91" name="Ink 90">
                <a:extLst>
                  <a:ext uri="{FF2B5EF4-FFF2-40B4-BE49-F238E27FC236}">
                    <a16:creationId xmlns:a16="http://schemas.microsoft.com/office/drawing/2014/main" id="{6971AF33-7AFE-AA29-9145-6FD3B1CBB471}"/>
                  </a:ext>
                </a:extLst>
              </p:cNvPr>
              <p:cNvPicPr/>
              <p:nvPr/>
            </p:nvPicPr>
            <p:blipFill>
              <a:blip r:embed="rId178"/>
              <a:stretch>
                <a:fillRect/>
              </a:stretch>
            </p:blipFill>
            <p:spPr>
              <a:xfrm>
                <a:off x="2181000" y="1236120"/>
                <a:ext cx="142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92" name="Ink 91">
                <a:extLst>
                  <a:ext uri="{FF2B5EF4-FFF2-40B4-BE49-F238E27FC236}">
                    <a16:creationId xmlns:a16="http://schemas.microsoft.com/office/drawing/2014/main" id="{5DFF3FCA-660F-1E19-5448-23F8F54B974A}"/>
                  </a:ext>
                </a:extLst>
              </p14:cNvPr>
              <p14:cNvContentPartPr/>
              <p14:nvPr/>
            </p14:nvContentPartPr>
            <p14:xfrm>
              <a:off x="2402760" y="1011840"/>
              <a:ext cx="10080" cy="88560"/>
            </p14:xfrm>
          </p:contentPart>
        </mc:Choice>
        <mc:Fallback xmlns="">
          <p:pic>
            <p:nvPicPr>
              <p:cNvPr id="92" name="Ink 91">
                <a:extLst>
                  <a:ext uri="{FF2B5EF4-FFF2-40B4-BE49-F238E27FC236}">
                    <a16:creationId xmlns:a16="http://schemas.microsoft.com/office/drawing/2014/main" id="{5DFF3FCA-660F-1E19-5448-23F8F54B974A}"/>
                  </a:ext>
                </a:extLst>
              </p:cNvPr>
              <p:cNvPicPr/>
              <p:nvPr/>
            </p:nvPicPr>
            <p:blipFill>
              <a:blip r:embed="rId180"/>
              <a:stretch>
                <a:fillRect/>
              </a:stretch>
            </p:blipFill>
            <p:spPr>
              <a:xfrm>
                <a:off x="2398440" y="1007520"/>
                <a:ext cx="18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3" name="Ink 92">
                <a:extLst>
                  <a:ext uri="{FF2B5EF4-FFF2-40B4-BE49-F238E27FC236}">
                    <a16:creationId xmlns:a16="http://schemas.microsoft.com/office/drawing/2014/main" id="{7B9CA203-7BEF-F224-FDE6-2EC6A28905BC}"/>
                  </a:ext>
                </a:extLst>
              </p14:cNvPr>
              <p14:cNvContentPartPr/>
              <p14:nvPr/>
            </p14:nvContentPartPr>
            <p14:xfrm>
              <a:off x="2599680" y="1144320"/>
              <a:ext cx="164520" cy="58320"/>
            </p14:xfrm>
          </p:contentPart>
        </mc:Choice>
        <mc:Fallback xmlns="">
          <p:pic>
            <p:nvPicPr>
              <p:cNvPr id="93" name="Ink 92">
                <a:extLst>
                  <a:ext uri="{FF2B5EF4-FFF2-40B4-BE49-F238E27FC236}">
                    <a16:creationId xmlns:a16="http://schemas.microsoft.com/office/drawing/2014/main" id="{7B9CA203-7BEF-F224-FDE6-2EC6A28905BC}"/>
                  </a:ext>
                </a:extLst>
              </p:cNvPr>
              <p:cNvPicPr/>
              <p:nvPr/>
            </p:nvPicPr>
            <p:blipFill>
              <a:blip r:embed="rId182"/>
              <a:stretch>
                <a:fillRect/>
              </a:stretch>
            </p:blipFill>
            <p:spPr>
              <a:xfrm>
                <a:off x="2595360" y="1140000"/>
                <a:ext cx="1731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4" name="Ink 93">
                <a:extLst>
                  <a:ext uri="{FF2B5EF4-FFF2-40B4-BE49-F238E27FC236}">
                    <a16:creationId xmlns:a16="http://schemas.microsoft.com/office/drawing/2014/main" id="{FB1967F6-5948-A880-EEF2-47FE688AAC9E}"/>
                  </a:ext>
                </a:extLst>
              </p14:cNvPr>
              <p14:cNvContentPartPr/>
              <p14:nvPr/>
            </p14:nvContentPartPr>
            <p14:xfrm>
              <a:off x="2599320" y="1202280"/>
              <a:ext cx="160200" cy="73080"/>
            </p14:xfrm>
          </p:contentPart>
        </mc:Choice>
        <mc:Fallback xmlns="">
          <p:pic>
            <p:nvPicPr>
              <p:cNvPr id="94" name="Ink 93">
                <a:extLst>
                  <a:ext uri="{FF2B5EF4-FFF2-40B4-BE49-F238E27FC236}">
                    <a16:creationId xmlns:a16="http://schemas.microsoft.com/office/drawing/2014/main" id="{FB1967F6-5948-A880-EEF2-47FE688AAC9E}"/>
                  </a:ext>
                </a:extLst>
              </p:cNvPr>
              <p:cNvPicPr/>
              <p:nvPr/>
            </p:nvPicPr>
            <p:blipFill>
              <a:blip r:embed="rId184"/>
              <a:stretch>
                <a:fillRect/>
              </a:stretch>
            </p:blipFill>
            <p:spPr>
              <a:xfrm>
                <a:off x="2595000" y="1197960"/>
                <a:ext cx="168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5" name="Ink 94">
                <a:extLst>
                  <a:ext uri="{FF2B5EF4-FFF2-40B4-BE49-F238E27FC236}">
                    <a16:creationId xmlns:a16="http://schemas.microsoft.com/office/drawing/2014/main" id="{6B1AD5F6-1B1E-AB83-0C62-2233F7A66295}"/>
                  </a:ext>
                </a:extLst>
              </p14:cNvPr>
              <p14:cNvContentPartPr/>
              <p14:nvPr/>
            </p14:nvContentPartPr>
            <p14:xfrm>
              <a:off x="2930880" y="994200"/>
              <a:ext cx="153720" cy="260280"/>
            </p14:xfrm>
          </p:contentPart>
        </mc:Choice>
        <mc:Fallback xmlns="">
          <p:pic>
            <p:nvPicPr>
              <p:cNvPr id="95" name="Ink 94">
                <a:extLst>
                  <a:ext uri="{FF2B5EF4-FFF2-40B4-BE49-F238E27FC236}">
                    <a16:creationId xmlns:a16="http://schemas.microsoft.com/office/drawing/2014/main" id="{6B1AD5F6-1B1E-AB83-0C62-2233F7A66295}"/>
                  </a:ext>
                </a:extLst>
              </p:cNvPr>
              <p:cNvPicPr/>
              <p:nvPr/>
            </p:nvPicPr>
            <p:blipFill>
              <a:blip r:embed="rId186"/>
              <a:stretch>
                <a:fillRect/>
              </a:stretch>
            </p:blipFill>
            <p:spPr>
              <a:xfrm>
                <a:off x="2926560" y="989880"/>
                <a:ext cx="1623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96" name="Ink 95">
                <a:extLst>
                  <a:ext uri="{FF2B5EF4-FFF2-40B4-BE49-F238E27FC236}">
                    <a16:creationId xmlns:a16="http://schemas.microsoft.com/office/drawing/2014/main" id="{3394E069-66C0-F0F0-DA23-87E9B0007F84}"/>
                  </a:ext>
                </a:extLst>
              </p14:cNvPr>
              <p14:cNvContentPartPr/>
              <p14:nvPr/>
            </p14:nvContentPartPr>
            <p14:xfrm>
              <a:off x="3248040" y="1161600"/>
              <a:ext cx="21600" cy="46440"/>
            </p14:xfrm>
          </p:contentPart>
        </mc:Choice>
        <mc:Fallback xmlns="">
          <p:pic>
            <p:nvPicPr>
              <p:cNvPr id="96" name="Ink 95">
                <a:extLst>
                  <a:ext uri="{FF2B5EF4-FFF2-40B4-BE49-F238E27FC236}">
                    <a16:creationId xmlns:a16="http://schemas.microsoft.com/office/drawing/2014/main" id="{3394E069-66C0-F0F0-DA23-87E9B0007F84}"/>
                  </a:ext>
                </a:extLst>
              </p:cNvPr>
              <p:cNvPicPr/>
              <p:nvPr/>
            </p:nvPicPr>
            <p:blipFill>
              <a:blip r:embed="rId188"/>
              <a:stretch>
                <a:fillRect/>
              </a:stretch>
            </p:blipFill>
            <p:spPr>
              <a:xfrm>
                <a:off x="3243720" y="1157280"/>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7" name="Ink 96">
                <a:extLst>
                  <a:ext uri="{FF2B5EF4-FFF2-40B4-BE49-F238E27FC236}">
                    <a16:creationId xmlns:a16="http://schemas.microsoft.com/office/drawing/2014/main" id="{156F4C91-31FC-A5B6-F2D7-D77964DA7286}"/>
                  </a:ext>
                </a:extLst>
              </p14:cNvPr>
              <p14:cNvContentPartPr/>
              <p14:nvPr/>
            </p14:nvContentPartPr>
            <p14:xfrm>
              <a:off x="3103680" y="1164840"/>
              <a:ext cx="181440" cy="293040"/>
            </p14:xfrm>
          </p:contentPart>
        </mc:Choice>
        <mc:Fallback xmlns="">
          <p:pic>
            <p:nvPicPr>
              <p:cNvPr id="97" name="Ink 96">
                <a:extLst>
                  <a:ext uri="{FF2B5EF4-FFF2-40B4-BE49-F238E27FC236}">
                    <a16:creationId xmlns:a16="http://schemas.microsoft.com/office/drawing/2014/main" id="{156F4C91-31FC-A5B6-F2D7-D77964DA7286}"/>
                  </a:ext>
                </a:extLst>
              </p:cNvPr>
              <p:cNvPicPr/>
              <p:nvPr/>
            </p:nvPicPr>
            <p:blipFill>
              <a:blip r:embed="rId190"/>
              <a:stretch>
                <a:fillRect/>
              </a:stretch>
            </p:blipFill>
            <p:spPr>
              <a:xfrm>
                <a:off x="3099360" y="1160520"/>
                <a:ext cx="1900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8" name="Ink 97">
                <a:extLst>
                  <a:ext uri="{FF2B5EF4-FFF2-40B4-BE49-F238E27FC236}">
                    <a16:creationId xmlns:a16="http://schemas.microsoft.com/office/drawing/2014/main" id="{ED1F913D-E8DF-4EE1-6F86-F36B102DFBD2}"/>
                  </a:ext>
                </a:extLst>
              </p14:cNvPr>
              <p14:cNvContentPartPr/>
              <p14:nvPr/>
            </p14:nvContentPartPr>
            <p14:xfrm>
              <a:off x="3527040" y="1101480"/>
              <a:ext cx="118080" cy="293760"/>
            </p14:xfrm>
          </p:contentPart>
        </mc:Choice>
        <mc:Fallback xmlns="">
          <p:pic>
            <p:nvPicPr>
              <p:cNvPr id="98" name="Ink 97">
                <a:extLst>
                  <a:ext uri="{FF2B5EF4-FFF2-40B4-BE49-F238E27FC236}">
                    <a16:creationId xmlns:a16="http://schemas.microsoft.com/office/drawing/2014/main" id="{ED1F913D-E8DF-4EE1-6F86-F36B102DFBD2}"/>
                  </a:ext>
                </a:extLst>
              </p:cNvPr>
              <p:cNvPicPr/>
              <p:nvPr/>
            </p:nvPicPr>
            <p:blipFill>
              <a:blip r:embed="rId192"/>
              <a:stretch>
                <a:fillRect/>
              </a:stretch>
            </p:blipFill>
            <p:spPr>
              <a:xfrm>
                <a:off x="3522720" y="1097160"/>
                <a:ext cx="1267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99" name="Ink 98">
                <a:extLst>
                  <a:ext uri="{FF2B5EF4-FFF2-40B4-BE49-F238E27FC236}">
                    <a16:creationId xmlns:a16="http://schemas.microsoft.com/office/drawing/2014/main" id="{69152D05-D8BE-EF22-D4F1-B989E2B39CF4}"/>
                  </a:ext>
                </a:extLst>
              </p14:cNvPr>
              <p14:cNvContentPartPr/>
              <p14:nvPr/>
            </p14:nvContentPartPr>
            <p14:xfrm>
              <a:off x="3621360" y="967560"/>
              <a:ext cx="27360" cy="30600"/>
            </p14:xfrm>
          </p:contentPart>
        </mc:Choice>
        <mc:Fallback xmlns="">
          <p:pic>
            <p:nvPicPr>
              <p:cNvPr id="99" name="Ink 98">
                <a:extLst>
                  <a:ext uri="{FF2B5EF4-FFF2-40B4-BE49-F238E27FC236}">
                    <a16:creationId xmlns:a16="http://schemas.microsoft.com/office/drawing/2014/main" id="{69152D05-D8BE-EF22-D4F1-B989E2B39CF4}"/>
                  </a:ext>
                </a:extLst>
              </p:cNvPr>
              <p:cNvPicPr/>
              <p:nvPr/>
            </p:nvPicPr>
            <p:blipFill>
              <a:blip r:embed="rId194"/>
              <a:stretch>
                <a:fillRect/>
              </a:stretch>
            </p:blipFill>
            <p:spPr>
              <a:xfrm>
                <a:off x="3617040" y="963240"/>
                <a:ext cx="360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00" name="Ink 99">
                <a:extLst>
                  <a:ext uri="{FF2B5EF4-FFF2-40B4-BE49-F238E27FC236}">
                    <a16:creationId xmlns:a16="http://schemas.microsoft.com/office/drawing/2014/main" id="{9B910764-73FD-3B61-744D-F2D407619444}"/>
                  </a:ext>
                </a:extLst>
              </p14:cNvPr>
              <p14:cNvContentPartPr/>
              <p14:nvPr/>
            </p14:nvContentPartPr>
            <p14:xfrm>
              <a:off x="3815400" y="950280"/>
              <a:ext cx="275760" cy="230760"/>
            </p14:xfrm>
          </p:contentPart>
        </mc:Choice>
        <mc:Fallback xmlns="">
          <p:pic>
            <p:nvPicPr>
              <p:cNvPr id="100" name="Ink 99">
                <a:extLst>
                  <a:ext uri="{FF2B5EF4-FFF2-40B4-BE49-F238E27FC236}">
                    <a16:creationId xmlns:a16="http://schemas.microsoft.com/office/drawing/2014/main" id="{9B910764-73FD-3B61-744D-F2D407619444}"/>
                  </a:ext>
                </a:extLst>
              </p:cNvPr>
              <p:cNvPicPr/>
              <p:nvPr/>
            </p:nvPicPr>
            <p:blipFill>
              <a:blip r:embed="rId196"/>
              <a:stretch>
                <a:fillRect/>
              </a:stretch>
            </p:blipFill>
            <p:spPr>
              <a:xfrm>
                <a:off x="3811080" y="945960"/>
                <a:ext cx="2844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6" name="Ink 105">
                <a:extLst>
                  <a:ext uri="{FF2B5EF4-FFF2-40B4-BE49-F238E27FC236}">
                    <a16:creationId xmlns:a16="http://schemas.microsoft.com/office/drawing/2014/main" id="{F92B84E9-B980-DCC2-4E4C-A5712E59BDF8}"/>
                  </a:ext>
                </a:extLst>
              </p14:cNvPr>
              <p14:cNvContentPartPr/>
              <p14:nvPr/>
            </p14:nvContentPartPr>
            <p14:xfrm>
              <a:off x="5526840" y="900240"/>
              <a:ext cx="156240" cy="225360"/>
            </p14:xfrm>
          </p:contentPart>
        </mc:Choice>
        <mc:Fallback xmlns="">
          <p:pic>
            <p:nvPicPr>
              <p:cNvPr id="106" name="Ink 105">
                <a:extLst>
                  <a:ext uri="{FF2B5EF4-FFF2-40B4-BE49-F238E27FC236}">
                    <a16:creationId xmlns:a16="http://schemas.microsoft.com/office/drawing/2014/main" id="{F92B84E9-B980-DCC2-4E4C-A5712E59BDF8}"/>
                  </a:ext>
                </a:extLst>
              </p:cNvPr>
              <p:cNvPicPr/>
              <p:nvPr/>
            </p:nvPicPr>
            <p:blipFill>
              <a:blip r:embed="rId198"/>
              <a:stretch>
                <a:fillRect/>
              </a:stretch>
            </p:blipFill>
            <p:spPr>
              <a:xfrm>
                <a:off x="5522520" y="895920"/>
                <a:ext cx="1648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7" name="Ink 106">
                <a:extLst>
                  <a:ext uri="{FF2B5EF4-FFF2-40B4-BE49-F238E27FC236}">
                    <a16:creationId xmlns:a16="http://schemas.microsoft.com/office/drawing/2014/main" id="{3C94FD8C-B5F4-0CCD-4569-6132FE2EF24F}"/>
                  </a:ext>
                </a:extLst>
              </p14:cNvPr>
              <p14:cNvContentPartPr/>
              <p14:nvPr/>
            </p14:nvContentPartPr>
            <p14:xfrm>
              <a:off x="5530800" y="782160"/>
              <a:ext cx="33120" cy="56520"/>
            </p14:xfrm>
          </p:contentPart>
        </mc:Choice>
        <mc:Fallback xmlns="">
          <p:pic>
            <p:nvPicPr>
              <p:cNvPr id="107" name="Ink 106">
                <a:extLst>
                  <a:ext uri="{FF2B5EF4-FFF2-40B4-BE49-F238E27FC236}">
                    <a16:creationId xmlns:a16="http://schemas.microsoft.com/office/drawing/2014/main" id="{3C94FD8C-B5F4-0CCD-4569-6132FE2EF24F}"/>
                  </a:ext>
                </a:extLst>
              </p:cNvPr>
              <p:cNvPicPr/>
              <p:nvPr/>
            </p:nvPicPr>
            <p:blipFill>
              <a:blip r:embed="rId200"/>
              <a:stretch>
                <a:fillRect/>
              </a:stretch>
            </p:blipFill>
            <p:spPr>
              <a:xfrm>
                <a:off x="5526480" y="777840"/>
                <a:ext cx="417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08" name="Ink 107">
                <a:extLst>
                  <a:ext uri="{FF2B5EF4-FFF2-40B4-BE49-F238E27FC236}">
                    <a16:creationId xmlns:a16="http://schemas.microsoft.com/office/drawing/2014/main" id="{133C8A6B-699E-3C55-5BC8-FB2FAC3FE597}"/>
                  </a:ext>
                </a:extLst>
              </p14:cNvPr>
              <p14:cNvContentPartPr/>
              <p14:nvPr/>
            </p14:nvContentPartPr>
            <p14:xfrm>
              <a:off x="5873520" y="871080"/>
              <a:ext cx="18000" cy="200520"/>
            </p14:xfrm>
          </p:contentPart>
        </mc:Choice>
        <mc:Fallback xmlns="">
          <p:pic>
            <p:nvPicPr>
              <p:cNvPr id="108" name="Ink 107">
                <a:extLst>
                  <a:ext uri="{FF2B5EF4-FFF2-40B4-BE49-F238E27FC236}">
                    <a16:creationId xmlns:a16="http://schemas.microsoft.com/office/drawing/2014/main" id="{133C8A6B-699E-3C55-5BC8-FB2FAC3FE597}"/>
                  </a:ext>
                </a:extLst>
              </p:cNvPr>
              <p:cNvPicPr/>
              <p:nvPr/>
            </p:nvPicPr>
            <p:blipFill>
              <a:blip r:embed="rId202"/>
              <a:stretch>
                <a:fillRect/>
              </a:stretch>
            </p:blipFill>
            <p:spPr>
              <a:xfrm>
                <a:off x="5869200" y="866760"/>
                <a:ext cx="26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9" name="Ink 108">
                <a:extLst>
                  <a:ext uri="{FF2B5EF4-FFF2-40B4-BE49-F238E27FC236}">
                    <a16:creationId xmlns:a16="http://schemas.microsoft.com/office/drawing/2014/main" id="{25E8F30C-DD99-165F-1986-DCF24B72FEE3}"/>
                  </a:ext>
                </a:extLst>
              </p14:cNvPr>
              <p14:cNvContentPartPr/>
              <p14:nvPr/>
            </p14:nvContentPartPr>
            <p14:xfrm>
              <a:off x="5821680" y="959640"/>
              <a:ext cx="106200" cy="30600"/>
            </p14:xfrm>
          </p:contentPart>
        </mc:Choice>
        <mc:Fallback xmlns="">
          <p:pic>
            <p:nvPicPr>
              <p:cNvPr id="109" name="Ink 108">
                <a:extLst>
                  <a:ext uri="{FF2B5EF4-FFF2-40B4-BE49-F238E27FC236}">
                    <a16:creationId xmlns:a16="http://schemas.microsoft.com/office/drawing/2014/main" id="{25E8F30C-DD99-165F-1986-DCF24B72FEE3}"/>
                  </a:ext>
                </a:extLst>
              </p:cNvPr>
              <p:cNvPicPr/>
              <p:nvPr/>
            </p:nvPicPr>
            <p:blipFill>
              <a:blip r:embed="rId204"/>
              <a:stretch>
                <a:fillRect/>
              </a:stretch>
            </p:blipFill>
            <p:spPr>
              <a:xfrm>
                <a:off x="5817360" y="955320"/>
                <a:ext cx="114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0" name="Ink 109">
                <a:extLst>
                  <a:ext uri="{FF2B5EF4-FFF2-40B4-BE49-F238E27FC236}">
                    <a16:creationId xmlns:a16="http://schemas.microsoft.com/office/drawing/2014/main" id="{00BB1172-4332-4123-7459-459E47233A5E}"/>
                  </a:ext>
                </a:extLst>
              </p14:cNvPr>
              <p14:cNvContentPartPr/>
              <p14:nvPr/>
            </p14:nvContentPartPr>
            <p14:xfrm>
              <a:off x="6089160" y="857400"/>
              <a:ext cx="21600" cy="148320"/>
            </p14:xfrm>
          </p:contentPart>
        </mc:Choice>
        <mc:Fallback xmlns="">
          <p:pic>
            <p:nvPicPr>
              <p:cNvPr id="110" name="Ink 109">
                <a:extLst>
                  <a:ext uri="{FF2B5EF4-FFF2-40B4-BE49-F238E27FC236}">
                    <a16:creationId xmlns:a16="http://schemas.microsoft.com/office/drawing/2014/main" id="{00BB1172-4332-4123-7459-459E47233A5E}"/>
                  </a:ext>
                </a:extLst>
              </p:cNvPr>
              <p:cNvPicPr/>
              <p:nvPr/>
            </p:nvPicPr>
            <p:blipFill>
              <a:blip r:embed="rId206"/>
              <a:stretch>
                <a:fillRect/>
              </a:stretch>
            </p:blipFill>
            <p:spPr>
              <a:xfrm>
                <a:off x="6084840" y="853080"/>
                <a:ext cx="30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11" name="Ink 110">
                <a:extLst>
                  <a:ext uri="{FF2B5EF4-FFF2-40B4-BE49-F238E27FC236}">
                    <a16:creationId xmlns:a16="http://schemas.microsoft.com/office/drawing/2014/main" id="{5FD30654-CFC9-4886-4A7B-D5D6EC5E172A}"/>
                  </a:ext>
                </a:extLst>
              </p14:cNvPr>
              <p14:cNvContentPartPr/>
              <p14:nvPr/>
            </p14:nvContentPartPr>
            <p14:xfrm>
              <a:off x="6031200" y="950280"/>
              <a:ext cx="181440" cy="15120"/>
            </p14:xfrm>
          </p:contentPart>
        </mc:Choice>
        <mc:Fallback xmlns="">
          <p:pic>
            <p:nvPicPr>
              <p:cNvPr id="111" name="Ink 110">
                <a:extLst>
                  <a:ext uri="{FF2B5EF4-FFF2-40B4-BE49-F238E27FC236}">
                    <a16:creationId xmlns:a16="http://schemas.microsoft.com/office/drawing/2014/main" id="{5FD30654-CFC9-4886-4A7B-D5D6EC5E172A}"/>
                  </a:ext>
                </a:extLst>
              </p:cNvPr>
              <p:cNvPicPr/>
              <p:nvPr/>
            </p:nvPicPr>
            <p:blipFill>
              <a:blip r:embed="rId208"/>
              <a:stretch>
                <a:fillRect/>
              </a:stretch>
            </p:blipFill>
            <p:spPr>
              <a:xfrm>
                <a:off x="6026880" y="945960"/>
                <a:ext cx="19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2" name="Ink 111">
                <a:extLst>
                  <a:ext uri="{FF2B5EF4-FFF2-40B4-BE49-F238E27FC236}">
                    <a16:creationId xmlns:a16="http://schemas.microsoft.com/office/drawing/2014/main" id="{74EA66EC-6B6C-35EC-1D88-09AF56791E4A}"/>
                  </a:ext>
                </a:extLst>
              </p14:cNvPr>
              <p14:cNvContentPartPr/>
              <p14:nvPr/>
            </p14:nvContentPartPr>
            <p14:xfrm>
              <a:off x="6295080" y="755160"/>
              <a:ext cx="246240" cy="546840"/>
            </p14:xfrm>
          </p:contentPart>
        </mc:Choice>
        <mc:Fallback xmlns="">
          <p:pic>
            <p:nvPicPr>
              <p:cNvPr id="112" name="Ink 111">
                <a:extLst>
                  <a:ext uri="{FF2B5EF4-FFF2-40B4-BE49-F238E27FC236}">
                    <a16:creationId xmlns:a16="http://schemas.microsoft.com/office/drawing/2014/main" id="{74EA66EC-6B6C-35EC-1D88-09AF56791E4A}"/>
                  </a:ext>
                </a:extLst>
              </p:cNvPr>
              <p:cNvPicPr/>
              <p:nvPr/>
            </p:nvPicPr>
            <p:blipFill>
              <a:blip r:embed="rId210"/>
              <a:stretch>
                <a:fillRect/>
              </a:stretch>
            </p:blipFill>
            <p:spPr>
              <a:xfrm>
                <a:off x="6290760" y="750840"/>
                <a:ext cx="25488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6" name="Ink 115">
                <a:extLst>
                  <a:ext uri="{FF2B5EF4-FFF2-40B4-BE49-F238E27FC236}">
                    <a16:creationId xmlns:a16="http://schemas.microsoft.com/office/drawing/2014/main" id="{D4525032-5F0A-F93F-9CD1-AD23DD787EEF}"/>
                  </a:ext>
                </a:extLst>
              </p14:cNvPr>
              <p14:cNvContentPartPr/>
              <p14:nvPr/>
            </p14:nvContentPartPr>
            <p14:xfrm>
              <a:off x="6013920" y="1405680"/>
              <a:ext cx="61920" cy="49320"/>
            </p14:xfrm>
          </p:contentPart>
        </mc:Choice>
        <mc:Fallback xmlns="">
          <p:pic>
            <p:nvPicPr>
              <p:cNvPr id="116" name="Ink 115">
                <a:extLst>
                  <a:ext uri="{FF2B5EF4-FFF2-40B4-BE49-F238E27FC236}">
                    <a16:creationId xmlns:a16="http://schemas.microsoft.com/office/drawing/2014/main" id="{D4525032-5F0A-F93F-9CD1-AD23DD787EEF}"/>
                  </a:ext>
                </a:extLst>
              </p:cNvPr>
              <p:cNvPicPr/>
              <p:nvPr/>
            </p:nvPicPr>
            <p:blipFill>
              <a:blip r:embed="rId212"/>
              <a:stretch>
                <a:fillRect/>
              </a:stretch>
            </p:blipFill>
            <p:spPr>
              <a:xfrm>
                <a:off x="6009600" y="1401360"/>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17" name="Ink 116">
                <a:extLst>
                  <a:ext uri="{FF2B5EF4-FFF2-40B4-BE49-F238E27FC236}">
                    <a16:creationId xmlns:a16="http://schemas.microsoft.com/office/drawing/2014/main" id="{6E694BA9-C240-3DC8-D685-63FEB3F760FA}"/>
                  </a:ext>
                </a:extLst>
              </p14:cNvPr>
              <p14:cNvContentPartPr/>
              <p14:nvPr/>
            </p14:nvContentPartPr>
            <p14:xfrm>
              <a:off x="5986920" y="1583160"/>
              <a:ext cx="72000" cy="196200"/>
            </p14:xfrm>
          </p:contentPart>
        </mc:Choice>
        <mc:Fallback xmlns="">
          <p:pic>
            <p:nvPicPr>
              <p:cNvPr id="117" name="Ink 116">
                <a:extLst>
                  <a:ext uri="{FF2B5EF4-FFF2-40B4-BE49-F238E27FC236}">
                    <a16:creationId xmlns:a16="http://schemas.microsoft.com/office/drawing/2014/main" id="{6E694BA9-C240-3DC8-D685-63FEB3F760FA}"/>
                  </a:ext>
                </a:extLst>
              </p:cNvPr>
              <p:cNvPicPr/>
              <p:nvPr/>
            </p:nvPicPr>
            <p:blipFill>
              <a:blip r:embed="rId214"/>
              <a:stretch>
                <a:fillRect/>
              </a:stretch>
            </p:blipFill>
            <p:spPr>
              <a:xfrm>
                <a:off x="5982600" y="1578840"/>
                <a:ext cx="80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18" name="Ink 117">
                <a:extLst>
                  <a:ext uri="{FF2B5EF4-FFF2-40B4-BE49-F238E27FC236}">
                    <a16:creationId xmlns:a16="http://schemas.microsoft.com/office/drawing/2014/main" id="{24172B17-E599-87EB-6BFC-FD94ACF9DB88}"/>
                  </a:ext>
                </a:extLst>
              </p14:cNvPr>
              <p14:cNvContentPartPr/>
              <p14:nvPr/>
            </p14:nvContentPartPr>
            <p14:xfrm>
              <a:off x="3873360" y="4718760"/>
              <a:ext cx="90720" cy="25560"/>
            </p14:xfrm>
          </p:contentPart>
        </mc:Choice>
        <mc:Fallback xmlns="">
          <p:pic>
            <p:nvPicPr>
              <p:cNvPr id="118" name="Ink 117">
                <a:extLst>
                  <a:ext uri="{FF2B5EF4-FFF2-40B4-BE49-F238E27FC236}">
                    <a16:creationId xmlns:a16="http://schemas.microsoft.com/office/drawing/2014/main" id="{24172B17-E599-87EB-6BFC-FD94ACF9DB88}"/>
                  </a:ext>
                </a:extLst>
              </p:cNvPr>
              <p:cNvPicPr/>
              <p:nvPr/>
            </p:nvPicPr>
            <p:blipFill>
              <a:blip r:embed="rId216"/>
              <a:stretch>
                <a:fillRect/>
              </a:stretch>
            </p:blipFill>
            <p:spPr>
              <a:xfrm>
                <a:off x="3869040" y="4714440"/>
                <a:ext cx="993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19" name="Ink 118">
                <a:extLst>
                  <a:ext uri="{FF2B5EF4-FFF2-40B4-BE49-F238E27FC236}">
                    <a16:creationId xmlns:a16="http://schemas.microsoft.com/office/drawing/2014/main" id="{350375CE-FF8D-C10C-89F4-A5E63AA3D130}"/>
                  </a:ext>
                </a:extLst>
              </p14:cNvPr>
              <p14:cNvContentPartPr/>
              <p14:nvPr/>
            </p14:nvContentPartPr>
            <p14:xfrm>
              <a:off x="3166864" y="4396870"/>
              <a:ext cx="281520" cy="518400"/>
            </p14:xfrm>
          </p:contentPart>
        </mc:Choice>
        <mc:Fallback xmlns="">
          <p:pic>
            <p:nvPicPr>
              <p:cNvPr id="119" name="Ink 118">
                <a:extLst>
                  <a:ext uri="{FF2B5EF4-FFF2-40B4-BE49-F238E27FC236}">
                    <a16:creationId xmlns:a16="http://schemas.microsoft.com/office/drawing/2014/main" id="{350375CE-FF8D-C10C-89F4-A5E63AA3D130}"/>
                  </a:ext>
                </a:extLst>
              </p:cNvPr>
              <p:cNvPicPr/>
              <p:nvPr/>
            </p:nvPicPr>
            <p:blipFill>
              <a:blip r:embed="rId4"/>
              <a:stretch>
                <a:fillRect/>
              </a:stretch>
            </p:blipFill>
            <p:spPr>
              <a:xfrm>
                <a:off x="3162544" y="4392550"/>
                <a:ext cx="29016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0" name="Ink 119">
                <a:extLst>
                  <a:ext uri="{FF2B5EF4-FFF2-40B4-BE49-F238E27FC236}">
                    <a16:creationId xmlns:a16="http://schemas.microsoft.com/office/drawing/2014/main" id="{496A753F-53F0-F0EA-6461-6BFE587473BA}"/>
                  </a:ext>
                </a:extLst>
              </p14:cNvPr>
              <p14:cNvContentPartPr/>
              <p14:nvPr/>
            </p14:nvContentPartPr>
            <p14:xfrm>
              <a:off x="3509944" y="4396150"/>
              <a:ext cx="259560" cy="294480"/>
            </p14:xfrm>
          </p:contentPart>
        </mc:Choice>
        <mc:Fallback xmlns="">
          <p:pic>
            <p:nvPicPr>
              <p:cNvPr id="120" name="Ink 119">
                <a:extLst>
                  <a:ext uri="{FF2B5EF4-FFF2-40B4-BE49-F238E27FC236}">
                    <a16:creationId xmlns:a16="http://schemas.microsoft.com/office/drawing/2014/main" id="{496A753F-53F0-F0EA-6461-6BFE587473BA}"/>
                  </a:ext>
                </a:extLst>
              </p:cNvPr>
              <p:cNvPicPr/>
              <p:nvPr/>
            </p:nvPicPr>
            <p:blipFill>
              <a:blip r:embed="rId6"/>
              <a:stretch>
                <a:fillRect/>
              </a:stretch>
            </p:blipFill>
            <p:spPr>
              <a:xfrm>
                <a:off x="3505624" y="4391830"/>
                <a:ext cx="2682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1" name="Ink 120">
                <a:extLst>
                  <a:ext uri="{FF2B5EF4-FFF2-40B4-BE49-F238E27FC236}">
                    <a16:creationId xmlns:a16="http://schemas.microsoft.com/office/drawing/2014/main" id="{D00BA36E-DF42-4955-D8C8-37E4940A9233}"/>
                  </a:ext>
                </a:extLst>
              </p14:cNvPr>
              <p14:cNvContentPartPr/>
              <p14:nvPr/>
            </p14:nvContentPartPr>
            <p14:xfrm>
              <a:off x="3771304" y="4575430"/>
              <a:ext cx="152280" cy="93240"/>
            </p14:xfrm>
          </p:contentPart>
        </mc:Choice>
        <mc:Fallback xmlns="">
          <p:pic>
            <p:nvPicPr>
              <p:cNvPr id="121" name="Ink 120">
                <a:extLst>
                  <a:ext uri="{FF2B5EF4-FFF2-40B4-BE49-F238E27FC236}">
                    <a16:creationId xmlns:a16="http://schemas.microsoft.com/office/drawing/2014/main" id="{D00BA36E-DF42-4955-D8C8-37E4940A9233}"/>
                  </a:ext>
                </a:extLst>
              </p:cNvPr>
              <p:cNvPicPr/>
              <p:nvPr/>
            </p:nvPicPr>
            <p:blipFill>
              <a:blip r:embed="rId8"/>
              <a:stretch>
                <a:fillRect/>
              </a:stretch>
            </p:blipFill>
            <p:spPr>
              <a:xfrm>
                <a:off x="3766984" y="4571110"/>
                <a:ext cx="1609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2" name="Ink 121">
                <a:extLst>
                  <a:ext uri="{FF2B5EF4-FFF2-40B4-BE49-F238E27FC236}">
                    <a16:creationId xmlns:a16="http://schemas.microsoft.com/office/drawing/2014/main" id="{4D4B507D-C0AA-3403-A6B4-80175D3A8429}"/>
                  </a:ext>
                </a:extLst>
              </p14:cNvPr>
              <p14:cNvContentPartPr/>
              <p14:nvPr/>
            </p14:nvContentPartPr>
            <p14:xfrm>
              <a:off x="4011784" y="4365550"/>
              <a:ext cx="104400" cy="272520"/>
            </p14:xfrm>
          </p:contentPart>
        </mc:Choice>
        <mc:Fallback xmlns="">
          <p:pic>
            <p:nvPicPr>
              <p:cNvPr id="122" name="Ink 121">
                <a:extLst>
                  <a:ext uri="{FF2B5EF4-FFF2-40B4-BE49-F238E27FC236}">
                    <a16:creationId xmlns:a16="http://schemas.microsoft.com/office/drawing/2014/main" id="{4D4B507D-C0AA-3403-A6B4-80175D3A8429}"/>
                  </a:ext>
                </a:extLst>
              </p:cNvPr>
              <p:cNvPicPr/>
              <p:nvPr/>
            </p:nvPicPr>
            <p:blipFill>
              <a:blip r:embed="rId10"/>
              <a:stretch>
                <a:fillRect/>
              </a:stretch>
            </p:blipFill>
            <p:spPr>
              <a:xfrm>
                <a:off x="4007464" y="4361230"/>
                <a:ext cx="1130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3" name="Ink 122">
                <a:extLst>
                  <a:ext uri="{FF2B5EF4-FFF2-40B4-BE49-F238E27FC236}">
                    <a16:creationId xmlns:a16="http://schemas.microsoft.com/office/drawing/2014/main" id="{EB5DE859-6BF7-93B6-C367-84B7F6A4E6E7}"/>
                  </a:ext>
                </a:extLst>
              </p14:cNvPr>
              <p14:cNvContentPartPr/>
              <p14:nvPr/>
            </p14:nvContentPartPr>
            <p14:xfrm>
              <a:off x="3950224" y="4523950"/>
              <a:ext cx="343080" cy="142560"/>
            </p14:xfrm>
          </p:contentPart>
        </mc:Choice>
        <mc:Fallback xmlns="">
          <p:pic>
            <p:nvPicPr>
              <p:cNvPr id="123" name="Ink 122">
                <a:extLst>
                  <a:ext uri="{FF2B5EF4-FFF2-40B4-BE49-F238E27FC236}">
                    <a16:creationId xmlns:a16="http://schemas.microsoft.com/office/drawing/2014/main" id="{EB5DE859-6BF7-93B6-C367-84B7F6A4E6E7}"/>
                  </a:ext>
                </a:extLst>
              </p:cNvPr>
              <p:cNvPicPr/>
              <p:nvPr/>
            </p:nvPicPr>
            <p:blipFill>
              <a:blip r:embed="rId12"/>
              <a:stretch>
                <a:fillRect/>
              </a:stretch>
            </p:blipFill>
            <p:spPr>
              <a:xfrm>
                <a:off x="3945904" y="4519630"/>
                <a:ext cx="351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4" name="Ink 123">
                <a:extLst>
                  <a:ext uri="{FF2B5EF4-FFF2-40B4-BE49-F238E27FC236}">
                    <a16:creationId xmlns:a16="http://schemas.microsoft.com/office/drawing/2014/main" id="{733B466A-F3D9-E772-A829-24AF314318B1}"/>
                  </a:ext>
                </a:extLst>
              </p14:cNvPr>
              <p14:cNvContentPartPr/>
              <p14:nvPr/>
            </p14:nvContentPartPr>
            <p14:xfrm>
              <a:off x="4439104" y="4363750"/>
              <a:ext cx="244800" cy="399240"/>
            </p14:xfrm>
          </p:contentPart>
        </mc:Choice>
        <mc:Fallback xmlns="">
          <p:pic>
            <p:nvPicPr>
              <p:cNvPr id="124" name="Ink 123">
                <a:extLst>
                  <a:ext uri="{FF2B5EF4-FFF2-40B4-BE49-F238E27FC236}">
                    <a16:creationId xmlns:a16="http://schemas.microsoft.com/office/drawing/2014/main" id="{733B466A-F3D9-E772-A829-24AF314318B1}"/>
                  </a:ext>
                </a:extLst>
              </p:cNvPr>
              <p:cNvPicPr/>
              <p:nvPr/>
            </p:nvPicPr>
            <p:blipFill>
              <a:blip r:embed="rId14"/>
              <a:stretch>
                <a:fillRect/>
              </a:stretch>
            </p:blipFill>
            <p:spPr>
              <a:xfrm>
                <a:off x="4434784" y="4359430"/>
                <a:ext cx="2534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5" name="Ink 124">
                <a:extLst>
                  <a:ext uri="{FF2B5EF4-FFF2-40B4-BE49-F238E27FC236}">
                    <a16:creationId xmlns:a16="http://schemas.microsoft.com/office/drawing/2014/main" id="{856D78DD-933A-F366-EAB0-5E616120B0BC}"/>
                  </a:ext>
                </a:extLst>
              </p14:cNvPr>
              <p14:cNvContentPartPr/>
              <p14:nvPr/>
            </p14:nvContentPartPr>
            <p14:xfrm>
              <a:off x="4685704" y="4571110"/>
              <a:ext cx="169920" cy="93960"/>
            </p14:xfrm>
          </p:contentPart>
        </mc:Choice>
        <mc:Fallback xmlns="">
          <p:pic>
            <p:nvPicPr>
              <p:cNvPr id="125" name="Ink 124">
                <a:extLst>
                  <a:ext uri="{FF2B5EF4-FFF2-40B4-BE49-F238E27FC236}">
                    <a16:creationId xmlns:a16="http://schemas.microsoft.com/office/drawing/2014/main" id="{856D78DD-933A-F366-EAB0-5E616120B0BC}"/>
                  </a:ext>
                </a:extLst>
              </p:cNvPr>
              <p:cNvPicPr/>
              <p:nvPr/>
            </p:nvPicPr>
            <p:blipFill>
              <a:blip r:embed="rId16"/>
              <a:stretch>
                <a:fillRect/>
              </a:stretch>
            </p:blipFill>
            <p:spPr>
              <a:xfrm>
                <a:off x="4681384" y="4566790"/>
                <a:ext cx="178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6" name="Ink 125">
                <a:extLst>
                  <a:ext uri="{FF2B5EF4-FFF2-40B4-BE49-F238E27FC236}">
                    <a16:creationId xmlns:a16="http://schemas.microsoft.com/office/drawing/2014/main" id="{62095D21-72DF-674B-8256-D6CD91E89AB1}"/>
                  </a:ext>
                </a:extLst>
              </p14:cNvPr>
              <p14:cNvContentPartPr/>
              <p14:nvPr/>
            </p14:nvContentPartPr>
            <p14:xfrm>
              <a:off x="4841584" y="4420270"/>
              <a:ext cx="7920" cy="34920"/>
            </p14:xfrm>
          </p:contentPart>
        </mc:Choice>
        <mc:Fallback xmlns="">
          <p:pic>
            <p:nvPicPr>
              <p:cNvPr id="126" name="Ink 125">
                <a:extLst>
                  <a:ext uri="{FF2B5EF4-FFF2-40B4-BE49-F238E27FC236}">
                    <a16:creationId xmlns:a16="http://schemas.microsoft.com/office/drawing/2014/main" id="{62095D21-72DF-674B-8256-D6CD91E89AB1}"/>
                  </a:ext>
                </a:extLst>
              </p:cNvPr>
              <p:cNvPicPr/>
              <p:nvPr/>
            </p:nvPicPr>
            <p:blipFill>
              <a:blip r:embed="rId18"/>
              <a:stretch>
                <a:fillRect/>
              </a:stretch>
            </p:blipFill>
            <p:spPr>
              <a:xfrm>
                <a:off x="4837264" y="4415950"/>
                <a:ext cx="16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27" name="Ink 126">
                <a:extLst>
                  <a:ext uri="{FF2B5EF4-FFF2-40B4-BE49-F238E27FC236}">
                    <a16:creationId xmlns:a16="http://schemas.microsoft.com/office/drawing/2014/main" id="{FCAC96BB-28A7-DC5F-ACC1-72C1696D4CA9}"/>
                  </a:ext>
                </a:extLst>
              </p14:cNvPr>
              <p14:cNvContentPartPr/>
              <p14:nvPr/>
            </p14:nvContentPartPr>
            <p14:xfrm>
              <a:off x="4872184" y="4328830"/>
              <a:ext cx="216720" cy="330120"/>
            </p14:xfrm>
          </p:contentPart>
        </mc:Choice>
        <mc:Fallback xmlns="">
          <p:pic>
            <p:nvPicPr>
              <p:cNvPr id="127" name="Ink 126">
                <a:extLst>
                  <a:ext uri="{FF2B5EF4-FFF2-40B4-BE49-F238E27FC236}">
                    <a16:creationId xmlns:a16="http://schemas.microsoft.com/office/drawing/2014/main" id="{FCAC96BB-28A7-DC5F-ACC1-72C1696D4CA9}"/>
                  </a:ext>
                </a:extLst>
              </p:cNvPr>
              <p:cNvPicPr/>
              <p:nvPr/>
            </p:nvPicPr>
            <p:blipFill>
              <a:blip r:embed="rId20"/>
              <a:stretch>
                <a:fillRect/>
              </a:stretch>
            </p:blipFill>
            <p:spPr>
              <a:xfrm>
                <a:off x="4867864" y="4324510"/>
                <a:ext cx="225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8" name="Ink 127">
                <a:extLst>
                  <a:ext uri="{FF2B5EF4-FFF2-40B4-BE49-F238E27FC236}">
                    <a16:creationId xmlns:a16="http://schemas.microsoft.com/office/drawing/2014/main" id="{18C829EA-C5D9-1A9D-E2C6-92B0726205A9}"/>
                  </a:ext>
                </a:extLst>
              </p14:cNvPr>
              <p14:cNvContentPartPr/>
              <p14:nvPr/>
            </p14:nvContentPartPr>
            <p14:xfrm>
              <a:off x="5272864" y="4392190"/>
              <a:ext cx="289440" cy="154800"/>
            </p14:xfrm>
          </p:contentPart>
        </mc:Choice>
        <mc:Fallback xmlns="">
          <p:pic>
            <p:nvPicPr>
              <p:cNvPr id="128" name="Ink 127">
                <a:extLst>
                  <a:ext uri="{FF2B5EF4-FFF2-40B4-BE49-F238E27FC236}">
                    <a16:creationId xmlns:a16="http://schemas.microsoft.com/office/drawing/2014/main" id="{18C829EA-C5D9-1A9D-E2C6-92B0726205A9}"/>
                  </a:ext>
                </a:extLst>
              </p:cNvPr>
              <p:cNvPicPr/>
              <p:nvPr/>
            </p:nvPicPr>
            <p:blipFill>
              <a:blip r:embed="rId22"/>
              <a:stretch>
                <a:fillRect/>
              </a:stretch>
            </p:blipFill>
            <p:spPr>
              <a:xfrm>
                <a:off x="5268544" y="4387870"/>
                <a:ext cx="298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9" name="Ink 128">
                <a:extLst>
                  <a:ext uri="{FF2B5EF4-FFF2-40B4-BE49-F238E27FC236}">
                    <a16:creationId xmlns:a16="http://schemas.microsoft.com/office/drawing/2014/main" id="{67C22E51-B3F4-7CEC-7BF5-D778815399EA}"/>
                  </a:ext>
                </a:extLst>
              </p14:cNvPr>
              <p14:cNvContentPartPr/>
              <p14:nvPr/>
            </p14:nvContentPartPr>
            <p14:xfrm>
              <a:off x="5651224" y="4192390"/>
              <a:ext cx="345600" cy="388440"/>
            </p14:xfrm>
          </p:contentPart>
        </mc:Choice>
        <mc:Fallback xmlns="">
          <p:pic>
            <p:nvPicPr>
              <p:cNvPr id="129" name="Ink 128">
                <a:extLst>
                  <a:ext uri="{FF2B5EF4-FFF2-40B4-BE49-F238E27FC236}">
                    <a16:creationId xmlns:a16="http://schemas.microsoft.com/office/drawing/2014/main" id="{67C22E51-B3F4-7CEC-7BF5-D778815399EA}"/>
                  </a:ext>
                </a:extLst>
              </p:cNvPr>
              <p:cNvPicPr/>
              <p:nvPr/>
            </p:nvPicPr>
            <p:blipFill>
              <a:blip r:embed="rId24"/>
              <a:stretch>
                <a:fillRect/>
              </a:stretch>
            </p:blipFill>
            <p:spPr>
              <a:xfrm>
                <a:off x="5646904" y="4188070"/>
                <a:ext cx="354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0" name="Ink 129">
                <a:extLst>
                  <a:ext uri="{FF2B5EF4-FFF2-40B4-BE49-F238E27FC236}">
                    <a16:creationId xmlns:a16="http://schemas.microsoft.com/office/drawing/2014/main" id="{A40E34A6-2E88-2692-6245-DD2C83AA4D99}"/>
                  </a:ext>
                </a:extLst>
              </p14:cNvPr>
              <p14:cNvContentPartPr/>
              <p14:nvPr/>
            </p14:nvContentPartPr>
            <p14:xfrm>
              <a:off x="5952184" y="4474990"/>
              <a:ext cx="152280" cy="120600"/>
            </p14:xfrm>
          </p:contentPart>
        </mc:Choice>
        <mc:Fallback xmlns="">
          <p:pic>
            <p:nvPicPr>
              <p:cNvPr id="130" name="Ink 129">
                <a:extLst>
                  <a:ext uri="{FF2B5EF4-FFF2-40B4-BE49-F238E27FC236}">
                    <a16:creationId xmlns:a16="http://schemas.microsoft.com/office/drawing/2014/main" id="{A40E34A6-2E88-2692-6245-DD2C83AA4D99}"/>
                  </a:ext>
                </a:extLst>
              </p:cNvPr>
              <p:cNvPicPr/>
              <p:nvPr/>
            </p:nvPicPr>
            <p:blipFill>
              <a:blip r:embed="rId26"/>
              <a:stretch>
                <a:fillRect/>
              </a:stretch>
            </p:blipFill>
            <p:spPr>
              <a:xfrm>
                <a:off x="5947864" y="4470670"/>
                <a:ext cx="160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1" name="Ink 130">
                <a:extLst>
                  <a:ext uri="{FF2B5EF4-FFF2-40B4-BE49-F238E27FC236}">
                    <a16:creationId xmlns:a16="http://schemas.microsoft.com/office/drawing/2014/main" id="{4B956BB1-5292-37E2-3FA7-A4F2ACC9861F}"/>
                  </a:ext>
                </a:extLst>
              </p14:cNvPr>
              <p14:cNvContentPartPr/>
              <p14:nvPr/>
            </p14:nvContentPartPr>
            <p14:xfrm>
              <a:off x="6140824" y="4213990"/>
              <a:ext cx="110160" cy="358200"/>
            </p14:xfrm>
          </p:contentPart>
        </mc:Choice>
        <mc:Fallback xmlns="">
          <p:pic>
            <p:nvPicPr>
              <p:cNvPr id="131" name="Ink 130">
                <a:extLst>
                  <a:ext uri="{FF2B5EF4-FFF2-40B4-BE49-F238E27FC236}">
                    <a16:creationId xmlns:a16="http://schemas.microsoft.com/office/drawing/2014/main" id="{4B956BB1-5292-37E2-3FA7-A4F2ACC9861F}"/>
                  </a:ext>
                </a:extLst>
              </p:cNvPr>
              <p:cNvPicPr/>
              <p:nvPr/>
            </p:nvPicPr>
            <p:blipFill>
              <a:blip r:embed="rId28"/>
              <a:stretch>
                <a:fillRect/>
              </a:stretch>
            </p:blipFill>
            <p:spPr>
              <a:xfrm>
                <a:off x="6136504" y="4209670"/>
                <a:ext cx="1188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2" name="Ink 131">
                <a:extLst>
                  <a:ext uri="{FF2B5EF4-FFF2-40B4-BE49-F238E27FC236}">
                    <a16:creationId xmlns:a16="http://schemas.microsoft.com/office/drawing/2014/main" id="{0C982A3B-5C42-C2FC-964D-14FDC100D0DC}"/>
                  </a:ext>
                </a:extLst>
              </p14:cNvPr>
              <p14:cNvContentPartPr/>
              <p14:nvPr/>
            </p14:nvContentPartPr>
            <p14:xfrm>
              <a:off x="6104464" y="4413430"/>
              <a:ext cx="331560" cy="152640"/>
            </p14:xfrm>
          </p:contentPart>
        </mc:Choice>
        <mc:Fallback xmlns="">
          <p:pic>
            <p:nvPicPr>
              <p:cNvPr id="132" name="Ink 131">
                <a:extLst>
                  <a:ext uri="{FF2B5EF4-FFF2-40B4-BE49-F238E27FC236}">
                    <a16:creationId xmlns:a16="http://schemas.microsoft.com/office/drawing/2014/main" id="{0C982A3B-5C42-C2FC-964D-14FDC100D0DC}"/>
                  </a:ext>
                </a:extLst>
              </p:cNvPr>
              <p:cNvPicPr/>
              <p:nvPr/>
            </p:nvPicPr>
            <p:blipFill>
              <a:blip r:embed="rId30"/>
              <a:stretch>
                <a:fillRect/>
              </a:stretch>
            </p:blipFill>
            <p:spPr>
              <a:xfrm>
                <a:off x="6100144" y="4409110"/>
                <a:ext cx="340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3" name="Ink 132">
                <a:extLst>
                  <a:ext uri="{FF2B5EF4-FFF2-40B4-BE49-F238E27FC236}">
                    <a16:creationId xmlns:a16="http://schemas.microsoft.com/office/drawing/2014/main" id="{89055113-3243-0CAA-485C-1D23A64B338A}"/>
                  </a:ext>
                </a:extLst>
              </p14:cNvPr>
              <p14:cNvContentPartPr/>
              <p14:nvPr/>
            </p14:nvContentPartPr>
            <p14:xfrm>
              <a:off x="6487504" y="4315510"/>
              <a:ext cx="234720" cy="431640"/>
            </p14:xfrm>
          </p:contentPart>
        </mc:Choice>
        <mc:Fallback xmlns="">
          <p:pic>
            <p:nvPicPr>
              <p:cNvPr id="133" name="Ink 132">
                <a:extLst>
                  <a:ext uri="{FF2B5EF4-FFF2-40B4-BE49-F238E27FC236}">
                    <a16:creationId xmlns:a16="http://schemas.microsoft.com/office/drawing/2014/main" id="{89055113-3243-0CAA-485C-1D23A64B338A}"/>
                  </a:ext>
                </a:extLst>
              </p:cNvPr>
              <p:cNvPicPr/>
              <p:nvPr/>
            </p:nvPicPr>
            <p:blipFill>
              <a:blip r:embed="rId32"/>
              <a:stretch>
                <a:fillRect/>
              </a:stretch>
            </p:blipFill>
            <p:spPr>
              <a:xfrm>
                <a:off x="6483184" y="4311190"/>
                <a:ext cx="2433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4" name="Ink 133">
                <a:extLst>
                  <a:ext uri="{FF2B5EF4-FFF2-40B4-BE49-F238E27FC236}">
                    <a16:creationId xmlns:a16="http://schemas.microsoft.com/office/drawing/2014/main" id="{5C924FE7-1A49-3CF4-2A3F-D322D071FF9B}"/>
                  </a:ext>
                </a:extLst>
              </p14:cNvPr>
              <p14:cNvContentPartPr/>
              <p14:nvPr/>
            </p14:nvContentPartPr>
            <p14:xfrm>
              <a:off x="6700984" y="4545910"/>
              <a:ext cx="133200" cy="72000"/>
            </p14:xfrm>
          </p:contentPart>
        </mc:Choice>
        <mc:Fallback xmlns="">
          <p:pic>
            <p:nvPicPr>
              <p:cNvPr id="134" name="Ink 133">
                <a:extLst>
                  <a:ext uri="{FF2B5EF4-FFF2-40B4-BE49-F238E27FC236}">
                    <a16:creationId xmlns:a16="http://schemas.microsoft.com/office/drawing/2014/main" id="{5C924FE7-1A49-3CF4-2A3F-D322D071FF9B}"/>
                  </a:ext>
                </a:extLst>
              </p:cNvPr>
              <p:cNvPicPr/>
              <p:nvPr/>
            </p:nvPicPr>
            <p:blipFill>
              <a:blip r:embed="rId34"/>
              <a:stretch>
                <a:fillRect/>
              </a:stretch>
            </p:blipFill>
            <p:spPr>
              <a:xfrm>
                <a:off x="6696664" y="4541590"/>
                <a:ext cx="141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5" name="Ink 134">
                <a:extLst>
                  <a:ext uri="{FF2B5EF4-FFF2-40B4-BE49-F238E27FC236}">
                    <a16:creationId xmlns:a16="http://schemas.microsoft.com/office/drawing/2014/main" id="{8F086D2F-644C-0F85-E347-6B74C6940157}"/>
                  </a:ext>
                </a:extLst>
              </p14:cNvPr>
              <p14:cNvContentPartPr/>
              <p14:nvPr/>
            </p14:nvContentPartPr>
            <p14:xfrm>
              <a:off x="6739504" y="4467790"/>
              <a:ext cx="37080" cy="15840"/>
            </p14:xfrm>
          </p:contentPart>
        </mc:Choice>
        <mc:Fallback xmlns="">
          <p:pic>
            <p:nvPicPr>
              <p:cNvPr id="135" name="Ink 134">
                <a:extLst>
                  <a:ext uri="{FF2B5EF4-FFF2-40B4-BE49-F238E27FC236}">
                    <a16:creationId xmlns:a16="http://schemas.microsoft.com/office/drawing/2014/main" id="{8F086D2F-644C-0F85-E347-6B74C6940157}"/>
                  </a:ext>
                </a:extLst>
              </p:cNvPr>
              <p:cNvPicPr/>
              <p:nvPr/>
            </p:nvPicPr>
            <p:blipFill>
              <a:blip r:embed="rId36"/>
              <a:stretch>
                <a:fillRect/>
              </a:stretch>
            </p:blipFill>
            <p:spPr>
              <a:xfrm>
                <a:off x="6735184" y="4463470"/>
                <a:ext cx="45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6" name="Ink 135">
                <a:extLst>
                  <a:ext uri="{FF2B5EF4-FFF2-40B4-BE49-F238E27FC236}">
                    <a16:creationId xmlns:a16="http://schemas.microsoft.com/office/drawing/2014/main" id="{D5B62C09-C67E-5508-C254-543F62006CCD}"/>
                  </a:ext>
                </a:extLst>
              </p14:cNvPr>
              <p14:cNvContentPartPr/>
              <p14:nvPr/>
            </p14:nvContentPartPr>
            <p14:xfrm>
              <a:off x="6837784" y="4486870"/>
              <a:ext cx="113760" cy="116640"/>
            </p14:xfrm>
          </p:contentPart>
        </mc:Choice>
        <mc:Fallback xmlns="">
          <p:pic>
            <p:nvPicPr>
              <p:cNvPr id="136" name="Ink 135">
                <a:extLst>
                  <a:ext uri="{FF2B5EF4-FFF2-40B4-BE49-F238E27FC236}">
                    <a16:creationId xmlns:a16="http://schemas.microsoft.com/office/drawing/2014/main" id="{D5B62C09-C67E-5508-C254-543F62006CCD}"/>
                  </a:ext>
                </a:extLst>
              </p:cNvPr>
              <p:cNvPicPr/>
              <p:nvPr/>
            </p:nvPicPr>
            <p:blipFill>
              <a:blip r:embed="rId38"/>
              <a:stretch>
                <a:fillRect/>
              </a:stretch>
            </p:blipFill>
            <p:spPr>
              <a:xfrm>
                <a:off x="6833464" y="4482550"/>
                <a:ext cx="122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7" name="Ink 136">
                <a:extLst>
                  <a:ext uri="{FF2B5EF4-FFF2-40B4-BE49-F238E27FC236}">
                    <a16:creationId xmlns:a16="http://schemas.microsoft.com/office/drawing/2014/main" id="{B9DE2996-3490-1B99-02B1-05E61A918AA7}"/>
                  </a:ext>
                </a:extLst>
              </p14:cNvPr>
              <p14:cNvContentPartPr/>
              <p14:nvPr/>
            </p14:nvContentPartPr>
            <p14:xfrm>
              <a:off x="7060984" y="4400470"/>
              <a:ext cx="360" cy="116280"/>
            </p14:xfrm>
          </p:contentPart>
        </mc:Choice>
        <mc:Fallback xmlns="">
          <p:pic>
            <p:nvPicPr>
              <p:cNvPr id="137" name="Ink 136">
                <a:extLst>
                  <a:ext uri="{FF2B5EF4-FFF2-40B4-BE49-F238E27FC236}">
                    <a16:creationId xmlns:a16="http://schemas.microsoft.com/office/drawing/2014/main" id="{B9DE2996-3490-1B99-02B1-05E61A918AA7}"/>
                  </a:ext>
                </a:extLst>
              </p:cNvPr>
              <p:cNvPicPr/>
              <p:nvPr/>
            </p:nvPicPr>
            <p:blipFill>
              <a:blip r:embed="rId40"/>
              <a:stretch>
                <a:fillRect/>
              </a:stretch>
            </p:blipFill>
            <p:spPr>
              <a:xfrm>
                <a:off x="7056664" y="4396150"/>
                <a:ext cx="9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8" name="Ink 137">
                <a:extLst>
                  <a:ext uri="{FF2B5EF4-FFF2-40B4-BE49-F238E27FC236}">
                    <a16:creationId xmlns:a16="http://schemas.microsoft.com/office/drawing/2014/main" id="{E755C6B0-A375-F8B5-4F71-E294ABC12BC1}"/>
                  </a:ext>
                </a:extLst>
              </p14:cNvPr>
              <p14:cNvContentPartPr/>
              <p14:nvPr/>
            </p14:nvContentPartPr>
            <p14:xfrm>
              <a:off x="7060984" y="4213990"/>
              <a:ext cx="239040" cy="379800"/>
            </p14:xfrm>
          </p:contentPart>
        </mc:Choice>
        <mc:Fallback xmlns="">
          <p:pic>
            <p:nvPicPr>
              <p:cNvPr id="138" name="Ink 137">
                <a:extLst>
                  <a:ext uri="{FF2B5EF4-FFF2-40B4-BE49-F238E27FC236}">
                    <a16:creationId xmlns:a16="http://schemas.microsoft.com/office/drawing/2014/main" id="{E755C6B0-A375-F8B5-4F71-E294ABC12BC1}"/>
                  </a:ext>
                </a:extLst>
              </p:cNvPr>
              <p:cNvPicPr/>
              <p:nvPr/>
            </p:nvPicPr>
            <p:blipFill>
              <a:blip r:embed="rId42"/>
              <a:stretch>
                <a:fillRect/>
              </a:stretch>
            </p:blipFill>
            <p:spPr>
              <a:xfrm>
                <a:off x="7056664" y="4209670"/>
                <a:ext cx="2476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9" name="Ink 138">
                <a:extLst>
                  <a:ext uri="{FF2B5EF4-FFF2-40B4-BE49-F238E27FC236}">
                    <a16:creationId xmlns:a16="http://schemas.microsoft.com/office/drawing/2014/main" id="{51F19EF1-D427-9F03-2426-442272C45F39}"/>
                  </a:ext>
                </a:extLst>
              </p14:cNvPr>
              <p14:cNvContentPartPr/>
              <p14:nvPr/>
            </p14:nvContentPartPr>
            <p14:xfrm>
              <a:off x="7338184" y="4077190"/>
              <a:ext cx="219960" cy="716760"/>
            </p14:xfrm>
          </p:contentPart>
        </mc:Choice>
        <mc:Fallback xmlns="">
          <p:pic>
            <p:nvPicPr>
              <p:cNvPr id="139" name="Ink 138">
                <a:extLst>
                  <a:ext uri="{FF2B5EF4-FFF2-40B4-BE49-F238E27FC236}">
                    <a16:creationId xmlns:a16="http://schemas.microsoft.com/office/drawing/2014/main" id="{51F19EF1-D427-9F03-2426-442272C45F39}"/>
                  </a:ext>
                </a:extLst>
              </p:cNvPr>
              <p:cNvPicPr/>
              <p:nvPr/>
            </p:nvPicPr>
            <p:blipFill>
              <a:blip r:embed="rId44"/>
              <a:stretch>
                <a:fillRect/>
              </a:stretch>
            </p:blipFill>
            <p:spPr>
              <a:xfrm>
                <a:off x="7333864" y="4072870"/>
                <a:ext cx="228600" cy="7254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0" name="Ink 139">
                <a:extLst>
                  <a:ext uri="{FF2B5EF4-FFF2-40B4-BE49-F238E27FC236}">
                    <a16:creationId xmlns:a16="http://schemas.microsoft.com/office/drawing/2014/main" id="{BBDB10B8-8440-BFD4-7E34-B5FC9B166634}"/>
                  </a:ext>
                </a:extLst>
              </p14:cNvPr>
              <p14:cNvContentPartPr/>
              <p14:nvPr/>
            </p14:nvContentPartPr>
            <p14:xfrm>
              <a:off x="3295744" y="5232070"/>
              <a:ext cx="166320" cy="195120"/>
            </p14:xfrm>
          </p:contentPart>
        </mc:Choice>
        <mc:Fallback xmlns="">
          <p:pic>
            <p:nvPicPr>
              <p:cNvPr id="140" name="Ink 139">
                <a:extLst>
                  <a:ext uri="{FF2B5EF4-FFF2-40B4-BE49-F238E27FC236}">
                    <a16:creationId xmlns:a16="http://schemas.microsoft.com/office/drawing/2014/main" id="{BBDB10B8-8440-BFD4-7E34-B5FC9B166634}"/>
                  </a:ext>
                </a:extLst>
              </p:cNvPr>
              <p:cNvPicPr/>
              <p:nvPr/>
            </p:nvPicPr>
            <p:blipFill>
              <a:blip r:embed="rId46"/>
              <a:stretch>
                <a:fillRect/>
              </a:stretch>
            </p:blipFill>
            <p:spPr>
              <a:xfrm>
                <a:off x="3291424" y="5227750"/>
                <a:ext cx="174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1" name="Ink 140">
                <a:extLst>
                  <a:ext uri="{FF2B5EF4-FFF2-40B4-BE49-F238E27FC236}">
                    <a16:creationId xmlns:a16="http://schemas.microsoft.com/office/drawing/2014/main" id="{6567A717-52D9-5360-ED82-A4D558BF980E}"/>
                  </a:ext>
                </a:extLst>
              </p14:cNvPr>
              <p14:cNvContentPartPr/>
              <p14:nvPr/>
            </p14:nvContentPartPr>
            <p14:xfrm>
              <a:off x="3529744" y="5218390"/>
              <a:ext cx="315000" cy="168120"/>
            </p14:xfrm>
          </p:contentPart>
        </mc:Choice>
        <mc:Fallback xmlns="">
          <p:pic>
            <p:nvPicPr>
              <p:cNvPr id="141" name="Ink 140">
                <a:extLst>
                  <a:ext uri="{FF2B5EF4-FFF2-40B4-BE49-F238E27FC236}">
                    <a16:creationId xmlns:a16="http://schemas.microsoft.com/office/drawing/2014/main" id="{6567A717-52D9-5360-ED82-A4D558BF980E}"/>
                  </a:ext>
                </a:extLst>
              </p:cNvPr>
              <p:cNvPicPr/>
              <p:nvPr/>
            </p:nvPicPr>
            <p:blipFill>
              <a:blip r:embed="rId48"/>
              <a:stretch>
                <a:fillRect/>
              </a:stretch>
            </p:blipFill>
            <p:spPr>
              <a:xfrm>
                <a:off x="3525424" y="5214070"/>
                <a:ext cx="323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2" name="Ink 141">
                <a:extLst>
                  <a:ext uri="{FF2B5EF4-FFF2-40B4-BE49-F238E27FC236}">
                    <a16:creationId xmlns:a16="http://schemas.microsoft.com/office/drawing/2014/main" id="{B63657A0-7928-E310-870D-D840F3F45659}"/>
                  </a:ext>
                </a:extLst>
              </p14:cNvPr>
              <p14:cNvContentPartPr/>
              <p14:nvPr/>
            </p14:nvContentPartPr>
            <p14:xfrm>
              <a:off x="3957784" y="5220550"/>
              <a:ext cx="123840" cy="104400"/>
            </p14:xfrm>
          </p:contentPart>
        </mc:Choice>
        <mc:Fallback xmlns="">
          <p:pic>
            <p:nvPicPr>
              <p:cNvPr id="142" name="Ink 141">
                <a:extLst>
                  <a:ext uri="{FF2B5EF4-FFF2-40B4-BE49-F238E27FC236}">
                    <a16:creationId xmlns:a16="http://schemas.microsoft.com/office/drawing/2014/main" id="{B63657A0-7928-E310-870D-D840F3F45659}"/>
                  </a:ext>
                </a:extLst>
              </p:cNvPr>
              <p:cNvPicPr/>
              <p:nvPr/>
            </p:nvPicPr>
            <p:blipFill>
              <a:blip r:embed="rId50"/>
              <a:stretch>
                <a:fillRect/>
              </a:stretch>
            </p:blipFill>
            <p:spPr>
              <a:xfrm>
                <a:off x="3953464" y="5216230"/>
                <a:ext cx="132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3" name="Ink 142">
                <a:extLst>
                  <a:ext uri="{FF2B5EF4-FFF2-40B4-BE49-F238E27FC236}">
                    <a16:creationId xmlns:a16="http://schemas.microsoft.com/office/drawing/2014/main" id="{5D227735-2BD7-5BFC-61C8-9E3FCAE9C878}"/>
                  </a:ext>
                </a:extLst>
              </p14:cNvPr>
              <p14:cNvContentPartPr/>
              <p14:nvPr/>
            </p14:nvContentPartPr>
            <p14:xfrm>
              <a:off x="4169824" y="5313430"/>
              <a:ext cx="43200" cy="293400"/>
            </p14:xfrm>
          </p:contentPart>
        </mc:Choice>
        <mc:Fallback xmlns="">
          <p:pic>
            <p:nvPicPr>
              <p:cNvPr id="143" name="Ink 142">
                <a:extLst>
                  <a:ext uri="{FF2B5EF4-FFF2-40B4-BE49-F238E27FC236}">
                    <a16:creationId xmlns:a16="http://schemas.microsoft.com/office/drawing/2014/main" id="{5D227735-2BD7-5BFC-61C8-9E3FCAE9C878}"/>
                  </a:ext>
                </a:extLst>
              </p:cNvPr>
              <p:cNvPicPr/>
              <p:nvPr/>
            </p:nvPicPr>
            <p:blipFill>
              <a:blip r:embed="rId52"/>
              <a:stretch>
                <a:fillRect/>
              </a:stretch>
            </p:blipFill>
            <p:spPr>
              <a:xfrm>
                <a:off x="4165504" y="5309110"/>
                <a:ext cx="518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4" name="Ink 143">
                <a:extLst>
                  <a:ext uri="{FF2B5EF4-FFF2-40B4-BE49-F238E27FC236}">
                    <a16:creationId xmlns:a16="http://schemas.microsoft.com/office/drawing/2014/main" id="{1EBC069F-2176-52FD-3296-3821FA1BDAC2}"/>
                  </a:ext>
                </a:extLst>
              </p14:cNvPr>
              <p14:cNvContentPartPr/>
              <p14:nvPr/>
            </p14:nvContentPartPr>
            <p14:xfrm>
              <a:off x="4211944" y="5283190"/>
              <a:ext cx="140040" cy="76320"/>
            </p14:xfrm>
          </p:contentPart>
        </mc:Choice>
        <mc:Fallback xmlns="">
          <p:pic>
            <p:nvPicPr>
              <p:cNvPr id="144" name="Ink 143">
                <a:extLst>
                  <a:ext uri="{FF2B5EF4-FFF2-40B4-BE49-F238E27FC236}">
                    <a16:creationId xmlns:a16="http://schemas.microsoft.com/office/drawing/2014/main" id="{1EBC069F-2176-52FD-3296-3821FA1BDAC2}"/>
                  </a:ext>
                </a:extLst>
              </p:cNvPr>
              <p:cNvPicPr/>
              <p:nvPr/>
            </p:nvPicPr>
            <p:blipFill>
              <a:blip r:embed="rId54"/>
              <a:stretch>
                <a:fillRect/>
              </a:stretch>
            </p:blipFill>
            <p:spPr>
              <a:xfrm>
                <a:off x="4207624" y="5278870"/>
                <a:ext cx="1486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5" name="Ink 144">
                <a:extLst>
                  <a:ext uri="{FF2B5EF4-FFF2-40B4-BE49-F238E27FC236}">
                    <a16:creationId xmlns:a16="http://schemas.microsoft.com/office/drawing/2014/main" id="{B409BC90-D429-5AD5-7CF2-AAF57D435205}"/>
                  </a:ext>
                </a:extLst>
              </p14:cNvPr>
              <p14:cNvContentPartPr/>
              <p14:nvPr/>
            </p14:nvContentPartPr>
            <p14:xfrm>
              <a:off x="4524064" y="4979710"/>
              <a:ext cx="229320" cy="466200"/>
            </p14:xfrm>
          </p:contentPart>
        </mc:Choice>
        <mc:Fallback xmlns="">
          <p:pic>
            <p:nvPicPr>
              <p:cNvPr id="145" name="Ink 144">
                <a:extLst>
                  <a:ext uri="{FF2B5EF4-FFF2-40B4-BE49-F238E27FC236}">
                    <a16:creationId xmlns:a16="http://schemas.microsoft.com/office/drawing/2014/main" id="{B409BC90-D429-5AD5-7CF2-AAF57D435205}"/>
                  </a:ext>
                </a:extLst>
              </p:cNvPr>
              <p:cNvPicPr/>
              <p:nvPr/>
            </p:nvPicPr>
            <p:blipFill>
              <a:blip r:embed="rId56"/>
              <a:stretch>
                <a:fillRect/>
              </a:stretch>
            </p:blipFill>
            <p:spPr>
              <a:xfrm>
                <a:off x="4519744" y="4975390"/>
                <a:ext cx="237960" cy="4748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6" name="Ink 145">
                <a:extLst>
                  <a:ext uri="{FF2B5EF4-FFF2-40B4-BE49-F238E27FC236}">
                    <a16:creationId xmlns:a16="http://schemas.microsoft.com/office/drawing/2014/main" id="{F177F34B-26DD-75AC-21D0-5C8A6AB94107}"/>
                  </a:ext>
                </a:extLst>
              </p14:cNvPr>
              <p14:cNvContentPartPr/>
              <p14:nvPr/>
            </p14:nvContentPartPr>
            <p14:xfrm>
              <a:off x="4760584" y="4995550"/>
              <a:ext cx="206280" cy="343440"/>
            </p14:xfrm>
          </p:contentPart>
        </mc:Choice>
        <mc:Fallback xmlns="">
          <p:pic>
            <p:nvPicPr>
              <p:cNvPr id="146" name="Ink 145">
                <a:extLst>
                  <a:ext uri="{FF2B5EF4-FFF2-40B4-BE49-F238E27FC236}">
                    <a16:creationId xmlns:a16="http://schemas.microsoft.com/office/drawing/2014/main" id="{F177F34B-26DD-75AC-21D0-5C8A6AB94107}"/>
                  </a:ext>
                </a:extLst>
              </p:cNvPr>
              <p:cNvPicPr/>
              <p:nvPr/>
            </p:nvPicPr>
            <p:blipFill>
              <a:blip r:embed="rId58"/>
              <a:stretch>
                <a:fillRect/>
              </a:stretch>
            </p:blipFill>
            <p:spPr>
              <a:xfrm>
                <a:off x="4756264" y="4991230"/>
                <a:ext cx="2149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7" name="Ink 146">
                <a:extLst>
                  <a:ext uri="{FF2B5EF4-FFF2-40B4-BE49-F238E27FC236}">
                    <a16:creationId xmlns:a16="http://schemas.microsoft.com/office/drawing/2014/main" id="{452FD6F5-1E75-A271-4090-C7EE640B2288}"/>
                  </a:ext>
                </a:extLst>
              </p14:cNvPr>
              <p14:cNvContentPartPr/>
              <p14:nvPr/>
            </p14:nvContentPartPr>
            <p14:xfrm>
              <a:off x="5051104" y="5217310"/>
              <a:ext cx="179640" cy="87120"/>
            </p14:xfrm>
          </p:contentPart>
        </mc:Choice>
        <mc:Fallback xmlns="">
          <p:pic>
            <p:nvPicPr>
              <p:cNvPr id="147" name="Ink 146">
                <a:extLst>
                  <a:ext uri="{FF2B5EF4-FFF2-40B4-BE49-F238E27FC236}">
                    <a16:creationId xmlns:a16="http://schemas.microsoft.com/office/drawing/2014/main" id="{452FD6F5-1E75-A271-4090-C7EE640B2288}"/>
                  </a:ext>
                </a:extLst>
              </p:cNvPr>
              <p:cNvPicPr/>
              <p:nvPr/>
            </p:nvPicPr>
            <p:blipFill>
              <a:blip r:embed="rId60"/>
              <a:stretch>
                <a:fillRect/>
              </a:stretch>
            </p:blipFill>
            <p:spPr>
              <a:xfrm>
                <a:off x="5046784" y="5212990"/>
                <a:ext cx="1882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4D4C7D89-8F32-C9DA-9D91-C70ECC4DBD70}"/>
                  </a:ext>
                </a:extLst>
              </p14:cNvPr>
              <p14:cNvContentPartPr/>
              <p14:nvPr/>
            </p14:nvContentPartPr>
            <p14:xfrm>
              <a:off x="5247664" y="4996990"/>
              <a:ext cx="66240" cy="362880"/>
            </p14:xfrm>
          </p:contentPart>
        </mc:Choice>
        <mc:Fallback xmlns="">
          <p:pic>
            <p:nvPicPr>
              <p:cNvPr id="148" name="Ink 147">
                <a:extLst>
                  <a:ext uri="{FF2B5EF4-FFF2-40B4-BE49-F238E27FC236}">
                    <a16:creationId xmlns:a16="http://schemas.microsoft.com/office/drawing/2014/main" id="{4D4C7D89-8F32-C9DA-9D91-C70ECC4DBD70}"/>
                  </a:ext>
                </a:extLst>
              </p:cNvPr>
              <p:cNvPicPr/>
              <p:nvPr/>
            </p:nvPicPr>
            <p:blipFill>
              <a:blip r:embed="rId62"/>
              <a:stretch>
                <a:fillRect/>
              </a:stretch>
            </p:blipFill>
            <p:spPr>
              <a:xfrm>
                <a:off x="5243344" y="4992670"/>
                <a:ext cx="7488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9" name="Ink 148">
                <a:extLst>
                  <a:ext uri="{FF2B5EF4-FFF2-40B4-BE49-F238E27FC236}">
                    <a16:creationId xmlns:a16="http://schemas.microsoft.com/office/drawing/2014/main" id="{C06CB18F-120E-502E-3325-5FBDDF6059C6}"/>
                  </a:ext>
                </a:extLst>
              </p14:cNvPr>
              <p14:cNvContentPartPr/>
              <p14:nvPr/>
            </p14:nvContentPartPr>
            <p14:xfrm>
              <a:off x="5243704" y="5200030"/>
              <a:ext cx="208080" cy="98280"/>
            </p14:xfrm>
          </p:contentPart>
        </mc:Choice>
        <mc:Fallback xmlns="">
          <p:pic>
            <p:nvPicPr>
              <p:cNvPr id="149" name="Ink 148">
                <a:extLst>
                  <a:ext uri="{FF2B5EF4-FFF2-40B4-BE49-F238E27FC236}">
                    <a16:creationId xmlns:a16="http://schemas.microsoft.com/office/drawing/2014/main" id="{C06CB18F-120E-502E-3325-5FBDDF6059C6}"/>
                  </a:ext>
                </a:extLst>
              </p:cNvPr>
              <p:cNvPicPr/>
              <p:nvPr/>
            </p:nvPicPr>
            <p:blipFill>
              <a:blip r:embed="rId64"/>
              <a:stretch>
                <a:fillRect/>
              </a:stretch>
            </p:blipFill>
            <p:spPr>
              <a:xfrm>
                <a:off x="5239384" y="5195710"/>
                <a:ext cx="216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0" name="Ink 149">
                <a:extLst>
                  <a:ext uri="{FF2B5EF4-FFF2-40B4-BE49-F238E27FC236}">
                    <a16:creationId xmlns:a16="http://schemas.microsoft.com/office/drawing/2014/main" id="{0F9F090B-4CD7-D698-34AB-74C5459BECEC}"/>
                  </a:ext>
                </a:extLst>
              </p14:cNvPr>
              <p14:cNvContentPartPr/>
              <p14:nvPr/>
            </p14:nvContentPartPr>
            <p14:xfrm>
              <a:off x="5595784" y="4993750"/>
              <a:ext cx="214200" cy="320040"/>
            </p14:xfrm>
          </p:contentPart>
        </mc:Choice>
        <mc:Fallback xmlns="">
          <p:pic>
            <p:nvPicPr>
              <p:cNvPr id="150" name="Ink 149">
                <a:extLst>
                  <a:ext uri="{FF2B5EF4-FFF2-40B4-BE49-F238E27FC236}">
                    <a16:creationId xmlns:a16="http://schemas.microsoft.com/office/drawing/2014/main" id="{0F9F090B-4CD7-D698-34AB-74C5459BECEC}"/>
                  </a:ext>
                </a:extLst>
              </p:cNvPr>
              <p:cNvPicPr/>
              <p:nvPr/>
            </p:nvPicPr>
            <p:blipFill>
              <a:blip r:embed="rId66"/>
              <a:stretch>
                <a:fillRect/>
              </a:stretch>
            </p:blipFill>
            <p:spPr>
              <a:xfrm>
                <a:off x="5591464" y="4989430"/>
                <a:ext cx="222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1" name="Ink 150">
                <a:extLst>
                  <a:ext uri="{FF2B5EF4-FFF2-40B4-BE49-F238E27FC236}">
                    <a16:creationId xmlns:a16="http://schemas.microsoft.com/office/drawing/2014/main" id="{13EA7C85-CE4B-52F7-1B9C-184FF5A1B3AF}"/>
                  </a:ext>
                </a:extLst>
              </p14:cNvPr>
              <p14:cNvContentPartPr/>
              <p14:nvPr/>
            </p14:nvContentPartPr>
            <p14:xfrm>
              <a:off x="5775064" y="5228470"/>
              <a:ext cx="79200" cy="79200"/>
            </p14:xfrm>
          </p:contentPart>
        </mc:Choice>
        <mc:Fallback xmlns="">
          <p:pic>
            <p:nvPicPr>
              <p:cNvPr id="151" name="Ink 150">
                <a:extLst>
                  <a:ext uri="{FF2B5EF4-FFF2-40B4-BE49-F238E27FC236}">
                    <a16:creationId xmlns:a16="http://schemas.microsoft.com/office/drawing/2014/main" id="{13EA7C85-CE4B-52F7-1B9C-184FF5A1B3AF}"/>
                  </a:ext>
                </a:extLst>
              </p:cNvPr>
              <p:cNvPicPr/>
              <p:nvPr/>
            </p:nvPicPr>
            <p:blipFill>
              <a:blip r:embed="rId68"/>
              <a:stretch>
                <a:fillRect/>
              </a:stretch>
            </p:blipFill>
            <p:spPr>
              <a:xfrm>
                <a:off x="5770744" y="5224150"/>
                <a:ext cx="87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2" name="Ink 151">
                <a:extLst>
                  <a:ext uri="{FF2B5EF4-FFF2-40B4-BE49-F238E27FC236}">
                    <a16:creationId xmlns:a16="http://schemas.microsoft.com/office/drawing/2014/main" id="{2308DD7C-A320-28E2-E7FF-DE738A0924FE}"/>
                  </a:ext>
                </a:extLst>
              </p14:cNvPr>
              <p14:cNvContentPartPr/>
              <p14:nvPr/>
            </p14:nvContentPartPr>
            <p14:xfrm>
              <a:off x="5879104" y="5134150"/>
              <a:ext cx="360" cy="8280"/>
            </p14:xfrm>
          </p:contentPart>
        </mc:Choice>
        <mc:Fallback xmlns="">
          <p:pic>
            <p:nvPicPr>
              <p:cNvPr id="152" name="Ink 151">
                <a:extLst>
                  <a:ext uri="{FF2B5EF4-FFF2-40B4-BE49-F238E27FC236}">
                    <a16:creationId xmlns:a16="http://schemas.microsoft.com/office/drawing/2014/main" id="{2308DD7C-A320-28E2-E7FF-DE738A0924FE}"/>
                  </a:ext>
                </a:extLst>
              </p:cNvPr>
              <p:cNvPicPr/>
              <p:nvPr/>
            </p:nvPicPr>
            <p:blipFill>
              <a:blip r:embed="rId70"/>
              <a:stretch>
                <a:fillRect/>
              </a:stretch>
            </p:blipFill>
            <p:spPr>
              <a:xfrm>
                <a:off x="5874784" y="5129830"/>
                <a:ext cx="90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3" name="Ink 152">
                <a:extLst>
                  <a:ext uri="{FF2B5EF4-FFF2-40B4-BE49-F238E27FC236}">
                    <a16:creationId xmlns:a16="http://schemas.microsoft.com/office/drawing/2014/main" id="{EC834933-ED12-02F6-1F3D-A2DC2F76D3C3}"/>
                  </a:ext>
                </a:extLst>
              </p14:cNvPr>
              <p14:cNvContentPartPr/>
              <p14:nvPr/>
            </p14:nvContentPartPr>
            <p14:xfrm>
              <a:off x="5879104" y="5020390"/>
              <a:ext cx="220320" cy="329400"/>
            </p14:xfrm>
          </p:contentPart>
        </mc:Choice>
        <mc:Fallback xmlns="">
          <p:pic>
            <p:nvPicPr>
              <p:cNvPr id="153" name="Ink 152">
                <a:extLst>
                  <a:ext uri="{FF2B5EF4-FFF2-40B4-BE49-F238E27FC236}">
                    <a16:creationId xmlns:a16="http://schemas.microsoft.com/office/drawing/2014/main" id="{EC834933-ED12-02F6-1F3D-A2DC2F76D3C3}"/>
                  </a:ext>
                </a:extLst>
              </p:cNvPr>
              <p:cNvPicPr/>
              <p:nvPr/>
            </p:nvPicPr>
            <p:blipFill>
              <a:blip r:embed="rId72"/>
              <a:stretch>
                <a:fillRect/>
              </a:stretch>
            </p:blipFill>
            <p:spPr>
              <a:xfrm>
                <a:off x="5874784" y="5016070"/>
                <a:ext cx="2289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4" name="Ink 153">
                <a:extLst>
                  <a:ext uri="{FF2B5EF4-FFF2-40B4-BE49-F238E27FC236}">
                    <a16:creationId xmlns:a16="http://schemas.microsoft.com/office/drawing/2014/main" id="{7310E901-43CB-5D6F-60BB-CD1028B9DEE8}"/>
                  </a:ext>
                </a:extLst>
              </p14:cNvPr>
              <p14:cNvContentPartPr/>
              <p14:nvPr/>
            </p14:nvContentPartPr>
            <p14:xfrm>
              <a:off x="6135064" y="5362750"/>
              <a:ext cx="152280" cy="121680"/>
            </p14:xfrm>
          </p:contentPart>
        </mc:Choice>
        <mc:Fallback xmlns="">
          <p:pic>
            <p:nvPicPr>
              <p:cNvPr id="154" name="Ink 153">
                <a:extLst>
                  <a:ext uri="{FF2B5EF4-FFF2-40B4-BE49-F238E27FC236}">
                    <a16:creationId xmlns:a16="http://schemas.microsoft.com/office/drawing/2014/main" id="{7310E901-43CB-5D6F-60BB-CD1028B9DEE8}"/>
                  </a:ext>
                </a:extLst>
              </p:cNvPr>
              <p:cNvPicPr/>
              <p:nvPr/>
            </p:nvPicPr>
            <p:blipFill>
              <a:blip r:embed="rId74"/>
              <a:stretch>
                <a:fillRect/>
              </a:stretch>
            </p:blipFill>
            <p:spPr>
              <a:xfrm>
                <a:off x="6130744" y="5358430"/>
                <a:ext cx="1609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5" name="Ink 154">
                <a:extLst>
                  <a:ext uri="{FF2B5EF4-FFF2-40B4-BE49-F238E27FC236}">
                    <a16:creationId xmlns:a16="http://schemas.microsoft.com/office/drawing/2014/main" id="{AF5872D9-A545-123F-6F53-87063AEE23C0}"/>
                  </a:ext>
                </a:extLst>
              </p14:cNvPr>
              <p14:cNvContentPartPr/>
              <p14:nvPr/>
            </p14:nvContentPartPr>
            <p14:xfrm>
              <a:off x="6322984" y="4906990"/>
              <a:ext cx="245520" cy="412200"/>
            </p14:xfrm>
          </p:contentPart>
        </mc:Choice>
        <mc:Fallback xmlns="">
          <p:pic>
            <p:nvPicPr>
              <p:cNvPr id="155" name="Ink 154">
                <a:extLst>
                  <a:ext uri="{FF2B5EF4-FFF2-40B4-BE49-F238E27FC236}">
                    <a16:creationId xmlns:a16="http://schemas.microsoft.com/office/drawing/2014/main" id="{AF5872D9-A545-123F-6F53-87063AEE23C0}"/>
                  </a:ext>
                </a:extLst>
              </p:cNvPr>
              <p:cNvPicPr/>
              <p:nvPr/>
            </p:nvPicPr>
            <p:blipFill>
              <a:blip r:embed="rId76"/>
              <a:stretch>
                <a:fillRect/>
              </a:stretch>
            </p:blipFill>
            <p:spPr>
              <a:xfrm>
                <a:off x="6318664" y="4902670"/>
                <a:ext cx="254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F42FD3A1-D76F-C509-EC8B-74DF7BB9B9A5}"/>
                  </a:ext>
                </a:extLst>
              </p14:cNvPr>
              <p14:cNvContentPartPr/>
              <p14:nvPr/>
            </p14:nvContentPartPr>
            <p14:xfrm>
              <a:off x="6579664" y="5211190"/>
              <a:ext cx="75600" cy="140760"/>
            </p14:xfrm>
          </p:contentPart>
        </mc:Choice>
        <mc:Fallback xmlns="">
          <p:pic>
            <p:nvPicPr>
              <p:cNvPr id="156" name="Ink 155">
                <a:extLst>
                  <a:ext uri="{FF2B5EF4-FFF2-40B4-BE49-F238E27FC236}">
                    <a16:creationId xmlns:a16="http://schemas.microsoft.com/office/drawing/2014/main" id="{F42FD3A1-D76F-C509-EC8B-74DF7BB9B9A5}"/>
                  </a:ext>
                </a:extLst>
              </p:cNvPr>
              <p:cNvPicPr/>
              <p:nvPr/>
            </p:nvPicPr>
            <p:blipFill>
              <a:blip r:embed="rId78"/>
              <a:stretch>
                <a:fillRect/>
              </a:stretch>
            </p:blipFill>
            <p:spPr>
              <a:xfrm>
                <a:off x="6575344" y="5206870"/>
                <a:ext cx="84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7" name="Ink 156">
                <a:extLst>
                  <a:ext uri="{FF2B5EF4-FFF2-40B4-BE49-F238E27FC236}">
                    <a16:creationId xmlns:a16="http://schemas.microsoft.com/office/drawing/2014/main" id="{96A52F49-2B5E-BB08-D345-55168F65FB86}"/>
                  </a:ext>
                </a:extLst>
              </p14:cNvPr>
              <p14:cNvContentPartPr/>
              <p14:nvPr/>
            </p14:nvContentPartPr>
            <p14:xfrm>
              <a:off x="6743464" y="4953070"/>
              <a:ext cx="77400" cy="335520"/>
            </p14:xfrm>
          </p:contentPart>
        </mc:Choice>
        <mc:Fallback xmlns="">
          <p:pic>
            <p:nvPicPr>
              <p:cNvPr id="157" name="Ink 156">
                <a:extLst>
                  <a:ext uri="{FF2B5EF4-FFF2-40B4-BE49-F238E27FC236}">
                    <a16:creationId xmlns:a16="http://schemas.microsoft.com/office/drawing/2014/main" id="{96A52F49-2B5E-BB08-D345-55168F65FB86}"/>
                  </a:ext>
                </a:extLst>
              </p:cNvPr>
              <p:cNvPicPr/>
              <p:nvPr/>
            </p:nvPicPr>
            <p:blipFill>
              <a:blip r:embed="rId80"/>
              <a:stretch>
                <a:fillRect/>
              </a:stretch>
            </p:blipFill>
            <p:spPr>
              <a:xfrm>
                <a:off x="6739144" y="4948750"/>
                <a:ext cx="8604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8" name="Ink 157">
                <a:extLst>
                  <a:ext uri="{FF2B5EF4-FFF2-40B4-BE49-F238E27FC236}">
                    <a16:creationId xmlns:a16="http://schemas.microsoft.com/office/drawing/2014/main" id="{35B05FE0-1A2E-C0E5-E0C6-28863EBE8AA6}"/>
                  </a:ext>
                </a:extLst>
              </p14:cNvPr>
              <p14:cNvContentPartPr/>
              <p14:nvPr/>
            </p14:nvContentPartPr>
            <p14:xfrm>
              <a:off x="6714664" y="5182390"/>
              <a:ext cx="251280" cy="175320"/>
            </p14:xfrm>
          </p:contentPart>
        </mc:Choice>
        <mc:Fallback xmlns="">
          <p:pic>
            <p:nvPicPr>
              <p:cNvPr id="158" name="Ink 157">
                <a:extLst>
                  <a:ext uri="{FF2B5EF4-FFF2-40B4-BE49-F238E27FC236}">
                    <a16:creationId xmlns:a16="http://schemas.microsoft.com/office/drawing/2014/main" id="{35B05FE0-1A2E-C0E5-E0C6-28863EBE8AA6}"/>
                  </a:ext>
                </a:extLst>
              </p:cNvPr>
              <p:cNvPicPr/>
              <p:nvPr/>
            </p:nvPicPr>
            <p:blipFill>
              <a:blip r:embed="rId82"/>
              <a:stretch>
                <a:fillRect/>
              </a:stretch>
            </p:blipFill>
            <p:spPr>
              <a:xfrm>
                <a:off x="6710344" y="5178070"/>
                <a:ext cx="2599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9" name="Ink 158">
                <a:extLst>
                  <a:ext uri="{FF2B5EF4-FFF2-40B4-BE49-F238E27FC236}">
                    <a16:creationId xmlns:a16="http://schemas.microsoft.com/office/drawing/2014/main" id="{67D29F50-C92E-3C5C-278D-04C10EEF3C59}"/>
                  </a:ext>
                </a:extLst>
              </p14:cNvPr>
              <p14:cNvContentPartPr/>
              <p14:nvPr/>
            </p14:nvContentPartPr>
            <p14:xfrm>
              <a:off x="7018144" y="5075110"/>
              <a:ext cx="156960" cy="296280"/>
            </p14:xfrm>
          </p:contentPart>
        </mc:Choice>
        <mc:Fallback xmlns="">
          <p:pic>
            <p:nvPicPr>
              <p:cNvPr id="159" name="Ink 158">
                <a:extLst>
                  <a:ext uri="{FF2B5EF4-FFF2-40B4-BE49-F238E27FC236}">
                    <a16:creationId xmlns:a16="http://schemas.microsoft.com/office/drawing/2014/main" id="{67D29F50-C92E-3C5C-278D-04C10EEF3C59}"/>
                  </a:ext>
                </a:extLst>
              </p:cNvPr>
              <p:cNvPicPr/>
              <p:nvPr/>
            </p:nvPicPr>
            <p:blipFill>
              <a:blip r:embed="rId84"/>
              <a:stretch>
                <a:fillRect/>
              </a:stretch>
            </p:blipFill>
            <p:spPr>
              <a:xfrm>
                <a:off x="7013824" y="5070790"/>
                <a:ext cx="1656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60" name="Ink 159">
                <a:extLst>
                  <a:ext uri="{FF2B5EF4-FFF2-40B4-BE49-F238E27FC236}">
                    <a16:creationId xmlns:a16="http://schemas.microsoft.com/office/drawing/2014/main" id="{1828175D-D7D2-36D5-6340-E00ECC13C79C}"/>
                  </a:ext>
                </a:extLst>
              </p14:cNvPr>
              <p14:cNvContentPartPr/>
              <p14:nvPr/>
            </p14:nvContentPartPr>
            <p14:xfrm>
              <a:off x="7192024" y="5274190"/>
              <a:ext cx="50400" cy="83520"/>
            </p14:xfrm>
          </p:contentPart>
        </mc:Choice>
        <mc:Fallback xmlns="">
          <p:pic>
            <p:nvPicPr>
              <p:cNvPr id="160" name="Ink 159">
                <a:extLst>
                  <a:ext uri="{FF2B5EF4-FFF2-40B4-BE49-F238E27FC236}">
                    <a16:creationId xmlns:a16="http://schemas.microsoft.com/office/drawing/2014/main" id="{1828175D-D7D2-36D5-6340-E00ECC13C79C}"/>
                  </a:ext>
                </a:extLst>
              </p:cNvPr>
              <p:cNvPicPr/>
              <p:nvPr/>
            </p:nvPicPr>
            <p:blipFill>
              <a:blip r:embed="rId86"/>
              <a:stretch>
                <a:fillRect/>
              </a:stretch>
            </p:blipFill>
            <p:spPr>
              <a:xfrm>
                <a:off x="7187704" y="5269870"/>
                <a:ext cx="59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61" name="Ink 160">
                <a:extLst>
                  <a:ext uri="{FF2B5EF4-FFF2-40B4-BE49-F238E27FC236}">
                    <a16:creationId xmlns:a16="http://schemas.microsoft.com/office/drawing/2014/main" id="{8005310F-C8F4-7847-5F6C-61AFA7E140FA}"/>
                  </a:ext>
                </a:extLst>
              </p14:cNvPr>
              <p14:cNvContentPartPr/>
              <p14:nvPr/>
            </p14:nvContentPartPr>
            <p14:xfrm>
              <a:off x="7243864" y="5143510"/>
              <a:ext cx="7920" cy="50760"/>
            </p14:xfrm>
          </p:contentPart>
        </mc:Choice>
        <mc:Fallback xmlns="">
          <p:pic>
            <p:nvPicPr>
              <p:cNvPr id="161" name="Ink 160">
                <a:extLst>
                  <a:ext uri="{FF2B5EF4-FFF2-40B4-BE49-F238E27FC236}">
                    <a16:creationId xmlns:a16="http://schemas.microsoft.com/office/drawing/2014/main" id="{8005310F-C8F4-7847-5F6C-61AFA7E140FA}"/>
                  </a:ext>
                </a:extLst>
              </p:cNvPr>
              <p:cNvPicPr/>
              <p:nvPr/>
            </p:nvPicPr>
            <p:blipFill>
              <a:blip r:embed="rId88"/>
              <a:stretch>
                <a:fillRect/>
              </a:stretch>
            </p:blipFill>
            <p:spPr>
              <a:xfrm>
                <a:off x="7239544" y="5139190"/>
                <a:ext cx="165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2" name="Ink 161">
                <a:extLst>
                  <a:ext uri="{FF2B5EF4-FFF2-40B4-BE49-F238E27FC236}">
                    <a16:creationId xmlns:a16="http://schemas.microsoft.com/office/drawing/2014/main" id="{426EFD29-2A52-DBE7-F46E-3C5DED90F820}"/>
                  </a:ext>
                </a:extLst>
              </p14:cNvPr>
              <p14:cNvContentPartPr/>
              <p14:nvPr/>
            </p14:nvContentPartPr>
            <p14:xfrm>
              <a:off x="7245664" y="5143510"/>
              <a:ext cx="169920" cy="150120"/>
            </p14:xfrm>
          </p:contentPart>
        </mc:Choice>
        <mc:Fallback xmlns="">
          <p:pic>
            <p:nvPicPr>
              <p:cNvPr id="162" name="Ink 161">
                <a:extLst>
                  <a:ext uri="{FF2B5EF4-FFF2-40B4-BE49-F238E27FC236}">
                    <a16:creationId xmlns:a16="http://schemas.microsoft.com/office/drawing/2014/main" id="{426EFD29-2A52-DBE7-F46E-3C5DED90F820}"/>
                  </a:ext>
                </a:extLst>
              </p:cNvPr>
              <p:cNvPicPr/>
              <p:nvPr/>
            </p:nvPicPr>
            <p:blipFill>
              <a:blip r:embed="rId90"/>
              <a:stretch>
                <a:fillRect/>
              </a:stretch>
            </p:blipFill>
            <p:spPr>
              <a:xfrm>
                <a:off x="7241344" y="5139190"/>
                <a:ext cx="178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63" name="Ink 162">
                <a:extLst>
                  <a:ext uri="{FF2B5EF4-FFF2-40B4-BE49-F238E27FC236}">
                    <a16:creationId xmlns:a16="http://schemas.microsoft.com/office/drawing/2014/main" id="{3E1DDA22-5C22-9DB4-9CB5-69E15D2DBAFA}"/>
                  </a:ext>
                </a:extLst>
              </p14:cNvPr>
              <p14:cNvContentPartPr/>
              <p14:nvPr/>
            </p14:nvContentPartPr>
            <p14:xfrm>
              <a:off x="7501624" y="5174830"/>
              <a:ext cx="360" cy="74880"/>
            </p14:xfrm>
          </p:contentPart>
        </mc:Choice>
        <mc:Fallback xmlns="">
          <p:pic>
            <p:nvPicPr>
              <p:cNvPr id="163" name="Ink 162">
                <a:extLst>
                  <a:ext uri="{FF2B5EF4-FFF2-40B4-BE49-F238E27FC236}">
                    <a16:creationId xmlns:a16="http://schemas.microsoft.com/office/drawing/2014/main" id="{3E1DDA22-5C22-9DB4-9CB5-69E15D2DBAFA}"/>
                  </a:ext>
                </a:extLst>
              </p:cNvPr>
              <p:cNvPicPr/>
              <p:nvPr/>
            </p:nvPicPr>
            <p:blipFill>
              <a:blip r:embed="rId92"/>
              <a:stretch>
                <a:fillRect/>
              </a:stretch>
            </p:blipFill>
            <p:spPr>
              <a:xfrm>
                <a:off x="7497304" y="5170510"/>
                <a:ext cx="9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4" name="Ink 163">
                <a:extLst>
                  <a:ext uri="{FF2B5EF4-FFF2-40B4-BE49-F238E27FC236}">
                    <a16:creationId xmlns:a16="http://schemas.microsoft.com/office/drawing/2014/main" id="{10667B22-9ACA-B98A-54E4-3F8B8E384930}"/>
                  </a:ext>
                </a:extLst>
              </p14:cNvPr>
              <p14:cNvContentPartPr/>
              <p14:nvPr/>
            </p14:nvContentPartPr>
            <p14:xfrm>
              <a:off x="7463464" y="5001310"/>
              <a:ext cx="147240" cy="358200"/>
            </p14:xfrm>
          </p:contentPart>
        </mc:Choice>
        <mc:Fallback xmlns="">
          <p:pic>
            <p:nvPicPr>
              <p:cNvPr id="164" name="Ink 163">
                <a:extLst>
                  <a:ext uri="{FF2B5EF4-FFF2-40B4-BE49-F238E27FC236}">
                    <a16:creationId xmlns:a16="http://schemas.microsoft.com/office/drawing/2014/main" id="{10667B22-9ACA-B98A-54E4-3F8B8E384930}"/>
                  </a:ext>
                </a:extLst>
              </p:cNvPr>
              <p:cNvPicPr/>
              <p:nvPr/>
            </p:nvPicPr>
            <p:blipFill>
              <a:blip r:embed="rId94"/>
              <a:stretch>
                <a:fillRect/>
              </a:stretch>
            </p:blipFill>
            <p:spPr>
              <a:xfrm>
                <a:off x="7459144" y="4996990"/>
                <a:ext cx="1558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65" name="Ink 164">
                <a:extLst>
                  <a:ext uri="{FF2B5EF4-FFF2-40B4-BE49-F238E27FC236}">
                    <a16:creationId xmlns:a16="http://schemas.microsoft.com/office/drawing/2014/main" id="{2D59ACE9-EFD5-CBEC-093E-BC64E45DEFAF}"/>
                  </a:ext>
                </a:extLst>
              </p14:cNvPr>
              <p14:cNvContentPartPr/>
              <p14:nvPr/>
            </p14:nvContentPartPr>
            <p14:xfrm>
              <a:off x="2699224" y="4751470"/>
              <a:ext cx="31320" cy="80640"/>
            </p14:xfrm>
          </p:contentPart>
        </mc:Choice>
        <mc:Fallback xmlns="">
          <p:pic>
            <p:nvPicPr>
              <p:cNvPr id="165" name="Ink 164">
                <a:extLst>
                  <a:ext uri="{FF2B5EF4-FFF2-40B4-BE49-F238E27FC236}">
                    <a16:creationId xmlns:a16="http://schemas.microsoft.com/office/drawing/2014/main" id="{2D59ACE9-EFD5-CBEC-093E-BC64E45DEFAF}"/>
                  </a:ext>
                </a:extLst>
              </p:cNvPr>
              <p:cNvPicPr/>
              <p:nvPr/>
            </p:nvPicPr>
            <p:blipFill>
              <a:blip r:embed="rId96"/>
              <a:stretch>
                <a:fillRect/>
              </a:stretch>
            </p:blipFill>
            <p:spPr>
              <a:xfrm>
                <a:off x="2694904" y="4747150"/>
                <a:ext cx="39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6" name="Ink 165">
                <a:extLst>
                  <a:ext uri="{FF2B5EF4-FFF2-40B4-BE49-F238E27FC236}">
                    <a16:creationId xmlns:a16="http://schemas.microsoft.com/office/drawing/2014/main" id="{7D3F75B0-23A4-D396-9457-5AF03A78E065}"/>
                  </a:ext>
                </a:extLst>
              </p14:cNvPr>
              <p14:cNvContentPartPr/>
              <p14:nvPr/>
            </p14:nvContentPartPr>
            <p14:xfrm>
              <a:off x="2726224" y="4437550"/>
              <a:ext cx="13680" cy="13320"/>
            </p14:xfrm>
          </p:contentPart>
        </mc:Choice>
        <mc:Fallback xmlns="">
          <p:pic>
            <p:nvPicPr>
              <p:cNvPr id="166" name="Ink 165">
                <a:extLst>
                  <a:ext uri="{FF2B5EF4-FFF2-40B4-BE49-F238E27FC236}">
                    <a16:creationId xmlns:a16="http://schemas.microsoft.com/office/drawing/2014/main" id="{7D3F75B0-23A4-D396-9457-5AF03A78E065}"/>
                  </a:ext>
                </a:extLst>
              </p:cNvPr>
              <p:cNvPicPr/>
              <p:nvPr/>
            </p:nvPicPr>
            <p:blipFill>
              <a:blip r:embed="rId98"/>
              <a:stretch>
                <a:fillRect/>
              </a:stretch>
            </p:blipFill>
            <p:spPr>
              <a:xfrm>
                <a:off x="2721904" y="4433230"/>
                <a:ext cx="22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7" name="Ink 166">
                <a:extLst>
                  <a:ext uri="{FF2B5EF4-FFF2-40B4-BE49-F238E27FC236}">
                    <a16:creationId xmlns:a16="http://schemas.microsoft.com/office/drawing/2014/main" id="{5A1AA4CD-5164-DC17-D38F-5B0CBAE1F595}"/>
                  </a:ext>
                </a:extLst>
              </p14:cNvPr>
              <p14:cNvContentPartPr/>
              <p14:nvPr/>
            </p14:nvContentPartPr>
            <p14:xfrm>
              <a:off x="2765824" y="4525390"/>
              <a:ext cx="172080" cy="433440"/>
            </p14:xfrm>
          </p:contentPart>
        </mc:Choice>
        <mc:Fallback xmlns="">
          <p:pic>
            <p:nvPicPr>
              <p:cNvPr id="167" name="Ink 166">
                <a:extLst>
                  <a:ext uri="{FF2B5EF4-FFF2-40B4-BE49-F238E27FC236}">
                    <a16:creationId xmlns:a16="http://schemas.microsoft.com/office/drawing/2014/main" id="{5A1AA4CD-5164-DC17-D38F-5B0CBAE1F595}"/>
                  </a:ext>
                </a:extLst>
              </p:cNvPr>
              <p:cNvPicPr/>
              <p:nvPr/>
            </p:nvPicPr>
            <p:blipFill>
              <a:blip r:embed="rId100"/>
              <a:stretch>
                <a:fillRect/>
              </a:stretch>
            </p:blipFill>
            <p:spPr>
              <a:xfrm>
                <a:off x="2761504" y="4521070"/>
                <a:ext cx="18072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8" name="Ink 167">
                <a:extLst>
                  <a:ext uri="{FF2B5EF4-FFF2-40B4-BE49-F238E27FC236}">
                    <a16:creationId xmlns:a16="http://schemas.microsoft.com/office/drawing/2014/main" id="{E7AE773F-914A-011A-1428-466022580272}"/>
                  </a:ext>
                </a:extLst>
              </p14:cNvPr>
              <p14:cNvContentPartPr/>
              <p14:nvPr/>
            </p14:nvContentPartPr>
            <p14:xfrm>
              <a:off x="2755024" y="4781350"/>
              <a:ext cx="125640" cy="10080"/>
            </p14:xfrm>
          </p:contentPart>
        </mc:Choice>
        <mc:Fallback xmlns="">
          <p:pic>
            <p:nvPicPr>
              <p:cNvPr id="168" name="Ink 167">
                <a:extLst>
                  <a:ext uri="{FF2B5EF4-FFF2-40B4-BE49-F238E27FC236}">
                    <a16:creationId xmlns:a16="http://schemas.microsoft.com/office/drawing/2014/main" id="{E7AE773F-914A-011A-1428-466022580272}"/>
                  </a:ext>
                </a:extLst>
              </p:cNvPr>
              <p:cNvPicPr/>
              <p:nvPr/>
            </p:nvPicPr>
            <p:blipFill>
              <a:blip r:embed="rId102"/>
              <a:stretch>
                <a:fillRect/>
              </a:stretch>
            </p:blipFill>
            <p:spPr>
              <a:xfrm>
                <a:off x="2750704" y="4777030"/>
                <a:ext cx="134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69" name="Ink 168">
                <a:extLst>
                  <a:ext uri="{FF2B5EF4-FFF2-40B4-BE49-F238E27FC236}">
                    <a16:creationId xmlns:a16="http://schemas.microsoft.com/office/drawing/2014/main" id="{54881384-868C-C4B2-DE8A-356ACA68801D}"/>
                  </a:ext>
                </a:extLst>
              </p14:cNvPr>
              <p14:cNvContentPartPr/>
              <p14:nvPr/>
            </p14:nvContentPartPr>
            <p14:xfrm>
              <a:off x="1717504" y="4256470"/>
              <a:ext cx="360360" cy="101880"/>
            </p14:xfrm>
          </p:contentPart>
        </mc:Choice>
        <mc:Fallback xmlns="">
          <p:pic>
            <p:nvPicPr>
              <p:cNvPr id="169" name="Ink 168">
                <a:extLst>
                  <a:ext uri="{FF2B5EF4-FFF2-40B4-BE49-F238E27FC236}">
                    <a16:creationId xmlns:a16="http://schemas.microsoft.com/office/drawing/2014/main" id="{54881384-868C-C4B2-DE8A-356ACA68801D}"/>
                  </a:ext>
                </a:extLst>
              </p:cNvPr>
              <p:cNvPicPr/>
              <p:nvPr/>
            </p:nvPicPr>
            <p:blipFill>
              <a:blip r:embed="rId106"/>
              <a:stretch>
                <a:fillRect/>
              </a:stretch>
            </p:blipFill>
            <p:spPr>
              <a:xfrm>
                <a:off x="1713184" y="4252150"/>
                <a:ext cx="36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0" name="Ink 169">
                <a:extLst>
                  <a:ext uri="{FF2B5EF4-FFF2-40B4-BE49-F238E27FC236}">
                    <a16:creationId xmlns:a16="http://schemas.microsoft.com/office/drawing/2014/main" id="{700B413E-238F-A784-3D24-413CE0E703C0}"/>
                  </a:ext>
                </a:extLst>
              </p14:cNvPr>
              <p14:cNvContentPartPr/>
              <p14:nvPr/>
            </p14:nvContentPartPr>
            <p14:xfrm>
              <a:off x="2045824" y="4146670"/>
              <a:ext cx="286200" cy="153720"/>
            </p14:xfrm>
          </p:contentPart>
        </mc:Choice>
        <mc:Fallback xmlns="">
          <p:pic>
            <p:nvPicPr>
              <p:cNvPr id="170" name="Ink 169">
                <a:extLst>
                  <a:ext uri="{FF2B5EF4-FFF2-40B4-BE49-F238E27FC236}">
                    <a16:creationId xmlns:a16="http://schemas.microsoft.com/office/drawing/2014/main" id="{700B413E-238F-A784-3D24-413CE0E703C0}"/>
                  </a:ext>
                </a:extLst>
              </p:cNvPr>
              <p:cNvPicPr/>
              <p:nvPr/>
            </p:nvPicPr>
            <p:blipFill>
              <a:blip r:embed="rId108"/>
              <a:stretch>
                <a:fillRect/>
              </a:stretch>
            </p:blipFill>
            <p:spPr>
              <a:xfrm>
                <a:off x="2041504" y="4142350"/>
                <a:ext cx="29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71" name="Ink 170">
                <a:extLst>
                  <a:ext uri="{FF2B5EF4-FFF2-40B4-BE49-F238E27FC236}">
                    <a16:creationId xmlns:a16="http://schemas.microsoft.com/office/drawing/2014/main" id="{15C97111-399C-589B-AA0E-F5F9F9C7B1D7}"/>
                  </a:ext>
                </a:extLst>
              </p14:cNvPr>
              <p14:cNvContentPartPr/>
              <p14:nvPr/>
            </p14:nvContentPartPr>
            <p14:xfrm>
              <a:off x="2419144" y="3876670"/>
              <a:ext cx="324360" cy="459000"/>
            </p14:xfrm>
          </p:contentPart>
        </mc:Choice>
        <mc:Fallback xmlns="">
          <p:pic>
            <p:nvPicPr>
              <p:cNvPr id="171" name="Ink 170">
                <a:extLst>
                  <a:ext uri="{FF2B5EF4-FFF2-40B4-BE49-F238E27FC236}">
                    <a16:creationId xmlns:a16="http://schemas.microsoft.com/office/drawing/2014/main" id="{15C97111-399C-589B-AA0E-F5F9F9C7B1D7}"/>
                  </a:ext>
                </a:extLst>
              </p:cNvPr>
              <p:cNvPicPr/>
              <p:nvPr/>
            </p:nvPicPr>
            <p:blipFill>
              <a:blip r:embed="rId110"/>
              <a:stretch>
                <a:fillRect/>
              </a:stretch>
            </p:blipFill>
            <p:spPr>
              <a:xfrm>
                <a:off x="2414824" y="3872350"/>
                <a:ext cx="33300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2" name="Ink 171">
                <a:extLst>
                  <a:ext uri="{FF2B5EF4-FFF2-40B4-BE49-F238E27FC236}">
                    <a16:creationId xmlns:a16="http://schemas.microsoft.com/office/drawing/2014/main" id="{DF60583A-530F-F59E-B898-485DAACD52E5}"/>
                  </a:ext>
                </a:extLst>
              </p14:cNvPr>
              <p14:cNvContentPartPr/>
              <p14:nvPr/>
            </p14:nvContentPartPr>
            <p14:xfrm>
              <a:off x="2697064" y="4121470"/>
              <a:ext cx="152640" cy="68400"/>
            </p14:xfrm>
          </p:contentPart>
        </mc:Choice>
        <mc:Fallback xmlns="">
          <p:pic>
            <p:nvPicPr>
              <p:cNvPr id="172" name="Ink 171">
                <a:extLst>
                  <a:ext uri="{FF2B5EF4-FFF2-40B4-BE49-F238E27FC236}">
                    <a16:creationId xmlns:a16="http://schemas.microsoft.com/office/drawing/2014/main" id="{DF60583A-530F-F59E-B898-485DAACD52E5}"/>
                  </a:ext>
                </a:extLst>
              </p:cNvPr>
              <p:cNvPicPr/>
              <p:nvPr/>
            </p:nvPicPr>
            <p:blipFill>
              <a:blip r:embed="rId112"/>
              <a:stretch>
                <a:fillRect/>
              </a:stretch>
            </p:blipFill>
            <p:spPr>
              <a:xfrm>
                <a:off x="2692744" y="4117150"/>
                <a:ext cx="1612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73" name="Ink 172">
                <a:extLst>
                  <a:ext uri="{FF2B5EF4-FFF2-40B4-BE49-F238E27FC236}">
                    <a16:creationId xmlns:a16="http://schemas.microsoft.com/office/drawing/2014/main" id="{A1ED3CBF-DD84-2122-9389-277FE94764D7}"/>
                  </a:ext>
                </a:extLst>
              </p14:cNvPr>
              <p14:cNvContentPartPr/>
              <p14:nvPr/>
            </p14:nvContentPartPr>
            <p14:xfrm>
              <a:off x="2862664" y="3940390"/>
              <a:ext cx="44640" cy="34920"/>
            </p14:xfrm>
          </p:contentPart>
        </mc:Choice>
        <mc:Fallback xmlns="">
          <p:pic>
            <p:nvPicPr>
              <p:cNvPr id="173" name="Ink 172">
                <a:extLst>
                  <a:ext uri="{FF2B5EF4-FFF2-40B4-BE49-F238E27FC236}">
                    <a16:creationId xmlns:a16="http://schemas.microsoft.com/office/drawing/2014/main" id="{A1ED3CBF-DD84-2122-9389-277FE94764D7}"/>
                  </a:ext>
                </a:extLst>
              </p:cNvPr>
              <p:cNvPicPr/>
              <p:nvPr/>
            </p:nvPicPr>
            <p:blipFill>
              <a:blip r:embed="rId114"/>
              <a:stretch>
                <a:fillRect/>
              </a:stretch>
            </p:blipFill>
            <p:spPr>
              <a:xfrm>
                <a:off x="2858344" y="3936070"/>
                <a:ext cx="532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74" name="Ink 173">
                <a:extLst>
                  <a:ext uri="{FF2B5EF4-FFF2-40B4-BE49-F238E27FC236}">
                    <a16:creationId xmlns:a16="http://schemas.microsoft.com/office/drawing/2014/main" id="{DC139E6F-CBF5-2525-3618-BF26D2C047E6}"/>
                  </a:ext>
                </a:extLst>
              </p14:cNvPr>
              <p14:cNvContentPartPr/>
              <p14:nvPr/>
            </p14:nvContentPartPr>
            <p14:xfrm>
              <a:off x="3020704" y="4023550"/>
              <a:ext cx="128880" cy="27360"/>
            </p14:xfrm>
          </p:contentPart>
        </mc:Choice>
        <mc:Fallback xmlns="">
          <p:pic>
            <p:nvPicPr>
              <p:cNvPr id="174" name="Ink 173">
                <a:extLst>
                  <a:ext uri="{FF2B5EF4-FFF2-40B4-BE49-F238E27FC236}">
                    <a16:creationId xmlns:a16="http://schemas.microsoft.com/office/drawing/2014/main" id="{DC139E6F-CBF5-2525-3618-BF26D2C047E6}"/>
                  </a:ext>
                </a:extLst>
              </p:cNvPr>
              <p:cNvPicPr/>
              <p:nvPr/>
            </p:nvPicPr>
            <p:blipFill>
              <a:blip r:embed="rId116"/>
              <a:stretch>
                <a:fillRect/>
              </a:stretch>
            </p:blipFill>
            <p:spPr>
              <a:xfrm>
                <a:off x="3016384" y="4019230"/>
                <a:ext cx="137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5" name="Ink 174">
                <a:extLst>
                  <a:ext uri="{FF2B5EF4-FFF2-40B4-BE49-F238E27FC236}">
                    <a16:creationId xmlns:a16="http://schemas.microsoft.com/office/drawing/2014/main" id="{7D83807C-32C1-28BB-2986-E3A926460659}"/>
                  </a:ext>
                </a:extLst>
              </p14:cNvPr>
              <p14:cNvContentPartPr/>
              <p14:nvPr/>
            </p14:nvContentPartPr>
            <p14:xfrm>
              <a:off x="3020704" y="4050550"/>
              <a:ext cx="148680" cy="73080"/>
            </p14:xfrm>
          </p:contentPart>
        </mc:Choice>
        <mc:Fallback xmlns="">
          <p:pic>
            <p:nvPicPr>
              <p:cNvPr id="175" name="Ink 174">
                <a:extLst>
                  <a:ext uri="{FF2B5EF4-FFF2-40B4-BE49-F238E27FC236}">
                    <a16:creationId xmlns:a16="http://schemas.microsoft.com/office/drawing/2014/main" id="{7D83807C-32C1-28BB-2986-E3A926460659}"/>
                  </a:ext>
                </a:extLst>
              </p:cNvPr>
              <p:cNvPicPr/>
              <p:nvPr/>
            </p:nvPicPr>
            <p:blipFill>
              <a:blip r:embed="rId118"/>
              <a:stretch>
                <a:fillRect/>
              </a:stretch>
            </p:blipFill>
            <p:spPr>
              <a:xfrm>
                <a:off x="3016384" y="4046230"/>
                <a:ext cx="15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4" name="Ink 183">
                <a:extLst>
                  <a:ext uri="{FF2B5EF4-FFF2-40B4-BE49-F238E27FC236}">
                    <a16:creationId xmlns:a16="http://schemas.microsoft.com/office/drawing/2014/main" id="{310AF688-F381-82F1-8E14-EAB3F4F73E4B}"/>
                  </a:ext>
                </a:extLst>
              </p14:cNvPr>
              <p14:cNvContentPartPr/>
              <p14:nvPr/>
            </p14:nvContentPartPr>
            <p14:xfrm>
              <a:off x="6154504" y="3784510"/>
              <a:ext cx="148680" cy="96480"/>
            </p14:xfrm>
          </p:contentPart>
        </mc:Choice>
        <mc:Fallback xmlns="">
          <p:pic>
            <p:nvPicPr>
              <p:cNvPr id="184" name="Ink 183">
                <a:extLst>
                  <a:ext uri="{FF2B5EF4-FFF2-40B4-BE49-F238E27FC236}">
                    <a16:creationId xmlns:a16="http://schemas.microsoft.com/office/drawing/2014/main" id="{310AF688-F381-82F1-8E14-EAB3F4F73E4B}"/>
                  </a:ext>
                </a:extLst>
              </p:cNvPr>
              <p:cNvPicPr/>
              <p:nvPr/>
            </p:nvPicPr>
            <p:blipFill>
              <a:blip r:embed="rId136"/>
              <a:stretch>
                <a:fillRect/>
              </a:stretch>
            </p:blipFill>
            <p:spPr>
              <a:xfrm>
                <a:off x="6150184" y="3780190"/>
                <a:ext cx="157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85" name="Ink 184">
                <a:extLst>
                  <a:ext uri="{FF2B5EF4-FFF2-40B4-BE49-F238E27FC236}">
                    <a16:creationId xmlns:a16="http://schemas.microsoft.com/office/drawing/2014/main" id="{1174F477-F347-6286-8004-4448209B2DF6}"/>
                  </a:ext>
                </a:extLst>
              </p14:cNvPr>
              <p14:cNvContentPartPr/>
              <p14:nvPr/>
            </p14:nvContentPartPr>
            <p14:xfrm>
              <a:off x="6335224" y="3659950"/>
              <a:ext cx="25560" cy="21240"/>
            </p14:xfrm>
          </p:contentPart>
        </mc:Choice>
        <mc:Fallback xmlns="">
          <p:pic>
            <p:nvPicPr>
              <p:cNvPr id="185" name="Ink 184">
                <a:extLst>
                  <a:ext uri="{FF2B5EF4-FFF2-40B4-BE49-F238E27FC236}">
                    <a16:creationId xmlns:a16="http://schemas.microsoft.com/office/drawing/2014/main" id="{1174F477-F347-6286-8004-4448209B2DF6}"/>
                  </a:ext>
                </a:extLst>
              </p:cNvPr>
              <p:cNvPicPr/>
              <p:nvPr/>
            </p:nvPicPr>
            <p:blipFill>
              <a:blip r:embed="rId138"/>
              <a:stretch>
                <a:fillRect/>
              </a:stretch>
            </p:blipFill>
            <p:spPr>
              <a:xfrm>
                <a:off x="6330904" y="3655270"/>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9" name="Ink 188">
                <a:extLst>
                  <a:ext uri="{FF2B5EF4-FFF2-40B4-BE49-F238E27FC236}">
                    <a16:creationId xmlns:a16="http://schemas.microsoft.com/office/drawing/2014/main" id="{7DA1B9D0-030B-DCC6-D70C-A4C355D20569}"/>
                  </a:ext>
                </a:extLst>
              </p14:cNvPr>
              <p14:cNvContentPartPr/>
              <p14:nvPr/>
            </p14:nvContentPartPr>
            <p14:xfrm>
              <a:off x="6883864" y="3594790"/>
              <a:ext cx="234360" cy="360000"/>
            </p14:xfrm>
          </p:contentPart>
        </mc:Choice>
        <mc:Fallback xmlns="">
          <p:pic>
            <p:nvPicPr>
              <p:cNvPr id="189" name="Ink 188">
                <a:extLst>
                  <a:ext uri="{FF2B5EF4-FFF2-40B4-BE49-F238E27FC236}">
                    <a16:creationId xmlns:a16="http://schemas.microsoft.com/office/drawing/2014/main" id="{7DA1B9D0-030B-DCC6-D70C-A4C355D20569}"/>
                  </a:ext>
                </a:extLst>
              </p:cNvPr>
              <p:cNvPicPr/>
              <p:nvPr/>
            </p:nvPicPr>
            <p:blipFill>
              <a:blip r:embed="rId146"/>
              <a:stretch>
                <a:fillRect/>
              </a:stretch>
            </p:blipFill>
            <p:spPr>
              <a:xfrm>
                <a:off x="6879544" y="3590470"/>
                <a:ext cx="2430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90" name="Ink 189">
                <a:extLst>
                  <a:ext uri="{FF2B5EF4-FFF2-40B4-BE49-F238E27FC236}">
                    <a16:creationId xmlns:a16="http://schemas.microsoft.com/office/drawing/2014/main" id="{C378D85C-CEF1-8F13-F08D-C6BCEC885DA8}"/>
                  </a:ext>
                </a:extLst>
              </p14:cNvPr>
              <p14:cNvContentPartPr/>
              <p14:nvPr/>
            </p14:nvContentPartPr>
            <p14:xfrm>
              <a:off x="1933144" y="5904910"/>
              <a:ext cx="248760" cy="474120"/>
            </p14:xfrm>
          </p:contentPart>
        </mc:Choice>
        <mc:Fallback xmlns="">
          <p:pic>
            <p:nvPicPr>
              <p:cNvPr id="190" name="Ink 189">
                <a:extLst>
                  <a:ext uri="{FF2B5EF4-FFF2-40B4-BE49-F238E27FC236}">
                    <a16:creationId xmlns:a16="http://schemas.microsoft.com/office/drawing/2014/main" id="{C378D85C-CEF1-8F13-F08D-C6BCEC885DA8}"/>
                  </a:ext>
                </a:extLst>
              </p:cNvPr>
              <p:cNvPicPr/>
              <p:nvPr/>
            </p:nvPicPr>
            <p:blipFill>
              <a:blip r:embed="rId148"/>
              <a:stretch>
                <a:fillRect/>
              </a:stretch>
            </p:blipFill>
            <p:spPr>
              <a:xfrm>
                <a:off x="1928824" y="5900590"/>
                <a:ext cx="25740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91" name="Ink 190">
                <a:extLst>
                  <a:ext uri="{FF2B5EF4-FFF2-40B4-BE49-F238E27FC236}">
                    <a16:creationId xmlns:a16="http://schemas.microsoft.com/office/drawing/2014/main" id="{DF163D7E-E930-A05B-7E9F-493B56078BCD}"/>
                  </a:ext>
                </a:extLst>
              </p14:cNvPr>
              <p14:cNvContentPartPr/>
              <p14:nvPr/>
            </p14:nvContentPartPr>
            <p14:xfrm>
              <a:off x="7467960" y="3686518"/>
              <a:ext cx="276480" cy="294120"/>
            </p14:xfrm>
          </p:contentPart>
        </mc:Choice>
        <mc:Fallback xmlns="">
          <p:pic>
            <p:nvPicPr>
              <p:cNvPr id="191" name="Ink 190">
                <a:extLst>
                  <a:ext uri="{FF2B5EF4-FFF2-40B4-BE49-F238E27FC236}">
                    <a16:creationId xmlns:a16="http://schemas.microsoft.com/office/drawing/2014/main" id="{DF163D7E-E930-A05B-7E9F-493B56078BCD}"/>
                  </a:ext>
                </a:extLst>
              </p:cNvPr>
              <p:cNvPicPr/>
              <p:nvPr/>
            </p:nvPicPr>
            <p:blipFill>
              <a:blip r:embed="rId160"/>
              <a:stretch>
                <a:fillRect/>
              </a:stretch>
            </p:blipFill>
            <p:spPr>
              <a:xfrm>
                <a:off x="7463640" y="3682198"/>
                <a:ext cx="285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92" name="Ink 191">
                <a:extLst>
                  <a:ext uri="{FF2B5EF4-FFF2-40B4-BE49-F238E27FC236}">
                    <a16:creationId xmlns:a16="http://schemas.microsoft.com/office/drawing/2014/main" id="{27FB8F39-B344-B9FF-4A1F-45DB2159630E}"/>
                  </a:ext>
                </a:extLst>
              </p14:cNvPr>
              <p14:cNvContentPartPr/>
              <p14:nvPr/>
            </p14:nvContentPartPr>
            <p14:xfrm>
              <a:off x="7772520" y="4246318"/>
              <a:ext cx="174240" cy="417960"/>
            </p14:xfrm>
          </p:contentPart>
        </mc:Choice>
        <mc:Fallback xmlns="">
          <p:pic>
            <p:nvPicPr>
              <p:cNvPr id="192" name="Ink 191">
                <a:extLst>
                  <a:ext uri="{FF2B5EF4-FFF2-40B4-BE49-F238E27FC236}">
                    <a16:creationId xmlns:a16="http://schemas.microsoft.com/office/drawing/2014/main" id="{27FB8F39-B344-B9FF-4A1F-45DB2159630E}"/>
                  </a:ext>
                </a:extLst>
              </p:cNvPr>
              <p:cNvPicPr/>
              <p:nvPr/>
            </p:nvPicPr>
            <p:blipFill>
              <a:blip r:embed="rId162"/>
              <a:stretch>
                <a:fillRect/>
              </a:stretch>
            </p:blipFill>
            <p:spPr>
              <a:xfrm>
                <a:off x="7768200" y="4241998"/>
                <a:ext cx="1828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93" name="Ink 192">
                <a:extLst>
                  <a:ext uri="{FF2B5EF4-FFF2-40B4-BE49-F238E27FC236}">
                    <a16:creationId xmlns:a16="http://schemas.microsoft.com/office/drawing/2014/main" id="{604E455B-20FE-F2BB-6EE5-BEC62764FCAE}"/>
                  </a:ext>
                </a:extLst>
              </p14:cNvPr>
              <p14:cNvContentPartPr/>
              <p14:nvPr/>
            </p14:nvContentPartPr>
            <p14:xfrm>
              <a:off x="2718480" y="5489398"/>
              <a:ext cx="216000" cy="368640"/>
            </p14:xfrm>
          </p:contentPart>
        </mc:Choice>
        <mc:Fallback xmlns="">
          <p:pic>
            <p:nvPicPr>
              <p:cNvPr id="193" name="Ink 192">
                <a:extLst>
                  <a:ext uri="{FF2B5EF4-FFF2-40B4-BE49-F238E27FC236}">
                    <a16:creationId xmlns:a16="http://schemas.microsoft.com/office/drawing/2014/main" id="{604E455B-20FE-F2BB-6EE5-BEC62764FCAE}"/>
                  </a:ext>
                </a:extLst>
              </p:cNvPr>
              <p:cNvPicPr/>
              <p:nvPr/>
            </p:nvPicPr>
            <p:blipFill>
              <a:blip r:embed="rId164"/>
              <a:stretch>
                <a:fillRect/>
              </a:stretch>
            </p:blipFill>
            <p:spPr>
              <a:xfrm>
                <a:off x="2714160" y="5485078"/>
                <a:ext cx="224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97" name="Ink 196">
                <a:extLst>
                  <a:ext uri="{FF2B5EF4-FFF2-40B4-BE49-F238E27FC236}">
                    <a16:creationId xmlns:a16="http://schemas.microsoft.com/office/drawing/2014/main" id="{98284388-DE58-9A1D-2573-050ED3F8C85C}"/>
                  </a:ext>
                </a:extLst>
              </p14:cNvPr>
              <p14:cNvContentPartPr/>
              <p14:nvPr/>
            </p14:nvContentPartPr>
            <p14:xfrm>
              <a:off x="6115800" y="3722158"/>
              <a:ext cx="61920" cy="49320"/>
            </p14:xfrm>
          </p:contentPart>
        </mc:Choice>
        <mc:Fallback xmlns="">
          <p:pic>
            <p:nvPicPr>
              <p:cNvPr id="197" name="Ink 196">
                <a:extLst>
                  <a:ext uri="{FF2B5EF4-FFF2-40B4-BE49-F238E27FC236}">
                    <a16:creationId xmlns:a16="http://schemas.microsoft.com/office/drawing/2014/main" id="{98284388-DE58-9A1D-2573-050ED3F8C85C}"/>
                  </a:ext>
                </a:extLst>
              </p:cNvPr>
              <p:cNvPicPr/>
              <p:nvPr/>
            </p:nvPicPr>
            <p:blipFill>
              <a:blip r:embed="rId212"/>
              <a:stretch>
                <a:fillRect/>
              </a:stretch>
            </p:blipFill>
            <p:spPr>
              <a:xfrm>
                <a:off x="6111480" y="3717838"/>
                <a:ext cx="70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8" name="Ink 197">
                <a:extLst>
                  <a:ext uri="{FF2B5EF4-FFF2-40B4-BE49-F238E27FC236}">
                    <a16:creationId xmlns:a16="http://schemas.microsoft.com/office/drawing/2014/main" id="{D9D7A3B5-BCD6-53BB-7120-7523BCF136E2}"/>
                  </a:ext>
                </a:extLst>
              </p14:cNvPr>
              <p14:cNvContentPartPr/>
              <p14:nvPr/>
            </p14:nvContentPartPr>
            <p14:xfrm>
              <a:off x="6088800" y="3899638"/>
              <a:ext cx="72000" cy="196200"/>
            </p14:xfrm>
          </p:contentPart>
        </mc:Choice>
        <mc:Fallback xmlns="">
          <p:pic>
            <p:nvPicPr>
              <p:cNvPr id="198" name="Ink 197">
                <a:extLst>
                  <a:ext uri="{FF2B5EF4-FFF2-40B4-BE49-F238E27FC236}">
                    <a16:creationId xmlns:a16="http://schemas.microsoft.com/office/drawing/2014/main" id="{D9D7A3B5-BCD6-53BB-7120-7523BCF136E2}"/>
                  </a:ext>
                </a:extLst>
              </p:cNvPr>
              <p:cNvPicPr/>
              <p:nvPr/>
            </p:nvPicPr>
            <p:blipFill>
              <a:blip r:embed="rId214"/>
              <a:stretch>
                <a:fillRect/>
              </a:stretch>
            </p:blipFill>
            <p:spPr>
              <a:xfrm>
                <a:off x="6084480" y="3895318"/>
                <a:ext cx="806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99" name="Ink 198">
                <a:extLst>
                  <a:ext uri="{FF2B5EF4-FFF2-40B4-BE49-F238E27FC236}">
                    <a16:creationId xmlns:a16="http://schemas.microsoft.com/office/drawing/2014/main" id="{F010BAD2-8A45-17CD-7E9F-50F00A96ACFA}"/>
                  </a:ext>
                </a:extLst>
              </p14:cNvPr>
              <p14:cNvContentPartPr/>
              <p14:nvPr/>
            </p14:nvContentPartPr>
            <p14:xfrm>
              <a:off x="9007320" y="5533680"/>
              <a:ext cx="4320" cy="360"/>
            </p14:xfrm>
          </p:contentPart>
        </mc:Choice>
        <mc:Fallback xmlns="">
          <p:pic>
            <p:nvPicPr>
              <p:cNvPr id="199" name="Ink 198">
                <a:extLst>
                  <a:ext uri="{FF2B5EF4-FFF2-40B4-BE49-F238E27FC236}">
                    <a16:creationId xmlns:a16="http://schemas.microsoft.com/office/drawing/2014/main" id="{F010BAD2-8A45-17CD-7E9F-50F00A96ACFA}"/>
                  </a:ext>
                </a:extLst>
              </p:cNvPr>
              <p:cNvPicPr/>
              <p:nvPr/>
            </p:nvPicPr>
            <p:blipFill>
              <a:blip r:embed="rId284"/>
              <a:stretch>
                <a:fillRect/>
              </a:stretch>
            </p:blipFill>
            <p:spPr>
              <a:xfrm>
                <a:off x="9003000" y="5529360"/>
                <a:ext cx="12960" cy="9000"/>
              </a:xfrm>
              <a:prstGeom prst="rect">
                <a:avLst/>
              </a:prstGeom>
            </p:spPr>
          </p:pic>
        </mc:Fallback>
      </mc:AlternateContent>
      <p:grpSp>
        <p:nvGrpSpPr>
          <p:cNvPr id="202" name="Group 201">
            <a:extLst>
              <a:ext uri="{FF2B5EF4-FFF2-40B4-BE49-F238E27FC236}">
                <a16:creationId xmlns:a16="http://schemas.microsoft.com/office/drawing/2014/main" id="{808B67B8-7305-22CB-3458-1B8D1F01A30B}"/>
              </a:ext>
            </a:extLst>
          </p:cNvPr>
          <p:cNvGrpSpPr/>
          <p:nvPr/>
        </p:nvGrpSpPr>
        <p:grpSpPr>
          <a:xfrm>
            <a:off x="1794720" y="4200960"/>
            <a:ext cx="125640" cy="397440"/>
            <a:chOff x="1794720" y="4200960"/>
            <a:chExt cx="125640" cy="397440"/>
          </a:xfrm>
        </p:grpSpPr>
        <mc:AlternateContent xmlns:mc="http://schemas.openxmlformats.org/markup-compatibility/2006" xmlns:p14="http://schemas.microsoft.com/office/powerpoint/2010/main">
          <mc:Choice Requires="p14">
            <p:contentPart p14:bwMode="auto" r:id="rId285">
              <p14:nvContentPartPr>
                <p14:cNvPr id="200" name="Ink 199">
                  <a:extLst>
                    <a:ext uri="{FF2B5EF4-FFF2-40B4-BE49-F238E27FC236}">
                      <a16:creationId xmlns:a16="http://schemas.microsoft.com/office/drawing/2014/main" id="{43E9840D-6E15-4EF0-12DE-B54B3A175CE0}"/>
                    </a:ext>
                  </a:extLst>
                </p14:cNvPr>
                <p14:cNvContentPartPr/>
                <p14:nvPr/>
              </p14:nvContentPartPr>
              <p14:xfrm>
                <a:off x="1825320" y="4200960"/>
                <a:ext cx="89640" cy="397440"/>
              </p14:xfrm>
            </p:contentPart>
          </mc:Choice>
          <mc:Fallback xmlns="">
            <p:pic>
              <p:nvPicPr>
                <p:cNvPr id="200" name="Ink 199">
                  <a:extLst>
                    <a:ext uri="{FF2B5EF4-FFF2-40B4-BE49-F238E27FC236}">
                      <a16:creationId xmlns:a16="http://schemas.microsoft.com/office/drawing/2014/main" id="{43E9840D-6E15-4EF0-12DE-B54B3A175CE0}"/>
                    </a:ext>
                  </a:extLst>
                </p:cNvPr>
                <p:cNvPicPr/>
                <p:nvPr/>
              </p:nvPicPr>
              <p:blipFill>
                <a:blip r:embed="rId286"/>
                <a:stretch>
                  <a:fillRect/>
                </a:stretch>
              </p:blipFill>
              <p:spPr>
                <a:xfrm>
                  <a:off x="1821000" y="4196640"/>
                  <a:ext cx="9828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01" name="Ink 200">
                  <a:extLst>
                    <a:ext uri="{FF2B5EF4-FFF2-40B4-BE49-F238E27FC236}">
                      <a16:creationId xmlns:a16="http://schemas.microsoft.com/office/drawing/2014/main" id="{520BC2CD-F8FB-E521-7658-C14226E163F6}"/>
                    </a:ext>
                  </a:extLst>
                </p14:cNvPr>
                <p14:cNvContentPartPr/>
                <p14:nvPr/>
              </p14:nvContentPartPr>
              <p14:xfrm>
                <a:off x="1794720" y="4450080"/>
                <a:ext cx="125640" cy="9720"/>
              </p14:xfrm>
            </p:contentPart>
          </mc:Choice>
          <mc:Fallback xmlns="">
            <p:pic>
              <p:nvPicPr>
                <p:cNvPr id="201" name="Ink 200">
                  <a:extLst>
                    <a:ext uri="{FF2B5EF4-FFF2-40B4-BE49-F238E27FC236}">
                      <a16:creationId xmlns:a16="http://schemas.microsoft.com/office/drawing/2014/main" id="{520BC2CD-F8FB-E521-7658-C14226E163F6}"/>
                    </a:ext>
                  </a:extLst>
                </p:cNvPr>
                <p:cNvPicPr/>
                <p:nvPr/>
              </p:nvPicPr>
              <p:blipFill>
                <a:blip r:embed="rId288"/>
                <a:stretch>
                  <a:fillRect/>
                </a:stretch>
              </p:blipFill>
              <p:spPr>
                <a:xfrm>
                  <a:off x="1790400" y="4445760"/>
                  <a:ext cx="134280" cy="18360"/>
                </a:xfrm>
                <a:prstGeom prst="rect">
                  <a:avLst/>
                </a:prstGeom>
              </p:spPr>
            </p:pic>
          </mc:Fallback>
        </mc:AlternateContent>
      </p:grpSp>
      <p:grpSp>
        <p:nvGrpSpPr>
          <p:cNvPr id="205" name="Group 204">
            <a:extLst>
              <a:ext uri="{FF2B5EF4-FFF2-40B4-BE49-F238E27FC236}">
                <a16:creationId xmlns:a16="http://schemas.microsoft.com/office/drawing/2014/main" id="{B918CE04-ADA7-A6F3-0B5E-A70CF05B3B63}"/>
              </a:ext>
            </a:extLst>
          </p:cNvPr>
          <p:cNvGrpSpPr/>
          <p:nvPr/>
        </p:nvGrpSpPr>
        <p:grpSpPr>
          <a:xfrm>
            <a:off x="6450960" y="3745560"/>
            <a:ext cx="444240" cy="79920"/>
            <a:chOff x="6450960" y="3745560"/>
            <a:chExt cx="444240" cy="79920"/>
          </a:xfrm>
        </p:grpSpPr>
        <mc:AlternateContent xmlns:mc="http://schemas.openxmlformats.org/markup-compatibility/2006" xmlns:p14="http://schemas.microsoft.com/office/powerpoint/2010/main">
          <mc:Choice Requires="p14">
            <p:contentPart p14:bwMode="auto" r:id="rId289">
              <p14:nvContentPartPr>
                <p14:cNvPr id="203" name="Ink 202">
                  <a:extLst>
                    <a:ext uri="{FF2B5EF4-FFF2-40B4-BE49-F238E27FC236}">
                      <a16:creationId xmlns:a16="http://schemas.microsoft.com/office/drawing/2014/main" id="{652E71E0-6C36-DC7F-AACD-E40159962B7E}"/>
                    </a:ext>
                  </a:extLst>
                </p14:cNvPr>
                <p14:cNvContentPartPr/>
                <p14:nvPr/>
              </p14:nvContentPartPr>
              <p14:xfrm>
                <a:off x="6450960" y="3784080"/>
                <a:ext cx="175680" cy="41400"/>
              </p14:xfrm>
            </p:contentPart>
          </mc:Choice>
          <mc:Fallback xmlns="">
            <p:pic>
              <p:nvPicPr>
                <p:cNvPr id="203" name="Ink 202">
                  <a:extLst>
                    <a:ext uri="{FF2B5EF4-FFF2-40B4-BE49-F238E27FC236}">
                      <a16:creationId xmlns:a16="http://schemas.microsoft.com/office/drawing/2014/main" id="{652E71E0-6C36-DC7F-AACD-E40159962B7E}"/>
                    </a:ext>
                  </a:extLst>
                </p:cNvPr>
                <p:cNvPicPr/>
                <p:nvPr/>
              </p:nvPicPr>
              <p:blipFill>
                <a:blip r:embed="rId290"/>
                <a:stretch>
                  <a:fillRect/>
                </a:stretch>
              </p:blipFill>
              <p:spPr>
                <a:xfrm>
                  <a:off x="6446640" y="3779760"/>
                  <a:ext cx="1843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04" name="Ink 203">
                  <a:extLst>
                    <a:ext uri="{FF2B5EF4-FFF2-40B4-BE49-F238E27FC236}">
                      <a16:creationId xmlns:a16="http://schemas.microsoft.com/office/drawing/2014/main" id="{54A074FC-B3F4-B007-EFED-46916BA6308D}"/>
                    </a:ext>
                  </a:extLst>
                </p14:cNvPr>
                <p14:cNvContentPartPr/>
                <p14:nvPr/>
              </p14:nvContentPartPr>
              <p14:xfrm>
                <a:off x="6702600" y="3745560"/>
                <a:ext cx="192600" cy="51840"/>
              </p14:xfrm>
            </p:contentPart>
          </mc:Choice>
          <mc:Fallback xmlns="">
            <p:pic>
              <p:nvPicPr>
                <p:cNvPr id="204" name="Ink 203">
                  <a:extLst>
                    <a:ext uri="{FF2B5EF4-FFF2-40B4-BE49-F238E27FC236}">
                      <a16:creationId xmlns:a16="http://schemas.microsoft.com/office/drawing/2014/main" id="{54A074FC-B3F4-B007-EFED-46916BA6308D}"/>
                    </a:ext>
                  </a:extLst>
                </p:cNvPr>
                <p:cNvPicPr/>
                <p:nvPr/>
              </p:nvPicPr>
              <p:blipFill>
                <a:blip r:embed="rId292"/>
                <a:stretch>
                  <a:fillRect/>
                </a:stretch>
              </p:blipFill>
              <p:spPr>
                <a:xfrm>
                  <a:off x="6698280" y="3741240"/>
                  <a:ext cx="201240" cy="60480"/>
                </a:xfrm>
                <a:prstGeom prst="rect">
                  <a:avLst/>
                </a:prstGeom>
              </p:spPr>
            </p:pic>
          </mc:Fallback>
        </mc:AlternateContent>
      </p:grpSp>
      <p:grpSp>
        <p:nvGrpSpPr>
          <p:cNvPr id="219" name="Group 218">
            <a:extLst>
              <a:ext uri="{FF2B5EF4-FFF2-40B4-BE49-F238E27FC236}">
                <a16:creationId xmlns:a16="http://schemas.microsoft.com/office/drawing/2014/main" id="{60D9D5D8-07B0-1E8E-2DB9-41AEE1815E93}"/>
              </a:ext>
            </a:extLst>
          </p:cNvPr>
          <p:cNvGrpSpPr/>
          <p:nvPr/>
        </p:nvGrpSpPr>
        <p:grpSpPr>
          <a:xfrm>
            <a:off x="3344160" y="3880200"/>
            <a:ext cx="824400" cy="298440"/>
            <a:chOff x="3344160" y="3880200"/>
            <a:chExt cx="824400" cy="298440"/>
          </a:xfrm>
        </p:grpSpPr>
        <mc:AlternateContent xmlns:mc="http://schemas.openxmlformats.org/markup-compatibility/2006" xmlns:p14="http://schemas.microsoft.com/office/powerpoint/2010/main">
          <mc:Choice Requires="p14">
            <p:contentPart p14:bwMode="auto" r:id="rId293">
              <p14:nvContentPartPr>
                <p14:cNvPr id="208" name="Ink 207">
                  <a:extLst>
                    <a:ext uri="{FF2B5EF4-FFF2-40B4-BE49-F238E27FC236}">
                      <a16:creationId xmlns:a16="http://schemas.microsoft.com/office/drawing/2014/main" id="{CB66D145-7FCA-4081-54D2-51B4895C4C77}"/>
                    </a:ext>
                  </a:extLst>
                </p14:cNvPr>
                <p14:cNvContentPartPr/>
                <p14:nvPr/>
              </p14:nvContentPartPr>
              <p14:xfrm>
                <a:off x="3344160" y="3951120"/>
                <a:ext cx="243000" cy="129240"/>
              </p14:xfrm>
            </p:contentPart>
          </mc:Choice>
          <mc:Fallback xmlns="">
            <p:pic>
              <p:nvPicPr>
                <p:cNvPr id="208" name="Ink 207">
                  <a:extLst>
                    <a:ext uri="{FF2B5EF4-FFF2-40B4-BE49-F238E27FC236}">
                      <a16:creationId xmlns:a16="http://schemas.microsoft.com/office/drawing/2014/main" id="{CB66D145-7FCA-4081-54D2-51B4895C4C77}"/>
                    </a:ext>
                  </a:extLst>
                </p:cNvPr>
                <p:cNvPicPr/>
                <p:nvPr/>
              </p:nvPicPr>
              <p:blipFill>
                <a:blip r:embed="rId294"/>
                <a:stretch>
                  <a:fillRect/>
                </a:stretch>
              </p:blipFill>
              <p:spPr>
                <a:xfrm>
                  <a:off x="3339840" y="3946800"/>
                  <a:ext cx="2516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09" name="Ink 208">
                  <a:extLst>
                    <a:ext uri="{FF2B5EF4-FFF2-40B4-BE49-F238E27FC236}">
                      <a16:creationId xmlns:a16="http://schemas.microsoft.com/office/drawing/2014/main" id="{85F3062B-3F67-0415-C50C-8698E8CCD137}"/>
                    </a:ext>
                  </a:extLst>
                </p14:cNvPr>
                <p14:cNvContentPartPr/>
                <p14:nvPr/>
              </p14:nvContentPartPr>
              <p14:xfrm>
                <a:off x="3719640" y="3960480"/>
                <a:ext cx="117720" cy="8280"/>
              </p14:xfrm>
            </p:contentPart>
          </mc:Choice>
          <mc:Fallback xmlns="">
            <p:pic>
              <p:nvPicPr>
                <p:cNvPr id="209" name="Ink 208">
                  <a:extLst>
                    <a:ext uri="{FF2B5EF4-FFF2-40B4-BE49-F238E27FC236}">
                      <a16:creationId xmlns:a16="http://schemas.microsoft.com/office/drawing/2014/main" id="{85F3062B-3F67-0415-C50C-8698E8CCD137}"/>
                    </a:ext>
                  </a:extLst>
                </p:cNvPr>
                <p:cNvPicPr/>
                <p:nvPr/>
              </p:nvPicPr>
              <p:blipFill>
                <a:blip r:embed="rId296"/>
                <a:stretch>
                  <a:fillRect/>
                </a:stretch>
              </p:blipFill>
              <p:spPr>
                <a:xfrm>
                  <a:off x="3715320" y="3956160"/>
                  <a:ext cx="12636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10" name="Ink 209">
                  <a:extLst>
                    <a:ext uri="{FF2B5EF4-FFF2-40B4-BE49-F238E27FC236}">
                      <a16:creationId xmlns:a16="http://schemas.microsoft.com/office/drawing/2014/main" id="{3E007760-B862-9608-A3FE-5917282AF1E6}"/>
                    </a:ext>
                  </a:extLst>
                </p14:cNvPr>
                <p14:cNvContentPartPr/>
                <p14:nvPr/>
              </p14:nvContentPartPr>
              <p14:xfrm>
                <a:off x="3967680" y="3880200"/>
                <a:ext cx="11880" cy="148320"/>
              </p14:xfrm>
            </p:contentPart>
          </mc:Choice>
          <mc:Fallback xmlns="">
            <p:pic>
              <p:nvPicPr>
                <p:cNvPr id="210" name="Ink 209">
                  <a:extLst>
                    <a:ext uri="{FF2B5EF4-FFF2-40B4-BE49-F238E27FC236}">
                      <a16:creationId xmlns:a16="http://schemas.microsoft.com/office/drawing/2014/main" id="{3E007760-B862-9608-A3FE-5917282AF1E6}"/>
                    </a:ext>
                  </a:extLst>
                </p:cNvPr>
                <p:cNvPicPr/>
                <p:nvPr/>
              </p:nvPicPr>
              <p:blipFill>
                <a:blip r:embed="rId298"/>
                <a:stretch>
                  <a:fillRect/>
                </a:stretch>
              </p:blipFill>
              <p:spPr>
                <a:xfrm>
                  <a:off x="3963360" y="3875880"/>
                  <a:ext cx="205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11" name="Ink 210">
                  <a:extLst>
                    <a:ext uri="{FF2B5EF4-FFF2-40B4-BE49-F238E27FC236}">
                      <a16:creationId xmlns:a16="http://schemas.microsoft.com/office/drawing/2014/main" id="{A5DFE845-7FD8-48F5-D00C-EE7B325141CB}"/>
                    </a:ext>
                  </a:extLst>
                </p14:cNvPr>
                <p14:cNvContentPartPr/>
                <p14:nvPr/>
              </p14:nvContentPartPr>
              <p14:xfrm>
                <a:off x="4143000" y="3908640"/>
                <a:ext cx="25560" cy="96480"/>
              </p14:xfrm>
            </p:contentPart>
          </mc:Choice>
          <mc:Fallback xmlns="">
            <p:pic>
              <p:nvPicPr>
                <p:cNvPr id="211" name="Ink 210">
                  <a:extLst>
                    <a:ext uri="{FF2B5EF4-FFF2-40B4-BE49-F238E27FC236}">
                      <a16:creationId xmlns:a16="http://schemas.microsoft.com/office/drawing/2014/main" id="{A5DFE845-7FD8-48F5-D00C-EE7B325141CB}"/>
                    </a:ext>
                  </a:extLst>
                </p:cNvPr>
                <p:cNvPicPr/>
                <p:nvPr/>
              </p:nvPicPr>
              <p:blipFill>
                <a:blip r:embed="rId300"/>
                <a:stretch>
                  <a:fillRect/>
                </a:stretch>
              </p:blipFill>
              <p:spPr>
                <a:xfrm>
                  <a:off x="4138680" y="3904320"/>
                  <a:ext cx="34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12" name="Ink 211">
                  <a:extLst>
                    <a:ext uri="{FF2B5EF4-FFF2-40B4-BE49-F238E27FC236}">
                      <a16:creationId xmlns:a16="http://schemas.microsoft.com/office/drawing/2014/main" id="{1C2E9CD8-90D7-0030-C34D-2C7CDE074CE7}"/>
                    </a:ext>
                  </a:extLst>
                </p14:cNvPr>
                <p14:cNvContentPartPr/>
                <p14:nvPr/>
              </p14:nvContentPartPr>
              <p14:xfrm>
                <a:off x="4073520" y="4116720"/>
                <a:ext cx="56160" cy="61920"/>
              </p14:xfrm>
            </p:contentPart>
          </mc:Choice>
          <mc:Fallback xmlns="">
            <p:pic>
              <p:nvPicPr>
                <p:cNvPr id="212" name="Ink 211">
                  <a:extLst>
                    <a:ext uri="{FF2B5EF4-FFF2-40B4-BE49-F238E27FC236}">
                      <a16:creationId xmlns:a16="http://schemas.microsoft.com/office/drawing/2014/main" id="{1C2E9CD8-90D7-0030-C34D-2C7CDE074CE7}"/>
                    </a:ext>
                  </a:extLst>
                </p:cNvPr>
                <p:cNvPicPr/>
                <p:nvPr/>
              </p:nvPicPr>
              <p:blipFill>
                <a:blip r:embed="rId302"/>
                <a:stretch>
                  <a:fillRect/>
                </a:stretch>
              </p:blipFill>
              <p:spPr>
                <a:xfrm>
                  <a:off x="4069200" y="4112400"/>
                  <a:ext cx="64800" cy="7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3">
            <p14:nvContentPartPr>
              <p14:cNvPr id="213" name="Ink 212">
                <a:extLst>
                  <a:ext uri="{FF2B5EF4-FFF2-40B4-BE49-F238E27FC236}">
                    <a16:creationId xmlns:a16="http://schemas.microsoft.com/office/drawing/2014/main" id="{3CABD11B-44A5-0399-82A8-5978466BE47F}"/>
                  </a:ext>
                </a:extLst>
              </p14:cNvPr>
              <p14:cNvContentPartPr/>
              <p14:nvPr/>
            </p14:nvContentPartPr>
            <p14:xfrm>
              <a:off x="4503000" y="3890640"/>
              <a:ext cx="102240" cy="122040"/>
            </p14:xfrm>
          </p:contentPart>
        </mc:Choice>
        <mc:Fallback xmlns="">
          <p:pic>
            <p:nvPicPr>
              <p:cNvPr id="213" name="Ink 212">
                <a:extLst>
                  <a:ext uri="{FF2B5EF4-FFF2-40B4-BE49-F238E27FC236}">
                    <a16:creationId xmlns:a16="http://schemas.microsoft.com/office/drawing/2014/main" id="{3CABD11B-44A5-0399-82A8-5978466BE47F}"/>
                  </a:ext>
                </a:extLst>
              </p:cNvPr>
              <p:cNvPicPr/>
              <p:nvPr/>
            </p:nvPicPr>
            <p:blipFill>
              <a:blip r:embed="rId304"/>
              <a:stretch>
                <a:fillRect/>
              </a:stretch>
            </p:blipFill>
            <p:spPr>
              <a:xfrm>
                <a:off x="4498680" y="3886320"/>
                <a:ext cx="1108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14" name="Ink 213">
                <a:extLst>
                  <a:ext uri="{FF2B5EF4-FFF2-40B4-BE49-F238E27FC236}">
                    <a16:creationId xmlns:a16="http://schemas.microsoft.com/office/drawing/2014/main" id="{5A045937-F09C-5EDF-5A98-E5D2D0B9FAFB}"/>
                  </a:ext>
                </a:extLst>
              </p14:cNvPr>
              <p14:cNvContentPartPr/>
              <p14:nvPr/>
            </p14:nvContentPartPr>
            <p14:xfrm>
              <a:off x="4693440" y="3689400"/>
              <a:ext cx="46440" cy="77400"/>
            </p14:xfrm>
          </p:contentPart>
        </mc:Choice>
        <mc:Fallback xmlns="">
          <p:pic>
            <p:nvPicPr>
              <p:cNvPr id="214" name="Ink 213">
                <a:extLst>
                  <a:ext uri="{FF2B5EF4-FFF2-40B4-BE49-F238E27FC236}">
                    <a16:creationId xmlns:a16="http://schemas.microsoft.com/office/drawing/2014/main" id="{5A045937-F09C-5EDF-5A98-E5D2D0B9FAFB}"/>
                  </a:ext>
                </a:extLst>
              </p:cNvPr>
              <p:cNvPicPr/>
              <p:nvPr/>
            </p:nvPicPr>
            <p:blipFill>
              <a:blip r:embed="rId306"/>
              <a:stretch>
                <a:fillRect/>
              </a:stretch>
            </p:blipFill>
            <p:spPr>
              <a:xfrm>
                <a:off x="4689120" y="3685080"/>
                <a:ext cx="55080" cy="86040"/>
              </a:xfrm>
              <a:prstGeom prst="rect">
                <a:avLst/>
              </a:prstGeom>
            </p:spPr>
          </p:pic>
        </mc:Fallback>
      </mc:AlternateContent>
      <p:grpSp>
        <p:nvGrpSpPr>
          <p:cNvPr id="218" name="Group 217">
            <a:extLst>
              <a:ext uri="{FF2B5EF4-FFF2-40B4-BE49-F238E27FC236}">
                <a16:creationId xmlns:a16="http://schemas.microsoft.com/office/drawing/2014/main" id="{0B945257-7109-5F62-D109-03C8C477D142}"/>
              </a:ext>
            </a:extLst>
          </p:cNvPr>
          <p:cNvGrpSpPr/>
          <p:nvPr/>
        </p:nvGrpSpPr>
        <p:grpSpPr>
          <a:xfrm>
            <a:off x="4814760" y="3866160"/>
            <a:ext cx="572040" cy="159120"/>
            <a:chOff x="4814760" y="3866160"/>
            <a:chExt cx="572040" cy="159120"/>
          </a:xfrm>
        </p:grpSpPr>
        <mc:AlternateContent xmlns:mc="http://schemas.openxmlformats.org/markup-compatibility/2006" xmlns:p14="http://schemas.microsoft.com/office/powerpoint/2010/main">
          <mc:Choice Requires="p14">
            <p:contentPart p14:bwMode="auto" r:id="rId307">
              <p14:nvContentPartPr>
                <p14:cNvPr id="215" name="Ink 214">
                  <a:extLst>
                    <a:ext uri="{FF2B5EF4-FFF2-40B4-BE49-F238E27FC236}">
                      <a16:creationId xmlns:a16="http://schemas.microsoft.com/office/drawing/2014/main" id="{02B45B80-9B1E-070B-5DEE-008A16CE0B65}"/>
                    </a:ext>
                  </a:extLst>
                </p14:cNvPr>
                <p14:cNvContentPartPr/>
                <p14:nvPr/>
              </p14:nvContentPartPr>
              <p14:xfrm>
                <a:off x="4814760" y="3874080"/>
                <a:ext cx="258480" cy="151200"/>
              </p14:xfrm>
            </p:contentPart>
          </mc:Choice>
          <mc:Fallback xmlns="">
            <p:pic>
              <p:nvPicPr>
                <p:cNvPr id="215" name="Ink 214">
                  <a:extLst>
                    <a:ext uri="{FF2B5EF4-FFF2-40B4-BE49-F238E27FC236}">
                      <a16:creationId xmlns:a16="http://schemas.microsoft.com/office/drawing/2014/main" id="{02B45B80-9B1E-070B-5DEE-008A16CE0B65}"/>
                    </a:ext>
                  </a:extLst>
                </p:cNvPr>
                <p:cNvPicPr/>
                <p:nvPr/>
              </p:nvPicPr>
              <p:blipFill>
                <a:blip r:embed="rId308"/>
                <a:stretch>
                  <a:fillRect/>
                </a:stretch>
              </p:blipFill>
              <p:spPr>
                <a:xfrm>
                  <a:off x="4810440" y="3869760"/>
                  <a:ext cx="267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16" name="Ink 215">
                  <a:extLst>
                    <a:ext uri="{FF2B5EF4-FFF2-40B4-BE49-F238E27FC236}">
                      <a16:creationId xmlns:a16="http://schemas.microsoft.com/office/drawing/2014/main" id="{024738BB-EAF2-F355-23EA-FBF982A96D4D}"/>
                    </a:ext>
                  </a:extLst>
                </p14:cNvPr>
                <p14:cNvContentPartPr/>
                <p14:nvPr/>
              </p14:nvContentPartPr>
              <p14:xfrm>
                <a:off x="5238120" y="3866160"/>
                <a:ext cx="131400" cy="58320"/>
              </p14:xfrm>
            </p:contentPart>
          </mc:Choice>
          <mc:Fallback xmlns="">
            <p:pic>
              <p:nvPicPr>
                <p:cNvPr id="216" name="Ink 215">
                  <a:extLst>
                    <a:ext uri="{FF2B5EF4-FFF2-40B4-BE49-F238E27FC236}">
                      <a16:creationId xmlns:a16="http://schemas.microsoft.com/office/drawing/2014/main" id="{024738BB-EAF2-F355-23EA-FBF982A96D4D}"/>
                    </a:ext>
                  </a:extLst>
                </p:cNvPr>
                <p:cNvPicPr/>
                <p:nvPr/>
              </p:nvPicPr>
              <p:blipFill>
                <a:blip r:embed="rId310"/>
                <a:stretch>
                  <a:fillRect/>
                </a:stretch>
              </p:blipFill>
              <p:spPr>
                <a:xfrm>
                  <a:off x="5233800" y="3861840"/>
                  <a:ext cx="1400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7" name="Ink 216">
                  <a:extLst>
                    <a:ext uri="{FF2B5EF4-FFF2-40B4-BE49-F238E27FC236}">
                      <a16:creationId xmlns:a16="http://schemas.microsoft.com/office/drawing/2014/main" id="{CB5A76D0-1491-49AA-640E-20E0A54CC3D0}"/>
                    </a:ext>
                  </a:extLst>
                </p14:cNvPr>
                <p14:cNvContentPartPr/>
                <p14:nvPr/>
              </p14:nvContentPartPr>
              <p14:xfrm>
                <a:off x="5209320" y="3866160"/>
                <a:ext cx="177480" cy="118080"/>
              </p14:xfrm>
            </p:contentPart>
          </mc:Choice>
          <mc:Fallback xmlns="">
            <p:pic>
              <p:nvPicPr>
                <p:cNvPr id="217" name="Ink 216">
                  <a:extLst>
                    <a:ext uri="{FF2B5EF4-FFF2-40B4-BE49-F238E27FC236}">
                      <a16:creationId xmlns:a16="http://schemas.microsoft.com/office/drawing/2014/main" id="{CB5A76D0-1491-49AA-640E-20E0A54CC3D0}"/>
                    </a:ext>
                  </a:extLst>
                </p:cNvPr>
                <p:cNvPicPr/>
                <p:nvPr/>
              </p:nvPicPr>
              <p:blipFill>
                <a:blip r:embed="rId312"/>
                <a:stretch>
                  <a:fillRect/>
                </a:stretch>
              </p:blipFill>
              <p:spPr>
                <a:xfrm>
                  <a:off x="5205000" y="3861840"/>
                  <a:ext cx="186120" cy="126720"/>
                </a:xfrm>
                <a:prstGeom prst="rect">
                  <a:avLst/>
                </a:prstGeom>
              </p:spPr>
            </p:pic>
          </mc:Fallback>
        </mc:AlternateContent>
      </p:grpSp>
      <p:grpSp>
        <p:nvGrpSpPr>
          <p:cNvPr id="223" name="Group 222">
            <a:extLst>
              <a:ext uri="{FF2B5EF4-FFF2-40B4-BE49-F238E27FC236}">
                <a16:creationId xmlns:a16="http://schemas.microsoft.com/office/drawing/2014/main" id="{4FFBFCF6-1CB8-3300-DF7B-2DC60F5B61B3}"/>
              </a:ext>
            </a:extLst>
          </p:cNvPr>
          <p:cNvGrpSpPr/>
          <p:nvPr/>
        </p:nvGrpSpPr>
        <p:grpSpPr>
          <a:xfrm>
            <a:off x="5574720" y="3816840"/>
            <a:ext cx="316440" cy="145080"/>
            <a:chOff x="5574720" y="3816840"/>
            <a:chExt cx="316440" cy="145080"/>
          </a:xfrm>
        </p:grpSpPr>
        <mc:AlternateContent xmlns:mc="http://schemas.openxmlformats.org/markup-compatibility/2006" xmlns:p14="http://schemas.microsoft.com/office/powerpoint/2010/main">
          <mc:Choice Requires="p14">
            <p:contentPart p14:bwMode="auto" r:id="rId313">
              <p14:nvContentPartPr>
                <p14:cNvPr id="220" name="Ink 219">
                  <a:extLst>
                    <a:ext uri="{FF2B5EF4-FFF2-40B4-BE49-F238E27FC236}">
                      <a16:creationId xmlns:a16="http://schemas.microsoft.com/office/drawing/2014/main" id="{756B03AE-2249-AB39-04FF-9CADA52FB16B}"/>
                    </a:ext>
                  </a:extLst>
                </p14:cNvPr>
                <p14:cNvContentPartPr/>
                <p14:nvPr/>
              </p14:nvContentPartPr>
              <p14:xfrm>
                <a:off x="5574720" y="3816840"/>
                <a:ext cx="168480" cy="145080"/>
              </p14:xfrm>
            </p:contentPart>
          </mc:Choice>
          <mc:Fallback xmlns="">
            <p:pic>
              <p:nvPicPr>
                <p:cNvPr id="220" name="Ink 219">
                  <a:extLst>
                    <a:ext uri="{FF2B5EF4-FFF2-40B4-BE49-F238E27FC236}">
                      <a16:creationId xmlns:a16="http://schemas.microsoft.com/office/drawing/2014/main" id="{756B03AE-2249-AB39-04FF-9CADA52FB16B}"/>
                    </a:ext>
                  </a:extLst>
                </p:cNvPr>
                <p:cNvPicPr/>
                <p:nvPr/>
              </p:nvPicPr>
              <p:blipFill>
                <a:blip r:embed="rId314"/>
                <a:stretch>
                  <a:fillRect/>
                </a:stretch>
              </p:blipFill>
              <p:spPr>
                <a:xfrm>
                  <a:off x="5570400" y="3812520"/>
                  <a:ext cx="1771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21" name="Ink 220">
                  <a:extLst>
                    <a:ext uri="{FF2B5EF4-FFF2-40B4-BE49-F238E27FC236}">
                      <a16:creationId xmlns:a16="http://schemas.microsoft.com/office/drawing/2014/main" id="{CF5EEF86-4EDD-3117-81CB-5D83901AB8D9}"/>
                    </a:ext>
                  </a:extLst>
                </p14:cNvPr>
                <p14:cNvContentPartPr/>
                <p14:nvPr/>
              </p14:nvContentPartPr>
              <p14:xfrm>
                <a:off x="5883240" y="3861120"/>
                <a:ext cx="7920" cy="32400"/>
              </p14:xfrm>
            </p:contentPart>
          </mc:Choice>
          <mc:Fallback xmlns="">
            <p:pic>
              <p:nvPicPr>
                <p:cNvPr id="221" name="Ink 220">
                  <a:extLst>
                    <a:ext uri="{FF2B5EF4-FFF2-40B4-BE49-F238E27FC236}">
                      <a16:creationId xmlns:a16="http://schemas.microsoft.com/office/drawing/2014/main" id="{CF5EEF86-4EDD-3117-81CB-5D83901AB8D9}"/>
                    </a:ext>
                  </a:extLst>
                </p:cNvPr>
                <p:cNvPicPr/>
                <p:nvPr/>
              </p:nvPicPr>
              <p:blipFill>
                <a:blip r:embed="rId316"/>
                <a:stretch>
                  <a:fillRect/>
                </a:stretch>
              </p:blipFill>
              <p:spPr>
                <a:xfrm>
                  <a:off x="5878920" y="3856800"/>
                  <a:ext cx="16560" cy="41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7">
            <p14:nvContentPartPr>
              <p14:cNvPr id="222" name="Ink 221">
                <a:extLst>
                  <a:ext uri="{FF2B5EF4-FFF2-40B4-BE49-F238E27FC236}">
                    <a16:creationId xmlns:a16="http://schemas.microsoft.com/office/drawing/2014/main" id="{838D13C6-FCED-B1C6-A8DA-DDB8ABD1C864}"/>
                  </a:ext>
                </a:extLst>
              </p14:cNvPr>
              <p14:cNvContentPartPr/>
              <p14:nvPr/>
            </p14:nvContentPartPr>
            <p14:xfrm>
              <a:off x="5683080" y="4039320"/>
              <a:ext cx="229320" cy="181440"/>
            </p14:xfrm>
          </p:contentPart>
        </mc:Choice>
        <mc:Fallback xmlns="">
          <p:pic>
            <p:nvPicPr>
              <p:cNvPr id="222" name="Ink 221">
                <a:extLst>
                  <a:ext uri="{FF2B5EF4-FFF2-40B4-BE49-F238E27FC236}">
                    <a16:creationId xmlns:a16="http://schemas.microsoft.com/office/drawing/2014/main" id="{838D13C6-FCED-B1C6-A8DA-DDB8ABD1C864}"/>
                  </a:ext>
                </a:extLst>
              </p:cNvPr>
              <p:cNvPicPr/>
              <p:nvPr/>
            </p:nvPicPr>
            <p:blipFill>
              <a:blip r:embed="rId318"/>
              <a:stretch>
                <a:fillRect/>
              </a:stretch>
            </p:blipFill>
            <p:spPr>
              <a:xfrm>
                <a:off x="5678760" y="4035000"/>
                <a:ext cx="2379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24" name="Ink 223">
                <a:extLst>
                  <a:ext uri="{FF2B5EF4-FFF2-40B4-BE49-F238E27FC236}">
                    <a16:creationId xmlns:a16="http://schemas.microsoft.com/office/drawing/2014/main" id="{841321BA-279F-5C45-8534-A1E7162258B6}"/>
                  </a:ext>
                </a:extLst>
              </p14:cNvPr>
              <p14:cNvContentPartPr/>
              <p14:nvPr/>
            </p14:nvContentPartPr>
            <p14:xfrm>
              <a:off x="1519320" y="6380760"/>
              <a:ext cx="279360" cy="367560"/>
            </p14:xfrm>
          </p:contentPart>
        </mc:Choice>
        <mc:Fallback xmlns="">
          <p:pic>
            <p:nvPicPr>
              <p:cNvPr id="224" name="Ink 223">
                <a:extLst>
                  <a:ext uri="{FF2B5EF4-FFF2-40B4-BE49-F238E27FC236}">
                    <a16:creationId xmlns:a16="http://schemas.microsoft.com/office/drawing/2014/main" id="{841321BA-279F-5C45-8534-A1E7162258B6}"/>
                  </a:ext>
                </a:extLst>
              </p:cNvPr>
              <p:cNvPicPr/>
              <p:nvPr/>
            </p:nvPicPr>
            <p:blipFill>
              <a:blip r:embed="rId320"/>
              <a:stretch>
                <a:fillRect/>
              </a:stretch>
            </p:blipFill>
            <p:spPr>
              <a:xfrm>
                <a:off x="1515000" y="6376440"/>
                <a:ext cx="288000" cy="376200"/>
              </a:xfrm>
              <a:prstGeom prst="rect">
                <a:avLst/>
              </a:prstGeom>
            </p:spPr>
          </p:pic>
        </mc:Fallback>
      </mc:AlternateContent>
      <p:grpSp>
        <p:nvGrpSpPr>
          <p:cNvPr id="234" name="Group 233">
            <a:extLst>
              <a:ext uri="{FF2B5EF4-FFF2-40B4-BE49-F238E27FC236}">
                <a16:creationId xmlns:a16="http://schemas.microsoft.com/office/drawing/2014/main" id="{BD187BB2-04EC-6AB0-53E8-5432A347E1D6}"/>
              </a:ext>
            </a:extLst>
          </p:cNvPr>
          <p:cNvGrpSpPr/>
          <p:nvPr/>
        </p:nvGrpSpPr>
        <p:grpSpPr>
          <a:xfrm>
            <a:off x="4212480" y="701160"/>
            <a:ext cx="1228320" cy="674280"/>
            <a:chOff x="4212480" y="701160"/>
            <a:chExt cx="1228320" cy="674280"/>
          </a:xfrm>
        </p:grpSpPr>
        <mc:AlternateContent xmlns:mc="http://schemas.openxmlformats.org/markup-compatibility/2006" xmlns:p14="http://schemas.microsoft.com/office/powerpoint/2010/main">
          <mc:Choice Requires="p14">
            <p:contentPart p14:bwMode="auto" r:id="rId321">
              <p14:nvContentPartPr>
                <p14:cNvPr id="225" name="Ink 224">
                  <a:extLst>
                    <a:ext uri="{FF2B5EF4-FFF2-40B4-BE49-F238E27FC236}">
                      <a16:creationId xmlns:a16="http://schemas.microsoft.com/office/drawing/2014/main" id="{0DAFF9CB-D680-700A-BE0C-3739C8D99E74}"/>
                    </a:ext>
                  </a:extLst>
                </p14:cNvPr>
                <p14:cNvContentPartPr/>
                <p14:nvPr/>
              </p14:nvContentPartPr>
              <p14:xfrm>
                <a:off x="4212480" y="768480"/>
                <a:ext cx="98640" cy="426960"/>
              </p14:xfrm>
            </p:contentPart>
          </mc:Choice>
          <mc:Fallback xmlns="">
            <p:pic>
              <p:nvPicPr>
                <p:cNvPr id="225" name="Ink 224">
                  <a:extLst>
                    <a:ext uri="{FF2B5EF4-FFF2-40B4-BE49-F238E27FC236}">
                      <a16:creationId xmlns:a16="http://schemas.microsoft.com/office/drawing/2014/main" id="{0DAFF9CB-D680-700A-BE0C-3739C8D99E74}"/>
                    </a:ext>
                  </a:extLst>
                </p:cNvPr>
                <p:cNvPicPr/>
                <p:nvPr/>
              </p:nvPicPr>
              <p:blipFill>
                <a:blip r:embed="rId322"/>
                <a:stretch>
                  <a:fillRect/>
                </a:stretch>
              </p:blipFill>
              <p:spPr>
                <a:xfrm>
                  <a:off x="4208160" y="764160"/>
                  <a:ext cx="10728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26" name="Ink 225">
                  <a:extLst>
                    <a:ext uri="{FF2B5EF4-FFF2-40B4-BE49-F238E27FC236}">
                      <a16:creationId xmlns:a16="http://schemas.microsoft.com/office/drawing/2014/main" id="{C6DB5C40-18F7-1A1E-054C-9996B3817FE4}"/>
                    </a:ext>
                  </a:extLst>
                </p14:cNvPr>
                <p14:cNvContentPartPr/>
                <p14:nvPr/>
              </p14:nvContentPartPr>
              <p14:xfrm>
                <a:off x="4294920" y="1001400"/>
                <a:ext cx="146520" cy="131400"/>
              </p14:xfrm>
            </p:contentPart>
          </mc:Choice>
          <mc:Fallback xmlns="">
            <p:pic>
              <p:nvPicPr>
                <p:cNvPr id="226" name="Ink 225">
                  <a:extLst>
                    <a:ext uri="{FF2B5EF4-FFF2-40B4-BE49-F238E27FC236}">
                      <a16:creationId xmlns:a16="http://schemas.microsoft.com/office/drawing/2014/main" id="{C6DB5C40-18F7-1A1E-054C-9996B3817FE4}"/>
                    </a:ext>
                  </a:extLst>
                </p:cNvPr>
                <p:cNvPicPr/>
                <p:nvPr/>
              </p:nvPicPr>
              <p:blipFill>
                <a:blip r:embed="rId324"/>
                <a:stretch>
                  <a:fillRect/>
                </a:stretch>
              </p:blipFill>
              <p:spPr>
                <a:xfrm>
                  <a:off x="4290600" y="997080"/>
                  <a:ext cx="1551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27" name="Ink 226">
                  <a:extLst>
                    <a:ext uri="{FF2B5EF4-FFF2-40B4-BE49-F238E27FC236}">
                      <a16:creationId xmlns:a16="http://schemas.microsoft.com/office/drawing/2014/main" id="{B044EA6F-B628-E470-C9D2-6E38AB946A96}"/>
                    </a:ext>
                  </a:extLst>
                </p14:cNvPr>
                <p14:cNvContentPartPr/>
                <p14:nvPr/>
              </p14:nvContentPartPr>
              <p14:xfrm>
                <a:off x="4530000" y="953520"/>
                <a:ext cx="154440" cy="12960"/>
              </p14:xfrm>
            </p:contentPart>
          </mc:Choice>
          <mc:Fallback xmlns="">
            <p:pic>
              <p:nvPicPr>
                <p:cNvPr id="227" name="Ink 226">
                  <a:extLst>
                    <a:ext uri="{FF2B5EF4-FFF2-40B4-BE49-F238E27FC236}">
                      <a16:creationId xmlns:a16="http://schemas.microsoft.com/office/drawing/2014/main" id="{B044EA6F-B628-E470-C9D2-6E38AB946A96}"/>
                    </a:ext>
                  </a:extLst>
                </p:cNvPr>
                <p:cNvPicPr/>
                <p:nvPr/>
              </p:nvPicPr>
              <p:blipFill>
                <a:blip r:embed="rId326"/>
                <a:stretch>
                  <a:fillRect/>
                </a:stretch>
              </p:blipFill>
              <p:spPr>
                <a:xfrm>
                  <a:off x="4525680" y="949200"/>
                  <a:ext cx="1630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8" name="Ink 227">
                  <a:extLst>
                    <a:ext uri="{FF2B5EF4-FFF2-40B4-BE49-F238E27FC236}">
                      <a16:creationId xmlns:a16="http://schemas.microsoft.com/office/drawing/2014/main" id="{3459EF69-04EE-9178-7FE8-B3967236D854}"/>
                    </a:ext>
                  </a:extLst>
                </p14:cNvPr>
                <p14:cNvContentPartPr/>
                <p14:nvPr/>
              </p14:nvContentPartPr>
              <p14:xfrm>
                <a:off x="4774440" y="853800"/>
                <a:ext cx="16560" cy="213480"/>
              </p14:xfrm>
            </p:contentPart>
          </mc:Choice>
          <mc:Fallback xmlns="">
            <p:pic>
              <p:nvPicPr>
                <p:cNvPr id="228" name="Ink 227">
                  <a:extLst>
                    <a:ext uri="{FF2B5EF4-FFF2-40B4-BE49-F238E27FC236}">
                      <a16:creationId xmlns:a16="http://schemas.microsoft.com/office/drawing/2014/main" id="{3459EF69-04EE-9178-7FE8-B3967236D854}"/>
                    </a:ext>
                  </a:extLst>
                </p:cNvPr>
                <p:cNvPicPr/>
                <p:nvPr/>
              </p:nvPicPr>
              <p:blipFill>
                <a:blip r:embed="rId328"/>
                <a:stretch>
                  <a:fillRect/>
                </a:stretch>
              </p:blipFill>
              <p:spPr>
                <a:xfrm>
                  <a:off x="4770120" y="849480"/>
                  <a:ext cx="252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9" name="Ink 228">
                  <a:extLst>
                    <a:ext uri="{FF2B5EF4-FFF2-40B4-BE49-F238E27FC236}">
                      <a16:creationId xmlns:a16="http://schemas.microsoft.com/office/drawing/2014/main" id="{0A1BAA5F-FD75-AE3D-F594-78462AC7714D}"/>
                    </a:ext>
                  </a:extLst>
                </p14:cNvPr>
                <p14:cNvContentPartPr/>
                <p14:nvPr/>
              </p14:nvContentPartPr>
              <p14:xfrm>
                <a:off x="4836000" y="701160"/>
                <a:ext cx="123480" cy="581400"/>
              </p14:xfrm>
            </p:contentPart>
          </mc:Choice>
          <mc:Fallback xmlns="">
            <p:pic>
              <p:nvPicPr>
                <p:cNvPr id="229" name="Ink 228">
                  <a:extLst>
                    <a:ext uri="{FF2B5EF4-FFF2-40B4-BE49-F238E27FC236}">
                      <a16:creationId xmlns:a16="http://schemas.microsoft.com/office/drawing/2014/main" id="{0A1BAA5F-FD75-AE3D-F594-78462AC7714D}"/>
                    </a:ext>
                  </a:extLst>
                </p:cNvPr>
                <p:cNvPicPr/>
                <p:nvPr/>
              </p:nvPicPr>
              <p:blipFill>
                <a:blip r:embed="rId330"/>
                <a:stretch>
                  <a:fillRect/>
                </a:stretch>
              </p:blipFill>
              <p:spPr>
                <a:xfrm>
                  <a:off x="4831680" y="696840"/>
                  <a:ext cx="132120" cy="59004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30" name="Ink 229">
                  <a:extLst>
                    <a:ext uri="{FF2B5EF4-FFF2-40B4-BE49-F238E27FC236}">
                      <a16:creationId xmlns:a16="http://schemas.microsoft.com/office/drawing/2014/main" id="{6E812EA0-346E-C116-97D2-4A25CAF636A5}"/>
                    </a:ext>
                  </a:extLst>
                </p14:cNvPr>
                <p14:cNvContentPartPr/>
                <p14:nvPr/>
              </p14:nvContentPartPr>
              <p14:xfrm>
                <a:off x="5045880" y="710880"/>
                <a:ext cx="223560" cy="453960"/>
              </p14:xfrm>
            </p:contentPart>
          </mc:Choice>
          <mc:Fallback xmlns="">
            <p:pic>
              <p:nvPicPr>
                <p:cNvPr id="230" name="Ink 229">
                  <a:extLst>
                    <a:ext uri="{FF2B5EF4-FFF2-40B4-BE49-F238E27FC236}">
                      <a16:creationId xmlns:a16="http://schemas.microsoft.com/office/drawing/2014/main" id="{6E812EA0-346E-C116-97D2-4A25CAF636A5}"/>
                    </a:ext>
                  </a:extLst>
                </p:cNvPr>
                <p:cNvPicPr/>
                <p:nvPr/>
              </p:nvPicPr>
              <p:blipFill>
                <a:blip r:embed="rId332"/>
                <a:stretch>
                  <a:fillRect/>
                </a:stretch>
              </p:blipFill>
              <p:spPr>
                <a:xfrm>
                  <a:off x="5041560" y="706560"/>
                  <a:ext cx="23220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31" name="Ink 230">
                  <a:extLst>
                    <a:ext uri="{FF2B5EF4-FFF2-40B4-BE49-F238E27FC236}">
                      <a16:creationId xmlns:a16="http://schemas.microsoft.com/office/drawing/2014/main" id="{43301115-F03D-D0F1-E89A-9A364971EC98}"/>
                    </a:ext>
                  </a:extLst>
                </p14:cNvPr>
                <p14:cNvContentPartPr/>
                <p14:nvPr/>
              </p14:nvContentPartPr>
              <p14:xfrm>
                <a:off x="5192040" y="951720"/>
                <a:ext cx="94680" cy="183240"/>
              </p14:xfrm>
            </p:contentPart>
          </mc:Choice>
          <mc:Fallback xmlns="">
            <p:pic>
              <p:nvPicPr>
                <p:cNvPr id="231" name="Ink 230">
                  <a:extLst>
                    <a:ext uri="{FF2B5EF4-FFF2-40B4-BE49-F238E27FC236}">
                      <a16:creationId xmlns:a16="http://schemas.microsoft.com/office/drawing/2014/main" id="{43301115-F03D-D0F1-E89A-9A364971EC98}"/>
                    </a:ext>
                  </a:extLst>
                </p:cNvPr>
                <p:cNvPicPr/>
                <p:nvPr/>
              </p:nvPicPr>
              <p:blipFill>
                <a:blip r:embed="rId334"/>
                <a:stretch>
                  <a:fillRect/>
                </a:stretch>
              </p:blipFill>
              <p:spPr>
                <a:xfrm>
                  <a:off x="5187720" y="947400"/>
                  <a:ext cx="103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32" name="Ink 231">
                  <a:extLst>
                    <a:ext uri="{FF2B5EF4-FFF2-40B4-BE49-F238E27FC236}">
                      <a16:creationId xmlns:a16="http://schemas.microsoft.com/office/drawing/2014/main" id="{193A52F1-E423-8391-B404-19B3770C71B8}"/>
                    </a:ext>
                  </a:extLst>
                </p14:cNvPr>
                <p14:cNvContentPartPr/>
                <p14:nvPr/>
              </p14:nvContentPartPr>
              <p14:xfrm>
                <a:off x="5397960" y="994200"/>
                <a:ext cx="23400" cy="21240"/>
              </p14:xfrm>
            </p:contentPart>
          </mc:Choice>
          <mc:Fallback xmlns="">
            <p:pic>
              <p:nvPicPr>
                <p:cNvPr id="232" name="Ink 231">
                  <a:extLst>
                    <a:ext uri="{FF2B5EF4-FFF2-40B4-BE49-F238E27FC236}">
                      <a16:creationId xmlns:a16="http://schemas.microsoft.com/office/drawing/2014/main" id="{193A52F1-E423-8391-B404-19B3770C71B8}"/>
                    </a:ext>
                  </a:extLst>
                </p:cNvPr>
                <p:cNvPicPr/>
                <p:nvPr/>
              </p:nvPicPr>
              <p:blipFill>
                <a:blip r:embed="rId336"/>
                <a:stretch>
                  <a:fillRect/>
                </a:stretch>
              </p:blipFill>
              <p:spPr>
                <a:xfrm>
                  <a:off x="5393640" y="989880"/>
                  <a:ext cx="320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33" name="Ink 232">
                  <a:extLst>
                    <a:ext uri="{FF2B5EF4-FFF2-40B4-BE49-F238E27FC236}">
                      <a16:creationId xmlns:a16="http://schemas.microsoft.com/office/drawing/2014/main" id="{D6A71109-2C88-22E1-0AFB-44D3868F329E}"/>
                    </a:ext>
                  </a:extLst>
                </p14:cNvPr>
                <p14:cNvContentPartPr/>
                <p14:nvPr/>
              </p14:nvContentPartPr>
              <p14:xfrm>
                <a:off x="5309400" y="1170600"/>
                <a:ext cx="131400" cy="204840"/>
              </p14:xfrm>
            </p:contentPart>
          </mc:Choice>
          <mc:Fallback xmlns="">
            <p:pic>
              <p:nvPicPr>
                <p:cNvPr id="233" name="Ink 232">
                  <a:extLst>
                    <a:ext uri="{FF2B5EF4-FFF2-40B4-BE49-F238E27FC236}">
                      <a16:creationId xmlns:a16="http://schemas.microsoft.com/office/drawing/2014/main" id="{D6A71109-2C88-22E1-0AFB-44D3868F329E}"/>
                    </a:ext>
                  </a:extLst>
                </p:cNvPr>
                <p:cNvPicPr/>
                <p:nvPr/>
              </p:nvPicPr>
              <p:blipFill>
                <a:blip r:embed="rId338"/>
                <a:stretch>
                  <a:fillRect/>
                </a:stretch>
              </p:blipFill>
              <p:spPr>
                <a:xfrm>
                  <a:off x="5305080" y="1166280"/>
                  <a:ext cx="140040" cy="213480"/>
                </a:xfrm>
                <a:prstGeom prst="rect">
                  <a:avLst/>
                </a:prstGeom>
              </p:spPr>
            </p:pic>
          </mc:Fallback>
        </mc:AlternateContent>
      </p:grpSp>
    </p:spTree>
    <p:extLst>
      <p:ext uri="{BB962C8B-B14F-4D97-AF65-F5344CB8AC3E}">
        <p14:creationId xmlns:p14="http://schemas.microsoft.com/office/powerpoint/2010/main" val="139377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O notation</a:t>
            </a:r>
          </a:p>
        </p:txBody>
      </p:sp>
      <p:sp>
        <p:nvSpPr>
          <p:cNvPr id="3" name="Content Placeholder 2"/>
          <p:cNvSpPr>
            <a:spLocks noGrp="1"/>
          </p:cNvSpPr>
          <p:nvPr>
            <p:ph idx="1"/>
          </p:nvPr>
        </p:nvSpPr>
        <p:spPr/>
        <p:txBody>
          <a:bodyPr>
            <a:normAutofit fontScale="70000" lnSpcReduction="20000"/>
          </a:bodyPr>
          <a:lstStyle/>
          <a:p>
            <a:r>
              <a:rPr lang="en-US" dirty="0"/>
              <a:t>The Big O notation is used in Computer Science to describe the performance or complexity of an algorithm. </a:t>
            </a:r>
          </a:p>
          <a:p>
            <a:r>
              <a:rPr lang="en-US" dirty="0"/>
              <a:t>This notation focuses on the worst-case scenario. </a:t>
            </a:r>
          </a:p>
          <a:p>
            <a:r>
              <a:rPr lang="en-US" dirty="0"/>
              <a:t>It can be used to describe the execution time required or the space required -in memory or on disk- by an algorithm.</a:t>
            </a:r>
          </a:p>
          <a:p>
            <a:r>
              <a:rPr lang="en-US" dirty="0"/>
              <a:t>One possible way to readily explain how the Big O notation works is to provide a number of examples in code. </a:t>
            </a:r>
          </a:p>
          <a:p>
            <a:endParaRPr lang="en-US" dirty="0"/>
          </a:p>
          <a:p>
            <a:r>
              <a:rPr lang="en-US" dirty="0"/>
              <a:t>We focus on how the function behaves as its input grows large.</a:t>
            </a:r>
          </a:p>
          <a:p>
            <a:r>
              <a:rPr lang="en-US" dirty="0"/>
              <a:t>Asymptotic notation is a standard means for describing families of functions that share similar asymptotic behavior.</a:t>
            </a:r>
          </a:p>
          <a:p>
            <a:r>
              <a:rPr lang="en-US" dirty="0"/>
              <a:t>Asymptotic notation allows us to ignore small input sizes, constant factors, lower-order terms in polynomials, and so forth.</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O(1)</a:t>
            </a:r>
          </a:p>
        </p:txBody>
      </p:sp>
      <p:sp>
        <p:nvSpPr>
          <p:cNvPr id="3" name="Content Placeholder 2"/>
          <p:cNvSpPr>
            <a:spLocks noGrp="1"/>
          </p:cNvSpPr>
          <p:nvPr>
            <p:ph idx="1"/>
          </p:nvPr>
        </p:nvSpPr>
        <p:spPr/>
        <p:txBody>
          <a:bodyPr/>
          <a:lstStyle/>
          <a:p>
            <a:r>
              <a:rPr lang="en-US" dirty="0"/>
              <a:t>This describes an algorithm that will always execute in the same amount of time or space, regardless of the size of the input data set.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42</a:t>
            </a:fld>
            <a:endParaRPr lang="en-US"/>
          </a:p>
        </p:txBody>
      </p:sp>
      <p:sp>
        <p:nvSpPr>
          <p:cNvPr id="23553" name="Rectangle 1"/>
          <p:cNvSpPr>
            <a:spLocks noChangeArrowheads="1"/>
          </p:cNvSpPr>
          <p:nvPr/>
        </p:nvSpPr>
        <p:spPr bwMode="auto">
          <a:xfrm>
            <a:off x="827584" y="3140968"/>
            <a:ext cx="7336890" cy="1754326"/>
          </a:xfrm>
          <a:prstGeom prst="rect">
            <a:avLst/>
          </a:prstGeom>
          <a:noFill/>
          <a:ln w="9525">
            <a:solidFill>
              <a:schemeClr val="bg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err="1">
                <a:ln>
                  <a:noFill/>
                </a:ln>
                <a:effectLst/>
                <a:latin typeface="Courier New" pitchFamily="49" charset="0"/>
                <a:ea typeface="Times New Roman" pitchFamily="18" charset="0"/>
                <a:cs typeface="Courier New" pitchFamily="49" charset="0"/>
              </a:rPr>
              <a:t>boolean</a:t>
            </a:r>
            <a:r>
              <a:rPr kumimoji="0" lang="en-US" b="0" i="0" u="none" strike="noStrike" cap="none" normalizeH="0" baseline="0" dirty="0">
                <a:ln>
                  <a:noFill/>
                </a:ln>
                <a:effectLst/>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i</a:t>
            </a:r>
            <a:r>
              <a:rPr kumimoji="0" lang="en-US" b="0" i="0" u="none" strike="noStrike" cap="none" normalizeH="0" baseline="0" dirty="0" err="1">
                <a:ln>
                  <a:noFill/>
                </a:ln>
                <a:effectLst/>
                <a:latin typeface="Courier New" pitchFamily="49" charset="0"/>
                <a:ea typeface="Times New Roman" pitchFamily="18" charset="0"/>
                <a:cs typeface="Courier New" pitchFamily="49" charset="0"/>
              </a:rPr>
              <a:t>sFirstElementNull</a:t>
            </a:r>
            <a:r>
              <a:rPr kumimoji="0" lang="en-US" b="0" i="0" u="none" strike="noStrike" cap="none" normalizeH="0" baseline="0" dirty="0">
                <a:ln>
                  <a:noFill/>
                </a:ln>
                <a:effectLst/>
                <a:latin typeface="Courier New" pitchFamily="49" charset="0"/>
                <a:ea typeface="Times New Roman" pitchFamily="18" charset="0"/>
                <a:cs typeface="Courier New" pitchFamily="49" charset="0"/>
              </a:rPr>
              <a:t>(String[] strings) {</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if(strings[0] == null) </a:t>
            </a:r>
            <a:r>
              <a:rPr kumimoji="0" lang="en-US" b="0" i="0" u="none" strike="noStrike" cap="none" normalizeH="0" dirty="0">
                <a:ln>
                  <a:noFill/>
                </a:ln>
                <a:effectLst/>
                <a:latin typeface="Courier New" pitchFamily="49" charset="0"/>
                <a:ea typeface="Times New Roman" pitchFamily="18" charset="0"/>
                <a:cs typeface="Courier New" pitchFamily="49" charset="0"/>
              </a:rPr>
              <a:t>{</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return true;</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	return false;</a:t>
            </a:r>
            <a:endParaRPr kumimoji="0" lang="en-US" b="0" i="0" u="none" strike="noStrike" cap="none" normalizeH="0" baseline="0" dirty="0">
              <a:ln>
                <a:noFill/>
              </a:ln>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b="0" i="0" u="none" strike="noStrike" cap="none" normalizeH="0" baseline="0" dirty="0">
                <a:ln>
                  <a:noFill/>
                </a:ln>
                <a:effectLst/>
                <a:latin typeface="Courier New" pitchFamily="49" charset="0"/>
                <a:ea typeface="Times New Roman" pitchFamily="18" charset="0"/>
                <a:cs typeface="Courier New" pitchFamily="49" charset="0"/>
              </a:rPr>
              <a:t>}</a:t>
            </a:r>
            <a:endParaRPr kumimoji="0" lang="en-US" b="0" i="0" u="none" strike="noStrike" cap="none" normalizeH="0" baseline="0" dirty="0">
              <a:ln>
                <a:noFill/>
              </a:ln>
              <a:effectLst/>
              <a:latin typeface="Arial" pitchFamily="34" charset="0"/>
              <a:cs typeface="Arial"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a:t>
            </a:r>
          </a:p>
        </p:txBody>
      </p:sp>
      <p:sp>
        <p:nvSpPr>
          <p:cNvPr id="3" name="Content Placeholder 2"/>
          <p:cNvSpPr>
            <a:spLocks noGrp="1"/>
          </p:cNvSpPr>
          <p:nvPr>
            <p:ph idx="1"/>
          </p:nvPr>
        </p:nvSpPr>
        <p:spPr>
          <a:xfrm>
            <a:off x="457200" y="1600201"/>
            <a:ext cx="8229600" cy="2476872"/>
          </a:xfrm>
        </p:spPr>
        <p:txBody>
          <a:bodyPr>
            <a:normAutofit fontScale="62500" lnSpcReduction="20000"/>
          </a:bodyPr>
          <a:lstStyle/>
          <a:p>
            <a:r>
              <a:rPr lang="en-US" dirty="0"/>
              <a:t>n is the input data set size.</a:t>
            </a:r>
          </a:p>
          <a:p>
            <a:r>
              <a:rPr lang="en-US" dirty="0"/>
              <a:t>Describes an algorithm whose execution time or space required will grow in a linear fashion and in direct proportion to the size of the input data set.</a:t>
            </a:r>
          </a:p>
          <a:p>
            <a:r>
              <a:rPr lang="en-US" dirty="0"/>
              <a:t>Looking at the given example illustrates how the Big O notation is used: it is possible that a matching string could be found during any iteration of the for loop and the function would return early. However, the Big O notation will always assume the upper limit. That is a situation where the algorithm will perform the maximum number of iterations.</a:t>
            </a:r>
          </a:p>
          <a:p>
            <a:r>
              <a:rPr lang="en-US" dirty="0"/>
              <a:t>For example, a linear search</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43</a:t>
            </a:fld>
            <a:endParaRPr lang="en-US"/>
          </a:p>
        </p:txBody>
      </p:sp>
      <p:sp>
        <p:nvSpPr>
          <p:cNvPr id="38913" name="Rectangle 1"/>
          <p:cNvSpPr>
            <a:spLocks noChangeArrowheads="1"/>
          </p:cNvSpPr>
          <p:nvPr/>
        </p:nvSpPr>
        <p:spPr bwMode="auto">
          <a:xfrm>
            <a:off x="827584" y="4005064"/>
            <a:ext cx="8064896"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err="1">
                <a:latin typeface="Courier New" pitchFamily="49" charset="0"/>
                <a:ea typeface="Times New Roman" pitchFamily="18" charset="0"/>
                <a:cs typeface="Courier New" pitchFamily="49" charset="0"/>
              </a:rPr>
              <a:t>boolean</a:t>
            </a:r>
            <a:r>
              <a:rPr lang="en-US" dirty="0">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containsValue</a:t>
            </a:r>
            <a:r>
              <a:rPr lang="en-US" dirty="0">
                <a:latin typeface="Courier New" pitchFamily="49" charset="0"/>
                <a:ea typeface="Times New Roman" pitchFamily="18" charset="0"/>
                <a:cs typeface="Courier New" pitchFamily="49" charset="0"/>
              </a:rPr>
              <a:t>(String[] strings, String value)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for(</a:t>
            </a:r>
            <a:r>
              <a:rPr lang="en-US" dirty="0" err="1">
                <a:latin typeface="Courier New" pitchFamily="49" charset="0"/>
                <a:ea typeface="Times New Roman" pitchFamily="18" charset="0"/>
                <a:cs typeface="Courier New" pitchFamily="49" charset="0"/>
              </a:rPr>
              <a:t>int</a:t>
            </a:r>
            <a:r>
              <a:rPr lang="en-US" dirty="0">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 0; </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&lt; </a:t>
            </a:r>
            <a:r>
              <a:rPr lang="en-US" dirty="0" err="1">
                <a:latin typeface="Courier New" pitchFamily="49" charset="0"/>
                <a:ea typeface="Times New Roman" pitchFamily="18" charset="0"/>
                <a:cs typeface="Courier New" pitchFamily="49" charset="0"/>
              </a:rPr>
              <a:t>strings.length</a:t>
            </a:r>
            <a:r>
              <a:rPr lang="en-US" dirty="0">
                <a:latin typeface="Courier New" pitchFamily="49" charset="0"/>
                <a:ea typeface="Times New Roman" pitchFamily="18" charset="0"/>
                <a:cs typeface="Courier New" pitchFamily="49" charset="0"/>
              </a:rPr>
              <a:t>; </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if(strings[</a:t>
            </a:r>
            <a:r>
              <a:rPr lang="en-US" dirty="0" err="1">
                <a:latin typeface="Courier New" pitchFamily="49" charset="0"/>
                <a:ea typeface="Times New Roman" pitchFamily="18" charset="0"/>
                <a:cs typeface="Courier New" pitchFamily="49" charset="0"/>
              </a:rPr>
              <a:t>i</a:t>
            </a:r>
            <a:r>
              <a:rPr lang="en-US" dirty="0">
                <a:latin typeface="Courier New" pitchFamily="49" charset="0"/>
                <a:ea typeface="Times New Roman" pitchFamily="18" charset="0"/>
                <a:cs typeface="Courier New" pitchFamily="49" charset="0"/>
              </a:rPr>
              <a:t>] == value)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return true;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return false;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dirty="0">
                <a:latin typeface="Courier New" pitchFamily="49" charset="0"/>
                <a:ea typeface="Times New Roman" pitchFamily="18" charset="0"/>
                <a:cs typeface="Courier New" pitchFamily="49" charset="0"/>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a:t>
            </a:r>
            <a:r>
              <a:rPr lang="en-US" baseline="30000" dirty="0"/>
              <a:t>2</a:t>
            </a:r>
            <a:r>
              <a:rPr lang="en-US" dirty="0"/>
              <a:t>)</a:t>
            </a:r>
          </a:p>
        </p:txBody>
      </p:sp>
      <p:sp>
        <p:nvSpPr>
          <p:cNvPr id="3" name="Content Placeholder 2"/>
          <p:cNvSpPr>
            <a:spLocks noGrp="1"/>
          </p:cNvSpPr>
          <p:nvPr>
            <p:ph idx="1"/>
          </p:nvPr>
        </p:nvSpPr>
        <p:spPr>
          <a:xfrm>
            <a:off x="457200" y="1600201"/>
            <a:ext cx="8229600" cy="2188839"/>
          </a:xfrm>
        </p:spPr>
        <p:txBody>
          <a:bodyPr>
            <a:normAutofit fontScale="70000" lnSpcReduction="20000"/>
          </a:bodyPr>
          <a:lstStyle/>
          <a:p>
            <a:r>
              <a:rPr lang="en-US" dirty="0"/>
              <a:t>n is the input data set size.</a:t>
            </a:r>
          </a:p>
          <a:p>
            <a:r>
              <a:rPr lang="en-US" dirty="0"/>
              <a:t>Describes an algorithm whose execution time or space required is directly proportional to the square of the size of the input data set.</a:t>
            </a:r>
          </a:p>
          <a:p>
            <a:r>
              <a:rPr lang="en-US" dirty="0"/>
              <a:t>This is common with algorithms that involve nested iterations over the data set. More deeply nested </a:t>
            </a:r>
            <a:r>
              <a:rPr lang="en-US" dirty="0" err="1"/>
              <a:t>interations</a:t>
            </a:r>
            <a:r>
              <a:rPr lang="en-US" dirty="0"/>
              <a:t> will result in O(n</a:t>
            </a:r>
            <a:r>
              <a:rPr lang="en-US" baseline="30000" dirty="0"/>
              <a:t>3</a:t>
            </a:r>
            <a:r>
              <a:rPr lang="en-US" dirty="0"/>
              <a:t>), O(n</a:t>
            </a:r>
            <a:r>
              <a:rPr lang="en-US" baseline="30000" dirty="0"/>
              <a:t>4</a:t>
            </a:r>
            <a:r>
              <a:rPr lang="en-US" dirty="0"/>
              <a:t>), etc.</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44</a:t>
            </a:fld>
            <a:endParaRPr lang="en-US"/>
          </a:p>
        </p:txBody>
      </p:sp>
      <p:sp>
        <p:nvSpPr>
          <p:cNvPr id="39937" name="Rectangle 1"/>
          <p:cNvSpPr>
            <a:spLocks noChangeArrowheads="1"/>
          </p:cNvSpPr>
          <p:nvPr/>
        </p:nvSpPr>
        <p:spPr bwMode="auto">
          <a:xfrm>
            <a:off x="899592" y="3564791"/>
            <a:ext cx="7560840" cy="32932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err="1">
                <a:latin typeface="Courier New" pitchFamily="49" charset="0"/>
                <a:ea typeface="Times New Roman" pitchFamily="18" charset="0"/>
                <a:cs typeface="Courier New" pitchFamily="49" charset="0"/>
              </a:rPr>
              <a:t>boolean</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containsDuplicates</a:t>
            </a:r>
            <a:r>
              <a:rPr lang="en-US" sz="1600" dirty="0">
                <a:latin typeface="Courier New" pitchFamily="49" charset="0"/>
                <a:ea typeface="Times New Roman" pitchFamily="18" charset="0"/>
                <a:cs typeface="Courier New" pitchFamily="49" charset="0"/>
              </a:rPr>
              <a:t>(String[] strings)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for(</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 0; </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&lt; </a:t>
            </a:r>
            <a:r>
              <a:rPr lang="en-US" sz="1600" dirty="0" err="1">
                <a:latin typeface="Courier New" pitchFamily="49" charset="0"/>
                <a:ea typeface="Times New Roman" pitchFamily="18" charset="0"/>
                <a:cs typeface="Courier New" pitchFamily="49" charset="0"/>
              </a:rPr>
              <a:t>strings.length</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for(</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j = 0; j &lt; </a:t>
            </a:r>
            <a:r>
              <a:rPr lang="en-US" sz="1600" dirty="0" err="1">
                <a:latin typeface="Courier New" pitchFamily="49" charset="0"/>
                <a:ea typeface="Times New Roman" pitchFamily="18" charset="0"/>
                <a:cs typeface="Courier New" pitchFamily="49" charset="0"/>
              </a:rPr>
              <a:t>strings.length</a:t>
            </a:r>
            <a:r>
              <a:rPr lang="en-US" sz="1600" dirty="0">
                <a:latin typeface="Courier New" pitchFamily="49" charset="0"/>
                <a:ea typeface="Times New Roman" pitchFamily="18" charset="0"/>
                <a:cs typeface="Courier New" pitchFamily="49" charset="0"/>
              </a:rPr>
              <a:t>; j++)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if(</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 j) // Don't compare with self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continue;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if(strings[</a:t>
            </a:r>
            <a:r>
              <a:rPr lang="en-US" sz="1600" dirty="0" err="1">
                <a:latin typeface="Courier New" pitchFamily="49" charset="0"/>
                <a:ea typeface="Times New Roman" pitchFamily="18" charset="0"/>
                <a:cs typeface="Courier New" pitchFamily="49" charset="0"/>
              </a:rPr>
              <a:t>i</a:t>
            </a:r>
            <a:r>
              <a:rPr lang="en-US" sz="1600" dirty="0">
                <a:latin typeface="Courier New" pitchFamily="49" charset="0"/>
                <a:ea typeface="Times New Roman" pitchFamily="18" charset="0"/>
                <a:cs typeface="Courier New" pitchFamily="49" charset="0"/>
              </a:rPr>
              <a:t>] == strings[j])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return true;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	return false;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1600" dirty="0">
                <a:latin typeface="Courier New" pitchFamily="49" charset="0"/>
                <a:ea typeface="Times New Roman" pitchFamily="18" charset="0"/>
                <a:cs typeface="Courier New" pitchFamily="49"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O(2</a:t>
            </a:r>
            <a:r>
              <a:rPr lang="en-US" baseline="30000" dirty="0"/>
              <a:t>n</a:t>
            </a:r>
            <a:r>
              <a:rPr lang="en-US" dirty="0"/>
              <a:t>)</a:t>
            </a:r>
          </a:p>
        </p:txBody>
      </p:sp>
      <p:sp>
        <p:nvSpPr>
          <p:cNvPr id="3" name="Content Placeholder 2"/>
          <p:cNvSpPr>
            <a:spLocks noGrp="1"/>
          </p:cNvSpPr>
          <p:nvPr>
            <p:ph idx="1"/>
          </p:nvPr>
        </p:nvSpPr>
        <p:spPr/>
        <p:txBody>
          <a:bodyPr/>
          <a:lstStyle/>
          <a:p>
            <a:r>
              <a:rPr lang="en-US" dirty="0"/>
              <a:t>Describes an algorithm whose execution time or space required doubles for each additional element in the input data set.</a:t>
            </a:r>
          </a:p>
          <a:p>
            <a:r>
              <a:rPr lang="en-US" dirty="0"/>
              <a:t>As n increases, the execution time of an O(2</a:t>
            </a:r>
            <a:r>
              <a:rPr lang="en-US" baseline="30000" dirty="0"/>
              <a:t>n</a:t>
            </a:r>
            <a:r>
              <a:rPr lang="en-US" dirty="0"/>
              <a:t>) function will quickly become very large.</a:t>
            </a:r>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O(log n)</a:t>
            </a:r>
          </a:p>
        </p:txBody>
      </p:sp>
      <p:sp>
        <p:nvSpPr>
          <p:cNvPr id="3" name="Content Placeholder 2"/>
          <p:cNvSpPr>
            <a:spLocks noGrp="1"/>
          </p:cNvSpPr>
          <p:nvPr>
            <p:ph idx="1"/>
          </p:nvPr>
        </p:nvSpPr>
        <p:spPr>
          <a:xfrm>
            <a:off x="457200" y="1600201"/>
            <a:ext cx="8229600" cy="1684784"/>
          </a:xfrm>
        </p:spPr>
        <p:txBody>
          <a:bodyPr>
            <a:normAutofit fontScale="62500" lnSpcReduction="20000"/>
          </a:bodyPr>
          <a:lstStyle/>
          <a:p>
            <a:r>
              <a:rPr lang="en-US" dirty="0"/>
              <a:t>Searching through an array is commonly used to explain algorithms of this type. A search through an unsorted array is O(n), however it is possible to search through a sorted array in a time O(log n). </a:t>
            </a:r>
          </a:p>
          <a:p>
            <a:r>
              <a:rPr lang="en-US" dirty="0"/>
              <a:t>This can be done as follows:</a:t>
            </a:r>
          </a:p>
          <a:p>
            <a:r>
              <a:rPr lang="en-US" dirty="0"/>
              <a:t>For the iterative version given below, count the number of steps required to find </a:t>
            </a:r>
            <a:r>
              <a:rPr lang="en-US" sz="2600" dirty="0">
                <a:latin typeface="Courier New" pitchFamily="49" charset="0"/>
                <a:ea typeface="Times New Roman" pitchFamily="18" charset="0"/>
                <a:cs typeface="Courier New" pitchFamily="49" charset="0"/>
              </a:rPr>
              <a:t>value</a:t>
            </a:r>
            <a:r>
              <a:rPr lang="en-US" dirty="0"/>
              <a:t>.</a:t>
            </a:r>
          </a:p>
          <a:p>
            <a:endParaRPr lang="en-US" dirty="0"/>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46</a:t>
            </a:fld>
            <a:endParaRPr lang="en-US" dirty="0"/>
          </a:p>
        </p:txBody>
      </p:sp>
      <p:sp>
        <p:nvSpPr>
          <p:cNvPr id="5" name="Rectangle 4"/>
          <p:cNvSpPr/>
          <p:nvPr/>
        </p:nvSpPr>
        <p:spPr>
          <a:xfrm>
            <a:off x="683568" y="3356992"/>
            <a:ext cx="7920880" cy="3046988"/>
          </a:xfrm>
          <a:prstGeom prst="rect">
            <a:avLst/>
          </a:prstGeom>
        </p:spPr>
        <p:txBody>
          <a:bodyPr wrap="square">
            <a:spAutoFit/>
          </a:bodyPr>
          <a:lstStyle/>
          <a:p>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binarySearch</a:t>
            </a:r>
            <a:r>
              <a:rPr lang="en-US" sz="1600" dirty="0">
                <a:latin typeface="Courier New" pitchFamily="49" charset="0"/>
                <a:ea typeface="Times New Roman" pitchFamily="18" charset="0"/>
                <a:cs typeface="Courier New" pitchFamily="49" charset="0"/>
              </a:rPr>
              <a:t>(</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a[],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value,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left,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right) {</a:t>
            </a:r>
          </a:p>
          <a:p>
            <a:r>
              <a:rPr lang="en-US" sz="1600" dirty="0">
                <a:latin typeface="Courier New" pitchFamily="49" charset="0"/>
                <a:ea typeface="Times New Roman" pitchFamily="18" charset="0"/>
                <a:cs typeface="Courier New" pitchFamily="49" charset="0"/>
              </a:rPr>
              <a:t>      while (left &lt;= right) {</a:t>
            </a:r>
          </a:p>
          <a:p>
            <a:r>
              <a:rPr lang="en-US" sz="1600" dirty="0">
                <a:latin typeface="Courier New" pitchFamily="49" charset="0"/>
                <a:ea typeface="Times New Roman" pitchFamily="18" charset="0"/>
                <a:cs typeface="Courier New" pitchFamily="49" charset="0"/>
              </a:rPr>
              <a:t>            </a:t>
            </a:r>
            <a:r>
              <a:rPr lang="en-US" sz="1600" dirty="0" err="1">
                <a:latin typeface="Courier New" pitchFamily="49" charset="0"/>
                <a:ea typeface="Times New Roman" pitchFamily="18" charset="0"/>
                <a:cs typeface="Courier New" pitchFamily="49" charset="0"/>
              </a:rPr>
              <a:t>int</a:t>
            </a:r>
            <a:r>
              <a:rPr lang="en-US" sz="1600" dirty="0">
                <a:latin typeface="Courier New" pitchFamily="49" charset="0"/>
                <a:ea typeface="Times New Roman" pitchFamily="18" charset="0"/>
                <a:cs typeface="Courier New" pitchFamily="49" charset="0"/>
              </a:rPr>
              <a:t> middle = (left + right) / 2;</a:t>
            </a:r>
          </a:p>
          <a:p>
            <a:r>
              <a:rPr lang="en-US" sz="1600" dirty="0">
                <a:latin typeface="Courier New" pitchFamily="49" charset="0"/>
                <a:ea typeface="Times New Roman" pitchFamily="18" charset="0"/>
                <a:cs typeface="Courier New" pitchFamily="49" charset="0"/>
              </a:rPr>
              <a:t>            if (a[middle] == value)</a:t>
            </a:r>
          </a:p>
          <a:p>
            <a:r>
              <a:rPr lang="en-US" sz="1600" dirty="0">
                <a:latin typeface="Courier New" pitchFamily="49" charset="0"/>
                <a:ea typeface="Times New Roman" pitchFamily="18" charset="0"/>
                <a:cs typeface="Courier New" pitchFamily="49" charset="0"/>
              </a:rPr>
              <a:t>                  return middle;</a:t>
            </a:r>
          </a:p>
          <a:p>
            <a:r>
              <a:rPr lang="en-US" sz="1600" dirty="0">
                <a:latin typeface="Courier New" pitchFamily="49" charset="0"/>
                <a:ea typeface="Times New Roman" pitchFamily="18" charset="0"/>
                <a:cs typeface="Courier New" pitchFamily="49" charset="0"/>
              </a:rPr>
              <a:t>            else if (a[middle] &gt; value)</a:t>
            </a:r>
          </a:p>
          <a:p>
            <a:r>
              <a:rPr lang="en-US" sz="1600" dirty="0">
                <a:latin typeface="Courier New" pitchFamily="49" charset="0"/>
                <a:ea typeface="Times New Roman" pitchFamily="18" charset="0"/>
                <a:cs typeface="Courier New" pitchFamily="49" charset="0"/>
              </a:rPr>
              <a:t>                  right = middle - 1;</a:t>
            </a:r>
          </a:p>
          <a:p>
            <a:r>
              <a:rPr lang="en-US" sz="1600" dirty="0">
                <a:latin typeface="Courier New" pitchFamily="49" charset="0"/>
                <a:ea typeface="Times New Roman" pitchFamily="18" charset="0"/>
                <a:cs typeface="Courier New" pitchFamily="49" charset="0"/>
              </a:rPr>
              <a:t>            else</a:t>
            </a:r>
          </a:p>
          <a:p>
            <a:r>
              <a:rPr lang="en-US" sz="1600" dirty="0">
                <a:latin typeface="Courier New" pitchFamily="49" charset="0"/>
                <a:ea typeface="Times New Roman" pitchFamily="18" charset="0"/>
                <a:cs typeface="Courier New" pitchFamily="49" charset="0"/>
              </a:rPr>
              <a:t>                  left = middle + 1;</a:t>
            </a:r>
          </a:p>
          <a:p>
            <a:r>
              <a:rPr lang="en-US" sz="1600" dirty="0">
                <a:latin typeface="Courier New" pitchFamily="49" charset="0"/>
                <a:ea typeface="Times New Roman" pitchFamily="18" charset="0"/>
                <a:cs typeface="Courier New" pitchFamily="49" charset="0"/>
              </a:rPr>
              <a:t>      }</a:t>
            </a:r>
          </a:p>
          <a:p>
            <a:r>
              <a:rPr lang="en-US" sz="1600" dirty="0">
                <a:latin typeface="Courier New" pitchFamily="49" charset="0"/>
                <a:ea typeface="Times New Roman" pitchFamily="18" charset="0"/>
                <a:cs typeface="Courier New" pitchFamily="49" charset="0"/>
              </a:rPr>
              <a:t>      return -1;</a:t>
            </a:r>
          </a:p>
          <a:p>
            <a:r>
              <a:rPr lang="en-US" sz="1600" dirty="0">
                <a:latin typeface="Courier New" pitchFamily="49" charset="0"/>
                <a:ea typeface="Times New Roman" pitchFamily="18" charset="0"/>
                <a:cs typeface="Courier New" pitchFamily="49"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O(log n) - A recursive implementation</a:t>
            </a:r>
          </a:p>
        </p:txBody>
      </p:sp>
      <p:sp>
        <p:nvSpPr>
          <p:cNvPr id="4" name="Slide Number Placeholder 3"/>
          <p:cNvSpPr>
            <a:spLocks noGrp="1"/>
          </p:cNvSpPr>
          <p:nvPr>
            <p:ph type="sldNum" sz="quarter" idx="12"/>
          </p:nvPr>
        </p:nvSpPr>
        <p:spPr/>
        <p:txBody>
          <a:bodyPr/>
          <a:lstStyle/>
          <a:p>
            <a:fld id="{AD2B2EE5-B8BC-4D24-A25E-F2DF61737E68}" type="slidenum">
              <a:rPr lang="en-US" smtClean="0"/>
              <a:pPr/>
              <a:t>47</a:t>
            </a:fld>
            <a:endParaRPr lang="en-US"/>
          </a:p>
        </p:txBody>
      </p:sp>
      <p:sp>
        <p:nvSpPr>
          <p:cNvPr id="5" name="Rectangle 4"/>
          <p:cNvSpPr/>
          <p:nvPr/>
        </p:nvSpPr>
        <p:spPr>
          <a:xfrm>
            <a:off x="179512" y="2132856"/>
            <a:ext cx="8964488" cy="2462213"/>
          </a:xfrm>
          <a:prstGeom prst="rect">
            <a:avLst/>
          </a:prstGeom>
        </p:spPr>
        <p:txBody>
          <a:bodyPr wrap="square">
            <a:spAutoFit/>
          </a:bodyPr>
          <a:lstStyle/>
          <a:p>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binarySearch</a:t>
            </a:r>
            <a:r>
              <a:rPr lang="en-US" sz="1400" dirty="0">
                <a:latin typeface="Courier New" pitchFamily="49" charset="0"/>
                <a:ea typeface="Times New Roman" pitchFamily="18" charset="0"/>
                <a:cs typeface="Courier New" pitchFamily="49" charset="0"/>
              </a:rPr>
              <a: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value,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left,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right) {</a:t>
            </a:r>
          </a:p>
          <a:p>
            <a:r>
              <a:rPr lang="en-US" sz="1400" dirty="0">
                <a:latin typeface="Courier New" pitchFamily="49" charset="0"/>
                <a:ea typeface="Times New Roman" pitchFamily="18" charset="0"/>
                <a:cs typeface="Courier New" pitchFamily="49" charset="0"/>
              </a:rPr>
              <a:t>      if (left &gt; right)</a:t>
            </a:r>
          </a:p>
          <a:p>
            <a:r>
              <a:rPr lang="en-US" sz="1400" dirty="0">
                <a:latin typeface="Courier New" pitchFamily="49" charset="0"/>
                <a:ea typeface="Times New Roman" pitchFamily="18" charset="0"/>
                <a:cs typeface="Courier New" pitchFamily="49" charset="0"/>
              </a:rPr>
              <a:t>            return -1;</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middle = (left + right) / 2;</a:t>
            </a:r>
          </a:p>
          <a:p>
            <a:r>
              <a:rPr lang="en-US" sz="1400" dirty="0">
                <a:latin typeface="Courier New" pitchFamily="49" charset="0"/>
                <a:ea typeface="Times New Roman" pitchFamily="18" charset="0"/>
                <a:cs typeface="Courier New" pitchFamily="49" charset="0"/>
              </a:rPr>
              <a:t>      if (a [middle] == value)</a:t>
            </a:r>
          </a:p>
          <a:p>
            <a:r>
              <a:rPr lang="en-US" sz="1400" dirty="0">
                <a:latin typeface="Courier New" pitchFamily="49" charset="0"/>
                <a:ea typeface="Times New Roman" pitchFamily="18" charset="0"/>
                <a:cs typeface="Courier New" pitchFamily="49" charset="0"/>
              </a:rPr>
              <a:t>            return middle;</a:t>
            </a:r>
          </a:p>
          <a:p>
            <a:r>
              <a:rPr lang="en-US" sz="1400" dirty="0">
                <a:latin typeface="Courier New" pitchFamily="49" charset="0"/>
                <a:ea typeface="Times New Roman" pitchFamily="18" charset="0"/>
                <a:cs typeface="Courier New" pitchFamily="49" charset="0"/>
              </a:rPr>
              <a:t>      else if (a[middle] &gt; value)</a:t>
            </a:r>
          </a:p>
          <a:p>
            <a:r>
              <a:rPr lang="en-US" sz="1400" dirty="0">
                <a:latin typeface="Courier New" pitchFamily="49" charset="0"/>
                <a:ea typeface="Times New Roman" pitchFamily="18" charset="0"/>
                <a:cs typeface="Courier New" pitchFamily="49" charset="0"/>
              </a:rPr>
              <a:t>            return </a:t>
            </a:r>
            <a:r>
              <a:rPr lang="en-US" sz="1400" dirty="0" err="1">
                <a:latin typeface="Courier New" pitchFamily="49" charset="0"/>
                <a:ea typeface="Times New Roman" pitchFamily="18" charset="0"/>
                <a:cs typeface="Courier New" pitchFamily="49" charset="0"/>
              </a:rPr>
              <a:t>binarySearch</a:t>
            </a:r>
            <a:r>
              <a:rPr lang="en-US" sz="1400" dirty="0">
                <a:latin typeface="Courier New" pitchFamily="49" charset="0"/>
                <a:ea typeface="Times New Roman" pitchFamily="18" charset="0"/>
                <a:cs typeface="Courier New" pitchFamily="49" charset="0"/>
              </a:rPr>
              <a:t>(a, value, left, middle - 1);</a:t>
            </a:r>
          </a:p>
          <a:p>
            <a:r>
              <a:rPr lang="en-US" sz="1400" dirty="0">
                <a:latin typeface="Courier New" pitchFamily="49" charset="0"/>
                <a:ea typeface="Times New Roman" pitchFamily="18" charset="0"/>
                <a:cs typeface="Courier New" pitchFamily="49" charset="0"/>
              </a:rPr>
              <a:t>      else</a:t>
            </a:r>
          </a:p>
          <a:p>
            <a:r>
              <a:rPr lang="en-US" sz="1400" dirty="0">
                <a:latin typeface="Courier New" pitchFamily="49" charset="0"/>
                <a:ea typeface="Times New Roman" pitchFamily="18" charset="0"/>
                <a:cs typeface="Courier New" pitchFamily="49" charset="0"/>
              </a:rPr>
              <a:t>            return </a:t>
            </a:r>
            <a:r>
              <a:rPr lang="en-US" sz="1400" dirty="0" err="1">
                <a:latin typeface="Courier New" pitchFamily="49" charset="0"/>
                <a:ea typeface="Times New Roman" pitchFamily="18" charset="0"/>
                <a:cs typeface="Courier New" pitchFamily="49" charset="0"/>
              </a:rPr>
              <a:t>binarySearch</a:t>
            </a:r>
            <a:r>
              <a:rPr lang="en-US" sz="1400" dirty="0">
                <a:latin typeface="Courier New" pitchFamily="49" charset="0"/>
                <a:ea typeface="Times New Roman" pitchFamily="18" charset="0"/>
                <a:cs typeface="Courier New" pitchFamily="49" charset="0"/>
              </a:rPr>
              <a:t>(a, value, middle + 1, right);           </a:t>
            </a:r>
          </a:p>
          <a:p>
            <a:r>
              <a:rPr lang="en-US" sz="1400" dirty="0">
                <a:latin typeface="Courier New" pitchFamily="49" charset="0"/>
                <a:ea typeface="Times New Roman" pitchFamily="18" charset="0"/>
                <a:cs typeface="Courier New" pitchFamily="49" charset="0"/>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20080"/>
          </a:xfrm>
        </p:spPr>
        <p:txBody>
          <a:bodyPr>
            <a:normAutofit fontScale="90000"/>
          </a:bodyPr>
          <a:lstStyle/>
          <a:p>
            <a:r>
              <a:rPr lang="en-US" dirty="0"/>
              <a:t>Asymptotic growth rates</a:t>
            </a:r>
          </a:p>
        </p:txBody>
      </p:sp>
      <p:sp>
        <p:nvSpPr>
          <p:cNvPr id="3" name="Content Placeholder 2"/>
          <p:cNvSpPr>
            <a:spLocks noGrp="1"/>
          </p:cNvSpPr>
          <p:nvPr>
            <p:ph idx="1"/>
          </p:nvPr>
        </p:nvSpPr>
        <p:spPr>
          <a:xfrm>
            <a:off x="6804248" y="1268760"/>
            <a:ext cx="2170584" cy="4525963"/>
          </a:xfrm>
        </p:spPr>
        <p:txBody>
          <a:bodyPr/>
          <a:lstStyle/>
          <a:p>
            <a:r>
              <a:rPr lang="en-US" dirty="0"/>
              <a:t>Y=n</a:t>
            </a:r>
            <a:r>
              <a:rPr lang="en-US" baseline="30000" dirty="0"/>
              <a:t>3</a:t>
            </a:r>
          </a:p>
          <a:p>
            <a:r>
              <a:rPr lang="en-US" dirty="0"/>
              <a:t>Y=n</a:t>
            </a:r>
            <a:r>
              <a:rPr lang="en-US" baseline="30000" dirty="0"/>
              <a:t>2</a:t>
            </a:r>
          </a:p>
          <a:p>
            <a:r>
              <a:rPr lang="en-US" dirty="0"/>
              <a:t>Y=n</a:t>
            </a:r>
          </a:p>
          <a:p>
            <a:r>
              <a:rPr lang="en-US" dirty="0"/>
              <a:t>Y=5log n</a:t>
            </a:r>
          </a:p>
          <a:p>
            <a:r>
              <a:rPr lang="en-US" dirty="0"/>
              <a:t>Y=1</a:t>
            </a:r>
          </a:p>
          <a:p>
            <a:pPr>
              <a:buNone/>
            </a:pPr>
            <a:endParaRPr lang="en-US" baseline="30000"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48</a:t>
            </a:fld>
            <a:endParaRPr lang="en-US"/>
          </a:p>
        </p:txBody>
      </p:sp>
      <p:pic>
        <p:nvPicPr>
          <p:cNvPr id="40963" name="Picture 3"/>
          <p:cNvPicPr>
            <a:picLocks noChangeAspect="1" noChangeArrowheads="1"/>
          </p:cNvPicPr>
          <p:nvPr/>
        </p:nvPicPr>
        <p:blipFill>
          <a:blip r:embed="rId2" cstate="print"/>
          <a:srcRect l="46982" t="11759" r="7874" b="11339"/>
          <a:stretch>
            <a:fillRect/>
          </a:stretch>
        </p:blipFill>
        <p:spPr bwMode="auto">
          <a:xfrm>
            <a:off x="179512" y="692697"/>
            <a:ext cx="6461781" cy="6165304"/>
          </a:xfrm>
          <a:prstGeom prst="rect">
            <a:avLst/>
          </a:prstGeom>
          <a:noFill/>
          <a:ln w="9525">
            <a:noFill/>
            <a:miter lim="800000"/>
            <a:headEnd/>
            <a:tailEnd/>
          </a:ln>
        </p:spPr>
      </p:pic>
      <p:sp>
        <p:nvSpPr>
          <p:cNvPr id="8" name="TextBox 7"/>
          <p:cNvSpPr txBox="1"/>
          <p:nvPr/>
        </p:nvSpPr>
        <p:spPr>
          <a:xfrm>
            <a:off x="6660232" y="5805264"/>
            <a:ext cx="426720" cy="646331"/>
          </a:xfrm>
          <a:prstGeom prst="rect">
            <a:avLst/>
          </a:prstGeom>
          <a:noFill/>
        </p:spPr>
        <p:txBody>
          <a:bodyPr wrap="none" rtlCol="0">
            <a:spAutoFit/>
          </a:bodyPr>
          <a:lstStyle/>
          <a:p>
            <a:r>
              <a:rPr lang="en-US" sz="3600" dirty="0"/>
              <a:t>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a:xfrm>
            <a:off x="457200" y="1340768"/>
            <a:ext cx="8229600" cy="4785395"/>
          </a:xfrm>
        </p:spPr>
        <p:txBody>
          <a:bodyPr/>
          <a:lstStyle/>
          <a:p>
            <a:r>
              <a:rPr lang="en-US" dirty="0"/>
              <a:t>Properties:</a:t>
            </a:r>
          </a:p>
          <a:p>
            <a:pPr lvl="1"/>
            <a:r>
              <a:rPr lang="en-US" dirty="0"/>
              <a:t>Stable</a:t>
            </a:r>
          </a:p>
          <a:p>
            <a:pPr lvl="1"/>
            <a:r>
              <a:rPr lang="en-US" dirty="0"/>
              <a:t>O(1) extra space</a:t>
            </a:r>
          </a:p>
          <a:p>
            <a:pPr lvl="1"/>
            <a:r>
              <a:rPr lang="en-US" dirty="0"/>
              <a:t>O(n</a:t>
            </a:r>
            <a:r>
              <a:rPr lang="en-US" baseline="30000" dirty="0"/>
              <a:t>2</a:t>
            </a:r>
            <a:r>
              <a:rPr lang="en-US" dirty="0"/>
              <a:t>) comparisons and swaps</a:t>
            </a:r>
          </a:p>
          <a:p>
            <a:pPr lvl="1"/>
            <a:r>
              <a:rPr lang="en-US" dirty="0"/>
              <a:t>Adaptive: O(n) when data is nearly sorted</a:t>
            </a:r>
          </a:p>
          <a:p>
            <a:pPr>
              <a:buNone/>
            </a:pPr>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49</a:t>
            </a:fld>
            <a:endParaRPr lang="en-US"/>
          </a:p>
        </p:txBody>
      </p:sp>
      <p:sp>
        <p:nvSpPr>
          <p:cNvPr id="5" name="Rectangle 4"/>
          <p:cNvSpPr/>
          <p:nvPr/>
        </p:nvSpPr>
        <p:spPr>
          <a:xfrm>
            <a:off x="611560" y="4005064"/>
            <a:ext cx="5760640" cy="2031325"/>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0; j &lt; a.length-1; j++)</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0;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a.length-1-j;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a[i+1])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a[i+1];</a:t>
            </a:r>
          </a:p>
          <a:p>
            <a:r>
              <a:rPr lang="en-US" sz="1400" dirty="0">
                <a:latin typeface="Courier New" pitchFamily="49" charset="0"/>
                <a:ea typeface="Times New Roman" pitchFamily="18" charset="0"/>
                <a:cs typeface="Courier New" pitchFamily="49" charset="0"/>
              </a:rPr>
              <a:t>                    a[i+1] = temp;</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Content Placeholder 2"/>
          <p:cNvSpPr>
            <a:spLocks noGrp="1"/>
          </p:cNvSpPr>
          <p:nvPr>
            <p:ph idx="1"/>
          </p:nvPr>
        </p:nvSpPr>
        <p:spPr/>
        <p:txBody>
          <a:bodyPr>
            <a:normAutofit fontScale="62500" lnSpcReduction="20000"/>
          </a:bodyPr>
          <a:lstStyle/>
          <a:p>
            <a:r>
              <a:rPr lang="en-US" dirty="0"/>
              <a:t>The Bubble Sort can be readily improved in certain ways.</a:t>
            </a:r>
          </a:p>
          <a:p>
            <a:r>
              <a:rPr lang="en-US" dirty="0"/>
              <a:t>An obvious approach is to remember  whether or not any exchanges have taken place during a pass. A last pass, without any exchanges is therefore necessary to determine that the algorithm may be terminated.</a:t>
            </a:r>
          </a:p>
          <a:p>
            <a:r>
              <a:rPr lang="en-US" dirty="0"/>
              <a:t>However, this improvement, may itself be improved by remembering not only that an exchange took place, but remembering the position (index k) of the last exchange. For example, it is clear that all pairs of adjacent items above this index k are in the desired order. Subsequent scans may therefore be terminated at this index.</a:t>
            </a:r>
          </a:p>
          <a:p>
            <a:r>
              <a:rPr lang="en-US" dirty="0"/>
              <a:t>There is also a strange asymmetry. A single misplaced value in the “light” end of an otherwise sorted array will sink into its correct position in a single pass, but a misplaced item in the “heavy” end will rise towards its correct position only one step in each pass. This unnatural </a:t>
            </a:r>
            <a:r>
              <a:rPr lang="en-US" dirty="0" err="1"/>
              <a:t>assymmetry</a:t>
            </a:r>
            <a:r>
              <a:rPr lang="en-US" dirty="0"/>
              <a:t> suggests a third improvement which has been called </a:t>
            </a:r>
            <a:r>
              <a:rPr lang="en-US" dirty="0" err="1"/>
              <a:t>Shakersort</a:t>
            </a:r>
            <a:r>
              <a:rPr lang="en-US" dirty="0"/>
              <a:t>.</a:t>
            </a:r>
          </a:p>
          <a:p>
            <a:endParaRPr lang="en-US" dirty="0"/>
          </a:p>
        </p:txBody>
      </p:sp>
      <p:sp>
        <p:nvSpPr>
          <p:cNvPr id="4" name="Slide Number Placeholder 3"/>
          <p:cNvSpPr>
            <a:spLocks noGrp="1"/>
          </p:cNvSpPr>
          <p:nvPr>
            <p:ph type="sldNum" sz="quarter" idx="12"/>
          </p:nvPr>
        </p:nvSpPr>
        <p:spPr/>
        <p:txBody>
          <a:bodyPr/>
          <a:lstStyle/>
          <a:p>
            <a:fld id="{AD2B2EE5-B8BC-4D24-A25E-F2DF61737E68}"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r>
              <a:rPr lang="en-US" dirty="0"/>
              <a:t>Shaker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51</a:t>
            </a:fld>
            <a:endParaRPr lang="en-US"/>
          </a:p>
        </p:txBody>
      </p:sp>
      <p:sp>
        <p:nvSpPr>
          <p:cNvPr id="5" name="Rectangle 4"/>
          <p:cNvSpPr/>
          <p:nvPr/>
        </p:nvSpPr>
        <p:spPr>
          <a:xfrm>
            <a:off x="899592" y="908720"/>
            <a:ext cx="7200800" cy="5663089"/>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k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 = 0;</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- 2;</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0;</a:t>
            </a:r>
          </a:p>
          <a:p>
            <a:pPr lvl="1"/>
            <a:r>
              <a:rPr lang="en-US" sz="1400" dirty="0">
                <a:latin typeface="Courier New" pitchFamily="49" charset="0"/>
                <a:ea typeface="Times New Roman" pitchFamily="18" charset="0"/>
                <a:cs typeface="Courier New" pitchFamily="49" charset="0"/>
              </a:rPr>
              <a:t>        do {</a:t>
            </a:r>
          </a:p>
          <a:p>
            <a:pPr lvl="1"/>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l;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r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 temp;</a:t>
            </a:r>
          </a:p>
          <a:p>
            <a:pPr lvl="1"/>
            <a:r>
              <a:rPr lang="en-US" sz="1400" dirty="0">
                <a:latin typeface="Courier New" pitchFamily="49" charset="0"/>
                <a:ea typeface="Times New Roman" pitchFamily="18" charset="0"/>
                <a:cs typeface="Courier New" pitchFamily="49" charset="0"/>
              </a:rPr>
              <a:t>                    k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r = k - 1;</a:t>
            </a:r>
          </a:p>
          <a:p>
            <a:pPr lvl="1"/>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r;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l;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&lt;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pPr lvl="1"/>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 temp;</a:t>
            </a:r>
          </a:p>
          <a:p>
            <a:pPr lvl="1"/>
            <a:r>
              <a:rPr lang="en-US" sz="1400" dirty="0">
                <a:latin typeface="Courier New" pitchFamily="49" charset="0"/>
                <a:ea typeface="Times New Roman" pitchFamily="18" charset="0"/>
                <a:cs typeface="Courier New" pitchFamily="49" charset="0"/>
              </a:rPr>
              <a:t>                    k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a:t>
            </a:r>
          </a:p>
          <a:p>
            <a:pPr lvl="1"/>
            <a:r>
              <a:rPr lang="en-US" sz="1400" dirty="0">
                <a:latin typeface="Courier New" pitchFamily="49" charset="0"/>
                <a:ea typeface="Times New Roman" pitchFamily="18" charset="0"/>
                <a:cs typeface="Courier New" pitchFamily="49" charset="0"/>
              </a:rPr>
              <a:t>            l = k + 1;</a:t>
            </a:r>
          </a:p>
          <a:p>
            <a:pPr lvl="1"/>
            <a:r>
              <a:rPr lang="en-US" sz="1400" dirty="0">
                <a:latin typeface="Courier New" pitchFamily="49" charset="0"/>
                <a:ea typeface="Times New Roman" pitchFamily="18" charset="0"/>
                <a:cs typeface="Courier New" pitchFamily="49" charset="0"/>
              </a:rPr>
              <a:t>        } while (l &lt; r);</a:t>
            </a:r>
          </a:p>
          <a:p>
            <a:r>
              <a:rPr lang="en-US" sz="1400" dirty="0">
                <a:latin typeface="Courier New" pitchFamily="49" charset="0"/>
                <a:ea typeface="Times New Roman" pitchFamily="18" charset="0"/>
                <a:cs typeface="Courier New" pitchFamily="49" charset="0"/>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Analysis of Bubble Sort and Shaker Sort</a:t>
            </a:r>
          </a:p>
        </p:txBody>
      </p:sp>
      <p:sp>
        <p:nvSpPr>
          <p:cNvPr id="3" name="Content Placeholder 2"/>
          <p:cNvSpPr>
            <a:spLocks noGrp="1"/>
          </p:cNvSpPr>
          <p:nvPr>
            <p:ph idx="1"/>
          </p:nvPr>
        </p:nvSpPr>
        <p:spPr/>
        <p:txBody>
          <a:bodyPr>
            <a:normAutofit fontScale="92500" lnSpcReduction="10000"/>
          </a:bodyPr>
          <a:lstStyle/>
          <a:p>
            <a:r>
              <a:rPr lang="en-US" dirty="0"/>
              <a:t>The number of comparisons in the bubble sort algorithm is                    and the minimum, average and maximum number of moves are</a:t>
            </a:r>
          </a:p>
          <a:p>
            <a:endParaRPr lang="en-US" dirty="0"/>
          </a:p>
          <a:p>
            <a:r>
              <a:rPr lang="en-US" dirty="0"/>
              <a:t>The analysis of the improved methods, particularly the Shaker Sort is involved. The least number of </a:t>
            </a:r>
            <a:r>
              <a:rPr lang="en-US" dirty="0" err="1"/>
              <a:t>comparisions</a:t>
            </a:r>
            <a:r>
              <a:rPr lang="en-US" dirty="0"/>
              <a:t> is                , the average number of passes is proportional to  the expression               and the average number of </a:t>
            </a:r>
            <a:r>
              <a:rPr lang="en-US" dirty="0" err="1"/>
              <a:t>comparisions</a:t>
            </a:r>
            <a:r>
              <a:rPr lang="en-US" dirty="0"/>
              <a:t> proportional to </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52</a:t>
            </a:fld>
            <a:endParaRPr lang="en-US"/>
          </a:p>
        </p:txBody>
      </p:sp>
      <p:graphicFrame>
        <p:nvGraphicFramePr>
          <p:cNvPr id="5" name="Object 4"/>
          <p:cNvGraphicFramePr>
            <a:graphicFrameLocks noChangeAspect="1"/>
          </p:cNvGraphicFramePr>
          <p:nvPr/>
        </p:nvGraphicFramePr>
        <p:xfrm>
          <a:off x="2771800" y="1988840"/>
          <a:ext cx="1296144" cy="590889"/>
        </p:xfrm>
        <a:graphic>
          <a:graphicData uri="http://schemas.openxmlformats.org/presentationml/2006/ole">
            <mc:AlternateContent xmlns:mc="http://schemas.openxmlformats.org/markup-compatibility/2006">
              <mc:Choice xmlns:v="urn:schemas-microsoft-com:vml" Requires="v">
                <p:oleObj name="Equation" r:id="rId2" imgW="863280" imgH="393480" progId="Equation.3">
                  <p:embed/>
                </p:oleObj>
              </mc:Choice>
              <mc:Fallback>
                <p:oleObj name="Equation" r:id="rId2" imgW="863280" imgH="39348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1988840"/>
                        <a:ext cx="1296144" cy="590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862509" y="2925266"/>
          <a:ext cx="1084188" cy="400678"/>
        </p:xfrm>
        <a:graphic>
          <a:graphicData uri="http://schemas.openxmlformats.org/presentationml/2006/ole">
            <mc:AlternateContent xmlns:mc="http://schemas.openxmlformats.org/markup-compatibility/2006">
              <mc:Choice xmlns:v="urn:schemas-microsoft-com:vml" Requires="v">
                <p:oleObj name="Equation" r:id="rId4" imgW="583920" imgH="215640" progId="Equation.3">
                  <p:embed/>
                </p:oleObj>
              </mc:Choice>
              <mc:Fallback>
                <p:oleObj name="Equation" r:id="rId4" imgW="583920" imgH="21564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509" y="2925266"/>
                        <a:ext cx="1084188" cy="400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2302669" y="2781250"/>
          <a:ext cx="1930400" cy="728662"/>
        </p:xfrm>
        <a:graphic>
          <a:graphicData uri="http://schemas.openxmlformats.org/presentationml/2006/ole">
            <mc:AlternateContent xmlns:mc="http://schemas.openxmlformats.org/markup-compatibility/2006">
              <mc:Choice xmlns:v="urn:schemas-microsoft-com:vml" Requires="v">
                <p:oleObj name="Equation" r:id="rId6" imgW="1041120" imgH="393480" progId="Equation.3">
                  <p:embed/>
                </p:oleObj>
              </mc:Choice>
              <mc:Fallback>
                <p:oleObj name="Equation" r:id="rId6" imgW="1041120" imgH="393480" progId="Equation.3">
                  <p:embed/>
                  <p:pic>
                    <p:nvPicPr>
                      <p:cNvPr id="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2669" y="2781250"/>
                        <a:ext cx="1930400"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4499992" y="2780928"/>
          <a:ext cx="2001838" cy="728662"/>
        </p:xfrm>
        <a:graphic>
          <a:graphicData uri="http://schemas.openxmlformats.org/presentationml/2006/ole">
            <mc:AlternateContent xmlns:mc="http://schemas.openxmlformats.org/markup-compatibility/2006">
              <mc:Choice xmlns:v="urn:schemas-microsoft-com:vml" Requires="v">
                <p:oleObj name="Equation" r:id="rId8" imgW="1079280" imgH="393480" progId="Equation.3">
                  <p:embed/>
                </p:oleObj>
              </mc:Choice>
              <mc:Fallback>
                <p:oleObj name="Equation" r:id="rId8" imgW="1079280" imgH="393480" progId="Equation.3">
                  <p:embed/>
                  <p:pic>
                    <p:nvPicPr>
                      <p:cNvPr id="8"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9992" y="2780928"/>
                        <a:ext cx="2001838"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5004048" y="4221088"/>
          <a:ext cx="1368152" cy="480052"/>
        </p:xfrm>
        <a:graphic>
          <a:graphicData uri="http://schemas.openxmlformats.org/presentationml/2006/ole">
            <mc:AlternateContent xmlns:mc="http://schemas.openxmlformats.org/markup-compatibility/2006">
              <mc:Choice xmlns:v="urn:schemas-microsoft-com:vml" Requires="v">
                <p:oleObj name="Equation" r:id="rId10" imgW="723600" imgH="215640" progId="Equation.3">
                  <p:embed/>
                </p:oleObj>
              </mc:Choice>
              <mc:Fallback>
                <p:oleObj name="Equation" r:id="rId10" imgW="723600" imgH="215640" progId="Equation.3">
                  <p:embed/>
                  <p:pic>
                    <p:nvPicPr>
                      <p:cNvPr id="9"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4048" y="4221088"/>
                        <a:ext cx="1368152" cy="4800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627784" y="5085184"/>
          <a:ext cx="1152128" cy="486454"/>
        </p:xfrm>
        <a:graphic>
          <a:graphicData uri="http://schemas.openxmlformats.org/presentationml/2006/ole">
            <mc:AlternateContent xmlns:mc="http://schemas.openxmlformats.org/markup-compatibility/2006">
              <mc:Choice xmlns:v="urn:schemas-microsoft-com:vml" Requires="v">
                <p:oleObj name="Equation" r:id="rId12" imgW="571320" imgH="241200" progId="Equation.3">
                  <p:embed/>
                </p:oleObj>
              </mc:Choice>
              <mc:Fallback>
                <p:oleObj name="Equation" r:id="rId12" imgW="571320" imgH="241200" progId="Equation.3">
                  <p:embed/>
                  <p:pic>
                    <p:nvPicPr>
                      <p:cNvPr id="1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7784" y="5085184"/>
                        <a:ext cx="1152128" cy="486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5508104" y="5517231"/>
          <a:ext cx="1872208" cy="624069"/>
        </p:xfrm>
        <a:graphic>
          <a:graphicData uri="http://schemas.openxmlformats.org/presentationml/2006/ole">
            <mc:AlternateContent xmlns:mc="http://schemas.openxmlformats.org/markup-compatibility/2006">
              <mc:Choice xmlns:v="urn:schemas-microsoft-com:vml" Requires="v">
                <p:oleObj name="Equation" r:id="rId14" imgW="1180800" imgH="393480" progId="Equation.3">
                  <p:embed/>
                </p:oleObj>
              </mc:Choice>
              <mc:Fallback>
                <p:oleObj name="Equation" r:id="rId14" imgW="1180800" imgH="393480" progId="Equation.3">
                  <p:embed/>
                  <p:pic>
                    <p:nvPicPr>
                      <p:cNvPr id="11"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08104" y="5517231"/>
                        <a:ext cx="1872208" cy="6240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Analysis of Bubble Sort and Shaker Sort</a:t>
            </a:r>
          </a:p>
        </p:txBody>
      </p:sp>
      <p:sp>
        <p:nvSpPr>
          <p:cNvPr id="3" name="Content Placeholder 2"/>
          <p:cNvSpPr>
            <a:spLocks noGrp="1"/>
          </p:cNvSpPr>
          <p:nvPr>
            <p:ph idx="1"/>
          </p:nvPr>
        </p:nvSpPr>
        <p:spPr/>
        <p:txBody>
          <a:bodyPr>
            <a:normAutofit fontScale="62500" lnSpcReduction="20000"/>
          </a:bodyPr>
          <a:lstStyle/>
          <a:p>
            <a:r>
              <a:rPr lang="en-US" dirty="0"/>
              <a:t>Unfortunately all the improvements previously mentioned in no way affect the number of exchanges; they only </a:t>
            </a:r>
            <a:r>
              <a:rPr lang="en-US" dirty="0" err="1"/>
              <a:t>reduve</a:t>
            </a:r>
            <a:r>
              <a:rPr lang="en-US" dirty="0"/>
              <a:t> the number of redundant double checks.</a:t>
            </a:r>
          </a:p>
          <a:p>
            <a:r>
              <a:rPr lang="en-US" dirty="0"/>
              <a:t>Unfortunately, an exchange of two items is generally a much more costly operation than a </a:t>
            </a:r>
            <a:r>
              <a:rPr lang="en-US" dirty="0" err="1"/>
              <a:t>comparision</a:t>
            </a:r>
            <a:r>
              <a:rPr lang="en-US" dirty="0"/>
              <a:t> of values. Therefore the improvements have a less profound effect than one would intuitively expect.</a:t>
            </a:r>
          </a:p>
          <a:p>
            <a:r>
              <a:rPr lang="en-US" dirty="0"/>
              <a:t>This analysis shows that the Bubble Sort and its minor improvements are inferior to both the insertion and selection sorts. The Shaker Sort algorithm is used with advantage in those cases in which it is known that the items are already almost in order – a rare case in practice.</a:t>
            </a:r>
          </a:p>
          <a:p>
            <a:r>
              <a:rPr lang="en-US" dirty="0"/>
              <a:t>It has been shown that the average distance that each of the n items must travel during a sort is n/3 places. This provides a clue in the search for improved (more effective) sorting methods. All basic sorting methods move each item by one position in each elementary step. Therefore, they are bound to require in the order of n x n steps. Any improvement must be based on moving items over greater distances in single leaps.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a Linked Structure</a:t>
            </a:r>
          </a:p>
        </p:txBody>
      </p:sp>
      <p:sp>
        <p:nvSpPr>
          <p:cNvPr id="3" name="Content Placeholder 2"/>
          <p:cNvSpPr>
            <a:spLocks noGrp="1"/>
          </p:cNvSpPr>
          <p:nvPr>
            <p:ph idx="1"/>
          </p:nvPr>
        </p:nvSpPr>
        <p:spPr>
          <a:xfrm>
            <a:off x="457200" y="2708920"/>
            <a:ext cx="8229600" cy="3417243"/>
          </a:xfrm>
        </p:spPr>
        <p:txBody>
          <a:bodyPr/>
          <a:lstStyle/>
          <a:p>
            <a:r>
              <a:rPr lang="en-US" dirty="0"/>
              <a:t>Can this be sorted using a bubble sort?</a:t>
            </a:r>
          </a:p>
          <a:p>
            <a:r>
              <a:rPr lang="en-US" dirty="0"/>
              <a:t>If so, what might the implementation be like?</a:t>
            </a:r>
          </a:p>
          <a:p>
            <a:r>
              <a:rPr lang="en-US" dirty="0"/>
              <a:t>Aren’t there better ways to do it?</a:t>
            </a:r>
          </a:p>
          <a:p>
            <a:r>
              <a:rPr lang="en-US" dirty="0"/>
              <a:t>This is left as an exercise for the willing.</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54</a:t>
            </a:fld>
            <a:endParaRPr lang="en-US"/>
          </a:p>
        </p:txBody>
      </p:sp>
      <p:sp>
        <p:nvSpPr>
          <p:cNvPr id="6" name="TextBox 5"/>
          <p:cNvSpPr txBox="1"/>
          <p:nvPr/>
        </p:nvSpPr>
        <p:spPr>
          <a:xfrm>
            <a:off x="323528" y="1700808"/>
            <a:ext cx="454612" cy="369332"/>
          </a:xfrm>
          <a:prstGeom prst="rect">
            <a:avLst/>
          </a:prstGeom>
          <a:noFill/>
        </p:spPr>
        <p:txBody>
          <a:bodyPr wrap="none" rtlCol="0">
            <a:spAutoFit/>
          </a:bodyPr>
          <a:lstStyle/>
          <a:p>
            <a:r>
              <a:rPr lang="en-US" dirty="0"/>
              <a:t>list</a:t>
            </a:r>
          </a:p>
        </p:txBody>
      </p:sp>
      <p:sp>
        <p:nvSpPr>
          <p:cNvPr id="7" name="Rectangle 6"/>
          <p:cNvSpPr/>
          <p:nvPr/>
        </p:nvSpPr>
        <p:spPr>
          <a:xfrm>
            <a:off x="467544"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7" idx="3"/>
          </p:cNvCxnSpPr>
          <p:nvPr/>
        </p:nvCxnSpPr>
        <p:spPr>
          <a:xfrm>
            <a:off x="683568"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043608"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403648"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13" idx="3"/>
          </p:cNvCxnSpPr>
          <p:nvPr/>
        </p:nvCxnSpPr>
        <p:spPr>
          <a:xfrm>
            <a:off x="1619672"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979712"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39752"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a:stCxn id="16" idx="3"/>
          </p:cNvCxnSpPr>
          <p:nvPr/>
        </p:nvCxnSpPr>
        <p:spPr>
          <a:xfrm>
            <a:off x="2555776"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915816"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275856"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19" idx="3"/>
          </p:cNvCxnSpPr>
          <p:nvPr/>
        </p:nvCxnSpPr>
        <p:spPr>
          <a:xfrm>
            <a:off x="3491880"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851920"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4211960"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a:stCxn id="22" idx="3"/>
          </p:cNvCxnSpPr>
          <p:nvPr/>
        </p:nvCxnSpPr>
        <p:spPr>
          <a:xfrm>
            <a:off x="4427984" y="2204864"/>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788024" y="1988840"/>
            <a:ext cx="5760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5148064" y="1988840"/>
            <a:ext cx="21602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220072" y="220486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1043608" y="2060848"/>
            <a:ext cx="301686" cy="369332"/>
          </a:xfrm>
          <a:prstGeom prst="rect">
            <a:avLst/>
          </a:prstGeom>
          <a:noFill/>
        </p:spPr>
        <p:txBody>
          <a:bodyPr wrap="none" rtlCol="0">
            <a:spAutoFit/>
          </a:bodyPr>
          <a:lstStyle/>
          <a:p>
            <a:r>
              <a:rPr lang="en-US" dirty="0"/>
              <a:t>5</a:t>
            </a:r>
          </a:p>
        </p:txBody>
      </p:sp>
      <p:sp>
        <p:nvSpPr>
          <p:cNvPr id="31" name="TextBox 30"/>
          <p:cNvSpPr txBox="1"/>
          <p:nvPr/>
        </p:nvSpPr>
        <p:spPr>
          <a:xfrm>
            <a:off x="1979712" y="2060848"/>
            <a:ext cx="301686" cy="369332"/>
          </a:xfrm>
          <a:prstGeom prst="rect">
            <a:avLst/>
          </a:prstGeom>
          <a:noFill/>
        </p:spPr>
        <p:txBody>
          <a:bodyPr wrap="none" rtlCol="0">
            <a:spAutoFit/>
          </a:bodyPr>
          <a:lstStyle/>
          <a:p>
            <a:r>
              <a:rPr lang="en-US" dirty="0"/>
              <a:t>3</a:t>
            </a:r>
          </a:p>
        </p:txBody>
      </p:sp>
      <p:sp>
        <p:nvSpPr>
          <p:cNvPr id="32" name="TextBox 31"/>
          <p:cNvSpPr txBox="1"/>
          <p:nvPr/>
        </p:nvSpPr>
        <p:spPr>
          <a:xfrm>
            <a:off x="2915816" y="2060848"/>
            <a:ext cx="301686" cy="369332"/>
          </a:xfrm>
          <a:prstGeom prst="rect">
            <a:avLst/>
          </a:prstGeom>
          <a:noFill/>
        </p:spPr>
        <p:txBody>
          <a:bodyPr wrap="none" rtlCol="0">
            <a:spAutoFit/>
          </a:bodyPr>
          <a:lstStyle/>
          <a:p>
            <a:r>
              <a:rPr lang="en-US" dirty="0"/>
              <a:t>2</a:t>
            </a:r>
          </a:p>
        </p:txBody>
      </p:sp>
      <p:sp>
        <p:nvSpPr>
          <p:cNvPr id="33" name="TextBox 32"/>
          <p:cNvSpPr txBox="1"/>
          <p:nvPr/>
        </p:nvSpPr>
        <p:spPr>
          <a:xfrm>
            <a:off x="3851920" y="2060848"/>
            <a:ext cx="301686" cy="369332"/>
          </a:xfrm>
          <a:prstGeom prst="rect">
            <a:avLst/>
          </a:prstGeom>
          <a:noFill/>
        </p:spPr>
        <p:txBody>
          <a:bodyPr wrap="none" rtlCol="0">
            <a:spAutoFit/>
          </a:bodyPr>
          <a:lstStyle/>
          <a:p>
            <a:r>
              <a:rPr lang="en-US" dirty="0"/>
              <a:t>1</a:t>
            </a:r>
          </a:p>
        </p:txBody>
      </p:sp>
      <p:sp>
        <p:nvSpPr>
          <p:cNvPr id="34" name="TextBox 33"/>
          <p:cNvSpPr txBox="1"/>
          <p:nvPr/>
        </p:nvSpPr>
        <p:spPr>
          <a:xfrm>
            <a:off x="4788024" y="2060848"/>
            <a:ext cx="301686" cy="369332"/>
          </a:xfrm>
          <a:prstGeom prst="rect">
            <a:avLst/>
          </a:prstGeom>
          <a:noFill/>
        </p:spPr>
        <p:txBody>
          <a:bodyPr wrap="none" rtlCol="0">
            <a:spAutoFit/>
          </a:bodyPr>
          <a:lstStyle/>
          <a:p>
            <a:r>
              <a:rPr lang="en-US" dirty="0"/>
              <a:t>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55</a:t>
            </a:fld>
            <a:endParaRPr lang="en-US"/>
          </a:p>
        </p:txBody>
      </p:sp>
      <p:sp>
        <p:nvSpPr>
          <p:cNvPr id="5" name="Rectangle 4"/>
          <p:cNvSpPr/>
          <p:nvPr/>
        </p:nvSpPr>
        <p:spPr>
          <a:xfrm>
            <a:off x="1835696" y="1484784"/>
            <a:ext cx="5400600" cy="2523768"/>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while (j &gt;= 0 &amp;&amp;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&lt; a[j]) {</a:t>
            </a:r>
          </a:p>
          <a:p>
            <a:r>
              <a:rPr lang="en-US" sz="1400" dirty="0">
                <a:latin typeface="Courier New" pitchFamily="49" charset="0"/>
                <a:ea typeface="Times New Roman" pitchFamily="18" charset="0"/>
                <a:cs typeface="Courier New" pitchFamily="49" charset="0"/>
              </a:rPr>
              <a:t>                a[j + 1] = a[j];</a:t>
            </a:r>
          </a:p>
          <a:p>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a[j + 1] =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Insert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56</a:t>
            </a:fld>
            <a:endParaRPr lang="en-US"/>
          </a:p>
        </p:txBody>
      </p:sp>
      <p:sp>
        <p:nvSpPr>
          <p:cNvPr id="8" name="Rectangle 7"/>
          <p:cNvSpPr/>
          <p:nvPr/>
        </p:nvSpPr>
        <p:spPr>
          <a:xfrm>
            <a:off x="1691680" y="1340768"/>
            <a:ext cx="5760640" cy="3754874"/>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 = 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while (l &lt;= r)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m = (l + r) / 2;</a:t>
            </a:r>
          </a:p>
          <a:p>
            <a:r>
              <a:rPr lang="en-US" sz="1400" dirty="0">
                <a:latin typeface="Courier New" pitchFamily="49" charset="0"/>
                <a:ea typeface="Times New Roman" pitchFamily="18" charset="0"/>
                <a:cs typeface="Courier New" pitchFamily="49" charset="0"/>
              </a:rPr>
              <a:t>                if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 &lt; a[m])</a:t>
            </a:r>
          </a:p>
          <a:p>
            <a:r>
              <a:rPr lang="en-US" sz="1400" dirty="0">
                <a:latin typeface="Courier New" pitchFamily="49" charset="0"/>
                <a:ea typeface="Times New Roman" pitchFamily="18" charset="0"/>
                <a:cs typeface="Courier New" pitchFamily="49" charset="0"/>
              </a:rPr>
              <a:t>                    r = m - 1;</a:t>
            </a:r>
          </a:p>
          <a:p>
            <a:r>
              <a:rPr lang="en-US" sz="1400" dirty="0">
                <a:latin typeface="Courier New" pitchFamily="49" charset="0"/>
                <a:ea typeface="Times New Roman" pitchFamily="18" charset="0"/>
                <a:cs typeface="Courier New" pitchFamily="49" charset="0"/>
              </a:rPr>
              <a:t>                else</a:t>
            </a:r>
          </a:p>
          <a:p>
            <a:r>
              <a:rPr lang="en-US" sz="1400" dirty="0">
                <a:latin typeface="Courier New" pitchFamily="49" charset="0"/>
                <a:ea typeface="Times New Roman" pitchFamily="18" charset="0"/>
                <a:cs typeface="Courier New" pitchFamily="49" charset="0"/>
              </a:rPr>
              <a:t>                    l = m + 1;</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j &gt;= l; j--)</a:t>
            </a:r>
          </a:p>
          <a:p>
            <a:r>
              <a:rPr lang="en-US" sz="1400" dirty="0">
                <a:latin typeface="Courier New" pitchFamily="49" charset="0"/>
                <a:ea typeface="Times New Roman" pitchFamily="18" charset="0"/>
                <a:cs typeface="Courier New" pitchFamily="49" charset="0"/>
              </a:rPr>
              <a:t>                a[j + 1] = a[j];</a:t>
            </a:r>
          </a:p>
          <a:p>
            <a:r>
              <a:rPr lang="en-US" sz="1400" dirty="0">
                <a:latin typeface="Courier New" pitchFamily="49" charset="0"/>
                <a:ea typeface="Times New Roman" pitchFamily="18" charset="0"/>
                <a:cs typeface="Courier New" pitchFamily="49" charset="0"/>
              </a:rPr>
              <a:t>            a[l] = </a:t>
            </a:r>
            <a:r>
              <a:rPr lang="en-US" sz="1400" dirty="0" err="1">
                <a:latin typeface="Courier New" pitchFamily="49" charset="0"/>
                <a:ea typeface="Times New Roman" pitchFamily="18" charset="0"/>
                <a:cs typeface="Courier New" pitchFamily="49" charset="0"/>
              </a:rPr>
              <a:t>val</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899592" y="3068960"/>
          <a:ext cx="7344816" cy="1800201"/>
        </p:xfrm>
        <a:graphic>
          <a:graphicData uri="http://schemas.openxmlformats.org/drawingml/2006/table">
            <a:tbl>
              <a:tblPr firstRow="1" bandRow="1">
                <a:tableStyleId>{5C22544A-7EE6-4342-B048-85BDC9FD1C3A}</a:tableStyleId>
              </a:tblPr>
              <a:tblGrid>
                <a:gridCol w="3672408">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tblGrid>
              <a:tr h="60006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60006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600067">
                <a:tc>
                  <a:txBody>
                    <a:bodyPr/>
                    <a:lstStyle/>
                    <a:p>
                      <a:endParaRPr lang="en-US"/>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2" name="Title 1"/>
          <p:cNvSpPr>
            <a:spLocks noGrp="1"/>
          </p:cNvSpPr>
          <p:nvPr>
            <p:ph type="title"/>
          </p:nvPr>
        </p:nvSpPr>
        <p:spPr/>
        <p:txBody>
          <a:bodyPr/>
          <a:lstStyle/>
          <a:p>
            <a:r>
              <a:rPr lang="en-US" dirty="0"/>
              <a:t>Analysis of Insert Sort</a:t>
            </a:r>
          </a:p>
        </p:txBody>
      </p:sp>
      <p:sp>
        <p:nvSpPr>
          <p:cNvPr id="3" name="Content Placeholder 2"/>
          <p:cNvSpPr>
            <a:spLocks noGrp="1"/>
          </p:cNvSpPr>
          <p:nvPr>
            <p:ph idx="1"/>
          </p:nvPr>
        </p:nvSpPr>
        <p:spPr>
          <a:xfrm>
            <a:off x="457200" y="1484783"/>
            <a:ext cx="8229600" cy="1656185"/>
          </a:xfrm>
        </p:spPr>
        <p:txBody>
          <a:bodyPr>
            <a:normAutofit fontScale="70000" lnSpcReduction="20000"/>
          </a:bodyPr>
          <a:lstStyle/>
          <a:p>
            <a:r>
              <a:rPr lang="en-US" dirty="0"/>
              <a:t>The number     of value comparisons in sift </a:t>
            </a:r>
            <a:r>
              <a:rPr lang="en-US" i="1" dirty="0" err="1"/>
              <a:t>i</a:t>
            </a:r>
            <a:r>
              <a:rPr lang="en-US" dirty="0"/>
              <a:t> is at most </a:t>
            </a:r>
            <a:r>
              <a:rPr lang="en-US" i="1" dirty="0" err="1"/>
              <a:t>i</a:t>
            </a:r>
            <a:r>
              <a:rPr lang="en-US" dirty="0"/>
              <a:t> - 1, at least 1 and assuming that all permutations of the </a:t>
            </a:r>
            <a:r>
              <a:rPr lang="en-US" i="1" dirty="0"/>
              <a:t>n</a:t>
            </a:r>
            <a:r>
              <a:rPr lang="en-US" dirty="0"/>
              <a:t> values are equally probable, </a:t>
            </a:r>
            <a:r>
              <a:rPr lang="en-US" i="1" dirty="0" err="1"/>
              <a:t>i</a:t>
            </a:r>
            <a:r>
              <a:rPr lang="en-US" i="1" dirty="0"/>
              <a:t>/</a:t>
            </a:r>
            <a:r>
              <a:rPr lang="en-US" dirty="0"/>
              <a:t>2 on average.</a:t>
            </a:r>
            <a:endParaRPr lang="en-US" i="1" dirty="0"/>
          </a:p>
          <a:p>
            <a:r>
              <a:rPr lang="en-US" dirty="0"/>
              <a:t>The number      of moves (assignments of items) is             The following have been determined:</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57</a:t>
            </a:fld>
            <a:endParaRPr lang="en-US"/>
          </a:p>
        </p:txBody>
      </p:sp>
      <p:graphicFrame>
        <p:nvGraphicFramePr>
          <p:cNvPr id="9" name="Object 8"/>
          <p:cNvGraphicFramePr>
            <a:graphicFrameLocks noChangeAspect="1"/>
          </p:cNvGraphicFramePr>
          <p:nvPr/>
        </p:nvGraphicFramePr>
        <p:xfrm>
          <a:off x="2339752" y="1484784"/>
          <a:ext cx="247817" cy="360040"/>
        </p:xfrm>
        <a:graphic>
          <a:graphicData uri="http://schemas.openxmlformats.org/presentationml/2006/ole">
            <mc:AlternateContent xmlns:mc="http://schemas.openxmlformats.org/markup-compatibility/2006">
              <mc:Choice xmlns:v="urn:schemas-microsoft-com:vml" Requires="v">
                <p:oleObj name="Equation" r:id="rId2" imgW="177480" imgH="228600" progId="Equation.3">
                  <p:embed/>
                </p:oleObj>
              </mc:Choice>
              <mc:Fallback>
                <p:oleObj name="Equation" r:id="rId2" imgW="177480" imgH="22860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1484784"/>
                        <a:ext cx="247817"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2267744" y="2348880"/>
          <a:ext cx="360040" cy="432048"/>
        </p:xfrm>
        <a:graphic>
          <a:graphicData uri="http://schemas.openxmlformats.org/presentationml/2006/ole">
            <mc:AlternateContent xmlns:mc="http://schemas.openxmlformats.org/markup-compatibility/2006">
              <mc:Choice xmlns:v="urn:schemas-microsoft-com:vml" Requires="v">
                <p:oleObj name="Equation" r:id="rId4" imgW="228600" imgH="228600" progId="Equation.3">
                  <p:embed/>
                </p:oleObj>
              </mc:Choice>
              <mc:Fallback>
                <p:oleObj name="Equation" r:id="rId4" imgW="228600" imgH="228600" progId="Equation.3">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2348880"/>
                        <a:ext cx="3600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6588224" y="2348880"/>
          <a:ext cx="797626" cy="360040"/>
        </p:xfrm>
        <a:graphic>
          <a:graphicData uri="http://schemas.openxmlformats.org/presentationml/2006/ole">
            <mc:AlternateContent xmlns:mc="http://schemas.openxmlformats.org/markup-compatibility/2006">
              <mc:Choice xmlns:v="urn:schemas-microsoft-com:vml" Requires="v">
                <p:oleObj name="Equation" r:id="rId6" imgW="406080" imgH="228600" progId="Equation.3">
                  <p:embed/>
                </p:oleObj>
              </mc:Choice>
              <mc:Fallback>
                <p:oleObj name="Equation" r:id="rId6" imgW="406080" imgH="228600" progId="Equation.3">
                  <p:embed/>
                  <p:pic>
                    <p:nvPicPr>
                      <p:cNvPr id="11"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8224" y="2348880"/>
                        <a:ext cx="797626"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1907704" y="3140968"/>
          <a:ext cx="1152128" cy="343617"/>
        </p:xfrm>
        <a:graphic>
          <a:graphicData uri="http://schemas.openxmlformats.org/presentationml/2006/ole">
            <mc:AlternateContent xmlns:mc="http://schemas.openxmlformats.org/markup-compatibility/2006">
              <mc:Choice xmlns:v="urn:schemas-microsoft-com:vml" Requires="v">
                <p:oleObj name="Equation" r:id="rId8" imgW="723600" imgH="215640" progId="Equation.3">
                  <p:embed/>
                </p:oleObj>
              </mc:Choice>
              <mc:Fallback>
                <p:oleObj name="Equation" r:id="rId8" imgW="723600" imgH="215640" progId="Equation.3">
                  <p:embed/>
                  <p:pic>
                    <p:nvPicPr>
                      <p:cNvPr id="12"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704" y="3140968"/>
                        <a:ext cx="1152128" cy="3436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1547664" y="3645024"/>
          <a:ext cx="1920875" cy="625475"/>
        </p:xfrm>
        <a:graphic>
          <a:graphicData uri="http://schemas.openxmlformats.org/presentationml/2006/ole">
            <mc:AlternateContent xmlns:mc="http://schemas.openxmlformats.org/markup-compatibility/2006">
              <mc:Choice xmlns:v="urn:schemas-microsoft-com:vml" Requires="v">
                <p:oleObj name="Equation" r:id="rId10" imgW="1206360" imgH="393480" progId="Equation.3">
                  <p:embed/>
                </p:oleObj>
              </mc:Choice>
              <mc:Fallback>
                <p:oleObj name="Equation" r:id="rId10" imgW="1206360" imgH="393480" progId="Equation.3">
                  <p:embed/>
                  <p:pic>
                    <p:nvPicPr>
                      <p:cNvPr id="13"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664" y="3645024"/>
                        <a:ext cx="19208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p:cNvGraphicFramePr>
            <a:graphicFrameLocks noChangeAspect="1"/>
          </p:cNvGraphicFramePr>
          <p:nvPr/>
        </p:nvGraphicFramePr>
        <p:xfrm>
          <a:off x="5336605" y="3141415"/>
          <a:ext cx="1497012" cy="342900"/>
        </p:xfrm>
        <a:graphic>
          <a:graphicData uri="http://schemas.openxmlformats.org/presentationml/2006/ole">
            <mc:AlternateContent xmlns:mc="http://schemas.openxmlformats.org/markup-compatibility/2006">
              <mc:Choice xmlns:v="urn:schemas-microsoft-com:vml" Requires="v">
                <p:oleObj name="Equation" r:id="rId12" imgW="939600" imgH="215640" progId="Equation.3">
                  <p:embed/>
                </p:oleObj>
              </mc:Choice>
              <mc:Fallback>
                <p:oleObj name="Equation" r:id="rId12" imgW="939600" imgH="215640" progId="Equation.3">
                  <p:embed/>
                  <p:pic>
                    <p:nvPicPr>
                      <p:cNvPr id="15"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36605" y="3141415"/>
                        <a:ext cx="1497012"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nvGraphicFramePr>
        <p:xfrm>
          <a:off x="1547664" y="4293096"/>
          <a:ext cx="1920875" cy="625475"/>
        </p:xfrm>
        <a:graphic>
          <a:graphicData uri="http://schemas.openxmlformats.org/presentationml/2006/ole">
            <mc:AlternateContent xmlns:mc="http://schemas.openxmlformats.org/markup-compatibility/2006">
              <mc:Choice xmlns:v="urn:schemas-microsoft-com:vml" Requires="v">
                <p:oleObj name="Equation" r:id="rId14" imgW="1206360" imgH="393480" progId="Equation.3">
                  <p:embed/>
                </p:oleObj>
              </mc:Choice>
              <mc:Fallback>
                <p:oleObj name="Equation" r:id="rId14" imgW="1206360" imgH="393480" progId="Equation.3">
                  <p:embed/>
                  <p:pic>
                    <p:nvPicPr>
                      <p:cNvPr id="18"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7664" y="4293096"/>
                        <a:ext cx="19208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p:cNvGraphicFramePr>
            <a:graphicFrameLocks noChangeAspect="1"/>
          </p:cNvGraphicFramePr>
          <p:nvPr/>
        </p:nvGraphicFramePr>
        <p:xfrm>
          <a:off x="4934967" y="3644652"/>
          <a:ext cx="2203450" cy="625475"/>
        </p:xfrm>
        <a:graphic>
          <a:graphicData uri="http://schemas.openxmlformats.org/presentationml/2006/ole">
            <mc:AlternateContent xmlns:mc="http://schemas.openxmlformats.org/markup-compatibility/2006">
              <mc:Choice xmlns:v="urn:schemas-microsoft-com:vml" Requires="v">
                <p:oleObj name="Equation" r:id="rId16" imgW="1384200" imgH="393480" progId="Equation.3">
                  <p:embed/>
                </p:oleObj>
              </mc:Choice>
              <mc:Fallback>
                <p:oleObj name="Equation" r:id="rId16" imgW="1384200" imgH="393480" progId="Equation.3">
                  <p:embed/>
                  <p:pic>
                    <p:nvPicPr>
                      <p:cNvPr id="19"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34967" y="3644652"/>
                        <a:ext cx="2203450"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p:cNvGraphicFramePr>
            <a:graphicFrameLocks noChangeAspect="1"/>
          </p:cNvGraphicFramePr>
          <p:nvPr/>
        </p:nvGraphicFramePr>
        <p:xfrm>
          <a:off x="5168330" y="4292352"/>
          <a:ext cx="2162175" cy="625475"/>
        </p:xfrm>
        <a:graphic>
          <a:graphicData uri="http://schemas.openxmlformats.org/presentationml/2006/ole">
            <mc:AlternateContent xmlns:mc="http://schemas.openxmlformats.org/markup-compatibility/2006">
              <mc:Choice xmlns:v="urn:schemas-microsoft-com:vml" Requires="v">
                <p:oleObj name="Equation" r:id="rId18" imgW="1358640" imgH="393480" progId="Equation.3">
                  <p:embed/>
                </p:oleObj>
              </mc:Choice>
              <mc:Fallback>
                <p:oleObj name="Equation" r:id="rId18" imgW="1358640" imgH="393480" progId="Equation.3">
                  <p:embed/>
                  <p:pic>
                    <p:nvPicPr>
                      <p:cNvPr id="2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68330" y="4292352"/>
                        <a:ext cx="21621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Content Placeholder 2"/>
          <p:cNvSpPr txBox="1">
            <a:spLocks/>
          </p:cNvSpPr>
          <p:nvPr/>
        </p:nvSpPr>
        <p:spPr>
          <a:xfrm>
            <a:off x="467544" y="4941168"/>
            <a:ext cx="8229600" cy="1684783"/>
          </a:xfrm>
          <a:prstGeom prst="rect">
            <a:avLst/>
          </a:prstGeom>
        </p:spPr>
        <p:txBody>
          <a:bodyPr vert="horz" lIns="91440" tIns="45720" rIns="91440" bIns="45720" rtlCol="0">
            <a:normAutofit fontScale="6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The least</a:t>
            </a:r>
            <a:r>
              <a:rPr kumimoji="0" lang="en-US" sz="3200" b="0" i="0" u="none" strike="noStrike" kern="1200" cap="none" spc="0" normalizeH="0" noProof="0" dirty="0">
                <a:ln>
                  <a:noFill/>
                </a:ln>
                <a:solidFill>
                  <a:schemeClr val="tx1"/>
                </a:solidFill>
                <a:effectLst/>
                <a:uLnTx/>
                <a:uFillTx/>
                <a:latin typeface="+mn-lt"/>
                <a:ea typeface="+mn-ea"/>
                <a:cs typeface="+mn-cs"/>
              </a:rPr>
              <a:t> numbers occur if the items are originally in order. The worst case occurs if the items are originally in reverse order. This is called a natural behavior. </a:t>
            </a:r>
            <a:endParaRPr lang="en-US" sz="32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a:t>
            </a:r>
            <a:r>
              <a:rPr kumimoji="0" lang="en-US" sz="3200" b="0" i="0" u="none" strike="noStrike" kern="1200" cap="none" spc="0" normalizeH="0" noProof="0" dirty="0">
                <a:ln>
                  <a:noFill/>
                </a:ln>
                <a:solidFill>
                  <a:schemeClr val="tx1"/>
                </a:solidFill>
                <a:effectLst/>
                <a:uLnTx/>
                <a:uFillTx/>
                <a:latin typeface="+mn-lt"/>
                <a:ea typeface="+mn-ea"/>
                <a:cs typeface="+mn-cs"/>
              </a:rPr>
              <a:t> possible improvement may be </a:t>
            </a:r>
            <a:r>
              <a:rPr kumimoji="0" lang="en-US" sz="3200" b="0" i="0" u="none" strike="noStrike" kern="1200" cap="none" spc="0" normalizeH="0" noProof="0" dirty="0" err="1">
                <a:ln>
                  <a:noFill/>
                </a:ln>
                <a:solidFill>
                  <a:schemeClr val="tx1"/>
                </a:solidFill>
                <a:effectLst/>
                <a:uLnTx/>
                <a:uFillTx/>
                <a:latin typeface="+mn-lt"/>
                <a:ea typeface="+mn-ea"/>
                <a:cs typeface="+mn-cs"/>
              </a:rPr>
              <a:t>realised</a:t>
            </a:r>
            <a:r>
              <a:rPr kumimoji="0" lang="en-US" sz="3200" b="0" i="0" u="none" strike="noStrike" kern="1200" cap="none" spc="0" normalizeH="0" noProof="0" dirty="0">
                <a:ln>
                  <a:noFill/>
                </a:ln>
                <a:solidFill>
                  <a:schemeClr val="tx1"/>
                </a:solidFill>
                <a:effectLst/>
                <a:uLnTx/>
                <a:uFillTx/>
                <a:latin typeface="+mn-lt"/>
                <a:ea typeface="+mn-ea"/>
                <a:cs typeface="+mn-cs"/>
              </a:rPr>
              <a:t> by noting that the destination sequence                 is already ordered. A faster method of determining the insertion point can be used. E.g. A Binary search for this position.</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22" name="Object 21"/>
          <p:cNvGraphicFramePr>
            <a:graphicFrameLocks noChangeAspect="1"/>
          </p:cNvGraphicFramePr>
          <p:nvPr/>
        </p:nvGraphicFramePr>
        <p:xfrm>
          <a:off x="1979711" y="5949280"/>
          <a:ext cx="860095" cy="360040"/>
        </p:xfrm>
        <a:graphic>
          <a:graphicData uri="http://schemas.openxmlformats.org/presentationml/2006/ole">
            <mc:AlternateContent xmlns:mc="http://schemas.openxmlformats.org/markup-compatibility/2006">
              <mc:Choice xmlns:v="urn:schemas-microsoft-com:vml" Requires="v">
                <p:oleObj name="Equation" r:id="rId20" imgW="545760" imgH="228600" progId="Equation.3">
                  <p:embed/>
                </p:oleObj>
              </mc:Choice>
              <mc:Fallback>
                <p:oleObj name="Equation" r:id="rId20" imgW="545760" imgH="228600" progId="Equation.3">
                  <p:embed/>
                  <p:pic>
                    <p:nvPicPr>
                      <p:cNvPr id="22"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79711" y="5949280"/>
                        <a:ext cx="860095"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of Insert Sort</a:t>
            </a:r>
          </a:p>
        </p:txBody>
      </p:sp>
      <p:sp>
        <p:nvSpPr>
          <p:cNvPr id="3" name="Content Placeholder 2"/>
          <p:cNvSpPr>
            <a:spLocks noGrp="1"/>
          </p:cNvSpPr>
          <p:nvPr>
            <p:ph idx="1"/>
          </p:nvPr>
        </p:nvSpPr>
        <p:spPr/>
        <p:txBody>
          <a:bodyPr/>
          <a:lstStyle/>
          <a:p>
            <a:r>
              <a:rPr lang="en-US" dirty="0"/>
              <a:t>The improvement yields a comparison count of </a:t>
            </a:r>
          </a:p>
          <a:p>
            <a:r>
              <a:rPr lang="en-US" dirty="0"/>
              <a:t>Unfortunately, the important term M is still</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58</a:t>
            </a:fld>
            <a:endParaRPr lang="en-US"/>
          </a:p>
        </p:txBody>
      </p:sp>
      <p:graphicFrame>
        <p:nvGraphicFramePr>
          <p:cNvPr id="5" name="Object 4"/>
          <p:cNvGraphicFramePr>
            <a:graphicFrameLocks noChangeAspect="1"/>
          </p:cNvGraphicFramePr>
          <p:nvPr/>
        </p:nvGraphicFramePr>
        <p:xfrm>
          <a:off x="1331640" y="2204864"/>
          <a:ext cx="2267824" cy="323975"/>
        </p:xfrm>
        <a:graphic>
          <a:graphicData uri="http://schemas.openxmlformats.org/presentationml/2006/ole">
            <mc:AlternateContent xmlns:mc="http://schemas.openxmlformats.org/markup-compatibility/2006">
              <mc:Choice xmlns:v="urn:schemas-microsoft-com:vml" Requires="v">
                <p:oleObj name="Equation" r:id="rId2" imgW="1511280" imgH="215640" progId="Equation.3">
                  <p:embed/>
                </p:oleObj>
              </mc:Choice>
              <mc:Fallback>
                <p:oleObj name="Equation" r:id="rId2" imgW="1511280" imgH="21564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204864"/>
                        <a:ext cx="2267824" cy="323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899592" y="3140968"/>
          <a:ext cx="843271" cy="474340"/>
        </p:xfrm>
        <a:graphic>
          <a:graphicData uri="http://schemas.openxmlformats.org/presentationml/2006/ole">
            <mc:AlternateContent xmlns:mc="http://schemas.openxmlformats.org/markup-compatibility/2006">
              <mc:Choice xmlns:v="urn:schemas-microsoft-com:vml" Requires="v">
                <p:oleObj name="Equation" r:id="rId4" imgW="406080" imgH="228600" progId="Equation.3">
                  <p:embed/>
                </p:oleObj>
              </mc:Choice>
              <mc:Fallback>
                <p:oleObj name="Equation" r:id="rId4" imgW="406080" imgH="22860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3140968"/>
                        <a:ext cx="843271" cy="474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59</a:t>
            </a:fld>
            <a:endParaRPr lang="en-US"/>
          </a:p>
        </p:txBody>
      </p:sp>
      <p:sp>
        <p:nvSpPr>
          <p:cNvPr id="5" name="Rectangle 4"/>
          <p:cNvSpPr/>
          <p:nvPr/>
        </p:nvSpPr>
        <p:spPr>
          <a:xfrm>
            <a:off x="1331640" y="1628800"/>
            <a:ext cx="6552728" cy="3323987"/>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0;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a.length-1;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smallest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pos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for (int j = i+1; j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j++</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if (a[j] &lt; smallest) {</a:t>
            </a:r>
          </a:p>
          <a:p>
            <a:r>
              <a:rPr lang="en-US" sz="1400" dirty="0">
                <a:latin typeface="Courier New" pitchFamily="49" charset="0"/>
                <a:ea typeface="Times New Roman" pitchFamily="18" charset="0"/>
                <a:cs typeface="Courier New" pitchFamily="49" charset="0"/>
              </a:rPr>
              <a:t>                   smallest = a[j];</a:t>
            </a:r>
          </a:p>
          <a:p>
            <a:r>
              <a:rPr lang="en-US" sz="1400" dirty="0">
                <a:latin typeface="Courier New" pitchFamily="49" charset="0"/>
                <a:ea typeface="Times New Roman" pitchFamily="18" charset="0"/>
                <a:cs typeface="Courier New" pitchFamily="49" charset="0"/>
              </a:rPr>
              <a:t>                   pos = j;</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a[pos];</a:t>
            </a:r>
          </a:p>
          <a:p>
            <a:r>
              <a:rPr lang="en-US" sz="1400" dirty="0">
                <a:latin typeface="Courier New" pitchFamily="49" charset="0"/>
                <a:ea typeface="Times New Roman" pitchFamily="18" charset="0"/>
                <a:cs typeface="Courier New" pitchFamily="49" charset="0"/>
              </a:rPr>
              <a:t>           a[pos]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temp;           </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
        <p:nvSpPr>
          <p:cNvPr id="6" name="Content Placeholder 2"/>
          <p:cNvSpPr>
            <a:spLocks noGrp="1"/>
          </p:cNvSpPr>
          <p:nvPr>
            <p:ph idx="1"/>
          </p:nvPr>
        </p:nvSpPr>
        <p:spPr>
          <a:xfrm>
            <a:off x="457200" y="4725144"/>
            <a:ext cx="8229600" cy="1656184"/>
          </a:xfrm>
        </p:spPr>
        <p:txBody>
          <a:bodyPr>
            <a:normAutofit fontScale="70000" lnSpcReduction="20000"/>
          </a:bodyPr>
          <a:lstStyle/>
          <a:p>
            <a:r>
              <a:rPr lang="en-US" dirty="0"/>
              <a:t>This algorithm is similar to the Insert Sort, but relies on picking the smallest number from the unsorted region of the array and appending it to the sorted region.</a:t>
            </a:r>
          </a:p>
          <a:p>
            <a:r>
              <a:rPr lang="en-US" dirty="0"/>
              <a:t>The time complexity of the algorithm is better than that of Bubble Sort and Shaker sort but is still O(n</a:t>
            </a:r>
            <a:r>
              <a:rPr lang="en-US" baseline="30000" dirty="0"/>
              <a:t>2</a:t>
            </a:r>
            <a:r>
              <a:rPr lang="en-US"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Shell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60</a:t>
            </a:fld>
            <a:endParaRPr lang="en-US"/>
          </a:p>
        </p:txBody>
      </p:sp>
      <p:sp>
        <p:nvSpPr>
          <p:cNvPr id="5" name="Rectangle 4"/>
          <p:cNvSpPr/>
          <p:nvPr/>
        </p:nvSpPr>
        <p:spPr>
          <a:xfrm>
            <a:off x="971600" y="1268760"/>
            <a:ext cx="6912768" cy="3323987"/>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inc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 2;</a:t>
            </a:r>
          </a:p>
          <a:p>
            <a:r>
              <a:rPr lang="en-US" sz="1400" dirty="0">
                <a:latin typeface="Courier New" pitchFamily="49" charset="0"/>
                <a:ea typeface="Times New Roman" pitchFamily="18" charset="0"/>
                <a:cs typeface="Courier New" pitchFamily="49" charset="0"/>
              </a:rPr>
              <a:t>         while (inc &gt; 0)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inc;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+=inc)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while (j &gt;= inc &amp;&amp; a[j - inc] &gt; temp) {</a:t>
            </a:r>
          </a:p>
          <a:p>
            <a:r>
              <a:rPr lang="en-US" sz="1400" dirty="0">
                <a:latin typeface="Courier New" pitchFamily="49" charset="0"/>
                <a:ea typeface="Times New Roman" pitchFamily="18" charset="0"/>
                <a:cs typeface="Courier New" pitchFamily="49" charset="0"/>
              </a:rPr>
              <a:t>                     a[j] = a[j - inc];</a:t>
            </a:r>
          </a:p>
          <a:p>
            <a:r>
              <a:rPr lang="en-US" sz="1400" dirty="0">
                <a:latin typeface="Courier New" pitchFamily="49" charset="0"/>
                <a:ea typeface="Times New Roman" pitchFamily="18" charset="0"/>
                <a:cs typeface="Courier New" pitchFamily="49" charset="0"/>
              </a:rPr>
              <a:t>                     j -= inc;</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a[j] = temp;</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inc /= 2;</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
        <p:nvSpPr>
          <p:cNvPr id="6" name="Content Placeholder 2"/>
          <p:cNvSpPr>
            <a:spLocks noGrp="1"/>
          </p:cNvSpPr>
          <p:nvPr>
            <p:ph idx="1"/>
          </p:nvPr>
        </p:nvSpPr>
        <p:spPr>
          <a:xfrm>
            <a:off x="457200" y="4725144"/>
            <a:ext cx="8229600" cy="1584176"/>
          </a:xfrm>
        </p:spPr>
        <p:txBody>
          <a:bodyPr>
            <a:normAutofit fontScale="70000" lnSpcReduction="20000"/>
          </a:bodyPr>
          <a:lstStyle/>
          <a:p>
            <a:r>
              <a:rPr lang="en-US" dirty="0"/>
              <a:t>Also known as Insert Sort by Diminishing Increment</a:t>
            </a:r>
          </a:p>
          <a:p>
            <a:r>
              <a:rPr lang="en-US" dirty="0"/>
              <a:t>Choice of increments is not clear. Knuth has suggested 1, 4, 13, 40, 121, … . On the other hand he also suggested 1, 3, 7, 15, 31. His analysis revealed that the algorithm has a Big O of O(n</a:t>
            </a:r>
            <a:r>
              <a:rPr lang="en-US" baseline="30000" dirty="0"/>
              <a:t>1.2</a:t>
            </a:r>
            <a:r>
              <a:rPr lang="en-US" dirty="0"/>
              <a:t>), a big improvement over O(n</a:t>
            </a:r>
            <a:r>
              <a:rPr lang="en-US" baseline="30000" dirty="0"/>
              <a:t>2</a:t>
            </a:r>
            <a:r>
              <a:rPr lang="en-US"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US" dirty="0"/>
              <a:t>Shell Sort</a:t>
            </a:r>
          </a:p>
        </p:txBody>
      </p:sp>
      <p:sp>
        <p:nvSpPr>
          <p:cNvPr id="3" name="Content Placeholder 2"/>
          <p:cNvSpPr>
            <a:spLocks noGrp="1"/>
          </p:cNvSpPr>
          <p:nvPr>
            <p:ph idx="1"/>
          </p:nvPr>
        </p:nvSpPr>
        <p:spPr>
          <a:xfrm>
            <a:off x="467544" y="6177061"/>
            <a:ext cx="8229600" cy="680939"/>
          </a:xfrm>
        </p:spPr>
        <p:txBody>
          <a:bodyPr>
            <a:normAutofit fontScale="70000" lnSpcReduction="20000"/>
          </a:bodyPr>
          <a:lstStyle/>
          <a:p>
            <a:r>
              <a:rPr lang="en-US" dirty="0"/>
              <a:t>Here an implementation according to the D. Knuth modification is given.</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61</a:t>
            </a:fld>
            <a:endParaRPr lang="en-US"/>
          </a:p>
        </p:txBody>
      </p:sp>
      <p:sp>
        <p:nvSpPr>
          <p:cNvPr id="5" name="Rectangle 4"/>
          <p:cNvSpPr/>
          <p:nvPr/>
        </p:nvSpPr>
        <p:spPr>
          <a:xfrm>
            <a:off x="1331640" y="908720"/>
            <a:ext cx="6480720" cy="5047536"/>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increments = {1, 3, 7, 15, 31};</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0;</a:t>
            </a:r>
          </a:p>
          <a:p>
            <a:r>
              <a:rPr lang="en-US" sz="1400" dirty="0">
                <a:latin typeface="Courier New" pitchFamily="49" charset="0"/>
                <a:ea typeface="Times New Roman" pitchFamily="18" charset="0"/>
                <a:cs typeface="Courier New" pitchFamily="49" charset="0"/>
              </a:rPr>
              <a:t>        if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&lt;= 10)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else if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&lt;= 50)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3;</a:t>
            </a:r>
          </a:p>
          <a:p>
            <a:r>
              <a:rPr lang="en-US" sz="1400" dirty="0">
                <a:latin typeface="Courier New" pitchFamily="49" charset="0"/>
                <a:ea typeface="Times New Roman" pitchFamily="18" charset="0"/>
                <a:cs typeface="Courier New" pitchFamily="49" charset="0"/>
              </a:rPr>
              <a:t>        else if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&lt;= 100)</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 4;</a:t>
            </a:r>
          </a:p>
          <a:p>
            <a:r>
              <a:rPr lang="en-US" sz="1400" dirty="0">
                <a:latin typeface="Courier New" pitchFamily="49" charset="0"/>
                <a:ea typeface="Times New Roman" pitchFamily="18" charset="0"/>
                <a:cs typeface="Courier New" pitchFamily="49" charset="0"/>
              </a:rPr>
              <a:t>        while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 &gt;= 0)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inc = increments[</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inc;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while (j &gt;= inc &amp;&amp; a[j - inc] &gt; temp) {</a:t>
            </a:r>
          </a:p>
          <a:p>
            <a:r>
              <a:rPr lang="en-US" sz="1400" dirty="0">
                <a:latin typeface="Courier New" pitchFamily="49" charset="0"/>
                <a:ea typeface="Times New Roman" pitchFamily="18" charset="0"/>
                <a:cs typeface="Courier New" pitchFamily="49" charset="0"/>
              </a:rPr>
              <a:t>                    a[j] = a[j - inc];</a:t>
            </a:r>
          </a:p>
          <a:p>
            <a:r>
              <a:rPr lang="en-US" sz="1400" dirty="0">
                <a:latin typeface="Courier New" pitchFamily="49" charset="0"/>
                <a:ea typeface="Times New Roman" pitchFamily="18" charset="0"/>
                <a:cs typeface="Courier New" pitchFamily="49" charset="0"/>
              </a:rPr>
              <a:t>                    j -= inc;</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a[j] = temp;</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incIndex</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62</a:t>
            </a:fld>
            <a:endParaRPr lang="en-US"/>
          </a:p>
        </p:txBody>
      </p:sp>
      <p:sp>
        <p:nvSpPr>
          <p:cNvPr id="6" name="Rectangle 5"/>
          <p:cNvSpPr/>
          <p:nvPr/>
        </p:nvSpPr>
        <p:spPr>
          <a:xfrm>
            <a:off x="755576" y="1720840"/>
            <a:ext cx="7200800" cy="2462213"/>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void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left,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right)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index = partition(a, left, right);</a:t>
            </a:r>
          </a:p>
          <a:p>
            <a:r>
              <a:rPr lang="en-US" sz="1400" dirty="0">
                <a:latin typeface="Courier New" pitchFamily="49" charset="0"/>
                <a:ea typeface="Times New Roman" pitchFamily="18" charset="0"/>
                <a:cs typeface="Courier New" pitchFamily="49" charset="0"/>
              </a:rPr>
              <a:t>        if (left &lt; index - 1)</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 left, index - 1);</a:t>
            </a:r>
          </a:p>
          <a:p>
            <a:r>
              <a:rPr lang="en-US" sz="1400" dirty="0">
                <a:latin typeface="Courier New" pitchFamily="49" charset="0"/>
                <a:ea typeface="Times New Roman" pitchFamily="18" charset="0"/>
                <a:cs typeface="Courier New" pitchFamily="49" charset="0"/>
              </a:rPr>
              <a:t>        if (index &lt; right)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 index, right);</a:t>
            </a:r>
          </a:p>
          <a:p>
            <a:r>
              <a:rPr lang="en-US" sz="1400" dirty="0">
                <a:latin typeface="Courier New" pitchFamily="49" charset="0"/>
                <a:ea typeface="Times New Roman" pitchFamily="18" charset="0"/>
                <a:cs typeface="Courier New" pitchFamily="49" charset="0"/>
              </a:rPr>
              <a:t> }</a:t>
            </a:r>
          </a:p>
          <a:p>
            <a:endParaRPr lang="en-US" sz="1400" dirty="0">
              <a:latin typeface="Courier New" pitchFamily="49" charset="0"/>
              <a:ea typeface="Times New Roman" pitchFamily="18" charset="0"/>
              <a:cs typeface="Courier New" pitchFamily="49" charset="0"/>
            </a:endParaRPr>
          </a:p>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quickSort</a:t>
            </a:r>
            <a:r>
              <a:rPr lang="en-US" sz="1400" dirty="0">
                <a:latin typeface="Courier New" pitchFamily="49" charset="0"/>
                <a:ea typeface="Times New Roman" pitchFamily="18" charset="0"/>
                <a:cs typeface="Courier New" pitchFamily="49" charset="0"/>
              </a:rPr>
              <a:t>(a, 0, a.length-1);</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Sort cont.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63</a:t>
            </a:fld>
            <a:endParaRPr lang="en-US"/>
          </a:p>
        </p:txBody>
      </p:sp>
      <p:sp>
        <p:nvSpPr>
          <p:cNvPr id="5" name="Rectangle 4"/>
          <p:cNvSpPr/>
          <p:nvPr/>
        </p:nvSpPr>
        <p:spPr>
          <a:xfrm>
            <a:off x="683568" y="1628800"/>
            <a:ext cx="7992888" cy="3754874"/>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partition(</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left,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right)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left;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right;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pivotValue</a:t>
            </a:r>
            <a:r>
              <a:rPr lang="en-US" sz="1400" dirty="0">
                <a:latin typeface="Courier New" pitchFamily="49" charset="0"/>
                <a:ea typeface="Times New Roman" pitchFamily="18" charset="0"/>
                <a:cs typeface="Courier New" pitchFamily="49" charset="0"/>
              </a:rPr>
              <a:t> = a[(left + right) / 2];</a:t>
            </a:r>
          </a:p>
          <a:p>
            <a:r>
              <a:rPr lang="en-US" sz="1400" dirty="0">
                <a:latin typeface="Courier New" pitchFamily="49" charset="0"/>
                <a:ea typeface="Times New Roman" pitchFamily="18" charset="0"/>
                <a:cs typeface="Courier New" pitchFamily="49" charset="0"/>
              </a:rPr>
              <a:t>        while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j) {</a:t>
            </a:r>
          </a:p>
          <a:p>
            <a:r>
              <a:rPr lang="en-US" sz="1400" dirty="0">
                <a:latin typeface="Courier New" pitchFamily="49" charset="0"/>
                <a:ea typeface="Times New Roman" pitchFamily="18" charset="0"/>
                <a:cs typeface="Courier New" pitchFamily="49" charset="0"/>
              </a:rPr>
              <a:t>            while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a:t>
            </a:r>
            <a:r>
              <a:rPr lang="en-US" sz="1400" dirty="0" err="1">
                <a:latin typeface="Courier New" pitchFamily="49" charset="0"/>
                <a:ea typeface="Times New Roman" pitchFamily="18" charset="0"/>
                <a:cs typeface="Courier New" pitchFamily="49" charset="0"/>
              </a:rPr>
              <a:t>pivotValue</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while (a[j] &gt; </a:t>
            </a:r>
            <a:r>
              <a:rPr lang="en-US" sz="1400" dirty="0" err="1">
                <a:latin typeface="Courier New" pitchFamily="49" charset="0"/>
                <a:ea typeface="Times New Roman" pitchFamily="18" charset="0"/>
                <a:cs typeface="Courier New" pitchFamily="49" charset="0"/>
              </a:rPr>
              <a:t>pivotValue</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if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&lt;= j) {</a:t>
            </a:r>
          </a:p>
          <a:p>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a[j]; a[j] = temp;</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j--;</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return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64</a:t>
            </a:fld>
            <a:endParaRPr lang="en-US"/>
          </a:p>
        </p:txBody>
      </p:sp>
      <p:sp>
        <p:nvSpPr>
          <p:cNvPr id="5" name="Rectangle 4"/>
          <p:cNvSpPr/>
          <p:nvPr/>
        </p:nvSpPr>
        <p:spPr>
          <a:xfrm>
            <a:off x="1115616" y="1628800"/>
            <a:ext cx="6696744" cy="3108543"/>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public void sort(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n = </a:t>
            </a:r>
            <a:r>
              <a:rPr lang="en-US" sz="1400" dirty="0" err="1">
                <a:latin typeface="Courier New" pitchFamily="49" charset="0"/>
                <a:ea typeface="Times New Roman" pitchFamily="18" charset="0"/>
                <a:cs typeface="Courier New" pitchFamily="49" charset="0"/>
              </a:rPr>
              <a:t>a.length</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buildheap</a:t>
            </a:r>
            <a:r>
              <a:rPr lang="en-US" sz="1400" dirty="0">
                <a:latin typeface="Courier New" pitchFamily="49" charset="0"/>
                <a:ea typeface="Times New Roman" pitchFamily="18" charset="0"/>
                <a:cs typeface="Courier New" pitchFamily="49" charset="0"/>
              </a:rPr>
              <a:t>(a);</a:t>
            </a:r>
          </a:p>
          <a:p>
            <a:r>
              <a:rPr lang="en-US" sz="1400" dirty="0">
                <a:latin typeface="Courier New" pitchFamily="49" charset="0"/>
                <a:ea typeface="Times New Roman" pitchFamily="18" charset="0"/>
                <a:cs typeface="Courier New" pitchFamily="49" charset="0"/>
              </a:rPr>
              <a:t>        while (n &gt; 1) {</a:t>
            </a:r>
          </a:p>
          <a:p>
            <a:r>
              <a:rPr lang="en-US" sz="1400" dirty="0">
                <a:latin typeface="Courier New" pitchFamily="49" charset="0"/>
                <a:ea typeface="Times New Roman" pitchFamily="18" charset="0"/>
                <a:cs typeface="Courier New" pitchFamily="49" charset="0"/>
              </a:rPr>
              <a:t>            n--;</a:t>
            </a:r>
          </a:p>
          <a:p>
            <a:r>
              <a:rPr lang="en-US" sz="1400" dirty="0">
                <a:latin typeface="Courier New" pitchFamily="49" charset="0"/>
                <a:ea typeface="Times New Roman" pitchFamily="18" charset="0"/>
                <a:cs typeface="Courier New" pitchFamily="49" charset="0"/>
              </a:rPr>
              <a:t>            exchange(a, 0, n);</a:t>
            </a:r>
          </a:p>
          <a:p>
            <a:r>
              <a:rPr lang="en-US" sz="1400" dirty="0">
                <a:latin typeface="Courier New" pitchFamily="49" charset="0"/>
                <a:ea typeface="Times New Roman" pitchFamily="18" charset="0"/>
                <a:cs typeface="Courier New" pitchFamily="49" charset="0"/>
              </a:rPr>
              <a:t>            sift(a, 0);</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a:p>
            <a:endParaRPr lang="en-US" sz="1400" dirty="0">
              <a:latin typeface="Courier New" pitchFamily="49" charset="0"/>
              <a:ea typeface="Times New Roman" pitchFamily="18" charset="0"/>
              <a:cs typeface="Courier New" pitchFamily="49" charset="0"/>
            </a:endParaRPr>
          </a:p>
          <a:p>
            <a:r>
              <a:rPr lang="en-US" sz="1400" dirty="0">
                <a:latin typeface="Courier New" pitchFamily="49" charset="0"/>
                <a:ea typeface="Times New Roman" pitchFamily="18" charset="0"/>
                <a:cs typeface="Courier New" pitchFamily="49" charset="0"/>
              </a:rPr>
              <a:t> private void </a:t>
            </a:r>
            <a:r>
              <a:rPr lang="en-US" sz="1400" dirty="0" err="1">
                <a:latin typeface="Courier New" pitchFamily="49" charset="0"/>
                <a:ea typeface="Times New Roman" pitchFamily="18" charset="0"/>
                <a:cs typeface="Courier New" pitchFamily="49" charset="0"/>
              </a:rPr>
              <a:t>buildheap</a:t>
            </a:r>
            <a:r>
              <a:rPr lang="en-US" sz="1400" dirty="0">
                <a:latin typeface="Courier New" pitchFamily="49" charset="0"/>
                <a:ea typeface="Times New Roman" pitchFamily="18" charset="0"/>
                <a:cs typeface="Courier New" pitchFamily="49" charset="0"/>
              </a:rPr>
              <a: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p>
          <a:p>
            <a:r>
              <a:rPr lang="en-US" sz="1400" dirty="0">
                <a:latin typeface="Courier New" pitchFamily="49" charset="0"/>
                <a:ea typeface="Times New Roman" pitchFamily="18" charset="0"/>
                <a:cs typeface="Courier New" pitchFamily="49" charset="0"/>
              </a:rPr>
              <a:t>        for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n/2 - 1;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0;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sift(a,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cont.</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65</a:t>
            </a:fld>
            <a:endParaRPr lang="en-US"/>
          </a:p>
        </p:txBody>
      </p:sp>
      <p:sp>
        <p:nvSpPr>
          <p:cNvPr id="6" name="Rectangle 5"/>
          <p:cNvSpPr/>
          <p:nvPr/>
        </p:nvSpPr>
        <p:spPr>
          <a:xfrm>
            <a:off x="0" y="1340768"/>
            <a:ext cx="8892480" cy="3108543"/>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void sift(</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 2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 // first descendant of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left)</a:t>
            </a:r>
          </a:p>
          <a:p>
            <a:r>
              <a:rPr lang="en-US" sz="1400" dirty="0">
                <a:latin typeface="Courier New" pitchFamily="49" charset="0"/>
                <a:ea typeface="Times New Roman" pitchFamily="18" charset="0"/>
                <a:cs typeface="Courier New" pitchFamily="49" charset="0"/>
              </a:rPr>
              <a:t>        while (j &lt; n) {</a:t>
            </a:r>
          </a:p>
          <a:p>
            <a:r>
              <a:rPr lang="en-US" sz="1400" dirty="0">
                <a:latin typeface="Courier New" pitchFamily="49" charset="0"/>
                <a:ea typeface="Times New Roman" pitchFamily="18" charset="0"/>
                <a:cs typeface="Courier New" pitchFamily="49" charset="0"/>
              </a:rPr>
              <a:t>            if (j + 1 &lt; n) // is there a second descendant? 2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+ 2 (at right)</a:t>
            </a:r>
          </a:p>
          <a:p>
            <a:r>
              <a:rPr lang="en-US" sz="1400" dirty="0">
                <a:latin typeface="Courier New" pitchFamily="49" charset="0"/>
                <a:ea typeface="Times New Roman" pitchFamily="18" charset="0"/>
                <a:cs typeface="Courier New" pitchFamily="49" charset="0"/>
              </a:rPr>
              <a:t>                if (a[j + 1] &gt; a[j])</a:t>
            </a:r>
          </a:p>
          <a:p>
            <a:r>
              <a:rPr lang="en-US" sz="1400" dirty="0">
                <a:latin typeface="Courier New" pitchFamily="49" charset="0"/>
                <a:ea typeface="Times New Roman" pitchFamily="18" charset="0"/>
                <a:cs typeface="Courier New" pitchFamily="49" charset="0"/>
              </a:rPr>
              <a:t>                    j++; // j is the descendant of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with maximum value</a:t>
            </a:r>
          </a:p>
          <a:p>
            <a:r>
              <a:rPr lang="en-US" sz="1400" dirty="0">
                <a:latin typeface="Courier New" pitchFamily="49" charset="0"/>
                <a:ea typeface="Times New Roman" pitchFamily="18" charset="0"/>
                <a:cs typeface="Courier New" pitchFamily="49" charset="0"/>
              </a:rPr>
              <a:t>            if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&gt;= a[j])</a:t>
            </a:r>
          </a:p>
          <a:p>
            <a:r>
              <a:rPr lang="en-US" sz="1400" dirty="0">
                <a:latin typeface="Courier New" pitchFamily="49" charset="0"/>
                <a:ea typeface="Times New Roman" pitchFamily="18" charset="0"/>
                <a:cs typeface="Courier New" pitchFamily="49" charset="0"/>
              </a:rPr>
              <a:t>                return;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has heap property</a:t>
            </a:r>
          </a:p>
          <a:p>
            <a:r>
              <a:rPr lang="en-US" sz="1400" dirty="0">
                <a:latin typeface="Courier New" pitchFamily="49" charset="0"/>
                <a:ea typeface="Times New Roman" pitchFamily="18" charset="0"/>
                <a:cs typeface="Courier New" pitchFamily="49" charset="0"/>
              </a:rPr>
              <a:t>            // otherwise</a:t>
            </a:r>
          </a:p>
          <a:p>
            <a:r>
              <a:rPr lang="en-US" sz="1400" dirty="0">
                <a:latin typeface="Courier New" pitchFamily="49" charset="0"/>
                <a:ea typeface="Times New Roman" pitchFamily="18" charset="0"/>
                <a:cs typeface="Courier New" pitchFamily="49" charset="0"/>
              </a:rPr>
              <a:t>            exchange(a,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j); // exchange values at locations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and j</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j;</a:t>
            </a:r>
          </a:p>
          <a:p>
            <a:r>
              <a:rPr lang="en-US" sz="1400" dirty="0">
                <a:latin typeface="Courier New" pitchFamily="49" charset="0"/>
                <a:ea typeface="Times New Roman" pitchFamily="18" charset="0"/>
                <a:cs typeface="Courier New" pitchFamily="49" charset="0"/>
              </a:rPr>
              <a:t>            j = 2 *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+ 1;</a:t>
            </a:r>
          </a:p>
          <a:p>
            <a:r>
              <a:rPr lang="en-US" sz="1400" dirty="0">
                <a:latin typeface="Courier New" pitchFamily="49" charset="0"/>
                <a:ea typeface="Times New Roman" pitchFamily="18" charset="0"/>
                <a:cs typeface="Courier New" pitchFamily="49" charset="0"/>
              </a:rPr>
              <a:t>        }</a:t>
            </a:r>
          </a:p>
          <a:p>
            <a:r>
              <a:rPr lang="en-US" sz="1400" dirty="0">
                <a:latin typeface="Courier New" pitchFamily="49" charset="0"/>
                <a:ea typeface="Times New Roman" pitchFamily="18" charset="0"/>
                <a:cs typeface="Courier New" pitchFamily="49" charset="0"/>
              </a:rPr>
              <a:t> }</a:t>
            </a:r>
          </a:p>
        </p:txBody>
      </p:sp>
      <p:sp>
        <p:nvSpPr>
          <p:cNvPr id="7" name="Rectangle 6"/>
          <p:cNvSpPr/>
          <p:nvPr/>
        </p:nvSpPr>
        <p:spPr>
          <a:xfrm>
            <a:off x="0" y="4653136"/>
            <a:ext cx="5976664" cy="1169551"/>
          </a:xfrm>
          <a:prstGeom prst="rect">
            <a:avLst/>
          </a:prstGeom>
        </p:spPr>
        <p:txBody>
          <a:bodyPr wrap="square">
            <a:spAutoFit/>
          </a:bodyPr>
          <a:lstStyle/>
          <a:p>
            <a:r>
              <a:rPr lang="en-US" sz="1400" dirty="0">
                <a:latin typeface="Courier New" pitchFamily="49" charset="0"/>
                <a:ea typeface="Times New Roman" pitchFamily="18" charset="0"/>
                <a:cs typeface="Courier New" pitchFamily="49" charset="0"/>
              </a:rPr>
              <a:t> private void exchange(</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j) {</a:t>
            </a:r>
          </a:p>
          <a:p>
            <a:r>
              <a:rPr lang="en-US" sz="1400" dirty="0">
                <a:latin typeface="Courier New" pitchFamily="49" charset="0"/>
                <a:ea typeface="Times New Roman" pitchFamily="18" charset="0"/>
                <a:cs typeface="Courier New" pitchFamily="49" charset="0"/>
              </a:rPr>
              <a:t>        </a:t>
            </a:r>
            <a:r>
              <a:rPr lang="en-US" sz="1400" dirty="0" err="1">
                <a:latin typeface="Courier New" pitchFamily="49" charset="0"/>
                <a:ea typeface="Times New Roman" pitchFamily="18" charset="0"/>
                <a:cs typeface="Courier New" pitchFamily="49" charset="0"/>
              </a:rPr>
              <a:t>int</a:t>
            </a:r>
            <a:r>
              <a:rPr lang="en-US" sz="1400" dirty="0">
                <a:latin typeface="Courier New" pitchFamily="49" charset="0"/>
                <a:ea typeface="Times New Roman" pitchFamily="18" charset="0"/>
                <a:cs typeface="Courier New" pitchFamily="49" charset="0"/>
              </a:rPr>
              <a:t> temp =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a:t>
            </a:r>
          </a:p>
          <a:p>
            <a:r>
              <a:rPr lang="en-US" sz="1400" dirty="0">
                <a:latin typeface="Courier New" pitchFamily="49" charset="0"/>
                <a:ea typeface="Times New Roman" pitchFamily="18" charset="0"/>
                <a:cs typeface="Courier New" pitchFamily="49" charset="0"/>
              </a:rPr>
              <a:t>        a[</a:t>
            </a:r>
            <a:r>
              <a:rPr lang="en-US" sz="1400" dirty="0" err="1">
                <a:latin typeface="Courier New" pitchFamily="49" charset="0"/>
                <a:ea typeface="Times New Roman" pitchFamily="18" charset="0"/>
                <a:cs typeface="Courier New" pitchFamily="49" charset="0"/>
              </a:rPr>
              <a:t>i</a:t>
            </a:r>
            <a:r>
              <a:rPr lang="en-US" sz="1400" dirty="0">
                <a:latin typeface="Courier New" pitchFamily="49" charset="0"/>
                <a:ea typeface="Times New Roman" pitchFamily="18" charset="0"/>
                <a:cs typeface="Courier New" pitchFamily="49" charset="0"/>
              </a:rPr>
              <a:t>] = a[j];</a:t>
            </a:r>
          </a:p>
          <a:p>
            <a:r>
              <a:rPr lang="en-US" sz="1400" dirty="0">
                <a:latin typeface="Courier New" pitchFamily="49" charset="0"/>
                <a:ea typeface="Times New Roman" pitchFamily="18" charset="0"/>
                <a:cs typeface="Courier New" pitchFamily="49" charset="0"/>
              </a:rPr>
              <a:t>        a[j] = temp;</a:t>
            </a:r>
          </a:p>
          <a:p>
            <a:r>
              <a:rPr lang="en-US" sz="1400" dirty="0">
                <a:latin typeface="Courier New" pitchFamily="49" charset="0"/>
                <a:ea typeface="Times New Roman" pitchFamily="18" charset="0"/>
                <a:cs typeface="Courier New" pitchFamily="49" charset="0"/>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7DD6-4CF8-7E99-505E-F2E170A35B95}"/>
              </a:ext>
            </a:extLst>
          </p:cNvPr>
          <p:cNvSpPr>
            <a:spLocks noGrp="1"/>
          </p:cNvSpPr>
          <p:nvPr>
            <p:ph type="title"/>
          </p:nvPr>
        </p:nvSpPr>
        <p:spPr/>
        <p:txBody>
          <a:bodyPr/>
          <a:lstStyle/>
          <a:p>
            <a:r>
              <a:rPr lang="en-ZA" dirty="0" err="1"/>
              <a:t>QuickSort</a:t>
            </a:r>
            <a:endParaRPr lang="en-ZA" dirty="0"/>
          </a:p>
        </p:txBody>
      </p:sp>
      <p:sp>
        <p:nvSpPr>
          <p:cNvPr id="3" name="Content Placeholder 2">
            <a:extLst>
              <a:ext uri="{FF2B5EF4-FFF2-40B4-BE49-F238E27FC236}">
                <a16:creationId xmlns:a16="http://schemas.microsoft.com/office/drawing/2014/main" id="{C4AC4AF6-AFA5-E94C-253D-C820B8F82179}"/>
              </a:ext>
            </a:extLst>
          </p:cNvPr>
          <p:cNvSpPr>
            <a:spLocks noGrp="1"/>
          </p:cNvSpPr>
          <p:nvPr>
            <p:ph idx="1"/>
          </p:nvPr>
        </p:nvSpPr>
        <p:spPr/>
        <p:txBody>
          <a:bodyPr>
            <a:normAutofit fontScale="70000" lnSpcReduction="20000"/>
          </a:bodyPr>
          <a:lstStyle/>
          <a:p>
            <a:r>
              <a:rPr lang="en-US" b="1" dirty="0"/>
              <a:t>Hoare's Partition Scheme</a:t>
            </a:r>
            <a:r>
              <a:rPr lang="en-US" dirty="0"/>
              <a:t>: Uses two pointers that move towards each other, swapping elements that are out of place relative to the pivot</a:t>
            </a:r>
          </a:p>
          <a:p>
            <a:r>
              <a:rPr lang="en-US" b="1" dirty="0"/>
              <a:t>Midpoint Pivot</a:t>
            </a:r>
            <a:r>
              <a:rPr lang="en-US" dirty="0"/>
              <a:t>: The pivot is selected as the middle element of the current subarray using low + (high - low) / 2 to avoid overflow</a:t>
            </a:r>
          </a:p>
          <a:p>
            <a:r>
              <a:rPr lang="en-US" b="1" dirty="0"/>
              <a:t>Recursive Structure</a:t>
            </a:r>
            <a:r>
              <a:rPr lang="en-US" dirty="0"/>
              <a:t>: The </a:t>
            </a:r>
            <a:r>
              <a:rPr lang="en-US" dirty="0" err="1"/>
              <a:t>quickSort</a:t>
            </a:r>
            <a:r>
              <a:rPr lang="en-US" dirty="0"/>
              <a:t> method recursively sorts the subarrays on both sides of the partition index</a:t>
            </a:r>
          </a:p>
          <a:p>
            <a:r>
              <a:rPr lang="en-US" b="1" dirty="0"/>
              <a:t>Important Note</a:t>
            </a:r>
            <a:r>
              <a:rPr lang="en-US" dirty="0"/>
              <a:t>: In Hoare's partition, the partition index returned is j, and the recursive calls are: </a:t>
            </a:r>
          </a:p>
          <a:p>
            <a:pPr lvl="1"/>
            <a:r>
              <a:rPr lang="en-US" dirty="0"/>
              <a:t>Left subarray: </a:t>
            </a:r>
            <a:r>
              <a:rPr lang="en-US" dirty="0" err="1"/>
              <a:t>quickSort</a:t>
            </a:r>
            <a:r>
              <a:rPr lang="en-US" dirty="0"/>
              <a:t>(</a:t>
            </a:r>
            <a:r>
              <a:rPr lang="en-US" dirty="0" err="1"/>
              <a:t>arr</a:t>
            </a:r>
            <a:r>
              <a:rPr lang="en-US" dirty="0"/>
              <a:t>, low, </a:t>
            </a:r>
            <a:r>
              <a:rPr lang="en-US" dirty="0" err="1"/>
              <a:t>pivotIndex</a:t>
            </a:r>
            <a:r>
              <a:rPr lang="en-US" dirty="0"/>
              <a:t>)</a:t>
            </a:r>
          </a:p>
          <a:p>
            <a:pPr lvl="1"/>
            <a:r>
              <a:rPr lang="en-US" dirty="0"/>
              <a:t>Right subarray: </a:t>
            </a:r>
            <a:r>
              <a:rPr lang="en-US" dirty="0" err="1"/>
              <a:t>quickSort</a:t>
            </a:r>
            <a:r>
              <a:rPr lang="en-US" dirty="0"/>
              <a:t>(</a:t>
            </a:r>
            <a:r>
              <a:rPr lang="en-US" dirty="0" err="1"/>
              <a:t>arr</a:t>
            </a:r>
            <a:r>
              <a:rPr lang="en-US" dirty="0"/>
              <a:t>, </a:t>
            </a:r>
            <a:r>
              <a:rPr lang="en-US" dirty="0" err="1"/>
              <a:t>pivotIndex</a:t>
            </a:r>
            <a:r>
              <a:rPr lang="en-US" dirty="0"/>
              <a:t> + 1, high)</a:t>
            </a:r>
          </a:p>
          <a:p>
            <a:r>
              <a:rPr lang="en-US" dirty="0"/>
              <a:t>The main method includes example usage with test arrays to demonstrate the sorting functionality. The average time complexity is O(n log n), with O(log n) space complexity for the recursion stack.</a:t>
            </a:r>
          </a:p>
          <a:p>
            <a:endParaRPr lang="en-ZA" dirty="0"/>
          </a:p>
        </p:txBody>
      </p:sp>
    </p:spTree>
    <p:extLst>
      <p:ext uri="{BB962C8B-B14F-4D97-AF65-F5344CB8AC3E}">
        <p14:creationId xmlns:p14="http://schemas.microsoft.com/office/powerpoint/2010/main" val="25663612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0D086-FB31-00D7-D9C6-A3C055CBA287}"/>
              </a:ext>
            </a:extLst>
          </p:cNvPr>
          <p:cNvSpPr>
            <a:spLocks noGrp="1"/>
          </p:cNvSpPr>
          <p:nvPr>
            <p:ph type="title"/>
          </p:nvPr>
        </p:nvSpPr>
        <p:spPr/>
        <p:txBody>
          <a:bodyPr/>
          <a:lstStyle/>
          <a:p>
            <a:r>
              <a:rPr lang="en-ZA" dirty="0" err="1"/>
              <a:t>MergeSort</a:t>
            </a:r>
            <a:endParaRPr lang="en-ZA" dirty="0"/>
          </a:p>
        </p:txBody>
      </p:sp>
      <p:sp>
        <p:nvSpPr>
          <p:cNvPr id="3" name="Content Placeholder 2">
            <a:extLst>
              <a:ext uri="{FF2B5EF4-FFF2-40B4-BE49-F238E27FC236}">
                <a16:creationId xmlns:a16="http://schemas.microsoft.com/office/drawing/2014/main" id="{7D81DB5B-DFF5-C75E-00C2-278DB77AE942}"/>
              </a:ext>
            </a:extLst>
          </p:cNvPr>
          <p:cNvSpPr>
            <a:spLocks noGrp="1"/>
          </p:cNvSpPr>
          <p:nvPr>
            <p:ph idx="1"/>
          </p:nvPr>
        </p:nvSpPr>
        <p:spPr/>
        <p:txBody>
          <a:bodyPr>
            <a:normAutofit fontScale="47500" lnSpcReduction="20000"/>
          </a:bodyPr>
          <a:lstStyle/>
          <a:p>
            <a:r>
              <a:rPr lang="en-US" b="1" dirty="0"/>
              <a:t>Key Implementation Details:</a:t>
            </a:r>
            <a:endParaRPr lang="en-US" dirty="0"/>
          </a:p>
          <a:p>
            <a:r>
              <a:rPr lang="en-US" b="1" dirty="0"/>
              <a:t>Divide and Conquer</a:t>
            </a:r>
            <a:r>
              <a:rPr lang="en-US" dirty="0"/>
              <a:t>: The array is recursively divided into two halves until each subarray has one element</a:t>
            </a:r>
          </a:p>
          <a:p>
            <a:r>
              <a:rPr lang="en-US" b="1" dirty="0"/>
              <a:t>Recursive Structure</a:t>
            </a:r>
            <a:r>
              <a:rPr lang="en-US" dirty="0"/>
              <a:t>: </a:t>
            </a:r>
          </a:p>
          <a:p>
            <a:pPr lvl="1"/>
            <a:r>
              <a:rPr lang="en-US" dirty="0"/>
              <a:t>Find the middle point</a:t>
            </a:r>
          </a:p>
          <a:p>
            <a:pPr lvl="1"/>
            <a:r>
              <a:rPr lang="en-US" dirty="0"/>
              <a:t>Recursively sort the left half</a:t>
            </a:r>
          </a:p>
          <a:p>
            <a:pPr lvl="1"/>
            <a:r>
              <a:rPr lang="en-US" dirty="0"/>
              <a:t>Recursively sort the right half</a:t>
            </a:r>
          </a:p>
          <a:p>
            <a:pPr lvl="1"/>
            <a:r>
              <a:rPr lang="en-US" dirty="0"/>
              <a:t>Merge the two sorted halves</a:t>
            </a:r>
          </a:p>
          <a:p>
            <a:r>
              <a:rPr lang="en-US" b="1" dirty="0"/>
              <a:t>Merge Operation</a:t>
            </a:r>
            <a:r>
              <a:rPr lang="en-US" dirty="0"/>
              <a:t>: The merge method combines two sorted subarrays by: </a:t>
            </a:r>
          </a:p>
          <a:p>
            <a:pPr lvl="1"/>
            <a:r>
              <a:rPr lang="en-US" dirty="0"/>
              <a:t>Creating temporary arrays for both halves</a:t>
            </a:r>
          </a:p>
          <a:p>
            <a:pPr lvl="1"/>
            <a:r>
              <a:rPr lang="en-US" dirty="0"/>
              <a:t>Comparing elements from both arrays and placing them in sorted order</a:t>
            </a:r>
          </a:p>
          <a:p>
            <a:pPr lvl="1"/>
            <a:r>
              <a:rPr lang="en-US" dirty="0"/>
              <a:t>Copying any remaining elements</a:t>
            </a:r>
          </a:p>
          <a:p>
            <a:r>
              <a:rPr lang="en-US" b="1" dirty="0"/>
              <a:t>Stability</a:t>
            </a:r>
            <a:r>
              <a:rPr lang="en-US" dirty="0"/>
              <a:t>: This implementation is stable, meaning elements with equal values maintain their relative order</a:t>
            </a:r>
          </a:p>
          <a:p>
            <a:r>
              <a:rPr lang="en-US" b="1" dirty="0"/>
              <a:t>Complexity:</a:t>
            </a:r>
            <a:endParaRPr lang="en-US" dirty="0"/>
          </a:p>
          <a:p>
            <a:r>
              <a:rPr lang="en-US" dirty="0"/>
              <a:t>Time Complexity: O(n log n) in all cases (best, average, and worst)</a:t>
            </a:r>
          </a:p>
          <a:p>
            <a:r>
              <a:rPr lang="en-US" dirty="0"/>
              <a:t>Space Complexity: O(n) due to the temporary arrays used during merging</a:t>
            </a:r>
          </a:p>
          <a:p>
            <a:r>
              <a:rPr lang="en-US" dirty="0"/>
              <a:t>The main method includes multiple test cases demonstrating the sorting on different types of arrays.</a:t>
            </a:r>
          </a:p>
          <a:p>
            <a:endParaRPr lang="en-ZA" dirty="0"/>
          </a:p>
        </p:txBody>
      </p:sp>
    </p:spTree>
    <p:extLst>
      <p:ext uri="{BB962C8B-B14F-4D97-AF65-F5344CB8AC3E}">
        <p14:creationId xmlns:p14="http://schemas.microsoft.com/office/powerpoint/2010/main" val="33986956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The importance of appropriate algorithms</a:t>
            </a:r>
          </a:p>
          <a:p>
            <a:r>
              <a:rPr lang="en-US" dirty="0"/>
              <a:t>How algorithms are compared</a:t>
            </a:r>
          </a:p>
          <a:p>
            <a:r>
              <a:rPr lang="en-US" dirty="0"/>
              <a:t>Why appropriate data structures are important</a:t>
            </a:r>
          </a:p>
          <a:p>
            <a:r>
              <a:rPr lang="en-US" dirty="0"/>
              <a:t>Utilization of the strategy design pattern</a:t>
            </a:r>
          </a:p>
          <a:p>
            <a:r>
              <a:rPr lang="en-US" dirty="0"/>
              <a:t>A number of sorting algorithms</a:t>
            </a:r>
          </a:p>
        </p:txBody>
      </p:sp>
      <p:sp>
        <p:nvSpPr>
          <p:cNvPr id="4" name="Slide Number Placeholder 3"/>
          <p:cNvSpPr>
            <a:spLocks noGrp="1"/>
          </p:cNvSpPr>
          <p:nvPr>
            <p:ph type="sldNum" sz="quarter" idx="12"/>
          </p:nvPr>
        </p:nvSpPr>
        <p:spPr/>
        <p:txBody>
          <a:bodyPr/>
          <a:lstStyle/>
          <a:p>
            <a:fld id="{AD2B2EE5-B8BC-4D24-A25E-F2DF61737E68}" type="slidenum">
              <a:rPr lang="en-US" smtClean="0"/>
              <a:pPr/>
              <a:t>68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4858</TotalTime>
  <Words>4828</Words>
  <Application>Microsoft Office PowerPoint</Application>
  <PresentationFormat>On-screen Show (4:3)</PresentationFormat>
  <Paragraphs>574</Paragraphs>
  <Slides>68</Slides>
  <Notes>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3" baseType="lpstr">
      <vt:lpstr>Arial</vt:lpstr>
      <vt:lpstr>Calibri</vt:lpstr>
      <vt:lpstr>Courier New</vt:lpstr>
      <vt:lpstr>Office Theme</vt:lpstr>
      <vt:lpstr>Equation</vt:lpstr>
      <vt:lpstr>Algorithms</vt:lpstr>
      <vt:lpstr>PowerPoint Presentation</vt:lpstr>
      <vt:lpstr>PowerPoint Presentation</vt:lpstr>
      <vt:lpstr>Bubble Sort</vt:lpstr>
      <vt:lpstr>PowerPoint Presentation</vt:lpstr>
      <vt:lpstr>PowerPoint Presentation</vt:lpstr>
      <vt:lpstr>PowerPoint Presentation</vt:lpstr>
      <vt:lpstr>PowerPoint Presentation</vt:lpstr>
      <vt:lpstr>PowerPoint Presentation</vt:lpstr>
      <vt:lpstr>In this lecture you will learn:</vt:lpstr>
      <vt:lpstr>Selection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vt:lpstr>
      <vt:lpstr>Euclid’s algorithm</vt:lpstr>
      <vt:lpstr>Interesting aspects</vt:lpstr>
      <vt:lpstr>Euclid’s algorithm (cont)</vt:lpstr>
      <vt:lpstr>Equivalent Algorithms: which is preferable and why?</vt:lpstr>
      <vt:lpstr>Recursive algorithms</vt:lpstr>
      <vt:lpstr>Another example</vt:lpstr>
      <vt:lpstr>Iterative Equivalent</vt:lpstr>
      <vt:lpstr>2 ways of adding up Array elements</vt:lpstr>
      <vt:lpstr>Two recursive approaches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Big O notation</vt:lpstr>
      <vt:lpstr>O(1)</vt:lpstr>
      <vt:lpstr>O(n)</vt:lpstr>
      <vt:lpstr>O(n2)</vt:lpstr>
      <vt:lpstr>O(2n)</vt:lpstr>
      <vt:lpstr>O(log n)</vt:lpstr>
      <vt:lpstr>O(log n) - A recursive implementation</vt:lpstr>
      <vt:lpstr>Asymptotic growth rates</vt:lpstr>
      <vt:lpstr>Bubble Sort</vt:lpstr>
      <vt:lpstr>Bubble Sort</vt:lpstr>
      <vt:lpstr>Shaker Sort</vt:lpstr>
      <vt:lpstr>Analysis of Bubble Sort and Shaker Sort</vt:lpstr>
      <vt:lpstr>Analysis of Bubble Sort and Shaker Sort</vt:lpstr>
      <vt:lpstr>Working with a Linked Structure</vt:lpstr>
      <vt:lpstr>Insert Sort</vt:lpstr>
      <vt:lpstr>Binary Insert Sort</vt:lpstr>
      <vt:lpstr>Analysis of Insert Sort</vt:lpstr>
      <vt:lpstr>Analysis of Insert Sort</vt:lpstr>
      <vt:lpstr>Select Sort</vt:lpstr>
      <vt:lpstr>Shell Sort</vt:lpstr>
      <vt:lpstr>Shell Sort</vt:lpstr>
      <vt:lpstr>Quick Sort</vt:lpstr>
      <vt:lpstr>Quick Sort cont.</vt:lpstr>
      <vt:lpstr>Heap Sort</vt:lpstr>
      <vt:lpstr>Heap Sort cont.</vt:lpstr>
      <vt:lpstr>QuickSort</vt:lpstr>
      <vt:lpstr>MergeSort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dc:title>
  <dc:creator>MakhuraneT</dc:creator>
  <cp:lastModifiedBy>Tem Makhurane</cp:lastModifiedBy>
  <cp:revision>35</cp:revision>
  <dcterms:created xsi:type="dcterms:W3CDTF">2012-08-20T09:35:54Z</dcterms:created>
  <dcterms:modified xsi:type="dcterms:W3CDTF">2025-10-31T07:54:53Z</dcterms:modified>
</cp:coreProperties>
</file>